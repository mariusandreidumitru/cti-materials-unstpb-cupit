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384" r:id="rId2"/>
    <p:sldId id="383" r:id="rId3"/>
    <p:sldId id="300" r:id="rId4"/>
    <p:sldId id="301" r:id="rId5"/>
    <p:sldId id="288" r:id="rId6"/>
    <p:sldId id="385" r:id="rId7"/>
    <p:sldId id="320" r:id="rId8"/>
    <p:sldId id="319" r:id="rId9"/>
    <p:sldId id="321" r:id="rId10"/>
    <p:sldId id="386" r:id="rId11"/>
    <p:sldId id="324" r:id="rId12"/>
    <p:sldId id="323" r:id="rId13"/>
    <p:sldId id="342" r:id="rId14"/>
    <p:sldId id="343" r:id="rId15"/>
    <p:sldId id="325" r:id="rId16"/>
    <p:sldId id="326" r:id="rId17"/>
    <p:sldId id="344" r:id="rId18"/>
    <p:sldId id="387" r:id="rId19"/>
    <p:sldId id="376" r:id="rId20"/>
    <p:sldId id="377" r:id="rId21"/>
    <p:sldId id="345" r:id="rId22"/>
    <p:sldId id="334" r:id="rId23"/>
    <p:sldId id="331" r:id="rId24"/>
    <p:sldId id="380" r:id="rId25"/>
    <p:sldId id="335" r:id="rId26"/>
    <p:sldId id="336" r:id="rId27"/>
    <p:sldId id="346" r:id="rId28"/>
    <p:sldId id="378" r:id="rId29"/>
    <p:sldId id="347" r:id="rId30"/>
    <p:sldId id="379" r:id="rId31"/>
    <p:sldId id="330" r:id="rId32"/>
    <p:sldId id="348" r:id="rId33"/>
    <p:sldId id="381" r:id="rId34"/>
    <p:sldId id="382" r:id="rId35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5" autoAdjust="0"/>
  </p:normalViewPr>
  <p:slideViewPr>
    <p:cSldViewPr>
      <p:cViewPr varScale="1">
        <p:scale>
          <a:sx n="99" d="100"/>
          <a:sy n="99" d="100"/>
        </p:scale>
        <p:origin x="126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09:43.21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0 268,'1'0,"-1"0,0 0,0-1,1 1,-1 0,0 0,1 0,-1 0,0 0,0 0,1 0,-1 0,0 0,1 0,-1 1,0-1,0 0,1 0,-1 0,0 0,0 0,1 0,-1 0,0 1,0-1,0 0,1 0,-1 0,0 1,0-1,0 0,0 0,1 1,-1-1,0 0,0 0,0 1,0-1,0 0,0 0,0 1,0-1,0 0,0 0,0 1,0-1,0 0,0 1,0-1,0 0,0 0,0 1,0-1,0 0,0 0,0 1,-1-1,1 0,0 0,0 1,0-1,0 0,24 2,0-1,1-1,-1-2,0 0,23-6,20-1,64 3,61-10,185-57,-9 15,-296 41,2 2,-1 4,2 4,8 2,271-21,-48 0,461 26,-225 9,-145 19,337 32,-193 0,-204-30,203 11,122-28,1197-13,-1212-28,-513 29,104-1,109-18,-11 9,-234 10,-98-1,1 0,-1 1,1-1,-1 1,0 0,1 0,-1 1,0-1,0 1,0 0,0 0,0 0,0 1,-1-1,1 1,0 1,64 20,-44-17,-15-7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09:45.74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0 361,'297'11,"-32"-12,170-26,86-10,209-11,-607 37,0 5,0 6,22 7,290 12,38-19,-195-1,242-9,273-47,-186 21,-103 10,789-46,-664 55,94-14,-181 17,-431 10,0 5,57 10,233 15,-337-24,-29-2,1 2,0 1,-1 2,9 3,20 2,-52-9,0 0,0 1,-1 0,1 1,0 1,-1 0,0 0,2 2,-11-6,-5-2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11:07.66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2101 161,'-16'-2,"-5"3,5 9,15 9,21 11,19 10,2-3</inkml:trace>
  <inkml:trace contextRef="#ctx0" brushRef="#br0" timeOffset="-78617.08">4868 1083,'9'24,"-2"0,0 0,-2 0,0 1,-2 0,-1 0,-1-1,0 1,-4 21,3 41,3-1,5 0,9 34,6 76,18 244,-25-217,-11 49,1 16,-1 294,-11-488,3-71,1 1,1 0,1 0,1 0,4 20,-3-28,-2-14,-1-1,1 0,0 1,0-1,-1 1,1-1,0 1,1-1,-1 1,0-1,0 1,1-1,-1 1,0-1,1 0,-1 1,1-1,0 0,0 1,-1-1,1 0,0 0,0 1,0-1,0 0,0 0,1 0,-1 0,0-1,0 1,1 0,-1 0,0-1,1 1,-1-1,0 1,1-1,-1 0,1 1,-1-1,1 0,124-48,-57 24,0 3,2 3,56-6,239-32,267-2,-320 57,-312 1,-1 1,1-1,-1 0,1 1,-1-1,1 0,-1 1,1-1,-1 0,1 0,-1 0,1 1,-1-1,1 0,0 0,-1 0,1 0,-1 0,1 0,0 0,-1 0,1 0,-1-1,1 1,-1 0,1 0,-1 0,1-1,-1 1,1 0,-1-1,1 1,-1 0,1-1,-1 1,1 0,-1-1,0 1,1-1,-1 1,0-1,1 1,-1-1,0 1,0-1,1 0,-1 1,0-1,0 1,0-1,0 1,0-1,0 0,0 1,0-1,0 1,0-1,0 1,0-1,0 0,-1 1,1-1,0 1,0-1,-1 1,1-1,0 1,-1-1,-11-8,-2-1</inkml:trace>
  <inkml:trace contextRef="#ctx0" brushRef="#br0" timeOffset="-76132.38">4962 1137,'-10'-28,"1"-1,1 0,2-1,1 1,1-1,2 0,1-1,1 1,3-20,-2-7,0-41,0 96,0 0,0-1,0 1,1 1,-1-1,0 0,1 0,-1 0,1 1,0-1,0 1,0-1,0 1,0 0,0 0,0 0,0 0,0 0,0 0,0 0,1 1,-1-1,0 1,1 0,-1 0,0 0,1 0,-1 0,0 0,1 0,-1 1,0-1,0 1,1 0,-1 0,1 0,13 0,466 4,139 6,50 27,-106-36,-425 14,-136-17,0 1,0 0,0 0,0 0,0 1,-1 0,1 0,0 0,0 0,-1 0,1 0,-1 1,1 0,-1 0,1 0,-1 0,0 1,0-1,0 1,-1-1,1 1,0 0,-1 0,0 0,0 1,0-1,0 1,1 2,-13 165,11 252,2-62,-5-300,-4 86,7 0,5 0,7 1,2-50,17 175,-31-231,2 1,2-1,2 0,1-1,2 0,4 5,9 29,-4 0,4 39,-3-29,-12-58,-2 1,0 0,-2-1,-1 2,-2-1,12 189,-14-214,1 0,-1 0,0 0,0-1,0 1,0 0,0 0,0-1,-1 1,0 0,1-1,-1 0,0 1,0-1,0 0,-1 0,1 0,0 0,-1 0,1-1,-1 1,0-1,1 0,-1 0,0 0,0 0,0 0,0 0,-1-1,-93 6,79-6,-18 0,23 1,-1-1,0 0,1-1,-1-1,1 0,-1-1,-2-1,-7-2,1 2,-1 0,0 1,0 2,0 0,0 1,-3 2,10-2,-263 24,168-20,0-1</inkml:trace>
  <inkml:trace contextRef="#ctx0" brushRef="#br0" timeOffset="-6252.174">1299 2688,'-1'0,"-5"-1,0-1,0 0,0 0,0-1,0 0,0 0,0 0,1 0,0-1,0 0,0 0,0-1,0 1,1-1,-1-2,5 5,0-1,0 0,0 0,0 0,1 0,0 0,-1 1,1-1,0 0,0 0,1 1,-1-1,0 1,1-1,0 1,-1 0,1 0,0-1,0 1,1 1,-1-1,0 0,0 0,1 1,-1-1,1 1,0 0,2-1,46-26,3 2,0 2,1 3,7 0,114-29,3 8,2 7,1 9,0 8,71 5,92-6,1 15,208 28,-346 0,-2 9,-1 9,-2 9,-3 9,58 31,116 74,-334-149,-33-17</inkml:trace>
  <inkml:trace contextRef="#ctx0" brushRef="#br0" timeOffset="-5103.832">684 2060,'302'32,"-294"-31,25 3,0 1,-1 2,0 1,0 1,-1 2,6 4,-35-14,1 0,-1 0,1 0,-1 1,0-1,0 0,1 1,-1 0,0-1,-1 1,1 0,0 0,0 0,-1 0,1 0,-1 1,0-1,0 0,1 1,-1-1,-1 1,1-1,0 1,-1-1,1 1,-1-1,0 1,0 0,0-1,0 1,0 0,-1-1,1 1,-1-1,0 1,1-1,-1 1,0-1,-1 1,1-1,0 0,-1 1,-78 100,66-85,1 1,1 1,1-1,1 2,1-1,0 1,2 1,0 0,2 0,0 0,1 5,4-25,-1 0,1 0,0 0,0 0,1 0,-1 0,0 0,1 0,-1 0,1 0,0 0,-1 0,1 0,0 0,0-1,0 1,1 0,-1-1,0 1,1-1,-1 1,0-1,1 1,0-1,-1 0,1 0,0 0,0 0,-1 0,1 0,0-1,0 1,0-1,0 1,0-1,0 0,0 0,0 1,0-1,0-1,0 1,0 0,0 0,0-1,0 1,0-1,0 0,0 0,0 0,10-5,-2-1</inkml:trace>
  <inkml:trace contextRef="#ctx0" brushRef="#br0" timeOffset="-4248.809">751 2073,'100'-27,"1"4,0 5,2 5,74 0,756-3,-809 18,282 3,0 19,-2 17,169 49,-354-45,-2 9,187 76,-348-105,-1 3,-2 2,0 2,-3 3,36 31,-15 3,-46-46,-23-26</inkml:trace>
  <inkml:trace contextRef="#ctx0" brushRef="#br0" timeOffset="-3947.302">5430 2300,'-2'-2,"2"1,-1-1,1 1,0 0,-1 0,1 0,-1 0,0 0,1 0,-1 0,0 0,0 0,0 0,0 0,0 0,1 0,-1 1,-1-1,1 0,0 1,0-1,0 0,0 1,0 0,-1-1,1 1,0 0,0 0,-1-1,1 1,0 0,0 0,-1 0,1 1,0-1,0 0,0 0,-1 1,0-1,7 52,11-12,2 0,2-2,2 0,1-1,1-2,2 0,28 27,15 25,-65-82,-2-4,1 1,-1 0,0 0,0-1,0 1,0 1,0-1,0 0,-1 0,1 1,-1-1,1 1,-1-1,0 1,0-1,0 1,0 0,-1 0,1-1,-1 1,0 0,0 0,0 0,0 0,0-1,0 1,-1 0,1 0,-1 0,0-1,0 1,0 0,0-1,0 1,-1-1,1 1,-1-1,0 0,0 0,-1 2,-10 4,-1-1,0 0,0-1,-1 0,1-1,-14 2,-196 40,99-28</inkml:trace>
  <inkml:trace contextRef="#ctx0" brushRef="#br0" timeOffset="-1049.531">430 669,'-8'-5,"-1"1,0-1,1 2,-1-1,0 1,-1 1,1-1,0 1,-1 1,1 0,-1 0,0 1,1 1,-1-1,1 1,-1 1,1 0,0 0,-1 1,-1 1,-8 3,-1 1,1 1,0 1,1 1,0 0,1 2,0-1,-9 12,-24 39,49-61,-1 0,1 0,0 1,0-1,0 0,0 1,1-1,-1 1,1-1,-1 1,1-1,0 1,0 0,0-1,0 1,0-1,1 1,-1-1,1 1,0-1,0 0,0 1,0-1,0 0,0 1,0-1,1 0,-1 0,2 1,4 2,1 0,-1 0,1-1,0 0,0-1,0 0,1 0,-1 0,1-1,-1-1,1 1,0-2,8 1,-12 0,355 17,-348-16,0 0,0 1,0 1,0 0,-1 0,0 1,0 0,7 5,-16-8,1 0,-1-1,1 1,-1 0,1 0,-1 0,0 1,0-1,0 0,-1 1,1-1,0 1,-1 0,0 0,1-1,-1 1,0 0,-1 0,1 0,0 0,-1 0,0 0,0 0,0 1,0-1,0 0,0 0,-1 0,0 0,1 0,-1 0,0-1,-1 1,1 0,0 0,-2 1,-5 7,0-1,-1 0,0 0,-1-1,0 0,-1 0,1-2,-2 1,1-1,-1-1,0 0,0 0,-1-2,1 1,-1-2,-7 2,-20 3,-1-2,0-2,0-1,0-2,-14-3,-5 2,42 1,18-1,0 0,1 0,-1 0,0 0,0 0,1 0,-1 0,0 0,0 0,1 0,-1 0,0 0,1 0,-1 0,0 1,0-1,1 0,-1 0,0 0,0 0,0 0,1 1,-1-1,0 0,0 0,0 0,1 1,-1-1,0 0,0 0,0 0,0 1,0-1,0 0,1 1,-1-1,0 0,0 0,0 1,0-1,0 0,0 0,0 1,0-1,0 0,0 0,0 1,0-1,-1 0,1 1,0-1,0 0,0 0,0 1,0-1,0 0,-1 0,1 0,0 1,0-1,0 0,-1 0,1 0,0 0,0 1,0-1,22 7,6 0</inkml:trace>
  <inkml:trace contextRef="#ctx0" brushRef="#br0" timeOffset="-248.163">1018 856,'-9'-1,"-16"-2,0 1,0 0,0 2,0 2,-7 0,26-1,1 0,0 0,-1 0,1 1,0-1,0 1,0 0,0 1,0-1,1 1,-1 0,1 0,0 1,-1-1,2 1,-1 0,0 0,1 0,-1 1,1-1,1 1,-1-1,1 1,-1 0,1 0,-1 6,2-6,-1 0,2 0,-1 0,0 0,1 0,0 1,0-1,1 0,-1 0,1 1,0-1,0 0,1 0,0 0,0-1,0 1,0 0,1-1,0 1,0-1,0 0,0 0,1 0,-1 0,1 0,0-1,3 2,4 3,0-1,1-1,-1 0,1 0,1-1,-1-1,1 0,-1 0,1-2,7 2,-1-2,-1 0,0-1,1-1,-1-1,0-1,1 0,-1-1,10-4,-20 5,0-1,0 0,0 0,-1 0,1-1,-1 0,0-1,0 1,-1-2,1 1,-1 0,0-1,-1-1,1 1,-1-1,0 1,-1-1,0-1,4-6,-3-6,0-1,-1 1,-1-1,-1 1,-1-1,0 0,-2 0,0 1,-2-1,0 1,-1-1,-1 1,-1 0,-1 0,-1 1,-2 0,7 11,16 12,15 5,0-2,0-1,0-2,1 0,-1-2,1-1,18-3,14 3,-42 0,-10-2,1 0,0 1,-1 1,1-1,0 2,-1-1,1 2,-1-1,0 1,1 0,-2 1,1 0,0 0,4 4,-9-2,-1 0,1 1,-2-1,1 0,-1 1,0 0,0-1,-1 1,1 0,-2 0,1 0,-1 0,0 0,0 0,-1 0,0-1,0 1,-1 0,-1 4,0 10,2-17,0 1,-1-1,1 1,0 0,0 0,0 0,1 0,-1 0,1 0,1 0,-1 0,1 0,0 0,0 0,0 0,0 0,1-1,0 1,0-1,0 1,1-1,0 0,-1 1,2-1,-1-1,0 1,1 0,-1-1,4 3,3-3,-1 0,1 0,-1-1,1 0,0-1,0 0,0 0,0-1,0-1,0 0,-1 0,1 0,0-1,-1-1,1 0,-1 0,1-1,-1 0,-1-1,1 0,-1 0,1-1,-2 0,1 0,-1-1,1 0,-2 0,1 0,-1-1,0 0,-1-1,0 1,0-1,1-4,-1-4,1 0,-2-1,-1 0,0 1,-1-1,0 0,-2 0,0-1,-2-6,-1 10,-1 20,-2 25,5-18,1 0,1 1,0-1,0 0,1 1,1-1,0 0,1 0,0-1,0 1,2-1,-1 0,1 0,1-1,0 1,0-2,1 1,1-1,-1 0,1-1,1 0,0 0,0-1,0 0,1-1,11 5,11-3</inkml:trace>
  <inkml:trace contextRef="#ctx0" brushRef="#br0" timeOffset="806.478">2355 963,'17'-2,"-1"-1,1 0,-1-1,1-1,-1-1,-1 0,1-1,-1-1,0 0,-1-1,0-1,0 0,-1-1,-1 0,1-1,-2-1,0 0,0 0,7-14,-16 24,1 0,-1 0,0 0,0 0,-1-1,1 1,-1-1,0 1,1-1,-1 1,-1-1,1 0,-1 0,1 1,-1-1,0 0,0 0,-1 0,1 1,-1-1,0 0,0 1,0-1,0 1,-1-1,0 1,1-1,-1 1,0 0,-1 0,1 0,0 0,-1 0,0 1,0-1,1 1,-1-1,-1 1,1 0,-1 0,-1 1,0 0,0 0,0 0,0 1,0 0,-1 0,1 1,0-1,0 1,0 0,1 1,-1-1,0 1,0 0,1 0,-1 0,1 0,-1 1,1 0,0 0,0 0,-2 3,-2 2,0 0,1 0,0 0,1 0,0 1,0 1,1-1,0 0,1 1,-1 4,2-5,1-1,1 1,0 1,0-1,1 0,0 0,0 0,1 0,0 0,1 0,0 0,0 0,1 0,0-1,1 1,0-1,0 0,1 0,0 0,0-1,1 0,0 0,0 0,0-1,1 0,0 0,0 0,1-1,0 0,0-1,0 0,5 2,2 2,1-2,0 0,0-1,1 0,-1-1,1-1,0-1,0 0,0-1,0-1,0-1,14-2,-20 1,-1 1,0-2,0 0,0 0,0-1,0 0,-1 0,0-1,0-1,0 1,-1-2,0 1,0-1,0 0,-1-1,0 1,0-2,-1 1,0-1,-1 1,3-6,-3 3,0 1,0-1,-2 0,1-1,-1 1,-1 0,0-1,0 0,-1 1,-1-1,0 0,-1 0,0 1,0-1,-1 1,-1-1,0 1,-1 0,0 0,0 0,-1 0,-1 1,0 0,0 0,-1 0,0 1,-1 0,0 0,0 1,-9-7,14 13,1 0,-1 1,0-1,0 0,0 1,0 0,0-1,0 1,-1 1,1-1,0 0,-1 1,1-1,0 1,-1 0,1 0,0 1,0-1,-1 0,1 1,0 0,0 0,-1 0,1 1,2-1,1 0,0 1,-1-1,1 0,0 1,0-1,0 1,0-1,0 1,0-1,0 0,0 1,1-1,-1 1,0-1,1 0,0 1,-1-1,1 0,0 0,-1 1,1-1,0 0,0 0,0 0,0 0,0 0,0 0,0 0,0-1,1 1,-1 0,0 0,0-1,1 1,-1-1,1 1,18 8,-1-1,1-1,0 0,1-2,0 0,-1-2,22 2,-18-2,13 2,-23-4,1 0,-1 1,0 1,0 0,1 1,-2 0,1 1,-1 1,1 0,1 2,-13-5,0 0,1 0,-1 1,0-1,-1 0,1 1,-1 0,1-1,-1 1,0 0,0 0,-1-1,1 1,-1 0,0 0,0 0,0 0,0 0,-1 0,0-1,0 1,0 0,0 0,0-1,-1 1,1-1,-1 1,0-1,0 0,-1 1,1-1,-3 2,-2 10,6-14,-2 4,-1 0,1-1,1 1,-1 1,1-1,-1 0,1 1,1-1,-1 1,1-1,0 1,0 0,1 0,0-1,0 1,0 0,1 0,-1 0,1-1,1 1,-1-1,1 1,0-1,0 1,1-1,2 4,5-2,1 0,0-1,0-1,1 0,-1 0,1-1,0-1,0 0,0 0,1-1,-1-1,1 0,-1-1,0 0,1-1,-1 0,11-3,-8 3,0-1,0 0,0-1,0-1,-1 0,0-1,1-1,-2 0,1-1,-1 0,0-1,0-1,-1 0,-1 0,1-1,-1-1,-1 0,0 0,-1-1,0-1,-1 1,0-1,-1 0,0-1,-1 0,0-2,-3 7,0-1,0 0,-1 0,0 0,-1 0,0 0,-1 0,0 0,0 0,-1-1,0 1,-1 0,0 0,-1 1,0-1,-1 0,0 1,0 0,-1 0,-2-3,6 10,-1 0,0 0,0 0,0 1,1-1,-1 0,-1 1,1-1,0 1,0 0,0 0,-1 0,1 0,-1 0,1 1,-1-1,1 1,-1-1,1 1,-1 0,1 0,-1 0,1 0,-1 1,1-1,-1 1,1-1,-1 1,1 0,-1 0,1 0,0 0,0 0,0 1,-1-1,1 1,0-1,-3 4,0 0,0 1,0-1,0 1,1-1,0 1,0 1,0-1,1 1,0-1,1 1,-2 5,1-1,1-1,1 1,0 0,0 0,1 0,1 0,0 0,0 0,1 0,0-1,1 1,0-1,1 1,0-1,1 0,0 0,0-1,1 0,1 0,-1 0,1 0,1-1,-1-1,1 1,1-1,0 0,0-1,5 3,19 9,0-1,1-2,1-1,0-2,0-2,1-1,1-1,-1-3,1 0,13-2,47 2</inkml:trace>
  <inkml:trace contextRef="#ctx0" brushRef="#br0" timeOffset="12887.737">6593 2341,'450'-26,"-419"29,-32-3,1 0,0 1,-1-1,1 0,-1 0,1 0,0 0,-1 1,1-1,0 0,-1 0,1 0,0 1,-1-1,1 0,0 1,0-1,-1 0,1 1,0-1,0 0,0 1,-1-1,1 1,0-1,0 0,0 1,0-1,0 1,0-1,0 0,0 1,0-1,0 1,0-1,0 0,0 1,0-1,0 1,0-1,1 0,-1 1,0-1,0 0,0 1,1-1,-1 1,0-1,0 0,1 0,-1 1,0-1,1 0,-1 0,0 1,1-1,-1 0,0 0,1 0,-1 1,0-1,1 0,-1 0,1 0,-1 0,1 0,-177 82,153-73,1 1,0 1,1 1,0 1,1 0,0 2,2 1,-1 0,2 1,0 1,1 0,1 1,-1 5,3 14,12-37,1 0,0-1,0 1,0 0,0 0,0-1,0 1,0 0,0 0,0 0,0-1,1 1,-1 0,0 0,1-1,-1 1,0 0,1-1,-1 1,1 0,-1-1,1 1,-1 0,1-1,-1 1,1-1,0 1,-1-1,1 0,0 1,-1-1,1 0,0 1,-1-1,1 0,0 0,0 1,0-1,-1 0,1 0,0 0,0 0,-1 0,1 0,0 0,0 0,0-1,5 0,-1-1,1 0,-1 0,1 0,-1-1,0 1,0-1,0-1,0 1,0-1,-1 0,3-2,23-17,22-7,2 2,0 3,15-3,8-4,679-272,-593 249,2 8,2 6,127-11,-247 45,1 3,-1 1,46 4,-86 2,-17-2</inkml:trace>
  <inkml:trace contextRef="#ctx0" brushRef="#br0" timeOffset="13950.421">6553 2313,'6'-7,"1"1,-1-1,2 1,-1 0,1 1,0-1,0 2,0-1,1 1,-1 0,9-2,-4 1,116-44,3 7,9 2,-39 12,254-75,4 15,3 16,198-6,-404 71,-165 9,-6-2</inkml:trace>
  <inkml:trace contextRef="#ctx0" brushRef="#br0" timeOffset="14302.542">8718 1578,'-8'-14,"29"22,-13-4,128 52,85 41,-215-94,0-1,0 1,-1 0,1 0,0 0,-1 1,0 0,0 0,0 0,-1 0,1 1,-1 0,0 0,0 0,-1 1,0-1,0 1,0 0,0 0,-1 0,0 0,0 0,-1 0,0 1,0-1,0 0,-1 7,-4-1,-2 1,1-1,-2 0,0 0,0-1,-1 0,0 0,-1-1,0 0,-1 0,-4 3,13-13,-143 130,89-84,2 2,-35 43,60-56</inkml:trace>
  <inkml:trace contextRef="#ctx0" brushRef="#br0" timeOffset="15412.27">8318 575,'-21'61,"11"-83,7 17,0 0,0 0,0 0,-1 0,1 1,-1 0,-1-1,1 1,0 1,-1-1,0 1,0-1,0 2,0-1,0 0,-1 1,1 0,-1 0,1 1,-1-1,0 1,0 1,0-1,1 1,-1 0,0 0,0 0,0 1,0 0,1 0,-1 1,0 0,1 0,-1 0,1 0,0 1,0 0,0 0,0 0,0 1,1 0,0 0,-1 0,1 0,1 1,-1 0,0 3,0 0,0 0,1 0,0 1,1-1,0 1,0 0,1 0,0 0,1 0,0 0,0 0,1-1,0 1,0 0,1 0,0 0,1-1,0 1,0-1,1 0,0 0,0 0,1 0,0-1,0 0,1 0,0 0,0-1,1 0,0 0,0 0,0-1,1 0,-1-1,2 1,5 2,0 0,0-1,0-1,1 0,0-1,0-1,1 0,-1-1,0 0,1-2,-1 1,7-2,-13 0,1 0,-1-1,0 1,0-2,-1 1,1-1,0-1,-1 1,0-1,0-1,0 0,0 0,-1 0,0-1,0 0,0 0,-1-1,0 0,0 0,-1 0,3-5,-2 0,-1 0,0 0,-1 0,0-1,0 0,-2 0,0 0,0 0,-1 0,0 0,-1 0,-1-5,0 19,1 0,-1-1,1 1,-1-1,1 0,-1 1,1-1,-1 1,0-1,1 0,-1 1,1-1,-1 0,0 0,1 0,-1 1,0-1,1 0,-1 0,0 0,1 0,-1 0,0 0,0 0,1 0,-1-1,0 1,1 0,-1 0,1-1,-1 1,0 0,1 0,-1-1,1 1,-1-1,1 1,-1-1,1 1,-1-1,1 1,-1-1,1 1,-1-1,1 1,0-1,0 0,-1 1,1-1,0 0,0 1,0-1,-1 0,1 1,0-1,0 0,0 1,0-1,-4 13,0 1,1 1,1-1,0 0,1 0,0 1,1-1,0 1,1-1,1 0,2 10,-4-16,2 0,-1 1,1-1,0-1,0 1,1 0,0 0,0-1,1 0,0 1,0-1,0-1,1 1,0-1,0 1,0-1,1-1,-1 1,1-1,3 1,9 2</inkml:trace>
  <inkml:trace contextRef="#ctx0" brushRef="#br0" timeOffset="15582.814">8531 201,'2'14,"1"4</inkml:trace>
  <inkml:trace contextRef="#ctx0" brushRef="#br0" timeOffset="16063.71">8838 0,'-1'1,"0"-1,-1 1,1-1,0 1,0-1,-1 1,1 0,0 0,0 0,0-1,0 1,0 0,0 0,0 1,0-1,1 0,-1 0,0 0,1 1,-1-1,0 0,1 0,0 1,-1-1,1 0,0 1,0-1,0 1,0-1,0 0,0 1,0 0,0 0,-9 60,4 0,2 0,3 19,0-61,15 535,-15-543,0-6,-1 0,2 0,-1-1,1 1,-1 0,2 0,-1-1,1 1,-1-1,1 1,1-1,1 4,-2-8,0 0,-1-1,1 1,0 0,0 0,0-1,0 1,0-1,0 0,0 1,0-1,0 0,0 0,0 0,0-1,0 1,0 0,0-1,0 1,0-1,0 0,-1 1,1-1,0 0,0 0,-1 0,1-1,0 1,-1 0,1-1,-1 1,19-14,-2-1,1 0,-2-1,-1-1,0-1,-1 0,-1-1,0-1,-2 0,9-21,5-30,-32 90,1 1,1-1,1 1,1-1,0 1,1 14,1-27,1-1,-1 0,1 0,0 1,0-1,0 0,1 0,0 0,0 0,0-1,1 1,0 0,0-1,0 0,0 0,0 0,1 0,0 0,0 0,0-1,0 0,0 0,1 0,0-1,-1 1,4 0,23 7,-2-4</inkml:trace>
  <inkml:trace contextRef="#ctx0" brushRef="#br0" timeOffset="16314.038">9280 549,'-7'-7,"-2"-2</inkml:trace>
  <inkml:trace contextRef="#ctx0" brushRef="#br0" timeOffset="16485.132">8718 188,'25'-4,"27"-3,24 1,21 2,13 5,5 5,-18 2</inkml:trace>
  <inkml:trace contextRef="#ctx0" brushRef="#br0" timeOffset="17070.884">9413 963,'5'-1,"0"0,0-1,0 1,0-1,0 0,-1-1,1 1,-1-1,0 0,0 0,0 0,0-1,0 1,-1-1,1 0,-1 0,0 0,0-1,-1 1,1-1,-1 1,0-1,0 0,0-3,3-6,-2 0,0-1,0 0,-2 1,0-1,0 0,-1 0,-1 0,-2-2,0-1,0 1,-2 0,0 0,-1 0,-1 1,-5-9,13 25,-1 0,1 0,0 1,-1-1,1 0,-1 0,1 0,-1 0,1 1,0-1,-1 0,1 0,-1 0,1 0,0-1,-1 1,1 0,-1 0,1 0,0 0,-1-1,1 1,-1 0,1 0,-1-1,1 1,-1-1,1 1,-1 0,1-1,-1 1,0-1,1 1,-1-1,0 1,1-1,-1 1,0-1,1 1,-1-1,0 0,0 1,0-1,0 1,0-1,0 1,0-1,0 0,0 1,0-1,0 0,0 1,0-1,0 1,0-1,-1 1,1-1,0 0,0 1,-1-1,1 1,0-1,-1 1,1-1,0 1,-1 0,1-1,-1 1,0-1,61 15,0 2,48 20,-100-33,2-1,0 1,-1 0,1 0,0 1,-1 0,0 1,0 0,0 1,-1-1,0 2,0-1,0 1,-1 0,0 1,0 0,-1 0,6 8,-12-8,1-1,-1 0,0 1,0-1,-1 0,0 1,0-1,-1 0,1 0,-2 0,1 0,-1 0,0-1,-1 1,0 1,-17 43,21-48,-1 0,0-1,1 1,0 0,0-1,-1 1,2 0,-1 0,0-1,0 1,1 0,0-1,-1 1,1 0,0-1,0 1,0-1,1 0,-1 1,1-1,-1 0,1 0,0 1,0-2,0 1,0 0,0 0,0 0,0-1,1 1,-1-1,0 0,1 0,-1 0,1 0,0 0,-1 0,1-1,9 3,1 0,-1-1,0 0,1-1,-1-1,1 0,11-2,-12 1,0-1,-1-1,1 0,-1 0,0-1,1-1,-2 1,1-2,-1 0,0 0,0-1,6-5,-11 7,0 1,0-1,0 0,-1 0,0 0,0-1,0 1,-1-1,0 0,0 0,0 0,-1-1,0 1,0-1,-1 1,1-1,-2 1,1-1,-1 0,0 0,0 1,0-1,-1-1,0 4,0 0,0 0,0 0,-1 1,1-1,-1 0,0 0,0 1,0-1,0 1,-1 0,1 0,-1-1,0 2,0-1,0 0,-1 1,1-1,0 1,-1 0,0 0,1 0,-1 1,0-1,0 1,0 0,0 0,0 0,0 1,0-1,0 1,0 0,0 0,0 1,0-1,-1 1,1 0,1 0,-1 0,0 0,0 1,0 0,1 0,-1 0,0 0,1 0,0 1,0-1,0 1,-2 2,1 0,1-1,0 1,0 0,1 0,0 0,0 0,0 0,0 0,1 1,0-1,0 1,0-1,1 1,-1-1,1 1,1-1,-1 1,1-1,0 1,0-1,1 0,0 1,0-1,0 0,0 0,1 0,-1 0,3 2,5 7,0 0,1 0,0-1,1-1,0 0,1-1,0 0,12 7,123 57,-79-51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12:03.48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0 197,'16'-16,"7"-8,3 1,-4 4</inkml:trace>
  <inkml:trace contextRef="#ctx0" brushRef="#br0" timeOffset="999.314">120 10,'-1'-9,"-1"16,-3 17,4 12,1-1,2 1,1-1,2 0,2 0,3 9,11 66,-11-10,-4 0,-5 22,-1-30,4 0,13 73,105 444,-79-222,-31-217,-2-47,-6 0,-6 34,-5-17,5 0,7 13,0-72,-5 0,-3 0,-8 38,-3 262,-35-68,49-265,0-49,0 1,0-1,-1 0,1 1,0-1,0 1,0-1,0 1,0-1,0 1,0-1,1 1,-1-1,0 1,0-1,0 1,0-1,1 1,-1-1,0 1,1-1,-1 1,0-1,1 1,-1-1,0 1,1 0,-1-1,1 1,-1 0,1 0,-1-1,1 1,-1 0,1 0,-1-1,1 1,-1 0,1 0,-1 0,1 0,-1 0,1 0,-1 0,1 0,0 0,-1 0,1 0,-1 0,1 1,-1-1,1 0,-1 0,1 0,-1 1,1-1,-1 0,1 1,-1-1,0 0,1 1,-1-1,0 1,1-1,-1 0,0 1,1-1,-1 1,10-26</inkml:trace>
  <inkml:trace contextRef="#ctx0" brushRef="#br0" timeOffset="4078.939">241 171,'-1'-1,"0"1,0-1,0 1,1 0,-1-1,0 0,1 1,-1-1,0 1,1-1,-1 0,1 1,-1-1,1 0,-1 0,1 1,0-1,-1 0,1 0,0 0,0 0,-1 1,1-1,0 0,0 0,0 0,0 0,0 0,0 0,0 1,1-1,-1 0,0 0,0 0,1 0,-1 1,0-1,1 0,-1 0,1 1,-1-1,1 0,-1 1,1-1,0 0,-1 1,1-1,0 1,-1-1,1 1,0-1,0 1,-1 0,1-1,0 1,0 0,0-1,0 1,0 0,-1 0,1 0,0 0,0 0,194-3,234 31,-314-26,0 4,0 6,24 9,-8 1,1-6,0-5,73-7,145 20,-214-10,139 1,-273-15,-1 0,1 0,-1 0,1 0,-1 0,0 0,1 0,-1 1,1-1,-1 1,1-1,-1 1,0-1,1 1,-1 0,0-1,0 1,1 0,-1 0,0 0,0 0,0 0,0 0,0 0,0 1,0-1,-1 0,1 0,0 1,-1-1,1 1,-1-1,1 0,-1 1,0-1,0 1,1-1,-1 1,0-1,0 1,0-1,-1 1,1 0,-17 439,26-97,10 104,-19-413,0 82,12 92,1 79,-11-161,37 238,-38 259,-9-385,-6-30,7 116,8-201,0-108,0-13,0-1,-1 1,1-1,-1 1,1-1,-1 1,0-1,0 1,0 0,0-1,0 1,-1-1,1 1,-1-1,0 1,0-1,0 1,0-1,0 0,0 1,0-1,-1 0,1 0,-1 0,0 0,0 0,0 0,0-1,0 1,0-1,0 1,-1 0,-135-4,-576 1,482 10,-69 18,234-21,-266 22,158 4,18-9,109-19,-302 0,349-3,-1-1,1 0,-1 0,1 0,-1 0,1 0,0 0,-1 0,1-1,-1 1,1 0,0-1,-1 1,1-1,0 0,-1 1,1-1,0 0,0 0,0 0,-1 1,1-1,0-1,0 1,1 0,-1 0,0 0,0 0,0-1,1 1,-1 0,1-1,-1 1,1 0,-1-1,1 1,0-1,0 1,0-1,0 1,0 0,0-1,0 1,0-1,0 1,1-1,-1 1,1-1,55-118,-45 88,-2 4</inkml:trace>
  <inkml:trace contextRef="#ctx0" brushRef="#br0" timeOffset="5500.436">1993 1227,'-11'2,"0"0,0 1,0 0,0 1,1 1,-1 0,1 0,1 0,-1 2,1-1,0 1,-6 6,-2-1,0 1,1 1,0 0,1 1,1 1,1 0,0 1,1 0,1 1,0 0,2 1,0 0,1 0,1 1,0 0,2 1,1-1,-1 10,4-23,1 0,0 0,0 0,1 0,0 0,0 0,1-1,-1 1,1 0,1-1,0 1,-1-1,2 0,-1 0,1 0,0 0,0-1,1 1,-1-1,1 0,0-1,1 1,-1-1,1 0,0 0,0-1,0 0,0 0,6 2,-6-6,1 1,-1-1,0 0,0-1,0 0,0 0,0 0,0-1,-1 1,1-1,-1-1,1 1,-1-1,0 0,-1 0,1 0,-1-1,0 0,0 0,0 0,-1 0,3-4,-2 4,94-126,36-68,-121 179,4-2,-2 1,0-2,-2 0,0 0,-2-1,-1-1,0 0,-2 0,-1-1,-1 0,-1 0,-2 0,0-2,-5 20,0-1,0 0,-1 0,0 1,0 0,-1-1,0 1,-1 0,0 1,0-1,0 1,-1 0,0 1,-1-1,1 1,-1 0,0 1,-1 0,1 0,-1 0,0 1,0 0,-1 1,1 0,-1 0,0 1,1 0,-1 0,0 1,0 0,0 1,0 0,0 0,0 1,0 0,0 1,0 0,0 0,1 1,-1 0,1 0,-1 1,1 0,1 1,-2 0,0 1,0 1,1 0,0 0,0 1,0 0,1 0,0 0,1 1,0 1,0-1,1 1,0-1,1 2,0-1,0 0,1 1,1 0,0-1,0 1,0 8,1 1,1-1,1 0,1 1,0-1,2 0,0 0,1 0,1-1,0 0,2 0,4 8,79 130,-56-102,-4 1,-1 1,1 13,-15-21,-3 1,-1 0,-3 1,-2 0,-2 1,-2 0,-3 6,1-19</inkml:trace>
  <inkml:trace contextRef="#ctx0" brushRef="#br0" timeOffset="6464.717">2139 3045,'-12'-1,"-1"0,0 1,0 1,1 0,-1 1,0 1,1-1,0 2,-1 0,1 0,1 2,-1-1,1 1,0 1,0 0,1 0,0 1,0 0,1 1,0 0,0 1,1 0,-8 8,1 0,1 2,1-1,1 2,1-1,0 2,2-1,0 1,1 1,2 0,0 0,2 0,-3 23,7-41,0 0,0 1,0-1,1 0,0 0,0 1,0-1,0 0,1 0,0 0,0 0,0-1,1 1,-1 0,1-1,0 0,1 1,-1-1,1-1,-1 1,1 0,0-1,1 0,-1 0,1 0,-1 0,1-1,0 0,0 0,0 0,0-1,0 1,0-1,0 0,1-1,-1 1,0-1,3 0,7-3,-1 0,1-1,-1-1,0 0,0 0,-1-2,1 0,-1 0,-1-1,0-1,0 0,0-1,-1 0,-1 0,0-1,0-1,-1 0,6-10,4-5,-2-1,0 0,-2-1,-2-1,0 0,-2-1,-1 0,-2-1,-1 0,-1 0,-2 0,-1-1,-2 0,-2-18,1 39,-1 1,-1-1,0 1,-1 0,0 0,-1 0,0 0,-1 0,0 1,-3-5,5 11,1 0,-1 0,0 0,0 0,-1 1,1-1,-1 1,0 0,0 0,0 0,0 0,0 1,-1 0,1 0,-1 0,1 0,-1 1,0 0,0 0,0 0,1 1,-1-1,0 1,0 0,-3 1,2 0,-1 0,1 1,-1 0,1 0,0 1,-1-1,2 1,-1 1,0-1,0 1,1 0,0 0,0 1,0 0,0 0,1 0,0 0,0 0,0 1,1 0,-3 6,-1 2,1 1,0 0,1 0,0 0,2 1,0-1,0 1,1 12,2-8,1-1,0 0,2 0,0 0,2-1,0 1,0-1,2 0,1 0,0-1,1 0,20 35,2-3,36 43,-15-23,-11-19,-4 2,-1 2,-3 1,0 4,0 4,-16-62,-10-9</inkml:trace>
  <inkml:trace contextRef="#ctx0" brushRef="#br0" timeOffset="7313.609">2861 3311,'813'-15,"-451"3,-327 10,-35-1</inkml:trace>
  <inkml:trace contextRef="#ctx0" brushRef="#br0" timeOffset="8333.055">2807 1227,'-4'-4,"0"-2,18 5,352 29,328 34,-686-60,-11-2</inkml:trace>
  <inkml:trace contextRef="#ctx0" brushRef="#br0" timeOffset="9178.617">1792 2590,'0'-2,"2"-1,8 0,9-2,14 1,19-3,17 1,16-1,10 1,3 1,-2 1,-9 2,-15 1,-17 1,-18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14:09.67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1,'9'11,"3"2,-1-2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14:06.96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593 341,'-31'-14,"-1"1,-1 1,0 2,0 1,-1 2,0 1,-1 2,1 1,-34 2,52 2,0 0,0 1,1 0,-1 1,1 1,0 1,0 0,-4 3,14-6,-1 1,1 0,0 0,0 0,1 0,-1 1,1 0,0 0,-1 0,2 1,-1-1,1 1,-1 0,1 0,0 0,1 0,-1 1,1-1,1 1,-1-1,1 1,-1 0,1 3,1-4,0-1,0 0,0 0,0 1,1-1,-1 0,1 0,0 0,1 1,-1-1,1-1,0 1,0 0,0 0,0-1,0 1,1-1,0 1,0-1,0 0,0 0,0-1,1 1,-1-1,2 1,5 4,1-2,0 0,1 0,-1-1,1 0,0-1,-1 0,6 0,339 43,-352-46,0 1,1-1,-1 1,0-1,1 1,-1 0,0 1,0-1,0 1,0 0,0 0,0 0,-1 0,1 1,0-1,-1 1,0 0,0 0,0 0,0 1,0-1,-1 1,1-1,-1 1,0 0,0 0,-1 0,1 0,-1 0,0 0,0 1,0-1,0 0,-1 1,0-1,0 0,0 1,-4 5,0-2,-1 1,0 0,-1-1,0 0,0 0,-1-1,0 1,0-2,0 1,-1-1,0 0,0 0,-1-1,0 0,0-1,0 0,0 0,-1-1,1 0,-1-1,0 0,-1 0,-14 2,1-1,-1-1,0-1,-1-2,1 0,0-1,1-2,-1-1,1 0,-1-2,-9-4,63 10,-4 3</inkml:trace>
  <inkml:trace contextRef="#ctx0" brushRef="#br0" timeOffset="406.944">1181 421,'-6'-7,"-1"1,0 0,-1 0,0 1,0 0,0 0,0 1,-1-1,1 2,-1 0,0 0,0 0,0 1,-1 0,1 1,0 0,-1 1,1 0,-1 0,1 1,0 0,-1 1,1 0,0 0,0 1,0 0,0 1,1-1,0 2,-1-1,1 1,1 1,-1 0,-5 4,7-1,0-1,1 1,0 0,0 1,1-1,0 1,1-1,0 1,0 0,1 1,0-1,1 0,0 1,1-1,0 0,1 1,0-1,0 0,1 0,1 1,-1-1,2-1,-1 1,1 0,1-1,0 0,0 0,1 0,0-1,0 0,1 0,0 0,5 3,7 5,1 0,1-2,0 0,1-1,0-2,1 0,0-1,1-1,0-2,0 0,1-1,0-2,0 0,0-2,13-1,40-16,-49 2</inkml:trace>
  <inkml:trace contextRef="#ctx0" brushRef="#br0" timeOffset="1169.901">1488 434,'-11'29,"1"0,2 1,0 0,2 0,1 0,2 1,1 0,2 26,-1-42,1 0,1 0,0 0,1 0,0 0,2-1,-1 1,4 6,-6-21,-1-1,0 1,0 0,0-1,1 1,-1 0,0 0,0-1,1 1,-1 0,0 0,1 0,-1-1,0 1,1 0,-1 0,0 0,1 0,-1 0,0 0,1 0,-1 0,0 0,1 0,-1 0,0 0,1 0,-1 0,1 0,-1 0,0 0,1 0,-1 0,0 0,1 1,-1-1,0 0,0 0,1 0,-1 1,0-1,1 0,-1 0,0 1,0-1,0 0,1 0,-1 1,0-1,0 0,0 1,0-1,1 0,-1 1,0-1,0 0,0 1,0-1,0 0,0 1,0-1,5-32,-5-54,-3-1,-4 1,-10-35,-2-42,18 161,0 0,0-1,0 1,1 0,-1 0,1-1,0 1,-1-1,1 1,0 0,0-1,1 1,-1 0,0-1,1 1,0 0,-1-1,1 1,0 0,0 0,0 0,0 0,1 0,-1 0,1 0,-1 0,1 1,-1-1,1 0,0 1,0-1,0 1,0 0,0 0,0-1,0 2,0-1,1 0,-1 0,9 2,0 0,0 1,0 0,0 1,-1 1,1-1,-1 1,0 1,0 0,4 3,0-1,-1-1,0 0,-1 1,0 0,-1 1,1 1,-2-1,1 2,-1-1,0 2,2 4,-10-14,-1 1,0 0,0 0,0 0,0 0,0 0,0 0,0 0,0 0,-1 0,0 0,1 1,-1-1,0 0,0 0,0 1,0-1,0 0,0 0,-1 0,1 1,-1-1,0 0,0 0,1 0,-1 0,-1 0,1 0,0 0,0-1,-1 1,1 0,-1-1,1 1,-3 1,-70 36,-70-12,142-27,-1 0,1 0,0 0,0 0,0 0,0 0,0 1,0-1,0 1,0-1,1 1,-1 0,0 0,0 0,0 0,1 0,-1 0,0 0,1 1,-1-1,1 0,0 1,-1-1,1 1,0 0,0-1,0 1,0 0,0 0,0 0,1 0,-1 0,0 0,1 0,0 0,-1 0,1 0,2 10,1 0,0 0,1-1,0 0,1 0,0 0,0 0,1-1,1 0,0 0,0 0,1-1,0 0,7 5,-1-1,1 0,1-1,0 0,1-1,0-1,1-1,0-1,0 0,1-1,0-1,0-1,1 0,-1-2,1 0,0-1,0-1,-1-1,5-1,-16 0,-1 1,1-2,-1 1,0-1,1 0,-1 0,0-1,0 0,0 0,-1-1,1 1,-1-2,0 1,3-3,13-16</inkml:trace>
  <inkml:trace contextRef="#ctx0" brushRef="#br0" timeOffset="1427.306">2077 408,'0'-2,"0"3,-3 7,0 6,1 10,-1 10,2 10,2 7,6 5,4-2,5-2,1-6,1-6,-1-10,-3-8,-2-7,-2-7</inkml:trace>
  <inkml:trace contextRef="#ctx0" brushRef="#br0" timeOffset="1671.656">2023 7,'-7'-5,"3"4,8 8,13 10,4 2</inkml:trace>
  <inkml:trace contextRef="#ctx0" brushRef="#br0" timeOffset="2070.101">2437 408,'-8'22,"1"0,1 1,0 0,2 0,1 0,0 1,2-1,1 0,1 1,2 9,-3-13,1 1,2-1,0 1,1-1,1 0,0-1,2 1,3 6,-8-23,0 0,-1-1,1 1,0-1,0 0,0 0,0 0,1 0,-1 0,1 0,-1 0,1-1,0 1,-1-1,1 0,0 0,0 0,0 0,0 0,0-1,0 1,0-1,0 0,0 0,0 0,0 0,0-1,0 1,0-1,3 0,1-1,0-1,1 0,-1 0,-1 0,1-1,0 1,-1-2,1 1,-1-1,-1 0,6-5,0-7,0-1,-1 0,0-1,-2 0,0-1,-1 1,-1-1,-1-1,-1 1,-1-1,-1 0,0 0,-1 0,-2 1,-2-17,2-4,-3 0,-1 1,-1 0,-4-6,3 28,2 19,0 105,-3 263,8-361,1 0,-1 0,1 0,0 0,1 0,0 0,0-1,1 1,0-1,0 0,1 1,1 1,8 6</inkml:trace>
  <inkml:trace contextRef="#ctx0" brushRef="#br0" timeOffset="2469.182">2905 234,'4'-75,"-2"73,0 0,1 1,-1-1,0 1,1 0,-1 0,1 0,0 0,-1 0,1 0,0 1,-1-1,1 1,0 0,0 0,-1 0,1 0,0 0,0 1,-1-1,1 1,0-1,-1 1,1 0,0 0,-1 1,1-1,-1 0,0 1,1-1,0 2,2-1,18 8,-1 0,0 2,-1 0,0 2,0 0,-2 1,0 1,6 7,-22-21,-1 0,0 0,0 0,0 0,0 0,0 1,0-1,0 1,-1-1,1 1,-1-1,0 1,0 0,0 0,0-1,0 1,-1 0,1 0,-1 0,0 0,0 0,0 0,0 0,0 0,-1 0,1 0,-1 0,0 0,0-1,0 1,0 0,0 0,-1-1,1 1,-1-1,0 1,0-1,-1 2,-95 63,84-60,1 1,0 0,0 1,0 0,1 1,1 1,-1 0,2 0,-5 6,9-7,0 0,1 0,0 1,1-1,0 1,1 0,0 0,1 0,0 1,0 9,0 19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14:05.40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312 229,'1'25,"-1"-26,-1-13,-1 8,1 1,-1-1,0 1,-1 0,1 0,-1 0,0 0,0 0,-1 0,1 1,-1-1,0 1,0 0,-1 0,1 1,-1-1,0 1,0 0,0 1,0-1,0 1,-1 0,1 0,-1 0,1 1,-1 0,0 0,1 0,-1 1,0 0,0 0,1 0,-1 1,0 0,0 0,1 1,-1-1,1 1,0 0,-1 1,1-1,0 1,0 0,0 0,0 1,-5 5,1 1,0-1,1 1,0 1,1-1,0 1,1 1,0-1,0 1,1 0,1 0,0 1,1-1,0 1,1 0,0 0,1 0,1 0,0 0,1-1,0 1,2 8,-1-11,1 0,0-1,0 1,1-1,0 0,1 0,0 0,0 0,1-1,0 0,1 0,-1-1,2 0,-1 0,1 0,0-1,0 0,0-1,1 0,6 3,5 1,0-1,0 0,1-1,0-2,0 0,0-1,1-1,-1-1,5-1,-20 0,0-1,1 0,-1 0,1 0,-1-1,0 0,0-1,1 1,-1-1,0 0,0-1,0 1,-1-1,1-1,-1 1,0-1,1 1,-1-2,-1 1,1 0,-1-1,0 0,0 0,0 0,1-4,6-10</inkml:trace>
  <inkml:trace contextRef="#ctx0" brushRef="#br0" timeOffset="279.527">593 269,'0'-1,"0"1,0-1,0 0,0 1,-1-1,1 0,0 1,0-1,-1 0,1 1,-1-1,1 1,0-1,-1 1,1-1,-1 1,1-1,-1 1,1-1,-1 1,0 0,1-1,-1 1,1 0,-1-1,0 1,1 0,-1 0,0 0,1 0,-1-1,0 1,1 0,-1 0,0 0,1 0,-1 1,0-1,0 0,1 0,-1 0,1 0,-1 1,0-1,-16 29,9 3,1 0,2 1,1-1,2 1,2 31,-1-53,1 0,0 0,0 1,2-2,-1 1,1 0,1 0,0 0,0-1,1 0,1 1,0-2,0 1,1 0,0-1,0 0,1-1,0 1,1-1,0-1,0 1,1-1,0-1,0 1,0-2,1 1,1-1,-1-1,0-1,0 0,0-1,0 0,1-1,-1 0,0-1,1 0,-1 0,1-1,-1-1,0 1,0-2,1 1,-1-2,-1 1,1-1,-1-1,1 0,-1 0,-1 0,1-1,-1-1,0 0,0 0,2-3,10-13</inkml:trace>
  <inkml:trace contextRef="#ctx0" brushRef="#br0" timeOffset="530.848">540 417,'9'-5,"14"-1,15 0,12 1,9 0,4-1,0 3,-6 0,-9-1,-9-2,-12-3,-15-1,-9 0</inkml:trace>
  <inkml:trace contextRef="#ctx0" brushRef="#br0" timeOffset="732.22">619 29,'-4'-5,"3"-1,8 0,12 1,17 2,15 1,16 1,9 0,4 1,-3 0,-8 1,-15-1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14:00.42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 45,'-5'3,"15"2,17 4,34 2,1-3,0-2,0-3,61-5,4 1,210 13,-212-7,57 2,114-12,-80-14,-1 0,53 9,411 11,-332-28,-176 10,49 7,437 11,-647-4,-14 0</inkml:trace>
  <inkml:trace contextRef="#ctx0" brushRef="#br0" timeOffset="2546.037">3870 995,'124'2,"120"18,113 12,-122-17,26 14,279 23,-255-39,41-14,-102-1,309 2,-132-40,-361 38,1-1,-1-2,0-2,26-8,-56 12,-4 0</inkml:trace>
  <inkml:trace contextRef="#ctx0" brushRef="#br0" timeOffset="12480.933">3576 380,'3'5,"0"-1,0 1,0 0,0 1,-1-1,0 0,0 1,0-1,-1 1,0 0,1 4,-1-5,6 49,-1 0,-3 0,-3 0,-3 26,-12-144,-12-37,13 57,3 0,1-1,2 0,2-1,2 1,2-20,2 63,0-1,0 1,0-1,1 1,-1-1,1 1,-1 0,1-1,0 1,0-1,0 1,0 0,0 0,1 0,-1 0,1 0,-1 0,1 0,0 0,0 0,-1 1,1-1,1 1,-1-1,0 1,0 0,0 0,1 0,-1 0,0 0,1 1,-1-1,1 1,-1-1,1 1,-1 0,1 0,-1 0,1 0,-1 0,1 1,-1-1,3 2,196 61,-132-52,1-4,0-3,0-3,15-3,-8 1,614-14,459-26,-200 41,-623 15,-216-2,23-6,-119-5,-13-2,-1-1,1 1,-1 0,1 0,-1-1,1 1,-1 0,1 0,-1 1,1-1,-1 0,1 0,-1 1,0-1,1 1,-1-1,1 1,-1 0,0-1,1 1,-1 0,0 0,0 0,0 0,0 0,0 0,0 0,0 1,0-1,0 0,0 0,-1 1,1-1,-1 0,1 1,-1-1,1 1,-1-1,0 1,1-1,-1 1,-30 108,25-63,2 1,2-1,2 0,2 0,3 0,1 0,2 0,58 161,-67-207,0 0,-1-1,1 1,-1 0,1-1,0 1,-1-1,1 1,-1 0,1-1,-1 1,1-1,-1 1,0-1,1 0,-1 1,0-1,1 0,-1 1,0-1,1 0,-1 0,0 1,0-1,1 0,-1 0,0 0,0 0,1 0,-1 0,0 0,0 0,1-1,-1 1,0 0,0 0,1 0,-1-1,0 1,1-1,-1 1,0 0,1-1,-1 1,1-1,-1 1,1-1,-1 1,1-1,-1 0,1 1,-1-1,1 0,-13-5,-17-2,-2 1</inkml:trace>
  <inkml:trace contextRef="#ctx0" brushRef="#br0" timeOffset="13809.658">3590 835,'-24'98,"22"-93,-1 9,-1 0,2-1,0 1,1 0,0 0,1 0,1 5,-1-17,0-1,1 1,-1 0,0-1,1 1,-1 0,1-1,0 1,0-1,0 1,0-1,0 1,0-1,0 1,0-1,0 0,0 0,1 0,-1 0,1 0,-1 0,1 0,-1 0,1 0,-1-1,1 1,0 0,-1-1,1 0,0 1,-1-1,1 0,0 0,0 0,-1 0,1 0,0 0,0-1,63-23,-53 18,0 1,1 0,0 1,0 0,0 1,0 0,1 1,-1 0,1 2,-1-1,1 2,-1-1,20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14:29.93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13 49,'-12'0,"23"0,8 0,391-8,-342 5,1 3,-1 3,5 4,63 2,0-5,0-6,0-7,11-7,-130 15,365-11,-106-1,165 5,-258 10,193 5,-198 7,130-15,-279-4,-26 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14:34.41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380 67,'-16'-9,"0"2,-1-1,1 2,-1 0,-1 1,1 1,-3 0,12 2,-1 0,1 0,-1 1,1 0,-1 1,0-1,1 2,-1-1,1 1,-1 1,1 0,0 0,-1 0,1 1,0 0,0 1,1 0,-1 0,1 0,0 1,0 0,0 1,1 0,0 0,-1 1,1 1,2 1,-1-1,1 1,1 0,-1 0,2 0,-1 0,1 1,0-1,1 1,0-1,1 1,0-1,0 1,1 0,1-1,-1 1,1-1,1 0,0 0,0 0,1 0,0 0,0-1,1 1,0-1,1 0,0-1,0 1,0-1,1-1,6 6,8-3,0 0,0-1,1-1,-1-1,2-1,-1-1,1-1,-1-1,1-1,0-1,-1-1,1-1,15-3,158-30,-151 23</inkml:trace>
  <inkml:trace contextRef="#ctx0" brushRef="#br0" timeOffset="258.482">755 0,'-7'16,"-2"12,0 11,2 7,2 5,2 3,3-1,3-2,2-3,3-6,2-7,2-8,1-7,-2-9</inkml:trace>
  <inkml:trace contextRef="#ctx0" brushRef="#br0" timeOffset="565.844">1088 28,'-89'84,"-4"-4,-69 43,123-88,39-35,0 1,0 0,0-1,0 1,0 0,0-1,0 1,1 0,-1-1,0 1,0 0,1-1,-1 1,0-1,1 1,-1-1,1 1,-1-1,1 1,-1-1,1 1,-1-1,1 1,-1-1,1 0,0 1,-1-1,1 0,-1 0,1 1,0-1,-1 0,1 0,0 0,-1 0,1 0,0 0,0 0,0 0,1 1,265 47,-7-13,-214-31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14:32.61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363 95,'-3'-6,"1"1,-1 0,0 0,0 0,-1 1,0-1,0 1,0 0,0 0,0 0,-1 0,1 1,-1 0,0 0,0 0,-1 1,1-1,0 1,-5-1,2 0,0 0,0 0,0 1,0 0,-1 0,1 1,-1 0,1 1,-1 0,0 0,1 1,-1 0,1 0,0 1,-1 0,1 0,0 1,0 1,0-1,1 1,-1 0,1 1,0-1,0 2,0-1,1 1,0 0,0 0,0 0,1 1,0 0,-3 5,4-1,0-1,0 1,1 0,0 1,1-1,0 0,1 1,0-1,1 1,0-1,1 1,0-1,1 0,0 1,1-1,0 0,1 0,0-1,1 1,0-1,1 0,0 0,0 0,1-1,0 0,1 0,0-1,0 0,1-1,0 0,0 0,1 0,-1-1,2-1,-1 0,0 0,1-1,0 0,5 0,-1-2,0-1,-1 0,1-1,0-1,-1 0,1-1,-1 0,1-2,7-2,23-9</inkml:trace>
  <inkml:trace contextRef="#ctx0" brushRef="#br0" timeOffset="318.192">616 81,'0'-8,"0"21,-19 156,12-133,2 1,1 0,2 0,2 22,0-56,0 0,0 0,1 0,-1 1,1-1,0 0,0 0,0 0,0 0,0 0,0 0,1-1,0 1,-1 0,1-1,0 1,0-1,1 0,-1 1,0-1,1 0,-1 0,1-1,0 1,0 0,-1-1,1 0,0 0,0 0,0 0,2 0,15 2,-1-2,0-1,1 0,-1-2,0 0,0-1,0-1,0 0,-1-2,1 0,17-4,0 1</inkml:trace>
  <inkml:trace contextRef="#ctx0" brushRef="#br0" timeOffset="778.57">1206 68,'0'18,"0"16,0 12,0 9,0 5,0 0,0-4,0-4,0-7,2-8,3-11,1-10</inkml:trace>
  <inkml:trace contextRef="#ctx0" brushRef="#br0" timeOffset="1115.659">1513 148,'-26'27,"0"0,-2-2,-1-2,0 0,-2-2,-1-1,-25 11,-3 4,59-35,1 1,-1-1,1 0,-1 1,1-1,-1 1,1-1,-1 1,1-1,0 1,-1 0,1-1,0 1,-1-1,1 1,0 0,0-1,0 1,0 0,0-1,0 1,-1 0,2-1,-1 1,0 0,0-1,0 1,0 0,0-1,0 1,1 0,-1-1,0 1,0-1,1 1,-1-1,1 1,-1 0,0-1,1 1,-1-1,1 0,-1 1,1-1,-1 1,1-1,0 0,-1 1,1-1,-1 0,1 0,0 1,0-1,41 14,-35-12,89 21,2-5,1-4,98 2,-144-15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14:39.79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336 516,'-8'35,"4"-47,5 6,-2 1,1 0,-1 0,1-1,-1 1,-1 0,1 0,-1 0,0 0,0 1,0-1,-1 0,0 1,0 0,0-1,0 1,0 0,-1 1,0-1,0 1,0-1,-1 1,-2-1,1 0,0 1,-1 0,0 1,1 0,-1 0,0 0,0 1,0 0,0 0,-1 0,1 1,0 1,0-1,0 1,0 0,0 0,0 1,0 0,0 1,0-1,1 1,-1 0,1 1,0 0,0 0,0 0,1 0,-1 1,1 0,0 0,1 1,-1-1,1 1,0 0,0 0,1 1,-4 9,0 1,2 0,0 1,1-1,0 1,2 0,0 0,1 0,1 0,0 0,2 0,0 0,1 0,1-1,0 1,1-1,1 0,1 0,0-1,2 2,-2-7,1 0,0-1,0 0,1 0,1-1,-1 0,1 0,1-1,0-1,0 0,0 0,1-1,0 0,0-1,1-1,-1 0,12 2,-1-1,0-1,0-2,0 0,0-1,0-2,0 0,0-1,0-1,19-6,-23 4,-1-1,0 0,0-1,-1-1,0-1,0-1,-1 0,0-1,-1 0,0-2,-1 1,8-10,7-14</inkml:trace>
  <inkml:trace contextRef="#ctx0" brushRef="#br0" timeOffset="250.33">938 477,'-12'18,"-3"15,1 13,2 9,4 5,3 2,4-2,8-6,4-4,5-6,2-9,-2-10</inkml:trace>
  <inkml:trace contextRef="#ctx0" brushRef="#br0" timeOffset="729.57">630 276,'-7'41,"21"-59,163-261,-176 278,-1 0,0 0,0 0,1 0,-1 0,0 1,0-1,1 0,-1 0,1 0,-1 1,1-1,-1 0,1 0,-1 1,1-1,0 0,-1 1,1-1,0 1,0-1,-1 1,1-1,0 1,0 0,0-1,0 1,0 0,-1 0,1-1,0 1,0 0,0 0,0 0,0 0,0 0,0 0,0 1,-1-1,1 0,0 0,0 1,0-1,0 0,0 1,-1-1,1 1,0-1,0 1,-1-1,1 1,34 94,-12-49,1-1,3-1,2-1,1-2,26 26,35 50,-76-96</inkml:trace>
  <inkml:trace contextRef="#ctx0" brushRef="#br0" timeOffset="1051.288">1513 530,'-10'16,"-4"14,-3 12,0 7,2 6,4 4,4 1,3-6,3-5,0-9,2-10</inkml:trace>
  <inkml:trace contextRef="#ctx0" brushRef="#br0" timeOffset="1403.6">1446 557,'2'22,"2"0,0-1,1 1,1-1,2 0,0 0,1-1,0 0,2-1,1 0,0 0,1-1,1-1,1 0,0-1,1-1,8 6,-13-11,1 0,0 0,1-1,0-1,0 0,0 0,1-2,1 1,-1-2,1 0,13 2,-25-6,0-1,0 0,0 0,-1 0,1 0,0 0,0-1,0 1,0-1,-1 0,1 0,0 0,0 0,-1 0,1-1,-1 1,0-1,1 0,-1 0,0 0,0 0,0 0,0 0,0 0,0 0,-1-1,1 1,-1-1,0 1,1-1,-1 0,-1 0,1 1,0-1,0-2,6-106,-14 46,-3-1,-3 2,-4-4,14 53,2 10,0 5,0-1,0 0,0 0,1 0,-1 0,1 0,-1 0,1-1,-1 1,1 0,-1 0,1 0,0 0,0 0,0-1,-1 1,1 0,0 0,1 0,-1-1,0 1,0 0,0 0,1 0,-1-1,0 1,1 0,-1 0,1 0,0 0,-1 0,1 0,0 0,0 0,-1 0,1 1,0-1,0 0,0 0,0 1,0-1,0 0,0 1,0-1,1 1,-1 0,0-1,0 1,23 9,2 5</inkml:trace>
  <inkml:trace contextRef="#ctx0" brushRef="#br0" timeOffset="1651.941">2248 557,'0'9,"-2"12,-1 14,-3 10,1 9,0 4,2 1,1-2,1-6,0-8,1-9,2-9,4-10,2-10,1-5</inkml:trace>
  <inkml:trace contextRef="#ctx0" brushRef="#br0" timeOffset="1966.219">2182 396,'-16'-28,"38"54,357 383,-378-408,10 9,-1 1,0 1,0 0,-1 0,-1 0,0 1,-1 1,0-1,-1 1,-1 0,0 0,-1 1,0 0,-1 0,-5-9,0 0,0 0,0 0,-1-1,0 1,0-1,0 0,-1 0,0 0,0 0,0-1,0 0,-1 1,1-2,-1 1,0 0,-1-1,1 0,0 0,-1-1,0 1,1-1,-1 0,0-1,0 0,-4 1,-22 6,0 0,0-3,-1 0,0-2,1-2,-9-1,24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14:44.06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1 163,'4'-9,"1"1,0 0,0 0,1 0,0 1,0 0,0 0,1 1,0 0,1 0,0 0,-1 1,2 0,-1 1,0-1,1 2,16-7,-1 1,1 1,1 1,-1 2,5 0,-17 2,0 0,0 1,0 0,0 2,0-1,0 1,0 1,0 1,0-1,0 2,0 0,0 1,10 4,-19-6,-1 0,0 1,-1-1,1 1,0 0,-1-1,1 1,-1 0,0 1,0-1,0 0,-1 0,1 1,-1-1,1 1,-1 0,0-1,-1 1,1 0,-1-1,1 1,-1 0,0 0,-1 0,1-1,-1 4,-32 94,-2-42,-2 0,-2-3,-29 30,-27 33,94-115,0 0,1 0,-1 1,1-1,0 0,0 0,1 0,-1 1,1-1,0 0,0 0,0 0,0 0,1 0,0 0,0 0,0-1,0 1,0-1,1 1,0-1,-1 0,1 0,1 0,-1 0,0-1,1 1,-1-1,3 1,8 11,6 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14:44.33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27 88,'2'7,"1"0,0-1,0 1,0-1,1 0,0 0,0 0,1 0,0-1,0 0,0 0,0 0,1-1,0 1,4 1,-8-5,0-1,0 1,-1-1,1 0,0 0,0 0,0 0,0 0,0 0,0 0,0-1,0 1,0-1,0 0,0 1,-1-1,1 0,0 0,-1 0,1 0,0 0,-1 0,1-1,-1 1,0 0,1-1,-1 1,0-1,0 0,0 1,0-1,0 0,0 0,0-1,17-66,-17 66,0 1,0-1,-1 0,0 1,1-1,-1 1,0-1,0 0,0 1,-1-1,1 0,-1 1,1-1,-1 1,0-1,0 1,0-1,0 1,-1 0,1-1,0 1,-1 0,0 0,0 0,1 0,-1 0,0 1,0-1,-1 0,1 1,0 0,0-1,-1 1,1 0,-1 0,1 0,-1 1,1-1,-1 1,0-1,1 1,-1 0,0 0,1 0,-1 0,1 0,-3 1,-73 61,52-38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17:34.71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0,'71'19,"44"-2,0-5,1-5,87-8,-177 1,312 23,-284-17,12-2,-1-1,0-4,37-6,-24-1,1 4,-1 3,77 9,-63 1,-1-5,1-3,18-5,-51 0,1 3,0 3,29 5,7 2,1-4,-1-4,34-7,446 0,-437 12,89 17,-36-3,182-14,-226-7,285 15,-159-2,17-12,32 0,88 14,902-14,-1031 13,-314-15,-6-1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17:56.04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125 1379,'138'14,"106"23,258-15,-265-1,160-21,-167 14,467-15,-530-5,0-9,-1-6,0-8,204-59,-282 65,-70 19,0 0,0-1,-1 0,1-2,-1 0,-1-1,1 0,-1-2,-1 1,0-2,0 0,-1-1,0-1,-1 0,-1-1,0 0,-1-1,0 0,-2 0,2-4,-1-5,0 0,-2-1,-1-1,0 1,-2-1,-1 0,-2 0,0-12,-1 21,-1-1,-1 1,0 0,-1-1,-1 1,-1 0,-1 1,-4-13,-10-8,-1 0,-1 2,-2 0,-2 2,-1 1,-2 0,0 2,-2 2,-2 0,0 3,-2 0,-16-8,-9 2,-1 2,-1 4,-2 1,0 4,-59-11,20 3,22 6,-1 3,-1 4,0 3,-1 4,-12 3,-634 7,281 25,336-15,1 5,-94 28,-36 13,59 11,144-54,2 2,0 0,1 3,0 1,2 1,1 2,-3 5,1 0,2 1,1 2,1 1,2 1,1 2,-3 8,15-11,1 0,1 1,2 1,2 0,-5 33,-6 20,14-59,2 0,2 1,0 0,2 0,2 12,0 20,-3-34,0-21,0 0,0 0,0 0,1 0,0 0,1 0,-1 0,1 0,1 0,-1 0,1 0,1-1,-1 1,1-1,0 1,0-1,1 0,0 0,0-1,1 1,-1-1,2 2,16 4,1-1,-1-1,1 0,1-2,0-1,0-1,23 2,-45-6,99 14,-58-8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18:05.41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512 188,'-25'-13,"1"1,-2 2,1 0,-1 2,-1 1,0 1,1 1,-2 1,1 2,0 0,-1 2,-1 1,21 0,1 1,-1-1,1 1,0 1,-1-1,1 1,1 0,-1 1,0 0,1 0,0 0,0 1,0-1,0 2,1-1,0 1,0-1,0 1,1 1,0-1,0 1,1-1,-1 1,1 0,1 0,0 1,-2 4,2-8,0 0,0 0,1 0,-1 0,1 0,0 0,0 1,0-1,0 0,1 1,0-1,0 0,0 1,0-1,1 0,-1 1,1-1,0 0,1 0,-1 1,1-1,0 0,0-1,0 1,0 0,1-1,-1 1,1-1,0 1,0-1,0 0,1-1,-1 1,1 0,1 0,20 5,2 0,-1-2,1 0,25 0,30 7,-65-11,1 1,-1 1,-1 0,1 1,-1 1,0 1,0 0,-1 1,1 0,-2 1,0 1,8 7,-20-15,0 0,0 1,0-1,0 1,-1-1,1 1,-1 0,1 0,-1 0,0 0,0 0,0 0,-1 0,1 0,-1 0,0 0,1 0,-1 0,-1 0,1 0,0 0,-1 1,0-1,1 0,-1 0,0-1,-1 1,1 0,0 0,-1 0,0-1,1 1,-1-1,0 1,-1-1,1 0,0 0,0 0,-1 0,1 0,-4 1,-13 6,0-1,-1-1,0 0,0-2,-1 0,1-1,-1-2,0 0,0-1,0-1,-19-2,28 2,-92 3,101-1</inkml:trace>
  <inkml:trace contextRef="#ctx0" brushRef="#br0" timeOffset="804.545">846 415,'-111'-3,"107"4,-1-1,0 1,1 0,-1 0,1 1,-1 0,1-1,0 1,-1 1,1-1,0 0,1 1,-1 0,0 0,1 0,0 1,-1-1,1 1,0-1,1 1,-1 0,1 1,0-1,1-1,0 1,0 0,0 0,0 0,1 0,0 1,0-1,0 0,0 0,0 0,1 0,0 0,0 0,0 0,0 0,1 0,-1-1,1 1,0 0,0-1,2 3,63 66,-53-61,1-1,0 0,0-1,1 0,1-1,-1-1,1-1,0 0,1-1,-1-1,1-1,0 0,0-1,3-1,-16-2,0 1,0-1,0 0,0 0,0 0,0-1,0 1,0-1,-1-1,1 1,-1-1,1 1,-1-1,0-1,0 1,0 0,0-1,-1 0,0 0,0 0,0 0,0-1,0 1,-1-1,0 1,0-1,0 0,0-2,4-14,0 0,-2-1,0 0,-1 0,-1-22,-11-84,8 123,0 0,-1 0,0 0,1 1,-2-1,1 0,0 1,-1-1,0 1,0 0,0 0,-1 0,0 0,1 1,-1-1,0 1,-1 0,1 0,0 0,-1 1,0 0,1 0,-3-1,6 2,0 1,-1-1,1 0,0 1,-1-1,1 1,0-1,-1 1,1 0,-1 0,1-1,-1 1,1 0,-1 0,1 0,-1 1,1-1,-1 0,1 1,0-1,-1 0,1 1,0 0,-1-1,1 1,0 0,-1 0,1-1,0 1,0 0,0 0,0 0,0 1,0-1,0 0,0 0,1 0,-1 1,0-1,1 0,-1 1,1-1,-1 1,1-1,0 1,0-1,-1 0,1 1,0-1,0 1,0-1,1 1,-1-1,0 1,1-1,-1 2,5 1,-1 1,1-1,-1 0,1 0,0-1,1 1,-1-1,1 0,-1-1,1 1,0-1,0 0,0 0,0-1,0 0,1 0,180 19,-100-15,-85-5,1-1,1 1,-1-1,1 1,-1 0,1 0,-1 0,1 1,-1-1,1 1,-1 0,0 0,1 0,-1 0,0 1,0-1,0 1,0 0,0 0,0 0,0 0,-1 0,1 1,-1-1,1 1,-1 0,0-1,0 1,0 0,-1 0,1 1,-1-1,1 0,-1 3,-7 65,4-63,0-1,0 1,1 0,0 0,0-1,1 1,0 0,1 0,-1 0,1-1,1 1,-1 0,1-1,1 1,-1-1,1 0,1 0,-1 0,1 0,1 0,-1-1,1 0,3 3,-3-5,1 0,0 0,0 0,1-1,-1 0,1 0,-1-1,1 0,0 0,0-1,0 1,0-2,0 1,0-1,0 0,0 0,1-1,-1 0,0 0,-1-1,1 0,0 0,0 0,-1-1,1 0,-1 0,0-1,0 0,0 0,-1 0,1-1,-1 0,0 0,0 0,-1-1,1 1,-1-1,-1 0,1 0,0-1,0-5,-1 0,0 0,0 0,-1-1,-1 1,0 0,-1-1,0 1,0 0,-2-1,1 1,-2 0,-1-6,-11-9,14 27,1-1,0 1,-1 0,1-1,0 1,-1 0,1-1,0 1,-1 0,1 0,0 0,-1-1,1 1,-1 0,1 0,0 0,-1 0,1 0,-1 0,1 0,-1 0,1 0,-1 0,1 0,0 0,-1 0,1 0,-1 0,1 0,0 1,-1-1,1 0,-1 0,1 0,0 1,-1-1,1 0,0 0,-1 1,1-1,0 0,0 1,-1-1,1 0,0 1,0-1,-1 1,1-1,0 0,0 1,0-1,0 1,0-1,0 1,0-1,0 0,0 1,0-1,0 1,0-1,0 1,0-1,0 0,0 1,-1 8,1-1,-1 1,2 0,-1 0,1-1,1 1,-1 0,1-1,1 1,0-1,0 0,0 0,1 0,1 0,-1-1,1 1,0-1,1-1,0 1,0-1,0 0,1 0,0 0,0-1,0 0,1-1,-1 1,1-2,0 1,0-1,1 0,-1-1,9 2,23 6</inkml:trace>
  <inkml:trace contextRef="#ctx0" brushRef="#br0" timeOffset="1055.449">1822 1,'-4'16,"4"16,13 12,3-1</inkml:trace>
  <inkml:trace contextRef="#ctx0" brushRef="#br0" timeOffset="1738.79">2130 656,'11'-6,"1"0,0-1,-1 0,-1 0,1-1,-1-1,-1 1,1-2,-1 1,-1-1,0-1,0 0,-1 0,-1 0,0-1,0 0,-1 0,-1 0,0-1,0 1,-1-1,-1 0,-1 0,1-6,-2 16,1 1,-1-1,0 0,0 1,0-1,0 0,0 1,-1-1,1 0,-1 1,1-1,-1 1,0-1,0 1,-1-1,1 1,0 0,-1 0,1-1,-1 1,0 0,0 0,1 1,-1-1,-1 0,1 1,0-1,0 1,-1 0,1-1,0 1,-1 0,1 0,-1 1,0-1,1 1,-1-1,1 1,-1 0,0 0,1 0,-1 0,0 0,1 1,-1-1,0 1,1 0,-1-1,1 1,-1 0,1 1,0-1,-4 5,1-1,0 1,1 1,-1-1,1 1,1-1,-1 1,1 0,0 1,1-1,0 0,0 1,0-1,1 1,0 0,1-1,0 1,0 0,0 0,1-1,0 1,1 0,-1-1,2 0,-1 1,1-1,0 0,0 0,1 0,0-1,0 1,3 2,1 1,0 0,0-1,1 0,1 0,-1-1,1 0,1 0,-1-1,1-1,0 0,1-1,0 0,0 0,0-1,0-1,0 0,1 0,0-2,-1 1,1-2,0 0,11-1,-17 0,0-1,0 0,0 0,0 0,-1-1,1 0,-1-1,1 1,-1-1,0-1,0 1,-1-1,1 0,-1 0,0 0,-1-1,1 0,-1 0,0 0,-1 0,1 0,-1-1,0 0,0-3,6-16,-2 0,-1-1,-1 0,-1 0,0-25,-1-122,-4 173,1 0,0-1,-1 1,1 0,0 0,-1 0,1 0,0 0,0 0,0-1,0 1,0 0,0 0,0 0,1 0,-1 0,0 0,1-1,-1 1,1 0,-1 0,1 0,-1 0,1 0,0 0,-1 1,1-1,0 0,0 0,0 0,-1 1,1-1,0 0,0 1,0-1,0 1,0-1,1 1,-1-1,0 1,0 0,0 0,0-1,0 1,0 0,1 0,-1 0,0 0,15 7,-2 1,1 1,-1 0,0 0,-1 1,0 1,-1 0,1 3,-7-8,-1 1,0 0,0 0,-1 0,0 1,0 0,-1 0,0 0,0 0,-1 0,0 1,0-1,-1 1,0-1,-1 1,0-1,0 1,-1-1,0 1,0-1,-1 1,0-1,-3 7,3-10,0 0,1 1,-1-1,1 1,1-1,-1 0,1 1,0-1,0 1,0-1,1 1,0-1,0 1,0-1,1 0,0 1,0-1,0 0,0 0,1-1,0 1,0 0,0-1,1 0,0 0,-1 0,4 2,4 1,0-2,1 1,0-1,0-1,0 0,0-1,1 0,0-1,-1 0,1-1,0-1,0 0,-1 0,1-2,0 1,-1-1,1-1,-1-1,1 0,-1 0,0-1,-2 0,-1 0,0 0,1-1,-2 0,1 0,-1-1,0 0,0-1,-1 0,0 0,0 0,-1-1,0 0,-1 0,0-1,0 1,-1-1,0 0,-1-1,0 1,-1 0,0-1,-1 0,0 1,0-7,1 7,-1-1,0 0,-1 0,0 0,-1 0,0 0,-1 0,0 1,0-1,-1 0,-1 1,0 0,0 0,-1 0,0 0,-1 1,0 0,0 0,-5-4,9 11,0 1,0-1,0 1,-1 0,1 0,0 0,-1 0,1 0,-1 1,1-1,0 1,-1-1,1 1,-1 0,0 0,1 0,-1 1,1-1,-1 0,1 1,0 0,-1-1,1 1,0 0,-1 0,1 0,0 1,0-1,0 0,0 1,0 0,0-1,0 1,0 1,-4 3,1 0,-1 1,2 0,-1 0,1 0,0 0,0 1,1 0,-2 7,2-4,1 0,0 1,1-1,0 1,1-1,0 1,1-1,0 1,1-1,0 0,1 1,1-1,-1 0,2-1,-1 1,1-1,1 0,0 0,0 0,1-1,1 0,-1-1,1 1,1-1,-1-1,1 0,4 2,15 12,1-3,1 0,1-2,0-1,6 0,63 24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17:57.26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1978,'1'3,"0"0,0-1,1 1,0-1,-1 1,1-1,0 1,0-1,0 0,0 0,1 0,-1 0,0-1,1 1,0 0,-1-1,1 0,0 0,0 0,-1 0,1 0,0 0,0-1,0 1,0-1,0 0,0 0,0 0,3-1,1 2,165 16,1-8,88-10,-220 0,-26 1</inkml:trace>
  <inkml:trace contextRef="#ctx0" brushRef="#br0" timeOffset="3914.099">843 842,'0'0,"-1"1,0-1,0 1,1-1,-1 0,0 1,1-1,-1 1,0-1,1 1,-1 0,1-1,-1 1,1 0,-1-1,1 1,0 0,-1 0,1-1,0 1,-1 0,1 0,0-1,0 1,0 0,0 0,0 0,0 0,0-1,0 1,0 0,0 0,0 0,0-1,1 1,-1 0,0 0,1 0,-1 0,1 11,3 39,-1 1,-4 0,-3 25,2-63,-16 137,4 74,14-168,3 0,2-1,3 1,13 48,22 93,-45-177,-5-28,2-129,7 105,3-100,1 39,-4 0,-3-1,-5 1,-4 0,-11-40,0 55,12 51,2-2,0 1,2-1,1 0,2 0,0-8,7-16,-1 57,0 0,1 0,0-1,0 0,0 0,0 0,1-1,-1 0,1 0,0 0,0-1,0 0,0 0,1 0,-1-1,0 0,1 0,-1-1,1 1,5-2,8 4,267 38,-180-28,0-4,94-5,-184-5,44 9,-60-7,0 0,0 0,0 1,-1-1,1 0,0 1,-1-1,1 1,-1-1,0 1,1-1,-1 1,0-1,0 1,0-1,0 1,0-1,0 1,-1-1,1 0,0 1,-1-1,1 1,-1-1,0 1,1-1,-1 0,0 0,0 1,-2 7,-4 23,1 1,2 0,1 0,1 1,2-1,3 9,-2 16,-2 68,-4 0,-11 34,10-120,1-12,1 0,2 0,0 1,2-1,3 27,23 65,-26-118,0 0,0 0,0 0,0 0,0 0,1 0,-1 0,1 0,-1-1,1 1,0 0,0 0,0 0,0-1,0 1,0 0,0-1,0 1,1-1,-1 1,1-1,-1 0,1 0,-1 1,1-1,0 0,0-1,0 1,-1 0,1 0,0-1,0 1,0-1,0 1,0-1,0 0,1 0,28 2,1-2,-1-1,0-2,0-1,0-1,27-8,69-11,133 3,172 11,-255 9,676-26,338 27,-1190 1,0-1,0 0,1 0,-1 1,0-1,0 0,1 0,-1-1,0 1,1 0,-1 0,0-1,0 1,0 0,1-1,-1 1,0-1,0 0,0 1,0-1,0 0,0 0,0 1,0-1,0 0,0 0,-1 0,1 0,0 0,-1 0,1-1,-1 1,1 0,-1 0,1 0,-1 0,0-1,1 1,-1 0,0 0,0-1,0 1,0 0,0-1,0 1,-1-1,-34-107,15 59,-19-83,6-2,6-1,1-38,10 69,-13-107,29 211,-1-1,1 1,-1 0,1-1,0 1,-1 0,1-1,0 1,0-1,0 1,0 0,0-1,0 1,0-1,1 1,-1 0,0-1,1 1,-1 0,1-1,-1 1,1 0,0 0,0 0,-1 0,1-1,0 1,0 0,0 0,0 0,0 1,0-1,1 0,-1 0,0 1,0-1,1 0,-1 1,0-1,1 1,-1 0,0-1,1 1,174-1,-155 2,368 26,-386-27,0 1,1 0,-1 0,0 0,0 0,0 0,0 0,0 1,0-1,0 1,-1 0,1 0,-1 0,1 0,-1 0,0 1,1-1,-1 1,-1 0,1-1,0 1,-1 0,1 0,-1 0,0 0,0 0,0 0,0 0,-1 1,1-1,-1 0,0 0,0 1,0 1,5 310,19-95,-9-106,-6 1,-5 5,-4 79,1-196,-1-1,1 1,0 0,0 0,0-1,1 1,-1-1,1 1,-1-1,1 1,0-1,0 0,0 0,0 0,0 0,0 0,1 0,-1-1,1 1,-1-1,1 1,0-1,-1 0,1 0,0 0,0-1,0 1,0-1,-1 1,1-1,0 0,0 0,0-1,0 1,0 0,0-1,0 0,-1 1,1-1,0 0,0-1,-1 1,1 0,0-1,48-11,0 2,0 3,1 2,0 2,33 3,-65 0,172-1,1 8,18 11,540 42,-491-25,-250-29,-19-5</inkml:trace>
  <inkml:trace contextRef="#ctx0" brushRef="#br0" timeOffset="6273.693">843 990,'56'10,"161"14,184-6,-322-17,-776-36,600 30,145 14,182 11,95-10,-166-9,-149-4,-23-2,-229-31,-203-18,418 50,18 6,19 4,40 12,0-3,1-1,1-3,44 4,-71-11,318 36,-260-43,-83 3,1-1,-1 1,0-1,1 1,-1-1,0 1,1-1,-1 1,0-1,0 0,0 1,1-1,-1 1,0-1,0 0,0 1,0-1,0 1,0-1,0 0,0 1,0-1,0 1,-1-1,1 0,0 1,0-1,0 1,-1-1,1 1,0-1,-1 1,1-1,0 1,-1-1,1 1,-1 0,1-1,-1 1,1-1,-1 1,1 0,-1 0,1-1,-1 1,1 0,-1 0,0-1,1 1,-1 0,1 0,-1 0,0 0,1 0,-1 0,1 0,-1 0,0 0,1 0,-1 1,-43-19,-1 3,0 1,-2 3,1 2,-6 0,51 9,-214-34,-101 1,275 30,25 4,25 5,44 7,2-2,0-2,10-2,-32-4,152 16,94-6,-173-19,-107 5,1 1,-1 0,0-1,0 1,1-1,-1 1,1-1,-1 0,0 1,1-1,-1 1,1-1,-1 0,1 0,0 1,-1-1,1 0,0 0,-1 1,1-1,0 0,0 0,0 0,0 0,0 1,0-1,0 0,0 0,0 0,0 0,0 1,0-1,1 0,-1 0,0 0,1 1,-1-1,1 0,-1 0,0 1,1-1,0 0,-1 1,1-1,-1 1,1-1,0 1,-1-1,1 1,0-1,-1 1,1 0,0-1,0 1,0 0,-1 0,1-1,0 1,0 0,0 0,0 0,0 0,-30-12,0 1,0 1,-1 2,0 1,0 1,-14 1,33 3,-87-12,-1 4,-54 3,95 14,66 1,9-1,0-2,1 0,0-1,0-1,0-1,12 0,2 2,131 11,-1-8,14-6,-118-7,-66 3,-202-13,166 15,-451-14,481 17,31 2,126 19,119 1,-261-24,38 3,75 6,94-6,-196-6,-26 0,-88-9,1 5,-42 5,84 1,-368-1,410 3,31 1,401 17,-64-12,-287-13,-65 1,-64-10,-76 3,-2 6,-24 7,132-1,18 1,28 1,306 15,-168-10,-138-8,-18-1,-20-1,-196-14,213 15,24 1</inkml:trace>
  <inkml:trace contextRef="#ctx0" brushRef="#br0" timeOffset="6832.572">1471 241,'-128'-28,"-1"6,-1 6,-1 6,-96 5,176 5,1 3,0 2,0 2,1 2,-28 9,54-11,0 2,0 0,0 1,1 1,1 1,0 1,1 0,0 2,1 1,1 0,0 1,-5 8,10-9,0 0,0 1,2 1,0 0,1 1,1 0,0 0,2 1,0 0,2 0,0 0,1 1,1 0,1 0,1 0,0 0,2 0,0 0,2 0,0-1,1 1,2 0,0-1,1 0,0-1,10 16,-2-13,1-2,1 0,1-1,1-1,0 0,2-2,-1 0,2-1,0-1,13 4,23 11,1-2,1-4,43 11,21 0,0-6,2-5,1-6,109 0,-179-15,1-3,-1-2,1-3,-1-2,15-7,-41 8,0-3,-1 0,0-2,-1-1,-1-1,0-2,0 0,-2-2,0-1,4-7,-11 10,0-1,-2-1,0-1,-2 0,0-1,-1-1,0 0,-2-1,-1 0,-1-1,-1 0,0-1,-2 1,-1-2,-1 1,-1-1,-1 0,-1 0,-1 1,-2-1,0 0,-2 0,0 0,-2 1,-7-22,1 18,-1 0,-2 1,-1 0,-1 1,-1 1,-1 0,-1 2,-2 0,0 1,-1 1,-1 1,-1 1,-1 2,-11-7,-11-3,-1 1,-1 2,-1 2,-1 3,-1 2,-1 2,-36-4,28 8,0 3,0 3,-1 2,1 3,-1 3,1 3,-37 8,57-6,1 2,0 2,1 1,0 2,1 2,1 2,0 0,2 3,0 1,2 2,-22 20,-52 70,23-4</inkml:trace>
  <inkml:trace contextRef="#ctx0" brushRef="#br0" timeOffset="12095.069">3063 1791,'-12'-8,"1"1,-1 0,0 1,0 0,-1 1,1 0,-1 1,-1 1,1 0,0 0,-1 2,1-1,-1 2,1 0,-1 0,1 2,-7 0,10-1,-116 7,0 6,1 5,1 6,-90 31,112-29,72-23,0 3,0 0,1 2,0 1,1 1,0 1,0 2,2 1,0 1,0 1,2 1,-22 21,43-35,0 0,0 0,0 0,1 0,-1 1,1-1,0 1,0 0,1 0,-1 0,1 0,0 0,1 0,-1 0,1 0,0 0,0 0,0 0,1 0,0 0,0 0,0 0,1 0,-1 0,1-1,0 1,1 0,-1-1,1 0,0 0,0 1,0-2,0 1,1 0,0-1,-1 1,1-1,1 0,19 12,1-1,1-1,0-1,0-2,1-1,1 0,-1-2,18 1,-20-2,192 40,1-9,159 4,521-20,-685-10,213-16,177-38,-560 42,-26 2,0-2,0 1,0-2,-1 0,1-1,0-1,-1-1,0 0,12-5,40-59,-66 65,1 1,-1-1,0 0,-1 0,1-1,-1 1,0 0,0 0,0-1,0 1,-1-1,0 1,0 0,0-1,0 1,-1-1,0 1,1 0,-2-1,1 1,0 0,-1 0,-2-3,-56-88,57 90,-16-22,-1 1,-1 1,-1 1,-1 0,-1 2,-1 1,0 1,-2 1,-1 1,0 1,-29-12,-22 3,-1 4,-60-9,-54-14,89 19,0 3,-1 6,-1 4,-1 4,1 6,-1 4,0 5,1 4,1 5,0 5,1 4,-43 19,64-14,2 3,1 4,-56 36,96-48</inkml:trace>
  <inkml:trace contextRef="#ctx0" brushRef="#br0" timeOffset="12994.793">3357 2286,'0'9,"0"13,2 13,5 14,11 18,14 15,12 12,15 10,11 4,7-1,5-5,-4-9,-7-8,-12-12,-13-12,-12-13,-12-16</inkml:trace>
  <inkml:trace contextRef="#ctx0" brushRef="#br0" timeOffset="13759.759">3276 2326,'122'457,"-122"-527,0 0,-3-1,-3 0,-3 1,-3 1,-10-27,3 53,25 51,1 0,0 0,0-1,1 0,0-1,0 0,1 0,-1-1,1 0,0 0,6 1,-9-3,320 129,-325-132,68 38,-66-37,-1 1,0-1,0 1,0 0,0 0,0 0,0 1,0-1,-1 0,1 1,-1-1,0 0,0 1,0 0,0-1,0 1,0 0,-1-1,1 1,-1 0,0 0,0 0,0-1,0 1,0 3,-4 2,0 0,0 0,-1 0,0-1,0 1,-1-1,0 0,0-1,-1 0,1 0,-1 0,-1 0,1-1,-1-1,-6 4,13-8,-355 193,352-192,0 1,0 0,0 0,0 0,1 1,-1-1,1 1,0 0,0 0,0 0,0 0,0 0,0 1,1 0,0-1,0 1,0 0,0 0,1 0,-1 0,1 0,0 0,0 1,0-1,1 0,0 1,0 2,12 17</inkml:trace>
  <inkml:trace contextRef="#ctx0" brushRef="#br0" timeOffset="15000.738">4694 3409,'-17'41,"3"0,2 1,1 1,2 0,2 0,2 1,2-1,2 2,-3 13,-8 105,7-458,-16-94,26 340,0 58,-4 3,3 30,2-1,2 0,10 31,-14-60,0 0,1 0,0-1,1 0,0 0,1 0,0-1,1 0,0-1,1 1,-1-2,2 1,-1-1,1 0,1-1,-6-4,0 1,0-1,1 0,-1-1,1 1,0-1,0 0,0-1,0 1,0-1,0 0,0-1,1 1,-1-1,0-1,0 1,0-1,1 0,-1 0,0-1,0 0,0 0,-1 0,1-1,-1 0,1 0,-1 0,0-1,0 1,0-1,0-1,-1 1,0-1,0 1,0-1,0-1,3-9,0 0,-1-1,-1 0,-1 0,0 0,-1-1,-1 1,0-1,-1 0,-1 1,-1-1,0-1,-5-26,6 44,0-1,0 0,0 0,0 1,0-1,0 0,0 1,0-1,-1 0,1 0,0 1,0-1,-1 0,1 1,0-1,-1 0,1 1,-1-1,1 1,-1-1,1 1,-1-1,1 1,-1-1,1 1,-1 0,0-1,1 1,-1 0,0-1,1 1,-1 0,0 0,0-1,1 1,-1 0,0 0,1 0,-1 0,0 0,0 0,1 0,-1 1,0-1,0 0,1 0,-1 0,0 1,1-1,-1 0,0 1,0-1,-3 6,0-1,-1 1,2 0,-1-1,1 2,0-1,0 0,0 1,1-1,0 1,1 0,-1-1,1 1,1 0,-2 3,-6 25,2 0,2 0,1 1,1 0,2 0,2-1,1 1,5 19,-6-46,0 0,1 1,0-1,0 0,1 0,0-1,0 1,1-1,0 0,1 0,0-1,0 1,0-1,1-1,0 1,1-1,-1 0,1-1,0 0,1 0,-1-1,1 0,0 0,0-1,0 0,0-1,0 0,1 0,-1-1,1 0,-1-1,5 0,-3-1,0 0,0 0,0-2,-1 1,1-1,0 0,-1-1,0-1,0 1,0-2,-1 1,1-1,-1-1,-1 0,1 0,-1 0,0-1,-1 0,0-1,0 0,-1 0,0 0,-1-1,0 0,0 0,-1 0,-1-1,1 1,-2-1,1 0,-2 0,1 0,-1 0,-1-3,0 11,0 0,0 0,0 0,0-1,-1 1,1 0,-1 0,0 0,0 0,0 0,0 0,-1 0,1 0,-1 0,0 1,0-1,0 0,0 1,0 0,0-1,-1 1,1 0,-1 0,1 1,-1-1,0 0,0 1,0 0,0-1,0 1,0 0,0 1,0-1,0 0,0 1,-1 0,1 0,0 0,0 0,-1 0,1 1,0-1,0 1,0 0,0 0,-1 1,-1 1,0 0,0 1,0 0,1 0,0 0,0 1,0-1,0 1,1 0,0 0,0 1,0-1,0 0,1 1,0 0,0-1,1 1,0 0,0 0,0 0,0 0,1 0,0 0,1 0,-1 0,1 0,0 0,0 0,1 0,0 0,0-1,2 4,1 0,1 0,0-1,1 0,0-1,0 1,1-1,0-1,0 1,0-1,1-1,0 1,0-2,0 1,1-1,4 1,42 14</inkml:trace>
  <inkml:trace contextRef="#ctx0" brushRef="#br0" timeOffset="15845.5">5656 3583,'-3'6,"0"0,0 0,1 0,0 1,1-1,-1 1,1-1,1 1,-1 0,1-1,0 1,1 0,-1-1,1 1,1-1,-1 1,1-1,0 1,0-1,1 0,0 0,0 0,1 0,1 1,4 7,1-1,0 0,1 0,0-2,1 1,1-1,0-1,0 0,6 2,-17-9,1-1,0 0,0 1,0-1,0 0,0 0,1-1,-1 1,1-1,-1 0,1 1,-1-1,1-1,0 1,-1-1,1 1,0-1,0 0,-1 0,1-1,0 1,-1-1,1 0,0 0,-1 0,1 0,-1-1,0 1,1-1,-1 0,3-2,0-7,0-1,-1 0,0 0,-1 0,0-1,-1 1,0-1,-1 0,0 0,-1 0,-1 0,0 0,-2-7,2 16,-3-37,2 41,0 0,1 0,-1 0,0 0,0 0,0 0,1 0,-1 1,0-1,0 0,0 0,1 1,-1-1,0 1,1-1,-1 1,0-1,1 1,-1-1,1 1,-1-1,1 1,-1 0,1-1,-1 1,1 0,-1 0,1-1,0 1,0 0,-1 0,1-1,0 1,0 0,0 0,0 0,0 0,0-1,0 1,0 0,0 0,-3 5,1 1,0-1,0 1,0-1,1 1,0 0,0-1,1 1,0 0,0 0,0-1,1 1,0 0,0 0,1-1,0 1,0-1,1 0,-1 1,1-1,1 0,-1-1,1 1,0 0,0-1,1 0,0 0,-1 0,2-1,-1 0,0 0,1 0,0 0,5 1,-4-1,1-1,1 0,-1 0,0 0,1-1,-1-1,1 0,0 0,-1 0,1-1,0 0,-1-1,1 0,0 0,-1-1,1 0,-1-1,0 0,0 0,0 0,0-1,0-1,-1 1,0-1,0 0,0-1,-1 1,1-2,-1 1,-1 0,1-1,-1 0,0-1,-1 1,0-1,3-6,3-52,-10 64,0-1,0 1,0 0,0-1,0 1,-1 0,1 0,-1-1,1 1,-1 0,0 0,0 0,0 0,0 0,0 0,-1 0,1 0,-1 0,1 0,-1 1,1-1,-1 1,0-1,0 1,0 0,0-1,0 1,0 1,0-1,0 1,0 0,0 0,0 0,0 0,0 0,1 0,-1 1,0-1,0 1,0-1,0 1,1 0,-1-1,0 1,0 0,1 0,-1 0,1 1,-1-1,1 0,-1 0,1 1,0-1,0 1,0-1,0 1,0 0,0 0,-23 54,23-50,1-1,0 1,0-1,0 1,1 0,-1-1,1 1,1-1,-1 0,1 1,0-1,0 0,0 0,1 0,0 0,0 0,0-1,0 1,1-1,0 0,0 0,0 0,4 2,4 4,1-1,1-1,-1 0,1-1,0 0,1-1,-1-1,3 0,-1 1,0-1,1-1,0-1,0 0,0-1,0-1,0-1,0 0,0-2,0 1,0-2,0 0,0-1,-1-1,0-1,6-3,10-22,-33 32,1 1,-1-1,1 1,0-1,-1 1,1-1,0 1,0 0,0-1,0 1,1-1,-1 1,0 0,1-1,-1 1,1-1,-1 1,1-1,0 0,-1 1,1-1,0 1,0-1,0 0,0 0,0 0,1 0,-1 0,0 0,0 0,1 0,0 0,47 24,-45-23,-1 0,1-1,0 0,0 0,0 0,0 0,0-1,0 1,0-1,0 0,0 0,0-1,0 1,0-1,0 0,0 0,0 0,-1-1,1 1,0-1,-1 0,1 0,-1 0,1 0,-1-1,0 1,0-1,0 0,0 0,-1 0,1 0,-1-1,0 1,0-1,0 1,0-1,0-2,-1 1,-1 0,1 0,-1 0,0 0,-1 0,1 0,-1 0,0 0,0 0,-1 0,1 0,-1 1,0-1,0 1,-1-1,1 1,-1 0,0 0,0 0,-1 0,1 0,-1 1,0 0,0-1,0 1,0 1,0-1,-2-1,0 0,-1 0,1 1,0 0,-1 0,0 1,0 0,0 0,0 1,0-1,0 1,0 1,0-1,0 2,0-1,0 1,0-1,-7 3,11-1,0-1,0 1,0 0,0 0,0 1,1-1,-1 1,1-1,-1 1,1 0,0 0,0 0,0 0,1 0,-1 0,1 0,-1 0,1 1,0-1,1 1,-1-1,0 1,1-1,0 1,0-1,0 1,0-1,1 1,-1-1,1 1,0-1,0 1,0-1,0 0,1 1,-1-1,1 0,0 0,0 0,0 0,0 0,1-1,-1 1,1-1,-1 0,2 1,24 27</inkml:trace>
  <inkml:trace contextRef="#ctx0" brushRef="#br0" timeOffset="17070.575">7019 3984,'8'-18,"-1"-1,-1 0,-1-1,0 1,-1-1,-1 0,-2 1,1-1,-2-1,-1 1,0 1,-2-1,0 0,-1 0,-1 1,-1 0,-1 0,0 0,-5-6,-14-4,37 39,18 6,2-2,-1-2,2 0,0-2,0-1,1-2,7 2,0 3,-1 1,27 13,-63-25,0 0,-1 0,1 0,0 0,-1 1,1-1,-1 1,1-1,-1 1,0 0,0 0,0 0,0 0,0 1,0-1,0 0,-1 1,1-1,-1 1,0 0,0-1,0 1,0 0,0 0,0 0,-1-1,0 1,1 0,-1 0,0 0,0 0,-1 0,1 1,-15 38,13-39,0 0,0 0,0 0,0 1,0-1,1 1,0-1,0 1,0-1,0 1,0 0,1 0,-1-1,1 1,0 0,0 0,1-1,-1 1,1 0,0 0,0-1,0 1,0-1,1 1,-1-1,1 1,0-1,0 0,0 0,1 0,-1 0,1 0,-1-1,1 1,10 4,1-1,-1-1,1 0,0-1,0 0,1-2,-1 1,1-2,-1 1,1-2,0 0,0-1,9 2,0-1,0-2,0 0,0-1,0-1,-1-2,0 0,0-1,-1-2,1 0,-2-1,0-1,0-2,9-7,-27 19,0-1,0 0,-1 0,1 0,-1 0,0-1,0 1,0-1,0 1,0-1,0 0,-1 0,1 1,-1-1,0 0,0-1,0 1,0 0,0 0,-1 0,1 0,-1-1,0 1,0 0,0 0,-1-1,1 1,-1 0,1 0,-1 0,0 0,-1 0,1 0,0 0,-1 0,1 0,-1 0,-8-4,0 1,0 0,0 1,0 0,-1 1,0 0,0 0,0 1,0 1,-1 0,1 0,-1 1,1 1,-1 0,1 0,-1 1,1 1,3-2,0 2,0-1,0 1,0 0,0 1,1-1,-1 2,1-1,0 1,0 0,-1 1,6-4,0 1,-1 0,1-1,0 1,1 0,-1 0,0 0,0 0,1 1,-1-1,1 0,0 1,0-1,0 1,0-1,0 1,0-1,1 1,-1 0,1 0,0-1,-1 1,1 0,1-1,-1 1,0 0,1-1,-1 1,1 0,0-1,0 1,0-1,0 1,1 0,5 5,0 0,0-1,1 0,-1 0,2-1,-1 0,1 0,0-1,0 0,0-1,1 0,0-1,0 1,-1-2,2 0,-1 0,0 0,0-1,1-1,-1 0,0 0,11-3,-15 4,-1-1,1 0,0 0,0-1,0 0,0 0,0 0,-1-1,1 0,0 0,-1 0,0-1,1 0,-1 0,0 0,-1 0,1-1,0 0,-1 0,0 0,2-3,-6 8,-1-1,1 0,0 0,0 0,0 1,0-1,0 0,0 0,-1 0,1 1,0-1,0 0,0 0,0 0,-1 0,1 0,0 1,0-1,-1 0,1 0,0 0,0 0,0 0,-1 0,1 0,0 0,0 0,-1 0,1 0,0 0,0 0,-1 0,1 0,0 0,0 0,-1 0,1 0,0 0,0-1,0 1,-1 0,1 0,0 0,0 0,0 0,-1-1,0 3,0 1,0-1,0 0,1 0,-1 1,0-1,1 0,-1 1,1-1,0 0,0 1,0-1,0 1,0-1,1 0,-1 1,1-1,0 0,-1 1,1-1,0 0,0 0,0 0,1 0,-1 0,0 0,1 0,-1 0,1 0,0-1,0 1,-1-1,1 1,1 0,3 2,1 1,-1-1,0 0,1-1,0 0,0 0,0 0,0-1,0 0,6 0,-9-1,0-1,0 0,-1-1,1 1,0 0,0-1,0 0,-1 0,1 0,0-1,-1 1,1-1,-1 0,1 0,-1 0,0 0,0-1,0 1,0-1,0 1,-1-1,1 0,-1-1,0 1,0 0,0 0,0-1,0 1,-1-1,0 0,0 1,0-1,0 0,0 0,-1 0,1 0,-1 0,0-3,0-8,-1-1,0 1,-1 0,0 0,-1 0,-1 0,-1 0,0 1,-1 0,0 0,-1 0,-6-9,11 21,2 1,-1 1,1 0,-1 0,1-1,0 1,-1 0,1 0,-1-1,1 1,0-1,-1 1,1 0,0-1,-1 1,1-1,0 1,-1-1,1 1,0-1,0 1,0-1,0 1,-1-1,1 1,0-1,0 1,0-1,0 1,0-1,0 1,0-1,0 1,1-1,-1 1,0-1,0 1,0-1,0 1,1-1,-1 1,0-1,1 1,-1-1,0 1,1 0,-1-1,0 1,1 0,-1-1,1 1,-1 0,1-1,-1 1,1 0,-1 0,1 0,-1-1,1 1,-1 0,1 0,-1 0,1 0,-1 0,1 0,23 4,-1 1,0 1,0 1,-1 1,0 1,3 2,-1-1,-17-7,93 49,-96-49,-1-1,0 1,1 0,-1 0,0 0,-1 0,1 1,-1-1,1 1,-1 0,0 0,0-1,0 1,-1 1,0-1,0 0,0 0,0 0,0 1,-1-1,0 0,0 0,0 1,0 0,-6 25,4-26,1-1,0 0,0 1,0 0,0-1,0 1,1-1,-1 1,1 0,0 0,0-1,0 1,1 0,0-1,-1 1,1-1,0 1,1 0,-1-1,0 0,1 1,0-1,0 0,0 0,0 0,1 0,-1 0,1-1,0 1,7 2,0-1,0-1,0 0,1 0,-1-1,1 0,0-1,-1 0,1-1,0 0,0-1,-1 0,1 0,0-1,-1-1,1 0,-1 0,6-4,-9 5,0-1,0 0,0 0,0-1,0 0,-1 0,0 0,0-1,0 0,-1 0,1-1,-1 1,0-1,-1 0,0-1,0 1,0-1,0 1,-1-1,0 0,-1-1,0 1,0 0,0-1,-1 1,0-1,-1 1,1-1,-1 0,-1 1,0-1,-1-7,1 12,0 0,-1 0,1 0,-1-1,0 1,0 1,0-1,0 0,0 0,-1 1,1 0,-1-1,0 1,0 0,0 0,0 0,0 1,0-1,0 1,0-1,-1 1,1 0,0 1,-1-1,1 0,-1 1,1 0,-1 0,1 0,-1 0,1 0,-1 1,1 0,0-1,-1 1,1 1,0-1,0 0,-1 1,1 0,0-1,0 1,1 0,-1 1,0-1,1 0,-1 1,1-1,0 1,0 0,0 0,0 0,1 0,-1 1,0 1,0-1,0 1,1 0,-1 0,1 0,1 0,-1 0,1 0,0 0,0 0,0 0,1 0,-1 0,1 0,0-1,1 1,-1 0,1 0,0-1,0 1,1-1,-1 1,1-1,0 0,0 0,1 0,3 3,5 5,1 0,0-1,1 0,0-1,1 0,0-1,9 3,30 11,0-3,2-1,0-4,1-2,0-2,34 1,-27-6</inkml:trace>
  <inkml:trace contextRef="#ctx0" brushRef="#br0" timeOffset="17227.148">9452 4104,'9'-11,"3"-4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20:03.36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4 656,'-2'-58,"1"33,0 0,2 0,0 0,2 0,0 0,2 1,4-11,-9 32,0 1,1-1,-1 1,1-1,-1 1,1 0,0-1,0 1,0 0,0-1,1 1,-1 0,1 0,-1 0,1 0,0 0,-1 1,1-1,0 0,0 1,0 0,0-1,1 1,-1 0,0 0,1 0,-1 0,0 0,1 1,-1-1,1 1,-1 0,1-1,-1 1,1 0,-1 1,3-1,4 6,1 1,-2 0,1 0,-1 1,0 0,0 0,-1 1,0 0,-1 0,1 1,7 9,-6-8,5 4,-1 0,-1 1,-1 0,0 0,-1 1,0 1,-2 0,0 0,-1 0,0 1,-6-16,0-1,0 1,0-1,0 1,0-1,0 0,0 1,-1-1,1 1,-1-1,0 0,0 1,0-1,0 0,0 0,0 1,0-1,-1 0,1 0,-1-1,0 1,1 0,-1 0,0-1,0 1,0-1,0 0,0 0,-1 1,1-1,0 0,-1-1,1 1,-3 0,-85 7,64-15,26 7,-1 0,1 0,0 0,-1 0,1-1,0 1,-1 0,1 0,0-1,0 1,-1 0,1-1,0 1,0 0,-1 0,1-1,0 1,0-1,0 1,0 0,0-1,0 1,-1 0,1-1,0 1,0-1,0 1,0 0,0-1,0 1,1 0,-1-1,0 1,0-1,0 1,0 0,0-1,0 1,1 0,-1-1,0 1,0 0,1-1,-1 1,0 0,0 0,1-1,-1 1,0 0,1 0,-1 0,0-1,1 1,-1 0,0 0,1 0,-1 0,0 0,1 0,-1 0,1-1,-1 1,48-20,-19 10</inkml:trace>
  <inkml:trace contextRef="#ctx0" brushRef="#br0" timeOffset="720.333">712 469,'-8'-4,"0"0,0 1,0 0,-1 1,1 0,-1 0,1 1,-1 0,0 1,0-1,1 2,-1-1,0 1,1 1,-1-1,1 1,-1 1,1 0,0 0,0 0,0 1,1 1,-1-1,1 1,0 0,0 1,0-1,1 2,0-1,0 0,1 1,0 0,0 1,3-5,1 0,-1 1,1-1,0 0,0 0,0 1,1-1,-1 1,1-1,0 1,0-1,0 0,0 1,1-1,-1 1,1-1,0 1,0-1,0 0,0 0,1 0,-1 1,1-1,0-1,0 1,0 0,0 0,0-1,1 1,-1-1,1 0,0 0,0 0,0 0,0 1,9 3,-1 1,1-2,0 1,1-1,-1-1,1-1,0 0,9 2,-4-2,0 0,0-2,-1 0,1 0,0-2,0 0,0-1,0-1,-1-1,1 0,-1-1,0-1,5-3,-18 7,1-1,-1 0,0 1,-1-1,1-1,-1 1,1-1,-1 1,0-1,0 0,0 0,-1 0,0 0,0-1,0 1,0-1,0 1,-1-1,0 0,0 0,0 1,-1-1,1 0,-1 0,-1-2,0-7,-1 0,0 1,-1-1,-1 1,0-1,-1 2,-1-1,-2-4,5 10,2 6,0 0,0 0,0 0,0 0,0-1,0 1,0 0,0 0,0-1,1 1,-1-1,1 1,-1-1,1 1,0-1,-1 1,1-1,0 1,0-1,0 1,0-1,0 1,0-1,1 1,-1-1,0 1,1-1,-1 1,1 0,0-1,-1 1,1-1,0 1,0 0,0 0,0 0,0-1,0 1,0 0,0 0,0 0,1 0,102-2,-83 4,-10 0,6-2,0 2,0 0,0 1,-1 1,1 0,-1 2,1 0,-1 0,-1 1,10 6,-19-5,0-1,-1 1,0 0,0 1,-1-1,0 1,0 0,-1 0,0 0,-1 1,1-1,-2 1,1-1,-1 1,0 0,-1-1,0 1,0 0,-1 0,0-1,-2 6,2 5,0-7,6 74,-5-83,1-1,0 0,-1 1,1-1,0 0,0 1,0-1,0 0,1 0,-1 0,1 0,-1 0,1 0,0 0,0-1,-1 1,1-1,0 1,1-1,-1 0,0 1,0-1,0 0,1-1,-1 1,0 0,1-1,-1 1,1-1,-1 0,3 1,4-4,-1 1,1-1,-1 0,0 0,0-1,0-1,-1 1,1-1,-1 0,0-1,0 0,-1 0,0 0,0-1,0 0,-1 0,0 0,0-1,-1 0,2-3,5-7,-1 0,-1 0,0-1,-1 0,-1-1,-1 0,-1 0,1-10,-7 5,-6 39,5-1,1-1,0 0,1 1,0-1,1 0,0 1,1-1,0 0,1 0,0 0,1 0,0-1,1 1,1-1,0 0,0-1,1 1,0-1,1-1,0 1,0-1,1-1,1 1,1 0,18 6</inkml:trace>
  <inkml:trace contextRef="#ctx0" brushRef="#br0" timeOffset="969.665">1554 1,'-7'13,"5"12,7 8,12 8,3-4</inkml:trace>
  <inkml:trace contextRef="#ctx0" brushRef="#br0" timeOffset="1704.778">1901 696,'14'-13,"0"0,-1-2,-1 1,0-2,-1 1,-1-1,0-1,-1 0,-1 0,-1-1,0 0,-1 0,-1-1,-1 0,1-12,-11-33,6 63,0-1,-1 0,1 1,-1-1,0 0,1 1,-1-1,0 1,0-1,0 1,0-1,0 1,0 0,-1 0,1-1,0 1,-1 0,1 0,-1 0,1 0,-1 1,1-1,-1 0,0 1,1-1,-1 1,0-1,1 1,-1 0,0 0,0 0,1 0,-1 0,-1 0,-2 2,0 1,1 0,-1 0,1 0,0 0,0 0,0 1,0 0,0 0,1 0,-1 0,1 1,1-1,-1 1,0 0,1 0,0 0,0 0,1 0,-1 0,1 1,-3 3,1 0,0 1,1 0,0 0,0 0,1 0,0 0,1 0,0 0,1 0,0 0,0 0,1 0,1 0,-1-1,2 1,-1-1,1 1,1-1,-1 0,2-1,-1 1,1-1,0 0,1-1,0 1,0-1,1-1,-1 1,4 0,-2-2,0-1,1 0,-1-1,1 0,0 0,0-1,0 0,0-1,0 0,1-1,-1 0,0 0,0-1,0-1,0 0,0 0,0-1,0 0,-1 0,1-1,-1-1,0 0,0 0,-1 0,1-1,-1-1,-1 1,1-1,-1 0,0-1,-1 0,0 0,0 0,0-1,-1 0,-1 0,0 0,2-5,-2 4,-1 1,0-1,0 0,-1 0,0 0,-1 0,0 0,-1-1,0 1,0 0,-1 0,0-1,-1 1,-1 0,1 1,-1-1,-1 0,-4-7,21 21,92 20,-90-22,0 0,0 1,0 0,-1 1,1 1,-1 0,7 5,-16-7,-1 1,1 0,-1 1,0-1,0 1,0 0,0 0,-1 0,0 0,0 0,0 1,-1 0,0-1,0 1,0 0,-1 0,0 0,0 0,0 0,-1 0,0 0,0 1,-1-1,1 0,-2 0,1 1,0 2,1 1,0 0,0-1,1 1,0-1,1 1,0-1,0 1,1-1,2 4,-3-10,0 0,0 0,0 0,1 0,0 0,-1-1,1 0,0 1,0-1,0 0,0 0,1-1,-1 1,0-1,1 1,-1-1,1 0,0-1,-1 1,1 0,0-1,-1 0,1 0,0 0,-1 0,1-1,0 0,98-28,-89 24,-1 0,1-1,-1-1,0 0,-1-1,0 0,0 0,0-1,-1-1,-1 0,0 0,0-1,-1 0,0 0,-1-1,0 0,-1 0,-1-1,0 0,0 0,-1 0,0-4,-3 14,0 0,-1 1,1-1,-1 0,0 0,0 1,0-1,0 0,0 0,-1 0,1 1,-1-1,0 0,1 1,-1-1,-1 0,1 1,0-1,-1 1,1 0,-1-1,1 1,-1 0,0 0,0 0,0 0,-1 0,1 1,0-1,0 1,-1-1,1 1,-1 0,0 0,1 0,-1 0,0 0,1 1,-1-1,0 1,0 0,1 0,-1 0,0 0,0 0,0 1,1-1,-1 1,0 0,0-1,1 1,-1 1,0-1,-4 5,0 1,1 0,-1 0,1 0,1 1,0 0,0 0,0 0,1 0,0 1,1 0,0 0,0 0,1 0,0 0,1 0,0 1,0-1,1 0,1 8,-1-11,1 0,0-1,1 1,-1 0,1-1,0 1,0-1,1 0,0 0,-1 0,2 0,-1 0,1 0,-1-1,1 0,1 0,-1 0,0 0,1-1,0 1,0-1,0 0,4 1,5 2,1 0,-1-1,1-1,1 0,-1-1,1 0,-1-2,7 1,24-2,0-2,0-2,29-7,33-8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20:01.79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310 36,'1'274,"-8"475,-13-395,16-329,1-10</inkml:trace>
  <inkml:trace contextRef="#ctx0" brushRef="#br0" timeOffset="666.348">216 143,'-32'89,"-4"-2,-4-1,-28 41,33-84,30-51,35-87,-21 75,38-83,5 1,57-82,-57 122,-50 62,0 0,-1 0,1 0,0 0,-1 0,1 0,0 1,0-1,-1 1,1-1,0 1,-1 0,1 0,-1-1,1 1,-1 0,1 0,-1 1,0-1,0 0,1 0,-1 1,0-1,0 1,0-1,0 1,-1-1,1 1,0-1,-1 1,1 0,-1-1,1 1,-1 0,0 0,0-1,0 1,0 0,0 0,0-1,0 2,1 0,22 96,-16-62,1-1,3 1,1-2,8 18,21 23,-40-76,-1 1,0-1,1 1,-1-1,0 1,0 0,0-1,1 1,-1-1,0 1,0 0,0-1,0 1,0 0,0-1,0 1,0-1,-1 1,1 0,0-1,0 1,0-1,-1 1,1 0,0-1,-1 1,1-1,0 1,-1-1,1 1,-1-1,1 0,-1 1,1-1,-1 1,1-1,-1 0,1 1,-1-1,1 0,-1 0,0 0,1 1,-1-1,0 0,1 0,-1 0,1 0,-1 0,0 0,0 0,-40-3,32 2,-15-2,-12-2,-1 1,0 2,1 1,-1 2,0 1,-28 7,45 4,24-8</inkml:trace>
  <inkml:trace contextRef="#ctx0" brushRef="#br0" timeOffset="5683.543">6352 23,'9'73,"2"68,18 204,35 121,-18-201,-42-232</inkml:trace>
  <inkml:trace contextRef="#ctx0" brushRef="#br0" timeOffset="6501.618">6299 76,'-210'402,"201"-383,21-30,31-54,-4-3,-2-1,-4-2,10-33,-38 90,-3 9,-1 0,1-1,0 1,0 0,0 0,1 0,0 1,0-1,0 1,0-1,1 1,0 0,0 0,0 1,0-1,1 1,-1 3,0 0,0 1,-1-1,1 1,0 0,0 0,0 1,-1-1,1 1,0-1,-1 1,0 0,1 1,-1-1,0 0,0 1,0 0,0 0,-1 0,1 0,-1 0,1 1,-3-4,25 28,-1 1,-1 2,-1 0,-2 1,-2 0,0 2,-3 0,6 19,-20-51,1 1,-1 0,1 0,-1 0,0 1,0-1,0 0,0 1,0-1,-1 0,1 1,-1-1,0 1,0-1,0 1,-1-1,1 0,-1 1,0-1,0 0,0 1,0-1,-1 0,1 0,-1 0,0 0,-2 2,-70 11,55-14,-336 49,336-48</inkml:trace>
  <inkml:trace contextRef="#ctx0" brushRef="#br0" timeOffset="7768.107">1313 946,'30'10,"226"1,83 22,301 17,151-53,-423-2,122 9,344-11,-390-8,-165 3,-151 12,-117-8,-13 2</inkml:trace>
  <inkml:trace contextRef="#ctx0" brushRef="#br0" timeOffset="8018.415">5724 824,'9'7,"10"7,11 3,11 3,9 4,4-2,0 2,-7 0,-12 1,-15 1,-24 2,-26 4,-32 3,-36 3,-38 1,4-6</inkml:trace>
  <inkml:trace contextRef="#ctx0" brushRef="#br0" timeOffset="8833.328">1353 824,'-16'2,"1"0,-1 1,1 1,-1 0,1 1,-9 5,-3-1,-104 41,130-50,0 0,0 0,0 0,0 0,1 0,-1 0,0 0,0 1,0-1,1 0,-1 1,0-1,1 1,-1-1,0 0,1 1,-1 0,0-1,1 1,-1-1,1 1,-1 0,1-1,-1 1,1 0,-1-1,1 1,0 0,0 0,-1 0,1-1,0 1,0 0,0 0,0 0,0 0,0-1,0 1,0 0,0 0,0 0,0-1,0 1,1 0,-1 0,0 0,1-1,-1 1,0 0,1-1,-1 1,1 0,0 0,126 47,-98-35,0 2,0 1,-1 1,-1 2,-1 0,24 24,-50-42,43 27,-42-28,0 0,0 1,0-1,1 0,-1 0,0 0,0 0,1 0,-1 0,0 0,0 0,0 0,1-1,-1 1,0 0,0-1,0 1,0-1,0 1,0-1,0 0,0 1,0-1,0 0,0 0,0 0,0 0,0 1,-1-1,1 0,0-1,-1 1,1 0,-1 0,1 0,-1 0,1 0,-1 0,0-1,4-13,0 0,-1 0,-1-1,-1 1,0-1,-1 0,-1 1,0-1,-1 1,-2-10,1 9,-1 1,0-1,-1 1,-1 0,0 0,-1 1,0 0,-1 0,-7-9,6 13</inkml:trace>
  <inkml:trace contextRef="#ctx0" brushRef="#br0" timeOffset="10673.364">1995 76,'6'446,"-5"-430,-2-8,2-1,-1 1,1-1,0 1,0-1,1 0,0 0,1 1,-1-1,1-1,2 4,-4-9,-1-1,1 0,-1 0,0 1,1-1,-1 0,1 0,-1 0,1 0,-1 0,1 0,-1 0,1 0,-1 0,1 0,-1 0,1 0,-1 0,0 0,1 0,-1 0,1-1,-1 1,1 0,-1 0,0-1,1 1,-1 0,1 0,-1-1,0 1,1 0,-1-1,0 1,0-1,1 1,-1 0,0-1,0 1,1-1,-1 1,0-1,0 1,0-1,0 1,0 0,0-1,0 1,0-1,0 1,0-1,0 1,0-1,0 1,0-1,0 1,-1-1,6-28,-2 0,-1-1,-2 1,-1-1,-1 1,-4-23,3 26,-34-227,34 243,1 15,2 18,-1-10,2 0,-1 0,2 0,0 0,0 0,2 0,-1 0,2-1,-1 0,2 0,-1 0,2 0,0-1,0 0,1 0,0-1,1 0,0-1,8 8,-14-16,1 1,-1 0,0-1,1 0,-1 1,0-1,1-1,-1 1,1 0,0-1,-1 0,1 0,0 0,-1 0,1 0,-1-1,1 0,-1 0,1 0,-1 0,1 0,-1 0,0-1,0 0,0 0,0 0,0 0,0 0,0-1,-1 1,1-1,0-1,7-6,-1-1,-1 0,0-1,-1 0,0 0,-1-1,5-12,-5 9,0-1,-1 0,-1 0,0 0,-2-1,0 1,0-1,-2 0,0 1,-1-3,1 19,0 1,0-1,0 0,1 0,-1 1,0-1,0 0,0 0,0 1,0-1,0 0,-1 0,1 1,0-1,0 0,0 0,-1 1,1-1,0 0,-1 1,1-1,-1 0,1 1,-1-1,1 1,-1-1,1 0,-1 1,0 0,1-1,-1 1,0-1,1 1,-1 0,0-1,1 1,-1 0,0 0,0-1,1 1,-1 0,0 0,0 0,1 0,-1 0,0 0,0 0,1 1,-1-1,0 0,0 0,1 0,-1 1,0-1,1 0,-1 1,-4 6,1 0,0 1,0-1,1 1,0 0,0 0,1 0,0 0,1 0,0 1,0-1,-1 5,-5 25,1-1,3 1,1 0,1 0,3 0,1 0,7 34,-9-64,0-1,1 0,0 1,0-1,1 0,0 0,0 0,1 0,-1-1,2 1,-1-1,1 0,-1 0,2-1,-1 1,1-1,-1 0,1-1,1 1,-1-1,1-1,-1 1,1-1,0 0,1-1,-1 1,0-1,1-1,6 1,0-3,-1-1,0-1,0 0,0-1,0 0,0-1,-1-1,0 0,0 0,-1-1,1-1,-1 0,-1-1,0 0,0 0,-1-1,0 0,0-1,-2 0,1 0,-1 0,-1-1,0 0,0-1,1-6,-4 11,1-1,-1 0,-1-1,0 1,0 0,-1-1,0 1,-1-1,1 1,-2-1,0 1,0-1,0 1,-1 0,-3-7,5 14,-1 1,1 0,-1 0,1-1,-1 1,0 0,0 0,1 0,-1 0,0 0,0 0,0 0,0 0,0 0,0 0,0 0,0 1,-1-1,1 0,0 1,0-1,-1 1,1 0,0-1,-1 1,1 0,0 0,-1 0,1-1,-1 2,1-1,0 0,-1 0,1 0,0 1,-1-1,1 0,0 1,0-1,-1 1,1 0,0-1,0 1,0 0,0 0,0 0,0 0,-43 51,38-41,1 0,0 1,1 0,0 0,1 0,0 0,1 0,0 1,1-1,1 9,0-16,0 0,0 0,1 1,0-1,0 0,1 0,-1 0,1 0,0 0,0 0,1 0,-1-1,1 1,0-1,0 0,1 0,-1 0,1 0,0-1,0 1,0-1,1 0,-1 0,1-1,0 1,1 0,4 0,1 0,0 0,1-1,-1-1,0 0,0 0,1-1,-1-1,0 0,1 0,-1-1,0 0,0-1,0 0,-1-1,1-1,-1 1,0-1,0-1,-1 0,1 0,-1-1,0-1,-1 1,0-1,0 0,-1-1,0 0,0 0,-1-1,-1 1,1-2,-1 1,-1 0,0-1,-1 0,2-7,-4 13,0-1,-1 1,0 0,0-1,-1 1,1 0,-1 0,0-1,0 1,-1 0,1 0,-3-3,4 7,0 1,0-1,-1 1,1-1,0 1,-1-1,1 1,0-1,-1 1,1 0,0-1,-1 1,1-1,-1 1,1 0,-1-1,1 1,-1 0,1 0,-1-1,1 1,-1 0,1 0,-1 0,0 0,1 0,-1 0,1 0,-1 0,1 0,-1 0,0 0,1 0,-1 0,1 0,-1 0,1 1,-1-1,1 0,-1 0,1 1,-1-1,1 0,-1 1,1-1,-1 0,1 1,0-1,-1 1,1-1,0 1,-1-1,1 1,0-1,-1 1,-15 30,12-19,1 1,0-1,1 0,0 1,1-1,0 1,1-1,0 1,1 0,1-1,0 0,3 11,-3-16,0-1,0 0,1 0,-1 0,1-1,0 1,1-1,-1 1,1-1,0 0,1-1,-1 1,1-1,0 1,0-1,0-1,0 1,1-1,0 0,-1 0,1-1,0 0,1 0,-1 0,0 0,1-1,-1-1,0 1,0-1,0 0,0-1,0 0,0 0,0 0,0 0,0-1,0 0,-1 0,1-1,-1 0,1 1,-1-2,0 1,0-1,-1 0,1 0,-1 0,1 0,-1-1,-1 0,1 0,-1 0,4-5,0-1,-1 0,0 0,-1 0,0-1,-1 1,-1-1,0 0,0-1,-1 1,0-11,-6-11,4 34,0-1,0 1,0-1,0 1,-1-1,1 0,0 1,0 0,0-1,-1 1,1-1,0 1,-1-1,1 1,0-1,-1 1,1 0,-1-1,1 1,0 0,-1-1,1 1,-1 0,1 0,-1-1,1 1,-1 0,1 0,-1 0,1 0,-1 0,0 0,1 0,-1 0,1 0,-1 0,1 0,-1 0,1 0,-1 0,1 0,-1 0,1 1,-1-1,1 0,-1 0,1 1,-1-1,1 0,-1 1,1-1,0 1,-1-1,1 0,0 1,-1-1,1 1,-6 6,0 1,1 0,0 0,1 0,0 1,0-1,0 1,1 0,1 0,0 1,0-1,0 0,1 1,1 8,0-14,0 0,0 0,1 1,0-1,0 0,0 0,0 0,0-1,1 1,0 0,0 0,0-1,0 1,1-1,-1 0,1 1,0-1,0-1,0 1,0 0,0-1,1 1,-1-1,1 0,-1 0,1 0,0-1,0 0,0 1,0-1,2 0,4 1,0 0,-1-1,1-1,0 1,0-1,-1-1,1 0,0 0,-1-1,1 0,-1-1,1 0,-1-1,2-1,-1-1,-1 0,1 0,-1-1,0-1,-1 1,1-1,-2-1,1 1,-1-1,0-1,-1 1,0-1,-1 0,0-1,0 1,-1-1,-1 0,2-8,-5 35,0 0,1-1,1 1,0-1,1 1,1-1,0 2,-1-11,-1 0,1 0,0 0,0-1,1 1,0-1,0 1,0-1,1-1,-1 1,1 0,0-1,0 0,1-1,-1 1,1-1,0 0,0 0,0 0,0-1,1 0,-1-1,0 1,1-1,0 0,-1-1,1 1,-1-1,1-1,-1 1,1-1,-1 0,1-1,1 0,4-3,0-1,0 0,-1-1,0 0,0 0,0-1,-1-1,0 0,-1 0,0-1,0 0,1-4,-10 14,1 0,-1 0,1 0,0 0,-1 0,1 0,-1 0,1 0,-1 1,1-1,-1 0,1 0,-1 0,1 1,-1-1,1 0,-1 1,1-1,-1 0,1 1,-1-1,0 1,1-1,-1 1,0-1,1 0,-1 1,0-1,0 1,0 0,1-1,-1 1,0-1,0 1,0-1,0 1,0-1,0 1,0 0,0-1,0 1,0-1,0 1,0-1,0 1,-1-1,1 1,0-1,0 1,0-1,-1 1,1-1,0 1,-1-1,1 1,2 14,-1-12,0 0,1 1,-1-1,1 0,0 0,0 0,0 0,1 0,-1-1,1 1,-1-1,1 1,0-1,0 0,0 0,0 0,0-1,0 1,1-1,-1 1,0-1,1 0,-1-1,1 1,0 0,-1-1,1 0,-1 0,1 0,0 0,-1-1,1 1,-1-1,1 0,-1 0,1 0,-1-1,0 1,0-1,0 0,1 0,-2 0,1 0,0 0,0-1,-1 1,1-1,-1 1,0-1,0 0,0 0,0 0,1-4,0-1,0 0,-1-1,0 1,0-1,-1 0,0 0,0 0,-1 1,-1-1,1 0,-1 0,-2-6,2 11,0-1,0 0,0 0,-1 0,0 1,0-1,0 1,-1-1,1 1,-1 0,0 0,0 0,-1 0,1 0,-1 1,0 0,1 0,-1 0,-1 0,1 0,0 1,-5-2,7 3,-1 0,1 1,0-1,-1 1,1-1,0 1,-1 0,1 0,-1 0,1 0,0 1,-1-1,1 1,-1-1,1 1,0 0,0 0,-1 0,1 0,0 0,0 0,0 1,0-1,0 1,1-1,-1 1,0 0,1 0,-1-1,1 1,0 0,-2 2,1 1,-1 0,1 0,0 1,0-1,1 0,-1 1,1-1,1 1,-1-1,1 1,0-1,0 1,0-1,1 2,9 27,4-4</inkml:trace>
  <inkml:trace contextRef="#ctx0" brushRef="#br0" timeOffset="11871.686">4200 544,'0'-35,"-1"0,-1-1,-2 1,-2 1,-1-1,-9-22,14 51,1 5,1 0,-1 0,0 0,1 0,-1 0,1 0,-1 0,1 0,-1 0,1 0,0 0,-1-1,1 1,0 0,0 0,0 0,0-1,0 1,0 0,0 0,1 0,-1-1,0 1,1 0,-1 0,0 0,1 0,0 0,-1 0,1 0,0 0,-1 0,1 0,0 0,0 0,0 0,0 1,0-1,0 0,0 0,87 8,-70-3,16 2,-1 1,0 2,-1 1,15 7,-45-16,1 0,0 0,0 0,-1 1,1-1,-1 0,1 1,-1 0,1 0,-1-1,0 1,0 1,0-1,0 0,0 0,-1 1,1-1,-1 1,1-1,-1 1,0 0,0 0,0-1,0 1,-1 0,1 0,-1 0,0 0,0 0,0 0,0 0,0-1,0 1,-1 0,0 1,-62 116,63-119,-1 0,1 0,-1 1,1-1,0 0,-1 1,1-1,0 0,0 1,0-1,0 0,0 1,0-1,0 0,0 1,1-1,-1 0,0 1,1-1,-1 0,1 0,0 0,-1 1,1-1,0 0,-1 0,1 0,0 0,0 0,0 0,0 0,0-1,0 1,1 0,-1 0,0-1,0 1,0-1,1 1,-1-1,1 1,57 6,-37-9,1 0,-1-1,0-2,-1 0,1-1,-1-1,0-1,-1-1,0-1,0-1,17-12,-32 20,-1 0,0-1,1 1,-1-1,0 0,-1 0,1-1,-1 1,0-1,0 1,0-1,-1 0,1 0,-1 0,0-1,-1 1,1 0,-1-1,0 1,-1-1,1 1,-1-1,0 0,-1-4,1 9,0 0,-1-1,1 1,0 0,-1 0,1 0,0 0,-1-1,0 1,1 0,-1 0,1 0,-1 0,0 0,0 0,0 0,0 1,0-1,0 0,0 0,0 1,0-1,0 1,0-1,0 1,0-1,0 1,-1-1,1 1,0 0,0 0,-1 0,1 0,0 0,0 0,0 0,-1 0,1 0,0 0,0 1,0-1,-1 1,1-1,0 1,0-1,0 1,-1 0,-49 35,46-31,1 0,-1 1,1 0,0 0,1 0,0 0,0 1,0-1,0 1,1 0,0 1,1-5,1-1,0 0,-1 0,1 1,0-1,0 0,0 0,0 1,1-1,-1 0,0 1,1-1,0 0,0 0,-1 0,1 0,0 0,1 0,-1 0,0 0,1 0,-1 0,1-1,-1 1,1 0,0-1,-1 0,1 1,0-1,0 0,0 0,0 0,0 0,1 0,1 0,3 1,1-1,0 1,1-2,-1 1,0-1,0 0,0-1,0 0,0 0,0-1,0 0,0 0,0-1,-1 0,1 0,-1-1,0 1,0-2,0 1,-1-1,0 0,1-1,1-2,-8 9,-1-1,1 0,0 0,0 1,0-1,0 0,1 1,-1-1,0 0,0 0,0 1,0-1,0 0,0 0,0 1,0-1,1 0,-1 0,0 0,0 1,0-1,0 0,1 0,-1 0,0 0,0 1,0-1,1 0,-1 0,0 0,0 0,1 0,-1 0,0 0,0 0,1 1,-1-1,0 0,0 0,1 0,-1 0,0 0,1 0,-1-1,0 1,0 0,1 0,-1 0,0 0,0 0,1 0,-1 0,0 0,0-1,0 1,1 0,-1 0,0 0,0-1,0 1,0 0,1 0,-1 0,0-1,0 1,0 0,0 0,0-1,0 1,0 0,-1 26,0-17,0-6,1-1,0 1,0-1,0 1,0 0,0-1,0 1,1-1,-1 1,1-1,0 0,0 1,0-1,0 0,0 1,0-1,0 0,1 0,-1 0,1 0,0 0,-1 0,1 0,0-1,0 1,0-1,1 1,-1-1,0 0,0 0,1 0,-1 0,0 0,1-1,-1 1,1-1,-1 1,1-1,-1 0,1 0,-1 0,1 0,0-1,-1 1,1-1,1 0,4-4,-1 0,0 0,0-1,0 0,0 0,-1 0,0-1,-1 0,0 0,0-1,0 0,-1 1,0-2,0 1,-1 0,0-1,1-6,24-144,-27 158,0-1,-1 1,1-1,0 1,0 0,0 0,0-1,0 1,0 0,1 0,-1 0,0 0,1 0,-1 0,0 1,1-1,-1 0,1 1,-1-1,1 1,0-1,-1 1,1 0,-1 0,1 0,0 0,-1 0,1 0,-1 0,1 0,0 1,-1-1,1 0,-1 1,1 0,-1-1,1 1,-1 0,0 0,1-1,-1 1,0 0,1 1,-1-1,0 0,0 0,0 0,14 7,14 1,-24-8,-1 0,1 0,-1 0,1 0,-1 1,0-1,1 1,-1 0,0 1,0-1,0 1,-1 0,1-1,-1 2,1-1,-1 0,0 1,0-1,0 1,-1 0,0 0,1 0,-1 0,-1 0,1 2,2 52,-5-52,0 0,0 1,1-1,0 0,1 0,-1 0,1 0,0 0,1 0,-1 0,1 0,0 0,1 0,-1-1,1 1,0-1,1 0,-1 0,1 0,0 0,0-1,5 4,-2-5,0-1,1 0,-1 0,0-1,1 1,-1-2,1 1,0-1,-1-1,1 1,-1-1,1 0,-1-1,0 0,1 0,-1-1,0 1,0-1,0-1,-1 0,1 0,4-4,-3 3,0-1,0 0,-1 0,0-1,-1 0,1 0,-1 0,0-1,-1 0,0 0,0 0,2-8,-5 11,0 1,0-1,-1 1,0-1,0 0,0 0,-1 1,1-1,-1 0,0 0,-1 0,1 1,-1-1,0 0,0 1,0-1,-1 0,0 1,0-1,0 1,0 0,0 0,-1 0,0 0,0 0,-1 0,2 1,0 0,0 1,0 0,0-1,0 1,-1 0,1 0,-1 0,0 0,1 1,-1-1,0 1,0 0,0 0,0 0,0 0,0 0,0 0,-1 1,1 0,0-1,0 1,0 1,0-1,-1 0,1 1,0-1,0 1,0 0,0 0,0 0,0 1,0-1,0 1,1-1,-1 1,1 0,-1 0,1 0,-1 1,-2 5,1 0,1 0,0 1,0-1,0 1,1 0,0-1,1 1,0 0,0 0,1 0,0 0,1 0,0 0,0 0,1 0,0 0,1-1,0 1,0-1,0 0,1 0,1 0,-1 0,1-1,1 1,0 0,72 52,-39-42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19:52.01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2126,'106'10,"0"-5,51-5,-10-1,208 13,-270-5,-83-8,-1 1,0-1,0 0,0 0,0 1,0-1,0 0,0 0,-1 0,1 0,0 0,0 0,-1 0,1 0,-1 0,1 0,-1 0,1-1,-1 1,0 0,1 0,-1-1,0 1,0 0,0 0,0-1,0 1,0 0,0 0,-1 0,1-1,-1 0,1-3,-36-676,-15 269,51 411,-1 0,1 1,-1 0,1-1,-1 1,1-1,0 1,-1-1,1 1,0-1,-1 1,1-1,0 1,0-1,0 1,-1-1,1 0,0 1,0-1,0 1,0-1,0 0,0 1,0-1,0 1,0-1,0 0,0 1,1-1,-1 1,0-1,0 1,1-1,-1 0,0 1,1-1,-1 1,0 0,1-1,-1 1,1-1,-1 1,1-1,-1 1,1 0,-1 0,1-1,-1 1,1 0,-1 0,1-1,-1 1,1 0,0 0,-1 0,1 0,-1 0,1 0,0 0,-1 0,1 0,-1 0,1 0,0 0,-1 1,1-1,-1 0,1 0,-1 0,1 1,14 7,0 0,1-2,0 0,0 0,0-1,1-1,-1-1,1-1,7 1,472 11,-428-10,-1 3,0 2,0 4,13 6,-78-19,0 1,0-1,0 0,0 1,0-1,1 1,-1 0,0 0,0 0,-1 0,1 0,0 0,0 1,0-1,-1 0,1 1,-1 0,1-1,-1 1,0 0,1 0,-1-1,0 1,0 0,0 0,-1 0,1 0,0 1,-1-1,1 0,-1 0,0 0,0 0,0 1,0-1,0 0,-18 180,14-123,-4 28,4 0,3-1,9 59,38 40,-5-35,-41-149,1 0,-1 1,0-1,0 0,1 0,-1 0,1 1,-1-1,1 0,-1 0,1 0,0 0,-1 0,1 0,0 0,0 0,0 0,0-1,0 1,0 0,0-1,0 1,0 0,0-1,0 1,0-1,0 1,1-1,-1 0,0 0,0 1,1-1,-1 0,0 0,0 0,1 0,-1-1,0 1,0 0,0 0,1-1,-1 1,0-1,0 1,0-1,0 1,0-1,0 0,0 1,0-1,41-13,0 1,0 3,1 1,19 0,100 0,71 10,-117 0,674 8,138-58,-584 47,321-11,-311-5,67 16,383 11,-794-9,-8 1,1 0,-1-1,0 0,1 0,-1 1,0-1,1-1,-1 1,0 0,1-1,-1 1,0-1,0 1,0-1,1 0,-1 0,0 0,0 0,0-1,0 1,0 0,-1-1,1 1,0-1,-1 0,2-1,0-84,10-193,-4 201,-4 0,-4 0,-3 0,-3 0,-4 1,-6-12,7 59,-2 1,-1 0,-2 0,0 2,-2-1,-10-12,35 50,-1-1,1 0,0 0,1-2,0 1,0-1,0-1,1 0,4 1,17 2,-1-1,1-2,0-2,0 0,0-3,1 0,-1-3,0 0,-1-2,6-3,-35 8,266-47,-262 46,53-1,-59 2,1 0,-1 0,0 0,1 0,-1 1,0-1,1 0,-1 1,0-1,0 1,1-1,-1 1,0 0,0 0,0 0,0-1,0 1,0 0,0 0,0 0,0 0,-1 1,1-1,0 0,0 0,-1 0,1 1,-1-1,0 0,1 1,-1-1,0 0,1 1,-1-1,0 0,0 1,0-1,-1 1,-23 115,15-36,5-1,4 69,1-73,3 274,-1-317,2 0,2 0,0-1,2 0,5 7,-12-36,0 0,0-1,0 1,1-1,-1 1,1-1,0 0,0 0,0 0,0-1,0 1,0-1,0 1,0-1,1 0,-1 0,0 0,1-1,-1 1,1-1,-1 0,0 0,1 0,-1-1,1 1,-1-1,1 1,-1-1,0 0,0-1,3 0,15-1,159-8,0 7,43 11,-88-3,724-13,662-4,-1015 15,989-2,-1488 0,35-4,-42 4,1 0,0 0,-1-1,1 1,-1 0,1-1,0 1,-1 0,1-1,-1 1,1-1,-1 1,1-1,-1 1,0-1,1 1,-1-1,1 1,-1-1,0 0,0 1,1-1,-1 1,0-1,0 0,0 1,0-1,0 0,0 1,0-1,0 0,0 1,0-1,0 0,0 1,0-1,0 0,-1 1,1-1,0 0,0 1,-1-1,1 1,-1-1,1 0,0 1,-1-1,1 1,-1 0,1-1,-1 1,0-1,-9-12</inkml:trace>
  <inkml:trace contextRef="#ctx0" brushRef="#br0" timeOffset="1528.338">13182 1044,'0'53,"-1"151,8 0,29 155,7-174,-37-169,-3-26,-4-29,-17-142,-17-268,34 102,1 345,0 1,0 0,0-1,0 1,0-1,0 1,0-1,0 1,0-1,1 1,-1-1,0 1,1-1,0 1,-1 0,1-1,0 1,0 0,-1 0,1-1,0 1,0 0,0 0,1 0,-1 0,0 0,0 0,0 1,1-1,-1 0,0 1,1-1,-1 1,1-1,-1 1,1-1,-1 1,1 0,-1 0,1 0,-1 0,1 0,-1 0,0 0,1 1,-1-1,1 0,-1 1,1-1,213 62,17-12,3-10,9-9,-228-29,-11-3,1 1,0 0,0 0,0 1,-1 0,1 0,0 0,-1 0,1 1,-1 0,1 0,-1 1,0 0,0 0,0 0,0 0,-1 1,1-1,-1 1,0 0,0 1,0-1,-1 1,1 1,-2 3,0 0,-1 0,-1 1,1-1,-2 1,1-1,-1 0,-1 1,1-1,-2 0,1 1,-2 8,-10 44,3 1,3 1,2-1,3 1,3 0,3 0,3 0,8 32,-9-66,2-1,1 0,2-1,0 1,2-2,1 0,2 0,2 2,-13-26,0 1,1 0,0-1,-1 0,1 0,0-1,1 1,-1-1,0 0,1-1,-1 1,1-1,-1 0,1 0,0-1,-1 0,1 0,0 0,-1 0,1-1,0 0,-1-1,1 1,-1-1,0 0,1 0,-1 0,1-2,30-5,184-26,2 10,0 10,1 9,16 11,392 14,229 52,-507-37,-382-43,-61-13,38 9</inkml:trace>
  <inkml:trace contextRef="#ctx0" brushRef="#br0" timeOffset="4467.654">1671 1564,'35'63,"-27"-47,2 0,-1-1,2 0,0-1,0 0,2 0,0-2,0 1,1-2,0 0,1 0,1-1,-1-1,1-1,12 5,-26-12,1-1,-1 1,0 0,1-1,-1 0,0 1,1-1,-1 0,0 0,1 0,-1-1,0 1,1 0,-1-1,0 0,0 1,0-1,1 0,-1 0,0 0,0 0,0-1,0 1,0-1,-1 1,1-1,0 1,-1-1,1 0,-1 0,0 0,1 0,-1 0,0 0,0 0,0 0,0-3,59-192,-48 154,7-27,4 1,25-54,-39 114,-14 26,-4-6,0 0,-1-1,0 0,-1 0,0-1,0-1,-1 0,0 0,-1-1,1-1,-1 0,-1-1,1 0,-1-1,0 0,0-2,0 1,-1-1,0 1,-152 36,164-38,1 0,0 0,0 0,0 0,0 1,0-1,0 0,0 1,1 0,-1-1,0 1,1 0,-1 0,1 0,0 0,0 0,-1 0,1 0,1 0,-1 0,0 1,0-1,1 0,0 1,-1-1,1 1,-1 63,0-65,1-1,0 0,0 0,0 1,0-1,-1 0,1 1,0-1,0 0,0 1,0-1,0 1,0-1,0 0,0 1,0-1,0 0,0 1,0-1,0 0,0 1,1-1,-1 0,0 1,0-1,0 0,0 1,1-1,-1 0,0 0,0 1,1-1,-1 0,0 0,0 1,1-1,-1 0,0 0,1 0,-1 0,0 1,1-1,-1 0,0 0,1 0,-1 0,0 0,1 0,-1 0,0 0,1 0,-1 0,0 0,1 0,-1 0,0 0,1 0,-1-1,0 1,1 0,-1 0,0 0,1 0,-1-1,16-20,91-224,-106 244,-1 0,0 0,0-1,0 1,1 0,-1 0,0 0,1 0,-1-1,1 1,0 0,-1 0,1 0,0 0,0 0,0 0,-1 1,1-1,0 0,0 0,0 0,0 1,0-1,1 1,-1-1,0 1,0-1,0 1,0 0,1-1,-1 1,0 0,0 0,0 0,1 0,-1 0,0 0,0 0,1 0,-1 1,0-1,0 0,0 1,1-1,-1 1,0-1,0 1,0 0,0-1,0 1,0 0,0 0,0 0,4 11,1 1,-2 0,0 0,-1 0,0 1,-1-1,0 0,-1 1,-1 0,0-1,-1 9,-1-2,0 0,-2 0,0 0,-1-1,-1 1,0-1,-6 10,136-258,-112 215,-16 35,-33 87,18-60,3 2,1 0,3 0,2 1,1 15,10-41,-1-25,0-1,1 1,-1 0,0 0,0-1,0 1,0 0,0 0,1-1,-1 1,0 0,0 0,0-1,1 1,-1 0,0 0,0 0,1 0,-1 0,0-1,0 1,1 0,-1 0,0 0,1 0,-1 0,0 0,0 0,1 0,-1 0,0 0,1 0,-1 0,0 0,0 0,1 0,-1 0,0 0,0 0,1 1,-1-1,0 0,1 0,-1 0,0 0,0 1,0-1,1 0,-1 0,0 0,0 1,0-1,0 0,1 0,-1 1,0-1,0 0,0 1,0-1,0 0,0 0,0 1,0-1,0 0,0 1,0-1,0 0,0 1,6-12,0 0,-1-1,0 1,-1-1,0 0,-1 0,0-1,0-7,2-5,25-130,-24 148,-4 25,-15 84,13-101,0 0,-1 0,1-1,0 1,0 0,-1 0,1 0,-1 0,1 0,-1-1,1 1,-1 0,1 0,-1-1,1 1,-1 0,0-1,0 1,1 0,-1-1,0 1,0-1,0 0,0 1,1-1,-1 0,0 1,0-1,0 0,0 0,0 0,0 0,0 0,0 0,0 0,0 0,0 0,0 0,1 0,-1-1,0 1,0 0,0-1,0 1,0-1,1 1,-1-1,0 1,0-1,1 1,-1-1,-37-36,-71-119,109 155,0 1,-1 0,1-1,0 1,-1 0,1-1,0 1,0 0,-1-1,1 1,0 0,0-1,0 1,0-1,-1 1,1-1,0 1,0 0,0-1,0 1,0-1,0 1,0-1,0 1,0 0,0-1,1 1,-1-1,0 1,0 0,0-1,0 1,1-1,-1 1,0 0,0-1,1 1,-1 0,0-1,1 1,-1 0,0 0,1-1,-1 1,0 0,1 0,-1-1,1 1,-1 0,0 0,1 0,-1 0,1 0,-1 0,1 0,-1 0,30 1,-22 0,371 13,-338-12,-69 11,-26-6,-1-3,1-2,-27-4,-63 3,143-2,0 1,0 0,0-1,0 1,0 0,0 0,0 0,-1 0,1 0,0 0,0 1,0-1,0 0,0 0,0 1,0-1,0 1,0-1,0 1,0-1,0 1,0-1,1 1,-1 0,0 0,0-1,0 1,1 0,-1 0,1 0,-1 0,0 0,1 0,0 0,-1 0,1 0,0 0,-1 0,1 0,0 0,0 0,0 1,3 0,-1 0,2-1,-1 1,0-1,0 1,0-1,1 0,-1 0,0 0,1-1,-1 1,1-1,-1 0,1 0,-1 0,3-1,-3 1,26-2,-1-2,0-1,0-2,-1 0,0-2,0-1,5-3,11-4,50-14,-103 44,0-5,-40 39,48-46,1 1,0-1,0 1,0-1,0 1,0-1,0 1,0 0,0 0,1-1,-1 1,1 0,-1 0,1 0,0 0,-1 0,1 0,0-1,1 1,-1 0,0 0,0 0,1 0,-1 0,1 0,-1-1,1 1,0 0,0 0,0-1,1 2,19 15,7-3</inkml:trace>
  <inkml:trace contextRef="#ctx0" brushRef="#br0" timeOffset="6261.593">7794 1338,'3'30,"0"0,2 0,1-1,2 0,1 0,1-1,1 0,2 0,0-1,2-1,16 21,-25-36,-19-29,-193-369,174 347,30 39,18 12,8-3,0-1,0-1,1-1,0-1,0-1,0-2,0 0,19-3,144-3,-186 5,0 0,-1 0,1 0,0 0,-1 0,1 1,0-1,-1 1,1-1,-1 1,1-1,-1 1,1 0,-1 0,1 0,-1 0,0 0,0 0,1 0,-1 0,0 1,0-1,0 0,0 1,0-1,0 0,-1 1,1-1,0 1,-1 0,1-1,-1 1,0-1,1 1,-1 0,0-1,0 1,0 0,0-1,0 1,-1 0,1-1,0 1,-1 0,1-1,-1 1,0-1,0 2,-9 24,-1 0,-1-1,-2 0,0-1,-1-1,-19 22,31-41,-14 18,-37 69,54-83,9-19,1-13,0-1,-2 0,-1-1,-1 1,-1-1,-1 0,-1-1,0-12,1-2,2-25,-30 220,-5 95,31-294,-1 0,-3 0,-1 1,-3-1,6 34,-2 1,1 0,-1 0,-1 0,0 0,0 1,0-1,-1 1,-1-1,1 1,-1 0,-1 1,1 0,-3-2,7 8,0 0,0 1,-1-1,1 0,0 0,-1 1,1-1,-1 1,1-1,-1 1,1 0,-1 0,1-1,-1 1,1 0,-1 0,1 0,-1 1,1-1,-1 0,1 1,-1-1,1 1,0-1,-1 1,1-1,0 1,-1 0,1 0,0 0,0 0,0 0,-1 0,1 0,0 0,0 0,1 1,-2 0,-27 53,26-51,1 1,0 1,1-1,-1 0,1 0,0 1,0-1,0 1,1-1,0 0,0 1,0-1,1 1,0-1,0 1,0-1,1 0,0 0,0 0,0 0,0 0,1 0,0 0,1 0,-1-4,0 0,1-1,-1 1,1-1,-1 0,1 0,-1 0,1 0,-1-1,1 1,-1-1,0 0,1 0,-1 0,0-1,0 1,0-1,1 0,-2 1,1-1,0-1,0 1,-1 0,1-1,-1 1,0-1,0 0,0 0,0 0,0 0,0 0,-1 0,0 0,1 0,-1-1,2-3,0 1,0 0,0-1,-1 0,0 0,0 0,-1 0,0 0,0 0,-1 0,0 0,0 0,0 0,-1 0,0 0,-1 0,1 0,-1 0,-1 0,-1-4,2 9,0 1,0-1,0 1,1 0,-1 0,0 0,0 0,-1 0,1 0,0 0,0 1,0-1,0 1,-1-1,1 1,0 0,-1 0,1 0,0 0,0 1,-1-1,1 1,0-1,0 1,0 0,0-1,0 1,0 0,0 1,0-1,0 0,0 0,0 1,1-1,-1 1,0 0,1-1,0 1,-1 0,1 0,0 0,0 0,0 0,0 0,0 0,1 0,-1 1,0-1,1 0,0 0,0 1,-1 0,1 1,-1 0,1 0,0 0,0 0,0 0,0 1,1-1,0 0,0 0,0-1,0 1,1 0,-1 0,1 0,0-1,0 1,0-1,0 0,1 1,0-1,-1 0,1-1,0 1,0 0,1-1,-1 0,1 1,1-1,39 27</inkml:trace>
  <inkml:trace contextRef="#ctx0" brushRef="#br0" timeOffset="8466.517">14157 1525,'7'2,"-1"0,0 0,0 1,0 0,0 1,0-1,-1 1,1 0,-1 0,0 1,-1-1,1 1,-1 0,0 1,0-1,0 1,-1-1,0 1,0 0,1 3,-3-8,14 32,0 1,-2 0,-2 0,-1 1,-1 1,1 23,-5-36,-1-2,-3-21,-1 0,0 0,0 0,0 0,0-1,0 1,0 0,1 0,-1 0,0 0,0 0,0 0,0 0,1 0,-1 0,0 0,0 0,0 0,0 0,1 0,-1 0,0 0,0 0,0 0,0 0,0 0,1 0,-1 0,0 1,0-1,0 0,0 0,0 0,1 0,-1 0,0 0,1-20,0-4,-1-1,-1 1,-1-1,-1 1,-2 0,0 0,-1 1,-2-1,0 2,-1-1,-2 1,0 0,-1 1,-12-15,20 31,0 0,0 0,0 1,0 0,-1 0,0 0,0 0,0 1,0 0,0 0,-1 0,1 1,21 12,12-4,0-2,0-1,0-1,0-1,0-2,1-1,-1-1,0-1,14 0,-40 3,0 0,0 0,0 1,0-1,0 1,0-1,0 1,0 0,0 0,1 0,-1 0,0 0,0 0,0 1,0-1,0 1,0-1,0 1,0 0,0 0,0 0,0 0,0 0,0 0,-1 1,1-1,0 1,-1-1,1 1,-1-1,0 1,1 0,-1 0,0 0,0-1,0 1,0 0,-1 0,1 0,-1 1,1-1,-1 0,1 1,-3 12,0 0,-1 0,0-1,-2 1,1-1,-2 0,-6 13,3-5,-55 151,85-235,22-168,-58 261,-2 14,1 1,3 1,1 0,3 1,1 10,7-57,0-1,1 1,-1 0,1 0,0 0,-1-1,1 1,0 0,-1 0,1 0,0 0,0 0,0 0,0 0,0-1,0 1,0 0,0 0,0 0,0 0,0 0,1 0,-1 0,0 0,1-1,-1 1,0 0,1 0,-1 0,1-1,0 1,-1 0,1-1,-1 1,1 0,0-1,0 1,-1-1,1 1,0-1,0 1,0-1,0 0,-1 1,1-1,0 0,0 0,0 0,0 1,0-1,0 0,0 0,0 0,0-1,-1 1,1 0,0 0,1-1,3-6,1 0,-2-1,1 0,-1 0,0 0,-1-1,0 1,0-1,-1 0,0 0,0-6,1 2,6-29,-2-1,-2 1,-2-1,-2-16,-1 59,1-1,-1 0,1 1,-1-1,0 1,1-1,-1 0,0 1,1-1,-1 0,0 0,0 1,0-1,0 0,0 1,0-1,0 0,0 0,0 1,0-1,0 0,0 1,0-1,-1 0,1 0,0 1,0-1,-1 0,1 1,0-1,-1 1,1-1,-1 1,1-1,-1 0,1 1,-1 0,0-1,1 1,-1-1,1 1,-1 0,0-1,1 1,-1 0,0 0,1-1,-1 1,0 0,0 0,1 0,-1 0,0 0,0 0,1 0,-1 0,0 0,1 0,-1 1,0-1,1 0,-1 0,-13 18,2 0,0 1,1 0,1 0,1 1,-1 6,4-12,-8 16,2 0,2 1,0 0,-2 20,11-50,1 0,-1 0,1 0,-1 0,1 0,-1 0,1 0,0 0,-1 0,1 0,0 0,0 0,0 1,0-1,0 0,0 0,0 0,0 0,0 0,1 0,-1 0,0 1,1-1,-1 0,1 0,-1 0,1 0,0 0,-1 0,1-1,0 1,-1 0,1 0,0 0,0-1,0 1,0 0,0-1,0 1,0-1,0 1,0-1,0 0,0 1,0-1,0 0,1 0,-1 1,0-1,0 0,0 0,1-1,7-4,-1-2,0 1,0-1,-1 0,0-1,0 1,-1-1,0-1,0 1,-1-1,0 0,0-1,-1 1,-1-1,1-1,1-2,-1 1,0 0,0-1,-2 1,1-1,-2 0,0 0,0 0,-2-8,1 21,0 0,0 1,0-1,0 0,0 1,0-1,0 0,0 1,0-1,0 0,0 1,-1-1,1 0,0 0,0 1,0-1,-1 0,1 0,0 1,0-1,-1 0,1 0,0 1,-1-1,1 0,0 0,0 0,-1 0,1 0,0 1,-1-1,1 0,0 0,-1 0,1 0,0 0,-1 0,1 0,0 0,-1 0,1 0,0 0,-1 0,1-1,0 1,-1 0,1 0,0 0,-1 0,1-1,0 1,-1 0,1 0,0 0,0-1,-1 1,1 0,0 0,0-1,0 1,-1 0,1-1,0 1,0 0,0-1,0 1,0 0,0-1,0 1,0 0,-53 114,44-90,-16 65,25-89,0 0,0-1,1 1,-1 0,0-1,0 1,1 0,-1 0,0-1,1 1,-1 0,0 0,1-1,-1 1,1 0,-1 0,0 0,1 0,-1 0,1-1,-1 1,0 0,1 0,-1 0,1 0,-1 0,0 0,1 0,-1 1,1-1,-1 0,0 0,1 0,-1 0,1 0,-1 1,0-1,1 0,-1 0,0 1,1-1,-1 0,0 0,0 1,1-1,-1 0,0 1,0-1,1 0,-1 1,0-1,0 1,0-1,0 0,0 1,1-1,-1 1,0-1,0 0,0 1,0-1,0 1,0-1,0 1,-1-1,1 0,0 1,0-1,24-25,-14 8,0 0,-2 0,0-1,0 0,-2 0,-1 0,0-1,-1 0,-1 0,-1 0,0-1,-2 0,1 18,-1 1,1 0,-1-1,0 1,0-1,1 1,-1 0,0-1,0 1,0-1,-1 1,1 0,0-1,0 1,-1-1,1 1,-1 0,1-1,-1 1,0 0,1 0,-1 0,0-1,0 1,0 0,0 0,0 0,0 0,0 0,0 1,0-1,-1 0,1 0,0 1,0-1,-1 1,1-1,0 1,-1-1,-38 53,24-15,1 1,2 1,2 0,2 0,-1 13,-1 6</inkml:trace>
  <inkml:trace contextRef="#ctx0" brushRef="#br0" timeOffset="22750.299">2152 255,'1'-1,"-1"1,0-1,0 1,0-1,0 1,0-1,1 1,-1 0,0-1,0 1,0-1,0 1,0-1,0 1,-1-1,1 1,0-1,0 1,0-1,0 1,0 0,-1-1,1 1,0-1,0 1,-1 0,1-1,0 1,-1 0,1-1,0 1,-1 0,1-1,0 1,-1 0,1 0,-1-1,1 1,-1 0,1 0,0 0,-1 0,1 0,-1 0,1 0,-1 0,1 0,-1 0,1 0,-1 0,1 0,-1 0,1 0,0 0,-1 0,1 0,-1 1,1-1,-1 0,1 0,-15 31,1 26,1 2,4-1,2 1,2 1,3 24,12 12,-9-93,0 1,0-1,1 0,-1 0,1 1,-1-1,1-1,0 1,0 0,1 0,-1-1,0 1,1-1,0 0,-1 1,1-1,0-1,0 1,0 0,0-1,1 1,-1-1,0 0,0 0,1 0,0-1,10 0,-1-1,0 0,0-1,1-1,-1 0,-1 0,1-2,0 1,-1-2,0 0,0 0,-1-1,5-4,-12 9,30-18</inkml:trace>
  <inkml:trace contextRef="#ctx0" brushRef="#br0" timeOffset="22994.268">1738 469,'23'-5,"23"-3,20-1,17-1,12 1,4 3,-1 1,-18 3</inkml:trace>
  <inkml:trace contextRef="#ctx0" brushRef="#br0" timeOffset="23251.58">2607 682,'-1'6,"1"-1,-1 1,1-1,0 1,1 0,-1-1,1 1,0-1,0 1,1-1,0 0,0 0,0 1,1-1,-1 0,1-1,0 1,1 0,-1-1,1 0,0 0,0 0,0 0,0-1,1 1,-1-1,1 0,0-1,0 1,0-1,1 0,-1 0,0-1,1 1,0-1,1-1,-1-1,1 0,0 0,-1-1,1 0,-1 0,1 0,-1-1,0 0,0 0,0-1,-1 0,1 0,-1 0,0 0,0-1,0 0,-1 0,1 0,-1-1,-1 1,1-1,-1 0,0 0,0 0,0-1,-1 1,0-1,-1 1,1-1,-1 0,0 1,-1-3,0 5,0 1,0-1,0 0,0 1,-1-1,1 1,-1-1,0 1,0-1,-1 1,1-1,-1 1,1 0,-1 0,0 0,0 0,-1 0,1 0,0 1,-1-1,0 1,0-1,1 1,-1 0,-1 0,1 0,0 1,0-1,-2 0,-3 0,0-1,0 1,0 0,0 1,0 0,-1 0,1 1,0 0,0 1,0-1,-1 1,-4 2,6-2,-1 1,1 0,0 1,-1-1,1 1,0 1,1-1,-1 1,1 0,-1 1,1-1,0 1,1 0,-1 1,1 0,0-1,1 2,-1-1,1 0,1 1,-1 0,1 0,0 0,0 0,1 0,0 1,1-1,-1 1,3 27</inkml:trace>
  <inkml:trace contextRef="#ctx0" brushRef="#br0" timeOffset="24179.478">8008 1,'-1'37,"1"1,1-1,2 1,2-1,2 0,1 2,5 29,-7-28,34 137,-38-172,-1 0,1 0,1 0,-1 0,0-1,1 1,0-1,0 1,1-1,-1 0,1 0,0 0,0-1,0 0,0 1,1-2,-1 1,1 0,0-1,0 0,0 0,0 0,0-1,0 1,0-1,1 0,-1-1,0 0,1 1,-1-2,0 1,1 0,2-2,76-27,-49 9</inkml:trace>
  <inkml:trace contextRef="#ctx0" brushRef="#br0" timeOffset="24428.308">7714 268,'25'-5,"27"-1,19 3,20 3,11 3,5 2,-16 1</inkml:trace>
  <inkml:trace contextRef="#ctx0" brushRef="#br0" timeOffset="24914.024">8610 482,'-2'4,"-22"71,24-72,0-1,0 0,0 0,0 0,0 0,0 0,0 0,1 0,-1 0,1 0,-1 0,1-1,0 1,0 0,0 0,0 0,0-1,0 1,0 0,0-1,1 1,-1-1,1 0,-1 1,1-1,0 0,-1 0,1 0,0 0,0 0,0 0,0-1,0 1,0-1,0 1,0-1,1 2,1-1,-1 0,1 0,0 0,-1 0,1-1,0 0,0 1,0-1,-1-1,1 1,0 0,-1-1,1 0,0 0,-1 0,1 0,-1-1,1 1,-1-1,0 0,1 0,-1 0,0 0,0-1,-1 1,1-1,0 0,-1 0,0 0,1 0,-1 0,0 0,0-1,1-11,0-1,-1 1,-1 0,0-1,-1 1,-1 0,-1-1,4-77,2 80,-1 18,1 23,-3 79,-5 0,-14 74,9-116,6-61,0-6</inkml:trace>
  <inkml:trace contextRef="#ctx0" brushRef="#br0" timeOffset="26195.618">8449 522,'30'-7,"0"-2,0-2,-1 0,-1-2,0-2,-1 0,0-1,-1-2,-1-1,-1-1,-1 0,0-2,3-7,-14 20,-15 27,1-9,-8 51,3 0,3 0,2 0,2 0,4 0,1 0,11 40,-12-148,-5 10,2-31,-3 0,-3 1,-4 0,-7-27,16 94,0-1,0 0,0 0,0 0,-1 0,1 0,-1 0,1 0,-1 0,0 0,1 0,-1 0,0 0,0 0,-1 1,1-1,0 0,-1 1,1-1,-1 1,1-1,-1 1,1 0,-1 0,0-1,0 1,0 0,0 1,0-1,0 0,0 1,0-1,0 1,-13 2,1 2,-1-1,1 2,0 0,1 1,-1 0,1 1,-6 5,-1-1,-208 128,201-116,57-30,84-67,-85 52,1 2,1 1,1 1,17-5,-48 22,0 0,1 0,-1 0,1 0,-1 1,1-1,-1 1,1-1,0 1,-1-1,1 1,0 0,-1 0,1 0,0 0,-1 0,1 0,-1 0,1 0,0 1,-1-1,1 1,-1-1,1 1,-1 0,1 0,-1-1,1 1,-1 0,0 0,1 0,-1 1,0-1,0 0,0 0,0 1,0-1,0 0,0 1,0-1,-1 1,1-1,-1 1,1 0,0 0,6 27,-1-1,-2 1,0 0,-2 1,-1-1,-3 16,2-7,0 234,-1-271,1-1,0 1,0-1,-1 1,1-1,0 1,0-1,0 1,0 0,0-1,0 1,0-1,0 1,0-1,0 1,0 0,0-1,0 1,0-1,1 1,-1-1,0 1,0-1,1 1,-1-1,0 1,1-1,-1 1,0-1,1 1,-1-1,1 0,-1 1,1-1,-1 0,1 1,-1-1,1 0,-1 0,1 1,-1-1,1 0,-1 0,1 0,0 0,-1 0,1 0,-1 0,1 0,-1 0,1 0,0 0,-1 0,1 0,0-1,25-22,-23 19,13-15</inkml:trace>
  <inkml:trace contextRef="#ctx0" brushRef="#br0" timeOffset="27083.609">14171 108,'-12'420,"11"-409,0 0,1 0,0 0,0 0,1 0,1 0,0 0,0 0,1 0,1-1,0 1,0-1,1 0,0-1,1 1,0-1,0 0,1 0,0-1,1 0,4 4,-2-6,0 0,1-1,-1 0,1-1,0 0,1-1,-1 0,1-1,-1 0,1 0,0-2,-1 1,1-2,0 1,0-2,-1 1,1-2,-1 1,0-2,1 1,-1-2,-1 1,1-1,4-4,18-31,-26 21</inkml:trace>
  <inkml:trace contextRef="#ctx0" brushRef="#br0" timeOffset="27329.296">13944 441,'-7'-2,"3"-1,10 0,16 1,20 1,19 0,17 0,12 3,3 1,-13 0</inkml:trace>
  <inkml:trace contextRef="#ctx0" brushRef="#br0" timeOffset="27630.49">14732 562,'18'0,"-4"-2,1 2,0 0,-1 0,1 1,-1 1,1 1,-1 0,0 1,0 0,0 1,-1 1,12 6,-22-10,0 0,0 0,-1 0,1 0,-1 1,0-1,0 1,0 0,0 0,0 0,-1 0,1 0,-1 0,0 0,0 0,0 0,0 1,0-1,-1 0,0 1,1-1,-1 0,0 1,-1-1,1 0,-1 1,1-1,-1 0,0 0,0 1,-1-1,1 0,0 0,-1 0,-5 10,-1 0,0 0,-1-1,0 0,-1-1,-1 0,0 0,-132 124,142-134,0 0,0 0,0 0,0 0,0 0,0 0,1 1,-1-1,0 0,0 0,1 1,-1-1,1 0,-1 1,1-1,0 0,0 1,-1-1,1 1,0-1,0 0,0 1,0-1,1 1,-1-1,0 1,0-1,1 0,-1 1,1-1,0 0,-1 0,1 1,0-1,0 0,-1 0,1 0,0 0,0 0,0 0,0 0,1 0,-1 0,0 0,0-1,0 1,1 0,-1-1,0 1,1-1,-1 0,1 1,16 5,1-1,0-1,0-1,0 0,0-2,0 0,5-1,1 1,210 1,-175-3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22:36.503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05" units="cm"/>
      <inkml:brushProperty name="height" value="0.05" units="cm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E71224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4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7099 1030,'18'-14,"1"2,0 0,1 1,1 1,0 1,0 1,0 1,1 1,0 0,1 2,-1 1,14-1,-33 4,1-1,-1 1,1 0,-1 0,1 1,0-1,-1 1,1-1,-1 1,0 0,1 1,-1-1,0 0,1 1,-1 0,0 0,0 0,0 0,-1 0,1 1,0-1,-1 1,0 0,1-1,-1 1,0 0,-1 0,1 1,0-1,0 3,-2 6,-1 0,0-1,-1 1,-1 0,0-1,0 0,-1 0,0 0,-1 0,0 0,-1-1,0 0,-1-1,0 1,0-1,-9 8,-148 183,163-199,0 0,0 0,0 0,1 0,-1 0,0 0,0 0,1 0,-1 1,1-1,-1 0,1 0,-1 0,1 1,0-1,-1 0,1 1,0-1,0 0,0 1,0-1,0 0,0 1,1-1,-1 0,0 1,1-1,-1 0,1 0,-1 0,1 1,0-1,-1 0,1 0,0 0,0 0,0 0,0 0,0 0,0 0,0-1,0 1,0 0,0 0,0-1,0 1,1-1,0 1,13 3,1 0,0-1,0-1,0-1,0 0,0-1,7-1,2 1,302-18,-266 12</inkml:trace>
  <inkml:trace contextRef="#ctx0" brushRef="#br0" timeOffset="-1419.395">5521 736,'-2'20,"-1"19,0 13,1 12,-2 11,0 6,-2 1,1-4,-2-9,1-12,1-15</inkml:trace>
  <inkml:trace contextRef="#ctx0" brushRef="#br0" timeOffset="-1118.166">5214 629,'-28'-97,"27"95,1 0,0 0,0 0,0 0,0 0,0 0,0 0,0 0,1 0,-1 0,1 0,0 0,-1 0,1 1,0-1,0 0,0 0,0 1,0-1,1 0,-1 1,1 0,-1-1,1 1,-1 0,1-1,-1 1,1 0,0 0,0 0,0 1,0-1,-1 0,1 1,2-1,78-9,-68 9,12-2,-1 2,1 0,-1 2,1 1,-1 1,1 1,-1 1,0 1,-1 2,1 0,-2 2,1 0,16 11,-36-18,1 0,0 1,-1 0,0 0,0 0,0 0,0 1,-1 0,0-1,0 1,0 1,0-1,-1 0,0 0,0 1,0 0,-1-1,0 1,0 0,0-1,-1 1,0 0,0 0,0 0,-1-1,0 1,0 0,-2 5,-6 6,0 1,-1-1,-1-1,-1 0,0 0,-1-2,-1 1,0-2,-1 0,-1 0,0-1,0-1,-1-1,0-1,-5 2,-203 89,205-92</inkml:trace>
  <inkml:trace contextRef="#ctx0" brushRef="#br0" timeOffset="-385.214">5896 1244,'0'-8,"-9"-92,8 96,0 0,0 0,0 0,-1 1,0-1,0 0,0 1,0-1,0 1,-1 0,0 0,1 0,-1 0,0 0,-1 1,1-1,0 1,-1 0,1 0,-1 0,0 0,1 1,-1 0,-2-1,0 1,0 0,0 1,0-1,0 1,0 0,0 1,0-1,0 1,0 1,0-1,0 1,0 0,1 0,-1 1,1-1,0 1,-1 0,1 1,-2 2,-4 2,1 0,1 1,0 0,0 0,1 1,0 0,1 1,0 0,-2 3,6-9,0 0,0-1,1 1,-1 0,1 1,0-1,0 0,1 1,-1-1,1 1,1-1,-1 1,1-1,0 1,0 0,0-1,1 1,0-1,0 1,1-1,-1 1,1-1,0 0,0 0,1 0,0 0,0 0,0-1,0 1,1-1,0 0,-1 1,4 0,1-1,0-1,1 0,-1-1,1 0,-1 0,1-1,0 0,0 0,0-1,0 0,0-1,0 0,-1 0,1-1,0 0,-1-1,1 0,-1 0,0-1,0 0,0 0,0 0,-1-1,0-1,0 1,0-1,-1 0,0-1,0 0,0 0,-1 0,0 0,0-1,-1 0,0 0,-1 0,1 0,-1-1,11-70,-21 90,5 0,0 0,1 0,0-1,1 1,1 0,0 0,0 0,1-1,0 1,1-1,1 3,-3-9,0 0,0 0,1 0,-1-1,1 1,0 0,1-1,-1 1,0-1,1 0,0 0,0 0,0 0,0 0,0-1,0 1,1-1,-1 0,1 0,0 0,0-1,-1 1,1-1,0 0,0 0,0 0,1-1,-1 1,0-1,3 0,2-3,0 0,0-1,0 0,0-1,-1 0,0 0,0 0,0-1,-1-1,0 1,0-1,-1 0,0-1,0 1,0-1,-1 0,0-1,0 0,115-191,-118 197,0 0,0 0,0 0,1 0,-1 1,1-1,0 0,-1 1,1 0,0 0,1 0,-1 0,0 0,0 1,1-1,-1 1,1 0,0 0,-1 0,1 1,-1-1,1 1,0 0,0 0,-1 0,1 0,0 1,-1-1,1 1,-1 0,1 0,0 0,-1 1,0-1,1 1,1 1,10 9,-1 1,0 0,-1 1,-1 0,0 1,-1 1,0-1,-2 2,5 9,-9-17,0 0,-1 0,0 0,0 1,-1 0,0-1,-1 1,0 0,-1 0,0 0,0 9,-3-15,0-1,-1 0,1 0,0 0,-1 0,0 0,0 0,1-1,-2 1,1-1,0 0,0 0,-1 0,1 0,-1 0,0-1,1 0,-1 0,0 0,0 0,0 0,0-1,1 0,-1 0,0 0,0 0,0 0,0-1,0 0,-1 0,-4 1,-86-11,95 11,1 0,0 0,-1 0,1-1,-1 1,1 0,-1 0,1-1,-1 1,1 0,-1-1,0 1,1 0,-1-1,1 1,-1-1,0 1,1-1,-1 1,0-1,1 1,-1-1,0 1,0-1,0 1,0-1,1 1,-1-1,0 1,0-1,0 0,0 1,0-1,0 1,0-1,0 1,-1-1,1 1,0-1,0 1,0-1,-1 0,1 1,0-1,0 1,-1 0,1-1,0 1,-1-1,1 1,-1-1,1 1,-1 0,1-1,0 1,-1 0,1 0,-1-1,0 1,1 0,23-9</inkml:trace>
  <inkml:trace contextRef="#ctx0" brushRef="#br0" timeOffset="5884.082">5414 2714,'1'17,"1"-1,1 0,1 0,0 0,1-1,3 8,6 19,11 44,21 68,57 128,7-81,-101-184</inkml:trace>
  <inkml:trace contextRef="#ctx0" brushRef="#br0" timeOffset="7145.165">5347 2607,'0'-9,"0"5,-1 1,1-1,-1 1,1-1,0 1,1-1,-1 1,0-1,1 1,0 0,0-1,0 1,0 0,1-1,-1 1,1 0,0 0,0 0,0 0,0 1,0-1,1 0,-1 1,1 0,-1-1,1 1,3-1,27-13,1 1,1 3,0 0,4 2,5-3,50-11,1 5,1 3,0 5,1 4,67 5,-118 2,0 2,0 2,28 7,-57-7,0 0,-1 0,0 2,0 0,-1 1,1 0,-2 1,1 1,-1 0,0 1,6 7,4 9,-2 0,0 2,-2 1,-1 1,-1 0,-1 2,-2 0,-2 0,6 22,-11-32,0 0,-2 1,-1 0,-1 0,0 0,-2 0,-1 1,-1-1,-1 0,0 1,-2-1,-1 0,-1 0,-1 0,-1-1,-1 0,-1 0,0-1,-2 0,0 0,-7 6,-12 10,-2-1,-2-1,-1-2,-2-2,-1-1,-1-1,-1-3,-41 20,12-12,-1-3,-2-3,-1-3,-40 7,45-17,53-14</inkml:trace>
  <inkml:trace contextRef="#ctx0" brushRef="#br0" timeOffset="7612.914">5495 3062,'18'46,"-9"-21,15 53,4-1,3-1,3-2,4-1,11 12,-31-59,-10-15,0 0,0 0,-2 0,1 1,-1 0,-1 1,3 9,-7-3,-4-4</inkml:trace>
  <inkml:trace contextRef="#ctx0" brushRef="#br0" timeOffset="8048.748">5776 3704,'7'13,"4"10,3 3,-2-1,-1-3,-4-2,-3-2,-2-3,-1-3</inkml:trace>
  <inkml:trace contextRef="#ctx0" brushRef="#br0" timeOffset="9367.864">6832 2714,'12'-9,"2"0,-1 1,1 0,0 1,0 0,1 1,0 1,0 0,0 1,13-1,-26 4,63-12,1 3,0 2,0 3,0 4,1 2,8 4,-30-1,-1 3,1 2,-2 2,1 1,-2 3,0 1,0 2,-2 2,0 2,18 14,8 7,-2 3,-2 3,-2 2,-2 3,30 39,-58-59,-3 1,-1 2,-1 1,-3 0,-1 2,-1 0,-3 2,-1 0,-2 0,4 29,7 80,-8 1,-3 65,-7-110,-1-36,-3 0,-3 0,-4 0,-2 0,-3 0,-4-1,-14 44,11-66,-2-1,-2 0,-3-2,-1 0,-2-2,-2 0,-2-2,-19 19,17-20,-3-1,-1-2,-1-2,-2-1,-2-2,-1-2,-1-1,-1-3,-2-1,0-2,-2-3,0-1,-1-3,-8 0,24-14,21-4</inkml:trace>
  <inkml:trace contextRef="#ctx0" brushRef="#br0" timeOffset="10693.093">4091 3463,'-7'4,"24"-8,221-113,-183 86,119-61,3 8,146-46,-205 92,-97 33</inkml:trace>
  <inkml:trace contextRef="#ctx0" brushRef="#br0" timeOffset="12230.874">5641 3556,'-78'13,"37"-9,0 2,0 2,0 1,1 2,1 2,-30 14,19 0,2 2,1 2,1 2,2 2,1 2,-31 36,59-58,2 1,0 0,0 1,2 0,0 1,1 1,1-1,-7 20,-15 48,12-39,3 1,2 1,-4 32,2 64,7 0,9 123,1-132,-1-110,0-1,2 0,1 1,1-1,1 0,1-1,1 1,1-1,1-1,1 1,4 2,11 17,2-1,2-1,2-2,2-1,1-2,19 15,-24-29,0 0,1-2,1-2,1-1,1-1,0-2,1-1,0-1,25 4,58 8,0-5,35-1,-91-11,21 2,14 3,0-4,24-4,-114-4,0 1,0-2,1 1,-1-1,0 0,0 0,0-1,0 0,0 0,0 0,-1 0,1-1,-1 0,0-1,0 1,0-1,3-2,-2-3</inkml:trace>
  <inkml:trace contextRef="#ctx0" brushRef="#br0" timeOffset="13209.354">6297 5936,'2'-18,"1"0,0 1,2-1,0 1,0 0,2 0,0 0,1 1,3-4,27-35,2 2,2 2,3 2,2 1,48-37,-75 66,0 1,1 1,1 0,1 2,0 0,0 2,2 1,0 0,0 2,1 1,24-5,-40 15,0 0,1 1,-1 0,0 0,0 1,0 1,0-1,-1 2,1-1,-1 2,0-1,0 1,-1 0,0 1,0 0,0 0,-1 1,0-1,-1 2,1 0,-4-6,5 6</inkml:trace>
  <inkml:trace contextRef="#ctx0" brushRef="#br0" timeOffset="13927.964">6270 5949,'-10'25,"10"-6,1 1,1 0,1-1,1 0,0 0,2 0,0 0,1-1,1 0,0-1,2 1,0-2,1 1,0-1,1-1,1 0,15 13,6 4,2 0,2-3,0-1,2-1,1-3,1-1,1-2,16 4,84 29,140 31,-17-21,-263-63,0 0,0-1,0 1,-1-1,1 0,0 0,0 0,0 0,0 0,0-1,-1 1,1-1,0 0,0 0,-1 0,1 0,-1 0,1 0,-1-1,1 1,-1-1,0 0,1 0,-1 0,0 0,0 0,-1 0,1 0,0-1,-1 1,1-1,-1 1,0-1,0 0,0 1,0-1,-1 0,1 0,-1 1,1-4,2-42,-3 23</inkml:trace>
  <inkml:trace contextRef="#ctx0" brushRef="#br0" timeOffset="15377.553">6885 5348,'1'0,"-1"0,1 0,-1 0,0 0,1 0,-1 0,1 0,-1 0,1 0,-1 0,0 0,1 0,-1 0,1 0,-1 0,0 0,1 0,-1-1,1 1,-1 0,0 0,1 0,-1-1,0 1,1 0,-1-1,0 1,1 0,-1-1,0 1,0 0,0-1,1 1,-1 0,0-1,0 1,0-1,0 1,0-1,1 1,-1 0,0-1,0 1,0-1,0 1,0 0,-1-1,1 1,0-1,0 1,0-1,0 1,0 0,0-1,-1 1,1 0,0-1,0 1,-1-1,1 1,0 0,-1 0,1-1,0 1,0 0,-1 0,1-1,-1 1,237-79,-191 63,99-22,-103 39,-40-1,0 0,0 0,-1 1,1-1,0 0,-1 1,1-1,0 0,-1 1,1-1,-1 1,1-1,0 1,-1-1,1 1,-1 0,0-1,1 1,-1 0,0-1,1 1,-1 0,0-1,1 1,-1 0,0 0,0-1,0 1,0 0,0 0,0-1,0 1,0 0,0 0,0-1,0 1,-1 0,1 0,0-1,0 1,-1 0,1-1,0 1,-1 0,1-1,-1 1,1-1,-1 1,-17 31,2 0,2 0,0 2,3-1,1 2,-5 28,8-10,3-1,2 1,3 0,1-1,3 1,3-1,1 0,3-1,2 0,2-1,7 9,-11-28,12 30,2-1,26 40,-32-74,0-1,1 0,2-2,0-1,1 0,1-2,2-1,-1-1,5 0,-30-18,0-1,0 1,0 0,0-1,0 1,0 0,0-1,0 0,-1 1,1-1,0 1,0-1,0 0,-1 0,1 1,0-1,-1 0,1 0,0 0,-1 0,1 0,-1 0,1 0,-1 0,0 0,0 0,1 0,-1 0,0 0,0 0,0 0,0 0,0 0,0-1,0 1,-1 0,1 0,0 0,0 0,-1 0,1 0,-1 0,1 0,-1 0,0 0,1-5,0-19</inkml:trace>
  <inkml:trace contextRef="#ctx0" brushRef="#br0" timeOffset="19001.429">7540 6284,'5'0,"12"0,17 0,24 0,27-3,27-4,24-7,15-4,6-7,1-4,-10 0,-15-2,-22 4,-27 4,-38 7,-35 10,-19 5</inkml:trace>
  <inkml:trace contextRef="#ctx0" brushRef="#br0" timeOffset="19645.383">7861 5616,'-118'36,"-12"-13,-1-6,-8-5,-14-6,150-6</inkml:trace>
  <inkml:trace contextRef="#ctx0" brushRef="#br0" timeOffset="17379.143">6002 7153,'0'48,"2"27,-4-1,-3 0,-15 72,14-123,6-24,0 1,1 0,-1 0,0-1,0 1,0 0,0 0,0-1,0 1,0 0,0-1,0 1,0 0,0 0,0-1,0 1,0 0,0-1,0 1,0 0,0 0,0-1,0 1,0 0,-1 0,1-1,0 1,0 0,0 0,0-1,-1 1,1 0,0 0,0 0,0 0,-1-1,1 1,0 0,0 0,-1 0,1 0,0 0,0 0,-1 0,1-1,0 1,-1 0,1 0,0 0,0 0,-1 0,1 0,0 0,-1 1,1-1,0 0,-10-194,-21-139,56 482,-23-134,-1-4,0-1,1 1,0-1,1 0,0 0,1 0,-1 0,2-1,0 1,0-1,0 0,1 0,-3-8,0 0,0 0,-1 0,1-1,0 1,0-1,0 0,0 0,0 0,0 0,0 0,0 0,-1-1,1 1,0-1,0 0,0 0,-1 0,1 0,-1-1,1 1,-1-1,1 0,-1 1,0-1,1 0,-1 0,0 0,-1-1,1 1,0 0,-1-1,1 1,-1-1,1-2,20-25,-1 0,-2-2,-2 0,1-4,30-53,-31 70,-6 38,-21 132,6-110,-2 5,3-1,1 0,2 1,6 35,16-17,-9-48</inkml:trace>
  <inkml:trace contextRef="#ctx0" brushRef="#br0" timeOffset="17794.875">6484 7206,'-37'124,"-19"121,85-331,83-296,-108 369,-3 8,1-1,0 1,0 0,0-1,0 1,1 0,0 1,0-1,0 0,1 1,-1 0,1 0,0 0,1-1,-3 5,0 1,0-1,-1 0,1 1,0-1,-1 1,1-1,0 1,-1 0,1 0,-1 0,1 0,-1 0,1 0,-1 0,0 0,1 1,-1-1,0 1,0-1,0 1,0-1,0 1,-1-1,1 1,0 0,-1-1,1 1,-1 0,1 0,-1-1,0 1,0 1,1 0,20 62,-4 0,-3 1,-2 0,-3 1,-4 1,-2-1,-4 19,-2-31,0-40</inkml:trace>
  <inkml:trace contextRef="#ctx0" brushRef="#br0" timeOffset="18167.997">6418 7406,'4'-6,"1"-1,0 1,0-1,1 1,0 1,0-1,0 1,1 0,0 1,-1-1,2 1,1 0,6-5,28-16,1 1,1 3,1 1,1 2,0 3,25-4,-71 18,1 0,0 0,0 0,0 0,0 1,0-1,0 1,0-1,0 1,0 0,0 0,0 0,0 0,0 0,0 0,0 1,0-1,0 1,0-1,0 1,0 0,0 0,0 0,0 0,-1 0,1 0,0 0,-1 1,1-1,-1 0,1 1,-1-1,0 1,1 0,-1 0,-1 35,-1-34,1 0,-1 0,1 0,0 0,0 0,0 0,0 0,1 0,-1 0,1 0,-1 0,1 0,0 0,0 0,1-1,-1 1,0 0,1-1,0 1,-1-1,1 0,0 1,0-1,1 0,-1 0,1 1,153 67,-121-51,-1 2,0 1,28 26,-49-38,23 11,-24-19</inkml:trace>
  <inkml:trace contextRef="#ctx0" brushRef="#br0" timeOffset="18414.87">7259 7153,'-13'4,"-12"9,-6 13,-5 14,0 11,-1 9,3 5,5 1,8-5,5-9,6-15</inkml:trace>
  <inkml:trace contextRef="#ctx0" brushRef="#br0" timeOffset="21865.017">5695 1912,'0'291,"-41"-575,41 284,1-1,-1 1,1-1,-1 1,1 0,-1-1,1 1,-1 0,1 0,0 0,-1-1,1 1,0 0,-1 0,1 0,0 0,-1 0,1 0,-1 0,1 0,0 0,-1 0,1 1,0-1,-1 0,1 0,-1 0,1 1,0-1,-1 0,1 1,-1-1,1 1,-1-1,1 1,-1-1,1 1,-1-1,0 1,1-1,-1 1,0-1,1 1,-1-1,0 1,0 0,0-1,1 1,-1 0,12 8,-8-7,1 0,0 0,-1-1,1 1,0-1,0 0,0 0,0-1,-1 0,1 1,0-2,0 1,0 0,0-1,0 0,0 0,0-1,-1 1,1-1,-1 0,1 0,-1-1,1 1,2-3,85-83,-91 88,0 1,0-1,-1 1,1 0,0-1,0 1,-1-1,1 1,0 0,-1 0,1-1,-1 1,1 0,-1 0,0 0,1-1,-1 1,0 0,1 0,-1 0,0 0,0 0,0 0,0 0,0 0,0 0,0 0,0-1,0 1,0 0,-1 0,1 0,0 0,-1 0,1 0,0 0,-1 0,1 2,-2 26,1 0,2 1,1-1,2 0,0 0,2-1,1 1,2-1,-1-9</inkml:trace>
  <inkml:trace contextRef="#ctx0" brushRef="#br0" timeOffset="22120.262">6096 1899,'0'2,"0"6,0 10,0 11,0 10,-2 7,-3 3,-1 0,1-4,1-5,1-9</inkml:trace>
  <inkml:trace contextRef="#ctx0" brushRef="#br0" timeOffset="22369.545">6310 1872,'0'13,"0"12,0 9,0 4,0 4,0-2,0-2,0-6,0-8</inkml:trace>
  <inkml:trace contextRef="#ctx0" brushRef="#br0" timeOffset="22562.036">6324 1925,'20'18,"12"11,6 5,5-1,1-4,-2-7,-4-7,-4-6,-7-5</inkml:trace>
  <inkml:trace contextRef="#ctx0" brushRef="#br0" timeOffset="22810.368">6658 1805,'-5'-11,"-1"-2,0 6,4 11,4 14,4 18,1 13,2 13,-1 9,-2 7,-1-11</inkml:trace>
  <inkml:trace contextRef="#ctx0" brushRef="#br0" timeOffset="23679.823">4051 2620,'-41'462,"41"-790,1 78,7 200,17 68,-23-16,284 357,-273-342,0 2,-2-1,0 1,-1 1,0 0,-1 4,-3-3</inkml:trace>
  <inkml:trace contextRef="#ctx0" brushRef="#br0" timeOffset="23927.75">3931 2835,'0'-3,"6"-2,15-5,16-9,19-6,12-5,7-1,-3 2,-13 7</inkml:trace>
  <inkml:trace contextRef="#ctx0" brushRef="#br0" timeOffset="25400.462">8556 6578,'13'86,"16"183,-42-429,6 89,2 0,5-53,-1 118,1 0,0 0,0 0,1 0,0 1,0-1,0 0,0 0,1 1,0-1,0 1,1-1,-1 1,1 0,0 0,1 0,-1 1,1-1,0 1,0 0,0 0,1 0,-1 0,1 1,0 0,0 0,0 0,0 0,1 1,-1 0,1 0,-1 1,1-1,0 1,6 0,-6 1,-1 1,1 0,0 0,0 1,0-1,-1 1,1 0,-1 1,1 0,-1-1,0 2,0-1,0 0,-1 1,1 0,-1 0,0 1,0-1,0 1,-1 0,0 0,1 0,-2 0,1 0,-1 1,2 3,-1-1,-1-1,0 0,0 1,0-1,-1 1,0-1,-1 1,0 0,0-1,0 1,-1-1,0 1,-1 0,0-1,0 0,0 1,-1-1,0 0,0 0,-4 5,1-4,0 0,0-1,-1 1,0-1,0 0,0-1,-1 0,0 0,-1 0,1-1,-1 0,0-1,0 0,0-1,-1 0,0 0,1-1,-1 0,0 0,10-2,1-1,-1 1,0 0,1 0,-1 0,0 0,1 0,-1-1,0 1,1 0,-1 0,0-1,0 1,1 0,-1 0,0-1,0 1,1 0,-1-1,0 1,0 0,0-1,0 1,0 0,1-1,-1 1,0 0,0-1,0 1,0-1,0 1,0 0,0-1,0 1,0 0,0-1,-1 1,1-1,0 1,0 0,0-1,0 1,0 0,-1-1,1 1,0 0,0 0,-1-1,1 1,0 0,0 0,-1-1,1 1,0 0,-1 0,16-6,0 1,1 1,-1 1,1 0,-1 1,1 0,0 2,0-1,0 2,0 0,0 2,-4-2,0 2,0-1,-1 2,1-1,-1 2,0-1,0 2,0-1,-1 2,10 6,-16-10,1 1,-1 0,0-1,0 1,-1 1,1-1,-1 0,0 1,0 0,-1-1,1 1,-1 0,0 1,0-1,-1 0,0 0,0 1,0-1,0 1,-1-1,0 1,0-1,0 1,-1-1,0 1,-4 5,0 1,-1-1,0 0,0-1,-2 0,1 0,-1 0,0-1,-1 0,0-1,-1 0,0 0,0-1,0 0,-1-1,0 0,0-1,-1 0,0-1,1 0,-3 0,5-1,0 0,0 0,-1-1,1 0,0 0,-1-1,0 0,1-1,-1 0,9 0,1 0,-1 0,0 0,1 0,-1 0,0 0,1 0,-1 0,0 0,1 0,-1 0,0 0,1-1,-1 1,1 0,-1 0,0-1,1 1,-1 0,1-1,-1 1,1-1,-1 1,1-1,-1 1,1-1,-1 1,1-1,0 1,-1-1,1 1,0-1,0 0,-1 1,1-1,0 0,0 1,0-1,0 0,0 1,0-1,0 0,0 1,0-1,0 0,0 1,0-1,0 0,1 1,-1-1,20-28,-18 27,10-11</inkml:trace>
  <inkml:trace contextRef="#ctx0" brushRef="#br0" timeOffset="28997.118">10361 335,'-47'52,"11"-13,2 1,2 2,1 1,2 1,-1 8,5 6,2 1,3 2,3 0,2 0,3 2,3 0,-1 59,7-99,2 1,0-1,2 1,1-1,0 1,2-1,1 0,0 0,2 0,1-1,1 0,0 0,2-1,0 0,12 15,9-2,1-1,1-2,2-2,1-1,1-1,1-2,1-2,2-2,36 13,32 21,-93-46,0 0,0 2,-1-1,-1 2,13 12,-23-19,-1-1,1 1,-1 0,0 1,-1-1,0 1,1-1,-2 1,1 0,-1 0,0 0,0 1,0-1,-1 0,0 1,0-1,-1 1,0-1,0 4,-3 5,1 0,-2 0,0 0,-1-1,-1 1,0-1,0-1,-2 1,1-1,-2 0,-6 7,-116 127,120-136,-65 64,39-43,3 1,0 2,3 1,1 1,1 2,2 1,2 1,-6 17,26-44,0 0,1 0,0 1,1 0,1-1,0 1,1 0,1 1,0-1,1 0,1 0,0-1,1 1,0 0,1-1,1 1,1-1,0-1,0 1,1-1,8 10,24 32,3-3,1-1,3-2,16 10,-25-26,-1 2,-2 1,-1 2,-2 2,-2 0,-2 2,-1 1,6 18,-25-43,-1 1,0 0,-2 0,0 0,-1 1,-1 0,0 0,-2-1,-1 1,0 0,-1 0,-1-1,-1 1,-1-1,0 0,-2 0,0-1,-1 0,-1 0,-85 136,72-123,1 0,2 1,1 1,1 1,2 1,0 4,12-29,1 0,0 1,0-1,1 0,0 1,0-1,1 1,1-1,0 1,1-1,-1 1,2-1,0 0,0 0,1 0,0 0,0-1,1 0,3 4,209 240,-205-234,-1 0,0 0,-2 1,0 0,-1 1,-2 0,0 0,-1 0,-1 1,-1 0,0 3,-1 26,-2 0,-2 0,-3 0,-3 13,0-17,2 0,2 0,2 0,2 0,2 0,3 0,1 0,6 15,20 36,4-1,4-2,20 27,-13-23,-16-32,-22-44</inkml:trace>
  <inkml:trace contextRef="#ctx0" brushRef="#br0" timeOffset="33279.767">5053 8717,'16'4,"17"2,18 2,17 0,12-2,9-2,1 1,-7 2,-9 0,-19-2</inkml:trace>
  <inkml:trace contextRef="#ctx0" brushRef="#br0" timeOffset="33581.589">5428 8530,'17'22,"0"0,2-2,0 0,2-1,0-1,0-1,2-1,9 5,95 77,-124-95,1-1,-1 1,0 0,0 0,0 0,0 1,-1-1,1 1,-1 0,0-1,0 1,0 0,0 0,-1 0,0 1,0-1,0 0,0 0,0 1,-1-1,0 0,0 1,0-1,-1 1,0 1,-4 5,-1-1,-1 0,1 0,-1-1,-1 1,0-2,0 1,-1-1,0-1,0 1,-1-2,-2 2,8-5,-191 117,171-106</inkml:trace>
  <inkml:trace contextRef="#ctx0" brushRef="#br0" timeOffset="32734.628">4091 8530,'-145'383,"106"-286,31-88,12-35,-2 18,12-63,56-231,-67 290,0 0,1 0,1 0,0 0,1 1,0 0,0 0,1 1,1-1,3-2,-10 11,1 1,-1-1,1 1,0 0,-1 0,1-1,0 1,0 0,-1 0,1 1,0-1,0 0,0 1,0-1,0 1,0 0,0-1,0 1,0 0,0 0,1 0,-1 1,0-1,0 0,0 1,0-1,0 1,0 0,-1 0,1 0,0 0,0 0,0 0,-1 0,1 0,-1 1,1-1,0 1,45 68,-26-16,-2 2,-3 0,-3 0,-1 2,-4-1,-2 1,-1 54,1-20,1-52,-5-39,1-6</inkml:trace>
  <inkml:trace contextRef="#ctx0" brushRef="#br0" timeOffset="32981.924">3944 8878,'-16'0,"-7"2,-1 3,12 1,16-1,24-1,25-6,24-7,22-6,14-4,6 0,-16 3</inkml:trace>
  <inkml:trace contextRef="#ctx0" brushRef="#br1" timeOffset="-27614.574">160 1792,'5'0,"3"0,1 0</inkml:trace>
  <inkml:trace contextRef="#ctx0" brushRef="#br0" timeOffset="-14684.876">1510 1244,'147'-197,"-91"90,-53 135,6 240,-7-242,2 3,-1 0,-1 1,-2-1,-1 0,-3 16,3-41,1-1,-1 1,1-1,-1 1,0-1,-1 0,1 1,0-1,-1 0,0 0,0 0,0 0,0 0,0 0,0-1,-1 1,1-1,-1 1,0-1,0 0,0 0,0 0,0-1,0 1,0-1,-1 1,1-1,0 0,-1-1,1 1,-1 0,1-1,-1 0,0 0,1 0,-1 0,1-1,-4 0,2 0,-1 0,1 0,0-1,-1 1,1-1,0-1,0 1,0-1,1 0,-1 0,1 0,-1-1,1 1,-1-2,5 4,0-1,1 1,-1 0,1 0,-1 0,1 0,-1 0,1 0,0 0,0 0,-1 0,1 1,0-1,0 0,0 0,0 1,0-1,0 1,0-1,0 0,0 1,0 0,0-1,0 1,0 0,0-1,1 1,-1 0,0 0,0 0,0 0,0 0,0 0,1 1,-1-1,0 0,0 0,1 1,1-1,243-24,-179 18</inkml:trace>
  <inkml:trace contextRef="#ctx0" brushRef="#br0" timeOffset="-14436.545">2460 1471,'3'0,"-1"0</inkml:trace>
  <inkml:trace contextRef="#ctx0" brushRef="#br0" timeOffset="-16318.105">188 736,'-3'22,"0"20,-2 13,0 7,0 2,-1-1,1-3,1-3,1-3,1-4,-1-6,0-4,0-5,1-10</inkml:trace>
  <inkml:trace contextRef="#ctx0" brushRef="#br0" timeOffset="-15966.871">1 588,'8'-8,"1"1,0 0,1 1,0-1,0 2,0 0,0 0,1 0,0 2,0-1,0 1,1 1,-1 0,0 1,1 0,-1 0,1 1,-1 1,1 0,-1 1,1 0,-1 0,0 1,0 1,0 0,0 1,0 0,-6-3,0 0,0 0,0 1,0 0,0 0,-1 0,1 0,-1 1,0 0,0 0,0 0,-1 0,0 1,1-1,-1 1,-1 0,1-1,-1 2,0-1,0 0,0 0,-1 1,0-1,0 0,0 1,-1-1,1 1,-1-1,-1 1,1 0,-1-1,0 0,0 1,-1-1,0 2,-5 4,-1 0,0-1,-1 1,0-2,-1 1,0-1,0-1,-11 7,-27 24,-2 23,33-32</inkml:trace>
  <inkml:trace contextRef="#ctx0" brushRef="#br0" timeOffset="-15235.801">709 1190,'-6'-6,"0"1,-1-1,0 1,0 0,0 1,0-1,-1 1,0 1,0 0,0 0,0 0,0 1,0 0,-1 1,1 0,-1 0,1 0,-1 2,1-1,-1 1,1 0,-1 0,1 1,-2 1,-2 3,-1 0,1 1,1 0,-1 1,1 0,0 1,1 0,0 1,1 0,0 1,1 0,0 0,0 1,1 0,1 0,0 0,0 1,2 0,-1 0,-1 11,5-20,1 0,-1-1,1 1,-1-1,1 1,0 0,1-1,-1 1,1-1,-1 1,1-1,0 1,0-1,1 1,-1-1,1 0,0 1,-1-1,2 0,-1 0,0-1,0 1,1 0,-1-1,1 1,0-1,0 0,0 0,0 0,0 0,1-1,-1 1,0-1,1 0,-1 0,1 0,-1 0,1-1,-1 1,1-1,1 0,2 0,0-1,0 1,0-1,0 0,0-1,0 0,0 0,0-1,0 1,-1-1,1-1,-1 1,0-1,0-1,-1 1,1-1,-1 1,0-2,0 1,0 0,-1-1,0 0,2-3,9-17,-1 0,-1-1,-2 0,8-28,-15 80,-5 3,0-16,0 0,1 0,0 0,0 0,2 0,-1 0,1-1,1 1,0 0,1-1,0 0,4 8,-6-18,-1 1,0 0,1-1,-1 1,0-1,1 0,0 1,-1-1,1 0,0 0,0 0,0 0,-1 0,1 0,0-1,0 1,0-1,0 1,0-1,0 0,1 0,-1 0,0 0,0 0,0 0,0 0,0-1,0 1,0-1,0 0,0 1,0-1,-1 0,1 0,0 0,0 0,0-1,58-55,64-175,-123 230,0 0,-1-1,2 1,-1 0,0 0,0 0,1 0,-1 0,1 1,-1-1,1 0,0 1,-1-1,1 1,0 0,0-1,0 1,0 0,1 0,-1 0,0 0,0 1,0-1,1 1,-1-1,0 1,1 0,-1 0,1 0,-1 0,0 0,1 1,-1-1,0 1,0-1,1 1,-1 0,0 0,1 0,14 13,0 1,-1 1,0 0,-2 1,0 1,0 0,-2 1,0 1,-5-9,-2-4,0 0,0 1,-1-1,0 1,0 0,-1 0,0 1,-1-1,1 1,-2-1,1 2,-3-8,0 0,0 1,-1-1,1 0,0 0,-1 0,0 0,1 0,-1 0,0 0,0-1,0 1,0-1,0 1,0-1,-1 0,1 0,0 0,-1 0,1 0,-1-1,1 1,-1-1,1 1,-1-1,1 0,-1 0,1 0,-1 0,1-1,-1 1,1-1,-3 0,0 1,-60-2,61 1,14 0</inkml:trace>
  <inkml:trace contextRef="#ctx0" brushRef="#br0" timeOffset="-12870.078">469 3436,'-3'-11,"1"-1,0 1,1-1,0 0,1 1,0-1,1 1,0-1,1 0,1 1,0 0,0 0,1 0,0 0,1 0,0 1,2-3,10-5,0 0,1 1,1 1,1 0,0 2,1 0,0 1,1 2,1 0,0 1,0 1,1 2,0 0,4 0,37-11,1 1,0 4,1 3,1 3,0 2,-1 4,1 3,0 2,-1 4,1 2,-2 3,26 11,-25-3,-1 3,-1 3,-2 3,-1 2,-1 3,-2 3,1 5,-32-21,-1 2,-1 2,-1 0,-1 1,-1 2,-2 0,-1 1,-1 1,-2 1,-1 1,-1 0,-2 1,-2 0,-1 1,4 29,-4-10,-3 1,-3 0,-2 0,-2 0,-2 0,-3 0,-3 0,-2-1,-2 0,-2-1,-3 0,-18 37,9-31,-3-1,-3-1,-2-2,-2-1,-3-1,-2-3,-2-1,-2-2,-2-3,-37 27,54-48,0-1,-1-2,-2-1,0-2,0-1,-2-1,0-2,0-2,-1-1,-12 1,-42 0,0-4,-1-4,0-3,-36-8,89 8,-1-3,1-1,0-2,1-2,-1-1,2-2,-1-1,2-2,-1-1,2-2,0-2,-26-19,22 3,1-1,2-1,1-2,3-2,1 0,2-2,2-2,2 0,-4-12,-1-18,2 0,4-2,4 0,3-1,3-1,-2-66,6 9,5 1,10-81,-5 191,1 1,2 0,0 0,1 0,2 0,0 1,1 0,2 1,0-1,1 2,2 0,0 0,1 1,1 1,0 0,2 1,0 1,1 0,15-9,-5 5,1 2,1 2,1 0,0 2,1 1,0 2,22-5,-1 5,-1 1,1 4,1 1,31 2,-53 7,-20 0</inkml:trace>
  <inkml:trace contextRef="#ctx0" brushRef="#br0" timeOffset="-12023.245">1096 2701,'-1'1,"-1"-1,1 1,-1 0,1-1,0 1,-1 0,1 0,0 0,0 0,0 0,0 0,0 1,0-1,0 0,0 0,0 1,0-1,1 0,-1 1,0-1,1 1,0-1,-1 1,1-1,0 1,-1 0,1-1,0 1,0-1,1 1,-1-1,0 1,0-1,1 1,-1-1,1 1,-1-1,1 1,0-1,-1 1,1-1,0 0,0 0,0 1,0-1,0 0,0 0,1 0,9 12,0 0,1-1,0-1,1 0,0-1,1 0,0-1,0 0,8 2,29 20,-33-20,-1 1,0 1,-1 0,0 2,-1 0,0 1,-11-12,-1 0,0 0,0 1,0-1,0 1,-1 0,0 0,0 0,0 0,0 0,-1 0,0 0,0 1,0-1,-1 0,0 1,0-1,0 1,-1-1,0 0,0 1,0-1,0 0,-1 0,0 0,-1 1,-5 6,0-1,-1-1,-1 0,0 0,-1-1,1 0,-2 0,1-2,-1 1,0-1,-1-1,1 0,-1-1,-1-1,1 0,-1 0,1-1,-1-1,-8 0,-149 5,171-7,-1 1,0-1,1 0,-1 0,0 1,1-1,-1 0,0 0,1 0,-1 0,0 0,0 0,1 0,-1 0,0 0,1 0,-1-1,0 1,1 0,-1 0,0-1,1 1,-1 0,0-1,1 1,-1 0,1-1,-1 1,1-1,-1 1,1-1,-1 0,1 1,-1-1,1 1,0-1,-1 0,1 1,0-1,0 0,-1 1,1-1,0 0,0 1,0-1,0 0,0 0,0 1,0-1,0 0,0 1,0-1,1 0,-1 1,0-1,0 0,1 1,-1-1,0 0,1 1,-1-1,0 0,1 1,-1-1,1 1,-1-1,1 1,0-1,18-40,-1-2,-2 0,-2-1,-3 0,-1-1,-2 0,-2-1,-2 1,-2-1,-2-14,-3 12,52 133,-12 0,-24-45</inkml:trace>
  <inkml:trace contextRef="#ctx0" brushRef="#br0" timeOffset="-9869.432">1177 2821,'32'31,"75"40,87 77,-193-148,0 0,-1 0,1 1,0-1,0 0,0 0,-1 0,1 1,0-1,0 0,-1 1,1-1,0 1,-1-1,1 1,0-1,-1 1,1-1,-1 1,1 0,-1-1,1 1,-1 0,1-1,-1 1,0 0,1 0,-1-1,0 1,0 0,0 0,0-1,1 1,-1 0,0 0,0 0,0 0,-1-1,1 1,0 0,0 0,0-1,-1 1,1 0,0 0,0-1,-1 1,1 0,-1 0,1-1,-1 1,1-1,-1 1,-89-10,51 8,0 2,0 2,1 2,-1 1,1 2,1 1,-1 3,1 1,1 1,0 3,15-7,28-11,176-108,-49 40,-119 57,-25 8,-91 47,104-67,1 19,-1-1,-1 0,1 0,-1 0,0 0,0-1,-1 1,1-1,-2 1,1-1,-1 1,0-1,0 1,0-1,-1 1,0-1,-1 1,1 0,-1 0,-1-1,1 1,-1 0,0 1,0-1,0 0,-4-3,-1 0,-1 0,0 1,0 0,-1 0,0 1,0 0,-1 0,0 1,24 30,27 13,2-1,1-3,36 22,98 78,-177-133,1 0,-1 1,1-1,-1 0,1 0,-1 0,1 1,-1-1,0 0,1 1,-1-1,0 0,1 1,-1-1,0 0,1 1,-1-1,0 1,0-1,1 0,-1 1,0-1,0 1,0-1,0 1,1-1,-1 1,0-1,0 1,0-1,0 1,0-1,0 1,-1-1,1 1,0-1,0 1,0-1,0 0,0 1,-1-1,1 1,0-1,0 1,-1-1,1 0,0 1,-1-1,1 0,0 1,-1-1,1 0,-1 1,1-1,-30 6,24-5,-271 27,183-9,94-19,0 0,-1 1,1-1,0 0,0 1,0-1,0 0,0 1,0-1,0 0,0 1,0-1,0 0,0 1,0-1,0 0,0 1,1-1,-1 0,0 1,0-1,0 0,0 0,1 1,-1-1,0 0,0 0,1 1,-1-1,0 0,0 0,1 0,-1 1,0-1,0 0,1 0,-1 0,0 0,1 0,-1 1,0-1,1 0,-1 0,0 0,1 0,-1 0,0 0,1 0,-1 0,0 0,1-1,-1 1,0 0,1 0,-1 0,0 0,1 0,-1 0,0-1,0 1,1 0,28 1,1-1,0-2,-1 0,1-3,-1 0,0-2,0 0,19-10,52-20,-100 37,0 0,0 0,-1 0,1 0,0 0,0 0,0 0,0 0,-1-1,1 1,0 0,0 0,0 0,0 0,0-1,0 1,-1 0,1 0,0 0,0 0,0-1,0 1,0 0,0 0,0 0,0-1,0 1,0 0,0 0,0 0,0-1,0 1,0 0,0 0,0 0,0-1,0 1,0 0,0 0,-116 42,-3-8,104-39,36-7,119-34,-180 43,-48 5,219-3,-125 1</inkml:trace>
  <inkml:trace contextRef="#ctx0" brushRef="#br0" timeOffset="-9283.717">1190 3008,'-2'10,"3"-11,-1 1,0 0,1 0,-1 0,1 0,-1 0,0 0,1 0,-1 0,1 0,-1 1,0-1,1 0,-1 0,1 0,-1 0,0 1,1-1,-1 0,0 0,1 1,-1-1,0 0,0 0,1 1,-1-1,0 0,0 1,1-1,-1 0,0 1,0-1,0 0,0 1,0-1,1 1,-1-1,0 0,0 1,0-1,0 1,0-1,0 0,0 1,0-1,0 1,-1-1,1 0,0 1,0-1,0 1,0-1,-1 0,1 1,0-1,0 0,-1 1,1-1,0 0,0 0,-1 1,1-1,0 0,-1 0,1 1,0-1,-1 0,51-63,-50 63,-1 0,1 1,0-1,-1 0,1 0,-1 1,1-1,0 0,-1 0,1 0,-1 1,1-1,-1 0,1 0,-1 0,1 0,-1 0,1 0,-1 0,1 0,-1 0,1 0,-1 0,1 0,-1 0,1-1,-1 1,1 0,-1 0,1-1,-1 1,1 0,0 0,-1-1,1 1,0 0,-1-1,1 1,0-1,-1 1,1 0,0-1,0 1,-1-1,1 1,0-1,0 1,0-1,0 1,-1-1,1 1,-5 7,1 1,0 1,0-1,0 0,1 1,0 0,1 0,0 0,0 0,1 0,0 0,1 0,0 6,0-13,0 0,-1-1,1 1,0 0,0 0,0-1,0 1,0 0,1 0,-1-1,0 1,1 0,-1 0,1-1,0 1,0-1,-1 1,1-1,0 1,0-1,1 1,-1-1,0 0,0 1,1-1,-1 0,0 0,1 0,-1 0,1 0,0-1,-1 1,1 0,0-1,-1 1,1-1,0 1,0-1,-1 0,1 0,0 0,0 0,-1 0,2 0,8-6</inkml:trace>
  <inkml:trace contextRef="#ctx0" brushRef="#br0" timeOffset="-8955.595">1216 2981,'-9'9,"-5"8,0 5,-3 4,2-3</inkml:trace>
  <inkml:trace contextRef="#ctx0" brushRef="#br0" timeOffset="27350.318">3062 54,'-21'12,"0"2,1 0,1 1,0 1,2 1,0 1,0 0,2 1,0 1,2 0,0 1,1 0,1 1,0 2,-9 26,1 0,3 2,2 0,2 1,3 0,2 0,2 1,2 42,5-67,1 0,1-1,1 1,1-1,2 0,1-1,1 0,1 0,2-1,0-1,2 0,1-1,0 0,2-2,1 0,5 4,39 38,-31-33,0 2,-3 1,16 24,-37-46,-1-1,0 1,-1 1,0-1,-1 1,0 0,-1 0,-1 1,0-1,-1 1,0-1,-1 1,-1 14,-5 2,-1 1,-1-1,-2 0,-1-1,-1 0,-2-1,0 0,-2-1,-1 0,-2-2,-3 4,-86 162,100-169,0 1,2-1,1 1,1 0,0 1,2-1,1 0,1 1,0-1,2 0,1 0,1 0,1-1,0 1,2-1,1-1,1 1,0-2,2 1,0-1,9 10,81 115,-50-74,-2 3,9 25,-36-53,-1 1,-2 1,-3 0,-2 1,-1 1,-3 1,-3 0,2 36,-9 30,-5-1,-5 0,-6-1,-16 60,22-123,1-19,1 1,2-1,1 1,2 0,1 0,2 1,1-1,2-1,1 1,2 0,1-1,3 6,65 96,-61-113,-1-1,-1 2,-1 0,-1 1,-1 0,-1 0,-2 1,2 9,-6-16,-2-1,0 1,-1 0,-1 0,0-1,-2 1,0-1,0 1,-2-1,0 0,-1-1,-1 1,0-1,-7 9,-17 24,-1-1,-3-2,-34 35,-27 35,74-86,2 2,0 0,3 1,0 1,3 0,0 1,3 1,0 0,3 0,1 1,-2 35,5-9,3 0,2 0,3 0,3 0,3 0,2-1,10 22,2 1,5 14,-4 2,6 68,-21-39,-5-1,-8 22,2-20,0-115,1 0,0 0,1 0,1 0,0 0,1-1,1 1,1-1,0 1,1-1,0-1,1 1,9 11,22 18</inkml:trace>
  <inkml:trace contextRef="#ctx0" brushRef="#br0" timeOffset="29870.82">3195 7874,'0'-2,"0"6,0 11,0 15,-5 14,0-2</inkml:trace>
  <inkml:trace contextRef="#ctx0" brushRef="#br0" timeOffset="32095.257">3262 7955,'-8'22,"19"146,27 384,-24 159,-15-685,1-13</inkml:trace>
  <inkml:trace contextRef="#ctx0" brushRef="#br0" timeOffset="43201.917">6551 10348,'32'-5,"0"1,0 2,1 1,-1 1,0 2,0 1,0 2,0 1,0 2,1 1,-26-6,0-1,0 1,0 0,0 1,-1 0,1 0,-1 0,0 1,-1-1,1 2,-1-1,0 0,0 1,-1 0,1 0,-1 1,-1-1,1 1,-1 0,0 0,-1 0,1 0,-2 0,1 0,-1 1,0-1,0 1,-1 4,-3 10,-1 1,-1-1,0 1,-2-1,-1-1,-1 0,0 0,-2 0,-6 7,-42 103,57-128,1 0,0 0,0 0,0 0,0 0,0 0,1 0,-1 0,1 1,0-1,0 0,0 0,1 0,-1 0,1 0,-1 0,1 0,0 0,0 0,0 0,1 0,-1 0,1 0,0-1,-1 1,1-1,0 1,0-1,1 0,-1 1,7 1,0-1,1 0,-1 0,0-1,1 0,-1 0,1-1,0-1,0 1,-1-2,1 1,0-1,-1-1,1 0,-1 0,1-1,-1 0,6-3,1 1,1-1,-1-1,-1 0,1-1,-1-1,0 0,-1-1,-1-1,1 0,-1-1,-1-1,0 1,-1-2,5-8,-14 19,-1 0,1 0,-1-1,0 1,1 0,-2-1,1 1,0-1,-1 1,0-1,1 1,-1-1,-1 1,1-1,0 1,-1-1,0 1,0-1,0 1,0 0,-1-1,1 1,-1 0,1 0,-1 0,0 0,-1 0,1 1,0-1,-1 1,1-1,-1 1,0 0,0 0,0 0,0 0,0 1,-23-12,-1 1,0 1,-1 1,0 2,0 1,-1 1,0 2,0 0,0 2,-13 2,27-1,-194-6,373-24,65-15,190-67,-335 77,-83 36,-1 0,1 0,-1-1,1 1,0 0,-1 0,1 0,-1 0,1 0,-1-1,1 1,0 0,-1-1,1 1,-1 0,1-1,-1 1,0-1,1 1,-1 0,1-1,-1 1,0-1,1 1,-1-1,0 1,0-1,1 0,-1 1,0-1,0 1,0-1,0 0,0 1,0-1,0 1,0-1,0 0,0 1,0-1,0 1,0-1,0 0,0 1,-1-1,1 1,0-1,0 1,-1-1,1 1,0-1,-1 1,1-1,-1 1,1-1,-1 1,1 0,-1-1,1 1,-1 0,1-1,-1 1,1 0,-1-1,-41-8,24 8,0 1,0 0,0 2,0 0,1 1,-1 1,-16 5,26-7,0 1,0 0,0 1,0 0,1 0,-1 1,1-1,0 2,1-1,-1 1,1 0,0 0,0 1,1-1,0 1,0 1,-2 4,5-7,0 0,1 1,-1-1,1 0,0 1,0 0,1-1,0 1,0-1,0 1,0 0,1-1,0 1,0-1,1 0,-1 1,1-1,1 0,-1 0,1 0,-1 0,1 0,1-1,-1 1,1-1,0 1,6 6,1 0,0-1,0-1,1 0,0 0,1-1,0-1,0 0,6 2,1-1,0-1,0-1,0-1,1 0,0-2,14 1,-26-3,0-1,0 0,0 0,0-1,0 0,0 0,-1-1,1-1,-1 1,1-1,-1-1,0 1,0-2,0 1,-1-1,0 0,1 0,-3-1,0 0,0 0,0-1,-1 1,0-1,0 0,0 0,-1 0,0 0,-1-1,0 1,0-1,0 0,-1 0,0 1,-1-1,1 0,-2 0,1-1,-1-5,-1 0,0 0,0 0,-2 0,1 0,-2 0,0 1,-1 0,0 0,-1-1,3 7,0 1,0-1,0 1,-1 0,0 0,0 1,-1 0,1 0,-1 0,0 0,-1 1,-3-3,11 8,-1-1,1 0,0 1,0-1,0 1,0 0,-1-1,1 1,0 0,0-1,-1 1,1 0,0 0,-1-1,1 1,-1 0,1 0,-1 0,0 0,1 0,-1 0,0 0,0 0,0 0,1 0,-1 0,0 0,0 0,0 0,-1 0,1 0,0 0,0 0,0 0,-1 0,1 0,0-1,-1 1,1 0,-1 0,1 0,-1 0,0 0,1-1,-1 1,0 0,0-1,1 1,-1 0,0-1,0 1,0-1,0 1,0-1,1 0,-1 1,0-1,0 0,0 0,0 0,0 1,0-1,0 0,0 0,0 0,0-1,-1 1,12 4,-1 0,1-1,0-1,0 0,0 0,1-1,-1 0,0 0,2-1,4 0,222 3,-234-3,0-1,0 0,-1 1,1 0,0-1,-1 1,1 0,0 1,0-1,-1 1,1-1,0 1,-1 0,1 1,-1-1,0 0,1 1,-1 0,0 0,0 0,0 0,0 1,0-1,0 1,-1-1,1 1,-1 0,0 0,0 0,1 3,-2 3,0 1,0 0,-2-1,1 1,-1 0,0-1,-1 1,0-1,-1 0,0 2,0-3,0 1,1-1,0 1,1 0,0-1,0 1,1 0,0 0,0 0,1 0,2 8,-2-15,0 1,1 0,-1-1,1 1,0 0,-1-1,1 0,0 1,1-1,-1 0,0 0,0 0,1-1,-1 1,1 0,0-1,0 0,-1 0,1 1,0-2,0 1,0 0,0 0,0-1,0 0,77 0,-48-7,-1-1,0-1,0-2,21-10,31-11,-68 28,1 1,0 1,0 0,0 1,0 0,0 2,12 1,16 0,69-1,-110-2,1 0,-1 1,0-1,0 0,1 0,-1-1,0 1,0-1,0 0,0 1,-1-1,1-1,0 1,-1 0,1 0,-1-1,0 0,0 1,0-1,0 0,-1 0,1 0,-1 0,1 0,0-3,1-2,-1-1,0 1,0 0,-1-1,0 0,0 1,-1-1,0 1,-1-7,1 9,-1 1,-1-1,1 0,-1 1,1 0,-2-1,1 1,0 0,-1 0,0 0,0 1,-1-1,1 1,-1-1,0 1,0 0,-1 1,1-1,-1 1,1 0,-1 0,0 0,0 1,-1-1,1 1,0 1,-1-1,1 1,-3 0,-4-2,0 2,-1 0,1 0,-1 2,1-1,-1 1,1 1,-1 0,1 1,0 1,0-1,0 2,0 0,-2 2,0 0,1 0,-1 2,1 0,1 0,0 1,0 1,1 0,0 1,1 0,1 0,-1 1,2 0,0 1,1-1,0 2,1-1,0 1,2 0,0 0,0 0,1 1,1-1,1 1,0 0,1-1,1 1,1 11,8 17</inkml:trace>
  <inkml:trace contextRef="#ctx0" brushRef="#br0" timeOffset="34952.24">6631 8623,'-2'20,"-1"15,0 7,0 3,4 1,1-4,3-9,0-8</inkml:trace>
  <inkml:trace contextRef="#ctx0" brushRef="#br0" timeOffset="35664.354">6524 8516,'58'-1,"-34"-1,-1 0,1 2,-1 0,1 2,-1 0,1 2,-1 0,0 2,-1 0,1 2,-1 1,-1 0,12 7,-27-11,0 0,-1 1,1-1,-1 1,0 0,0 0,-1 1,1-1,-2 1,1 0,-1 0,0 1,0-1,-1 0,0 1,0 0,-1-1,0 1,0 0,-11 149,7-139,3-17,0-1,-1 1,1-1,-1 1,1-1,0 1,0-1,-1 1,1 0,0-1,0 1,-1-1,1 1,0 0,0-1,0 1,0-1,0 1,0 0,0-1,0 1,0 0,0-1,1 1,-1-1,0 1,0 0,1-1,-1 1,0-1,0 1,1-1,-1 1,1-1,-1 1,0-1,1 1,-1-1,1 0,-1 1,1-1,0 0,-1 1,1-1,-1 0,1 0,-1 1,1-1,0 0,-1 0,1 0,0 0,-1 0,1 0,-1 0,1 0,0 0,-1 0,1 0,0 0,-1-1,1 1,-1 0,1 0,-1-1,1 1,0 0,14-11,0 0,0 0,-2-2,1 0,-1 0,2-5,-3 5,67-73,-79 85,0 1,1-1,-1 1,0-1,0 1,1-1,-1 1,1-1,-1 1,0-1,1 1,-1-1,1 1,-1 0,1-1,-1 1,1 0,-1-1,1 1,-1 0,1 0,-1 0,1-1,0 1,-1 0,1 0,-1 0,1 0,0 0,-1 0,1 0,0 0,-1 0,1 0,-1 1,1-1,-1 0,1 0,0 1,-1-1,1 0,-1 0,1 1,-1-1,1 1,-1-1,0 0,1 1,-1-1,1 1,-1-1,0 1,1-1,-1 1,0-1,0 1,1 0,-1-1,0 1,0-1,0 1,0 0,0-1,2 46,-3-37,0-4,1 0,-1 0,1-1,0 1,0 0,0 0,1 0,-1 0,1 0,1 0,-1 0,1-1,0 1,0-1,0 1,0-1,1 0,0 0,-1 0,2 0,-1 0,0 0,1-1,0 0,0 0,0 0,0 0,0 0,3 0,0 0,1-1,-1 0,1-1,0 0,-1 0,1 0,0-1,0 0,0-1,0 0,-1 0,1 0,0-1,-1-1,1 1,-1-1,0 0,0-1,0 1,6-5,0-1,0-1,0 0,-1 0,-1-2,0 1,0-1,-1-1,0 0,6-11,-6 1,0-1,-1 0,-2 0,0 0,-2-1,-1 0,0 0,-2-1,-1 1,-1 0,-1-1,-2 1,0 0,-1 0,-2 0,-1 1,0 0,-2 0,-1 1,-1 0,0 0,-2 1,-1 0,-24-23,37 45,1 0,-1 0,1-1,-1 1,0 0,1 0,-1 0,1 0,-1 0,1 0,-1 0,1 0,-1 0,1 0,-1 0,0 0,1 0,-1 0,1 0,-1 1,1-1,-1 0,1 0,-1 1,1-1,-1 0,1 1,0-1,-1 0,1 1,-1-1,1 1,0-1,-1 1,1-1,0 1,0-1,-1 1,1-1,0 1,0-1,0 1,0-1,0 1,0-1,0 1,0 0,0-1,0 1,0-1,-3 33,28 164,-13-129,2 30,-7-39,3-1,2 0,3-1,10 23,-24-76,0 1,0 0,1-1,0 1,0-1,0 0,1 1,-1-1,1 0,0-1,0 1,0 0,1-1,0 0,-1 0,1 0,0 0,0 0,0-1,1 0,3 2,4-9,-2-3</inkml:trace>
  <inkml:trace contextRef="#ctx0" brushRef="#br0" timeOffset="35913.687">7193 8383,'13'4,"21"2,20 0,20-1,15-2,3 2,-13-1</inkml:trace>
  <inkml:trace contextRef="#ctx0" brushRef="#br0" timeOffset="36198.926">7740 8730,'-1'18,"0"0,1 0,1-1,1 1,1 0,0-1,1 1,0-1,2 0,0-1,1 1,9 14,-13-27,-1-1,1 0,0 0,0 0,1-1,-1 1,1 0,-1-1,1 0,0 0,0 0,0-1,0 1,0-1,0 0,0 0,0 0,1-1,-1 0,0 1,1-1,-1-1,0 1,0-1,1 1,-1-1,0-1,0 1,0 0,0-1,0 0,0 0,-1 0,1 0,-1-1,1 0,-1 1,0-1,0 0,0-1,0 1,3-3,-1-1,1 0,-1 1,-1-2,1 1,-1 0,-1-1,1 0,-1 0,0 0,-1 0,0-1,-1 1,1-1,-1 1,-1-1,0 0,0 4,0-1,-1 1,1 0,-1-1,0 1,-1 0,1 0,-1 0,0 0,0 0,-1 0,0 1,0-1,0 1,0-1,0 1,-1 0,0 0,0 1,0-1,0 1,0 0,-1 0,0 0,1 1,-1 0,-3-1,4 1,0 1,0-1,0 1,0 0,0 1,0-1,0 1,-1 0,1 0,0 0,0 0,0 1,0 0,0 0,-1 0,2 0,-1 1,0-1,0 1,0 0,1 0,-1 0,1 1,-1-1,1 1,0 0,0 0,0 0,1 0,-1 1,1-1,0 1,0-1,0 1,0 0,0 0,1 0,0 0,0 0,0 0,0 0,1 0,-1 0,1 0,0 4,4 20</inkml:trace>
  <inkml:trace contextRef="#ctx0" brushRef="#br0" timeOffset="36984.994">8369 8730,'-17'-4,"1"1,-1 1,0 0,0 2,0 0,1 0,-1 2,0 0,0 0,1 2,-1 0,1 1,0 1,1 0,-5 3,17-7,1 0,-1 1,1-1,-1 0,1 1,0-1,0 1,0 0,1 0,-1-1,0 1,1 0,0 1,0-1,0 0,0 0,0 0,1 1,-1-1,1 0,0 1,0-1,0 0,1 1,-1-1,1 0,-1 0,1 0,0 1,0-1,1 0,-1 0,1 0,0 0,-1-1,1 1,0 0,0-1,1 1,-1-1,1 0,-1 0,1 0,0 0,-1 0,1 0,0-1,1 1,8 3,0-1,1 1,-1-2,1 0,0 0,0-1,0-1,0 0,1-1,-1 0,0-1,0-1,0 0,0-1,0 0,-1-1,1 0,-1-1,0 0,0-1,-1 0,1-1,-2-1,1 0,-1 0,0-1,0 0,-1 0,6-10,-6 7,-1 0,-1-1,0 0,-1 0,0 0,-1-1,0 0,-1 0,-1 0,0 0,-1 0,-1-1,0 1,-1-1,0 1,-2-1,-2-13,-5-21,-2 1,-2 1,-3 0,-12-26,-19-28,47 100,0 0,0 0,-1 1,1-1,0 0,-1 0,1 0,-1 0,1 1,-1-1,1 0,-1 0,0 1,1-1,-1 0,0 1,0-1,1 1,-1-1,0 1,0 0,0-1,0 1,0 0,0-1,1 1,-1 0,0 0,0 0,0 0,0 0,0 0,-1 0,-9 31,7 18,2 0,3 0,1 0,3-1,2 1,2-1,14 44,-18-69,2 1,0-1,1-1,2 1,0-1,1-1,2 0,0-1,15 19,-26-38,0 1,-1 0,1-1,0 0,0 1,0-1,1 0,-1 0,0 0,0 0,0 0,1 0,-1-1,1 1,-1-1,0 0,1 0,-1 0,1 0,-1 0,0 0,1-1,-1 1,1-1,-1 1,0-1,0 0,1 0,-1 0,0 0,0-1,0 1,0 0,0-1,0 1,1-3,56-68,-46 49,-1 0,0 0,-2-1,-1 0,3-16,-11 117,-2-56,0-16,-1 0,2 0,-1 0,1 1,-1-1,1 0,1 0,-1 0,1 0,0 0,0 0,0 0,1 0,0 0,0 0,0 0,0-1,1 1,0-1,0 0,0 0,0 0,1 0,-1 0,5 2,1-4,0 0,0 0,0-1,1-1,-1 1,0-2,0 1,1-1,-1 0,0-1,0 0,0-1,0 0,0 0,-1-1,1 0,-1 0,0-1,0 0,-1 0,0-1,0 0,0-1,0 1,-1-1,4-6,-3 3,0 0,-1-1,0 1,0-1,-1-1,-1 1,0-1,-1 1,0-1,0 0,-2 0,1-1,-2 1,1 0,-2 0,0-4,1 15,1-1,-1 1,0 0,0 0,0 0,0-1,0 1,0 0,0 0,-1 0,1 0,0-1,-1 1,1 0,-1 0,1 0,-1 0,1 0,-1 0,0 0,1 0,-1 0,0 0,0 0,0 1,0-1,0 0,0 0,0 1,0-1,0 1,0-1,0 1,0-1,0 1,-1 0,1 0,0-1,0 1,0 0,-2 0,-2 6,0 0,1 0,-1 0,1 0,0 1,1-1,-1 1,1 0,1 0,0 1,0-1,0 0,0 1,1 3,-1-7,1 1,0-1,0 1,0 0,0 0,1-1,0 1,0 0,0 0,0-1,1 1,0 0,0 0,0-1,0 1,1-1,0 1,0-1,0 0,0 0,1 0,0 0,-1 0,1 0,4 3,1-4,-1 1,1-2,0 1,0-1,1 0,-1 0,0-1,1-1,-1 1,0-1,1 0,-1-1,0 0,6-2,39-4</inkml:trace>
  <inkml:trace contextRef="#ctx0" brushRef="#br0" timeOffset="38168.602">9465 8530,'-11'2,"0"1,0 0,0 0,0 1,0 1,1 0,-1 0,-4 4,12-6,-1-1,0 1,1 0,-1-1,1 2,0-1,0 0,0 1,0-1,1 1,-1 0,1 0,0 0,0 0,1 0,-1 0,1 0,0 1,0-1,0 0,1 1,-1-1,1 1,1-1,-1 1,1-1,0 0,1 0,-1 0,1 0,-1 0,1 0,1 0,-1-1,0 1,1-1,-1 0,1 1,0-1,0 0,1-1,-1 1,1-1,-1 1,1-1,0 0,89 33,-76-31,0-1,0-1,0-1,0 0,0-1,0-1,0-1,-1 0,1-1,0-1,-1-1,0 0,0-1,0 0,-1-2,0 0,0 0,-1-2,0 1,9-10,-18 15,0-1,-1 0,0 1,0-2,0 1,0 0,-1-1,0 1,0-1,0 0,-1 0,0 0,0 0,-1-1,0 1,0 0,0-1,-1 1,0-1,0 1,0-1,-1 1,-1-6,1 10,1 1,-1 0,1 0,-1 0,1 0,-1 0,0 0,0 0,0 0,1 0,-1 0,0 0,0 1,0-1,0 0,0 0,0 1,-1-1,1 1,0-1,0 1,0 0,-1-1,1 1,0 0,0 0,0 0,-1 0,1 0,0 0,0 0,-1 0,1 1,0-1,0 0,0 1,-1-1,1 1,0-1,0 1,0-1,0 1,0 0,-41 38,40-35,-1 0,1 0,-1 0,1 0,1 0,-1 1,0-1,1 1,0-1,0 1,0-1,1 1,0 0,0-1,0 1,0 0,1-1,-1 1,1 0,0-1,1 1,-1-1,1 0,0 1,0-1,0 0,1 0,-1 0,1 0,0-1,0 1,0-1,1 0,-1 1,1-2,0 1,0 0,0-1,2 1,3 2,1 0,0-1,0 0,0-1,1 0,-1-1,1 0,0 0,0-2,-1 1,1-1,1-1,-7 1,0 0,0-1,0 1,0-1,0-1,0 1,-1-1,1 1,0-1,-1-1,1 1,-1-1,0 0,0 0,0 0,0 0,0-1,-1 1,1-1,-1 0,0 0,0 0,-1-1,1 1,-1-1,1-1,0-8,0 0,-1 0,0-1,-1 1,-1-1,0 1,-1 0,0-1,-4-11,5 24,-1 1,1 0,-1 0,1-1,0 1,0 0,-1-1,1 1,0 0,0 0,0-1,1 1,-1 0,0-1,0 1,1 0,-1 0,1-1,-1 1,1 0,-1 0,1 0,0 0,0 0,0 0,-1 0,1 0,0 0,0 0,0 0,0 0,0 1,1-1,-1 0,0 1,0-1,0 1,1-1,-1 1,0 0,0-1,1 1,-1 0,0 0,1 0,-1 0,0 0,1 0,-1 1,0-1,1 0,6 0,0 1,0 0,0 0,0 1,0 0,0 0,-1 1,1 0,-1 0,0 0,0 1,0 1,0-1,0 1,-1 0,0 0,0 1,-1 0,1 0,-1 0,-1 1,1-1,-1 1,0 0,0 1,-1-1,0 1,-1-1,1 3,-8 135,5-143,1 0,-1 0,1 0,-1 0,1 0,0 0,0 0,0-1,0 1,0 0,0-1,1 1,-1-1,0 1,1-1,-1 1,1-1,0 0,-1 0,1 0,0 0,0 0,0 0,0-1,-1 1,1 0,0-1,0 0,0 1,0-1,0 0,0 0,0 0,2 0,68-19,-61 14,0 0,0-1,0 0,-1-1,0 0,0-1,0 0,-1 0,-1-1,1 0,-2-1,1 1,-1-2,-1 1,1-1,-2 0,0 0,0 0,-1-1,0 0,-1 0,-1 0,0 0,-1 10,-2 0,1 1,0-1,0 0,0 0,-1 1,1-1,-1 0,0 1,1-1,-1 0,0 1,0-1,0 1,0-1,0 1,0 0,0 0,-1-1,1 1,0 0,-1 0,1 0,-1 0,1 0,-1 0,1 1,-1-1,0 1,1-1,-1 1,0-1,0 1,1 0,-1 0,0 0,-62 14,60-12,0 1,0-1,1 1,-1 0,1 0,0 0,0 0,0 1,0-1,1 1,-1 0,1 0,0-1,0 2,0-1,1 0,-1 0,1 0,0 1,0-1,1 1,-1-1,1 0,0 1,0-1,1 1,-1-1,1 1,0-1,0 0,1 1,-1-1,1 0,0 0,0 0,0 0,0-1,3 4,7 2,1 0,0-1,0 0,1-1,0-1,1 0,-1-1,1 0,0-2,0 1,0-2,0 0,1-1,-1 0,9-2,-9 3,1-2,-1 1,1-2,-1 0,0-1,0-1,1 0,-2-1,1-1,0 0,-1-1,0 0,0-1,-1-1,10-7,-19 12,0 0,-1-1,0 1,0 0,0-1,0 0,-1 0,1 0,-1 0,0 0,0 0,0 0,-1-1,0 1,0-1,0 1,0-1,0 1,-1-1,0 0,0 1,0-1,-1 1,0-1,0 1,0-1,0 1,0-1,-1 1,0 0,0 0,0-1,-1 2,1-1,-1 0,0 0,0 1,0 0,0-1,-1 1,1 0,-1 1,0-1,0 1,0-1,-4 0,0 1,0 0,0 1,0 0,-1 0,1 1,0 0,-1 1,1-1,0 2,0-1,0 1,0 0,0 1,0 0,0 0,1 1,0 0,-1 0,2 1,-1-1,0 2,1-1,0 1,0 0,1 0,-1 0,1 1,-3 6,7-12,0 0,0 0,0 0,0 1,1-1,-1 0,0 1,1-1,-1 0,1 1,-1-1,1 1,0-1,0 1,0-1,-1 1,1-1,1 1,-1-1,0 1,0-1,0 1,1-1,-1 1,1-1,-1 0,1 1,0-1,-1 0,1 1,0-1,0 0,0 0,0 0,0 0,0 0,0 0,0 0,1 0,-1 0,0 0,1-1,8 3,1 0,0-1,0 0,0-1,1 0,-1-1,0-1,0 1,0-2,0 1,0-2,0 1,0-2,-1 1,1-1,-1-1,9-5,14-9,-45 46,10-24,1-1,0 1,0 0,0 0,0 0,0 0,1 0,-1 0,1 0,0 0,0 0,0 1,0-1,1 0,-1 0,1 0,0 0,0 0,0 0,0 0,0-1,0 1,1 0,0 0,-1-1,1 1,0-1,0 0,1 0,-1 1,2 0,11 6,1-1,-1-1,1 0,0-1,1-1,-1 0,1-1,0-1,0-1,1 0,-1-2,13 0,12 1</inkml:trace>
  <inkml:trace contextRef="#ctx0" brushRef="#br0" timeOffset="38918.989">6364 9533,'5'28,"1"0,1 0,2-1,0 0,2 0,1-1,1-1,5 6,-13-23,-1 0,1-1,0 1,1-1,0 0,0-1,0 1,1-1,0-1,0 1,1-1,-1 0,1-1,0 0,1 0,4 1,-10-4,-1-1,1 0,-1 0,1 0,-1 0,0 0,1-1,-1 1,1-1,-1 1,0-1,0 0,1 0,-1 0,0 0,0 0,0-1,0 1,0-1,0 1,-1-1,1 0,0 1,-1-1,1 0,-1 0,0 0,1-1,-1 1,0 0,0-1,24-75,-25 75,8-34,-3 9,1 1,2-1,1 1,9-20,-15 41,0 0,0 0,0 0,1 1,0-1,0 1,0 0,1 0,0 1,0-1,0 1,0 0,1 0,0 1,-1-1,1 2,0-1,1 0,-1 1,0 0,1 1,3-1,18 0</inkml:trace>
  <inkml:trace contextRef="#ctx0" brushRef="#br0" timeOffset="39745.617">7099 9666,'-3'-4,"0"0,0 0,-1 1,1 0,-1-1,1 1,-1 0,0 1,0-1,-1 1,1-1,0 1,-1 1,1-1,-1 1,0-1,1 1,-1 1,0-1,0 1,0-1,0 1,1 1,-1-1,0 1,-2 0,-1 0,-1 0,1 1,-1 0,1 0,0 1,0 0,0 0,0 1,1 0,0 0,-1 1,1 0,1 1,-1-1,1 1,0 0,0 1,1-1,0 1,0 0,0 0,1 1,0 0,1-1,-1 4,3-9,1 0,0 0,0 0,0 0,0 0,0 0,0 0,0 0,0 0,1-1,-1 1,1 0,0 0,-1 0,1 0,0 0,0-1,0 1,0 0,1-1,-1 1,0-1,1 0,-1 1,1-1,-1 0,1 0,0 0,-1 0,1 0,0 0,0 0,0 0,1 0,68 6,33-46,-63 19,-39 19,-1 0,0 1,1-1,-1 0,1 1,-1 0,1-1,0 1,-1 0,1 0,-1 0,1 0,-1 0,1 0,0 0,-1 0,1 1,-1-1,1 1,-1-1,1 1,-1-1,0 1,1 0,-1 0,0 0,1 0,-1 0,0 0,0 0,0 0,0 0,0 0,0 1,0-1,0 0,-1 1,1-1,0 1,-1-1,1 1,-1-1,0 1,1-1,-1 1,0 0,1 2,0 0,1 0,-1 0,1 0,0 0,0 0,0 0,1-1,-1 1,1-1,0 0,0 0,0 0,0 0,1 0,-1-1,1 1,-1-1,1 0,0 0,0 0,0-1,0 1,0-1,0 0,1 0,-1-1,0 1,4-1,2-3,0 0,0-1,0-1,-1 1,1-1,-1-1,0 0,-1 0,0-1,0 0,0 0,-1-1,1 0,-2 0,0-1,0 0,0-1,9-12,-2-2,0 0,-2-1,0 0,-2 0,-1-1,-1 0,-1-1,-1 0,-2 0,-1 0,-1 0,-1 0,-2-12,3 31,-1 0,-1 0,1-1,-1 1,-1 0,1 0,-2 0,1 0,-1 1,0-1,0 1,-1-1,0 1,-1 0,1 0,-5-4,6 10,0 0,0 0,0 0,0 1,0-1,0 1,0 0,0 0,0 0,0 0,0 0,0 1,0-1,0 1,0 0,0 0,0 0,0 0,0 0,0 1,1-1,-1 1,1 0,-1 0,1 0,0 0,-1 0,1 1,0-1,1 0,-1 1,0 0,1-1,-1 1,0 2,-12 15,1 2,1 0,1 1,1 0,1 0,1 1,1 0,1 0,2 1,0 0,1 0,2 0,0 0,2 4,-1-19,1 0,0 0,0 0,1 0,1 0,-1 0,2-1,-1 1,1-1,1 0,0 0,0 0,1-1,0 0,0 0,1 0,0-1,0 0,1 0,-1-1,2 0,-1 0,1-1,5 3,-1-3,1 0,-1-2,1 1,0-2,0 0,0 0,1-1,-1-1,0 0,0-2,0 1,0-1,0-1,0-1,0 0,-1-1,0 0,0-1,0 0,-1-1,0 0,0-1,0-1,-1 0,-1 0,0-1,7-8,-24 100,10-78,0 0,0-1,0 0,1 0,-1 0,1 0,0 0,0-1,0 1,1-1,-1 0,0-1,1 1,-1-1,1 0,-1 0,1 0,0-1,-1 1,1-1,0 0,0-1,-1 1,1-1,0 0,-1 0,1 0,-1-1,0 1,1-1,-1 0,2 0,-1 1,0-1,1 0,-1-1,0 1,0-1,-1 0,1 0,0 0,-1-1,0 0,0 0,0 0,0 0,-1-1,0 1,1-1,-2 0,1 0,0 0,-1 0,0 0,-1-1,1 1,-1-1,0 1,0-1,0 1,-1-1,0 0,0 1,-1-1,1 1,-1-1,0 0,-1 1,1 0,-1-1,-2-2,-1 1,-1 1,-1 0,1 0,-1 0,0 1,0 0,-1 1,1-1,-1 1,0 1,0-1,-1 1,1 1,-1 0,1 0,-1 1,0-1,1 2,-1-1,0 2,0-1,0 1,1 0,-1 1,1 0,-1 0,1 1,-1 0,1 0,0 1,4-1,1-1,-1 0,1 1,-1-1,1 1,0 0,0 0,0 0,1 1,-1-1,1 1,0-1,0 1,0 0,0 0,1 0,-1 0,1 0,0 0,0 0,1 0,-1 0,1 1,0-1,0 0,0 0,1 1,-1-1,1 0,0 0,0 0,1 0,-1 0,1 0,1 2,26 28,5-5</inkml:trace>
  <inkml:trace contextRef="#ctx0" brushRef="#br0" timeOffset="40317.534">8182 9866,'-9'-124,"8"88,-2 1,-1-1,-1 1,-3-3,-23-20,30 56,0 1,-1 0,1 0,0 0,-1 0,1 0,-1 0,1 0,-1 0,1 1,-1-1,1 1,-1-1,0 1,1-1,-1 1,0 0,1 0,-1 0,0 0,1 0,-1 0,0 0,1 1,-1-1,0 1,1-1,-1 1,0-1,1 1,-1 0,1 0,0 0,-1 0,1 0,-1 1,0-1,1 0,-1 1,1-1,-1 0,1 1,0-1,0 1,0-1,0 1,0-1,0 1,0 0,0 0,1-1,-1 1,1 0,-1 0,1 0,0 0,0-1,0 1,0 0,0 0,0 0,0 0,1 0,-1 0,1-1,-1 1,1 0,0 0,-1-1,1 1,0 0,0-1,0 1,1-1,-1 1,0-1,0 0,1 1,-1-1,1 0,-1 0,1 0,0 0,-1 0,1 0,0-1,0 1,-1-1,1 1,0-1,0 1,0-1,0 0,19 5,0-1,0-1,1 0,-1-2,1-1,0 0,-1-2,1 0,-1-2,3-1,131-7,-151 12,0 0,0 0,0 0,-1 1,1-1,0 1,0 0,0 0,0 0,-1 1,1-1,0 1,-1 0,0 0,1 0,-1 0,0 1,0-1,0 1,0 0,-1 0,1 0,-1 0,0 1,0-1,0 0,0 1,0 0,-1-1,0 1,1 2,1 50,9 25,-10-79,0 1,1-1,-1-1,1 1,-1 0,1-1,0 1,0-1,-1 0,1 1,0-2,0 1,0 0,0 0,0-1,1 0,-1 0,0 0,0 0,0 0,0 0,0-1,0 0,0 1,0-1,0 0,0 0,0-1,0 1,-1-1,1 1,-1-1,1 0,-1 0,1 0,-1 0,0-1,0 1,13-10,-2 1,0-1,0-1,-1 0,-1-1,0-1,-1 1,0-2,-1 1,-1-1,-1 0,0-1,-1 0,1-6,-17 43,9-12,-1 1,1-1,0 1,1 0,0-1,1 1,-1-1,2 1,-1 0,1-1,0 0,1 1,0-1,0 0,5 6,-6-10,0 0,1 0,0 0,0 0,0 0,0-1,0 1,1-1,0 0,-1 0,1-1,0 1,1-1,-1 0,0 0,1 0,-1 0,1-1,-1 0,1 0,0 0,-1 0,1-1,0 0,0 0,-1 0,1-1,0 1,1-1,19-6</inkml:trace>
  <inkml:trace contextRef="#ctx0" brushRef="#br0" timeOffset="40568.404">8903 9318,'19'12,"14"5,2 0</inkml:trace>
  <inkml:trace contextRef="#ctx0" brushRef="#br0" timeOffset="40810.754">9225 9546,'0'16,"0"9,0 6,0 0,0-2,0-3,2-3,3-6,3-8,3-13,1-12,-1-3</inkml:trace>
  <inkml:trace contextRef="#ctx0" brushRef="#br0" timeOffset="40811.754">9211 9238,'-16'3,"-5"2,1 3,6 5,10 2,13 3,4-1</inkml:trace>
  <inkml:trace contextRef="#ctx0" brushRef="#br0" timeOffset="41448.409">9974 9559,'-3'-3,"0"1,0 0,0 0,0 0,0 0,0 0,0 1,-1-1,1 1,-1 0,1 0,-1 0,1 1,-1-1,0 1,1 0,-1 0,1 0,-1 0,0 1,1-1,-1 1,1 0,-1 0,1 0,-1 1,1-1,0 1,0 0,0 0,-1 0,-5 4,0 0,0 1,1 0,-1 1,2-1,-1 2,1-1,0 1,-3 6,7-12,0 0,1 0,0 0,0 0,0 0,0 0,0 0,0 1,1-1,0 1,0-1,0 1,0 0,0-1,1 1,-1 0,1-1,0 1,0 0,1 0,-1-1,1 1,0 0,0-1,0 1,0-1,0 1,1-1,0 0,0 1,0-1,0 0,0 0,0 0,1-1,0 1,-1 0,3 1,6-1,1-1,-1 0,1 0,-1-1,1 0,0-1,-1-1,1 0,-1 0,1-1,-1-1,0 0,1 0,-1-1,-1-1,1 1,-1-2,0 0,8-5,-3 3,-1-1,1-1,-1 0,-1-1,0 0,-1-1,0-1,0 0,-2-1,1 1,-2-2,0 0,-1 0,0 0,-1-1,-1 0,-1-1,0 1,-1-1,0 0,-2 0,0 0,-1-3,-2-5,0 0,-2 0,-1 0,-1 0,-1 1,-1 0,-1 0,-1 0,-5-6,13 28,-24-39,25 40,-1 0,0 0,0 0,1 0,-1 1,0-1,0 0,0 0,0 1,0-1,0 0,0 1,0-1,0 1,0-1,0 1,0 0,0-1,-1 1,1 0,0 0,0 0,0 0,0 0,-1 0,1 0,0 0,0 1,0-1,0 0,-1 1,1-1,0 1,0-1,0 1,-1 0,-2 4,-1 0,1 0,0 0,0 1,1-1,0 1,0 0,0 0,1 0,-1 1,1 2,-8 20,2 0,1 0,2 0,0 1,2 0,1 0,2 0,1-1,1 1,6 26,-6-44,0-1,1 0,1 0,0 0,0 0,1 0,1-1,0 0,0 0,1-1,0 1,0-1,1-1,1 0,-1 0,1 0,0-1,1-1,0 1,0-2,0 1,1-1,0-1,0 0,0 0,0-1,1-1,-1 0,1-1,-1 0,1 0,0-1,-1-1,8-1,-7-1,-1-1,1 0,-1-1,0-1,0 1,0-2,-1 0,0 0,0-1,-1 0,0 0,0-1,-1 0,0-1,-1 0,0 0,0-1,-1 1,-1-1,0-1,0 1,-1-1,0 0,-1 0,-1 0,0 0,-1 0,0-1,0 1,-1 0,-1-2,-14-31,15 44,-1 0,1 1,-1-1,0 0,1 0,-1 0,0 1,1-1,-1 0,0 1,0-1,0 1,1-1,-1 1,0-1,0 1,0 0,0-1,0 1,0 0,0 0,0 0,0 0,0 0,0 0,0 0,0 0,0 0,0 0,0 0,0 0,0 1,0-1,0 0,0 1,1-1,-1 1,0-1,0 1,0 0,0-1,1 1,-1 0,-5 6,0 1,1-1,0 1,0 0,1 1,0-1,1 1,0 0,0 0,1 0,0 0,0 0,1 0,0 1,1-1,0 6,1-3,-1 0,2 0,0 0,0-1,1 1,0 0,1-1,1 0,-1 0,2 0,0-1,0 1,1-1,0-1,0 1,1-1,1-1,-1 1,1-1,1-1,0 0,0 0,0-1,0 0,1-1,0 0,0-1,2 0,36 12</inkml:trace>
  <inkml:trace contextRef="#ctx0" brushRef="#br0" timeOffset="44830.596">4145 11604,'-24'336,"14"-235,5-118,3-264,1 261,1 0,0-1,2 1,0-1,1 1,1 0,1 1,1-1,0 1,2 0,0 0,1 1,5-6,-13 22,0 0,1 0,-1 0,1 0,0 0,0 0,0 1,0-1,0 1,0-1,0 1,0 0,0-1,1 1,-1 1,1-1,-1 0,0 0,1 1,-1-1,1 1,0 0,-1 0,1 0,-1 0,1 0,-1 1,1-1,-1 1,1 0,-1-1,0 1,1 0,-1 1,0-1,0 0,1 1,-1-1,0 1,-1-1,1 1,0 0,0 0,-1 0,1 0,5 10,-2 0,1 1,-1-1,-1 1,-1 0,0 0,0 0,-1 0,-1 1,0-1,-1 0,0 1,-1-1,-1 0,-2 11,-1 0,-1-1,-1 0,-1 0,-1 0,-1-1,-12 20,22-42,-1 0,1 1,0-1,0 0,0 0,0 1,-1-1,1 0,0 0,0 1,0-1,0 0,0 1,0-1,0 0,0 1,0-1,0 0,0 0,0 1,0-1,0 0,0 1,0-1,0 0,0 1,0-1,0 0,0 0,0 1,1-1,-1 0,0 0,0 1,0-1,1 0,-1 0,0 1,0-1,1 0,-1 0,0 0,0 0,1 1,-1-1,0 0,0 0,1 0,-1 0,0 0,1 0,-1 0,0 0,1 0,-1 0,0 0,0 0,1 0,-1 0,0 0,1 0,-1 0,0 0,29-6,-17 4,5-1,0 1,0 2,0-1,0 2,0 0,0 1,0 1,7 2,-16-3,0 0,0 1,0 0,-1 0,1 1,-1 0,0 0,0 1,0 0,-1 0,0 0,0 1,0 0,0 0,-1 1,0-1,-1 1,2 3,-4-6,0 0,-1 1,1-1,-1 0,0 1,0-1,-1 1,1-1,-1 1,0-1,0 1,-1-1,0 1,1-1,-1 1,0-1,-1 0,1 1,-1-1,0 0,0 0,-1 0,1 0,-1-1,1 1,-1-1,0 1,-1 0,-5 5,-1 0,0-1,0 0,0 0,-1-1,0-1,-1 0,0 0,-5 1,3-1,0-1,0-1,0 0,-1-1,0-1,0 0,0-1,0 0,0-1,-5-1,19 1,0 0,0 0,1 0,-1-1,0 1,0 0,0 0,1 0,-1-1,0 1,0 0,1-1,-1 1,0-1,1 1,-1-1,0 1,1-1,-1 1,1-1,-1 1,1-1,-1 0,1 1,0-1,-1 0,1 0,0 1,-1-1,1 0,0 0,0 1,-1-1,1 0,0 0,0 0,0 1,0-1,0 0,1 0,4-15</inkml:trace>
  <inkml:trace contextRef="#ctx0" brushRef="#br0" timeOffset="45393.369">4946 11778,'23'0,"21"-2,19-1,17 0,13 1,6 0,1 1,-6 0,-10 1,-12 0,-13 0,-18 0</inkml:trace>
  <inkml:trace contextRef="#ctx0" brushRef="#br0" timeOffset="45718.07">5334 11578,'20'11,"1"-1,0-1,1-1,-1-1,1 0,1-2,-1-1,1 0,0-2,17 0,-25-1,97 7,114 16,-222-24,-1 0,0 0,0 0,1 1,-1-1,0 1,0 0,0 0,0 0,1 0,-1 1,-1-1,1 1,0 0,0 0,-1 0,1 0,-1 0,1 0,-1 1,0-1,0 1,0 0,0-1,-1 1,1 0,-1 0,0 0,0 0,0 0,0 0,0 1,0-1,-1 1,-2 3,-1 0,0 0,0-1,-1 1,0-1,0 0,0 0,-1 0,0-1,0 0,0 0,-2 1,-158 127,60-54,101-75,2-3,1 0,-1-1,1 2,-1-1,1 0,-1 0,1 0,0 1,-1-1,1 1,0-1,0 1,0-1,0 1,0 0,1-1,-1 1,0 0,1 0,0 0,-1-1,1 1,0 0,0 0,8 8</inkml:trace>
  <inkml:trace contextRef="#ctx0" brushRef="#br0" timeOffset="48130.577">8569 11859,'-2'13,"-1"8,2-1,4-3,2-5</inkml:trace>
  <inkml:trace contextRef="#ctx0" brushRef="#br0" timeOffset="51978.24">6885 12714,'1'-2,"0"0,0 0,0 1,0-1,-1 0,1 0,-1 0,1 0,-1 0,0 0,1 0,-1 0,-1 0,1 0,0 0,0 0,-1 0,1 0,-1 0,1 0,-1 0,0 0,0 1,0-1,0 0,0 0,0 1,0-1,-1 1,1-1,-1 1,1 0,-1-1,1 1,-1 0,0 0,1 0,-1 0,-2 0,-2-2,0 1,-1-1,1 2,-1-1,1 1,-1 0,0 0,0 0,0 1,1 0,-4 1,-2 1,0 0,1 1,0 0,-1 1,1 0,1 1,-1 0,1 1,0 0,0 1,0 0,1 0,0 1,1 0,0 0,0 1,0 0,1 1,1 0,0 0,0 0,1 1,0-1,1 1,0 0,-1 7,5-13,-1-1,2 1,-1 0,0-1,1 1,0-1,0 1,0-1,1 1,-1-1,1 0,0 1,0-1,1 0,-1 0,1-1,0 1,0-1,0 1,0-1,1 0,-1 0,1 0,0-1,0 1,0-1,0 0,0 0,0 0,1-1,-1 1,1-1,-1 0,1 0,-1-1,1 0,0 1,-1-1,3-1,12-1,0-2,0 0,-1-1,1-1,-1-1,-1 0,1-1,-1-1,0-1,-1-1,0 0,-1-1,0 0,-1-1,-1-1,0 0,0-1,-2 0,2-4,-2 4,0-1,-2 0,0 0,-1-1,0 0,-1 0,-2-1,1 0,-2 0,0 0,-2 0,0-1,0 0,-2 1,0-1,-2 1,0-1,-1 1,0-1,-2 1,-5-14,-31-34,40 65,-1-1,1 1,0-1,-1 1,0 0,1 0,-1-1,0 1,0 0,1 1,-1-1,0 0,0 0,0 1,0-1,0 1,0 0,0-1,0 1,0 0,0 0,0 0,0 1,0-1,0 0,0 1,0 0,0-1,0 1,0 0,0 0,0 0,0 0,1 0,-1 0,-5 7,0 0,0 0,1 1,1-1,-1 1,1 1,1-1,0 1,0-1,1 1,0 0,0 1,1-1,1 3,-6 17,2 1,2 0,1 0,1 0,1 0,2 0,1-1,2 1,1 0,8 24,-12-46,1 1,1-1,-1 0,1 0,1-1,-1 1,2-1,-1 0,1-1,0 1,1-1,0 0,0-1,0 1,1-1,0-1,0 0,0 0,1 0,-1-1,1 0,0-1,1 0,-1 0,0-1,1-1,0 1,-1-1,1-1,0 0,-1 0,9-2,-6-1,0-1,0 0,0 0,-1-1,0-1,0 0,0-1,0 0,-1 0,0-1,-1-1,0 1,0-2,-1 1,0-1,0-1,-3 4,0 0,0-1,0 0,-1 0,0 0,-1-1,0 1,0-1,-1 0,0 0,0 1,-1-2,0 1,-1 0,0 0,0 0,-1 0,0 0,-1 0,0 0,0 0,-3-3,5 9,-1 1,0-1,0 1,0-1,0 1,0 0,0 0,-1-1,1 1,-1 0,0 0,1 0,-1 1,0-1,0 0,0 1,-1-1,1 1,0 0,0 0,-1 0,1 0,-1 0,1 0,-1 0,1 1,-1 0,1-1,-1 1,1 0,-1 0,0 0,1 1,-1-1,1 0,-1 1,1 0,-1 0,-3 4,0 1,0 0,1 0,0 1,0-1,0 1,1 0,0 0,1 1,0-1,0 1,0 0,1 0,0 0,1 0,-1 0,2 0,-1 8,1-9,-1 0,2 0,-1-1,1 1,0 0,0 0,1 0,-1-1,2 1,-1-1,1 1,0-1,0 0,1 0,0 0,0-1,0 1,1-1,-1 0,1 0,0 0,1-1,-1 0,1 0,0 0,0-1,0 0,1 0,-1-1,1 1,-1-1,70 18,1-8</inkml:trace>
  <inkml:trace contextRef="#ctx0" brushRef="#br0" timeOffset="52414.073">8489 12714,'18'-40,"1"1,2 1,1 0,2 2,8-7,-15 22,-17 21,0 1,0-1,0 0,0 0,1 1,-1-1,0 0,0 0,0 1,0-1,0 0,0 0,0 1,0-1,1 0,-1 0,0 0,0 1,0-1,1 0,-1 0,0 0,0 1,0-1,1 0,-1 0,0 0,0 0,1 0,-1 0,0 0,0 1,1-1,-1 0,0 0,0 0,1 0,-1 0,0 0,1 0,-1 0,0-1,0 1,1 0,-1 0,0 0,0 0,1 0,-1 0,0 0,0-1,0 1,1 0,-1 0,0 0,0 0,0-1,1 1,-1 0,0 0,0-1,0 1,0 0,-4 25,4-24,-10 41,1 0,2 1,2-1,2 1,2 0,2 0,4 28,0-39,0-9</inkml:trace>
  <inkml:trace contextRef="#ctx0" brushRef="#br0" timeOffset="52661.41">8476 12902,'11'6,"11"3,11 0,13-5,10-4,10-5,6-6,1-4,-12 2</inkml:trace>
  <inkml:trace contextRef="#ctx0" brushRef="#br0" timeOffset="48451.789">9291 11471,'0'15,"0"1,0-1,1 1,1-1,1 0,0 1,1-1,0 0,1-1,1 1,1-1,0 0,0-1,2 0,-1 0,2-1,0 0,0 0,6 4,-14-14,0 0,0 0,1-1,-1 1,0 0,1-1,0 0,-1 0,1 1,0-1,-1-1,1 1,0 0,0-1,0 1,0-1,0 0,0 0,0 0,-1-1,1 1,0 0,0-1,0 0,0 0,-1 0,1 0,0 0,-1-1,1 1,-1-1,1 1,-1-1,0 0,0 0,0 0,2-2,2-9,0 0,-1-1,-1 1,0-1,-1 0,0 0,-1 0,-1-1,0 1,-1 0,0-1,-1-3,1 3,0 10,-1-3,0 1,1-1,0 1,0-1,1 1,0-1,0 1,0 0,1-1,1 1,-1 0,1 0,0 0,1 1,0-1,0 1,0 0,3-3,17-11</inkml:trace>
  <inkml:trace contextRef="#ctx0" brushRef="#br0" timeOffset="49054.291">10133 11417,'-37'0,"5"-2,0 1,0 2,0 1,0 1,1 2,-1 1,1 1,1 2,-1 1,-6 5,33-14,0 1,1 0,-1-1,1 1,-1 1,1-1,-1 0,1 1,0 0,0-1,1 1,-1 1,1-1,-1 0,1 0,0 1,0 0,0-1,1 1,-1 0,1 0,0 0,0 0,0 0,1 0,-1 0,1 0,0 0,0 0,1 0,-1 0,1 0,0 0,0 0,0 0,0-1,1 1,-1 0,1 0,2 2,4 0,0 0,0-1,1 0,-1 0,1-1,1 0,-1-1,0 0,1 0,0-1,-1 0,1-1,0 0,0 0,0-1,0-1,0 1,0-2,-1 1,1-1,0-1,-1 0,5-2,82-39,-95 43,0 1,-1-1,1 0,-1 1,1-1,0 0,0 1,-1-1,1 1,0-1,0 1,0-1,0 1,-1 0,1 0,0-1,0 1,0 0,0 0,0 0,0 0,0 0,0 0,0 0,0 0,0 0,-1 0,1 1,0-1,0 0,0 1,0-1,0 0,-1 1,1-1,0 1,0 0,-1-1,1 1,0-1,-1 1,1 0,0 0,-1-1,1 1,-1 0,1 0,-1 0,0 0,1-1,-1 1,0 0,0 0,0 0,1 0,-1 0,0 0,0 0,0 0,0 0,0 2,-1 0,1 0,0 0,0 0,0-1,1 1,-1 0,1 0,0 0,-1 0,1-1,0 1,1 0,-1-1,0 1,1-1,-1 1,1-1,0 1,0-1,0 0,0 0,0 0,1 0,-1-1,1 2,7-1,-1-1,0 0,0 0,0 0,1-1,-1-1,0 0,0 0,1-1,-1 0,0 0,-1-1,1 0,0-1,-1 1,0-2,0 1,0-1,0-1,-1 1,0-1,2-2,7-6,0-1,-1 0,-1-1,0-1,-1 0,-1 0,-1-2,0 1,-1-1,-1-1,-1 0,-1 0,4-18,1-15,-2 0,-2-1,-3 1,-1-52,-3 77,-1 1,-1 0,-2 0,0 0,-2 0,-1 1,-1 0,-8-17,14 39,0 0,-1-1,0 1,0 0,0 0,0 1,-1-1,1 0,-1 1,0-1,0 1,0 0,-1 0,1 0,-1 0,0 1,0 0,1-1,-2 1,1 1,0-1,0 0,0 1,-1 0,1 0,-1 1,1-1,-1 1,1 0,-1 0,1 0,-1 1,1-1,0 1,-3 1,-6 4,1 1,0 0,0 1,0 1,1 0,1 0,-1 1,2 0,-1 1,1 0,1 1,0 0,1 0,0 0,1 1,-1 2,-7 16,0 0,2 1,2 1,1 0,1 0,2 1,1 0,2 0,1 0,3 29,0-39,1-1,2 0,0 0,1 0,1 0,2-1,0 0,1-1,1 0,1 0,1-1,0 0,2-1,0 0,2-2,4 5,-4-7,1-1,1 0,1-2,0 0,0-1,1 0,0-2,1 0,0-2,0 0,1-2,0 0,0-1,0-1,12-1,14-2</inkml:trace>
  <inkml:trace contextRef="#ctx0" brushRef="#br0" timeOffset="50035.782">10548 11524,'-3'20,"1"-12,0 0,0 0,1 0,0 0,0 0,1 0,0 0,1 0,0 1,0-1,0 0,1 0,0-1,1 1,0 0,0-1,1 1,0-1,0 0,0 0,1-1,1 1,-3-5,0 0,0 0,0 0,1-1,-1 0,1 0,-1 0,1 0,-1 0,1 0,0-1,-1 0,1 0,-1 0,1 0,0-1,-1 1,1-1,-1 0,1 0,-1 0,1 0,-1-1,0 0,1 1,-1-1,0 0,0-1,2-1,2-2,-1 1,1-1,-1 0,-1-1,1 0,-1 1,0-2,-1 1,1 0,-2-1,1 0,0-3,-2 5,-1 1,0 0,0 0,0-1,-1 1,0-1,0 1,0 0,0-1,-1 1,0 0,0-1,-1 1,1 0,-1 0,0 0,-1 0,1 0,-1 1,0-1,0 1,-1 0,1-1,-1 1,0 1,0-1,0 1,0-1,-1 1,1 1,-1-1,0 0,0 1,0 0,0 0,0 1,0-1,0 1,-1 0,1 1,0-1,-4 1,5 1,0-1,1 1,-1 0,0 0,1 0,-1 1,1-1,0 1,-1 0,1 0,0 0,0 0,0 0,0 1,1 0,-1-1,1 1,-1 0,1 0,0 0,0 0,1 1,-1-1,0 1,1-1,0 1,0-1,0 1,0 0,1-1,0 1,-1 0,1-1,0 1,1 0,-1 0,1-1,-1 1,1 0,0-1,1 1,-1-1,1 2,18 30,5-4</inkml:trace>
  <inkml:trace contextRef="#ctx0" brushRef="#br0" timeOffset="50563.438">10976 11685,'-24'-324,"24"320,0 3,-1 0,1 1,-1-1,1 0,0 0,-1 0,1 0,0 1,0-1,0 0,0 0,0 0,0 0,0 0,0 0,0 0,0 1,0-1,0 0,1 0,-1 0,0 0,1 0,-1 1,1-1,-1 0,0 0,1 1,0-1,-1 0,1 1,0-1,-1 0,1 1,0-1,-1 1,1-1,0 1,0 0,0-1,-1 1,1 0,0-1,0 1,0 0,0 0,111 67,-70-42,71 52,-109-72,-1 0,-1-1,1 1,-1 0,0 1,0-1,0 0,-1 1,1-1,-1 1,-1-1,1 1,-1-1,0 1,0-1,-1 1,0-1,0 1,0-1,0 1,-1-1,0 0,0 1,0-1,-1 0,-1 1,-12 46,16-51,0 1,-1 0,1-1,0 1,0-1,-1 1,1 0,0-1,1 1,-1-1,0 1,0-1,1 1,-1 0,1-1,-1 1,1-1,0 0,0 1,0-1,-1 0,1 1,0-1,1 0,-1 0,0 0,0 0,0 0,1 0,-1 0,0 0,1 0,-1-1,1 1,-1 0,1-1,-1 1,1-1,-1 0,1 0,0 1,-1-1,2 0,7-1,0-1,0 1,0-1,0-1,-1 0,1 0,-1-1,0 0,0-1,0 0,-1 0,0-1,0 0,0 0,0-1,-1 0,0-1,-1 1,0-1,0 0,2-4,-4 3,1 1,-1-1,-1 0,1 0,-1 0,-1 0,0 0,0-1,-1 1,0-1,-1 1,0-1,0 0,-2-6,2 16,0 0,-1 0,1 0,0 0,0 0,-1 0,1 0,0 0,-1 0,1 0,0 0,0 0,-1 0,1 0,0 0,0 0,-1 0,1 0,0 0,0 0,-1 0,1 0,0 0,0-1,-1 1,1 0,0 0,0 0,0 0,-1-1,1 1,0 0,0 0,0 0,0-1,-1 1,1 0,0 0,0-1,0 1,0 0,0 0,0-1,0 1,0 0,0-1,0 1,0 0,0 0,0-1,0 1,-5 25,3-4,1-1,1 1,1 0,1-1,1 1,2 6,-4-22,0 1,0-1,1 1,0-1,0 0,1 0,-1 0,1 0,0 0,0-1,1 1,-1-1,1 0,0 0,0 0,1-1,-1 1,1-1,0 0,-1 0,1-1,1 1,-1-1,0 0,3 0,20 2</inkml:trace>
  <inkml:trace contextRef="#ctx0" brushRef="#br0" timeOffset="50811.825">11431 11190,'-5'18,"6"11,11 4,16 2,2-5</inkml:trace>
  <inkml:trace contextRef="#ctx0" brushRef="#br0" timeOffset="51047.619">11871 11604,'-11'16,"-9"12,0 6,2-1,5-3,9-8,10-6,11-12,2-5</inkml:trace>
  <inkml:trace contextRef="#ctx0" brushRef="#br0" timeOffset="51048.619">11845 11070,'-14'-3,"-6"3,-1 4,2 10,2 6,3 0</inkml:trace>
  <inkml:trace contextRef="#ctx0" brushRef="#br0" timeOffset="46878.508">6684 11604,'0'16,"0"14,0 12,3 7,2 5,3-1,3-4,1-6,-1-13,-3-11</inkml:trace>
  <inkml:trace contextRef="#ctx0" brushRef="#br0" timeOffset="47516.805">6470 11444,'139'29,"-96"-22,-1 1,0 2,0 1,-1 3,-1 1,0 3,22 13,-53-26,-1 1,1 0,-1 1,0 0,-1 1,0-1,0 1,-1 1,0-1,0 1,-1 0,0 0,0 1,-1-1,-1 1,0 0,0 0,0 1,-2-1,1 0,-1 1,-1-1,0 1,0-1,-1 1,0 0,-23 101,23-112,1 1,0-1,-1 1,1-1,0 1,0 0,-1-1,1 1,0-1,0 1,0 0,0-1,0 1,0 0,0-1,0 1,0-1,0 1,0 0,0-1,0 1,0-1,1 1,-1 0,0-1,0 1,1-1,-1 1,0-1,1 1,-1-1,1 1,-1-1,0 1,1-1,-1 0,1 1,-1-1,1 1,0-1,-1 0,1 0,-1 1,1-1,-1 0,1 0,0 0,-1 0,1 0,0 0,-1 0,1 0,-1 0,1 0,0 0,-1 0,1 0,0 0,-1-1,1 1,-1 0,35-23,-10-2,-1-1,-1-1,-2-1,0-1,4-12,-10 21,-2 32,-11-5,1 7,0-1,1 1,0-1,2 1,-1-1,1-1,1 1,0-1,1 0,0-1,1 0,8 8,-9-13,1 0,1-1,-1 0,1 0,0-1,0 0,0-1,0 0,1-1,-1 0,1 0,0-1,-1-1,1 0,0 0,0-1,-1 0,1-1,-1 0,1-1,-1 0,0-1,0 0,0 0,-1-1,1 0,-1-1,0 0,-1-1,0 0,0 0,0 0,-1-1,0 0,0-1,-1 0,0 0,-1 0,0 0,0-1,-1 0,5-18,-1 1,-1-2,-2 1,0-1,-2 0,-2 0,0 0,-2 0,-1 0,-2 1,0-1,-2 0,-1 1,-2-1,-22-63,31 92,0-1,0 1,0-1,0 1,0-1,0 1,0-1,0 1,0-1,0 1,-1-1,1 1,0-1,0 1,0-1,-1 1,1-1,0 1,-1 0,1-1,0 1,-1-1,1 1,0 0,-1 0,1-1,-1 1,1 0,-1 0,1-1,-1 1,1 0,-1 0,1 0,-1 0,1 0,-1-1,1 1,-1 0,1 0,-1 0,1 1,-1-1,1 0,-1 0,1 0,-1 0,1 0,0 0,-1 1,1-1,-1 0,1 0,-1 1,1-1,0 0,-1 1,1-1,0 1,-1-1,-9 33,4 49,2 0,6 41,-1-37,0-67,-2 10,1 0,1 0,2-1,1 1,1-1,2 1,2 3,4-2</inkml:trace>
  <inkml:trace contextRef="#ctx0" brushRef="#br0" timeOffset="47882.226">7313 11578,'391'107,"-340"-92,0 1,-1 3,-1 3,-1 1,37 25,-79-45,0 0,-1 0,0 0,0 1,0 0,0 0,0 1,-1-1,0 1,0 0,0 0,0 1,-1-1,0 1,0-1,-1 1,1 0,-1 0,-1 0,1 0,-1 1,0-1,0 0,-1 4,-1-7,-1 0,-1 1,1-2,0 1,-1 0,1 0,-1-1,0 1,0-1,0 0,0 0,0 0,0 0,0-1,-1 1,1-1,-1 0,1 0,-1 0,0 0,1-1,-1 0,0 1,1-1,-1 0,0-1,1 1,-1-1,0 0,1 1,-1-2,1 1,-1 0,1-1,0 1,-3-2,-1-3,-1 1,0-1,1 0,0-1,1 1,-1-1,1-1,1 1,-1-1,1 0,1 0,-1-1,2 1,-1-1,1 0,0 0,1 0,0 0,0-1,1 1,0-1,1 1,1-7,-1 11,1 1,0 0,0 0,0 0,1 1,0-1,-1 0,1 0,0 1,1-1,-1 1,1 0,0 0,-1 0,1 0,1 0,-1 0,0 1,1 0,-1-1,1 1,-1 1,1-1,0 0,0 1,0 0,3-1,114-13,-66 16,-5 2</inkml:trace>
  <inkml:trace contextRef="#ctx0" brushRef="#br0" timeOffset="55510.562">11283 6658,'-23'139,"8"-71,3-9,2 1,2 0,4 0,2 1,3 0,2 3,1-44,0-1,1 1,1-1,1-1,0 1,2-1,0 0,1-1,1 0,0-1,13 14,19 17,2-1,2-3,5 1,34 31,-31-27,-2 3,-2 2,-3 2,-2 3,-2 1,-4 2,-2 2,23 52,-33-39,-4 2,-2 0,-5 1,-3 1,-3 1,-4 0,-3 0,-4 0,-3 0,-4 0,-3-1,-19 68,8-50,2-23,3 1,4 0,3 1,3 0,4 1,6 68,2-115,1 0,1 0,1-1,2 0,1 0,1-1,2-1,3 4,151 205,-158-223,32 42,-2 2,-3 1,-2 2,1 11,-22-40,-2 0,-1 1,-2 0,-1 1,-2 0,-1 0,-1 1,-2 0,-2 16,-8 28,-3 0,-4-1,-3 0,-3-2,-7 11,-5 22,2-2,5 1,-8 94,29-158</inkml:trace>
  <inkml:trace contextRef="#ctx0" brushRef="#br0" timeOffset="57279.444">3329 9372,'-3'1,"-1"-1,1 1,-1 0,1 1,0-1,-1 1,1-1,0 1,0 0,0 0,0 0,1 1,-1-1,0 1,1 0,0-1,0 1,0 0,0 0,0 0,0 1,1-1,-1 0,1 1,0-1,0 1,0-1,1 1,-1 0,-13 163,14-125,-15 316,-15-1,-22 42,13-181,11-76,6 1,6 1,4 94,24-149,-6-77</inkml:trace>
  <inkml:trace contextRef="#ctx0" brushRef="#br0" timeOffset="58563.309">2888 11818,'4'-4,"3"0,-2 6,0 11,1 18,-1 18,1 25,0 22,0 22,0 18,-1 11,-2 8,-1-22</inkml:trace>
  <inkml:trace contextRef="#ctx0" brushRef="#br2" timeOffset="70014.245">3997 9773,'-26'91,"-32"223,52-302,9-41,21-267,-24 289,1 0,-1 1,1-1,0 0,1 1,-1-1,1 1,1-1,-1 1,1 0,0 0,0 0,1 0,0 1,0-1,0 1,1 0,-1 0,1 1,1-1,-1 1,0 0,1 1,0-1,0 1,0 0,0 0,1 1,-1 0,4-1,-5 2,-1 0,1 1,0-1,-1 1,1 0,-1 0,1 0,0 1,-1-1,1 1,-1 0,1 1,-1-1,0 1,0 0,1 0,-1 0,0 0,-1 1,1-1,0 1,-1 0,1 1,-1-1,0 0,0 1,-1 0,1 0,-1-1,1 1,-1 1,-1-1,1 0,0 0,-1 1,0-1,0 1,0-1,-1 1,0 0,0 2,0-3,0 1,-1-1,0 1,0 0,0-1,0 0,-1 1,0-1,0 0,0 0,0 0,-1 0,1 0,-1 0,0-1,0 1,-1-1,1 0,-1 0,1 0,-1-1,-1 1,-94 41,98-44,0 0,-1 0,1 1,0-1,0 0,0 1,-1-1,1 1,0 0,0-1,0 1,0 0,0 0,0-1,0 1,0 0,1 0,-1 0,0 0,0 0,1 0,-1 0,1 1,-1-1,1 0,-1 0,1 0,0 1,0-1,-1 0,1 0,0 1,0-1,0 0,0 0,1 1,-1-1,0 0,0 0,1 1,-1-1,1 0,-1 0,1 0,-1 0,1 0,0 0,0 0,0 1,4 7,1 0,0 0,0-1,0 0,1 0,0-1,1 0,0 0,0-1,1 0,-1 0,1-1,0 0,1-1,-1 0,1 0,0-1,0 0,0-1,0 0,0 0,1-1,-1-1,0 0,1 0,8-2,3-4</inkml:trace>
  <inkml:trace contextRef="#ctx0" brushRef="#br2" timeOffset="70417.303">3864 9559,'4'0,"9"-2,9-1,9 0,9 0,5 2,1 0,-3 3,-4 0,-6 3,-7 3,-5 0,-4-2,-5-1</inkml:trace>
  <inkml:trace contextRef="#ctx0" brushRef="#br2" timeOffset="70712.514">4545 9519,'12'16,"7"14,6 14,1 10,1 5,-5 5,-6 4,-8 4,-14 4,-23 8,-23 4,-25 2,2-15</inkml:trace>
  <inkml:trace contextRef="#ctx0" brushRef="#br2" timeOffset="71380.76">3690 9452,'-16'16,"-7"16,-5 17,0 14,3 11,6 10,6 6,7 4,12-3,11-5,15-11,10-11,-1-17</inkml:trace>
  <inkml:trace contextRef="#ctx0" brushRef="#br2" timeOffset="72761.369">4251 12941,'-28'0,"14"-2,0 1,0 0,0 1,0 0,0 2,0-1,1 2,-1 0,0 0,1 1,0 1,0 0,0 1,1 0,0 1,0 1,0 0,0 1,11-8,0 0,0 0,-1 0,1 0,0 0,0 0,0 1,0-1,0 0,1 1,-1-1,0 1,1-1,-1 1,1-1,-1 1,1-1,0 1,-1-1,1 1,0 0,0-1,0 1,0-1,1 1,-1 0,0-1,1 1,-1-1,1 1,-1-1,1 1,0-1,0 1,0-1,0 0,0 1,0-1,0 0,0 0,0 0,0 0,1 1,136 35,-17 9,-115-43,1 0,-1 0,0 1,0 0,-1 1,1-1,-1 1,0 0,0 0,-1 1,0 0,0-1,0 1,0 1,-1-1,2 6,-4-10,0 0,0 0,-1 0,1 0,-1 0,0 0,0 0,1 0,-1 1,-1-1,1 0,0 0,0 0,-1 0,1 0,-1 0,0 0,1 0,-1 0,0 0,0 0,-1-1,1 1,0 0,0 0,-1-1,1 1,-1-1,1 0,-1 1,0-1,0 0,1 0,-1 0,0 0,0 0,0 0,0-1,0 1,-86 11,-72-17,149-4,17 7</inkml:trace>
  <inkml:trace contextRef="#ctx0" brushRef="#br2" timeOffset="73661.771">4559 12647,'9'18,"8"13,5 11,4 4,1 4,-1 4,-3 3,-5 2,-6 6,-7 2,-13 4,-17 6,-18 5,-18 5,-16 2,5-16</inkml:trace>
  <inkml:trace contextRef="#ctx0" brushRef="#br2" timeOffset="74209.438">3757 12701,'2'-3,"-1"7,-4 12,-5 16,-6 16,-3 17,-1 12,3 12,6 4,14 0,17-6,21-15,23-16,1-17</inkml:trace>
  <inkml:trace contextRef="#ctx0" brushRef="#br0" timeOffset="93848.915">11992 1792,'-1'-1,"1"0,0 0,0 0,0 1,0-1,0 0,0 0,1 0,-1 0,0 0,0 1,1-1,-1 0,0 0,1 1,-1-1,0 0,1 0,-1 1,1-1,0 0,-1 1,1-1,-1 1,1-1,0 1,0-1,-1 1,1-1,0 1,0 0,-1-1,1 1,0 0,0 0,0 0,0-1,16-7,0 0,1 1,0 1,1 0,-1 2,1 0,3 1,224-30,32 27,-171 8,76-2,-15 26,-72-4,-85-22,-3-1</inkml:trace>
  <inkml:trace contextRef="#ctx0" brushRef="#br0" timeOffset="94581.069">13408 1324,'-1'220,"-13"30,8-186,-8 45,6 0,4 1,5 0,5-1,9 38,-2-64,-5-115,-2 8</inkml:trace>
  <inkml:trace contextRef="#ctx0" brushRef="#br0" timeOffset="95413.465">13502 1270,'2'-2,"-1"-1,0 1,1-1,-1 1,1 0,-1 0,1 0,0 0,0 0,0 0,0 0,1 0,-1 1,0-1,1 1,-1 0,1 0,0 0,-1 0,1 0,0 0,-1 1,1-1,0 1,1 0,-3-1,21-3,0 1,0 0,0 2,1 0,-1 1,0 2,0 0,0 1,0 2,0 0,-1 1,0 1,0 1,-1 1,0 1,14 9,-1 2,0 1,-1 1,-1 3,-1 0,-2 1,-1 2,-1 1,-1 1,-1 4,-7-5,-1 0,-2 2,-2 0,0 0,-2 1,-2 0,-1 1,-2 0,-1 0,-1 1,-2-1,-2 0,-1 1,-3 10,3-10,-3 1,-1-1,-1 0,-2-1,-2 0,-1 0,-1-1,-2-1,-1 0,-2-1,-1-1,-1 0,-2-2,-3 3,11-17,-1 0,-1-2,0 1,0-2,-1 0,-1-1,0-1,0 0,-1-1,0-1,0-1,-1-1,0-1,0 0,0-2,0 0,-7-1,-347-3,332-1,42 3,0 0,0-1,-1 1,1 0,0-1,0 1,-1 0,1-1,0 1,0 0,0-1,0 1,-1 0,1-1,0 1,0-1,0 1,0 0,0-1,0 1,0-1,0 1,0 0,0-1,0 1,1-1,-1 1,0 0,0-1,0 1,0 0,1-1,-1 1,0 0,0-1,1 1,-1 0,0-1,0 1,1 0,-1 0,0-1,1 1,-1 0,0 0,1 0,-1 0,1-1,-1 1,0 0,1 0,-1 0,1 0,-1 0,0 0,0 0,23-15,4-1</inkml:trace>
  <inkml:trace contextRef="#ctx0" brushRef="#br0" timeOffset="96479.973">14425 1925,'-3'1,"1"-1,-1 1,0 0,1-1,-1 1,1 0,-1 1,1-1,0 0,-1 1,1 0,0-1,0 1,0 0,0 0,0 0,1 0,-1 0,1 1,-1-1,1 0,0 1,-1-1,2 1,-2 0,-1 2,-4 7,0-1,1 1,0 1,1-1,1 1,0 0,-2 10,5-18,0-1,1 1,-1 0,1 0,0 0,0 0,1 0,0 0,0 0,0 0,0 0,1 0,0-1,-1 1,2 0,-1-1,1 0,-1 0,1 1,0-2,1 1,0 1,11 6,1 1,0-2,0 0,1-1,1-1,-1-1,1 0,1-1,-1-1,1-1,0-1,0 0,11-1,-25-1,-1 0,1-1,0 0,0 0,0 0,0-1,0 1,0-1,0 0,0-1,0 1,-1-1,1 0,-1 0,1-1,-1 1,0-1,0 0,0 0,0 0,-1-1,1 1,-1-1,0 0,0 0,0 0,0 0,0-1,3-9,-1 0,-1-1,0 1,0-1,-2 0,0 0,-1 0,0 0,-1 0,0 0,-2 0,-1-7,2 13,0 1,-1-1,0 1,0-1,-1 1,0 0,0 0,-1 0,0 1,0-1,-1 1,0 0,-1 0,1 1,-1 0,0 0,-1 0,1 0,-1 1,-1 0,1 1,0 0,-1 0,0 0,0 1,0 0,-1 1,1 0,0 0,-1 0,1 1,-1 1,-1-1,-1 2,1 0,0 0,0 1,0 0,0 1,0 0,0 0,1 1,-1 0,1 1,0 0,1 1,-1-1,1 2,0-1,1 1,-1 0,1 1,1 0,-1 0,1 0,1 1,0 0,0 0,1 0,0 1,0-1,1 1,0 0,1 0,-1 6,3-12,0 1,1-1,-1 0,1 1,-1-1,2 1,-1-1,0 0,1 0,0 1,-1-1,2 0,-1-1,0 1,1 0,0-1,0 1,0-1,0 0,0 0,1 0,1 1,24 13</inkml:trace>
  <inkml:trace contextRef="#ctx0" brushRef="#br0" timeOffset="98999.711">14773 2045,'1'-1,"0"0,0 0,0 0,0 0,0 0,0 1,0-1,1 0,-1 1,0-1,0 0,1 1,-1-1,1 1,-1 0,0 0,1-1,-1 1,1 0,-1 0,1 0,-1 0,0 1,1-1,-1 0,2 1,134 33,-16 2,66 56,-94-17,-39-26,53 64,23 75,-122-172,-1-1,0 2,-1-1,0 1,-1 0,-1 0,-1 0,-1 0,1 11,-1-12,24 198,-29-41,-3-75,4-62,-2-1,-1 0,-2-1,-1 1,-2-1,-1-1,-9 17,10-28,0 0,-1-1,-1-1,-1 0,-1 0,-10 10,-28 31,-75 73,7-41,108-85,-1 0,0-1,-1-1,1 0,-1 0,-1-2,1 0,-1 0,-4-1,-14 3,-161 15,47-2,138-16,4-1</inkml:trace>
  <inkml:trace contextRef="#ctx0" brushRef="#br0" timeOffset="99515.809">14612 3837,'-7'-1,"0"1,0 0,0 0,0 0,-1 1,1 0,0 1,1 0,-1 0,0 0,0 0,1 1,0 1,-1-1,1 1,0 0,1 0,-1 0,1 1,0 0,0 0,0 1,1-1,0 1,0 0,-3 6,4-3,1 0,0 0,1 0,0 0,0 1,1-1,0 0,1 1,0-1,1 0,-1 0,2 0,-1 0,1 0,1 0,0-1,0 1,0-1,1 0,0 0,1-1,2 3,0 0,1 0,0-1,0 0,1 0,0-1,1 0,-1-1,2 0,-1-1,1 0,0-1,0 0,0-1,1 0,9 1,-15-4,-1 1,1-2,-1 1,1-1,0 0,-1 0,1-1,-1 0,1 0,-1-1,0 1,1-1,-1-1,0 1,0-1,0 0,-1-1,1 1,-1-1,0 0,0 0,0-1,0 1,-1-1,2-3,3-4,-1-1,-1 0,0-1,-1 1,0-1,-1-1,-1 1,0-1,-1 1,-1-1,0 0,-1 0,-1 0,0-6,-1 15,0-1,0 0,-1 1,0-1,0 1,-1-1,0 1,0 0,0 0,-1 1,0-1,0 1,0-1,-1 1,0 0,0 1,0-1,0 1,-1 0,0 1,1-1,-1 1,-1 0,1 1,0-1,-1 1,1 0,-1 1,0 0,-5-1,-5-1,1 2,0-1,-1 2,1 0,-1 1,1 1,0 0,-1 1,1 1,1 0,-1 2,1-1,0 2,-7 4,16-8,1 0,1 0,-1 1,0-1,1 1,0 0,0 1,0-1,1 1,-1-1,1 1,0 0,0 0,1 1,-1-1,1 1,0 2,-2 9</inkml:trace>
  <inkml:trace contextRef="#ctx0" brushRef="#br0" timeOffset="100896.663">14706 3463,'-94'34,"46"-14,0 3,1 2,-42 30,71-42,0 1,1 0,1 2,0 0,1 0,1 1,1 1,0 1,1 0,-7 16,-4 19,2 0,3 2,2 0,3 1,2 1,3 0,0 34,6-64,1-1,1 1,1-1,2 1,0-1,2 0,1 0,2 0,0-1,2 0,0-1,2 0,1 0,5 5,18 16,1-1,3-2,2-1,1-3,12 6,88 85,-124-110,-12-12,-1 0,1-1,1 0,-1 0,1-1,0 0,1-1,-1 1,1-2,7 4,-13-8,0 1,0-1,0 0,0 1,0-1,0-1,0 1,0 0,0-1,0 0,0 1,0-1,-1 0,1 0,0-1,-1 1,1-1,0 1,-1-1,0 0,1 0,-1 0,0 0,0 0,0-1,0 1,1-3,7-11</inkml:trace>
  <inkml:trace contextRef="#ctx0" brushRef="#br0" timeOffset="102560.808">14572 3476,'-251'24,"176"-14,1 4,0 2,1 4,1 3,1 3,-42 23,-61 20,-45 7,69-26,-134 65,-47 75,330-189,-1-1,0 0,1 1,-1-1,1 1,-1-1,1 1,0 0,-1 0,1 0,0-1,-1 1,1 1,0-1,0 0,0 0,0 0,0 0,0 1,0-1,0 1,0-1,1 0,-1 1,1-1,-1 1,1 0,0-1,-1 1,1-1,0 1,0 0,0-1,0 1,0-1,0 1,1 0,-1-1,1 1,-1-1,1 1,-1-1,1 1,0-1,36 49,1-1,3-2,2-3,2-1,2-2,1-2,3-2,1-2,160 84,95 60,-254-141,1-3,2-3,2-1,0-4,2-2,1-2,29 5,251 34,-295-54,0-1,0-3,0-2,0-2,39-5,-81 4,-3 2,1-1,0 0,-1 0,1 0,0 0,-1 0,1 0,0 0,-1-1,1 1,0 0,-1-1,1 0,-1 1,1-1,-1 0,1 0,-1 0,1 0,-1 0,0 0,0 0,1 0,-1-1,0 1,0 0,0-1,0 1,-1-1,1 1,0-1,0 0,-4-8</inkml:trace>
  <inkml:trace contextRef="#ctx0" brushRef="#br0" timeOffset="103761.505">12740 4158,'-1'-1,"0"0,0 0,0 0,-1-1,1 1,-1 0,1 1,-1-1,1 0,-1 0,1 1,-1-1,0 0,0 1,1 0,-1-1,0 1,1 0,-1 0,0 0,0 0,1 0,-2 1,-171 22,158-25,1 0,-1-1,1-1,0 0,0-1,0-1,1 0,-1-1,2-1,-1 0,1-1,0 0,1-1,0 0,1-1,0 0,0-1,-6-10,0-3,1 0,1-1,1 0,1-1,2 0,1-1,1-1,1 0,-2-16,0 1,3 0,1-1,2 1,3-1,1 0,2 1,2-1,2 1,2 0,2 0,12-34,-3 30,1 2,3 0,1 1,2 2,3 0,1 2,19-18,-30 37,2 2,1 1,0 0,23-14,-13 13,1-4,1 2,1 1,0 2,2 1,0 2,1 2,13-3,215-41,-232 51,-1 1,1 2,0 2,34 1,-57 1,-9-1,0 1,0-1,0 1,0 0,0-1,-1 1,1 0,0 0,0 0,0 1,0-1,0 0,0 1,0-1,-1 1,1 0,0 0,0 0,-1-1,1 1,-1 1,1-1,-1 0,1 0,-1 1,1-1,-1 0,1 2,-2 6</inkml:trace>
  <inkml:trace contextRef="#ctx0" brushRef="#br0" timeOffset="104676.476">11951 950,'-87'291,"82"-281,10-38,101-304,-50 144,-48 169,-8 19,1 0,-1-1,0 1,1 0,-1 0,0 0,1 0,-1 0,1-1,-1 1,0 0,1 0,-1 0,0 0,1 0,-1 0,1 0,-1 0,0 0,1 1,-1-1,1 0,-1 0,0 0,1 0,-1 1,0-1,1 0,-1 0,0 0,1 1,-1-1,0 0,0 1,1-1,-1 0,0 1,0-1,1 0,-1 1,0-1,0 0,0 1,0-1,0 0,0 1,0-1,0 1,1-1,-1 0,0 1,-1-1,1 1,0-1,0 1,1-1,80 248,41 77,-121-321,7 49,-7-52,-1 0,0 0,0 0,0 0,-1 0,1 0,0 0,0 0,0 0,-1 0,1 0,-1 0,1 0,-1 0,1 0,-1 0,1 0,-1 0,0-1,1 1,-1 0,0 0,0-1,0 1,0-1,1 1,-1 0,0-1,0 0,0 1,0-1,0 0,0 1,0-1,-1 0,1 0,0 0,0 0,0 0,0 0,0 0,0 0,-1 0,-15-4</inkml:trace>
  <inkml:trace contextRef="#ctx0" brushRef="#br0" timeOffset="104931.149">11912 1110,'-14'-7,"-9"-4,-2-1,0 2,9 3,14 2,21 2,26 2,27 1,27 0,19 0,-10 1</inkml:trace>
  <inkml:trace contextRef="#ctx0" brushRef="#br0" timeOffset="106033.961">14398 4747,'-1'-5,"8"2,180 27,132-17,263-31,164-31,-609 37,-95 2,-42 15,0 0,0 0,0 0,0 0,0 0,-1 0,1 0,0 1,-1-1,1 0,-1 0,1 0,-1 1,1-1,-1 0,0 0,1 1,-1-1,0 1,1-1,-1 0,0 1,0 0,0-1,1 1,-1-1,0 1,0 0,0 0,0-1,-1 0,-12-5,1-1</inkml:trace>
  <inkml:trace contextRef="#ctx0" brushRef="#br0" timeOffset="106817.657">15348 5268,'-17'171,"-7"174,23-331,0-31,0 7,-14-132,6 59,3 1,3-47,3 121,0 0,0 0,0 0,1 0,0 0,1 0,0 0,0 0,1 1,0-1,0 1,1 0,-1-1,2 2,-1-1,1 0,0 1,0 0,1 0,0 1,0-1,0 1,1 0,2 1,0 0,1 0,0 1,0 0,0 1,0 0,0 1,0 0,0 0,1 1,-1 0,0 1,0 0,0 1,0 0,0 1,0 0,0 0,-1 1,1 0,-1 1,0 0,-1 0,1 1,-1 0,-5-3,0 0,0 0,0 0,-1 0,1 0,-1 1,0-1,0 1,0-1,-1 1,1 0,-1 0,0-1,0 1,0 0,-1 0,1 0,-1 0,0 0,0 0,0 0,-1 0,1 0,-1 0,0 0,0 0,0 0,-1 0,0-1,1 1,-1-1,0 1,-1-1,1 1,-1-1,-9 11,-1 0,-1-1,0-1,0 0,-1-1,-1-1,0 0,0-1,-1 0,0-2,-1 0,0-1,62-8,-13-3,0 2,0 1,0 1,1 2,-1 1,0 1,0 1,-1 2,1 2,28 10,-55-17,0 1,0-1,-1 1,1 0,-1-1,1 2,-1-1,0 0,1 1,-1-1,-1 1,1 0,0 0,-1 0,1 0,-1 1,0-1,0 1,0-1,-1 1,1 0,-1-1,0 1,0 0,0 0,0 0,-1 0,0 0,0 0,0 0,0 0,0 0,-1 0,0 0,0 0,0 0,0-1,-1 1,1 0,-1-1,0 1,-9 8,0-1,-1-1,0 0,0-1,-1 0,0-1,-1 0,0-1,0-1,0 0,-1-1,0 0,0-1,-8 0,11-1,0 0,0 0,0-2,-1 1,1-2,0 0,0 0,-1-1,1 0,0-1,-10-3,-12-9</inkml:trace>
  <inkml:trace contextRef="#ctx0" brushRef="#br0" timeOffset="108717.753">14732 3864,'-4'-6,"0"0,0 0,-1 0,0 1,0 0,-1 0,0 0,1 0,-2 1,1 0,0 0,-1 1,1 0,-1 0,0 0,0 1,-1 0,1 1,0-1,0 1,-1 1,-4-1,-13-1,-1 2,1 0,0 1,-1 2,-23 5,41-6,0 0,0 0,0 1,1 0,0 1,-1-1,1 2,1-1,-1 1,0 0,1 0,0 0,1 1,-1 0,1 0,0 1,0 0,1-1,0 2,-2 4,1 2,1 1,1 0,0-1,1 1,1 0,0 0,1 0,1 0,0 0,2 3,-2-12,0 0,1 0,-1 0,2 0,-1 0,1 0,0-1,0 1,0-1,1 0,0 1,0-2,0 1,0 0,1-1,0 0,0 0,0-1,0 1,1-1,0 0,12 7,1-2,0 0,0-1,0-2,1 1,0-2,15 3,0-1,0-2,0-1,20-2,-41-1,-1-1,0 0,0-1,0-1,0 0,0 0,0-1,-1-1,1 0,-1-1,-1 0,1-1,6-6,-11 6,0 0,-1-1,0 0,0 0,-1 0,0-1,0 0,-1 0,0 0,-1-1,0 1,0-1,-1 0,0 1,-1-1,0 0,-1 0,0 0,0 0,-1 0,-1 0,1 0,-2 0,1 1,-1-1,-1 1,0 0,0 0,0 0,-2 0,1 1,-1 0,0 0,0 0,-1 1,0 0,-7-5,0 3,0 2,0 0,-1 0,0 1,0 1,-1 1,0 0,1 1,-1 0,0 1,-1 1,1 1,0 0,0 2,0-1,0 2,0 0,1 1,-1 0,1 2,0-1,0 2,0 0,1 1,1 0,-1 1,-2 4,3-4,1 1,1 1,0 0,0 0,1 1,1 0,0 1,0 0,2 1,-7 12,11-19,0 1,0-1,1 0,0 1,0 0,1-1,0 1,0 0,1 0,0 0,0 0,1 0,0-1,0 1,1 0,0-1,0 1,1-1,0 0,0 1,1-1,2 2,5 4,1-1,0 0,1-1,0 0,1-1,0-1,1 0,0-1,0 0,1-1,0-1,0-1,1 0,-1-1,1-1,0 0,0-1,0-1,0-1,0 0,0-1,0-1,16-4,-22 4,0 0,1 0,-1-1,0 0,0-1,-1 0,1-1,-1 0,0-1,0 0,-1-1,0 0,0 0,0-1,-1 0,0 0,-1-1,0 0,0 0,-1-1,0 0,-1 0,0 0,-1-1,0 0,0 0,1-7,-4 5,0 0,-1 0,0 0,-1 0,-1 0,0 0,-1 0,0 0,-1 1,0 0,-1-1,0 2,-1-1,0 1,-1-1,0 2,-1-1,0 1,-1 0,0 1,-1 0,0 1,0 0,0 0,-1 1,-1 0,1 1,-1 0,0 1,-4-1,0 1,0 1,0 0,0 1,0 1,-1 1,1 0,-1 1,1 1,-2 0,12 0,-1 0,1 0,-1 1,1-1,-1 1,1 1,0-1,0 1,0 0,0 1,1-1,-1 1,1 0,0 0,0 1,0 0,1 0,-1 0,1 0,1 0,-1 1,1 0,-2 2,1 3,1 0,0 0,0 0,1 1,0-1,1 1,0-1,1 1,0-1,1 1,0-1,1 1,1-1,-1 0,2 0,-1 0,2 0,-1-1,2 1,-1-1,1 0,1-1,0 0,0 0,1 0,0-1,0 0,1 0,0-1,0 0,1-1,0 0,8 3,-6-3,0 0,0-2,1 1,0-2,-1 0,1 0,1-1,-1-1,0 0,0 0,0-2,1 0,-1 0,0-1,0-1,0 0,-1-1,1 0,-1-1,0 0,0-1,0 0,-1-1,0-1,0 1,-1-2,1-1,-5 4,-1-1,0 0,-1-1,0 1,0-1,-1 0,0 0,0 0,0 0,-1 0,-1-1,1 1,-1-1,-1 1,0-1,0 0,0 1,-1-1,-1 1,1 0,-1-1,-2-2,0-2,0 1,-1 0,-1 0,0 0,-1 0,0 1,0 0,-1 1,-1-1,0 2,0-1,-1 1,0 1,-1-1,-1 2,0 1,-1 1,1 0,-1 0,0 1,0 1,0 0,-1 1,1 1,-1 0,1 0,-1 1,1 1,-1 1,1 0,0 0,-1 1,1 1,0 0,1 1,-1 0,1 1,0 1,1 0,-1 0,1 1,1 0,-1 1,2 1,-1-1,1 1,1 1,-1 0,2 0,0 1,-3 6,6-12,1 0,0 1,1-1,0 1,0-1,0 1,0 0,1 0,1-1,-1 1,1 0,0 0,0 0,1 0,0 0,0 0,1-1,0 1,0-1,0 1,1-1,0 1,2 2,24 32</inkml:trace>
  <inkml:trace contextRef="#ctx0" brushRef="#br0" timeOffset="110360.358">14679 1832,'-5'-11,"5"7,-1 1,0-1,0 0,-1 1,1-1,-1 1,0-1,1 1,-2 0,1 0,0 0,-1 0,1 0,-1 0,0 1,0-1,0 1,0 0,0 0,0 0,-1 0,1 0,-1 1,0 0,-1-1,-7 2,-1 1,1 0,-1 1,1 1,0 0,0 0,0 1,0 0,1 1,0 1,0 0,0 0,0 1,1 1,0-1,1 2,0-1,0 1,1 1,0-1,1 1,-7 11,8-12,0 0,1 0,0 0,1 1,0 0,0-1,1 2,0-1,1 0,0 0,0 1,1-1,1 1,0 0,0-1,1 1,0-1,1 1,0-1,1 0,0 0,1 0,0 0,0 0,1-1,0 0,1 0,5 7,-1-6,-1-1,2 0,-1 0,1-1,0 0,1-1,0-1,0 1,0-2,1 0,0 0,0-1,0-1,0 0,0-1,1-1,0 0,-1 0,1-1,-1-1,1 0,-1-1,1-1,-1 0,0-1,0 0,-1-1,7-3,-12 3,-1 1,0-1,0-1,0 1,-1-1,0 0,0 0,0 0,-1-1,0 0,0 0,-1 0,0 0,0 0,-1-1,1 1,-2-1,1 0,-1 0,0 0,-1 1,0-4,0-13,-1 0,-1 0,-2 0,0 1,-1 0,-7-19,10 33,0 0,0 0,0 0,-1 1,-1-1,1 1,-2 0,1 0,-1 0,0 0,0 1,-1 0,0 0,0 1,-1-1,0 1,0 1,0-1,-1 1,0 1,0-1,0 1,0 1,-9-3,8 5,1 0,-1 1,0 0,0 1,0 0,1 1,-1-1,0 2,1-1,-1 1,1 0,0 1,0 0,1 0,-1 1,1 0,0 0,0 1,0 0,1 0,-2 2,-7 8,1 1,1 0,1 1,0 0,1 1,2 0,-1 1,0 5,6-17,1 0,-1 0,2 0,-1 0,1 0,0 1,1-1,0 1,0-1,1 1,0 0,0-1,1 1,0-1,1 1,0-1,0 1,1-1,0 0,0 0,1 0,0-1,3 5,7 1,1-1,0 0,0-1,1-1,1 0,0-2,0 0,1 0,-1-2,2 0,-1-1,1-1,-1-1,1 0,0-1,0-2,0 0,17-2,-18 2,-1-1,0-1,0 0,1-2,-1 0,-1 0,1-2,2-1,-12 4,-1 0,0-1,1 1,-1-1,-1 0,1-1,-1 1,0-1,0 0,0 0,0-1,-1 0,0 1,0-1,-1-1,0 1,0 0,0-1,-1 0,0 0,1-1,-2-8,0-1,0 1,-2 0,0 0,-1-1,0 1,-1 0,-1 1,-1-1,0 1,-1-1,-1 2,0-1,-1 1,0 0,-1 0,-1 1,0 1,-1-1,-11-9,10 12,0 1,0 0,-1 0,0 1,-1 1,0 0,0 1,-1 0,1 1,-1 1,0 0,-1 1,1 1,0 1,-1 0,1 0,-1 2,1 0,-1 1,-5 1,14-1,1 0,0 0,0 0,1 0,-1 1,0 0,1 0,-1 1,1-1,0 1,1 0,-1 1,0-1,1 1,0 0,0 0,1 0,0 1,-1-1,2 1,-1 0,1 0,-1-1,2 2,-1-1,1 0,0 0,0 0,1 1,-1-1,1 1,0 9,1 0,0 0,1 0,0 0,1 0,1 0,1-1,0 0,1 0,1 0,0 0,1-1,0 0,1-1,1 0,0 0,10 9,-11-13,1 0,0 0,0 0,1-2,0 1,1-1,-1-1,1 0,0-1,1 0,-1 0,1-2,0 0,0 0,1-1,-1 0,0-2,0 1,1-2,-1 1,11-3,-13 1,0-1,0 0,-1 0,1-1,-1 0,0-1,0 0,-1 0,1-1,-1-1,0 0,-1 0,0 0,0-1,0 0,-1-1,0 0,-1 0,0 0,0-1,3-9,-4 5,0-1,-1 0,0 0,-2 0,0 0,0-1,-1 1,-1-1,-1 1,0 0,-3-11,3 17,-1 0,0 1,-1-1,0 1,0 0,-1-1,0 1,-1 1,1-1,-1 1,-1 0,0 0,0 0,0 1,0 0,-1 0,0 0,-1 1,1 0,-7-2,4 2,0 1,0 1,0 0,-1 0,1 1,-1 0,1 1,-1 1,0-1,0 1,1 1,-1 0,0 1,1 0,-1 0,1 1,0 1,0 0,0 0,-6 4,2 0,-1 1,2 0,-1 1,1 0,1 1,0 1,0 0,1 0,1 1,0 1,1-1,0 2,0 1,1 2,0 1,1 0,1 0,0 0,2 1,0-1,2 1,0 0,1 0,1 2,4 40</inkml:trace>
  <inkml:trace contextRef="#ctx0" brushRef="#br0" timeOffset="110966.981">14866 1845,'-10'-7,"-1"1,1 0,-1 0,0 1,-1 0,1 1,-1 1,0 0,0 0,0 1,0 0,0 1,-1 1,1 0,0 1,0 0,0 0,0 1,0 1,0 0,0 1,1 0,-1 1,1 0,1 1,-1 0,1 1,0 0,0 0,1 1,0 1,0 0,4-4,1 1,-1-1,1 1,1 1,-1-1,1 0,0 1,1-1,-1 1,1 0,1 0,-1 0,1 0,0 0,1 0,0 1,0-1,0 0,1 0,0 0,1 0,-1 0,1 0,1 0,-1-1,1 1,0-1,1 1,4 4,1 0,0 0,1-1,0 0,1-1,0 0,11 6,29 17</inkml:trace>
  <inkml:trace contextRef="#ctx0" brushRef="#br0" timeOffset="117968.375">11296 6725,'-13'-7,"-10"-4,-2-3,0-1,4-5,7-6,9-10,8-8,4 4</inkml:trace>
  <inkml:trace contextRef="#ctx0" brushRef="#br0" timeOffset="130619.781">14118 388,'2'-9,"1"2,0 6,-1 10,-2 15,-2 13,-1 11,1 7,1 0,-1-4,2-9,-1-9,1-10</inkml:trace>
  <inkml:trace contextRef="#ctx0" brushRef="#br0" timeOffset="130885.071">14024 281,'-36'-96,"35"94,1 0,0 1,-1-1,1 0,0 0,0 1,0-1,0 0,0 0,0 1,1-1,-1 0,0 0,1 1,-1-1,1 0,0 1,0-1,0 1,-1-1,1 1,1-1,-1 1,0 0,0 0,0-1,1 1,-1 0,1 0,-1 0,0 0,1 0,0 1,-1-1,1 0,0 1,-1-1,68-9,-54 9,0 1,0 0,0 2,0-1,0 2,-1 0,1 1,-1 0,0 1,0 1,0 0,-1 1,0 0,12 10,-23-15,1 0,-1 0,0 1,0-1,0 1,0-1,0 1,-1 0,1 0,-1 0,0 0,1 0,-2 0,1 0,0 0,0 0,-1 1,0-1,0 0,0 0,0 1,0-1,0 0,-1 0,0 0,0 0,0 1,0-1,0 0,0 0,-1-1,1 1,-1 0,0 0,0-1,0 1,0-1,-1 0,-1 2,-16 14,0-2,-1-1,-1 0,0-2,-1 0,-1-2,-12 5,-9 5,25-12</inkml:trace>
  <inkml:trace contextRef="#ctx0" brushRef="#br0" timeOffset="131511.397">14479 575,'-7'-4,"-91"-58,94 60,0 0,0 1,0-1,0 1,-1 0,1 0,0 0,-1 1,1-1,0 1,-1 0,1 0,-1 1,1 0,0-1,-1 1,1 1,0-1,0 0,0 1,0 0,0 0,0 0,0 1,-2 4,1 0,-1 0,2 1,-1-1,1 1,0 0,1 0,-1 1,2-1,-1 1,1-1,1 1,-1 0,2 0,-1 0,1-1,0 1,1 0,0 0,1 0,-1-1,4 8,-4-12,0 0,0-1,1 1,0-1,-1 1,1-1,0 0,1 0,-1 0,0 0,1 0,0-1,0 1,0-1,0 1,0-1,0 0,0 0,1-1,-1 1,1-1,-1 1,1-1,0 0,-1-1,1 1,0-1,0 1,-1-1,1 0,0 0,2-1,0 0,1 0,-1 0,0-1,0 0,0 0,0 0,0-1,0 0,-1 0,1 0,-1-1,0 0,0 0,0 0,-1 0,1-1,-1 0,0 0,1-1,19-82,-24 98,0-1,0 1,1-1,0 1,1-1,0 0,0 0,1 0,0 0,1 0,0-1,0 1,1-1,1 2,-4-6,0-1,1 1,0-1,-1 0,1 1,0-1,1-1,-1 1,0 0,1-1,-1 0,1 1,0-1,0-1,0 1,0-1,0 1,0-1,0 0,1-1,-1 1,0-1,0 0,1 0,-1 0,0 0,0-1,1 0,-1 0,0 0,0 0,0 0,0-1,0 0,0 0,-1 0,1 0,-1-1,1 0,0 0,3-5,-1 0,0 0,-1-1,0 0,0 0,-1 0,0 0,-1-1,2-5,27-56,-30 68,0 0,0 1,0-1,0 1,1 0,-1 0,0 0,1 0,0 0,-1 0,1 1,0-1,0 1,0 0,0-1,0 2,0-1,1 0,-1 1,0-1,0 1,1 0,-1 0,0 0,0 0,1 1,-1-1,0 1,0 0,0 0,0 0,0 0,0 1,0-1,0 1,-1 0,1 0,0 0,-1 0,0 0,1 0,-1 1,1 1,2 0,0 1,-1 0,1 0,-1 0,0 0,-1 1,1-1,-1 1,0 0,-1 0,1 0,-1 0,-1 1,1-1,-1 1,0-1,0 1,-1-1,0 1,0 0,0-1,-1 1,0-1,0 1,-1-1,0 0,0 1,0-1,-1 0,0 0,0-1,-2 2,-1 0,0-1,-1 0,0 0,0 0,-1-1,0-1,0 1,0-1,0 0,0-1,-1 0,0 0,1-1,-3 0,-15 2</inkml:trace>
  <inkml:trace contextRef="#ctx0" brushRef="#br0" timeOffset="131983.291">15093 482,'31'-5,"1"1,-1 2,1 1,0 1,0 2,-1 1,1 1,-30-4,1 0,-1 0,0 1,0-1,1 1,-1-1,0 1,0 0,0-1,1 1,-1 0,0 1,0-1,-1 0,1 0,0 1,0-1,-1 1,1 0,-1 0,1-1,-1 1,0 0,1 0,-1 0,0 0,0 0,-1 0,1 1,0-1,-1 0,1 0,-1 1,0-1,0 0,0 1,0-1,0 2,-5 5,-1 0,0 0,0-1,-1 1,0-1,-1-1,0 1,0-1,0-1,-1 0,0 0,0 0,0-1,-3 0,-11 9,23-14,0 0,1 0,-1 0,0 0,1 0,-1 0,0 0,1 0,-1 0,0 0,1 0,-1 0,0 0,1 0,-1 0,0 0,1 0,-1 1,0-1,1 0,-1 0,0 0,1 1,-1-1,0 0,0 0,1 0,-1 1,0-1,0 0,0 1,1-1,-1 0,0 1,0-1,0 0,0 1,0-1,0 0,0 1,0-1,1 0,-1 1,0-1,0 0,-1 1,1-1,0 0,0 1,0-1,0 0,0 1,0-1,0 0,0 1,-1-1,1 0,0 0,0 1,0-1,-1 0,1 1,0-1,0 0,-1 0,1 0,0 1,-1-1,1 0,0 0,37 7,-29-6,7 1,0 0,0 2,0-1,0 2,0 0,-1 1,0 0,0 1,-1 1,0 0,10 8,-21-14,0-1,0 1,0-1,0 1,-1 0,1 0,-1 0,1 0,-1 0,0 1,0-1,0 0,0 0,0 1,0-1,0 1,-1-1,0 1,1-1,-1 1,0-1,0 1,0-1,0 1,-1-1,1 1,-1-1,0 0,1 1,-1-1,0 0,0 1,-1-1,1 0,0 0,-1 0,1 0,-1 0,0 0,0 0,1-1,-13 8,1-1,-1-1,-1-1,1 0,-1 0,0-2,0 0,0 0,-1-2,1 0,-13 0,-27 3,48-7,9-1</inkml:trace>
  <inkml:trace contextRef="#ctx0" brushRef="#br0" timeOffset="134396.165">20855 362,'-101'332,"57"-175,44-156,0 0,0 0,0 0,0-1,0 1,0 0,0 0,0 0,0 0,0 0,0 0,0 0,1 0,-1 0,0 0,1 0,-1 0,1 0,-1-1,1 1,-1 0,1 0,0 0,-1-1,1 1,0 0,-1-1,1 1,0-1,0 1,0-1,0 1,0-1,-1 0,1 1,0-1,0 0,0 0,0 1,0-1,0 0,1 0,42-9,56-28,-73 25,1 1,0 2,0 0,1 2,0 1,22-1,-36 7</inkml:trace>
  <inkml:trace contextRef="#ctx0" brushRef="#br0" timeOffset="134650.552">21029 588,'-7'14,"-4"16,-3 18,-1 15,2 13,0 9,1 4,-2 1,1-16</inkml:trace>
  <inkml:trace contextRef="#ctx0" brushRef="#br0" timeOffset="132931.845">19091 188,'-3'16,"0"16,-2 15,0 12,-2 10,0 5,2-1,2-7,0-7,2-11,1-12,0-12</inkml:trace>
  <inkml:trace contextRef="#ctx0" brushRef="#br0" timeOffset="133211.487">18957 255,'1'-6,"1"1,0 0,0 0,0 0,0 0,1 1,-1-1,1 1,0-1,1 1,-1 0,1 0,0 0,0 1,0-1,0 1,1 0,-1 0,1 1,0-1,0 1,0 0,0 0,0 1,4-2,0 1,0 0,1 1,-1-1,0 2,1-1,-1 1,0 1,1 0,-1 0,0 1,0 0,0 0,0 1,5 2,-10-3,0 0,0 1,0-1,0 1,-1-1,0 1,1 0,-1 0,0 1,0-1,-1 1,1-1,-1 1,1 0,-1 0,-1 0,1 0,0 0,-1 0,0 1,0-1,0 0,-1 1,1-1,-1 1,0-1,0 1,-1-1,1 0,-1 1,0-1,0 0,0 1,-1-1,0 0,0 0,0 0,0 0,0 0,-2 1,-13 12,0-1,0-1,-2 0,1-2,-2 0,0-1,0-1,-1-1,-1 0,0-2,-22 6,23-7</inkml:trace>
  <inkml:trace contextRef="#ctx0" brushRef="#br0" timeOffset="133617.246">19492 508,'-18'-6,"0"1,-1 0,1 1,-1 1,0 1,0 1,-2 0,15 1,-1 1,0-1,1 1,-1 0,1 1,-1 0,1 0,0 0,-1 1,1 0,1 0,-1 0,0 1,1 0,-1 0,1 0,0 1,1-1,-1 1,1 1,-2 2,3-3,0-1,0 1,0 0,1 0,0 1,0-1,0 1,1-1,-1 1,1-1,1 1,-1 0,1-1,0 1,0 0,1-1,-1 1,1 0,1-1,-1 1,1-1,0 0,0 1,0-1,1 0,0 0,0 0,0-1,1 1,-1-1,1 0,0 0,0 0,1 0,-1-1,1 0,0 1,0-2,3 3,2-1,0-1,0 0,1 0,-1-1,1 0,-1-1,1 0,0-1,-1 0,1 0,0-1,4-1,-10 1,0 0,0 0,0 0,0-1,0 0,0 0,-1 0,1 0,0-1,-1 0,0 0,0 0,0 0,0-1,0 0,0 1,-1-1,0 0,0-1,0 1,0-1,-1 1,0-1,0 0,2-5,-10-25,6 35,-1-1,1 1,0-1,-1 1,1-1,0 1,-1-1,1 1,-1 0,1-1,-1 1,1 0,-1-1,1 1,-1 0,1 0,-1-1,0 1,1 0,-1 0,1 0,-1 0,0 0,1 0,-1 0,1 0,-1 0,0 0,1 0,-1 0,1 0,-1 1,1-1,-1 0,1 0,-1 1,0-1,1 0,-1 1,1-1,0 0,-1 1,1-1,-1 1,1-1,0 1,-1-1,1 1,0-1,-1 1,1-1,0 1,0-1,0 1,-1 0,1-1,-2 4,1 1,-1-1,1 0,0 0,-1 1,2-1,-1 1,1-1,-1 1,1-1,1 1,-1-1,0 1,1-1,0 1,0-1,1 1,-1-1,1 0,0 0,0 0,0 0,1 0,-1 0,1-1,0 1,0-1,0 0,0 0,1 0,-1 0,1 0,0-1,0 1,0-1,0 0,0-1,0 1,1-1,92 24,-49-20</inkml:trace>
  <inkml:trace contextRef="#ctx0" brushRef="#br0" timeOffset="133946.367">20053 442,'-39'-1,"27"-1,0 1,0 1,1 0,-1 0,0 1,1 1,-1 0,1 0,-1 1,1 1,0 0,0 0,0 1,-5 4,13-6,-1 0,1 1,0-1,1 1,-1 0,1 0,-1 0,1 0,0 0,1 1,-1-1,1 0,0 1,0-1,0 1,0 0,1-1,0 1,0-1,0 1,1 0,-1-1,1 1,0-1,1 1,-1-1,1 1,0-1,0 0,0 0,0 0,1 0,-1 0,1-1,0 1,0-1,1 0,-1 0,1 0,0 0,-1 0,1-1,3 2,13 7,1 0,0-1,1-1,0-1,0-2,1 0,0-1,4 0,70 18,-75-14,-21-9,-1 1,0-1,1 1,-1-1,0 0,1 1,-1-1,0 0,0 1,0-1,1 1,-1-1,0 1,0-1,0 0,0 1,0-1,0 1,0-1,0 1,0-1,0 1,0-1,0 1,0-1,0 1,-1-1,1 0,0 1,0-1,0 1,-1-1,1 0,0 1,0-1,-1 0,1 1,0-1,-1 0,1 1,0-1,-1 0,1 0,-1 1,1-1,0 0,-1 0,1 0,-1 0,1 1,-1-1,1 0,-1 0,1 0,-1 0,1 0,0 0,-1 0,1 0,-1 0,1-1,-1 1,1 0,-197 52,175-46</inkml:trace>
  <inkml:trace contextRef="#ctx0" brushRef="#br0" timeOffset="143668.753">18395 2219,'-17'7,"20"-3,33-1,199-1,216 12,-250 6,-67-3,0-7,1-5,65-10,-145-3,-41 3</inkml:trace>
  <inkml:trace contextRef="#ctx0" brushRef="#br0" timeOffset="144066.259">19932 1819,'25'629,"-22"146,-4-752,2 10,-2-1,-1 1,-2-1,-1 0,-5 14,10-47,-1 1,1-1,0 1,0-1,-1 1,1-1,-1 1,1-1,0 1,-1 0,1-1,-1 1,1-1,-1 1,0 0,1 0,-1-1,1 1,-1 0,1 0,-1 0,0 0,1-1,-1 1,1 0,-1 0,0 0,1 0,-1 0,1 1,-1-1,0 0,1 0,-1 0,1 0,-1 1,1-1,-1 0,0 1,1-1,-1 0,1 1,0-1,-1 1,1-1,-1 0,1 1,0-1,-1 1,1-1,0 1,-1 0,1-1,0 1,0-1,-1 1,1-1,0 1,0 0,0-1,0 1,0-1,0 1,0 0,0-1,0 1,0 0,1-1,-1 1,-8-18</inkml:trace>
  <inkml:trace contextRef="#ctx0" brushRef="#br0" timeOffset="144645.718">19932 1792,'45'-5,"-1"3,1 1,-1 3,0 1,1 2,33 10,-31-8,-1 3,-1 1,0 3,-1 1,0 2,-1 3,-1 1,-1 2,-1 1,-1 3,-2 1,0 2,-2 1,-2 2,25 30,-43-40,-1 1,0 0,-2 1,-1 1,-1 0,-1 0,-2 1,0 0,-2 0,-1 1,-1-1,-1 1,-2 0,-1-1,-1 1,-1 0,-1-1,-2 0,-1 0,-5 12,0 0,-2-2,-2 0,-2-1,-1 0,-1-1,-2-2,-2 0,-1-2,-1 0,-2-2,0-1,-3-1,-29 21,13-18,-2-1,0-3,-2-2,-1-2,-1-2,0-3,-2-2,0-2,0-3,-1-2,-9-2,1-7,63 0,1 1,0 0,-1-1,1 1,-1 0,1-1,0 1,-1 0,1-1,0 1,-1-1,1 1,0-1,0 1,0-1,-1 1,1-1,0 1,0-1,0 1,0-1,0 1,0-1,0 1,0-1,0 1,0-1,0 1,0-1,0 1,0-1,1 1,-1-1,0 1,0-1,0 1,1-1,-1 1,0 0,1-1,-1 1,0-1,1 1,-1 0,1-1,-1 1,1 0,-1 0,0-1,1 1,0 0,14-15</inkml:trace>
  <inkml:trace contextRef="#ctx0" brushRef="#br0" timeOffset="145348.993">21136 2407,'-8'6,"0"1,1-1,-1 1,1 1,1-1,0 1,0 0,0 1,1-1,0 1,1 0,0 1,0-1,1 1,0-1,1 1,0 0,1 0,0 0,0 0,1 0,0 0,1 0,0 0,1 0,0 0,0 0,1 0,0-1,1 1,0-1,1 0,4 7,-4-9,1-1,0 1,1-1,-1 0,1-1,0 1,1-1,-1-1,1 0,0 0,0 0,0-1,0 0,1 0,0-1,-1 0,1-1,0 0,-1 0,1-1,0 0,0-1,0 0,0 0,-1-1,1 0,-1 0,1-1,-1 0,0-1,0 0,0 0,-1 0,1-1,-1-1,0 1,-1-1,3-2,-2-1,0 0,0-1,-1 0,0-1,-1 1,0-1,-1 0,0-1,0 1,-2-1,1 1,-1-1,-1 0,0 0,-1 0,0 0,-1 1,0-1,-1 0,0 0,-1 1,0-1,-1 1,0 0,-1 0,0 0,-1 1,0 0,0 0,-1 0,-1 0,3 5,0 1,0 0,-1 0,1 0,-1 0,0 1,0 0,0 0,0 1,-1-1,1 1,0 1,-1-1,0 1,1 0,-1 1,0 0,0 0,1 0,-1 1,0 0,1 0,-1 1,1-1,-1 1,-5 3,3-1,1 0,-1 1,1 0,0 1,0-1,0 1,1 1,0 0,0 0,1 0,-1 1,2-1,-1 1,1 1,0-1,1 1,0 0,0 3,-6 26</inkml:trace>
  <inkml:trace contextRef="#ctx0" brushRef="#br0" timeOffset="146992.755">19812 5041,'0'0,"1"-1,-1 1,0 0,0 0,0 0,1-1,-1 1,0 0,0 0,0 0,0-1,1 1,-1 0,0 0,0-1,0 1,0 0,0 0,0-1,0 1,0 0,0 0,0-1,0 1,0 0,0-1,0 1,0 0,0 0,0-1,0 1,0 0,0 0,0-1,-1 1,1 0,0 0,0 0,0-1,0 1,-1 0,1 0,0 0,0-1,0 1,-1 0,1 0,0 0,0 0,-1 0,1-1,0 1,0 0,-1 0,1 0,0 0,0 0,-1 0,1 0,0 0,0 0,-1 0,1 0,0 0,-1 0,10-17,1-1,0 1,1 1,1 0,0 0,1 1,1 1,0 0,1 1,11-7,9-6,1 2,1 1,1 1,1 3,1 1,1 1,39-9,24-1,2 4,68-5,-5 10,0 7,62 9,-199 1,0 1,-1 2,1 1,-1 2,0 1,0 1,27 10,-56-16,1 0,0-1,-1 1,1 0,-1 1,0-1,1 0,-1 1,0-1,0 1,0 0,0-1,0 1,0 0,-1 0,1 0,-1 1,1-1,-1 0,0 1,0-1,0 1,0-1,0 1,0-1,-1 1,1-1,-1 1,0 0,0 1,-5 16</inkml:trace>
  <inkml:trace contextRef="#ctx0" brushRef="#br0" timeOffset="147713.415">19651 5028,'-1'16,"0"0,1 0,1 0,1 0,0 0,1 0,0 0,1 0,1-1,1 0,0 0,1 0,0-1,2 0,-1 0,2-1,4 5,62 84,4-4,5-3,57 47,-88-87,2-3,2-3,2-2,2-3,2-2,2-4,2-2,1-3,1-4,2-2,21 3,-26-16,1-2,0-3,0-3,1-3,-1-3,18-4,-78 3,8 1,0-2,0 0,0-1,0 0,0-1,13-6,-28 10,0-1,0 1,0-1,0 1,0 0,0-1,0 0,0 1,-1-1,1 1,0-1,0 0,0 0,-1 0,1 1,0-1,-1 0,1 0,-1 0,1 0,-1 0,1 0,-1 0,0 0,1 0,-1 0,0 0,0 0,0 0,0 0,0-1,0 1,0 0,0 0,-1 0,1 0,0 0,0 0,-1 0,1 0,-1 0,1 0,-1 0,1 0,-1 0,0 1,1-1,-1 0,0 0,0 1,0-1,0 0,1 1,-1-1,0 1,0-1,0 1,0-1,-1 1,-15-12</inkml:trace>
  <inkml:trace contextRef="#ctx0" brushRef="#br0" timeOffset="148617.768">21591 4626,'-21'-2,"1"1,0 0,-1 2,1 0,-1 2,1 0,0 1,0 1,1 1,-1 0,1 2,1 0,-1 1,1 1,-14 11,13-8,0 1,1 1,1 0,1 2,0 0,1 1,1 0,0 1,2 0,0 2,-5 13,-1 6,2 1,1 1,3 0,1 1,-2 30,8-48,2 0,0 0,2 0,1 0,1 0,1 0,1 0,2 0,0-1,1 0,2 0,8 19,16 17,3-1,2-2,3-2,16 15,2 6,-50-65,-4-4,0 0,1-1,-1 1,1-1,1 0,-1 0,1 0,0-1,1 0,-1 0,1 0,0-1,0 0,0-1,1 1,-1-1,1-1,5 2,6-5</inkml:trace>
  <inkml:trace contextRef="#ctx0" brushRef="#br0" timeOffset="149418.569">21109 4987,'-7'6,"0"0,0 1,1-1,0 1,1 1,0-1,0 1,0 0,1 0,0 0,0 2,2-6,1-1,0 1,0-1,0 1,0 0,0-1,1 1,-1 0,1 0,0 0,1-1,-1 1,0 0,1 0,0-1,0 1,0-1,1 1,-1-1,1 1,-1-1,1 0,0 1,1-1,-1 0,0-1,3 3,5 2,1-1,0 0,0-1,0 0,1-1,-1 0,1-1,0 0,0 0,0-2,1 0,8 0,-5 0,-1-1,1 0,-1-1,1-1,-1 0,0-1,0-1,14-5,-24 7,0 0,0 0,-1 0,1 0,-1-1,0 1,1-1,-1 0,0-1,-1 1,1-1,0 0,-1 1,0-2,0 1,0 0,-1 0,1-1,-1 0,0 1,0-1,-1 0,0 0,1 0,-2 0,1 0,0 0,-1-4,-2-1,0 0,-1 1,1-1,-2 1,0 0,0 0,0 0,-1 0,-1 1,1 0,-1 0,-1 0,1 1,-1 0,-1 0,1 1,-1-1,0 2,-1-1,1 1,-1 1,0-1,-3 1,4 1,1 0,-1 0,0 1,0 1,0-1,0 1,0 0,0 1,0 0,0 0,0 1,0 0,0 1,0 0,0 0,0 0,0 1,1 0,0 1,-1-1,1 1,0 1,1-1,-1 1,1 1,0-1,0 1,1 0,0 0,0 1,0-1,1 1,0 0,-1 3,-5 21,6-4</inkml:trace>
  <inkml:trace contextRef="#ctx0" brushRef="#br0" timeOffset="150495.692">21403 5000,'426'22,"-379"-21,103 5,114-12,-228 3,0-3,0 0,-1-3,0 0,-1-3,0-1,-1-1,0-2,-1-1,-1-1,-1-2,0-1,10-11,-30 22,-1 1,1-2,-2 1,1-1,-1-1,-1 0,0 0,-1 0,0-1,-1 1,-1-2,0 1,0 0,0-10,2-23,-2 0,-1 0,-5-34,2 78,-7-215,-1 33,11-50,2 146,-4-1,-4 1,-9-46,-3 35,-4 1,-16-42,-44-63,75 191,-1 1,0 0,-1 1,0-1,-1 1,0 0,0 1,-1-1,0 2,-1-1,0 1,0 0,-9-5,-10-1,-1 1,-1 2,0 0,-1 2,1 2,-21-3,12 2,-164-26,155 28,1 2,-1 2,-41 4,7 0,78-2,-57 0,0 2,-51 9,-38 23,149-34,1 0,0 0,-1 0,1 0,0 0,-1 0,1 0,0 1,-1-1,1 0,0 0,-1 0,1 0,0 0,0 0,-1 1,1-1,0 0,-1 0,1 0,0 1,0-1,-1 0,1 0,0 1,0-1,0 0,-1 1,1-1,0 0,0 1,0-1,0 0,0 1,0-1,0 0,0 1,0-1,0 0,0 1,0-1,0 0,0 1,0-1,0 0,0 1,0-1,0 0,0 1,0-1,1 0,-1 0,0 1,0-1,0 0,1 1,-1-1,0 0,0 0,1 0,-1 1,0-1,1 0,-1 0,6 6</inkml:trace>
  <inkml:trace contextRef="#ctx0" brushRef="#br0" timeOffset="151845.673">21470 5695,'-1'0,"-1"-2,0 1,0 0,0-1,-1 1,1 0,0 0,-1 0,1 0,0 1,-1-1,1 1,-1-1,1 1,-1 0,0 0,1 0,-1 0,1 1,-1-1,1 1,-1-1,1 1,0 0,-1 0,1 0,0 0,0 0,-1 1,1-1,0 1,0-1,1 1,-1 0,0 0,0 0,-2 6,1 0,-1 0,2 1,-1 0,1-1,0 1,1 0,0 0,0 0,1 0,0 0,1-1,0 1,0 0,2 5,4-6,-1 0,1 0,0 0,1-1,0 0,0-1,0 0,1 0,0-1,0 0,0 0,0-1,1 0,0-1,0 0,0-1,0 0,0 0,1-1,-1-1,2 0,-5 1,0-1,0 0,0-1,0 0,-1 0,1 0,0-1,0 0,-1 0,0-1,1 0,-1 0,0 0,0-1,-1 0,1 0,-1 0,0-1,0 0,0 0,0 0,-1-1,0 1,0-1,-1 0,0 0,0 0,0-1,0 1,-1-1,0 1,-1-1,0 0,1-5,-1 5,0 0,0 0,0 1,-1-1,0 0,0 0,-1 0,0 1,0-1,-1 0,0 1,0-1,0 1,-1 0,0 0,0 0,0 0,-1 0,0 1,0-1,-1 1,1 0,-1 0,0 1,0-1,-1 1,1 0,-1 1,0-1,-1 1,-11-4,1 2,-1 0,0 0,0 2,0 1,-1 0,1 1,-1 1,1 0,-1 2,1 0,0 1,-10 3,24-5,0 1,0-1,0 1,1-1,-1 1,1 1,-1-1,1 0,0 1,0-1,0 1,0 0,0 0,0 1,1-1,0 0,-1 1,1-1,1 1,-1 0,0 0,1-1,0 1,0 0,0 0,1 1,-1-1,1 0,0 0,0 0,0 0,0 0,1 0,0 0,0 0,0 0,0 0,1 0,-1 0,2 1,35 40,-16-30</inkml:trace>
  <inkml:trace contextRef="#ctx0" brushRef="#br0" timeOffset="152678.52">21804 5749,'68'13,"155"6,187-10,-324-9,422 0,-430-5,-63-1</inkml:trace>
  <inkml:trace contextRef="#ctx0" brushRef="#br0" timeOffset="154379.133">19786 3022,'31'-11,"-32"10,0 0,0 0,0 0,0 0,0 0,-1 0,1 0,0 1,0-1,-1 0,1 1,0-1,-1 1,1-1,-1 1,1 0,0 0,-1-1,1 1,-1 0,1 0,-1 0,1 1,-1-1,-43 1,1 2,-1 2,1 1,0 3,-15 6,55-14,-68 18,0 4,2 3,1 3,1 3,1 3,2 3,2 2,2 3,1 3,-19 23,44-37,1 2,2 2,1 0,2 2,2 2,1 0,3 2,0 2,10-16,2-1,1 1,1 1,1 0,1 0,2 0,1 1,2 0,1 0,1 0,1 0,2 0,3 11,74 260,-57-203,-15-54,1 0,2-1,2 0,2-1,2-1,2-1,1 0,2-1,13 15,-22-40,2 0,-1-1,2 0,0-2,0 1,1-2,0 0,1-2,0 1,0-2,1-1,0 0,0-1,1-1,-1-1,1-1,0 0,-1-2,1 0,1-1,224 18,-227-14,0-1,0 0,1-2,-1 0,0-1,0-1,0-1,0 0,11-5,-17 2,-4-1</inkml:trace>
  <inkml:trace contextRef="#ctx0" brushRef="#br0" timeOffset="155485.037">18623 1511,'-27'88,"-37"135,131-604,-67 379,16-45,-16 46,0 0,1 1,-1-1,1 0,-1 0,1 0,0 0,-1 0,1 1,0-1,0 0,-1 0,1 1,0-1,0 1,0-1,0 1,0-1,0 1,0-1,0 1,0 0,0 0,0-1,0 1,0 0,0 0,0 0,0 0,0 0,0 0,0 1,0-1,0 0,0 0,0 1,0-1,0 1,0-1,0 1,0-1,0 1,6 6,0 1,0 0,-1 1,0-1,0 1,-1 0,0 1,-1-1,0 1,0 0,-1 0,0 0,-1 0,0 1,-1 0,48 323,-47-322,35 99,-28-96</inkml:trace>
  <inkml:trace contextRef="#ctx0" brushRef="#br0" timeOffset="155730.387">18436 1671,'20'0,"21"0,19-2,17-1,10 0,1 1,-10 1,-18 0</inkml:trace>
  <inkml:trace contextRef="#ctx0" brushRef="#br0" timeOffset="157465.898">22941 6284,'-12'95,"11"148,1-571,0 318,0 2,-1 1,1 0,0-1,1 1,0 0,0-1,1 1,0 0,0 0,0 0,1 0,0 1,0-1,1 1,1-3,-3 8,0 0,0 0,0-1,0 1,0 0,0 0,0 1,0-1,0 0,0 1,0-1,1 1,-1 0,0 0,0 0,1 0,-1 0,0 0,0 1,0-1,1 1,-1-1,0 1,0 0,0 0,0 0,0 0,0 0,0 0,-1 1,1-1,0 1,52 51,-49-50,-2 1,1 0,0 0,-1 0,0 1,0-1,0 1,-1 0,1-1,-1 1,0 0,-1 0,1 1,-1-1,0 0,0 1,-1-1,1 0,-1 1,0-1,-1 0,1 1,-1-1,0 0,-1 1,1-1,-1 0,0 0,0 0,-1 0,1-1,-1 1,0-1,0 1,-4 3,-73 34,94-41,134-6,-141 6,0-1,0 2,0-1,0 1,0 0,0 0,0 1,0 0,-1 0,1 0,-1 1,0 0,0 1,-1-1,1 1,-1 0,0 0,0 1,1 1,-4-4,-1-1,1 1,-1 0,0 0,0-1,0 1,0 0,0 0,-1 0,0 0,1 0,-1 0,0 0,0 0,0 0,-1 0,1 0,-1 0,0 0,1 0,-1 0,-1 0,1 0,0-1,-1 1,1-1,-1 1,0-1,0 1,0-1,-1 1,-4 4,0 0,-1-1,1 0,-1-1,-1 1,1-1,-1-1,1 0,-5 1,-93 18,102-23,0 1,-1-1,1-1,0 1,0 0,0-1,0 0,0 0,0 0,1-1,-1 1,0-1,0 0,1 0,0 0,-1 0,1-1,0 0,0 1,0-1,0 0,1 0,-1-1,1 1,-1-1,-6-18,4 0</inkml:trace>
  <inkml:trace contextRef="#ctx0" brushRef="#br0" timeOffset="158035.457">22821 6030,'2'0,"3"0,5 0,8 2,13 1,13 0,14 2,11-1,9 0,5-1,0-1,-8-1,-11-1,-20 0,-19 0,-9 0,-5 0,-5-1</inkml:trace>
  <inkml:trace contextRef="#ctx0" brushRef="#br0" timeOffset="121885.481">17152 401,'-13'6,"0"0,0 1,1 0,-1 1,1 1,1 0,0 0,0 1,1 0,0 1,1 0,0 1,-1 3,-8 7,0 1,2 0,0 2,2 0,1 0,0 1,2 1,2 0,0 1,2-1,0 2,2-1,2 0,0 1,2 0,1 0,1 0,2-1,1 1,1-1,1 0,7 17,-4-23,1-1,0-1,2 1,1-2,0 0,1-1,1 0,1-1,1 0,0-2,1 0,0-1,1-1,5 2,10 5,98 69,-125-83,-1 0,0 0,0 1,0 0,-1 0,0 1,0-1,-1 1,0 0,0 0,-1 1,0-1,0 1,-1-1,-1 1,1 4,-2 15,-3 0,0-1,-1 0,-2 0,-1 0,-1 0,-1-1,-1-1,-11 19,18-36,-36 85,4 2,5 1,-10 58,31-109,2 0,3 1,1-1,2 1,2-1,2 1,2-1,2 0,3 5,69 225,-39-147,-6 1,0 28,-22-86,-3 0,-2 0,-5 1,-5 66,-6-97,-1-1,-3-1,-1 0,-2 0,-1-2,-2 0,-2-1,-1-1,-2-1,-1-1,-14 13,-32 51,47-66,2 2,1 0,1 2,2 0,2 1,1 1,2 0,2 1,-1 6,8 9,1 0,3 0,3 0,1-1,3 1,2-1,3-1,2 0,1 0,4-2,1 1,39 131,-8 3,-7 2,-3 43,32 447,-62-526,7 0,7-2,40 130,119 282,-151-431</inkml:trace>
  <inkml:trace contextRef="#ctx0" brushRef="#br2" timeOffset="191911.788">17606 2755,'0'222,"0"-215,0 0,0 0,-1 0,0-1,0 1,-1 0,0-1,0 1,0-1,-1 1,0-1,0 0,-3 3,6-8,0-1,-1 1,1-1,-1 0,1 1,0-1,-1 0,1 0,-1 1,1-1,-1 0,1 0,-1 0,1 1,-1-1,1 0,-1 0,1 0,-1 0,1 0,-1 0,1 0,-1 0,1 0,-1 0,1-1,-1 1,1 0,-1 0,1 0,-1-1,1 1,-1 0,1 0,-1-1,1 1,0 0,-1-1,1 1,0 0,-1-1,1 1,0-1,-1 1,1-1,0 1,0-1,0 1,-1-1,1 1,0-1,0 1,0-1,0 1,0-1,0 1,0-1,0 1,0-1,0 1,0-1,0 0,-6-37,6 37,-2-37,0 0,3 0,1 1,2-1,1 0,2 1,4-6,-11 40,1-1,0 1,0 0,1 0,-1 0,0 0,1 0,0 0,0 1,0-1,0 0,0 1,0 0,1-1,-1 1,1 0,-1 0,1 0,0 1,0-1,0 1,0-1,0 1,0 0,0 0,0 0,1 1,-1-1,0 1,1 0,-1 0,0 0,2 0,6 1,0 1,0 0,0 1,0 0,0 1,-1 0,1 1,-1 0,0 0,-1 1,1 0,-1 1,-1 0,5 4,-12-9,1-1,-1 1,1 0,-1-1,0 1,0 0,0 0,0 0,0 0,0 0,0 0,-1 0,1 0,-1 0,1 1,-1-1,0 0,0 0,0 0,0 0,0 1,-1-1,1 0,-1 0,1 0,-1 0,0 0,0 0,0 0,0 0,0 0,0 0,0 0,-1-1,1 1,-1-1,1 1,-1-1,0 1,1-1,-1 0,0 0,0 0,0 0,0 0,0 0,0 0,0-1,0 1,0-1,-97 26,97-26,1 0,0 1,-1-1,1 0,-1 0,1 1,0-1,-1 1,1 0,0-1,0 1,-1 0,1 0,0-1,0 1,0 0,0 0,0 0,0 1,0-1,0 0,1 0,-1 0,0 1,1-1,-1 0,1 1,-1-1,1 0,-1 1,1-1,0 1,0-1,0 0,0 1,0-1,0 1,0-1,1 1,-1-1,0 0,1 1,-1-1,1 0,-1 1,1-1,0 0,0 0,-1 1,1-1,0 0,1 1,4 9,1 0,0 0,1 0,0-1,1 0,0-1,1 0,-1 0,2-1,-1 0,1-1,0 0,1-1,0 0,0-1,0-1,0 1,1-2,-1 0,1 0,8 0,3-1</inkml:trace>
  <inkml:trace contextRef="#ctx0" brushRef="#br2" timeOffset="192195.592">17513 2474,'-2'-5,"1"-1,8 0,12 1,13 2,16 1,13 1,8-2,0 0,-8 1,-15 2,-18 6,-13 2</inkml:trace>
  <inkml:trace contextRef="#ctx0" brushRef="#br2" timeOffset="193680.849">22860 7340,'-3'-4,"0"1,0-1,-1 1,1 0,-1 0,0 1,0-1,0 1,0 0,0 0,0 0,-1 1,1-1,-1 1,1 0,-1 0,1 1,-1-1,-2 1,-90 6,88-5,0 1,0 0,0 0,0 1,1 0,-1 1,1 0,0 0,0 1,0 0,1 0,0 1,0-1,0 2,-4 4,10-10,0 1,0-1,0 0,1 0,-1 1,0-1,1 1,-1-1,1 1,-1-1,1 1,-1-1,1 1,0-1,0 1,0-1,0 1,0 0,0-1,1 1,-1-1,0 1,1-1,-1 1,1-1,0 1,-1-1,1 0,0 1,0-1,0 0,0 0,0 1,0-1,1 0,50 31,-40-26,13 6,-1 1,-1 1,0 0,-1 2,0 2,-15-13,-1 1,0 0,-1 0,0 0,0 1,0 0,0 0,-1 0,-1 0,1 1,-1-1,0 1,-1 0,0 0,0 0,0 0,-1 1,0 5,-1-11,0-1,0 0,-1 0,1 0,0 0,-1 0,1 0,-1 1,0-1,1-1,-1 1,0 0,0 0,-1 0,1 0,0-1,-1 1,1 0,0-1,-1 1,0-1,1 0,-1 1,0-1,0 0,0 0,0 0,0-1,0 1,0 0,0-1,0 1,0-1,0 1,0-1,0 0,-1 0,0 0,-87-12,85 11,-79-25,71 22</inkml:trace>
  <inkml:trace contextRef="#ctx0" brushRef="#br2" timeOffset="193966.754">22526 7126,'-4'-9,"2"-3,9-2,15 2,17 0,15 2,13 1,3 2,-3 2,-8 2,-17 6,-26 9,-17 3</inkml:trace>
  <inkml:trace contextRef="#ctx0" brushRef="#br3" timeOffset="-194973.279">21671 4105,'-14'0,"5"1,0-1,0 0,0-1,1 0,-1 0,0 0,1-1,-1-1,1 1,-1-2,-2-1,-15-5,0 1,-1 0,0 2,0 2,-1 0,1 1,-1 2,0 1,0 1,-12 3,3-3,-167 9,-216 36,360-32,0 2,1 3,-44 19,22-8,-151 79,144-63,59-31,1 1,0 2,2 0,0 2,0 1,2 1,-14 15,-194 186,211-197,1 1,1 1,2 0,0 2,2 0,2 0,0 2,-5 20,-16 35,21-55,1 1,2 0,1 0,1 1,2 0,2 1,1-1,1 10,-1 12,3 0,3 0,2-1,2 1,3-1,2 0,9 21,10 12,4 0,4-3,9 9,-11-37,2-1,37 37,-48-58,24 23,2-2,3-2,2-3,4-1,-2-7,2-2,65 30,39 17,-103-68,0-3,2-2,-1-4,2-2,-1-3,1-3,9-4,238 13,-32-43,-246 24,-1-2,0-2,0-1,2-3,10-3,-21 9,-1 0,0-1,0-2,-1 0,-1-2,0 0,-1-2,-1 0,-1-2,17-18,96-135,-115 149,-1-1,0 0,-2-1,-2-1,0 0,-1-1,-2 0,5-20,8-53,-4 0,1-52,-15 62,-5 1,-6-39,0 37,5-1,5-26,-2 56,-2-1,-4 1,-2 0,-3-2,4 28,-5-198,7 209,-1 1,-1 0,-1 0,-1 0,-8-16,-5-23,10 28,-2 0,0 1,-3 0,-1 1,-1 1,-1 0,-8-7,11 20,-1 0,0 0,-2 1,0 2,-1-1,-1 2,0 1,-1 0,0 2,-1 0,-1 2,-5-2,-17-4,0 2,-1 1,0 3,-1 2,1 2,-2 2,1 2,-3 2,-11 4,7 2</inkml:trace>
  <inkml:trace contextRef="#ctx0" brushRef="#br3" timeOffset="-193968.96">19478 7594,'-9'16,"-3"16,-2 15,2 10,2 7,4 4,4 0,4-6,0-6,1-10,-1-13</inkml:trace>
  <inkml:trace contextRef="#ctx0" brushRef="#br3" timeOffset="-193363.548">19251 7487,'67'54,"-32"-26,-2 2,-1 1,-2 2,-1 0,-1 3,-2 0,-2 1,-1 1,4 14,-22-41,0 1,-1 0,-1 0,0 1,0-1,-1 1,-1 0,0-1,-1 1,0 0,-1-1,0 1,-1 0,-1-1,0 0,0 1,-1-1,-1 0,0-1,-1 1,0-1,0 0,-1-1,-1 0,0 0,0 0,-1-1,0 0,-1-1,-4 4,2-5,-1 1,1-1,-1-1,-1-1,1 0,-1 0,0-1,0-1,0-1,-1 0,1 0,-3-2,9 1,0-1,-1 0,1-1,0 0,0 0,0-1,0 0,0 0,0-1,1 0,-1-1,1 1,0-1,0-1,0 1,1-1,-1-1,1 1,0-1,1 0,-5-6,9 11,-1 0,1 0,0 0,0-1,0 1,0 0,0-1,1 1,-1 0,0-1,1 1,-1-1,1 1,-1-1,1 0,-1 1,1-1,0 1,0-1,0 0,0 1,0-1,0 1,1-1,-1 1,1-1,-1 0,1 1,-1-1,1 1,0 0,-1-1,1 1,0 0,0-1,0 1,0 0,0 0,1 0,-1 0,0 0,0 0,1 0,-1 0,1 0,-1 1,1-1,0 0,89-2,-67 4,-12 0,48 6,0-3,0-3,0-2,0-3,0-3,0-2,-1-2,33-13,-84 22,0-1,0 0,-1 0,0 0,1-1,-1 0,-1 0,1-1,-1 0,1 0,-1-1,-1 0,1 0,-1 0,0 0,0-1,-1 0,0 0,0-1,-3 7,-1-1,0 0,1 1,-1-1,0 1,0-1,0 0,0 1,0-1,0 1,0-1,-1 0,1 1,0-1,-1 1,1-1,-1 1,0-1,0 1,1 0,-1-1,0 1,0 0,0-1,0 1,-1 0,1 0,0 0,0 0,-1 0,1 0,-1 1,1-1,0 0,-1 1,1-1,-1 1,-60-5,57 6,-1 1,0 0,0 0,1 0,-1 0,1 1,0 0,0 0,0 1,0-1,1 1,-1 0,1 0,-4 5,6-7,0 1,1-1,-1 1,1-1,-1 1,1 0,0-1,0 1,0 0,0 0,1 0,-1 0,1 0,-1-1,1 1,0 0,0 0,1 0,-1 0,1 0,-1 0,1 0,0 0,0-1,0 1,0 0,1-1,-1 1,1 0,-1-1,1 0,9 9,1 0,0-1,1-1,0 0,0 0,1-2,0 1,0-2,0 0,1-1,0 0,0-1,12 1,183 22,-156-25</inkml:trace>
  <inkml:trace contextRef="#ctx0" brushRef="#br3" timeOffset="-190714.543">20561 7794,'-3'60,"-3"0,-3 0,-13 47,-5 32,26-242,1-44,-1-9,14-80,-10 300,-3-39,-2-11,1 0,0 0,1 0,1 0,0-1,1 1,0 0,1 0,1-1,0 1,1-1,0 0,1 0,1-1,-1 0,2 0,4 5,-7-13,0-1,0 1,0-1,0 0,0-1,1 1,-1-1,1 0,-1-1,1 1,0-1,0 0,0 0,0-1,-1 0,1 0,0 0,0-1,0 0,0 0,0 0,-1-1,1 0,0 0,3-2,0 0,0 0,-1-1,1 0,-1-1,0 1,0-2,-1 1,0-1,0 0,-1-1,1 1,-2-1,1-1,0 0,-1-1,-1 1,0-1,0 0,0 0,-2-1,1 1,-1 0,-1-1,0 0,0 1,-1-1,-1-8,1 19,0-1,0 0,-1 0,1 1,0-1,-1 0,1 0,0 1,-1-1,1 0,-1 1,1-1,-1 0,1 1,-1-1,0 1,1-1,-1 1,0-1,1 1,-1 0,0-1,1 1,-1 0,0-1,0 1,0 0,1 0,-1 0,0 0,0 0,0 0,1 0,-1 0,0 0,0 0,0 0,1 0,-1 0,0 1,0-1,1 0,-1 1,0-1,1 1,-1-1,0 0,1 1,-1 0,0-1,1 1,-1-1,1 1,-1 0,1-1,-1 1,1 0,0-1,-1 1,1 0,0 0,0-1,-1 1,1 0,0 0,0 0,0-1,0 1,0 1,-10 18,1 1,0 0,2 1,0 0,2 0,0 0,1 1,2-1,0 1,2 17,-2-31,2 1,-1-1,1 0,0 0,1 0,0 0,1 0,0 0,0 0,1 0,0-1,1 1,-1-1,2 0,-1 0,1 0,0 0,1-1,0 0,0 0,0-1,1 0,0 0,0 0,1-1,-1 0,1 0,0-1,4 1,-4-3,-1 0,1 0,-1-1,1 0,0-1,-1 0,1 0,0-1,-1 1,1-2,-1 1,1-1,-1 0,1-1,-1 0,0 0,0 0,-1-1,1 0,-1 0,0-1,0 0,0 0,0 0,-1-1,0 1,3-6,3 4,-17 26,3-12,1-2,-1 0,1-1,0 1,1 0,-1 0,1 0,0 0,0 1,1-1,-1 0,1 0,1 0,-1 1,0-1,1 0,0 0,1 0,-1 0,1 0,0 0,0 0,0-1,1 1,0-1,-1 1,2-1,-1 0,0 0,1 0,0-1,0 1,0-1,0 0,3 1,2 0,0 0,1-1,-1 0,1 0,0-1,-1-1,1 0,0 0,0-1,0 0,0 0,0-1,0-1,3 0,-9 1,1 0,-1-1,1 1,-1-1,0 1,0-1,0-1,0 1,0-1,0 1,-1-1,1 0,-1 0,0-1,0 1,0-1,0 1,-1-1,1 0,-1 0,0 0,0 0,-1 0,1-1,-1 1,0-1,0 1,0-1,0 1,-1-1,0-3,0 2,-1 0,1 1,-1-1,0 1,-1-1,1 1,-1-1,0 1,-1 0,1 0,-1 0,0 0,0 0,0 1,-1-1,0 1,0 0,0 0,0 0,-1 1,1-1,-1 1,-2-1,-7-3,0 0,0 1,-1 0,1 1,-1 1,-1 0,-13-1,23 4,12 3,14 2,67 3,-1-4,0-4,46-7,-124 7,-6 0,-1 1,1-1,-1 1,1-1,-1 1,1-1,0 1,-1 0,1 0,0 0,-1 0,1 0,-1 0,1 0,0 1,-1-1,1 0,-1 1,1 0,-1-1,1 1,-1 0,1 0,-1-1,0 1,1 0,-1 0,0 1,0-1,0 0,0 0,0 1,0-1,0 0,0 1,0-1,-1 1,1-1,-1 1,1 0,3 84,12 98,-16-181,0 0,0 0,0-1,1 1,-1-1,1 1,0 0,-1-1,1 1,0-1,0 1,1-1,-1 0,1 1,-1-1,1 0,-1 0,1 0,0 0,0 0,0-1,0 1,0-1,1 1,-1-1,0 0,1 1,-1-1,1-1,-1 1,3 0,20 5,0-1,1-2,-1-1,1 0,-1-2,1-1,0-1,14-4,-29 5,10-1,0 0,-1-1,1-2,-1 0,0 0,0-2,-1-1,0 0,6-5,-22 11,0 0,0 0,0-1,-1 1,1-1,-1 0,1 0,-1 0,0 0,0 0,0 0,0 0,-1-1,0 1,1-1,-1 0,0 1,-1-1,1 0,0 1,-1-1,0 0,0 0,0 1,-1-1,1 0,-1 1,0-1,0 0,0 1,0-1,-1 1,0-1,1 1,-1 0,0 0,-1 0,1 0,0 0,-1 0,0 1,1-1,-4-1,-4-2,0 1,0 1,0 0,-1 0,0 1,0 0,0 1,0 1,0-1,0 2,0-1,-1 2,1-1,0 2,0-1,0 1,0 1,0 0,0 1,-8 4,18-8,-1 0,0 1,0-1,1 1,-1 0,0-1,1 1,-1 0,1 0,-1 0,1 0,-1 0,1 0,0 0,0 1,-1-1,1 0,0 1,0-1,0 1,1 0,-1-1,0 1,0-1,1 1,-1 0,1 0,0-1,-1 1,1 0,0 0,0-1,0 1,0 0,0 0,1-1,-1 1,0 0,1 0,0-1,-1 1,1 0,0-1,0 1,0-1,0 1,0-1,0 1,0-1,0 0,0 0,1 1,1 0,7 2,1 0,0-1,1 0,-1-1,1 0,-1 0,1-2,-1 1,1-1,0-1,-1 0,1-1,-1 0,0-1,1 0,-1 0,-1-2,3 0,-10 4,1-1,0 0,0 1,-1-2,1 1,-1 0,1-1,-1 1,0-1,0 0,0 0,-1 0,1 0,-1-1,1 1,-1-2,-2 4,0 1,0-1,-1 1,1-1,0 1,-1 0,1-1,0 1,-1-1,1 1,-1 0,1-1,0 1,-1 0,1 0,-1-1,1 1,-1 0,1 0,-1 0,1 0,-1-1,0 1,1 0,-1 0,1 0,-1 0,1 0,-1 0,1 0,-1 1,1-1,-1 0,1 0,-1 0,1 0,-1 1,1-1,-1 0,1 1,-1-1,1 0,0 1,-1-1,1 0,0 1,-1-1,1 1,0-1,-1 1,1-1,0 0,0 1,-1-1,1 1,0-1,0 1,0 0,0-1,0 1,0-1,-6 11,1 1,0-1,0 1,2 0,-1-1,2 2,-1-1,2 0,0 0,0 1,1-1,1 6,2 42,2-2,14 59,-11-84,-1 0,-2 1,-1 0,-2 0,-1 0,-2 0,-1 0,-2 0,-1 0,-9 28,10-52,0-1,0 0,-1 1,-1-2,1 1,-1-1,-1 0,0 0,0 0,0-1,-1 0,0-1,0 0,-4 2,7-5,0 0,0-1,0 1,0-1,-1 0,1 0,-1-1,1 0,-1 0,0 0,1-1,-1 0,0 0,0 0,1-1,-1 1,0-1,1-1,-1 1,1-1,-1 0,1 0,0-1,0 0,0 0,-1 0,0-3,-1 0,2 0,-1 0,1-1,-1 1,2-1,-1 0,1-1,0 1,1-1,0 0,0 0,0 0,1 0,1 0,-1-1,1 1,1 0,-1-1,1 1,1-1,0 1,0 0,0-1,1 1,1 0,-1 0,1 0,1 0,-1 1,1-1,3-4,17-20,0 0,2 2,1 1,2 1,1 1,0 2,2 1,1 1,6 0,-19 9,36-25,-16 14,-2-1,-1-3,-1-1,-1-1,-2-2,-1-2,12-41,-43 74,-1-1,1 1,0-1,0 1,-1 0,0-1,1 1,-1-1,0 1,0-1,0 1,-1-1,1 1,-1-1,1 1,-1 0,0-1,0 1,0 0,0 0,0-1,0 1,-1 0,1 0,-1 0,1 1,-1-1,0 0,0 0,0 1,0-1,-2 0,-3-1,1 1,-1 0,0 1,1-1,-1 1,0 1,0-1,0 1,0 0,0 1,0-1,0 2,0-1,1 1,-1 0,0 0,1 0,0 1,-1 0,1 1,0-1,1 1,-1 0,1 1,-1-1,1 1,1 0,-1 1,1-1,0 1,0 0,0 0,1 0,0 0,0 0,1 1,-1 0,1-1,0 1,1 0,-1-1,1 1,1 0,-1 0,1 0,0-1,1 1,0 0,0 0,0-1,1 1,0 0,0-1,1 0,-1 1,1-1,1 0,-1 0,1-1,0 1,1-1,-1 0,1 0,0 0,0-1,0 0,1 0,0 0,0 0,0-1,0 0,0 0,0-1,1 0,-1 0,1 0,0-1,6 0,-10 0,0-1,0 1,0-1,0 0,0-1,0 1,0 0,0-1,-1 0,1 1,0-1,0 0,0-1,0 1,-1 0,1-1,-1 0,1 1,-1-1,0 0,1 0,-1 0,0-1,0 1,-1 0,1-1,0 1,-1-1,1 0,-1 1,0-1,1-2,4-18,-1 1,0-1,-2 0,-1 0,0-6,0 0,4-1,-6 30,0-1,0 1,1 0,-1-1,0 1,0 0,1-1,-1 1,0 0,1-1,-1 1,0 0,1-1,-1 1,0 0,1 0,-1-1,1 1,-1 0,0 0,1 0,-1 0,1 0,-1 0,1 0,-1-1,0 1,1 0,-1 0,1 1,-1-1,1 0,-1 0,1 0,-1 0,0 0,1 0,-1 1,1-1,-1 0,0 0,1 1,-1-1,0 0,1 0,-1 1,0-1,1 0,-1 1,0-1,0 0,1 1,-1-1,0 1,0-1,0 1,0-1,1 0,-1 1,0-1,23 41,-22-36,0-1,1 0,0 0,0 1,0-1,1-1,-1 1,1 0,0-1,0 1,0-1,0 0,0 0,1 0,0 0,-1-1,1 1,0-1,0 0,1 0,-1-1,4 2,4-4,0 0,-1 0,1-1,0 0,-1-1,1-1,-1 1,0-2,0 0,0 0,-1-1,0 0,0-1,0 0,-1-1,0 1,-1-2,1-1,12-7,-2 11,-26 32,4-20,2-4,-1 1,0-1,1 1,0-1,-1 1,1 0,0-1,0 1,1 0,-1 0,0 0,1 0,0-1,0 1,0 0,0 0,0 0,0 0,1 0,0 0,-1-1,1 1,0 0,0 0,0-1,1 1,-1-1,1 1,-1-1,1 1,0-1,0 0,0 0,0 0,0 0,1 0,-1-1,1 1,0 0,4 0,0 0,0-1,1 0,-1 0,0 0,0-1,0 0,1-1,-1 0,0 0,0 0,0-1,0 0,0 0,-1-1,1 0,-1 0,1 0,5-5,-1 0,1 0,-2-1,1 0,-1 0,-1-1,1-1,-2 0,0 0,7-11,-13 16,-6 12,-7 12,9-16,0 0,1 1,-1 0,1-1,-1 1,1 0,0 0,0-1,0 1,0 0,1 0,-1 0,1 0,0 0,-1 0,2 0,-1 0,0 1,0-1,1 0,0-1,0 1,0 0,0 0,0 0,0 0,1-1,-1 1,1 0,0-1,0 0,0 1,0-1,2 2,4-2,1-1,0 0,0 0,0-1,-1 0,1 0,0-1,0 0,0 0,-1-1,1-1,-1 1,0-1,1-1,-1 1,0-1,-1-1,1 0,-1 0,0 0,0-1,-1 0,6-6,-31 65,19-46,0-1,0 1,0-1,1 1,0-1,0 1,1-1,0 0,0 0,0 0,1 0,0 0,0 0,0-1,1 1,0-1,0 0,0 0,0 0,1-1,0 1,0-1,0-1,5 3,15 13</inkml:trace>
  <inkml:trace contextRef="#ctx0" brushRef="#br3" timeOffset="-189679.523">19411 10080,'-14'-6,"-1"1,0 0,0 0,0 2,0 0,-1 1,1 0,-1 1,1 1,-1 0,1 1,-7 2,16-1,0 0,0 1,0 0,1 0,-1 0,1 1,0-1,0 1,0 1,1-1,-1 1,1-1,0 1,0 0,1 1,0-1,0 1,0-1,0 1,1 0,0 0,0 0,1 0,-1 1,1-1,1 1,-2 5,1 0,0-1,1 1,0 0,1 0,1-1,0 1,0-1,1 1,0-1,1 0,1 0,4 9,-5-13,0 0,1 0,-1 0,1-1,1 0,-1 0,1 0,0-1,0 1,1-1,-1-1,1 0,0 0,1 0,-1 0,1-1,-1-1,1 1,0-1,0 0,0-1,0 0,0 0,0-1,0 0,0-1,1 1,-1-1,0-1,0 0,-1 0,1 0,0-1,-1 0,5-3,-4 1,-1 0,1 0,-1 0,0-1,0 0,-1-1,1 0,-1 0,-1 0,0 0,0-1,0 0,-1 0,0-1,-1 1,1-1,-2 1,1-1,-1 0,-1 0,1 0,-2 0,1-1,-1 1,-1 0,1 0,-2 0,1 0,-1 0,-1 0,1 0,-2 1,1-1,-1 1,0 0,-3-4,2 5,-1 0,0 1,0 0,0 0,0 0,-1 1,0 0,0 0,-1 1,1 0,-1 0,0 1,0 0,0 0,-1 1,1 0,-1 0,1 1,-1 0,1 0,-1 1,0 1,1-1,-1 1,1 1,-1 0,1 0,0 0,0 1,0 0,0 1,0 0,1 0,-1 0,1 1,0 0,1 1,-1 0,1 0,0 0,-2 4,4-5,1 0,0 0,1 0,0 0,-1 1,2-1,-1 1,0-1,1 1,0 0,1-1,-1 1,1 0,0 0,1-1,-1 1,1 0,0-1,0 1,1-1,0 1,1 2,16 28</inkml:trace>
  <inkml:trace contextRef="#ctx0" brushRef="#br3" timeOffset="-188651.308">20441 9653,'-8'-2,"1"1,-1-1,0 2,0-1,1 1,-1 0,0 1,0 0,1 0,-1 1,1 0,-1 0,1 0,0 1,0 0,0 1,0 0,-3 2,-12 4,-48 20,-46 20,-85 50,168-77,2 0,0 2,2 2,0 1,2 0,2 2,0 2,2 0,1 1,2 1,1 1,2 0,-6 21,16-39,0 0,1 0,0 1,2 0,0 0,1 0,1 0,1 1,0-1,1 1,1-1,1 0,1 1,0-1,1 0,7 16,7 8,2-1,2 0,1-2,2-1,2 0,2-3,1 0,1-2,2-1,2-1,25 16,-27-24,2-1,0-2,1-2,1-1,0-1,1-3,1-1,0-2,1-1,0-2,0-2,23-1,-52-4,40 4,0-3,-1-2,35-6,-82 7,-1 0,0 0,1-1,-1 1,1 0,-1-1,1 0,-1 1,0-1,1 0,-1 0,0-1,0 1,0 0,0-1,0 1,0-1,0 0,0 1,-1-1,1 0,-1 0,1 0,-1 0,0-1,0 1,0 0,0 0,0-1,0 1,-1-1,1 1,-1-2,0-7</inkml:trace>
  <inkml:trace contextRef="#ctx0" brushRef="#br3" timeOffset="-187993.725">20601 9786,'-12'-27,"12"26,-1 1,1 0,0-1,0 1,-1 0,1-1,0 1,-1 0,1 0,0-1,-1 1,1 0,-1 0,1 0,0-1,-1 1,1 0,-1 0,1 0,-1 0,1 0,0 0,-1 0,1 0,-1 0,1 0,-1 0,1 0,-1 0,1 0,0 0,-1 1,1-1,-1 0,1 0,0 0,-1 1,1-1,0 0,-1 1,1-1,0 0,-1 1,1-1,0 0,-1 1,1-1,0 0,0 1,0-1,0 1,-1-1,1 0,0 1,0-1,0 1,0-1,0 1,0-1,0 1,0-1,0 0,0 1,-7 24,0 0,2 1,1-1,1 1,0 10,-1 5,-3 47,2-1,5 1,3-1,5 1,10 43,4-25,-11-62,-2 0,-2 0,-2 1,0 34,-22 19,17-98,1 0,-1 0,0-1,1 1,-1 0,0 0,1 0,-1 0,0 0,1 0,-1 0,0 0,1 0,-1 0,0 0,1 0,-1 0,0 0,1 0,-1 1,0-1,1 0,-1 0,0 0,0 0,1 1,-1-1,0 0,1 0,-1 1,0-1,0 0,0 0,1 1,-1-1,0 0,0 1,0-1,0 0,0 1,1-1,-1 0,0 1,0-1,0 0,0 1,0-1,0 0,0 1,10-12</inkml:trace>
  <inkml:trace contextRef="#ctx0" brushRef="#br3" timeOffset="-187515.965">20628 10000,'-5'-2,"-1"-3,3-1,8 0,15 2,16 2,17 0,15 1,13 1,6 2,1 2,-2-1,-7 2,-13 2,-14 2,-17 2,-14-1</inkml:trace>
  <inkml:trace contextRef="#ctx0" brushRef="#br3" timeOffset="-187182.725">20601 10722,'16'7,"19"2,19 2,17-1,14-2,8-3,5-2,-3-3,-11-3,-20 1</inkml:trace>
  <inkml:trace contextRef="#ctx0" brushRef="#br3" timeOffset="-184762.208">24652 0,'-13'1,"0"0,0 0,1 1,-1 1,1 0,-1 1,1 0,0 1,1 1,-1-1,1 2,0 0,1 0,-1 1,1 0,1 0,0 1,0 1,-6 9,-11 15,2 0,2 2,1 1,1 0,3 2,1 0,2 1,1 0,2 1,-4 37,-14 100,7 2,3 121,7-82,10 1,9 0,10-1,10-1,18 46,-11-119,7-1,30 65,-43-140,3-1,3-1,3-2,3-1,43 52,149 136,-219-239,0 0,-1 0,-1 2,0-1,-1 1,-1 1,0 0,-1 0,0 0,-2 1,0 1,-1-1,0 1,-2-1,0 1,-1 0,0 3,-7 34,-2 1,-2-1,-3-1,-2 0,-2-1,-9 15,-3 20,-5 20,4 1,5 2,-8 112,7 482,22-465,-3 29,12-1,12 0,20 58,20 11,63 428,-20 313,-27-242,-48-517,-26-249</inkml:trace>
  <inkml:trace contextRef="#ctx0" brushRef="#br3" timeOffset="-180462.768">26055 3182,'26'-2,"197"34,1-10,121-7,360-15,-699 1,1-2,0 1,-1-1,1 0,-1 0,1-1,-1 1,0-2,0 1,0-1,1 0,19-6,-52 5,10 1</inkml:trace>
  <inkml:trace contextRef="#ctx0" brushRef="#br3" timeOffset="-180064.378">27646 2901,'1'22,"2"0,0 0,2 0,0-1,6 14,-1-3,21 80,-5 2,-4 0,-6 2,-3 27,-9 357,-7-247,3-351,0 56</inkml:trace>
  <inkml:trace contextRef="#ctx0" brushRef="#br3" timeOffset="-179300.053">27714 2701,'45'-4,"0"1,1 3,-1 1,0 3,1 1,-2 3,1 1,-1 2,-1 2,0 2,0 2,-2 2,16 11,-28-14,-1 2,0 1,-2 1,0 1,-2 1,0 1,-1 2,-2 0,0 1,-2 1,-1 1,-1 1,12 28,-13-24,-2 1,-1 1,-2-1,-1 2,-2-1,-1 2,-2-1,-2 0,-1 1,-1 0,-3-1,0 1,-3-1,-1 0,-2 0,-4 11,-2-2,-3-1,-1-1,-2 0,-2-2,-2 0,-1-2,-2 0,-2-2,-1-1,-2-2,-20 17,34-38,0 0,-1-2,-1 0,0 0,0-2,-1-1,0 0,0-2,-1 0,1-2,-1 0,-1-1,1-2,-15 0,-171-12,208 11,0 0,1 0,-1 0,0-1,0 1,0 0,0 0,0-1,0 1,0 0,0 0,0-1,0 1,0 0,0-1,0 1,0 0,0 0,0-1,0 1,0 0,16-1</inkml:trace>
  <inkml:trace contextRef="#ctx0" brushRef="#br3" timeOffset="-178713.694">28943 3583,'-6'0,"0"0,-1 1,1-1,-1 1,1 0,0 1,0-1,0 1,0 0,0 1,0 0,0 0,1 0,-1 0,1 1,0 0,0 0,0 0,1 1,0 0,0 0,0 0,0 0,1 0,-1 1,1 0,1 0,-1-1,1 1,0 1,1-1,-1 0,1 0,0 1,1-1,0 3,1 3,0 0,1 0,0-1,1 1,1-1,0 1,0-1,1 0,1-1,0 1,0-1,1-1,0 1,1-1,-1 0,2 0,0-1,0-1,0 1,1-1,0-1,0 0,1 0,-1-1,1 0,0-1,1-1,-1 1,1-2,0 0,-1 0,1-1,0 0,0-1,0 0,0-1,0-1,0 0,3-1,-8 0,1 1,0-1,-1-1,1 0,-1 0,0 0,-1-1,1 0,-1 0,0 0,0-1,0 0,-1 0,0-1,0 1,-1-1,1 0,-2-1,1 1,-1-1,0 1,-1-1,1 0,-2 0,1 0,-1 0,0-3,0-3,0 0,0 0,-2-1,0 1,-1 0,0 0,-1 0,0 1,-1-1,-1 0,0 1,-1 0,0 1,-1-1,-5-5,8 11,-1 1,1 0,-2 0,1 1,0-1,-1 1,0 0,-1 1,1 0,-1 0,1 0,-1 0,0 1,-1 0,1 1,0 0,-1 0,1 0,-1 1,0 0,1 1,-1 0,0 0,0 0,1 1,-1 0,1 1,-1 0,1 0,-1 0,1 1,0 0,0 1,0-1,1 1,-1 1,1-1,0 1,0 0,-22 29,7 0</inkml:trace>
  <inkml:trace contextRef="#ctx0" brushRef="#br3" timeOffset="-182217.793">27954 762,'7'14,"9"11,8 10,10 7,5 2,1 1,-1-3,-6-6,-8-7,-9-6,-11-7,-16-4,-19-4,-19-3,-14-5,-8-7,1-10,13-1</inkml:trace>
  <inkml:trace contextRef="#ctx0" brushRef="#br3" timeOffset="-181959.887">28074 656,'25'-9,"24"-6,20 1,16 1,10 4,0 1,-17 2</inkml:trace>
  <inkml:trace contextRef="#ctx0" brushRef="#br3" timeOffset="-183486.47">26122 482,'-2'14,"1"15,1 15,1 10,-3 9,-3 4,-2 0,-5-5,-3-8,-1-11,0-13,3-16,3-10</inkml:trace>
  <inkml:trace contextRef="#ctx0" brushRef="#br3" timeOffset="-183216.186">26002 536,'-74'-140,"73"137,-1 2,1 0,0-1,0 1,0 0,0-1,1 1,-1-1,0 1,0-1,1 1,-1-1,1 1,0-1,-1 0,1 1,0-1,0 0,0 1,0-1,0 1,0-1,1 0,-1 1,0-1,1 0,-1 1,1-1,0 1,0-1,-1 1,1 0,0-1,0 1,0 0,0-1,2 0,7-2,0-1,1 2,0-1,0 1,0 1,0 0,0 1,1 0,-1 1,1 0,9-1,6-2,0 2,0 0,0 2,0 2,0 0,0 1,0 2,-1 1,17 6,-40-12,1 1,0-1,0 0,-1 1,1 0,0 0,-1 0,0 0,0 1,1-1,-1 1,-1 0,1-1,0 2,-1-1,1 0,-1 0,0 1,0-1,-1 1,1 0,-1-1,1 1,-1 0,0 0,-1 0,1 0,-1 0,1 0,-1 0,0 0,-1 2,-4 4,0 0,0 0,-2 0,1-1,-1 0,0-1,-1 1,0-1,0-1,0 1,-1-2,-1 1,1-1,-10 4,-189 110,187-106</inkml:trace>
  <inkml:trace contextRef="#ctx0" brushRef="#br3" timeOffset="-182832.219">26710 789,'-28'-5,"-1"2,0 0,0 2,0 1,1 2,-1 0,0 2,-18 6,42-10,1 1,-1 0,1 0,-1 1,1-1,0 1,0 0,0 0,0 0,0 1,0-1,0 1,1 0,-1 0,1 1,0-1,0 0,0 1,1 0,-1 0,1 0,0 0,0 0,0 0,1 1,-1-1,1 0,0 1,0-1,1 1,-1-1,1 1,0 0,0-1,1 1,-1-1,1 1,0-1,0 1,1-1,-1 1,1-1,0 0,2 4,4-1,0-1,0 1,0-1,1-1,0 0,0 0,0-1,1 0,-1 0,1-1,0-1,0 1,0-2,1 1,-1-2,0 1,0-1,1-1,-1 1,3-2,-5 1,-1 0,1-1,0 0,-1 0,0 0,1-1,-1 0,0-1,0 1,-1-1,1-1,-1 1,0-1,0 0,-1-1,1 1,-1-1,0 0,-1 0,1-1,-1 1,-1-1,1 0,-1 0,0 0,0-3,3-3,-7 31,0-4,0-6,0-1,1 1,1 0,-1 0,1-1,0 1,1 0,0-1,0 1,0-1,1 0,0 0,1 0,0 0,0 0,0-1,1 0,-1 0,2 0,-1 0,1-1,3 3,22 13</inkml:trace>
  <inkml:trace contextRef="#ctx0" brushRef="#br3" timeOffset="-182494.103">27299 723,'-140'3,"139"-3,0-1,-1 1,1 0,0 1,-1-1,1 0,0 0,-1 1,1-1,0 0,-1 1,1-1,0 1,0 0,-1-1,1 1,0 0,0 0,0 0,0 0,0 0,0 0,0 0,1 0,-1 0,0 0,0 0,1 1,-1-1,1 0,-1 1,1-1,0 0,-1 1,1-1,0 0,0 1,0-1,0 0,0 1,0-1,0 1,1-1,-1 0,0 1,1-1,-1 0,1 0,-1 1,1-1,0 0,0 0,-1 0,1 0,0 0,0 0,0 0,0 0,0 0,173 164,-165-157,-2-2,-1 0,1 1,-1-1,0 1,0 0,-1 1,0-1,0 1,-1 0,0 0,0 1,-1-1,0 3,-3-9,0 0,0-1,0 1,-1 0,1 0,-1-1,1 1,-1 0,0-1,1 1,-1 0,0-1,0 1,0-1,0 1,0-1,-1 0,1 0,0 1,-1-1,1 0,-1 0,1 0,-1 0,1-1,-1 1,0 0,1-1,-1 1,0-1,-1 1,-57 9,55-9,0-1,0 1,0-1,0 0,0 0,0 0,0-1,0 0,0 0,0 0,1-1,-1 0,0 1,1-2,-1 1,-2-2,0-5</inkml:trace>
  <inkml:trace contextRef="#ctx0" brushRef="#br3" timeOffset="-176190.756">28555 6069,'-29'-17,"6"13,-1 0,0 2,1 1,-1 0,-16 3,26-1,-47 1,-1 3,1 3,0 2,0 3,-49 18,79-21,1 2,1 1,0 1,0 2,2 1,0 1,1 1,0 1,2 1,1 2,0 0,1 3,11-11,1 0,1 1,0 0,1 0,1 0,0 1,1 1,1-1,1 1,1-1,0 1,1 0,1 0,1 1,0 2,-1 7,1-1,2 0,0 0,2 0,1 0,1 0,1-1,1 0,1 0,2-1,1 0,1 0,199 272,-181-261,2-2,1-1,2-1,1-2,14 7,59 49,-80-58,2-1,1-1,0-3,2 0,1-2,0-2,2-1,8 1,-34-15,-10-3,0 0,0 0,1 0,-1 0,0 0,1 0,-1-1,1 0,-1 1,0-1,1 0,-1 0,1 0,-1 0,1 0,-1-1,0 1,1-1,-1 0,0 0,1 0,-1 0,0 0,0 0,2-1,4-6</inkml:trace>
  <inkml:trace contextRef="#ctx0" brushRef="#br3" timeOffset="-175167.143">28676 6217,'-14'-135,"9"122,0 31,-4 283,-13-49,-4 119,24-257,5-1,12 63,-4 80,-11-235,18 64,-18-85,0-1,0 1,0 0,0-1,0 1,0 0,0 0,0-1,0 1,0 0,0-1,0 1,0 0,0 0,0-1,0 1,0 0,0 0,0-1,1 1,-1 0,0-1,0 1,0 0,0 0,1 0,-1-1,0 1,0 0,0 0,1 0,-1-1,0 1,0 0,1 0,-1 0,0 0,0 0,1 0,-1 0,0 0,1-1,-1 1,0 0,0 0,1 0,-1 0,0 0,1 1,-1-1,0 0,0 0,1 0,-1 0,0 0,0 0,1-12</inkml:trace>
  <inkml:trace contextRef="#ctx0" brushRef="#br3" timeOffset="-174327.189">27299 6537,'-15'-3,"-1"1,0 0,0 1,0 0,1 2,-1 0,0 0,0 1,1 2,-1-1,1 2,0 0,0 0,1 2,-1 0,1 0,0 2,8-3,1 0,0 1,0 0,0 0,1 0,0 1,0-1,1 1,0 0,0 0,1 0,0 0,0 1,1-1,0 0,0 1,1-1,1 1,-1-1,1 1,0-1,1 0,0 1,1-1,-1 0,2 0,-1-1,1 1,0-1,0 1,1-1,0-1,1 1,-1-1,1 0,0 0,1 0,11 11,1-2,1 0,0-1,1-1,1-1,0-1,0-1,1-1,0 0,1-2,-1-1,1-1,1-1,19 1,-38-4,-1 0,1-1,-1 0,1 1,-1-2,1 1,-1-1,1 1,-1-1,1-1,-1 1,0-1,0 0,1 0,-1-1,-1 0,1 1,0-1,-1-1,0 1,1-1,-1 0,-1 0,1 0,0-1,1-7,-2 0,1 0,-2 0,1 0,-2 0,0-1,0 1,-1-1,0 1,-1-1,-1 1,0 0,-1-1,0 1,-1 0,0 1,0-1,-2 1,1 0,-2 0,-2-4,4 5,-1-1,-1 1,1 1,-2-1,1 1,-1 0,-1 1,1 0,-1 0,-1 1,1 0,-1 1,-1 0,1 1,-1 0,0 0,0 1,0 0,-1 1,1 1,-1 0,0 0,1 1,-1 0,0 1,0 1,0 0,1 0,-1 1,0 1,-9 3,9-1,0 0,0 1,1 0,-1 1,1 0,1 1,-1 0,2 1,-1 0,1 1,-6 7,-13 21</inkml:trace>
  <inkml:trace contextRef="#ctx0" brushRef="#br3" timeOffset="-173193.656">26965 6818,'-194'-15,"127"13,0-4,-60-13,110 17,1 0,0-2,-1 0,1-1,1 0,-1-1,1-1,0-1,1 0,0-1,0 0,0-1,2 0,-1-2,1 1,1-1,0-1,-1-2,-2-17,2 1,1-1,2-1,1 0,-3-25,9 43,-37-234,3-118,32 315,-16-150,0-3,7-105,13 259,3 1,2 0,3 0,3-7,6-27,-13 53,2 1,1 0,1 0,2 1,1 0,1 1,8-12,-7 18,-9 14,0 1,0-1,1 1,1-1,-1 2,1-1,0 0,1 1,0 0,-1 1,7-4,18-8,0 2,1 1,1 1,0 2,2 1,-10 6,0 1,0 1,0 2,1 0,3 2,28 0,468-16,-176-20,-227 17,0 6,45 5,-167 6,0 0,0 1,0-1,-1 0,1 1,0-1,0 0,0 1,0-1,-1 1,1-1,0 0,0 1,0-1,0 1,0-1,0 0,0 1,0-1,0 1,0-1,1 0,-1 1,0-1,0 1,0-1,0 0,1 1,-1-1,0 0,0 1,0-1,1 0,-1 1,0-1,1 0,-1 0,0 1,1-1,-1 0,0 0,1 0,-1 1,-13 4</inkml:trace>
  <inkml:trace contextRef="#ctx0" brushRef="#br3" timeOffset="-171684.895">29291 3730,'123'-1,"-1"-1,115 14,-211-10,-1 1,1 1,-1 1,0 2,-1 0,0 2,0 0,0 2,-2 0,4 4,-18-7,0 1,0 0,-1 1,0 0,0 0,-1 0,-1 1,0 0,0 0,-1 0,0 1,-1-1,0 1,-1 0,-1 0,0 0,0 10,8 39,12 42,13 43,-8 1,-5 1,-7 1,-7 0,-7 31,-58 467,55-599,-2 0,-3 0,-1 0,-3-1,-1-1,-3 0,-15 29,27-67,-1 0,0 0,0-1,-1 0,0 0,-1 0,1 0,-1-1,-1 0,1-1,-1 0,0 0,0 0,0-1,-1 0,1-1,-1 0,-6 1,-174 54,-51 2,134-42,0-5,-1-4,-79-6,112-1,-118 20,187-22,8-2</inkml:trace>
  <inkml:trace contextRef="#ctx0" brushRef="#br3" timeOffset="-170480.211">25240 3102,'0'3,"1"-1,0 0,0 0,0 0,0 0,1 0,-1 0,0-1,1 1,-1 0,1 0,0-1,0 0,-1 1,1-1,0 0,0 0,0 1,0-2,1 1,-1 0,0 0,0-1,0 1,1-1,-1 0,1 1,0 0,42 9,1-2,0-2,0-2,0-2,28-3,-34 2,649-3,-674 2,59-8,-74 5,-6 1</inkml:trace>
  <inkml:trace contextRef="#ctx0" brushRef="#br3" timeOffset="-169344.774">25802 2367,'0'2,"0"6,0 5,0 8,0 7,0 3,-3 4,0-1,-2 0,0-2,0-5,2-4,0-3,0-6,-1-5</inkml:trace>
  <inkml:trace contextRef="#ctx0" brushRef="#br3" timeOffset="-166967.803">25721 2420,'15'-9,"0"1,1 0,1 1,-1 0,1 1,0 2,0-1,0 2,1 0,12 0,-14 1,25-5,0 2,0 2,0 2,30 3,-69-3,0 1,0-1,1 1,-1 0,0 0,0 0,0 0,0 0,0 1,1-1,-1 0,0 1,0 0,0 0,0-1,0 1,0 0,-1 0,1 1,0-1,0 0,-1 1,1-1,-1 1,1-1,-1 1,0 0,1-1,-1 1,0 0,0 0,0 0,-1 0,1 0,0 0,-1 0,1 0,-1 0,0 1,0-1,1 0,-1 0,-1 0,1 0,0 0,-1 1,1-1,-1 1,-7 8,0 0,-1-1,0 0,0 0,-1-1,0 0,-1-1,0 0,0-1,-1 0,0-1,0 0,-1-1,1 0,-1-1,0-1,0 0,-1 0,-136 26,144-21,24 2,-13-8,307 171,-289-160,1-2,0 0,0-1,1-2,0 0,1-2,11 2,-34-8,0 0,-1 1,1-1,0 0,0 0,0 0,-1-1,1 1,0-1,0 1,-1-1,1 0,0 0,-1 0,1 0,-1-1,1 1,-1-1,0 1,0-1,1 0,-1 0,0 0,-1 0,1 0,0-1,-1 1,1 0,-1-1,0 1,1-1,-1 1,-1-1,1-1,6-21</inkml:trace>
  <inkml:trace contextRef="#ctx0" brushRef="#br3" timeOffset="-166709.458">25788 1993,'23'-7,"19"-2,17 2,16 6,8 6,6 5,2 4,-2 0,-6 2,-17-3</inkml:trace>
  <inkml:trace contextRef="#ctx0" brushRef="#br3" timeOffset="-165316.977">28596 7406,'217'12,"246"11,527 10,-901-35,1-4,-1-4,15-6,-47 11,-68 13,-3-6,0-1</inkml:trace>
  <inkml:trace contextRef="#ctx0" brushRef="#br3" timeOffset="-164485.149">30320 8369,'1'-1,"-1"-1,1 0,0 0,-1 0,1 0,-1 0,0 0,0-1,1 1,-1 0,-1 0,1 0,0 0,0 0,-1 0,1 0,-1 0,0 0,0 0,1 0,-1 0,0 1,-1-1,1 0,0 1,0-1,-1 0,1 1,-1 0,1-1,-1 1,0 0,1 0,-1 0,-1-1,-8-1,0-1,-1 2,0 0,1 0,-1 1,0 0,0 1,1 0,-1 1,0 0,0 1,1 1,-1 0,1 0,0 1,0 0,-5 4,-54 42,69-48,-1 0,0-1,1 1,-1 0,1 0,0 0,0 0,0 0,0 1,0-1,0 0,0 0,1 1,-1-1,1 0,0 1,0-1,0 1,0-1,0 0,0 1,0-1,1 0,-1 1,1-1,0 0,0 1,0-1,0 0,0 0,0 0,0 0,1 0,0 1,8 5,1 1,0-1,0-1,1 0,-1 0,1-2,1 1,-1-1,12 2,-3 1,8 2,-4-1,1 1,-2 1,0 1,20 13,-39-22,1 1,-1 0,0 0,0 1,0 0,-1-1,0 2,0-1,0 0,0 1,-1 0,0 0,0 0,0 0,-1 0,0 0,0 1,-1-1,0 1,0 0,0 5,-1-9,0 0,0 0,0-1,-1 1,1 0,-1 0,0 0,1-1,-1 1,0 0,-1-1,1 1,0-1,-1 1,0-1,1 1,-1-1,0 0,0 0,0 0,0 0,-1-1,1 1,0 0,-1-1,1 0,-1 1,0-1,1 0,-1 0,0-1,0 1,1 0,-1-1,0 0,-1 0,-31 4,0-3,0-1,0-1,0-2,0-1,1-2,-9-4,11-1,27 6</inkml:trace>
  <inkml:trace contextRef="#ctx0" brushRef="#br3" timeOffset="-163816.419">29972 8022,'7'0,"11"0,14 0,18-2,13-1,11-3,5 1,-1 0,-7 2,-11 0,-21 2,-18 1,-12-1,-4 2,-3-1</inkml:trace>
  <inkml:trace contextRef="#ctx0" brushRef="#br3" timeOffset="-163285.79">30320 8303,'13'11,"10"4,1 0</inkml:trace>
  <inkml:trace contextRef="#ctx0" brushRef="#br4" timeOffset="-150129.303">26162 5374,'-1'0,"0"0,0 0,0-1,0 1,0 0,0-1,0 1,0 0,1-1,-1 1,0-1,0 0,0 1,0-1,1 0,-1 1,0-1,1 0,-1 0,0 0,1 1,-1-1,1 0,-1 0,1 0,0 0,-1 0,1 0,0 0,0 0,0 0,-1 0,1 0,0 0,1 0,-1 0,0 0,0 0,0 0,1-1,-10-29,5 29,0-1,0 1,0 0,0 0,0 1,0-1,0 1,-1 0,1 0,-1 0,1 1,-1 0,1-1,-1 2,1-1,0 0,-1 1,1 0,-1 0,1 0,0 1,0-1,0 1,0 0,0 0,0 1,0-1,0 1,-1 1,3-1,-1-1,1 1,0 0,0 0,1 0,-1 0,0 1,1-1,0 0,0 1,0-1,0 1,1-1,-1 1,1-1,0 1,0-1,0 1,0-1,1 1,-1-1,1 1,0-1,0 0,0 1,1-1,-1 0,1 0,0 0,0 0,0 0,0 0,0 0,0-1,1 1,0-1,-1 1,1-1,2 1,-2-1,1 0,0 0,-1-1,1 1,0-1,0 0,0 0,0 0,0-1,0 0,0 1,1-1,-1-1,0 1,0 0,0-1,0 0,0 0,0 0,0-1,-1 1,1-1,0 0,-1 0,1 0,-1 0,1-1,-1 0,0 1,0-1,-1 0,1 0,0-1,-1 1,0-1,0 1,0-1,0 1,-1-1,1 0,0-2,-2 3,0 0,0-1,-1 1,1 0,-1 0,1 0,-1 0,0 0,0 0,-1 0,1 0,0 0,-1 0,0 0,0 1,0-1,0 1,0-1,0 1,0 0,-1 0,1 0,-1 0,0 0,0 1,1-1,-3 0,-2-2,-1 1,0 0,-1 0,1 1,0-1,-1 2,0-1,1 1,-7 1,9 0,1 1,-1 0,1 0,-1 0,1 1,-1 0,1 0,0 0,0 1,0-1,0 1,1 0,-1 1,1-1,0 1,-1 0,3-2,1 0,-1 0,0 0,0 0,1 0,-1 0,1 0,0 1,0-1,-1 1,1-1,1 1,-1-1,0 1,1-1,-1 1,1-1,0 1,0 0,0-1,0 1,0 0,1-1,-1 1,1-1,0 1,0 0,0-1,0 0,0 1,0-1,0 0,1 1,1 0,3 2,1 0,0 0,0-1,1 0,0 0,-1-1,1 0,0 0,0-1,1 0,-1-1,0 1,1-2,-1 1,1-1,-1 0,7-2,55-12,-69 14,1-1,-1 1,1-1,-1 1,0-1,1 0,-1 0,0 0,1 0,-1 0,0 0,0 0,0 0,0 0,0 0,0-1,0 1,0 0,-1-1,1 1,0 0,-1-1,1 1,-1-1,0 1,1-1,-1 1,0-1,0 0,0 1,0-1,0 1,0-1,0 1,-1-1,1 1,-1-1,1 1,-1-1,1 1,-1-1,0 1,0-1,-3-2,0 0,-1 0,0 0,0 1,0-1,0 1,0 0,0 1,-1-1,0 1,1 0,-1 0,0 1,0 0,0 0,0 0,0 1,0 0,0 0,-5 1,9-2,1 1,0 0,0 0,0-1,0 1,0 0,0 0,-1 0,1 0,0 0,0 0,0 1,0-1,0 0,-1 1,1-1,0 0,0 1,0-1,0 1,0 0,0-1,0 1,0 0,1 0,-1-1,0 1,0 0,1 0,-1 0,0 0,1 0,-1 0,1 0,-1 0,1 0,0 0,-1 1,1-1,0 0,0 0,0 0,0 0,0 0,0 1,0-1,0 0,0 0,0 0,1 0,-1 0,0 0,1 1,-1-1,1 0,0 0,-1 0,1 0,0-1,-1 1,1 0,0 0,0 0,7 2,-1 0,1-1,-1 0,1 0,0-1,0 1,0-2,0 1,0-1,0-1,0 1,0-2,4 0,8 0,819-25,-607 28,-211-3,-22-1</inkml:trace>
  <inkml:trace contextRef="#ctx0" brushRef="#br4" timeOffset="-148960.456">26952 5201,'49'23,"193"90,-183-62,-58-50,0 1,0-1,0 1,0-1,0 1,0 0,-1-1,1 1,-1 0,1 0,-1-1,0 1,0 0,0 0,0 0,0-1,0 1,0 0,0 0,-1-1,1 1,-1 0,1 0,-1-1,0 1,0-1,1 1,-1 0,0-1,-1 0,1 1,0-1,0 0,0 1,-1-1,1 0,-1 0,1 0,-1 0,-1 0,-13 7,1 0,-2-1,1-1,-1-1,0-1,0 0,0-1,-1 0,0 0,-208 35,225-38,1-1,-1 1,0-1,1 1,-1-1,1 0,-1 1,1-1,-1 0,1 1,-1-1,1 0,0 0,0 1,-1-1,1 0,0 0,0 0,0 1,0-1,0 0,0 0,0 0,0 1,0-1,0 0,0 0,0 0,1 1,-1-1,0 0,1 0,-1 1,0-1,1 0,-1 0,1 1,-1-1,1 1,0-1,0 0,1-7,5-22,-2 0,-1 0,-1-1,-2 1,-1-1,-2-6,1 37,1 1,0-1,0 1,-1-1,1 0,-1 1,1-1,0 0,-1 0,1 1,-1-1,1 0,0 0,-1 0,1 1,-1-1,1 0,-1 0,1 0,-1 0,1 0,-1 0,1 0,-1 0,1 0,-1 0,1 0,-1 0,1 0,-1-1,1 1,0 0,-1 0,1 0,-1-1,1 1,-1 0,1-1,0 1,-1 0,1-1,0 1,-1 0,1-1,0 1,0-1,-3 16,2 1,0-1,0 1,2-1,0 0,1 1,0-1,1 0,1 0,2 4,8 47,-10-35,-4-25,-4-21,-2-77,6 77,0-1,-1 1,0-1,-1 1,-1 0,-1 0,-4-14,-7 10,54 29,-20-5,14 3,0 2,-1 1,0 2,-1 1,7 5,-37-19,0 1,1-1,-1 0,0 1,0-1,0 1,1-1,-1 1,0 0,0-1,0 1,0 0,0 0,0-1,0 1,-1 0,1 0,0 0,0 0,-1 0,1 1,-1-1,1 0,-1 0,1 0,-1 0,0 1,1-1,-1 0,0 0,0 1,0-1,0 0,0 0,0 1,0-1,0 0,-1 0,1 1,-1-1,1 0,0 0,-1 0,0 0,1 0,-1 1,0-1,0 0,1-1,-1 1,0 0,0 0,0 0,-12 5,0-1,-1 0,1-1,-1-1,0 0,1-1,-10 0,-12 3,-87 19,123-24,-1 1,1-1,-1 0,0 0,1 1,-1-1,1 0,-1 1,0-1,1 0,-1 1,0-1,1 1,-1-1,0 1,0-1,0 1,1-1,-1 1,0-1,0 1,0-1,0 1,0-1,0 1,0-1,0 1,0-1,0 1,0-1,0 1,0-1,0 1,-1-1,1 1,0-1,0 1,0-1,-1 0,1 1,0-1,-1 1,1-1,0 0,-1 1,1-1,-1 0,1 1,0-1,-1 0,1 0,-1 1,1-1,-1 0,1 0,-1 0,1 0,-1 1,1-1,-1 0,0 0,5 1,0 0,0-1,0 1,1-1,-1 0,0 0,0 0,0 0,0-1,0 1,0-1,0 0,0 0,2-2,4-2</inkml:trace>
  <inkml:trace contextRef="#ctx0" brushRef="#br4" timeOffset="-147452.593">30240 5080,'-3'4,"1"-1,-1 1,1 0,0 0,0 0,0 0,1 0,0 1,-1-1,2 0,-1 1,0-1,1 1,0-1,0 1,0-1,0 1,1-1,0 0,0 1,0-1,0 0,1 0,0 1,0-1,0 0,0-1,0 1,1 0,0-1,0 1,0-1,0 0,0 0,0 0,4 2,-4-3,1-1,-1 1,0-1,1 0,-1 0,1 0,-1 0,1-1,-1 1,1-1,0 0,-1 0,1-1,-1 1,1-1,-1 1,1-1,-1 0,1 0,-1-1,0 1,0-1,1 0,-1 1,0-1,0-1,-1 1,1 0,0-1,-1 1,0-1,1 0,-1 0,0 0,0 0,-1 0,1 0,-1-1,0 1,1 0,-1-1,-1 1,1-1,0-2,0 2,0 0,0 0,-1 0,1 0,-1 0,0 0,0 0,0 0,-1 0,0 0,1 0,-1 0,-1 0,1 0,0 0,-1 1,0-1,0 0,0 1,0 0,-1-1,1 1,-1 0,0 0,0 0,0 1,0-1,-1 1,1 0,-1-1,1 2,-1-1,0 0,1 1,-5-1,3 0,-1 1,0 0,0 0,0 0,0 1,-1 0,1 1,0-1,0 1,0 0,0 0,1 1,-1 0,0 0,1 0,-1 1,1 0,0 0,-1 0,2 1,-1-1,0 1,1 0,-1 1,1-1,0 1,1 0,-1 0,1 0,0 0,0 1,-1 3,4-7,0 1,-1-1,1 0,0 1,0-1,1 1,-1-1,0 0,1 1,0-1,-1 1,1-1,0 0,0 0,0 0,0 1,1-1,-1 0,1 0,-1-1,1 1,-1 0,1 0,0-1,0 1,0-1,0 0,0 1,0-1,2 1,72 19,9-28,-83 6,0 1,1-1,-1 0,-1 0,1 0,0 0,0 0,0 0,0-1,-1 1,1-1,-1 1,1-1,-1 1,1-1,-1 0,0 0,0 0,0 0,0 0,0 0,0 0,-1 0,1 0,-1 0,1 0,-1 0,0 0,0 0,0-1,0 1,0 0,0 0,-1 0,1 0,-1 0,0-2,-2-2,-1 0,1 1,-1 0,0-1,-1 2,1-1,-1 0,0 1,0 0,0 0,-1 0,0 1,1 0,-1 0,0 0,0 1,-1 0,1 0,0 1,-1-1,1 1,-1 1,1-1,-1 1,1 0,-1 1,0-1,-4 2,10-2,0 0,0 0,0-1,0 1,0 0,0 0,0 0,0 0,0 0,0 0,0 0,0 1,0-1,0 0,1 0,-1 1,0-1,0 0,0 1,0-1,0 1,1-1,-1 1,0 0,1-1,-1 1,0 0,1-1,-1 1,0 0,1 0,0 0,-1-1,1 1,-1 0,1 0,0 0,-1 0,1 0,0 0,0 0,0 0,0 0,0 0,0-1,0 1,0 0,0 0,1 0,-1 0,0 0,0 0,1 0,-1 0,1 0,-1-1,1 1,-1 0,1 0,-1-1,1 1,0 0,-1-1,1 1,0 0,0-1,0 1,113 7,340 29,115 4,-557-40,-17 2,-19 0,10-4</inkml:trace>
  <inkml:trace contextRef="#ctx0" brushRef="#br4" timeOffset="-146828.492">31015 4934,'-7'-5,"15"10,259 172,-256-170,-4-3,-1-1,0 1,0 0,0 1,0-1,-1 1,0 0,0 1,0-1,-1 1,0 0,0 0,0 0,-1 0,2 5,-6-7,0-1,-1 1,1 0,-1-1,0 0,0 1,-1-1,1 0,0 0,-1 0,0-1,0 1,0-1,0 1,0-1,0 0,0 0,-1 0,1-1,-1 1,0-1,1 0,-1 0,0 0,-4 0,2 1,-42 16,-1-3,0-2,-25 2,73-14,0-1,0 1,0-1,0 0,0 1,0-1,0 0,0 0,0 0,-1 0,1 0,0 0,0 0,0 0,0-1,0 1,0 0,0-1,0 1,0-1,0 1,0-1,0 1,0-1,0 0,0 1,0-1,0 0,1 0,-1 0,0 0,0 0,1 1,-1-1,1 0,-1 0,1-1,-1 1,1 0,0 0,0 0,-1 0,1 0,0 0,0-1,6-181,-8 56,1 128,1-1,0 0,0 1,0-1,0 0,-1 0,1 1,0-1,0 0,-1 0,1 0,0 1,-1-1,1 0,0 0,0 0,-1 0,1 0,0 1,-1-1,1 0,0 0,-1 0,1 0,0 0,-1 0,1 0,0 0,-1 0,1 0,0 0,-1-1,1 1,0 0,-1 0,1 0,0 0,0 0,-1-1,1 1,0 0,-1 0,1 0,0-1,0 1,0 0,-1 0,1-1,0 1,0 0,0-1,0 1,-1 0,1-1,0 1,0 0,0-1,0 1,0 0,0-1,-11 29,10-19,-1 0,1 0,1 0,0 0,0 0,1 0,0 0,0 0,1-1,0 1,1 0,0-1,0 0,1 1,0-1,0-1,1 1,0-1,2 2,5 9</inkml:trace>
  <inkml:trace contextRef="#ctx0" brushRef="#br4" timeOffset="-132980.834">27887 5094,'-5'-4,"0"0,0 1,0-1,-1 1,0 0,0 1,0-1,0 1,0 1,0-1,0 1,-1 0,1 0,0 0,-1 1,1 0,0 1,-1-1,1 1,0 0,-1 1,1 0,0 0,0 0,-3 2,-5 3,0 0,0 0,1 1,0 1,0 1,1-1,1 2,0 0,0 0,1 1,0 0,1 1,1 0,0 0,0 1,1 0,1 0,1 1,0 0,1 0,0 0,1 0,0 9,3-17,1 0,-1-1,1 1,1-1,-1 1,1-1,0 1,1-1,-1 0,1 0,1 0,-1-1,1 1,0-1,0 1,0-1,1-1,0 1,0-1,0 1,0-2,1 1,0 0,-1-1,1 0,1-1,-1 1,0-1,0 0,1-1,0 1,-1-1,1-1,-1 1,7-1,-5-1,0 0,-1-1,1 1,0-2,-1 1,0-1,1 0,-1 0,0-1,0 0,-1 0,1-1,-1 0,0 0,4-5,74-96,-70 88,-1-1,-1-1,-1 0,-1 0,-1-1,0-1,-2 1,0-1,-2 0,0-1,-2 1,0-1,-1-4,-2 24,0-1,0 0,0 1,-1-1,1 1,-1-1,0 1,0-1,0 1,0-1,0 1,-1 0,0 0,1 0,-1 0,-1 0,1 0,0 0,-1 1,1-1,-1 1,0-1,1 1,-1 0,0 0,-1 0,1 1,0-1,0 1,-1 0,1 0,-1 0,1 0,-1 1,1-1,-1 1,0 0,1 0,-1 0,1 0,-1 1,-1 0,1 0,1 0,-1 1,0-1,0 1,1 0,-1 0,1 0,-1 0,1 1,0 0,0-1,0 1,1 0,-1 0,0 1,1-1,0 0,0 1,0 0,0-1,1 1,0 0,-1 0,1 0,0 3,-7 107,8-96,0-7,0 1,1-1,0 1,1-1,0 1,1-1,0 0,1 0,0 0,1-1,0 1,0-1,1 0,1 0,0-1,5 6,10 5,2 0,0-2,1-1,1-1,0-1,2-1,11 4,71 40,-107-57,0 0,0 0,0 1,0-1,-1 1,1 0,-1 0,1 0,-1 0,0 1,0-1,0 0,0 1,0 0,0-1,-1 1,1 0,-1 0,0 0,0 0,0 0,0 0,0 0,-1 0,0 2,-5-14,4 0</inkml:trace>
  <inkml:trace contextRef="#ctx0" brushRef="#br4" timeOffset="-129128.096">31590 3970,'-20'5,"-1"0,2 1,-1 1,1 1,0 1,0 0,1 1,0 1,1 1,1 1,0 0,0 1,1 0,1 2,1-1,0 2,-6 10,13-16,0 0,1 0,0 0,1 0,0 1,1-1,0 1,1 0,1 0,-1 0,2 0,0 1,0-1,1 0,1 0,0 0,1 0,0-1,4 10,-7-18,1-1,0 1,0-1,1 0,-1 0,0 1,1-1,-1 0,1 0,0 0,0 0,0-1,0 1,0 0,0-1,0 0,0 1,1-1,-1 0,0 0,1 0,-1 0,1-1,-1 1,1-1,-1 1,1-1,0 0,-1 0,1 0,-1 0,1-1,-1 1,1-1,0 1,-1-1,0 0,3-1,10-7,0 0,-1-1,0-1,-1 0,0-1,-1 0,0-1,-1-1,0 0,1-3,2-4,0 0,-1-1,-1-1,-1 0,-1 0,-1-1,-2 0,0 0,-1-1,-2 0,0 0,-2 0,0-1,-2 1,-1-4,1 25,-1 0,1 0,0 0,-1 0,0 0,0 0,0 0,-1 1,1-1,-1 0,0 1,0-1,0 1,-1-1,1 1,-1 0,0 0,1 0,-1 1,-1-1,1 1,0-1,-1 1,1 0,-1 0,1 1,-1-1,0 1,0-1,0 1,0 1,0-1,0 0,0 1,0 0,0 0,0 0,0 1,0-1,0 1,0 0,-1 0,1 3,-1 1,1-1,0 1,0 0,0 0,1 0,0 1,0-1,0 1,1 0,-1 0,2 0,-1 0,0 0,1 0,1 0,-1 1,1-1,0 0,0 0,0 1,1-1,0 0,2 6,-1 20,2-1,1 0,2 0,1 0,1-1,2 0,0-1,2 0,2-1,0-1,2 0,1-1,1 0,14 12,73 60,-104-97,-1 0,0-1,0 0,0 1,-1-1,1 1,0-1,0 1,0 0,-1-1,1 1,0 0,-1-1,1 1,0 0,-1 0,1 0,-1-1,0 1,1 0,-1 0,1 0,-1 0,0 0,0 0,0 0,0 0,1 0,-1 0,-1 0,1 0,0 0,-6 2</inkml:trace>
  <inkml:trace contextRef="#ctx0" brushRef="#br4" timeOffset="-128478.208">31255 3691,'7'-3,"12"0,11 0,12-2,10-2,8 0,4-1,0-1,-6-2,-5-1,-7 2,-10-1,-10 5,-10 3</inkml:trace>
  <inkml:trace contextRef="#ctx0" brushRef="#br4" timeOffset="-123529.784">30601 4412,'228'-49,"294"-48,175-41,-673 132,-6 2,-1 0,0-1,-1-1,1-1,-1 0,9-6,-25 13,-1 0,1 0,-1 0,1 0,-1 0,1-1,0 1,-1 0,1 0,-1 0,1-1,-1 1,1 0,0 0,-1-1,1 1,0 0,-1-1,1 1,0-1,-1 1,1 0,0-1,0 1,0-1,-1 1,1 0,0-1,0 1,0-1,0 1,0-1,0 1,0-1,0 1,0-1,0 1,0-1,0 1,0-1,0 1,0-1,1 1,-1 0,0-1,0 1,0-1,1 1,-1 0,0-1,1 1,-1-1,0 1,1 0,-1 0,0-1,1 1,-1 0,1-1,-1 1,0 0,1 0,-1 0,1 0,-40-4,9 6</inkml:trace>
  <inkml:trace contextRef="#ctx0" brushRef="#br4" timeOffset="-123094.649">30734 3356,'17'9,"-1"0,0 2,-1 0,0 0,0 1,-1 1,7 9,-12-13,107 115,-5 5,36 62,-3-5,-22-36,111 103,-179-200,3-3,2-2,2-3,2-2,1-4,6 0,97 26,-107-51</inkml:trace>
  <inkml:trace contextRef="#ctx0" brushRef="#br4" timeOffset="-121985.001">31523 5682,'11'38,"54"418,-60-444,-5-35,-14-130,-27-118,21 147,18 113,1 9,0 0,0-1,1 1,-1-1,1 1,-1-1,1 1,0-1,0 1,0-1,0 1,0-1,1 1,-1-1,1 1,0-1,0 1,0 0,0-1,0 1,0 0,0 0,1 0,-1 0,1 0,0 0,1-1,6-1,0 0,0 0,1 1,-1 0,1 1,0 0,0 1,6 0,4-2,56-7,1 4,0 3,8 3,-83 0,-1-1,0 1,0 0,0-1,1 1,-1 0,0 0,1 0,-1 0,0 0,0 0,1 0,-1 0,0 1,0-1,1 0,-1 1,0-1,0 1,0-1,0 1,0 0,0 0,0-1,0 1,0 0,0 0,0 0,0 0,0 0,-1 0,1 0,0 0,-1 0,1 0,-1 1,1-1,-1 0,0 0,1 1,-1-1,0 0,0 0,0 1,0-1,0 0,-6 12</inkml:trace>
  <inkml:trace contextRef="#ctx0" brushRef="#br4" timeOffset="-121785.017">31630 5789,'16'0,"17"0,13 0,14 0,5 0,0 0,-3 0,-11 0,-13 0</inkml:trace>
  <inkml:trace contextRef="#ctx0" brushRef="#br4" timeOffset="-111398.836">15642 11885,'62'-24,"1"2,0 3,2 2,0 4,1 2,0 4,51 0,412-2,20-29,150-6,630 35,-1298 9,2021-62,-2-5,337 27,-69 64,-224 83,-1594-88,-322-11,-163-10</inkml:trace>
  <inkml:trace contextRef="#ctx0" brushRef="#br0" timeOffset="-101495.611">16537 12848,'-2'21,"1"15,3 11,2 6,2 4,0 1,-1-5,-1-7,-2-9,0-8,-2-9</inkml:trace>
  <inkml:trace contextRef="#ctx0" brushRef="#br0" timeOffset="-101211.367">16443 12687,'0'-4,"1"0,-1 0,1 0,0 0,0 0,0 0,1 0,-1 1,1-1,0 0,0 1,1-1,-1 1,1 0,-1-1,1 1,0 1,0-1,0 0,1 1,-1-1,0 1,1 0,0 0,0 1,-1-1,1 1,0-1,0 1,1 0,13-3,1 0,0 1,-1 1,1 1,0 0,1 2,-8-2,-1 1,1 1,0 0,0 0,-1 1,1 1,-1 0,0 0,0 1,0 1,0 0,-1 0,1 1,-1 0,-1 1,1 0,3 5,-11-9,0-1,0 1,-1 0,1-1,-1 1,0 0,0 0,0 0,0 0,-1 0,1 0,-1 0,1 0,-1 0,0 0,-1 0,1 1,0-1,-1 0,1 0,-1 0,0 0,0-1,-1 1,1 0,0 0,-2 1,-57 65,31-48,-1-1,-1-2,-1 0,-1-2,0-2,-1-1,-2-1,14-4</inkml:trace>
  <inkml:trace contextRef="#ctx0" brushRef="#br0" timeOffset="-100766.086">17099 13075,'-7'-9,"0"1,0 0,0 0,-1 1,-1 0,1 1,-1 0,0 0,0 1,-1 0,0 0,0 1,0 0,0 1,0 0,-1 1,1 0,-1 1,0 0,-8 1,11-1,0 1,0 1,0-1,1 2,-1-1,0 1,1 0,-1 0,1 1,0 0,0 0,0 1,0 0,1 0,-1 1,1 0,0 0,0 0,1 1,0-1,0 1,0 1,1-1,0 1,0-1,0 1,1 0,-2 6,4-10,-1 1,1 0,0 0,0-1,1 1,-1 0,1 0,0 0,0 0,0 0,1 0,-1 0,1-1,0 1,0 0,0 0,0-1,1 1,0 0,-1-1,1 0,1 1,-1-1,0 0,1 0,-1 0,1 0,0-1,0 1,0-1,1 0,-1 0,0 0,1 0,-1 0,1-1,0 0,0 1,-1-1,1-1,0 1,3 0,2 0,0-1,0 0,0-1,0 1,0-2,0 1,0-1,0 0,0-1,0 0,-1-1,0 0,1 0,-2-1,1 0,0 0,-1 0,0-1,0-1,-1 1,0-1,0 0,0 0,-1-1,0 1,0-1,-1 0,0-1,-1 1,0-1,0 0,0-3,1 119,-3-101,1-1,0 1,0 0,0-1,1 1,0-1,0 0,1 0,-1 0,1 0,0-1,0 0,1 1,-1-2,1 1,0 0,0-1,0 0,1 0,-1 0,1-1,-1 0,1 0,0 0,0-1,0 0,5 1,36 2,-2-4</inkml:trace>
  <inkml:trace contextRef="#ctx0" brushRef="#br0" timeOffset="-100197.36">17633 12915,'-23'-6,"-1"0,0 2,0 1,0 1,0 1,0 1,-22 3,43-3,0 0,1 0,-1 0,0 1,1-1,-1 1,0-1,1 1,-1 0,1 0,-1 0,1 0,-1 0,1 1,0-1,0 1,0 0,0-1,0 1,0 0,0 0,0 0,1 1,-1-1,1 0,-1 0,1 1,0-1,0 1,0-1,1 1,-1 0,0-1,1 1,0 0,0-1,-1 1,2 0,-1-1,0 1,0 0,1-1,0 1,0 2,7 7,0 0,1-1,0 0,0-1,1 0,1 0,0-1,0 0,1-1,0 0,0-1,6 2,-10-4,39 20,50 38,-96-62,0-1,-1 1,1-1,-1 1,1 0,-1-1,1 1,-1 0,0-1,1 1,-1 0,0 0,0 0,1-1,-1 1,0 0,0 0,0 0,0-1,0 1,0 0,0 0,0 0,0-1,-1 1,1 0,0 0,0-1,-1 1,1 0,0 0,-1-1,1 1,-1 0,1-1,-1 1,1 0,-1-1,0 1,1-1,-1 1,0-1,1 0,-1 1,0-1,0 1,1-1,-1 0,0 0,0 0,1 1,-1-1,0 0,0 0,-47 12,-94 4,136-14</inkml:trace>
  <inkml:trace contextRef="#ctx0" brushRef="#br0" timeOffset="-99761.462">18275 12795,'-22'-2,"-1"2,0 0,1 2,-1 0,1 2,-1 0,1 2,1 0,-1 1,1 1,-8 5,23-9,1 0,-1 1,1-1,-1 1,1 0,0 0,1 1,0-1,-1 1,2 0,-1 0,1 1,0-1,0 1,1-1,-1 1,2 0,-1 0,1 0,0 0,0 0,1 0,0 2,0 2,1 1,1-1,0 0,0 0,1 1,0-2,1 1,0 0,1-1,0 0,1 0,0 0,0-1,2 2,3 1,-1-1,2 0,-1-1,2 0,-1-1,1 0,1-1,-1 0,1-1,1-1,-1 0,1-1,0-1,0 0,0-1,1 0,0-2,-1 0,1 0,-1-2,2 0,-10 0,-1 0,1 0,0-1,-1 0,1-1,-1 1,0-1,0 0,0-1,0 0,-1 1,1-2,-3 3,-1 0,0 0,0 0,0 0,0 0,-1 0,1-1,-1 1,1-1,-1 1,0-1,0 0,0 1,0-1,0 0,0 0,-1 1,0-1,1 0,-1 0,0 0,0 0,-1 0,1 0,-1 1,1-1,-1 0,0 0,-1-1,0-1,-1 0,-1 0,1 0,-1 0,1 1,-1 0,-1 0,1 0,-1 0,1 0,-1 1,0 0,0 0,0 0,-1 1,1 0,-1 0,1 0,-6 0,-3-2,0 2,0-1,0 2,-1 0,1 1,0 0,-10 2,13-1,1 1,-1 1,1 0,-1 0,1 1,0 1,0-1,1 2,-1-1,0 2,6-5,1 1,-1 0,1-1,0 1,-1 1,1-1,1 0,-1 1,0 0,1-1,0 1,0 0,0 0,0 0,1 1,-1-1,1 0,0 0,1 1,-1-1,1 1,-1-1,2 1,-1-1,0 2,10 27</inkml:trace>
  <inkml:trace contextRef="#ctx0" brushRef="#br0" timeOffset="-98193.975">24171 13061,'-7'9,"2"0,-1 1,1-1,1 1,0 0,0 0,1 0,0 0,0 1,2-1,-1 1,1 0,1 0,0-1,0 1,1 0,1 4,39 430,-30 483,-5-747,-11-152,-3-42,4-3</inkml:trace>
  <inkml:trace contextRef="#ctx0" brushRef="#br0" timeOffset="-97197.608">24130 13128,'11'-8,"1"0,-1 1,1 0,1 1,-1 0,1 1,0 1,1 0,-1 0,0 2,1 0,0 0,0 1,-1 1,1 0,0 1,0 0,7 3,30 6,0 2,-1 3,-1 2,12 7,-50-19,59 21,-1 4,53 32,-102-50,0 1,-1 0,0 2,-1 0,-1 1,0 1,-1 0,-1 1,-1 1,-1 1,1 2,6 18,-1 1,-2 1,-3 1,-1 0,-2 1,-1 0,-3 1,-2 0,-2 0,-2 28,-3-41,-1 0,-2-1,-2 0,0 0,-2 0,-2-1,0 0,-2-1,-2-1,0 0,-2 0,0-2,-2 0,-1-1,-1-2,-2 0,-2 1,-4-2,0-1,-2-1,-1-2,0-1,-1-2,-1-1,0-1,-1-3,0 0,-1-2,-20 1,19-1,-96 35,105-31,0-2,0-1,-1-2,0-1,-1-1,-1-1,-23-1,49 2,11-2</inkml:trace>
  <inkml:trace contextRef="#ctx0" brushRef="#br0" timeOffset="-73028.816">25400 13636,'2'0,"-1"0,0 0,0 0,0 0,0-1,0 1,0 0,0-1,0 1,0-1,0 1,0-1,0 1,0-1,0 0,0 0,0 1,0-1,-1 0,1 0,0 0,-1 0,1 0,-1 0,1 0,-1 0,1 0,-1 0,1 0,-1 0,0 0,0-1,0 1,0 0,0 0,0 0,0 0,0 0,0 0,0-1,-1 1,1 0,0 0,-1 0,1 0,-1 0,1 0,-1 0,1 0,-1 0,0 0,0 0,1 1,-1-1,0 0,0 0,0 1,-2-2,0 1,-1 1,1-1,0 0,0 1,0 0,-1 0,1 0,0 0,-1 0,1 0,0 1,0 0,0-1,0 1,-1 1,1-1,0 0,1 1,-1-1,0 1,0 0,1 0,-1 0,1 0,0 1,-3 1,-47 77,47-68,1 1,0-1,1 0,0 1,1 0,1-1,0 1,1 0,0 0,1 0,1 0,0-1,2 8,-2-13,1 0,-1-1,1 1,0 0,1-1,0 0,0 0,0 0,1 0,0-1,1 0,-1 0,1 0,0-1,1 1,-1-2,1 1,0-1,0 0,0 0,1-1,-1 0,3 1,0-1,-1 0,1-1,0 0,-1 0,1-1,0 0,0-1,0 0,0-1,0 0,0 0,0-1,-1 0,1-1,-1 0,0-1,6-2,-10-1,0 0,0 0,0 0,-1-1,0 1,-1-1,1 0,-2 0,1-1,-1 1,0 0,-1-1,0 1,0-1,-1 0,0 1,0-1,-1 1,0-1,-1 1,0-1,-1-1,2-1,-1 0,0 1,-1-1,0 0,0 1,-1 0,-1 0,0 0,0 0,-1 1,0 0,0 0,-1 0,-1 1,1 0,-1 0,-1 1,1 0,-1 1,-3-2,6 6,1 1,-1 0,0 0,1 0,-1 1,0 0,0 0,1 1,-1-1,0 1,1 1,-1-1,1 1,-1 0,1 0,0 0,0 1,-2 0,-84 63,79-56,0 2,1-1,1 2,0-1,1 2,-8 12,2 4</inkml:trace>
  <inkml:trace contextRef="#ctx0" brushRef="#br0" timeOffset="-71617.096">24344 16538,'-4'20,"0"1,1-1,1 1,1 0,1 0,1 4,-1 10,19 358,0-102,-17 310,6-550,3-52,-7-7</inkml:trace>
  <inkml:trace contextRef="#ctx0" brushRef="#br0" timeOffset="-70567.969">24465 16671,'18'-11,"0"1,1 0,0 2,1 0,0 1,0 1,0 1,1 1,0 1,0 0,0 2,0 0,0 1,11 3,13 9,0 2,-1 1,-1 3,11 7,5 2,-35-19,1 1,-1 1,-1 1,0 2,0 0,-2 1,1 1,-2 1,0 1,-1 1,-1 0,-1 2,0 0,-2 1,2 3,-4 11,-2 1,-1 0,-1 0,-3 1,-1 0,-1 1,-2-1,-3 24,1-46,0 324,-1-319,-1 1,-1-1,-1 1,0-1,-2 0,0 0,-1-1,-1 0,-1 0,-1-1,0 0,-1-1,-1 0,-1-1,0 0,-1-1,-1 0,-1-1,1-1,-2 0,0-2,0 0,-1 0,-1-2,0 0,0-2,0 0,-12 3,-56 12,-1-3,-1-5,0-3,-50-2,-92 13,188-21,37-3</inkml:trace>
  <inkml:trace contextRef="#ctx0" brushRef="#br0" timeOffset="-69806.994">25561 17366,'-1'0,"-1"0,1 1,-1-1,1 0,0 0,-1 1,1-1,0 1,-1-1,1 1,0-1,0 1,-1 0,1 0,0 0,0 0,0 0,0 0,0 0,0 0,0 0,0 0,1 0,-1 0,0 1,1-1,-1 0,1 1,-1-1,1 0,0 1,0-1,-1 1,1-1,0 0,0 1,0-1,0 1,1-1,-3 6,-3 6,2 0,-1 0,2 1,0 0,0-1,1 1,1 0,0 0,1-1,1 1,0 0,2 8,2-15,-1 1,1-1,1-1,-1 1,1-1,0 0,0-1,1 1,0-1,0-1,0 0,0 0,1 0,-1-1,1-1,0 1,0-1,0-1,0 0,1 0,-1 0,0-1,2-1,2 1,-1 0,1-1,0-1,-1 0,1 0,-1-2,1 1,-1-1,0-1,-1 0,5-3,-11 5,0 0,0-1,0 1,0-1,-1 0,1 0,-1 0,0-1,0 1,-1-1,1 0,-1 0,0-1,-1 1,1-1,-1 1,0-1,0 0,-1 1,0-1,0 0,0 0,-1 0,0-6,-2-3,-2 1,1 0,-2 0,0 0,-1 0,0 1,-1 0,0 0,-1 1,-1 0,0 0,0 1,-1 0,-1 0,1 2,-7-5,11 8,0 0,0 0,0 1,-1 0,0 0,0 1,0-1,-1 2,1-1,-1 1,0 0,0 1,0-1,0 2,0-1,-1 1,1 0,0 1,-1 0,1 1,0-1,-1 1,1 1,0 0,0 0,0 0,0 1,0 1,1-1,-1 1,1 0,-3 3,-30 50,31-32</inkml:trace>
  <inkml:trace contextRef="#ctx0" brushRef="#br0" timeOffset="-66816.352">25668 13851,'28'-11,"609"-63,-479 63,-157 11,1-1,-1 1,1 0,0 0,-1 0,1 0,-1 0,1 0,-1 0,1 1,0-1,-1 1,1-1,-1 1,1-1,-1 1,0 0,1 0,-1 0,0 0,1 0,-1 0,0 0,0 0,0 0,0 1,0-1,0 0,0 1,-1-1,1 0,0 1,-1-1,1 1,-1-1,1 1,-1 0,0-1,0 1,0-1,0 1,0-1,0 1,0 0,-1 0,-18 192,14-131,-8 46,4 0,5 1,6-1,3 0,6 0,10 35,13-15,-15-60,-3 0,-3 1,0 28,-12-90,0-5,-1 0,1 0,-1 0,0 0,0 0,0 0,-1 0,1 0,-1 0,1 0,-1 0,0 0,0 0,0 0,-1-1,1 2,-1-4,0 1,1-1,-1 0,0 0,0 0,1 0,-1 0,0 0,1 0,-1-1,0 1,1-1,-1 1,1-1,-1 1,0-1,1 0,0 0,-1 0,1 0,-1 0,1 0,0 0,0 0,0-1,0 1,-1-2,-4-2,-6-1,-1 1,1 0,-1 1,0 0,0 1,-1 0,1 1,0 1,-1 0,1 1,-1 0,1 1,-1 0,1 1,0 1,-9 3,-4-2,-588 89,266-26,3 15,-92 46,-26 23,-33 37,280-104,-3-10,-89 13,301-85,6-2,-1 0,1 0,-1 0,0 0,1 1,-1-1,1 1,-1-1,1 1,-1-1,1 1,0 0,-1 0,1 0,0 0,-1 0,1 0,0 0,0 0,0 0,0 1,0-1,0 0,0 1,1-1,-1 1,0-1,0 2,2 115,0-42,0 15,4-1,16 90,-5-108,-8-41,-2-1,-1 2,-1-1,-1 29,-3-54,0 0,0 0,1 0,-1-1,1 1,1 0,-1 0,1-1,0 1,0-1,0 1,1-1,0 0,0 0,0 0,1-1,0 1,0-1,0 0,0 0,0 0,1 0,0-1,0 0,0 0,0 0,0 0,1-1,-1 0,1 0,0-1,-1 1,1-1,0 0,0-1,0 1,-1-1,6-1,91-25,71 5,1 7,27 8,143 7,-147 12,-174-14,-14 0,-1 1,1-1,-1 2,1-1,-1 1,1 1,-1-1,1 1,-1 1,1 0,-35-2,5-4</inkml:trace>
  <inkml:trace contextRef="#ctx0" brushRef="#br0" timeOffset="-64431.028">24197 14104,'-95'25,"-1"-5,0-4,-2-4,1-4,-1-5,-22-5,-266-23,306 21,78 5,0 0,0 0,0 0,0 1,0-1,0 0,0 1,0-1,1 1,-1 0,0-1,1 1,0 0,-1 0,1 0,0 0,0 0,0 1,0-1,0 0,1 0,-1 1,1-1,-1 0,1 1,0-1,0 0,0 1,0-1,1 0,-1 1,0-1,2 2,-3 12,-8 489,1-89,8-414,0 0,1 1,-1-1,0 0,1 0,-1 0,1 0,0 0,-1 0,1 0,0-1,0 1,0 0,1 0,-1-1,0 1,1 0,-1-1,1 1,-1-1,1 0,0 0,0 0,-1 1,1-1,0-1,0 1,0 0,0 0,0-1,1 1,181 84,-66-29,105 34,8-22,39-2,32 8,418 131,176 18,-295-65,-281-92,-200-29,-118-36,0 0,0 0,0 0,0 1,0-1,0 1,-1-1,1 1,0 0,-1-1,0 1,1 0,-1 0,0 0,0 0,0 0,0 0,0 1,-1-1,1 0,0 0,-1 1,0-1,0 0,0 0,0 1,0-1,0 0,0 1,-1-1,1 0,-1 0,0 1,1 14,5 235,-28-84,-3 51,27 18,-6-255,0 6</inkml:trace>
  <inkml:trace contextRef="#ctx0" brushRef="#br0" timeOffset="-63263.743">25948 17473,'196'-1,"-1"-8,20-12,-136 10,18-4,1 4,0 4,97 7,-124 5,1-3,-1-4,46-6,230-34,-95 13,0 11,98 11,-17 8,-402 14,22-7,0 0</inkml:trace>
  <inkml:trace contextRef="#ctx0" brushRef="#br0" timeOffset="-62150.76">21282 17861,'931'-40,"-761"39,348-14,-215-3,268 19,-494 4,0-3,0-3,27-7,116 3,-268 20,35-10</inkml:trace>
  <inkml:trace contextRef="#ctx0" brushRef="#br0" timeOffset="-60562.333">21577 13490,'-17'0,"24"0,19 0,976-1,-476-26,-21 27,-332-21,-12 15,-101 7,-45 1,-16 4,-12-3,-2-2</inkml:trace>
  <inkml:trace contextRef="#ctx0" brushRef="#br0" timeOffset="-59685.158">20655 13022,'-17'-3,"0"1,0 0,0 2,0 0,0 0,0 2,0 0,0 1,0 1,1 0,-1 1,1 1,0 1,1 0,0 1,0 1,0 0,1 1,1 0,-1 2,1-2,1 0,1 0,0 1,1 0,0 1,0 1,1-1,-4 10,11-18,0 0,0 0,0 0,0 0,1 0,0 0,0 0,0 0,0 0,1 1,0-1,-1 0,2 1,-1-1,0 0,1 0,0 1,0-1,0 0,0 0,1 0,0 0,0 0,0 0,0-1,0 1,1-1,0 1,-1-1,1 0,1 0,2 2,9 6,0-2,1 0,0-1,1 0,0-1,0-1,12 3,5 2,-25-8,27 8,-1 1,-1 2,0 2,-1 0,-1 3,26 18,-53-34,0 1,0-1,-1 1,1-1,-1 1,0 1,0-1,-1 0,1 1,-1 0,0 0,0 0,-1 0,1 0,-1 1,0-1,-1 1,1-1,-1 1,0 0,0 0,-1-1,0 1,0 0,0 0,-1-1,0 1,0 0,0-1,-1 1,0 0,0-1,0 0,-2 2,-6 4,-2 0,1-1,-2 0,1-1,-1-1,0 0,-1 0,0-2,0 1,-1-2,1 0,-1-1,0 0,0-1,-1-1,1-1,-1 0,1 0,-1-2,-4-1,-2 2,0-1,1-1,-1-1,1-1,-1-1,-10-5,33 10,-1 0,0 0,0-1,0 1,1 0,-1 0,0 0,0-1,0 1,1 0,-1 0,0-1,0 1,0 0,0-1,0 1,1 0,-1 0,0-1,0 1,0 0,0-1,0 1,0 0,0-1,0 1,0 0,0 0,0-1,-1 1,1 0,0-1,0 1,0 0,0 0,0-1,0 1,-1 0,1 0,0-1,0 1,0 0,-1 0,1 0,0-1,0 1,-1 0,1 0,0 0,30-4,-29 4,21 0</inkml:trace>
  <inkml:trace contextRef="#ctx0" brushRef="#br0" timeOffset="-59212.389">20213 12767,'0'-2,"3"-1,2 0,8 1,10-2,13 0,14-1,12-3,12 0,8 0,5-2,-4 1,-11 0,-14 2,-16 6,-16 5,-12 3</inkml:trace>
  <inkml:trace contextRef="#ctx0" brushRef="#br0" timeOffset="-57651.329">20307 17139,'-18'120,"15"-87,-17 337,13-568,-9-87,15 276,0 1,1-1,0 0,1 0,0 0,0 0,1 1,0-1,0 1,1-1,0 1,1 0,-1 0,2 0,-1 1,1-1,0 1,1 0,-1 0,2 1,4-5,-3 7,1 0,0 0,0 1,-1 0,2 1,-1 0,0 0,0 1,1 0,-1 1,1 0,-1 0,0 1,1 0,-1 1,0 0,0 0,0 1,0 0,0 1,-1 0,3 1,-5-2,0 0,0 1,0-1,-1 1,1 0,-1 1,0-1,0 1,0 0,-1 1,0-1,0 1,0-1,-1 1,0 0,0 1,0-1,-1 0,0 1,0-1,0 1,-1 0,0 0,-1-1,1 1,-1 0,-1 0,1 0,-1 0,-1 4,-3 0,-1 1,0-1,-1-1,0 1,0-1,-1-1,0 1,-1-1,0-1,0 1,-1-2,0 1,0-1,-1-1,0 0,0-1,-1 0,1 0,-1-1,0-1,0 0,-1 0,-8 0,-25 11,45-14,1 1,0 0,0 0,-1-1,1 1,0 0,0 0,0 0,0-1,0 1,0 0,0 0,0-1,0 1,0 0,0 0,1 0,-1-1,0 1,1 0,-1 0,0-1,1 1,-1 0,1-1,-1 1,1-1,-1 1,1-1,-1 1,1 0,0-1,-1 0,1 1,0-1,0 1,22 16,2 0,-1-2,2-1,0-1,1-1,0-1,0-2,1 0,0-2,1-1,0-2,0 0,0-2,0-1,24-3,34-1,-57-1</inkml:trace>
  <inkml:trace contextRef="#ctx0" brushRef="#br0" timeOffset="-57262.248">20147 16725,'-1'-1,"1"1,-1 0,1 0,-1-1,1 1,-1 0,1 0,-1 0,1 0,-1-1,1 1,-1 0,0 0,1 0,-1 0,1 0,-1 0,1 1,-1-1,1 0,-1 0,1 0,-1 0,1 1,-1-1,1 0,-1 1,1-1,-1 0,1 1,0-1,-1 0,1 1,0-1,-1 1,1-1,0 1,-1-1,1 0,0 1,0-1,0 1,-1 0,1-1,0 1,0-1,0 1,0-1,0 1,8 2,0-1,-1 0,1 0,1-1,-1 0,0 0,0-1,0 0,1 0,-1-1,7 1,162-11,70-16,-118 11,69-6,-200 21,-9 1</inkml:trace>
  <inkml:trace contextRef="#ctx0" brushRef="#br0" timeOffset="-55252.787">26456 13730,'77'-16,"184"-4,-140 15,140-11,0-12,160-42,-158 3,-226 58,-27 8</inkml:trace>
  <inkml:trace contextRef="#ctx0" brushRef="#br0" timeOffset="-54514.906">28929 13302,'-3'-3,"0"1,0 0,0 0,0 0,-1 0,1 0,-1 0,1 1,-1 0,0 0,1 0,-1 0,0 1,0-1,0 1,0 0,1 0,-1 0,0 1,0-1,0 1,1 0,-1 0,0 0,1 1,-1-1,-87 54,74-41,2 0,0 1,0 1,2 0,0 1,1 0,0 1,2 0,0 1,1 0,1 1,1 0,0 0,2 1,0-1,2 1,0 0,1 0,1 1,1-1,2 13,0-25,0 0,0 0,1 0,0-1,1 1,0-1,0 0,1 0,0 0,0 0,1-1,0 0,0 0,1-1,-1 1,2-2,-1 1,0-1,1 0,0 0,1-1,-1 0,1-1,-1 0,1 0,0 0,0-1,0-1,0 0,1 0,-1-1,0 0,0 0,1-1,-1 0,0-1,8-2,-4-1,0 0,0-1,0 0,-1-1,0-1,-1 0,1 0,-2-1,1 0,-1-1,0-1,-1 1,-1-1,1-1,-2 0,0 0,0 0,1-5,7-16,-3 0,0-1,-2 0,-2 0,-1-1,2-27,-4 33,-2 0,-1 0,-1 0,-2-1,-1 1,-1 0,-1 0,-2 0,-5-16,8 38,0 0,0 1,0-1,-1 1,0 0,0 0,0 0,-1 0,0 1,0 0,-1 0,1 0,-1 1,0 0,0 0,-1 0,1 1,-1-1,1 2,-1-1,0 1,0 0,0 1,-1-1,1 1,0 1,-1-1,1 1,0 1,0-1,-1 1,1 1,0-1,-7 3,-2 4,0 0,1 1,0 0,0 1,1 1,0 0,1 1,0 1,1 0,1 0,0 1,1 1,0 0,1 0,1 1,0 0,1 0,1 1,1 0,0 0,1 0,1 1,1-1,0 1,1 0,2 16,0-19,1-1,1 0,1 0,0 0,0 0,1 0,1-1,1 0,0 0,0-1,1 0,1 0,0-1,0 0,1 0,1-1,5 3,23 19,1-3,2-1,1-2,18 6,-1-1,-25-14,0 2,-2 1,0 2,2 3,-32-24,0 1,-1 0,1 0,0 0,0 1,-1-1,0 1,1-1,-1 1,0 0,0 0,0 0,-1 0,1 0,-1 0,0 0,0 1,0-1,0 1,0-1,-1 0,1 1,-1-1,0 1,0-1,-1 1,1-1,0 1,-1-1,0 1,0-1,0 0,-1 0,1 1,-1 0,-14 15,14-17,-1 0,1 1,0-1,-1 0,1 1,0 0,1-1,-1 1,0 0,1 0,0 0,-1 0,1 0,0 0,1 0,-1 0,0 0,1 0,0 1,0-1,0 0,0 2,4 3</inkml:trace>
  <inkml:trace contextRef="#ctx0" brushRef="#br0" timeOffset="-51246.491">29465 16832,'-4'6,"1"1,1-1,-1 1,1 0,0 0,0 0,1 0,0 0,0 0,1 1,0-1,0 0,1 0,0 1,0-1,0 0,1 0,2 6,2 17,1 35,-2 0,-4 0,-5 44,1 48,6-131,3-43,-4-68,-4 0,-3 0,-5-8,-1-17,-14-173,24 279,0 1,0 0,0 1,0-1,1 0,-1 1,1-1,0 0,0 0,-1 1,2-1,-1 0,0 0,1 1,-1-1,1 0,0 1,0-1,0 0,0 1,0-1,0 1,1 0,-1-1,1 1,0 0,0 0,0 0,0 0,0 0,0 1,0-1,1 0,-1 1,3-1,22-6,0 1,0 2,1 1,0 1,25 1,-19 0,100-5,88 8,-209 0,-7-1,0 0,0 0,-1 1,1-1,0 1,0 1,-1-1,1 1,-1 0,1 0,3 3,-9-5,1 0,-1 1,0-1,1 0,-1 0,0 1,1-1,-1 1,0-1,0 0,1 1,-1-1,0 0,0 1,0-1,0 1,1-1,-1 1,0-1,0 1,0-1,0 0,0 1,0-1,0 1,0-1,0 1,-1-1,1 1,0-1,0 0,0 1,0-1,-1 1,1-1,0 0,0 1,-1-1,1 0,0 1,-1-1,1 0,0 1,-1-1,1 0,0 0,-1 1,1-1,-1 0,1 0,0 0,-1 0,1 1,-1-1,1 0,-1 0,1 0,-1 0,1 0,0 0,-1 0,0 0,-12 3</inkml:trace>
  <inkml:trace contextRef="#ctx0" brushRef="#br0" timeOffset="-50328.711">29451 17006,'0'-3,"2"0,3 1,6-1,9 2,13 0,15-2,10-1,7-1,4 0,-2 0,-4 2,-9 1,-9 1,-14 0,-15 3,-14 1,-9 0</inkml:trace>
  <inkml:trace contextRef="#ctx0" brushRef="#br0" timeOffset="-47279.56">15681 11778,'-1'0,"-1"0,1 0,0 1,0-1,-1 0,1 1,0-1,0 1,-1-1,1 1,0-1,0 1,0 0,0 0,0-1,0 1,0 0,0 0,0 0,0 0,1 0,-1 1,0-1,1 0,-1 0,0 0,1 1,0-1,-1 0,1 0,0 1,0-1,-1 0,1 1,0-1,-10 35,1 1,2 0,2 0,1 1,2 0,2 24,0-42,0 911,37-166,56 405,-79-879,-12 0,-15 31,4-171,8 0,14 119,-10-239,15 118,-7 0,-7 1,-11 98,-7-3,11 67,3-258,0-39,0-17,0-10</inkml:trace>
  <inkml:trace contextRef="#ctx0" brushRef="#br0" timeOffset="-43445.78">15695 11912,'-1'-38,"8"-71,-4 103,1 1,0-1,1 1,-1 0,1 0,0 0,0 1,0 0,1 0,0 0,-1 1,1-1,1 2,-1-1,0 1,1-1,-1 2,1-1,-1 1,1 0,4 0,5-3,10-3,2 2,-1 0,0 2,1 1,0 1,-1 1,1 2,24 4,220 31,301-45,1247 7,-1261-12,-480 12,420-14,177-24,213 11,-174 16,-238 8,1229-5,-1104 10,-597-1,976-23,-822 12,846-37,-372 34,36 2,-146-14,164 52,-102 1,113 1,-668-29,6-1,-1 1,0 1,1 2,-1 2,0 1,0 2,-1 1,0 2,0 1,23 11,-53-19,1 0,0 0,-1 1,1-1,-1 1,0 0,0 0,-1 1,1-1,-1 1,0 0,0 0,-1 0,1 0,-1 0,0 0,0 1,-1-1,0 1,0-1,0 4,-9 122,1-84,-2 94,5 0,11 74,0 99,-11-169,2 522,11 159,18-303,-19-153,-4-177,-19 159,-11 246,1-216,8-111,-19-93,22-125,3 0,2 0,2 12,-7 138,1 0,22-50,-7-139,1 1,-2-1,0 1,-1 0,0-1,-1 1,-2 13,1-25,0 0,0 1,0-1,-1-1,1 1,-1 0,1 0,-1-1,0 0,0 1,0-1,0 0,0-1,-1 1,1 0,-1-1,1 0,-1 0,1 0,-1 0,0-1,1 1,-1-1,0 0,1 0,-1 0,0-1,1 1,-2-1,-20 2,-201 22,-122-8,303-15,-1 3,1 2,-28 7,27-7,34-4</inkml:trace>
  <inkml:trace contextRef="#ctx0" brushRef="#br0" timeOffset="-42048.843">15735 17674,'3'15,"0"1,2 0,0-1,0 1,2-1,0-1,1 1,0-1,1-1,0 0,1 0,1-1,0 0,0 0,2-1,-1-1,14 8,5-5,1-2,1-1,0-1,0-2,0-2,1-1,29 0,188 4,0-11,41-14,208-4,-482 21,13-1,0 2,0 1,-1 1,13 4,-8 6,-25-8</inkml:trace>
  <inkml:trace contextRef="#ctx0" brushRef="#br0" timeOffset="-40865.531">10736 15321,'-13'166,"12"-123,3 436,-2-467,0 2,-1-1,2 1,0-1,1 0,0 0,1 1,0-1,1-1,0 1,1 0,1-1,0 0,0-1,4 5,-7-14,-1 0,0 0,0 0,1 0,-1-1,1 1,0-1,-1 0,1 1,0-1,0-1,-1 1,1 0,0-1,0 1,0-1,0 0,0 0,0 0,0 0,0-1,0 1,0-1,0 0,0 1,-1-1,3-1,69-45,-68 43,59-46,-31 20,1 3,1 1,2 1,0 2,2 2,0 2,1 1,14-3,104-7,-134 24</inkml:trace>
  <inkml:trace contextRef="#ctx0" brushRef="#br0" timeOffset="-40175.953">11684 15722,'-14'-3,"0"0,-1 1,1 0,-1 2,1-1,-1 2,1 0,-1 0,1 2,-1 0,1 0,0 1,1 1,-1 1,1 0,0 0,0 1,0 1,1 0,1 1,-1 0,1 1,1 0,0 0,-3 6,9-12,0-1,1 1,0 0,0 1,0-1,1 0,-1 1,1-1,0 1,0 0,1 0,0 0,-1 0,1 0,1 0,-1 0,1 0,0 0,0 0,1 0,-1 0,1 1,0-1,1-1,-1 1,1 0,0 0,0 0,0-1,1 1,0-1,-1 0,2 0,-1 0,0 0,1-1,0 1,0-1,0 0,0 0,0 0,1 0,3 1,0-1,0 0,0-1,0 1,1-2,-1 1,1-1,-1 0,1-1,-1 0,1 0,-1-1,1 0,-1-1,1 0,-1 0,0 0,0-1,0-1,0 1,-1-1,1-1,-1 1,0-1,0 0,-1-1,1 0,-1 0,-1 0,1-1,-1 1,0-1,0-1,-1 1,0-1,0 0,21-116,-25 123,0 1,0-1,0 1,-1-1,1 1,0-1,0 1,0-1,0 0,0 1,0-1,0 1,0-1,0 1,0-1,0 0,0 1,0-1,1 1,-1-1,0 1,0-1,1 1,-1-1,0 1,1-1,-1 1,0-1,1 1,-1 0,1-1,-1 1,0-1,1 1,-1 0,1 0,-1-1,1 1,0 0,-1 0,1 0,-1-1,1 1,-1 0,1 0,0 0,-1 0,1 0,-1 0,1 0,-1 0,1 0,0 1,-1-1,1 0,-1 0,1 0,-1 1,1-1,-1 0,1 1,-1-1,34 43,-27-34,-1 0,2 0,-1 0,1-1,1 0,-1 0,1-1,4 2,-8-5,0-1,1 0,0 0,-1 0,1-1,0 1,1-2,-1 1,0-1,0 0,1 0,-1 0,1-1,-1 0,0 0,1-1,-1 0,0 0,1 0,-1-1,0 0,0 0,0-1,0 0,-1 0,1 0,-1 0,0-1,3-2,1-4,1-1,-1 0,-1 0,0-1,-1 0,0-1,-1 0,0 0,-1 0,0-1,-1 1,-1-1,24-172,-16-40,-13-61,1 164,-3 32,4 91,0 0,-1 0,1 1,0-1,0 0,-1 0,1 1,0-1,0 0,-1 0,1 0,0 0,-1 1,1-1,0 0,-1 0,1 0,0 0,-1 0,1 0,0 0,-1 0,1 0,0 0,-1 0,1 0,0 0,-1 0,1 0,0-1,-1 1,1 0,0 0,-1 0,1 0,0-1,0 1,-1 0,1 0,0-1,0 1,-1 0,1 0,0-1,0 1,0 0,0-1,-1 1,-5 18,1 1,0 0,2 1,0-1,1 1,0 6,1-7,-5 51,3 0,3-1,4 1,2 0,8 29,-8-71,0 0,2 0,1-1,1 0,1-1,1 0,2-1,0 0,2-1,1-1,0-1,2 0,0-1,15 11,-1-7,-6-9</inkml:trace>
  <inkml:trace contextRef="#ctx0" brushRef="#br0" timeOffset="-39978.481">11618 15375,'25'-10,"28"-9,31-8,24-5,18 2,8 5,-18 7</inkml:trace>
  <inkml:trace contextRef="#ctx0" brushRef="#br0" timeOffset="-39215.623">12807 15454,'-5'-2,"-1"-1,0 1,0 0,1 1,-1-1,0 1,0 0,0 1,-1-1,1 1,0 1,0-1,0 1,0 0,0 0,0 1,0-1,1 1,-1 1,0-1,1 1,0 0,-1 0,1 1,0 0,-5 5,0 0,1 1,0 0,1 0,0 1,1 0,0 0,1 1,0 0,1 0,0 0,1 1,1 0,-1 0,2 0,0 0,1 0,0 0,1 0,0 5,1-11,0-1,0-1,0 1,1 0,0 0,0 0,1-1,-1 1,1-1,0 0,1 0,-1 0,1 0,0 0,0-1,0 0,1 0,0 0,0 0,0-1,0 0,0 0,1 0,-1 0,1-1,0 0,-1 0,1-1,0 0,0 0,3 0,9-1,0-2,0 0,0-1,-1 0,1-2,-1 0,0-1,0 0,0-2,-1 0,0-1,-1 0,0-1,0-1,-1 0,0-1,-1-1,-1 0,1-2,11-13,-1-1,-1 0,-2-2,-1 0,-2-1,-1-1,-1-1,-2 0,-1 0,-2-2,-2 1,2-21,7-66,-6-2,-5 1,-6-3,0 126,1-42,0-9,-2-1,-2 1,-8-41,11 89,0-1,0 1,0 0,0-1,-1 1,1 0,-1 0,0-1,0 1,0 0,-1 0,1 0,-1 0,0 0,1 1,-1-1,0 0,-1 1,1-1,0 1,-1 0,1 0,-1 0,0 0,0 0,0 1,0-1,0 1,0 0,0 0,0 0,0 0,-1 0,1 1,0-1,-1 1,1 0,-2 0,-8 5,1 1,0 0,0 1,1 0,-1 1,2 0,-1 1,1 0,0 0,1 1,0 0,1 1,0 0,1 1,0-1,1 1,0 1,0-1,-3 11,2 1,0-1,1 1,1 0,1 1,1-1,2 1,0-1,2 1,0-1,2 1,1-1,1 0,0 0,2 0,1-1,1 0,1 0,1-1,7 10,30 50,4-2,56 66,30 44,-96-120,-42-69,0-1,0 1,0-1,0 1,1-1,-1 1,0-1,0 1,0-1,1 1,-1-1,0 1,0-1,1 1,-1-1,0 1,1-1,-1 0,1 1,-1-1,0 0,1 1,-1-1,1 0,-1 0,1 1,-1-1,1 0,-1 0,1 0,-1 0,1 0,-1 0,1 0,-1 0,1 0,0 0,-1 0,1 0,-1 0,1 0,-1 0,1 0,-1 0,1-1,-1 1,10-26,3-29,-8 25,1 0,1 0,2 0,1 1,2 1,0 0,2 0,1 2,13-19,-27 44,-1 0,1-1,-1 1,1 0,-1 0,1 0,-1 0,1 0,0 0,0 0,-1 0,1 0,0 0,0 0,0 0,0 1,0-1,0 0,1 1,-1-1,0 1,0-1,0 1,0-1,1 1,-1 0,0 0,0 0,1 0,-1-1,0 2,0-1,1 0,-1 0,0 0,0 1,1-1,-1 0,0 1,0-1,0 1,0-1,1 1,-1 0,0 0,0-1,0 2,2 7,0-1,-1 1,0 0,-1 0,0 0,0 0,-1 0,-1 9,1 1,-1 18,-1-29,1 1,1 0,0-1,0 1,0 0,1 0,1-1,-1 1,1-1,1 1,0-1,0 0,0 0,2 1,-2-6,0 0,0 0,0 0,1-1,-1 1,1-1,0 0,-1 0,1 0,0 0,0-1,1 0,-1 0,0 0,0 0,1 0,-1-1,0 0,1 0,-1 0,0-1,1 1,97-25,-64 11,-1-2,0-2,-1-1,-1-2,-1-1,31-26,-24 11</inkml:trace>
  <inkml:trace contextRef="#ctx0" brushRef="#br0" timeOffset="-38192.94">11230 17099,'-11'-1,"0"2,0 0,0 0,0 1,1 0,-1 1,1 0,0 1,-1 0,2 0,-1 1,0 1,1 0,0 0,0 0,1 1,0 1,0-1,1 1,0 1,0-1,1 1,0 0,0 1,1-1,0 1,1 0,0 0,1 1,0-1,-1 10,4-15,-1 0,1 0,0 0,1 0,-1-1,1 1,0 0,1 0,-1 0,1-1,0 1,0-1,0 1,0-1,1 0,0 0,0 0,0 0,0 0,1-1,-1 0,1 1,0-1,0-1,0 1,0 0,1-1,-1 0,1 0,-1 0,1-1,0 0,-1 1,1-2,0 1,0 0,0-1,0 0,0 0,1-1,1 0,0 0,0 0,-1-1,1 1,0-2,-1 1,0-1,1 0,-1 0,0-1,-1 1,1-2,-1 1,1 0,-1-1,-1 0,1 0,-1-1,1 1,1-5,3-5,-1 1,0-1,-1 0,-1 0,-1-1,0 0,-1 0,0-3,-2 10,0 0,-1 1,0-1,0 0,-1 0,0 0,-1 1,0-1,0 0,-1 0,0 1,-1-1,3 9,-1 0,1 0,-1-1,1 1,-1 0,1 0,-1 0,0 0,1 0,-1 0,1 0,-1 0,0 0,1 0,-1 0,1 1,-1-1,1 0,-1 0,1 0,-1 1,1-1,-1 0,1 1,-1-1,1 0,-1 1,1-1,-1 1,1-1,0 1,-1-1,1 1,0-1,0 1,-1-1,1 1,0-1,0 1,0-1,-1 1,1 0,0-1,0 1,0-1,0 1,0 0,0-1,0 1,1-1,-1 1,0-1,0 1,0 0,1-1,-1 1,0-1,0 1,1-1,-1 1,0-1,1 1,-2 11,1 0,0 1,0-1,2 0,-1 0,2 1,-1-1,2 0,0-1,0 1,1-1,0 0,1 0,0 0,1-1,0 0,1 0,0-1,1 0,-1 0,2-1,-1 0,1 0,0-2,1 1,0-1,0 0,10 3,18 1</inkml:trace>
  <inkml:trace contextRef="#ctx0" brushRef="#br0" timeOffset="-37661.363">11805 16804,'-24'11,"1"1,0 1,1 1,1 1,0 0,1 2,1 1,0 0,-4 6,-12 31,34-54,0 1,1 0,-1-1,0 1,1 0,-1 0,1 0,-1-1,1 1,0 0,-1 0,1 0,0 0,1 0,-1 0,0 0,0-1,1 1,-1 0,1 0,0 0,-1 0,1-1,0 1,0 0,0-1,0 1,0-1,1 1,-1-1,1 1,8 3,-1-1,1 0,0 0,1-1,-1-1,0 0,1 0,-1-1,1 0,0-1,6-1,-3 2,175 2,-186-3,-1-1,0 1,0 0,0 0,1 0,-1 0,0 0,0 0,0 1,1-1,-1 1,0-1,0 1,0 0,0 0,0 0,0 0,0 0,0 0,-1 1,1-1,0 1,-1-1,1 1,-1 0,1-1,-1 1,0 0,0 0,0 0,0 0,0 0,0 0,-1 0,1 0,-1 0,1 1,-1-1,0 0,0 0,0 0,0 1,0 0,-4 7,-1-1,0-1,0 1,-1-1,0 1,0-2,-1 1,0-1,0 0,-1 0,0-1,0 0,0-1,-1 1,0-2,0 1,-6 1,13-5,1 0,0-1,0 1,-1 0,1-1,0 1,-1-1,1 0,-1 1,1-1,0 0,-1 0,1 0,-1 0,1 0,-1 0,1 0,0 0,-1-1,1 1,-1-1,1 1,0-1,-1 1,1-1,0 0,0 0,-1 1,1-1,0 0,0 0,0 0,0 0,0-1,0 1,1 0,-1 0,0 0,1-1,-1 1,0 0,1-1,0 1,-1 0,1-1,0 1,-1-1,1 1,0-1,0 1,0-1,2-9,0-1,1 0,0 1,0-1,1 1,1 0,0 0,0 1,1 0,1 0,0 0,1-1,-7 10,18-28,0 1,2 2,2 0,0 1,1 1,2 2,0 0,1 2,22-13,-47 32,-1 0,0 0,1-1,-1 1,0 0,1 0,-1 0,1 0,0 1,-1-1,1 0,0 1,-1-1,1 1,0-1,0 1,0 0,-1 0,1 0,0 0,0 0,0 0,-1 1,1-1,0 0,0 1,-1-1,1 1,0 0,-1 0,1 0,-1-1,1 1,-1 1,1-1,-1 0,0 0,1 0,-1 1,0-1,0 1,0-1,0 1,0-1,-1 1,1 0,0-1,-1 1,1 0,0 1,6 92,4 21,-9-111,-1 1,1-1,0 0,0-1,1 1,0 0,-1-1,2 1,-1-1,0 0,1 0,0 0,0 0,0-1,0 0,1 1,-1-2,1 1,4 2,12 1,-3-5</inkml:trace>
  <inkml:trace contextRef="#ctx0" brushRef="#br0" timeOffset="-37192.929">11992 16578,'17'0,"29"-1,0 2,0 3,0 1,9 4,-41-6,-1 0,0 1,0 1,0 0,-1 1,0 0,0 1,0 0,-1 1,0 1,0-1,-1 2,-1-1,1 1,-1 1,2 3,-2 3,1 0,-2 0,0 1,-1 0,-1 0,1 9,18 47,-24-70,0-1,0 1,1 0,-1-1,1 0,0 1,0-1,0 0,0 0,1 0,-1 0,1 0,0-1,0 1,0-1,0 0,0 0,0 0,1 0,-1 0,1-1,-1 1,1-1,0 0,-1 0,1-1,0 1,0-1,-1 0,1 1,0-2,0 1,0 0,0-1,6-4,1-1,-1 1,-1-2,1 0,-1 0,0 0,0-1,-1-1,0 1,-1-1,0-1,0 1,-1-1,0 0,-1-1,0 1,-1-1,0 0,0 0,-1 0,-1-2,4-8,-1 0,-2-1,0 1,-1-1,-1 0,-2-21,-1 83,1-30,1 0,1 0,-1-1,2 1,-1-1,1 1,1-1,0 1,0-1,1 0,0 0,0-1,1 1,0-1,1 0,-1 0,2-1,-1 0,1 0,0 0,1-1,-1 0,1 0,7 3,29 7,-2-6</inkml:trace>
  <inkml:trace contextRef="#ctx0" brushRef="#br0" timeOffset="-35858.662">13462 16497,'-10'3,"0"0,0 0,0 1,0 0,1 1,-1 0,1 0,0 1,1 0,0 1,0 0,0 0,1 0,0 1,0 1,1-1,0 1,0 0,1 0,1 1,-1-1,1 1,1 0,0 0,0 0,1 1,2-8,0 1,0-1,0 1,0-1,1 0,-1 1,1-1,0 0,0 1,0-1,0 0,1 0,0 0,-1 0,1 0,0 0,0 0,0-1,1 1,-1-1,1 1,-1-1,1 0,0 0,0 0,0 0,0-1,0 1,0-1,0 0,2 1,7 1,0 0,-1 0,1-1,0 0,0-1,0-1,0 0,7-1,2 0,-1-2,0 0,-1-2,1 0,-1-1,0 0,0-2,-1 0,0-1,0-1,-1-1,0-1,-1 0,-1-1,0 0,0-1,-1-1,10-15,-19 21,0 0,-1 0,0-1,0 0,-1 0,0 0,-1 0,0-1,0 1,-1-1,-1 1,0 0,0-1,-1 1,0-1,-1 1,0 0,-1-1,0 1,-1 1,0-1,0 0,-1 1,0 0,-1 0,-6-7,-21-4,42 29,2-6,0-1,0 0,0-1,0 0,0-1,1 0,-1-1,0 0,0-1,0 0,8-3,5 0,133-18,-154 23,-1 0,1 0,-1 1,1-1,-1 1,1-1,-1 1,1 0,-1 0,0 0,1 1,-1-1,0 0,0 1,0 0,0-1,0 1,0 0,-1 0,1 0,-1 0,1 0,-1 0,1 1,-1-1,0 0,0 1,-1-1,1 1,0-1,6 85,-7-45,1-39,-1 0,0 0,1 0,-1 0,1 1,0-1,0 0,0-1,1 1,-1 0,1 0,-1 0,1-1,0 1,0-1,0 0,0 1,1-1,-1 0,0 0,1 0,0-1,-1 1,1-1,0 1,0-1,0 0,0 0,0 0,0 0,0-1,0 1,0-1,0 0,1 0,-1 0,0 0,10-2,0 0,-1-1,1-1,-1 0,0-1,0 0,0 0,-1-1,0-1,0 0,-1-1,1 0,-2 0,1-1,-1 0,-1-1,2-2,-6 8,-1 0,1 0,-1-1,0 1,-1-1,1 0,-1 1,0-1,0 0,0 0,-1-1,1 1,-1 0,-1 0,1-1,-1-3,0 9,-1 0,0 0,1 0,-1 0,0 0,1 1,-1-1,1 0,-1 0,0 0,1 1,-1-1,1 0,-1 0,1 1,-1-1,1 1,-1-1,1 0,-1 1,1-1,0 1,-1-1,1 1,0-1,-1 1,1-1,0 1,0 0,-1-1,1 1,0-1,0 1,0 0,0-1,0 1,0-1,0 1,0 0,0 0,-1 1,1 1,-1-1,1 1,0-1,0 1,0-1,0 1,1-1,-1 1,1-1,-1 1,1-1,0 0,0 1,0-1,0 0,0 0,0 1,1-1,-1 0,1 0,0 0,-1-1,1 1,0 0,0-1,0 1,0-1,1 0,-1 1,0-1,0 0,1 0,-1-1,1 1,1 1,1-1,0 1,0-1,0 0,0-1,0 1,0-1,0 0,0 0,0-1,0 1,0-1,0 0,0-1,0 1,0-1,2-1,-1-3,0 0,-1 0,0 0,0-1,-1 0,1 0,-2 0,1-1,-1 1,0-1,0 0,-1 1,0-1,-1-1,1 1,-2 0,1 0,-1 0,0 0,-1-1,0 1,0 0,-1 0,0 0,-2-5,2 6,1 0,-1 1,-1-1,1 1,-1-1,0 1,-1 0,1 0,-1 0,0 1,-1-1,1 1,-1 0,0 0,-1 1,1 0,-1 0,0 0,1 0,-2 1,1 0,0 0,-1 1,1 0,-1 0,0 0,0 1,0 0,1 0,-1 1,-5 0,4 0,0 2,0-1,0 1,1 0,-1 0,1 1,-1 0,1 1,0-1,0 1,-5 5,12-10,1 1,0 0,-1 0,1 0,0 0,-1 0,1 0,0 0,-1 0,1 0,0 0,-1 1,1-1,0 0,-1 0,1 1,-1-1,1 0,0 1,-1-1,1 0,-1 1,1-1,-1 1,1-1,-1 1,1-1,-1 1,0 0,1-1,-1 1,0-1,0 1,1 0,-1-1,0 1,0 0,0-1,0 1,0 0,0-1,0 1,0 0,0-1,0 1,0 0,0-1,0 1,0 0,-1-1,1 1,0 0,-1-1,1 1,0-1,-1 1,1-1,-1 1,1-1,-1 1,1-1,-1 1,1-1,-1 1,23-5,0 0,-1-2,0 0,0-1,-1-1,0-1,15-9,-30 15,30-14,131-53,-164 69,0 0,1 0,-1 0,0 0,1 0,-1 0,0 1,1-1,-1 1,1 0,-1 0,1 0,-1 0,1 0,-1 0,1 0,-1 1,0 0,1-1,-1 1,0 0,1 0,-1 0,0 0,0 1,0-1,0 1,0-1,0 1,0 0,-1-1,1 1,0 0,-1 0,0 0,1 0,-1 1,0-1,1 2,1 59,-4-56,0 0,1 1,0-1,1 0,0 1,0-1,0 0,1 0,0 0,2 5,-3-11,-1 0,0 0,0 0,0 0,1 0,-1 0,0 0,1-1,-1 1,1 0,-1 0,1-1,0 1,-1 0,1 0,0-1,-1 1,1-1,0 1,0-1,-1 1,1-1,0 1,0-1,0 0,0 1,0-1,0 0,0 0,0 0,-1 0,1 1,0-1,0-1,0 1,0 0,0 0,0 0,0 0,0-1,0 1,0 0,-1-1,1 1,0-1,0 1,0-1,-1 1,1-1,0 1,-1-1,1 0,0 0,-1 1,28-48,18-137,-26 85,-20 99,12-35,-12 35,0 1,1-1,-1 1,0-1,0 1,0-1,1 0,-1 1,0-1,1 1,-1-1,1 1,-1 0,0-1,1 1,-1-1,1 1,-1 0,1-1,-1 1,1 0,0 0,-1-1,1 1,-1 0,1 0,0 0,-1 0,1 0,-1-1,1 1,0 0,-1 1,1-1,-1 0,1 0,0 0,-1 0,1 0,-1 1,1-1,0 0,-1 0,1 1,-1-1,1 0,-1 1,1-1,-1 1,0-1,1 1,-1-1,5 6,-1 0,-1 1,1-1,-1 1,0-1,-1 1,0 0,0 0,0 0,0 4,3 11,-3-14,-1-3,-1 1,1 0,0-1,0 1,0 0,1-1,0 0,0 1,0-1,1 0,0 0,0 0,0 0,0-1,1 1,0-1,0 0,0 0,0 0,1-1,-1 1,1-1,0 0,0-1,0 1,1-1,-1 0,0 0,1-1,0 1,10-4,0 0,0-1,0-1,-1 0,1-2,-1 1,0-2,14-8,-21 11,51-24</inkml:trace>
  <inkml:trace contextRef="#ctx0" brushRef="#br0" timeOffset="-35316.114">14398 16190,'11'14,"5"11,-2 8,0 8,0 3,-3-5</inkml:trace>
  <inkml:trace contextRef="#ctx0" brushRef="#br0" timeOffset="-34167.459">17526 18062,'-2'0,"-1"2,-2 1,0 2,0 2,2 3,-2 0,1-3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0:15.8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174 342,'1'-1,"-1"0,1 1,-1-1,1 1,-1-1,0 0,1 1,-1-1,0 0,0 0,0 1,1-1,-1 0,0 0,0 1,0-1,0 0,0 0,0 1,0-1,0 0,-1 0,1 1,0-1,0 0,-1 1,1-1,0 0,-1 1,1-1,-1 0,1 1,-1-1,1 1,-1-1,1 1,-1-1,1 1,-1-1,-3-3,1 1,0-1,-1 1,1 0,-1 0,0 0,0 0,0 1,-1-1,1 1,-1 0,1 1,-1-1,1 1,-1 0,0 0,0 0,0 1,1-1,-1 1,0 0,0 1,0-1,0 1,1 0,-1 0,-2 2,3 0,0 1,0 0,0 0,1 1,0-1,0 1,0 0,1 0,-1 0,1 0,0 0,1 0,-1 0,1 1,0-1,0 1,0 2,0 148,24-87,-22-67,0-1,0 1,1 0,-1-1,0 1,0-1,1 1,-1-1,1 0,0 1,-1-1,1 0,0 0,-1 0,1 0,0-1,0 1,0 0,0-1,0 0,0 1,0-1,0 0,0 0,0 0,0 0,0 0,0 0,0-1,0 1,-1-1,1 1,0-1,2 0,7-7,0 0,-1-1,0 0,0-1,-1 0,0 0,-1-1,0 0,0-1,2-6,3-6,0 0,-2 0,-1-1,-1 0,5-24,-7 40,-5 35,-2-25,-1 62,9 100,-7-160,-1-1,1 1,-1-1,1 1,0-1,0 1,0-1,1 1,-1-1,1 0,-1 0,1 1,-1-1,1 0,0-1,0 1,0 0,0 0,1-1,-1 0,0 1,1-1,-1 0,1 0,-1 0,1 0,-1-1,1 1,0-1,-1 1,1-1,0 0,-1 0,1 0,0 0,-1-1,3 0,10-3,0-2,0 0,0 0,0-2,-1 0,-1 0,1-1,-1-1,-1 0,5-6,-16 16,29-31,-25 22</inkml:trace>
  <inkml:trace contextRef="#ctx0" brushRef="#br0" timeOffset="309.175">536 20,'0'-6,"4"-3,5 5,6 12,6 18,4 19,2 22,-4 18,-5 14,-10 14,-17 6,-14-2,-12-7,-5-13,1-21,5-23,8-21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0:17.7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259 71,'-16'-5,"-1"1,0 1,-1 0,1 1,0 1,-1 1,-3 0,16 0,0 1,0 0,0-1,1 2,-1-1,0 0,0 1,1 0,-1 0,1 1,0-1,-1 1,1 0,0 0,1 0,-1 0,0 1,1-1,0 1,0 0,0 0,0 1,1-1,0 0,0 1,-2 4,1 1,0-1,1 1,0 0,1 0,0 0,0 0,1 0,1 1,0 6,-1-13,1-1,0 0,-1 1,1-1,0 1,1-1,-1 0,0 0,1 0,0 0,0 0,0 0,0 0,0 0,0-1,1 1,-1-1,1 0,0 1,0-1,0-1,0 1,0 0,0-1,0 1,1-1,-1 0,0 0,2 0,2-2,0 0,0 0,-1-1,1 0,0 0,-1-1,0 0,1 0,-1 0,0 0,-1-1,1 0,-1-1,1 1,-1-1,-1 0,1 0,-1-1,0 1,0-1,0 0,-1 0,0 0,0-1,0 1,-1-1,1-3,1-4,-1 0,0 0,-1 0,0-1,-1 1,-1 0,0-1,12 113,-11-86,1 0,0 0,1 0,1 0,0-1,0 1,1-1,0 0,1 0,0-1,1 0,0 0,1 0,0-1,0 0,1-1,0 0,6 3,-13-10,0 0,0 0,0-1,0 1,0-1,0 0,0 1,1-1,-1 0,0 0,0-1,0 1,0 0,0-1,1 1,-1-1,0 0,0 1,0-1,0 0,-1 0,1-1,0 1,0 0,-1 0,1-1,0 1,-1-1,0 0,1 1,-1-1,0 0,0 0,0 0,0 0,0 0,0-1,24-80,-22 45,-1 0,-1 0,-3 0,-2-12,4 49,-1 0,1 0,-1 0,1 0,0-1,-1 1,1 0,0 0,0 0,0 0,0-1,0 1,0 0,0 0,1 0,-1 0,0 0,1-1,-1 1,1 0,-1 0,1 0,-1 0,1 0,0 0,-1 0,1 0,0 1,0-1,0 0,0 0,0 0,0 1,0-1,0 1,0-1,0 1,0-1,0 1,0-1,0 1,0 0,0 0,1 0,-1 0,0 0,0 0,0 0,1 0,-1 0,0 0,0 0,0 1,0-1,0 1,0-1,1 1,1-1,30 7,1 0,-1 2,-1 2,0 1,8 4,-34-12,1 1,-1-1,0 1,0 0,-1 1,1-1,-1 1,-1 0,1 0,-1 1,0-1,0 1,-1 0,0 0,0 0,0 1,-1-1,0 0,-1 1,0 0,0-1,0 1,-1 0,-1-1,1 2,0 15,7 55,-7-77,1 0,0 1,0-1,0 0,0 0,0 1,0-1,1 0,-1 0,1 0,-1 0,1-1,0 1,0 0,-1-1,1 1,1-1,-1 1,0-1,0 0,0 0,1 0,-1 0,0-1,1 1,-1-1,1 1,1-1,10-1,0 0,0-1,0-1,0-1,0 0,-1 0,1-1,-1-1,0 0,-1-1,0-1,0 0,0 0,8-9,-9 9,0-1,-1 0,0-1,-1 0,0 0,0-1,-1-1,0 1,-1-1,-1 0,0-1,0 1,-1-1,-1-1,0 1,-1 0,0-1,-1 0,-1-8,0 19,-1 0,0 0,1 0,-1 1,-1-1,1 0,0 0,-1 0,1 1,-1-1,0 0,0 1,0-1,0 0,-1 1,1-1,-1 1,1 0,-1 0,0-1,0 1,0 0,0 0,0 1,-1-1,1 0,0 1,-1 0,1-1,-1 1,1 0,-1 0,0 0,0 1,1-1,-1 1,0-1,0 1,0 0,1 0,-2 0,-5 3,1 1,-1-1,1 2,0-1,0 1,0 0,1 1,0 0,0 0,0 0,1 1,0 0,0 0,1 1,0 0,0 0,1 0,0 0,0 1,1-1,0 1,0 0,0 4,3-9,-1 0,0 1,1-1,0 0,0 1,0-1,1 0,0 0,-1 1,1-1,1 0,-1 0,1 0,-1 0,1 0,0 0,0-1,1 1,-1-1,1 1,0-1,0 0,0 0,0 0,1-1,-1 1,1-1,-1 1,1-1,0 0,3 1,9 3,0 0,0-2,0 1,1-2,-1 0,1-1,11-1,178-11,-108-4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0:18.0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107 499,'0'15,"0"13,3 8,2 5,3 2,1-1,0-6,-1-9</inkml:trace>
  <inkml:trace contextRef="#ctx0" brushRef="#br0" timeOffset="695.177">0 297,'122'30,"-87"-23,0 1,-1 1,0 2,-1 2,14 7,-38-14,0 1,0 1,-1-1,0 1,0 1,-1-1,0 1,0 0,-1 1,0 0,-1 0,0 0,-1 1,0-1,-1 1,0 0,0 0,-1 0,-1 0,0 1,0-1,-1 8,22 69,-21-86,0 0,1 0,-1 0,0 0,1 0,-1 0,1 0,-1 0,1 0,0-1,0 1,0-1,0 1,0-1,0 0,0 0,0 0,0 0,1 0,-1 0,0-1,1 1,-1-1,1 0,-1 1,0-1,1 0,-1 0,1-1,-1 1,1 0,-1-1,0 0,1 1,0-2,10-5,0 0,-1-1,0-1,0 0,-1 0,0-1,-1-1,0 0,-1 0,0-1,-1 0,0-1,-1 1,0-2,2-6,0 1,-2 49,-8-17,1 0,0-1,2 1,-1 0,1-1,1 1,4 11,-6-20,1 0,0 0,0 0,0 0,1-1,-1 1,1-1,0 1,0-1,0 0,0 0,0-1,1 1,-1 0,1-1,0 0,0 0,0 0,0-1,0 1,0-1,0 0,0 0,1 0,1-1,2 1,0-1,0 0,0 0,-1-1,1 0,0-1,-1 0,1 0,-1 0,1-1,-1 0,0-1,0 1,0-1,-1-1,0 1,1-1,-2 0,1-1,0 1,1-4,2-2,1-1,-2 0,0-1,-1 0,0 0,0 0,-2-1,0 0,0 0,-1-1,-1 1,2-25,-1 0,-2 0,-2 0,-1 0,-3 0,0 0,-3 1,-1 0,-2 0,-2 1,-9-20,-7 5,27 52,0 0,1 0,-1 0,0 0,0 0,1 0,-1 1,0-1,1 0,-1 0,0 1,1-1,-1 0,1 1,-1-1,0 1,1-1,-1 1,1-1,-1 1,1-1,0 1,-1-1,1 1,-1-1,1 1,0 0,0-1,-1 1,1 0,0-1,0 1,0 0,0 0,0-1,0 1,0 0,0-1,0 1,0 0,0 0,0 0,-6 33,2 2,2-1,1 0,1 0,3 9,-2-12,0 0,3-1,1 1,1-1,1 0,2 0,1-1,2 0,0 0,2-2,2 0,0 0,2-2,1 0,5 5,-14-22,1 0,0 0,1-1,-1 0,1-1,1 0,0-1,0 0,0-1,0-1,1 0,0-1,0 0,9 0,16-1</inkml:trace>
  <inkml:trace contextRef="#ctx0" brushRef="#br0" timeOffset="935.534">856 351,'16'-4,"24"-5,22-2,22 1,14 1,8 8,-5 10,-18 4</inkml:trace>
  <inkml:trace contextRef="#ctx0" brushRef="#br0" timeOffset="1635.226">1511 765,'10'-21,"-2"-1,0 0,-1-1,-1 0,-2 0,0 0,-1-1,-1 1,-2-1,-1-15,1 29,0 1,-1-1,0 1,-1-1,0 1,-1 0,0 0,0 0,-1 0,0 0,0 1,-6-8,11 17,-1-1,0 1,1 0,-1 0,0 0,0 0,0 0,1 0,-1-1,0 1,0 0,0 0,0 0,-1 0,1 0,0 0,0-1,0 1,-1 0,1 0,-1 0,1 0,0-1,-1 1,1 0,-1 0,0-1,1 1,-1-1,1 1,-1 0,0-1,0 1,1-1,-1 1,0-1,0 0,0 1,1-1,-1 0,0 1,0-1,0 0,0 0,0 0,0 0,1 0,-1 0,0 0,0 0,0 0,0-1,0 1,0 0,1 0,-1-1,0 1,0-1,0 1,9 5,-1-1,1 0,-1-1,1 0,0 0,0 0,1-1,-1 0,1-1,-1 0,1 0,-1-1,8 0,-5 1,30 1,96 14,-132-14,1 1,-1 0,0 0,0 0,0 0,-1 1,1 0,-1 0,0 0,0 0,0 1,0 0,-1-1,0 1,0 1,0-1,-1 0,0 1,0-1,0 1,0 0,-1-1,0 1,0 0,-1 0,0 0,0 0,0 0,-1-1,0 3,20 88,-18-93,1 0,0-1,-1 1,1 0,0-1,0 0,1 1,-1-1,0 0,1 0,-1 0,1 0,0-1,-1 1,1-1,0 1,0-1,0 0,0 0,0-1,0 1,1 0,-1-1,0 0,0 0,0 0,0 0,1 0,1-1,6-1,-1-1,1 0,-1 0,0-1,0 0,-1-1,1 0,2-2,108-92,-120 99,0 1,0-1,0 1,0-1,1 1,-1-1,0 1,0-1,1 1,-1-1,0 1,1-1,-1 1,0-1,1 0,-1 1,1-1,-1 0,0 1,1-1,-1 0,1 1,-1-1,1 0,0 0,-1 0,1 0,-1 1,1-1,-1 0,1 0,-1 0,1 0,0 0,-1 0,1 0,-1 0,1-1,-1 1,1 0,-1 0,1 0,-1-1,1 1,-1 0,1 0,-1-1,1 1,-1-1,0 1,1 0,-1-1,1 1,-1-1,0 1,1-1,-1 1,0-1,0 1,0 2,0 1,1 0,-1-1,0 1,1 0,-1-1,1 1,0-1,0 1,0-1,0 1,0-1,1 1,-1-1,1 0,-1 0,1 0,0 0,0 0,0 0,0 0,0-1,0 1,1-1,-1 0,0 1,1-1,-1 0,1 0,-1-1,1 1,0 0,-1-1,1 0,0 1,-1-1,1 0,0 0,6-1,-1 0,0-1,0 0,0 0,0 0,0-1,0 0,0-1,-1 0,0 0,0-1,0 1,0-2,-1 1,1-1,-2 0,1 0,-1 0,1-1,-2 0,1 0,-1 0,0 0,-1-1,1 0,-1 0,-1 0,0 0,0 0,0-3,-3 7,0-1,0 0,0 1,0-1,-1 0,0 1,0 0,0-1,0 1,-1 0,0 0,0 0,0 1,0-1,0 1,-1-1,0 1,1 0,-1 1,0-1,0 1,-1-1,1 1,0 1,-1-1,0 0,1 1,-1 0,0 0,1 1,-1-1,0 1,0 0,0 0,1 1,-1-1,0 1,0 0,1 0,-1 1,1-1,-1 1,1 0,0 0,-1 1,1 0,-4 1,0 0,1 1,0 1,0-1,0 1,0 0,1 1,0-1,0 1,1 0,0 1,0-1,0 4,3-8,0 1,0-1,1 1,-1 0,1 0,0 0,0 0,1 0,-1 0,1 0,0 0,0 0,0 0,0 0,1 0,0 0,0 0,0 0,0-1,0 1,1 0,0 0,0-1,0 1,0-1,0 0,1 0,-1 1,1-2,0 2,6 2,0 0,0-1,1 0,-1-1,1 1,0-2,0 0,1 0,-1 0,0-2,1 1,0-1,-1-1,1 0,3 0,27-2</inkml:trace>
  <inkml:trace contextRef="#ctx0" brushRef="#br0" timeOffset="1886.579">2514 44,'-19'2,"-11"6,-7 5,1 8,7 5,9 4,9 5,14 0,13 1,3-5</inkml:trace>
  <inkml:trace contextRef="#ctx0" brushRef="#br0" timeOffset="2401.019">2687 632,'15'11,"72"44,-84-53,1-1,-1 1,1-1,-1-1,1 1,-1 0,1-1,0 1,-1-1,1 0,-1-1,1 1,0 0,-1-1,1 0,-1 0,1 0,-1 0,0-1,1 1,-1-1,0 0,0 0,0 0,0 0,0-1,4-6,-1 0,0 0,-1 0,0-1,-1 0,1 0,-2 0,0 0,0-1,-1 0,0 1,-1-1,0 0,0 0,-2 1,1-1,-1 0,-1-1,2 3,-1-1,0 0,0 0,-1 0,0 1,-1-1,0 1,0 0,-1-1,0 2,-1-1,0 0,-1 1,-1-2,6 9,0 0,0 1,0-1,0 0,-1 1,1-1,0 1,0-1,0 1,-1 0,1 0,0-1,-1 1,1 0,0 0,-1 0,1 0,0 0,-1 1,1-1,0 0,0 1,-1-1,1 1,0-1,0 1,0-1,0 1,-1 0,1 0,0-1,0 1,0 0,1 0,-1 0,0 0,0 0,0 0,1 0,-1 1,1-1,-1 0,1 0,-1 1,1-1,-1 0,1 0,0 1,0-1,0 0,0 1,0-1,0 0,0 1,0-1,1 0,-1 0,0 1,1-1,-1 0,1 0,-1 1,1-1,0 0,-1 0,1 0,0 0,0 0,0 0,4 4,1 0,-1 0,1-1,0 0,0 0,1 0,-1-1,1 0,0 0,0-1,0 0,0 0,0-1,0 1,1-2,-1 1,0-1,1 0,0 0,-3 0,32 2,82 13,-114-13,0 0,0 0,0 0,0 0,0 1,0 0,-1 0,1 0,-1 0,0 1,0 0,0 0,0 0,-1 0,1 1,-1-1,-1 1,1 0,0 0,-1 1,12 35,-14-36,0 0,0-1,1 1,0-1,0 1,0-1,1 0,-1 1,1-1,0 0,0 0,1 0,-1 0,1-1,0 1,0-1,0 1,0-1,1 0,-1 0,1-1,0 1,0-1,0 1,0-1,0-1,0 1,1 0,-1-1,0 0,1 0,4 0,4-3,0-2,0 1,0-1,0-1,-1-1,0 1,0-2,0 0,-1 0,0-1,0 0,-1-1,9-10,-9 10,-1 0,0-1,-1 0,1 0,-2-1,0 0,0 0,4-12,-13 34,0 1,0-1,1 0,1 0,0 0,0 1,1-1,0 0,1 0,0 0,3 4,-1-7,1 0,0-1,1 0,0 0,0 0,1-1,-1 0,1 0,1-1,-1 0,1 0,0-1,0 0,0 0,1-1,-1 0,1 0,0-1,-1 0,1 0,0-1,0-1,0 1,8-2,14 0</inkml:trace>
  <inkml:trace contextRef="#ctx0" brushRef="#br0" timeOffset="2651.351">3623 177,'-13'0,"-10"0,-3 5,4 3,9 6,19 2,19 0,6-1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0:26.6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53 577,'25'-45,"-2"-1,-2 0,-1-2,-3-1,-3 0,-1-1,-2 0,2-37,-19 20,5 65,1 0,-1 0,1 0,-1 0,0 0,0 0,0 0,0 0,0 1,0-1,-1 0,1 1,-1-1,1 1,-1-1,1 1,-1 0,0 0,0 0,1-1,-1 2,0-1,0 0,0 0,0 1,0-1,0 1,0-1,-1 1,-4 1,1 1,-1 0,1 0,0 0,0 1,0 0,0 0,0 0,1 1,-1 0,1 0,0 0,0 1,1-1,-1 1,1 0,0 1,0-1,1 1,-1 0,0 2,-3 5,1-1,0 1,1 0,0 0,1 0,0 1,1-1,1 1,0 0,1 0,0 0,2 0,-1 0,2 0,-1 0,2-1,0 1,1 0,0-1,1 0,0 0,1 0,1-1,0 0,0 0,1-1,1 0,0 0,1-1,0 0,0-1,1 0,0 0,0-1,6 2,-3-3,0 0,0-2,1 1,0-2,0 0,0-1,0 0,6-1,-14-1,0-1,0 1,0-2,0 1,0-1,0 0,0 0,0-1,0 0,-1 0,1-1,-1 1,1-2,-1 1,0-1,0 1,-1-2,1 1,1-2,-6 5,-1 0,1 0,-1 0,1 0,0 0,-1 0,1 0,0 0,-1 0,1 1,0-1,0 0,0 1,0-1,0 0,0 1,0-1,0 1,0 0,0-1,0 1,0 0,0-1,0 1,0 0,0 0,0 0,0 0,1 0,-1 0,0 0,0 1,0-1,0 0,0 1,0-1,0 0,0 1,0-1,0 1,0 0,0-1,0 2,5 3,-1 0,1 0,0 0,1-1,-1 1,1-2,-1 1,1-1,0 0,1 0,-1-1,0 0,1 0,-1-1,1 0,-1 0,1-1,0 0,-1 0,1 0,0-1,-1-1,1 1,-1-1,0-1,1 1,1-2,-6 2,-1 0,1 0,-1 0,1 0,-1-1,0 1,0-1,0 0,0 1,-1-1,1 0,-1 0,1 0,-1 0,0 0,0 0,-1-1,1 1,-1 0,1 0,-1-1,0 1,0 0,-1-1,1 1,0 0,-1 0,0 0,0-1,0 1,0 0,-1 0,1 0,-1 1,0-1,1 0,-1 0,0 1,-1 0,1-1,0 1,-1 0,1 0,-1 0,0 0,0 0,0 1,0 0,0-1,0 1,-2-1,-2-1,-1 0,1 0,-1 1,0 0,0 0,0 1,0 0,0 0,0 1,0 0,0 0,0 1,-1 0,2 0,-1 1,0 0,0 1,0 0,1 0,0 0,-1 1,1 0,1 0,-1 1,1 0,-1 0,1 1,4-3,1-1,-1 1,1-1,0 1,0 0,0 0,0 0,0 0,1 0,-1-1,1 1,0 0,0 0,0 0,0 0,0 0,1 0,-1 0,1 0,0 0,0 0,0 0,0-1,0 1,1 0,-1-1,1 1,0-1,0 0,0 1,0-1,0 0,0 0,0 0,1-1,-1 1,1 0,0-1,-1 0,1 1,2-1,31 17</inkml:trace>
  <inkml:trace contextRef="#ctx0" brushRef="#br0" timeOffset="629.499">1096 364,'-9'-3,"0"0,0 1,0 0,0 1,0 0,0 0,0 1,-1 0,1 1,0 0,0 0,0 1,0 0,0 1,1 0,-1 0,1 1,0 0,-1 0,2 1,-1 0,1 1,-1-1,2 1,-1 1,1-1,-1 1,-2 6,8-12,0 1,0 0,0-1,0 1,0 0,1-1,-1 1,1 0,-1 0,1 0,0 0,-1-1,1 1,0 0,1 0,-1 0,0 0,0 0,1-1,-1 1,1 0,-1 0,1-1,0 1,0 0,0-1,0 1,0 0,0-1,0 0,0 1,1-1,-1 0,1 1,-1-1,1 0,-1 0,1 0,-1 0,1-1,0 1,0 0,-1-1,1 1,0-1,0 0,0 1,1-1,12 0,1-1,-1 0,1-1,-1 0,1-2,-1 0,-1 0,1-2,0 0,-1 0,0-1,-1-1,0 0,0-1,2-3,30-24,-44 36,0 0,1 0,-1 1,0-1,0 0,0 0,0 1,1-1,-1 1,0-1,0 1,0 0,0-1,0 1,0 0,0 0,0 0,0 0,-1-1,1 1,0 0,-1 0,1 1,0-1,-1 0,1 0,-1 0,0 0,1 0,-1 1,0-1,0 0,1 0,-1 0,0 1,0-1,-1 0,1 0,0 1,0-1,0 0,-1 0,1 0,-1 0,1 1,1 10,10 31,3-1,1 0,1-1,3-1,3 3,61 155,-69-119,-14-77,0 1,0 0,0-1,-1 1,1 0,-1-1,1 1,-1 0,0-1,0 1,0-1,0 1,-1-1,1 0,-1 0,1 1,-1-1,0 0,0 0,0-1,0 1,0 0,0-1,0 1,-1-1,1 1,-2-1,-2 0,0-1,0 0,0 0,0-1,0 1,0-1,0-1,0 1,0-1,0 0,1-1,-1 1,1-1,-1 0,1 0,0-1,0 0,1 1,-1-2,1 1,0 0,0-1,0 0,1 0,-1 0,-1-6,-3 0,1-1,1-1,0 0,1 1,0-2,1 1,1 0,0-1,0 0,2 0,-1 1,2-1,0 0,1 0,0 0,1 0,1 0,0 1,0-1,2 1,4-10,1 0,1 0,1 0,1 1,1 1,1 0,1 1,0 1,2 1,0 0,1 1,12-7,-16 12,1 1,0 1,0 0,2 1,-1 1,1 1,13-4,-29 10,0 0,0 0,0 1,0-1,0 1,0 0,0 0,0 0,0 0,0 0,0 0,0 0,0 0,0 1,0-1,0 1,0 0,0-1,-1 1,1 0,0 0,0 0,-1 0,1 1,-1-1,1 0,-1 1,1-1,-1 1,0-1,0 1,1 0,-1-1,0 1,-1 0,1 0,0 0,-1 0,1 0,-1 0,1 0,-1 0,0 0,0 0,0 0,0 0,0 0,0 0,-1 0,-11 180,13-178,0 0,1 1,0-1,0 0,0 0,0 0,0-1,1 1,0 0,0-1,0 0,0 1,0-1,1 0,0-1,-1 1,1-1,0 0,0 0,0 0,0 0,1 0,-1-1,0 0,1 0,-1 0,1-1,-1 1,1-1,-1 0,1 0,-1-1,1 0,-1 1,0-1,1-1,-1 1,0-1,1 0,27-7</inkml:trace>
  <inkml:trace contextRef="#ctx0" brushRef="#br0" timeOffset="879.853">1711 109,'-2'16,"5"8,3-1</inkml:trace>
  <inkml:trace contextRef="#ctx0" brushRef="#br0" timeOffset="1049.4">2473 404,'-44'-11,"-1"1,0 3,0 1,-1 3,1 1,-28 4,65-3,1 1,0 0,0 1,0 0,0 0,0 0,0 1,0 0,0 0,1 1,-1 0,1 0,-1 1,1-1,0 1,-5 5,11-7,-1 0,1 1,0-1,-1 0,1 1,0-1,1 0,-1 1,0-1,1 0,-1 0,1 1,-1-1,1 0,0 0,0 0,0 0,0 0,1 0,-1 0,0 0,1 0,0-1,-1 1,1-1,0 1,0-1,-1 1,1-1,0 0,1 0,-1 0,0 0,0 0,0-1,0 1,1-1,-1 1,0-1,2 0,42 13,0-1,0-3,1-2,0-2,0-1,0-3,17-3,237-12,-159 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0:24.6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3,'18'-2,"1"2,-1 0,1 1,-1 0,1 2,-1 0,0 1,0 1,0 0,-1 2,0 0,1 1,-11-5,0 1,-1-1,1 1,-1 0,0 1,0-1,0 1,-1 0,0 1,0-1,0 1,-1 0,1 0,-1 1,-1-1,1 1,-1 0,-1 0,1 0,-1 0,0 0,-1 1,0-1,0 1,0-1,-1 1,0-1,-1 1,1-1,-3 7,-3 4,-1 0,-1 0,-1 0,0-1,-1 0,-1-1,-1 0,0-1,-1 0,-7 5,12-11,7-7,0-2,0 0,0 1,0-1,0 1,0-1,0 1,0 0,0-1,0 1,1 0,-1-1,0 1,1 0,-1 0,0 0,1 0,-1 0,1 0,-1 0,1 0,0 0,-1 0,1 0,0 0,0 0,0 0,0 0,0 0,0 0,0 0,0 0,0 0,0 0,1 0,-1 0,0 0,1 0,-1 0,1 0,-1 0,1 0,-1 0,1 0,0 0,-1 0,1-1,0 1,0 0,-1-1,1 1,0 0,0-1,112 14,-88-13,60 1,1-4,0-4,24-7,-60 1,-43 8</inkml:trace>
  <inkml:trace contextRef="#ctx0" brushRef="#br0" timeOffset="244.059">53 243,'14'0,"16"0,16-2,14-3,11-1,6 1,5 1,-4 2,-14 0</inkml:trace>
  <inkml:trace contextRef="#ctx0" brushRef="#br0" timeOffset="1215.286">829 351,'4'-2,"121"-56,-119 54,0 1,-1-1,0 0,0 0,0-1,-1 1,1-1,-1 0,0-1,0 1,-1-1,0 1,0-1,0 0,0 0,-1 0,0-1,-1 1,2-5,-3 8,0 1,0-1,0 0,0 0,0 0,0 1,-1-1,1 0,-1 0,0 1,0-1,0 0,0 1,0-1,-1 1,1 0,-1-1,1 1,-1 0,0 0,0 0,0 0,0 0,0 0,-1 1,1-1,0 1,-1-1,1 1,-1 0,1 0,-1 0,0 0,0 1,-2-1,0 0,-1 0,0 0,0 1,0 0,0 0,1 1,-1-1,0 1,0 1,1-1,-1 1,1 0,-1 0,1 0,0 1,-5 3,4-3,1 1,0 0,1 0,-1 0,1 1,0 0,0-1,0 2,1-1,-1 0,1 0,1 1,-1 0,1 0,0-1,0 1,1 1,-1-1,1 0,1 0,-1 0,1 0,0 1,1-1,-1 0,1 0,0 0,1 1,0-1,0-1,0 1,0 0,1 0,0-1,0 0,1 1,0-1,8 5,1-1,0 0,1-1,0-1,0 0,1-1,-1 0,2-1,-1-1,0 0,1-1,-1-1,1-1,0 0,0 0,12-3,-20 3,-1-1,1 0,-1-1,1 0,0 0,-1 0,0-1,1 0,-1-1,0 1,0-1,0-1,-1 1,1-1,-1-1,0 1,0-1,0 0,0 0,-1-1,0 1,0-1,-1 0,0-1,0 1,0-1,-1 0,1 0,1-7,-3 0,0 0,0 0,-2 0,0 0,0 0,-1 0,-1 0,0 0,-1 0,-1 1,0-1,-4-7,-22-7,127 44,-71-13,102 23,-123-25,0 1,0 1,-1-1,1 0,-1 1,0 0,0 0,0 0,0 1,0-1,0 1,-1 0,0 0,0 0,0 1,0-1,-1 1,0-1,0 1,0 0,0 0,-1 0,1 2,-1 63,4 17,-3-84,-1 0,0 0,1-1,-1 1,1-1,0 1,0-1,0 0,0 0,0 1,0-2,0 1,1 0,-1 0,1-1,0 1,-1-1,1 0,0 0,0 0,0 0,0 0,0-1,0 1,0-1,0 0,0 0,0 0,0 0,0 0,0-1,1 0,97-28,-96 27,19-8,-18 7,0 0,0 0,0 0,1 1,-1 0,1 0,-1 0,1 1,0 0,-1 0,1 1,0 0,0 0,0 1,-1 0,1 0,6 2,9 6,1 0,0-1,1-1,-1-2,6 1,-20-5,0 0,-1 0,1-1,0 0,0 0,-1-1,1 0,0-1,-1 0,1 0,-1-1,0 0,0 0,0-1,0 0,0-1,-4 2,-1 1,1-1,-1 0,0 0,0-1,0 1,-1-1,1 1,-1-1,0 0,0 1,0-1,-1-1,1 1,-1 0,0 0,0 0,0-1,-1 1,1 0,-1-1,0 1,0 0,-1-1,0 1,1 0,-1 0,-1-1,1 1,0 0,-1 0,0 0,0 0,0 1,-1-1,1 0,-1 1,0 0,0-1,0 1,0 1,0-1,-1 0,1 1,-1-1,-2 0,-4-3,0 1,-1 0,1 1,-1 0,0 1,0 0,0 1,0 0,-1 0,1 1,0 1,-1 0,1 1,0 0,-1 0,1 1,0 1,0 0,0 0,1 1,-1 1,1 0,0 0,0 1,0 0,1 1,-8 6,15-11,-1 0,1 0,0 0,0 0,-1 1,2-1,-1 1,0-1,0 1,1 0,-1-1,1 1,0 0,0 0,0 0,0 0,1 0,-1 0,1 0,0 1,0-1,0 0,0 0,0 0,1 0,-1 0,1 0,0 0,0 0,0 0,0 0,1 0,-1 0,1-1,0 1,-1-1,1 1,0-1,2 2,31 16,4-4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0:23.62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77 37,'0'18,"0"17,0 17,0 13,0 9,0 6,0 2,0 2,0-6,0-7,0-13,0-16</inkml:trace>
  <inkml:trace contextRef="#ctx0" brushRef="#br0" timeOffset="531.413">64 692,'-22'-125,"6"0,5-1,5-47,5 170,1-1,-1 1,1-1,0 1,-1-1,1 1,1-1,-1 1,1-1,-1 1,1-1,0 1,0 0,0-1,1 1,-1 0,1 0,0 0,0 0,0 0,0 0,0 1,1-1,-1 1,1-1,-1 1,1 0,0 0,0 0,0 1,0-1,1 1,-1-1,0 1,0 0,1 0,2 0,2 2,1-1,-1 1,1 1,-1 0,0 0,0 1,0 0,0 0,0 1,-1 0,0 0,1 1,-2 0,1 0,0 0,-1 1,0 0,-1 1,3 2,-7-7,1 0,-1 0,1 0,-1 1,0-1,0 0,0 1,0-1,-1 1,1 0,-1-1,1 1,-1-1,0 1,0 0,0-1,0 1,-1-1,1 1,-1 0,1-1,-1 1,0-1,0 1,0-1,0 0,-1 1,1-1,-1 0,1 0,-1 0,0 0,0 0,1 0,-3 0,-4 5,0-1,-1-1,0 1,0-1,0-1,0 0,-1 0,-6 1,7-2,0 0,0-1,0 0,-1 0,1-1,0 0,-1-1,1 0,-1-1,1 0,-7-1,9-8,25 4,349-12,-348 15,1-1,-1-1,-1 0,1-2,-1 0,3-3,-15 8,-1-1,0 0,1 0,-1-1,-1 1,1-1,0 0,-1 0,0-1,0 1,0-1,-1 0,1 0,-1 0,-1-1,1 1,-1-1,1 1,-2-1,1 0,0-5,-2 7,-1 0,0 1,0-1,0 0,0 0,-1 1,0-1,0 1,0-1,0 1,0-1,0 1,-1 0,0 0,0 1,0-1,0 0,0 1,0 0,0 0,-1 0,1 0,-1 0,0 1,1-1,-1 1,0 0,0 0,0 1,0-1,0 1,0 0,0 0,0 0,0 0,0 1,0 0,1 0,-1 0,0 0,0 0,-3 2,5-2,-1 0,0 1,0-1,1 1,-1-1,0 1,1 0,0 0,-1 0,1 0,0 0,0 1,0-1,1 1,-1-1,1 1,-1 0,1-1,0 1,0 0,0 0,0 0,0 0,1 0,-1 0,1 0,0 0,0 0,0 0,0 0,1 0,-1 0,1 0,0 0,0 0,0 0,0 0,0 0,1-1,-1 1,1-1,0 1,-1-1,1 1,1 0,8 4,0-1,0 0,0 0,1-1,0 0,0-1,0-1,1 0,-1 0,1-1,0-1,-1 0,11-1,181-5,-104-5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0:21.0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269 580,'-7'-5,"0"1,-1 1,1-1,-1 2,0-1,0 1,0 0,0 0,0 1,0 0,0 1,-1-1,1 2,0-1,-1 1,1 0,0 1,0 0,0 0,0 1,1 0,-1 1,1-1,-1 1,1 1,1-1,-1 1,0 0,1 1,0 0,1 0,-1 0,-2 4,6-5,0 0,0-1,0 1,1 0,0 0,0 0,0 0,0 0,1 0,0 1,0-1,0 0,1 0,0 0,0 0,0 0,0 0,1 0,0 0,0-1,0 1,1-1,-1 1,1-1,0 0,1 0,-1 0,0 0,1-1,0 1,0-1,0 0,0 0,1-1,-1 1,1-1,0 0,2 1,5 2,-1-1,1 0,0-1,0 0,1 0,-1-2,0 0,1 0,-1-1,1 0,-1-1,0-1,3 0,-9 1,0-1,0 1,0-1,0 0,0-1,0 1,0-1,-1 0,0-1,1 1,-1-1,0 0,-1-1,1 1,-1-1,0 0,0 0,0 0,-1 0,0-1,0 1,0-1,-1 0,1 0,-1 0,0-2,-1 4,0 0,-1 0,1 0,-1 0,0 0,0 0,0 0,0 1,-1-1,0 0,0 0,0 0,0 0,0 1,-1-1,1 1,-1-1,0 1,0-1,-1 1,1 0,-1 0,1 0,-1 1,0-1,0 0,0 1,0 0,-4-2,6 5,-1-1,0 1,1 0,-1 0,0 0,1 0,-1 0,1 0,0 0,-1 0,1 1,0-1,-1 0,1 1,0-1,0 1,0 0,1-1,-1 1,0 0,0-1,1 1,-1 0,1 0,0 0,0-1,-1 1,1 0,0 0,0 0,1 0,-1-1,0 1,1 0,-1 0,1-1,-1 1,1 0,0 0,0-1,0 2,2 3,0 0,0 0,0-1,1 1,0 0,0-1,0 0,1 0,0-1,0 1,0-1,0 0,1 0,-1-1,1 1,0-1,0 0,1-1,116 33,-64-26</inkml:trace>
  <inkml:trace contextRef="#ctx0" brushRef="#br0" timeOffset="655.266">924 580,'-14'-2,"0"2,-1-1,1 2,0 0,0 1,-1 0,1 1,1 1,-1 0,0 1,1 0,0 1,1 1,-1 0,-9 7,18-12,0 1,0-1,1 1,-1 0,1 0,0 0,0 0,0 0,0 1,0-1,1 1,-1 0,1 0,0 0,0 0,1 0,-1 0,1 1,0-1,0 0,1 1,-1-1,1 1,0-1,0 1,0-1,1 1,-1-1,1 0,1 3,4 1,1 0,0-1,1 1,-1-2,1 1,1-1,-1 0,1-1,0 0,0-1,1 1,-1-2,1 1,0-1,0-1,0 0,0 0,0-1,5 0,7 2,-1-1,1-1,0-1,0-1,-1-1,1-1,-1 0,1-2,-1 0,19-9,-30 10,0 0,0-1,0 0,-1-1,1 0,-1-1,-1 0,1 0,-1-1,0 0,-1 0,0-1,0 0,-1 0,0-1,-1 1,0-1,-1 0,1-1,-2 1,0-1,1-2,0-31,-1 0,-2-1,-2 1,-2 0,-2 0,-2 1,-8-30,10 47,-44-179,48 203,1 1,0 1,1-1,-1 0,0 0,0 0,-1 0,1 0,0 1,0-1,0 0,0 0,-1 0,1 1,0-1,-1 0,1 0,-1 1,1-1,-1 0,1 1,-1-1,1 0,-1 1,0-1,1 1,-1-1,0 1,1-1,-1 1,0-1,0 1,1 0,-1-1,0 1,0 0,0 0,0 0,1 0,-1 0,0 0,0 0,0 0,0 0,0 0,0 0,-19 75,14-28,3-1,2 1,1 0,3 0,2-1,1 0,8 24,-8-46,1 0,1 0,1-1,1 0,0 0,2-1,1-1,1 0,0-1,2 0,0-1,1-1,1 0,18 13,-24-23,0 0,1 0,0-1,0-1,0 0,1-1,0 0,0-1,4 0,-12-3,0 0,-1 0,1 0,-1-1,1 0,0-1,-1 1,1-1,-1 0,1 0,-1-1,0 1,1-1,-1 0,0-1,0 1,0-1,-1 0,1-1,0 1,-1-1,0 1,0-1,0-1,0 0,3-6,1-1,-2-1,0 0,0 1,-1-2,-1 1,1-6,12-32,-17 51,0 0,0 0,0 1,1-1,-1 0,0 0,0 0,0 0,0 0,0 0,1 1,-1-1,0 0,0 0,0 0,0 0,0 0,1 0,-1 0,0 0,0 0,0 0,1 0,-1 0,0 0,0 0,0 0,0 0,1 0,-1 0,0 0,0 0,0 0,1 0,-1 0,0 0,0 0,0 0,0 0,1-1,-1 24,-4 14,2-26,0-1,1 1,0 0,1 0,0 0,1-1,0 1,1 0,0-1,0 1,4 8,-4-16,0 0,0 0,0-1,1 1,-1-1,1 1,-1-1,1 0,0 0,0 0,0 0,0 0,0-1,1 1,-1-1,0 0,1 0,-1 0,1 0,-1-1,1 1,-1-1,1 0,2 0,27-2</inkml:trace>
  <inkml:trace contextRef="#ctx0" brushRef="#br0" timeOffset="886.646">1900 526,'-16'-5,"-7"-3,-3-3,2-2,2-1,5 2</inkml:trace>
  <inkml:trace contextRef="#ctx0" brushRef="#br0" timeOffset="1133.128">1044 258,'21'-13,"24"-8,28-1,24 0,23 4,13 4,-15 6</inkml:trace>
  <inkml:trace contextRef="#ctx0" brushRef="#br0" timeOffset="1378.473">2208 459,'9'29,"2"-1,0 0,2-1,2 0,0-1,2-1,0 0,2-2,0 0,2-1,1-1,0 0,18 11,-38-30,0 0,1 0,-1 1,0-1,1-1,-1 1,1 0,-1-1,1 1,0-1,0 0,-1 0,1 0,0 0,0 0,0-1,0 1,0-1,0 0,0 0,0 0,1 0,-1-1,0 1,0-1,0 0,-1 1,1-1,0-1,0 1,0 0,-1-1,1 1,1-2,-1-7,0 0,-1 0,1 0,-2 0,0 0,0 0,-1-1,0 1,0 0,-1 0,-1 0,0-1,0 1,-1 1,0-1,-1-1,-1-7,-23-108,28 124,-1 0,0 1,1-1,0 0,-1 0,1 1,0-1,0 0,0 0,0 1,0-1,0 0,1 0,-1 1,0-1,1 0,0 1,-1-1,1 0,0 1,0-1,0 1,0-1,0 1,0-1,0 1,0 0,1 0,-1 0,0 0,1 0,-1 0,1 0,-1 0,1 0,1 0,22-2,2 5</inkml:trace>
  <inkml:trace contextRef="#ctx0" brushRef="#br0" timeOffset="1677.668">2796 686,'16'2,"0"0,1-1,-1 0,1-1,-1-1,0-1,1-1,-1 0,0 0,0-2,-1 0,1-1,-1-1,0 0,-1-1,0 0,2-3,-9 7,-1-1,0 0,0 0,-1-1,1 0,-1 0,-1 0,1 0,-1-1,0 1,0-1,0-3,-3 8,0-1,0 0,0 0,-1 0,1 0,-1 0,1 0,-1 0,0 0,0 0,0 1,-1-1,1 0,-1 0,0 0,1 0,-1 0,-1 0,1 1,0-1,-1 0,1 1,-1-1,0 1,0 0,0 0,0-1,0 1,0 0,0 1,-1-1,1 0,-1 1,-3-2,0 0,0 0,0 1,0 0,0 0,0 1,-1-1,1 1,-1 1,1-1,-1 1,1 1,-1-1,1 1,-1 0,1 0,0 1,-1 0,1 0,0 0,0 1,1 0,-1 0,0 0,1 1,0 0,-4 3,3-2,0 0,-1 0,2 1,-1 0,1 0,0 0,0 0,0 1,1 0,0 0,0 0,1 1,0-1,1 1,-1 0,1-1,1 1,0 0,0 0,0 0,1 1,0 1,1-5,0 0,1 0,0 0,-1 0,1-1,1 1,-1-1,1 0,0 1,0-1,0-1,0 1,1 0,-1-1,1 1,0-1,0 0,1-1,-1 1,1 0,98 35,-54-30,1-1,-1-3,1-2,0-2,0-3,34-6,1-2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0:30.1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 1,'0'156,"-1"89,18 104,20 153,-27-249,20 69,-25-282,-1 0,-2 0,-2 1,-2-1,-1 0,-6 24,-3-11,3 1,2 1,2-1,3 1,4 50,24 527,17-279,14 273,-36-251,24 72,3 14,-31-113,30 351,-31-569,32 349,-35 657,4-249,36 479,-52-907,19 563,32-88,-28-571,25 65,-17-168,-10 37,-15-149,6-1,19 77,-20-153,-3 0,-3 0,-3 59,-4-32,1-89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0:37.83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 0,'-2'88,"4"-1,4 0,4-1,4 1,3-2,9 14,15 97,-27-90,-22-78,7-28,1 1,-1-1,0 0,1 0,-1 0,1 0,-1 1,0-1,1 0,-1 0,0 0,1 0,-1 0,0 0,1-1,-1 1,1 0,-1 0,0 0,1-1,-1 1,1 0,-1-1,1 1,-1 0,1-1,-1 1,1-1,-1 1,1 0,-1-1,1 1,0-1,-1 0,1 1,0-1,-1 1,1-1,0 1,0-1,0 0,-1 0,-8-18,0-1,1-1,1 1,1-1,0-1,2 1,1-1,0 0,1-8,1 19,-5-63,2 0,4 0,4 0,2 0,4 0,11-38,-18 96,-1 6,0 1,0-1,1 0,0 1,0-1,1 1,0 0,1 1,0-1,6-7,-10 15,0 0,0 1,-1-1,1 1,0-1,0 1,0-1,0 1,-1-1,1 1,0 0,0-1,0 1,0 0,0 0,0 0,0 0,0 0,0 0,0 0,0 0,0 0,0 0,0 1,0-1,0 0,0 0,-1 1,1-1,0 1,0-1,0 1,0-1,-1 1,1 0,0-1,-1 1,1 0,0 0,0 0,24 35,-24-33,47 102,-46-100,-1 0,0 1,1-1,-2 0,1 0,0 1,-1-1,0 0,-1 0,1 1,-1-1,0 0,0 0,0 0,-1 1,0-1,0-1,0 1,-1 0,0 1,2-4,0 0,0-1,0 1,0-1,-1 1,1-1,0 1,-1-1,1 0,-1 0,1 1,-1-1,1 0,-1-1,0 1,0 0,1 0,-1-1,0 1,0-1,0 1,0-1,0 0,1 0,-1 0,0 0,0 0,0 0,0-1,0 1,0-1,0 1,1-1,-1 1,0-1,0 0,1 0,-1 0,1 0,-1 0,1-1,-1 1,1 0,0-1,-1 1,1-1,0 1,0-1,0 1,0-1,0 0,1 0,-1 1,0-1,1-1,0 1,0 0,0-1,0 1,0-1,0 1,1 0,-1-1,1 1,0 0,0-1,0 1,0 0,0 0,0 0,0 0,1 0,-1 0,1 0,-1 0,1 1,0-1,0 0,0 1,0 0,0-1,0 1,0 0,0 0,2 0,71-25,33 3,-64 16,-1-3,0-1,-1-2,15-8,-55 21,0-1,0 1,0-1,0 1,0-1,0 0,0 1,0-1,0 0,0 0,0-1,0 1,-1 0,1-1,0 1,-1-1,0 1,1-1,-1 0,0 1,0-1,0 0,0 0,0 0,0 0,0 0,-1 0,1 0,-1 0,1 0,-1 0,0-1,0 1,0 0,0 0,0 0,-1 0,1 0,0 0,-1-1,0 0,-6-2,1 0,-1 1,0 0,0 1,0-1,-1 1,1 1,-1-1,0 1,0 1,1-1,-1 1,0 1,0-1,0 1,0 1,-5 0,5 0,0 0,1 0,-1 0,0 1,1 0,-1 1,1 0,0 0,0 0,0 1,0 0,-4 3,9-5,-1 0,1 0,0 0,0 1,0-1,0 0,0 1,0 0,1-1,-1 1,1 0,-1 0,1-1,0 1,0 0,1 0,-1 0,1 1,-1-1,1 0,0 0,0 0,0 0,1 0,-1 0,1 0,-1 0,1 0,0 0,0 0,1 0,0 2,7 6,0 0,1-1,0-1,0 1,1-2,0 1,1-1,0-1,0 0,0-1,1-1,0 1,0-2,0 0,1-1,-1 0,1-1,3 0,193 24,-109-21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0:38.3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14,'0'15,"0"1,2-1,0 1,1-1,0 0,1 0,1 0,0 0,1-1,1 0,0 0,9 11,-15-23,0 1,0-1,0 0,1 0,-1 0,1 0,0-1,-1 1,1 0,0-1,0 1,0-1,0 1,0-1,1 0,-1 0,0 0,0 0,1 0,-1-1,1 1,-1-1,1 1,-1-1,0 0,1 0,-1 0,1-1,-1 1,1 0,-1-1,1 0,-1 1,0-1,1 0,-1 0,0 0,0-1,0 1,0 0,0-1,1 0,5-8,0 1,0-1,-1 0,-1-1,0 0,0 0,-1 0,0-1,-1 1,0-1,-1 0,-1 0,0-1,0 1,-1-6,-4 8,-2 34,7-16,-1-1,1 1,0 0,1-1,-1 1,2-1,-1 0,1 0,0 0,0 0,1-1,0 1,0-1,1 0,-1-1,1 0,1 0,-1 0,1 0,-1-1,1 0,1-1,3 2,29 13</inkml:trace>
  <inkml:trace contextRef="#ctx0" brushRef="#br0" timeOffset="804.241">522 1,'31'56,"-7"-9,3-1,2-1,9 9,-35-50,0 0,0 0,0-1,0 0,0 1,1-1,-1 0,1-1,0 1,0-1,0 0,0 1,0-2,0 1,1 0,-1-1,1 0,-1 0,1 0,-1-1,1 0,-1 1,1-2,0 1,-1 0,1-1,-1 0,1 0,-1 0,1-1,-1 1,0-1,0 0,0 0,0-1,0 1,0-1,-1 0,1 0,-1 0,3-5,0 0,-1-1,0 1,0-1,-1 0,0 0,-1 0,0-1,0 1,-1-1,-1 0,1 1,-1-1,-1 0,0 0,0 0,-1 0,-1 1,1-2,0 12,1-1,0 1,0-1,0 1,-1-1,1 0,0 1,0-1,-1 1,1-1,0 0,-1 1,1-1,-1 0,1 1,0-1,-1 0,1 0,-1 0,1 1,-1-1,1 0,0 0,-1 0,1 0,-1 0,1 0,-1 0,1 0,-1 0,1 0,-1 0,1 0,-1 0,1 0,-1 0,1 0,-1-1,1 1,0 0,-1 0,1-1,-1 1,1 0,0 0,-1-1,1 1,0 0,-1-1,1 1,0 8,0 0,1-1,0 1,0 0,1 0,0-1,0 1,1-1,0 1,0-1,1 0,-1 0,2-1,-1 1,1-1,0 0,0 0,1 0,0-1,0 0,0 0,0 0,1-1,0 0,0 0,0-1,0 0,0 0,1-1,-1 0,1 0,0-1,0 1,0-2,-1 1,1-1,0-1,0 1,0-1,0 0,4-2,-6 0,-1 1,1-1,-1 0,1-1,-1 1,0-1,0 0,-1 0,1-1,-1 1,0-1,0 0,0 0,-1 0,0-1,0 1,0-1,-1 0,0 0,0 0,0 0,-1 0,0 0,0 0,0 0,-1-1,0-1,0 9,0 0,-1-1,1 1,0-1,-1 1,1 0,-1-1,1 1,-1-1,1 1,-1-1,1 1,-1-1,1 1,-1-1,0 0,1 1,-1-1,0 0,1 0,-1 1,0-1,1 0,-1 0,0 0,0 0,1 0,-1 0,0 0,1 0,-1 0,0 0,0 0,1 0,-1-1,0 1,1 0,-1-1,0 1,1 0,-1-1,1 1,-1-1,0 1,1-1,-1 1,1-1,-1 1,1-1,0 1,-1-1,1 0,0 1,-1-1,1 0,0 1,0-1,-1 0,1 1,0-1,-2 5,1 0,-1 1,1-1,0 1,0 0,1-1,-1 1,1 0,0 0,1-1,-1 1,1 0,0-1,0 1,0 0,0-1,1 1,0-1,0 0,0 0,1 0,-1 0,1 0,0 0,0 0,0-1,0 0,1 1,0-1,0 0,3 2,0 0,0 0,0-1,0 0,1 0,-1-1,1 0,0-1,0 1,0-1,0-1,1 0,-1 0,0 0,1-1,-1-1,1 1,-5-1,0 0,0-1,1 1,-1-1,0 0,0 0,-1 0,1-1,0 1,-1-1,1 0,-1 0,0 0,0 0,0-1,0 1,-1-1,0 0,1 1,-1-1,-1 0,2-2,24-95,-26 97,0 0,0 0,0 0,0 0,-1 0,0-1,0 1,0 0,0 0,-1 0,0 0,0 0,0 0,0 0,0 0,-1 1,0-1,1 0,-1 1,-1-1,0 0,2 4,-1 0,0 0,0 0,1 0,-1 1,0-1,1 1,-1-1,1 1,-1-1,1 1,-1 0,1 0,-1 0,1 0,-1 0,1 0,0 0,0 1,0-1,0 0,0 0,0 1,0-1,0 1,0-1,1 1,-1 0,0-1,1 1,-1-1,1 1,0 0,0-1,0 3,-2 2,1 1,0-1,0 1,1 0,-1-1,2 1,-1 0,1-1,0 1,0-1,1 1,0-1,0 0,0 1,1-1,0 0,0-1,0 1,1 0,0-1,0 0,1 0,1 2,6 4,0 0,1 0,0-1,1-1,0 0,0-1,1-1,0 0,1-1,110 29,-73-26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0:35.58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357 728,'-3'-8,"0"0,-1 0,0 0,0 0,-1 0,0 1,0 0,-1 0,0 0,0 1,0-1,-1 2,0-1,0 1,0 0,-1 0,0 1,0 0,0 0,0 1,-1 0,1 1,-1 0,1 0,-1 1,0 0,0 0,-6 1,8 0,0 0,0 0,0 1,1-1,-1 2,0-1,1 1,-1 0,0 0,1 1,0 0,0 0,0 0,0 1,0 0,1 0,0 1,0-1,0 1,0 0,1 1,0-1,0 1,0-1,0 1,1 1,0 0,3-5,0 0,-1 0,1 0,1 0,-1 1,0-1,1 0,-1 0,1 0,-1 0,1 0,0 0,0 0,0 0,0 0,0-1,0 1,1 0,-1 0,0-1,1 1,0-1,-1 0,1 1,0-1,0 0,-1 0,1 0,0 0,0 0,0 0,68 16,-50-15,1 0,-1-2,0 0,1-1,-1-1,0-1,0-1,0-1,-1 0,0-2,0 0,0-1,28-37,-47 44,1 0,-1 0,1 0,0-1,-1 1,0 0,1 0,-1 0,0-1,0 1,1 0,-1-1,0 1,0 0,0 0,-1-1,1 1,0 0,0 0,-1-1,1 1,-1 0,1 0,-1 0,1-1,-1 1,0 0,0 0,1 0,-1 0,0 0,0 1,0-1,0 0,0 0,0 0,0 1,0-1,-1 1,1-1,0 1,0-1,0 1,-1 0,1-1,0 1,-1 0,1-1,0 0,0 1,0-1,-1 0,1 1,0-1,-1 1,1-1,0 1,-1 0,1-1,-1 1,1 0,-1 0,1 0,0 0,-1 0,1 1,-1-1,1 0,0 1,-1-1,1 1,-1-1,1 1,0-1,0 1,-1 0,1 0,0 0,0 0,0 0,0 0,0 0,0 0,0 0,1 0,-1 0,0 1,0-1,1 0,-1 1,1-1,-1 0,1 1,0-1,0 1,-1-1,1 1,0-1,0 0,0 1,1-1,-1 1,0-1,0 0,1 1,-1 0,6 4,0 0,0-1,0 1,1-1,-1 0,1-1,0 0,1 0,-1 0,1-1,-1 0,1-1,0 0,0 0,2 0,58 13,0-4</inkml:trace>
  <inkml:trace contextRef="#ctx0" brushRef="#br0" timeOffset="620.718">1011 608,'-11'-1,"0"1,0 0,-1 1,1 0,0 1,0 0,0 1,0 0,1 1,-1 0,1 0,0 1,-5 4,13-8,0 0,1 1,-1-1,0 1,1-1,-1 1,1 0,-1-1,1 1,0 0,0 0,0 0,0 0,0 0,0 0,1 0,-1 1,1-1,-1 0,1 0,0 0,0 1,0-1,0 0,0 0,0 0,1 1,-1-1,1 0,0 0,-1 0,1 0,0 0,0 0,0 0,1 0,-1 0,2 1,7 7,1-1,0-1,0 0,1 0,0-1,0-1,1 0,0-1,0 0,0 0,1-2,-1 0,1 0,0-1,1-1,6 2,-1-1,1-1,0-1,0 0,-1-2,1 0,0-1,2-2,-14 2,0 1,-1-1,1 0,-1-1,0 0,0 0,0-1,0 0,-1 0,0-1,0 0,0 0,-1-1,0 0,0 0,-1 0,0 0,0-1,3-6,0-11,-1-1,-1 1,-2-1,0 0,-2 0,0 0,-2-1,-1 1,-1 0,-4-16,1-11,-2 1,-2 0,-3 1,-2 0,-7-15,20 61,-1 0,0 0,0 0,0 1,-1-1,1 1,-1 0,0 0,0 0,0 0,-1 0,0 1,1-1,-3 0,5 3,-1 1,1 0,-1 0,1 0,0 0,-1 0,1 0,0 0,-1 0,1 0,0 1,-1-1,1 0,0 1,-1 0,1-1,0 1,0-1,0 1,-1 0,1 0,0 0,0 0,0 0,1 0,-1 0,0 0,0 0,0 0,1 1,-1-1,1 0,-1 0,1 1,-1-1,1 1,-6 17,0 0,1 0,2 1,0 0,1 0,1 0,0 0,2 0,0 0,2 0,2 10,3 12,1-1,2 0,2-1,2 0,1-1,2-1,2 0,1-2,2 0,7 5,-26-33,1-1,-1 0,1 0,1 0,-1-1,1 0,1 0,-1 0,1-1,0 0,0 0,0-1,1 0,-1 0,1-1,0 0,0 0,0-1,1 0,-1 0,0-1,1 0,-1-1,3 1,4-7,-1 0,0-1,0 0,0-1,-1-1,-1 0,1-1,-2 0,1 0,-1-2,-1 1,0-1,-1-1,0 0,-1 0,0-1,1 2,4-5,-6 18,-10 16,2-14,-3 16,1-14,1 0,0 0,0 0,0 0,1 0,0 1,0-1,0 0,1 1,-1-1,1 0,1 1,-1-1,1 1,0-1,0 0,0 0,1 1,0-1,0 0,0-1,1 1,-1 0,1 0,0-1,1 0,-1 0,1 1,22 5,0-4</inkml:trace>
  <inkml:trace contextRef="#ctx0" brushRef="#br0" timeOffset="865.433">2054 540,'-16'-4,"-9"-4,-8-1,-5 0,1-2,2-3,0-2,-2-2,6 1</inkml:trace>
  <inkml:trace contextRef="#ctx0" brushRef="#br0" timeOffset="1018.538">1386 261,'18'0,"18"0,16 0,15 0,14 0,14 0,9 2,5 5,-4 4,-21 1</inkml:trace>
  <inkml:trace contextRef="#ctx0" brushRef="#br0" timeOffset="1172.649">2389 555,'2'18,"3"10,3 6,5-2,4-3,7-6,8-8,5-9,4-7,1-10,-2-9,-5-9,-5-7,-6-1,-6-2,-6 4,-5 7</inkml:trace>
  <inkml:trace contextRef="#ctx0" brushRef="#br0" timeOffset="1423.608">2883 808,'20'-10,"-1"0,0-2,-1 0,0-1,14-13,-26 21,-1-1,0 0,0 0,0 0,-1 0,1-1,-2 1,1-1,-1 0,0 0,0-1,-1 1,0-1,0 1,-1-1,0 0,0 1,-1-3,0 8,1 0,-2 0,1 0,0 0,0 0,-1 0,1 0,-1 0,1 0,-1 0,0 0,0 1,0-1,0 0,0 0,0 1,0-1,-1 0,1 1,-1 0,1-1,-1 1,1 0,-1 0,0-1,0 1,0 1,1-1,-1 0,0 0,0 1,0-1,0 1,0 0,0-1,0 1,-2 0,-1 0,0 0,0 1,0-1,0 1,0 0,0 0,0 1,1 0,-1 0,0 0,1 0,-1 1,1-1,-4 4,5-3,-1 0,1 0,0 0,0 0,0 1,1-1,-1 1,1 0,0 0,0 0,0 0,0 0,1 0,0 1,0-1,0 0,0 1,1-1,-1 0,1 1,0-1,1 1,-1-1,1 1,0-1,0 0,0 1,0-1,1 0,0 0,0 0,0 0,0 0,1-1,-1 1,1-1,0 1,0-1,0 0,2 1,11 8,2 0,0-2,0 0,1 0,0-2,1 0,0-2,0 0,0-1,10 1,80 16,-3-4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0:32.6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1961 626,'-16'-7,"1"1,-1 0,1 1,-2 1,1 1,0 0,-1 1,1 1,-1 0,-10 2,22-1,1 0,-1 0,1 1,-1-1,1 1,-1 0,1 0,-1 0,1 1,0 0,0 0,0 0,0 0,0 1,0-1,0 1,1 0,0 0,-1 0,1 1,0-1,0 1,1-1,-1 1,1 0,0 0,0 0,0 1,1-1,-1 0,1 1,0-1,0 1,1-1,-1 1,1-1,0 4,1-5,0 0,1 0,-1 0,1 0,0 0,-1 0,1 0,0-1,1 1,-1-1,0 1,1-1,0 0,-1 0,1 0,0 0,0-1,0 1,0-1,0 0,0 0,0 0,1 0,-1 0,0-1,0 1,1-1,4 1,0-1,0 0,0 0,0-1,0 0,0 0,-1-1,1 0,0 0,7-3,-6 1,0-1,-1 0,1 0,-1-1,0 1,0-2,-1 1,0-1,0 0,0-1,-1 0,0 0,-1 0,0-1,3-6,-7 14,0 0,-1 1,1-1,0 0,-1 0,1 0,-1 0,0 0,1 0,-1 0,0 0,0 1,1-1,-1 0,0 0,0 0,0 0,0 0,0 0,0 0,0 0,-1 0,1 0,0 0,-1 0,1 0,0 0,-1 0,1 0,-1 0,1 1,-1-1,0 0,1 0,-1 0,0 1,1-1,-1 1,0-1,0 0,0 1,0-1,0 1,1 0,-1-1,0 1,0 0,0-1,0 1,0 0,0 0,0 0,-2 2,1 1,0 0,-1-1,1 1,0 0,1 0,-1 0,1 0,-1 1,1-1,0 0,0 1,0-1,0 0,1 1,0-1,-1 1,1-1,1 1,-1-1,0 1,1-1,0 1,-1-1,1 0,1 1,-1-1,0 0,2 3,-1-2,0 0,0 0,0 0,0 0,0 0,1 0,0-1,0 1,0-1,0 0,0 0,1 0,-1 0,1-1,0 1,0-1,0 0,0 0,0 0,1-1,-1 0,0 1,1-1,-1-1,1 1,-1-1,1 0,-1 0,1 0,-1 0,1-1,-1 0,1 0,-1 0,0 0,0-1,1 0,-1 0,0 0,0 0,-1 0,1-1,0 0,-1 0,0 0,1 0,0-2,0-2,-2 0,1 0,-1 0,0 0,-1-1,1 1,-1 0,-1-1,0 1,0-1,0 1,-1 0,0-1,0 1,-1 0,0 0,0-1,-1 1,1 1,-2-1,1 0,-5-5,8 11,-1 1,0 0,1-1,-1 1,1-1,-1 1,1-1,-1 1,1-1,-1 1,1-1,0 1,-1-1,1 0,0 1,-1-1,1 0,0 1,0-1,0 0,0 1,-1-1,1 0,0 0,0 1,0-1,1 0,-1 1,0-1,0 0,0 1,0-1,1 0,-1 1,0-1,1 0,-1 1,0-1,1 1,-1-1,1 0,-1 1,1-1,-1 1,1 0,-1-1,1 1,-1-1,1 1,0 0,-1-1,1 1,0 0,-1 0,1 0,0-1,-1 1,1 0,0 0,0 0,-1 0,1 0,0 0,-1 0,1 1,0-1,192 9,-169-8,-10-2,-1 1,0 1,1 0,-1 1,0 0,0 1,0 1,0 0,0 1,-1 0,0 1,5 3,-13-4,0 1,0 0,0 0,-1 0,0 1,-1-1,1 1,-1 0,0 0,-1 0,0 0,0 0,0 0,-1 0,0 0,-1 0,1 0,-1 0,-1 0,1-1,-1 1,0 0,-1 0,1-1,-2 2,-6 35,9-40,0-1,0 1,1-1,0 1,-1-1,1 1,0-1,0 1,0-1,0 1,1-1,-1 1,1-1,-1 0,1 1,0-1,0 0,0 1,0-1,1 0,-1 0,0 0,1 0,0 0,-1 0,1 0,0-1,0 1,0-1,0 1,0-1,0 0,1 0,-1 0,0 0,1 0,-1 0,0 0,1-1,-1 0,1 1,-1-1,1 0,-1 0,1 0,11-2,0 0,-1-1,1 0,-1-1,1-1,-1 0,-1 0,1-2,-1 1,0-2,-1 1,1-2,-2 0,1 0,-1 0,0-2,-1 1,-1-1,1 0,-2-1,2-2,26-79,-35 90,1 1,-1 0,1-1,-1 1,0-1,0 1,0-1,0 1,-1 0,1-1,-1 1,1-1,-1 1,0 0,0 0,0-1,0 1,0 0,0 0,-1 0,1 0,-1 0,1 0,-1 1,0-1,1 0,-1 1,0 0,0-1,-1 1,1 0,0 0,0 0,0 0,-1 0,1 1,0-1,-3 0,1 1,0 0,-1 1,1-1,0 1,-1 0,1 0,0 0,0 1,0-1,0 1,0 0,0 0,0 0,0 1,1 0,-1-1,1 1,0 0,0 1,0-1,0 0,1 1,-1 0,1-1,0 1,0 0,0 0,1 0,-1 0,1 1,0-1,0 0,1 1,-1-1,1 0,0 1,0-1,0 1,1-1,0 0,0 1,0-1,0 0,0 0,1 0,0 0,0 0,0 0,1 1,7 3,0-1,1 0,0 0,1-1,-1 0,1-1,0-1,0 1,1-2,-1 0,1-1,0 0,0 0,-1-2,3 1,93 6,-1-5</inkml:trace>
  <inkml:trace contextRef="#ctx0" brushRef="#br0" timeOffset="-1633.95">36 345,'-2'1,"0"1,0-1,0 1,1 0,-1 0,0 0,1 0,0 0,-1 0,1 0,0 1,0-1,1 0,-1 0,0 1,1-1,-1 1,1-1,0 1,0 1,-1 1,-6 52,4 0,1 1,3-1,3 1,3 7,-4-40,8 65,-1-67,6-37,11-50,-24 52,0 1,1 0,0 0,1 0,0 0,1 1,0 0,1 0,0 0,1 1,0 0,0 1,0 0,1 0,1 0,-1 1,7-3,-13 9,-1 0,0 0,1 1,-1-1,1 1,-1-1,1 1,-1 0,0 0,1 0,-1 0,1 1,-1-1,1 0,-1 1,0 0,1 0,-1-1,0 1,1 1,-1-1,0 0,0 1,0-1,0 1,0-1,-1 1,1 0,0 0,-1 0,1 0,-1 0,0 0,0 0,0 0,0 0,0 1,0-1,22 95,-22-92,0 1,-1-1,1 0,-1 1,0-1,-1 0,1 1,-1-1,0 0,0 0,0 0,-1 1,0-1,0 0,0-1,-1 1,0 0,1-1,-2 0,1 1,0-1,-1 0,0-1,0 1,0-1,0 1,-1-1,-3 2,-3-2,0 0,0-1,0 0,-1 0,1-1,-1-1,1 0,-1-1,1 0,0 0,-8-3,18 4,0 0,1 0,-1 0,0 0,0 0,1 0,-1 0,0-1,1 1,-1 0,0 0,1-1,-1 1,0 0,1-1,-1 1,1-1,-1 1,1-1,-1 1,1-1,-1 1,1-1,-1 1,1-1,-1 0,1 1,0-1,0 0,-1 1,1-1,0 0,0 1,0-1,0 0,0 0,0 1,0-1,0 0,0 0,0 1,0-1,0 0,0 1,1-1,-1 0,0 1,0-1,1 0,-1 1,0-1,1 0,-1 1,1-1,-1 1,1-1,0 1,11-14</inkml:trace>
  <inkml:trace contextRef="#ctx0" brushRef="#br0" timeOffset="-1383.659">651 185,'20'11,"14"13,11 17,3 13,-3 15,-10 11,-10 10,-17 8,-21 4,-19-3,-19-4,-11-9,-5-15,10-19</inkml:trace>
  <inkml:trace contextRef="#ctx0" brushRef="#br0" timeOffset="252.327">4140 452,'3'18,"0"11,2 2,0 1,-1-5</inkml:trace>
  <inkml:trace contextRef="#ctx0" brushRef="#br0" timeOffset="900.613">3859 171,'190'43,"-132"-33,0 3,-1 3,-1 2,4 4,-50-18,0 0,-1 0,1 1,-1 0,0 1,-1 0,1 0,-1 1,-1 0,1 0,-1 0,0 1,-1 1,0-1,0 1,-1 0,0 0,-1 1,0-1,0 1,-1 0,0 0,0 5,-3 109,0-123,0 0,0 1,1-1,-1 0,0 1,1-1,-1 0,1 0,0 0,-1 1,1-1,0 0,0 0,0 0,0 0,0 0,0 0,0 0,0-1,0 1,0 0,0 0,0-1,1 1,-1-1,0 1,1-1,-1 0,0 1,1-1,-1 0,0 0,1 0,-1 0,0 0,1 0,-1 0,0 0,1-1,-1 1,54-18,-40 10,-1-1,0-1,0 0,-1-1,-1 0,0-1,0 0,-1-1,-1 0,0-1,-1 0,7-14,-6 9,-9 19,-1 0,1 1,0-1,-1 0,1 0,-1 0,1 1,0-1,-1 0,1 0,-1 1,1-1,-1 1,1-1,-1 0,1 1,-1-1,0 1,1-1,-1 1,1 0,-1-1,0 1,0-1,1 1,-1-1,0 1,0 0,0-1,0 1,0 0,0-1,0 1,0-1,0 1,0 0,0-1,0 1,0 0,0-1,0 1,-1-1,1 1,0 0,-1-1,1 1,0-1,-1 1,1-1,0 1,-1-1,1 2,-1 9,0 0,1 0,1 0,-1 0,2 0,0 0,0-1,1 1,0-1,0 1,2-1,-1 0,1 0,0-1,1 1,0-1,1-1,0 1,0-1,1 0,0-1,6 5,-5-7,-1 0,1 0,0-1,0 0,1-1,-1 0,1 0,0-1,-1-1,1 1,0-2,0 1,0-1,0-1,0 0,0 0,-1-1,1 0,0-1,-1 0,0 0,1-1,-1 0,-1-1,1 0,-1 0,0-1,0 0,0 0,-1-1,0 0,0 0,-1-1,0 0,5-8,0-13,-1 0,-2 0,-1-1,-1 0,-1 0,-2 0,-1-1,-1 1,-2-1,-1 1,-2-1,0 1,-2 0,5 23,-1-12,-1-1,-1 1,-1 0,0 0,-1 0,-1 1,-3-4,10 21,0 0,0 0,0-1,-1 1,1 0,0 0,-1-1,1 1,-1 0,0 0,1 0,-1 0,0 0,1 0,-1 0,0 0,0 0,0 0,0 1,0-1,0 0,0 1,0-1,0 0,-1 1,1-1,0 1,0 0,0-1,-1 1,1 0,0 0,0 0,-1 0,1 0,0 0,0 0,-1 0,1 0,0 1,0-1,-1 0,1 1,0-1,0 1,0 0,0-1,0 1,0 0,0-1,0 1,0 0,0 0,0 1,-5 8,1 1,0 0,1 0,0 1,1-1,0 1,1 0,0 0,1 0,0 5,0-7,-2 22,1 0,1-1,2 1,1 0,1 0,2-1,2 0,0 0,2 0,2-1,0-1,2 1,1-2,2 0,0-1,2 0,1-2,19 21,-13-22</inkml:trace>
  <inkml:trace contextRef="#ctx0" brushRef="#br0" timeOffset="1620.87">4982 331,'376'113,"-346"-103,0 1,0 1,-1 2,-1 0,0 3,-2 0,1 1,22 22,-45-37,-1 0,0 0,1 1,-1-1,0 1,-1-1,1 1,-1 0,0 0,0 0,0 0,0 1,0-1,-1 0,0 1,0-1,0 1,-1-1,0 1,0 0,0-1,0 1,0-1,-1 1,0-1,0 1,0-1,-1 1,1-1,-1 0,0 0,-3 4,4-6,-1 1,0-1,0 0,0 0,0 1,0-1,-1 0,1-1,-1 1,1 0,-1-1,0 0,0 1,1-1,-1 0,0 0,0-1,0 1,0 0,0-1,0 0,0 0,0 0,0 0,0 0,0-1,0 1,0-1,0 0,0 0,0 0,0 0,1 0,-1-1,0 1,1-1,-1 0,1 0,0 0,-1 0,1 0,0-1,-2-3,0-1,0 1,1-1,0 0,0 0,1 0,0-1,0 1,1-1,0 1,0-1,1 1,0-1,0 1,0-1,1 1,1-1,-1 1,1-1,0 1,1 0,1-3,0 0,0 0,1 1,0-1,1 1,0 1,0-1,1 1,0 0,0 0,1 1,0 0,0 1,1-1,0 2,8-5,-3 5,0 0,1 1,-1 0,1 2,0 0,0 0,0 1,0 1,0 1,1 0,-1 1,-1 0,1 1,0 1,4 2,-16-5,-1-1,0 1,1 0,-1 0,0 0,1 0,-1 0,0 0,0 0,0 1,0-1,0 1,0 0,0 0,-1-1,1 1,-1 0,1 1,-1-1,0 0,1 0,-1 0,0 1,-1-1,1 0,0 1,-1-1,1 1,-1-1,0 1,0-1,0 1,0 0,-2 36,1-34,0 0,0 0,0 1,0-1,1 1,0-1,0 1,1-1,-1 0,1 1,0-1,1 0,-1 1,1-1,0 0,0 0,1 0,-1-1,1 1,0-1,0 1,1-1,0 0,-1 0,1 0,0-1,5 3,-2-4,1 0,-1 0,1-1,0-1,-1 1,1-1,0-1,-1 1,1-1,0 0,-1-1,1 0,-1 0,0-1,0 0,0 0,0-1,0 1,-1-1,1-1,-1 0,0 1,0-2,-1 1,0-1,0 0,0 0,-1 0,1 0,1-7,-3 9,-1-1,-1 0,1 0,-1 0,0 0,0 0,0 0,-1 0,0 0,0 0,0 0,0 0,-1-1,0 1,0 0,0 0,-1 1,0-1,0 0,0 0,0 1,-1-1,1 1,-1 0,0 0,-1 0,1 0,-1 0,0 1,0 0,0 0,0 0,0 0,-1 0,1 1,-1 0,0 0,1 0,-1 1,0-1,0 1,-5-1,1 0,-1 1,1 0,-1 0,0 1,1 0,-1 1,1 0,-1 1,1 0,-1 0,1 1,0 0,0 1,0 0,1 0,-1 1,1 0,0 0,0 1,1 0,0 0,0 1,0 0,-2 5,7-10,1 0,-1 1,1-1,0 1,0-1,0 1,1 0,-1 0,1-1,-1 1,1 0,0 0,0-1,0 1,0 0,0 0,1-1,0 1,-1 0,1 0,0-1,0 1,0-1,1 1,-1-1,0 0,1 1,0-1,-1 0,1 0,0 0,0 0,1 0,-1 0,0-1,0 1,1-1,-1 0,1 1,-1-1,4 0,7 5,1-2,0 0,0-1,0 0,0-1,1 0,-1-1,1-1,7-1,28-2</inkml:trace>
  <inkml:trace contextRef="#ctx0" brushRef="#br0" timeOffset="2336.008">6226 78,'-13'-3,"0"2,0-1,0 2,0 0,0 0,0 1,-1 1,0 0,10-1,0 0,1 0,-1 0,1 0,-1 1,1-1,0 1,0 0,-1 0,1 0,0 1,1-1,-1 1,0-1,1 1,0 0,-1 0,1 0,0 0,1 0,-1 1,0-1,1 1,0-1,0 1,0-1,0 1,0 0,1-1,0 3,1 8,1-1,1 0,1 0,0 0,0 0,1-1,1 1,0-1,0-1,2 1,-1-1,1 0,1-1,0 0,2 1,40 49,3-2,2-3,5 0,13-3,-71-51,0 1,1-1,-1 0,0 0,0 0,1 0,-1-1,1 1,-1-1,0 0,1 0,-1 0,1-1,-1 1,0-1,1 1,-1-1,0 0,1-1,-1 1,0 0,0-1,0 0,2-2,5-5,-1-2,0 1,-1-1,0-1,-1 1,-1-1,1-1,-2 1,0-1,0 0,-1 0,-1 0,0-1,-1 1,0-1,-1 0,-1 1,-1-11,-8-48,8 71,1-1,-1 1,1-1,-1 0,1 1,-1-1,0 1,1-1,-1 1,0 0,0-1,0 1,0 0,-1 0,1 0,0-1,0 1,-1 1,1-1,-1 0,1 0,-1 0,1 1,-1-1,1 1,-1-1,1 1,-1-1,0 1,1 0,-1 0,0 0,1 0,-1 0,0 0,1 1,-1-1,0 0,1 1,-1-1,0 1,1 0,0-1,0 0,0 1,0-1,0 1,0-1,0 1,0-1,0 1,1 0,-1 0,0-1,0 1,1 0,-1 0,0 0,1 0,-1 0,1-1,-1 1,1 0,0 0,-1 0,1 1,0-1,-1 0,1 0,0 0,0 0,0 0,0 0,0 0,0 0,1 0,-1 0,0 0,0 0,1 0,-1 0,1 0,-1 0,1 0,-1 0,1 0,0 0,-1 0,1 0,0-1,0 1,-1 0,1-1,0 1,0 0,0-1,0 1,0-1,0 1,0-1,0 0,14 6,-1 0,1-1,0-1,0-1,1 0,-1-1,1 0,-1-1,13-2,4 3,-8-1,20 1,0 1,0 3,38 10,-78-16,0 1,0 0,0 0,0 0,-1 1,1-1,-1 1,1-1,-1 1,1 1,-1-1,0 0,0 1,0-1,0 1,-1 0,1 0,-1 0,0 0,1 1,-1-1,-1 0,1 1,0 0,-1-1,0 1,0 0,0 0,0-1,-1 1,1 4,-2 5,1-10,-1-1,1 0,-1 1,1-1,0 1,0-1,0 1,0-1,0 1,1-1,-1 1,1-1,0 0,0 1,-1-1,1 0,1 0,-1 1,0-1,1 0,-1 0,1 0,-1-1,1 1,0 0,0-1,0 1,0-1,1 1,6 0,1 0,0-1,-1-1,1 1,0-2,0 1,-1-1,1-1,-1 0,1 0,-1-1,1 0,-1 0,0-1,-1-1,1 1,-1-1,0-1,0 1,0-2,-1 1,0-1,0 0,-1 0,0-1,0 0,2-3,26-71,-34 82,-1 1,1-1,0 0,-1 0,1 0,0 0,-1 1,1-1,0 0,-1 0,1 0,-1 0,1 0,0 0,-1 0,1 0,0 0,-1 0,1 0,0 0,-1 0,1-1,-1 1,1 0,0 0,-1 0,1 0,0-1,0 1,-1 0,1 0,0 0,-1-1,1 1,0 0,0-1,0 1,-1 0,1-1,0 1,0 0,-4 5,1 0,1 1,-1 0,1-1,0 1,0 0,0 0,1 1,0-1,0 0,1 0,0 0,0 1,0-1,1 0,-1 0,2 0,-1 1,1-1,0 0,0-1,0 1,1 0,0-1,0 1,1-1,-1 0,1 0,3 0,0 0,0 0,0 0,0-1,1 0,-1-1,1 1,0-2,0 1,1-1,-1 0,0-1,1 0,-1 0,0-1,5 0,17-3</inkml:trace>
  <inkml:trace contextRef="#ctx0" brushRef="#br0" timeOffset="2578.569">7321 185,'-13'0,"2"2,12 6,19 3,7 0</inkml:trace>
  <inkml:trace contextRef="#ctx0" brushRef="#br0" timeOffset="7980.172">1186 1641,'27'-21,"34"-25,-3-2,-1-3,9-15,-51 50,-1-1,-1 0,0-1,-1-1,-1 0,-1 0,0-1,-2 0,0-1,-2 0,0 0,-1-1,0-8,-4 28,0-1,0 0,0 1,0-1,-1 1,0-1,1 0,-1 0,0 1,0-1,0 0,-1 0,1 1,-1-1,1 0,-1 1,0-1,0 1,0-1,-1 1,1-1,0 1,-1 0,0 0,1-1,-1 1,0 0,0 1,0-1,0 0,0 1,-1-1,1 1,-1-1,1 1,-1 0,1 0,-1 0,1 1,-3-2,-3 6,2-1,-1 1,0 0,1 0,0 1,0 0,0 0,0 0,1 1,0 0,0 0,1 0,-1 0,1 1,1 0,-1 0,1 0,0 0,1 0,-2 8,-1-1,0 0,1 0,0 0,2 0,-1 1,2-1,0 1,0 0,2-1,0 1,0-1,1 1,1-1,1 0,0 1,1-2,0 1,1-1,0 1,1-2,1 1,0-1,1 0,0-1,1 1,0-2,0 0,1 0,6 3,0-4,0-1,1 0,0-1,1-1,-1-1,1 0,0-2,1 0,-1-1,0-1,1-1,-1 0,1-2,16-3,-28 4,1-2,-1 1,1-1,-1 0,0-1,0 0,0 0,-1-1,4-2,-9 5,1 0,-1 0,0 0,0 0,1 0,-1 0,-1 0,1-1,0 1,-1-1,1 0,-1 1,0-1,1 0,-1 0,-1 1,1-1,0 0,-1 0,1 0,-1 0,0 0,0 0,0 0,-1 0,1 0,-1 0,1 0,-1 0,1 2,0 0,0 0,0 0,-1 0,1 0,0 0,0 0,-1 1,1-1,0 0,-1 0,1 0,-1 0,1 1,-1-1,0 0,1 0,-1 1,0-1,1 0,-1 1,0-1,0 1,1-1,-1 1,0 0,0-1,0 1,0 0,0-1,0 1,1 0,-1 0,0 0,0 0,0 0,0 0,0 0,0 0,0 0,0 0,0 1,0-1,0 0,1 0,-1 1,0-1,0 1,0-1,1 1,-1-1,0 1,0 0,1-1,-1 2,-1 2,1 0,0 0,0 0,0 0,0 1,1-1,0 0,0 1,0-1,0 0,1 1,0-1,0 0,0 0,0 0,1 0,-1 0,1 0,0 0,0 0,1 0,-1-1,1 1,-1-1,1 0,0 0,1 0,-1 0,0 0,1-1,0 0,-1 1,1-1,0-1,0 1,0-1,0 1,0-1,1 0,-1 0,0-1,1 1,-1-1,4 0,-2-2,-1 1,1-1,-1 1,0-2,1 1,-1 0,0-1,0 0,-1 0,1-1,-1 1,1-1,-1 0,0 0,-1-1,1 1,-1-1,1 1,-2-1,1 0,0-1,-1 1,0 0,0-1,-1 1,1-1,-1 1,0-1,-1 0,1 1,-1-1,0 0,-1 0,1 1,-1-1,0 1,-1-1,1 0,-1 1,0 0,-1-1,1 1,-1 0,0 0,0 1,-1-1,1 1,-1-1,-2-1,-1 2,1 0,-1 1,0 0,1 0,-1 1,-1 0,1 0,0 0,0 1,-1 0,1 0,-1 1,1 0,-1 1,1-1,0 1,-1 1,1-1,0 1,0 1,0-1,0 1,0 0,1 1,-1 0,1 0,0 0,0 1,0 0,1 0,0 0,0 1,0-1,1 1,-1 0,1 1,0 1,3-6,-1 1,1 0,0 0,0 0,1 0,-1-1,1 1,-1 0,1 0,0 0,0 0,0 0,0 0,1 0,-1 0,1 0,0 0,0 0,0 0,0 0,0-1,1 1,-1 0,1-1,0 0,0 1,0-1,0 0,0 0,0 0,0 0,1 0,-1 0,1-1,-1 1,2 0,8 4,0 0,0-1,1 0,0-1,0-1,0 0,9 1,141 0,-84-11</inkml:trace>
  <inkml:trace contextRef="#ctx0" brushRef="#br0" timeOffset="8553.678">2550 1495,'0'-4,"-1"0,1 1,-1-1,1 1,-1 0,0-1,-1 1,1-1,0 1,-1 0,0 0,0 0,0 0,0 0,0 0,0 1,-1-1,1 1,-1 0,0-1,0 1,0 0,0 1,0-1,0 0,0 1,-1 0,1 0,-4-1,-3-1,-1 1,1 0,-1 0,0 2,1-1,-1 1,0 0,0 1,-4 2,4-2,1 1,-1 0,1 1,0 1,0-1,0 2,1-1,-1 1,1 1,0-1,0 2,1-1,0 1,0 1,7-7,0 0,0-1,0 1,0 0,0 0,0 0,0 0,0 0,1 1,-1-1,1 0,-1 0,1 0,-1 1,1-1,-1 0,1 0,0 1,0-1,0 0,0 1,0-1,0 0,0 1,0-1,0 0,1 0,-1 1,1-1,-1 0,1 0,-1 1,1-1,-1 0,1 0,0 0,0 0,0 0,0 0,0 0,0 0,0 0,0-1,0 1,0 0,0 0,61 16,-36-17,0 0,0-2,0-1,0-1,-1-1,0-2,0 0,17-8,-41 14,1 0,0 0,-1 1,1-1,-1 1,1-1,0 1,-1-1,1 1,0 0,-1 0,1 0,0 0,0 0,-1 0,1 1,0-1,-1 0,1 1,0 0,-1-1,1 1,-1 0,1 0,-1-1,1 1,-1 0,0 1,0-1,1 0,-1 0,0 0,0 1,0-1,0 1,0-1,0 1,-1-1,1 1,0-1,-1 1,1 1,32 59,3 6,-3 1,-3 1,2 14,-32-83,4 6,-1 1,0-1,-1 1,0 0,0 0,0 0,-1 0,-1 0,1 1,-1-1,-1 0,1 0,-1 0,-1 0,1 0,-2 0,1 0,-1 0,0 0,0-6,0 0,-1-1,1 0,0 1,-1-1,1 0,-1 0,1-1,-1 1,1-1,-1 0,0 0,1 0,-1 0,1 0,-1-1,1 0,-1 0,1 0,-1 0,1 0,0-1,0 1,-1-1,1 0,0 0,1 0,-1 0,0-1,1 1,-1-1,1 0,0 0,-1 1,1-3,-6-4,0-1,1 0,0 0,0-1,2 0,-1 0,1 0,1-1,0 0,0 0,2 0,-1 0,1-1,1 1,0 0,1-1,1 1,-1-1,2 1,1-7,1-3,2 1,0-1,1 2,1-1,1 1,0 0,2 0,0 2,1-1,2 1,2-3,-8 11,0 1,1 0,0 0,0 0,1 1,0 1,0-1,1 2,0-1,0 2,0-1,1 2,0-1,0 2,0-1,7 1,-16 3,1 0,0 0,0 0,0 1,0 0,-1 0,1 0,0 0,-1 0,1 1,-1 0,1 0,-1 0,0 0,0 0,0 0,0 1,0 0,0-1,-1 1,1 0,-1 1,0-1,0 0,0 0,0 1,-1-1,2 4,22 111,-23-101,-1-8,-1-5,0 1,0-1,0 0,0 0,1 0,-1 1,1-1,0 0,1 0,-1 0,1 0,-1 0,1-1,0 1,1 0,-1-1,1 0,-1 1,1-1,0 0,0 0,0-1,1 1,-1-1,2 2,31-17,-20-3</inkml:trace>
  <inkml:trace contextRef="#ctx0" brushRef="#br0" timeOffset="8803.009">3031 1187,'6'14,"17"6,15 3,2-3</inkml:trace>
  <inkml:trace contextRef="#ctx0" brushRef="#br0" timeOffset="9047.354">3699 1415,'-31'-7,"7"1,0 0,-1 1,0 2,0 0,0 2,0 1,0 0,0 2,0 1,-12 4,34-7,0 0,1 0,-1 1,0-1,1 1,-1 0,1 0,-1 0,1 0,0 0,-1 0,1 1,0-1,0 1,0 0,0 0,0-1,0 1,1 0,-1 0,0 1,1-1,0 0,-1 0,1 1,0-1,0 1,1-1,-1 1,0-1,1 1,-1 0,1-1,0 1,0 0,0-1,0 1,1 0,-1-1,1 1,-1-1,2 3,7 4,1-1,0 0,0-1,1 0,-1-1,2 0,-1 0,1-1,-1-1,1 0,1 0,-1-1,0-1,1 0,-1-1,8 0,50 6,0-3,0-3,-1-3,24-6,-10 0</inkml:trace>
  <inkml:trace contextRef="#ctx0" brushRef="#br0" timeOffset="9219.901">4475 1561,'7'-16,"1"-7,1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0:45.3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413 17,'-15'-4,"0"0,1 1,-1 1,0 0,-1 1,1 0,0 1,0 1,0 1,0 0,0 1,0 0,0 1,1 1,0 0,0 1,0 1,1 0,0 1,0 0,1 1,0 0,-10 11,-31 43,52-61,0 0,0 1,0-1,0 0,0 1,0-1,1 0,-1 1,1-1,0 1,0-1,0 1,0-1,0 1,1-1,-1 1,1-1,-1 0,1 1,0-1,0 0,0 0,0 1,0-1,1 0,-1 0,0 0,1 0,0 0,-1-1,2 2,9 4,-1 0,1-1,1 0,-1-1,1 0,-1-1,1-1,1 0,-1 0,0-1,8-1,24 7,67 27,-109-33,1 0,-1 0,1 0,-1 1,0-1,0 1,0 0,0 0,0 0,0 0,-1 1,0-1,0 1,0-1,0 1,0 0,-1 0,0 0,1 0,-1 0,-1 0,1 0,-1 0,1 0,-1 0,-1 3,1 0,-1-1,-1 1,1 0,-1-1,0 0,0 1,-1-1,0 0,0 0,-1-1,1 1,-1-1,0 1,-1-1,1 0,-1-1,0 1,0-1,-1 0,1 0,-1-1,0 0,0 0,0 0,0 0,0-1,-1 0,1-1,-1 1,-5 0,0 0,-1-1,1 0,0 0,0-1,0-1,0 0,0 0,0-1,0-1,0 0,0-1,1 0,-1-1,1 0,1 0,-9-7,0-2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0:45.70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95,'5'-2,"12"-3,20-3,22-3,18-1,15-1,5-1,-4 2,-12 3,-17 4,-17 1,-17 5,-15 2,-16 3,-9 0,-3-1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0:49.5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196 298,'-6'-1,"-1"-1,0 1,0 0,0 1,0 0,1 0,-1 1,0-1,0 1,0 1,0-1,1 1,-1 1,1-1,0 1,-1 0,1 0,1 1,-1 0,0 0,1 0,0 1,0 0,0 0,0 0,1 0,0 1,0 0,1-1,-1 2,0 2,2-4,0 0,1-1,-1 1,1 0,0 0,1 0,-1 0,1 0,0 0,0 0,1 0,-1 0,1 0,0 0,0-1,1 1,0 0,-1-1,2 1,-1-1,0 1,1-1,0 0,0 0,0 0,0-1,1 1,0-1,-1 1,1-1,0 0,1-1,-1 1,0-1,1 0,-1 0,1 0,0-1,0 1,-1-1,1 0,0-1,0 1,5-1,-3 0,0 0,0-1,1 0,-1 0,0-1,0 0,0 0,0 0,-1-1,1 0,-1 0,1-1,-1 0,0 0,-1 0,1-1,-1 0,0 0,0 0,0-1,-1 0,2-1,2-5,-1 0,0-1,0 0,-2 0,1-1,-2 1,0-1,0 0,-1-1,0-10,-1-7,-2 1,-2 0,0 0,-3 0,0 0,-2 1,-5-15,-12-8,22 53,1 0,0-1,-1 1,1 0,0 0,-1 0,1 0,0 0,-1 0,1 1,0-1,-1 0,1 1,0-1,0 1,-1-1,1 1,0-1,0 1,0 0,0 0,0 0,0 0,0 0,0-1,0 2,0-1,0 0,1 0,-1 0,0 0,1 0,-1 1,1-1,-1 0,1 1,0-1,-1 0,1 0,0 1,0-1,0 1,-12 34,2 1,1-1,2 1,2 1,1-1,1 35,1-61,1 1,1-1,0 0,0 0,1 0,1 0,-1 0,2 0,0 0,0 0,1 0,0-1,1 0,0 0,1 0,-1-1,2 0,0 0,0 0,0-1,1 0,1 0,-1-1,1 0,0-1,1 1,-1-3,0-1,-1 1,1-2,1 1,-1-1,0 0,1-1,-1 0,0-1,1 0,-1 0,1-1,-1 0,0-1,1 0,-1-1,0 1,0-2,-1 1,1-1,-1-1,0 1,0-1,0-1,0 0,-1 0,0 0,0-1,-1 0,0 0,0 0,-1-1,0 0,0 0,-1-1,0 1,0-1,-1 0,0 0,1-8,-3 11,-1 0,0 1,0-1,0 0,-1 1,0-1,0 0,0 1,-1-1,0 1,0-1,0 1,-1-1,2 4,0 1,0-1,0 0,0 0,0 1,0-1,-1 0,1 1,-1-1,1 1,-1 0,0 0,1-1,-1 1,0 0,0 0,0 0,0 1,1-1,-1 0,0 1,-1-1,1 1,0 0,0 0,0 0,0 0,0 0,0 0,0 0,0 1,0-1,0 1,0-1,0 1,0 0,0 0,-1 2,-1 0,1 0,0 0,0 1,0-1,0 1,1-1,-1 1,1 0,0 0,0 0,0 1,1-1,0 0,0 1,0-1,0 1,0-1,1 1,0-1,0 1,0-1,1 1,-1-1,1 1,0-1,1 0,-1 1,1-1,-1 0,1 0,2 3,4 2,1 0,0 0,1-1,0 0,0-1,0 0,1 0,0-1,0-1,1 0,0 0,0-1,0-1,0 0,0 0,1-1,-1-1,9 0,59 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0:46.7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40 444,'5'18,"1"15,0 9,-2 4,0 1,-4-3,-2-6,-1-11</inkml:trace>
  <inkml:trace contextRef="#ctx0" brushRef="#br0" timeOffset="683.77">1 324,'24'-5,"1"1,0 1,0 1,0 1,0 1,19 3,-35-2,1 1,-1 0,0 0,1 1,-1 0,-1 1,1 0,0 0,-1 1,0 0,0 0,-1 1,1 0,-1 0,0 1,-1 0,0 0,0 1,0 0,1 6,0-1,-1 1,-1 0,-1 1,0-1,0 1,-2 0,0 0,0 0,-2 0,0 1,-1 5,4 39,-4-58,1-1,0 0,0 0,0 1,0-1,0 0,0 1,0-1,1 0,-1 0,0 1,1-1,-1 0,1 0,-1 1,1-1,0 0,-1 0,1 0,0 0,0 0,0 0,0 0,0 0,0-1,0 1,0 0,0 0,0-1,0 1,1-1,-1 1,0-1,0 1,1-1,-1 0,0 0,0 0,1 0,-1 0,0 0,1 0,-1 0,0 0,1 0,-1-1,0 1,0 0,1-1,-1 1,0-1,0 0,0 1,0-1,0 0,0 0,0 0,1 0,15-11,0 0,-1-1,0-1,-1 0,-1-1,0-1,-1 0,-1-1,4-8,-5 9,-10 16,0 0,-1 0,1 0,0 1,-1-1,1 0,0 0,0 0,-1 1,1-1,0 0,-1 1,1-1,0 0,-1 1,1-1,-1 1,1-1,-1 1,1-1,-1 1,1 0,-1-1,0 1,1-1,-1 1,0 0,1 0,-1-1,0 1,0 0,0-1,1 1,-1 0,0 0,0-1,0 1,0 0,0 0,-1-1,1 1,0 0,1 3,3 7,1-1,0 0,0 0,0-1,2 0,-1 0,1 0,0 0,1-1,0-1,0 1,1-1,0-1,6 5,-8-7,-1-1,0 1,1-1,0 0,0-1,0 0,0 0,0 0,0-1,0 0,1 0,-1-1,0 0,1-1,-1 1,0-1,0 0,1-1,-1 0,0 0,0-1,5-2,-2-1,0-1,-1 1,1-2,-1 0,-1 0,0 0,0-1,0 0,-1-1,0 0,-1 0,0 0,-1-1,2-6,6-16,-1 0,-2-1,-1-1,-1-8,3-24,-3 0,-3 0,-3-51,-2 111,-11-41,10 48,0 0,-1 0,1 1,0-1,0 1,-1-1,1 1,0-1,0 1,0 0,0 0,0-1,0 1,0 0,0 0,0 0,1 0,-1 0,0 0,1 0,-1 0,0 1,1-1,-1 0,1 0,0 0,-1 1,1-1,0 0,0 1,-12 33,1 1,3 0,0 1,3 0,1 0,1 5,2-14,0-1,2 1,1-1,1 1,2-1,1 0,0 0,2 0,10 19,-13-32,2 0,0-1,1-1,0 1,0-1,2 0,-1-1,2 0,-1-1,1 0,1-1,0 0,0 0,1-1,0-1,0 0,1-1,12 4,7-1</inkml:trace>
  <inkml:trace contextRef="#ctx0" brushRef="#br0" timeOffset="933.103">789 230,'-14'-2,"-6"-1,-3 0,6 1,14 0,21 1,24 0,25 1,22 0,14 0,7 3,-15 0</inkml:trace>
  <inkml:trace contextRef="#ctx0" brushRef="#br0" timeOffset="2032.58">1404 765,'4'-30,"-2"1,0-1,-2 1,-2-1,-1 1,0 0,-5-11,-5-34,14 72,1 0,0 0,0 1,0-1,0 0,0 1,0-1,0 1,0 0,1-1,-1 1,1 0,-1 0,1 1,-1-1,1 1,-1-1,1 1,-1 0,1 0,0 0,-1 0,1 0,0 0,-1 1,1 0,-1-1,3 2,2-1,37 2,0 3,-1 1,1 3,-1 1,15 8,-55-19,0 1,1 0,-1 0,0 1,0-1,0 1,0-1,-1 1,1 0,0 0,-1 0,1 0,-1 1,0-1,0 1,0-1,0 1,0 0,-1 0,1-1,-1 1,1 0,-1 1,0-1,0 0,-1 0,1 0,-1 1,1 1,-20 69,15-67,1 1,0 0,1-1,0 1,0 0,1 1,0-1,0 0,1 0,0 0,1 1,-1-1,3-3,0-1,-1-1,1 1,0 0,1-1,-1 1,1-1,-1 0,1 0,0-1,0 1,0-1,1 1,-1-1,0-1,1 1,0-1,-1 0,1 0,0 0,-1 0,1-1,0 0,0 0,-1 0,1 0,0-1,0 0,1-1,20 0,0-1,-1-2,0 0,1-2,-2 0,1-2,-1-1,-1-1,0-1,16-11,-33 19,0-1,0 1,-1-2,0 1,1 0,-2-1,1 0,-1 0,0 0,4-7,-7 10,0 1,-1 0,1 0,0-1,-1 1,1 0,-1-1,1 1,-1 0,0-1,0 1,-1-1,1 1,0 0,-1-1,1 1,-1 0,0-1,0 1,0 0,0 0,0 0,0 0,0 0,-1 0,1 0,-1 0,1 0,-1 1,0-1,0 1,0-1,0 1,0 0,0-1,-6-2,0 1,1 0,-1 0,0 0,0 1,-1 0,1 1,0-1,-1 2,1-1,-1 1,1 1,0-1,-1 1,0 1,4-1,-1 0,1 0,0 0,-1 1,1-1,0 1,0 1,0-1,0 1,1 0,-1 0,1 0,-1 1,1-1,0 1,1 0,-1 0,1 1,-1-1,1 1,1-1,-1 1,0 2,2-5,0 1,1-1,-1 0,1 1,0-1,0 1,0-1,0 0,0 1,0-1,1 1,-1-1,1 0,-1 1,1-1,0 0,0 0,0 1,0-1,1 0,-1 0,0 0,1 0,0-1,-1 1,1 0,0-1,0 1,0-1,0 1,0-1,0 0,0 0,1 0,-1 0,2 0,89 20,-81-20,-1 0,1-1,0 0,-1-1,1 0,-1-1,1-1,-1 0,0 0,0-1,0 0,0-1,9-6,-20 12,0-1,0 1,0 0,0-1,0 1,0-1,0 1,0-1,0 1,0 0,0-1,0 1,0-1,0 1,1-1,-1 1,0-1,0 1,1-1,-1 1,0-1,1 1,-1-1,1 1,-1-1,0 0,1 1,-1-1,1 0,-1 1,1-1,-1 0,1 0,-1 1,1-1,0 0,-1 0,1 0,-1 0,1 0,-1 0,1 0,0 0,-1 0,1 0,-1 0,1 0,-1 0,1 0,0 0,-1-1,1 1,-1 0,1 0,-1-1,1 1,-1 0,1-1,-1 1,0-1,1 1,-1 0,1-1,-2 6,2-1,-1 1,0 0,1 0,0-1,0 1,0-1,1 1,-1-1,1 1,0-1,0 0,1 0,-1 0,1 0,0 0,0-1,1 1,-1-1,0 0,1 0,0 0,0 0,0-1,0 1,0-1,1 0,-1 0,0-1,1 1,0-1,-1 0,1 0,0-1,-1 0,1 1,0-1,0-1,-1 1,1-1,0 0,0 0,0-1,1 0,-1-1,0 1,0-1,0-1,-1 1,1 0,-1-1,0 0,0 0,0-1,0 1,-1-1,0 1,0-1,0 0,0 0,-1-1,0 1,25-110,-19 66,-8 47,0-1,1 1,-1 0,1-1,0 1,0 0,0-1,0 1,0 0,0 0,0 0,1 0,-1 0,1 0,-1 0,1 1,0-1,0 0,0 1,0-1,0 1,0 0,0 0,0 0,1 0,-1 0,0 0,1 1,-1-1,0 1,1 0,-1-1,1 1,-1 0,1 0,-1 1,1-1,6 1,0-1,0 2,0-1,0 1,0 1,0 0,-1 0,1 0,-1 1,0 1,0-1,-1 1,1 0,-1 1,0 0,0 0,-1 1,0-1,0 1,-1 1,1-1,-2 1,1 0,-1 0,0 0,-1 1,0-1,0 1,-1 0,1 3,1 30,-5-37,0 1,1-1,0 0,0 0,0 0,1 0,-1 1,1-1,1 0,-1 0,1 0,-1 0,1-1,1 1,-1 0,1-1,0 0,0 1,0-1,0 0,1 0,0-1,-1 1,1-1,1 0,-1 0,0 0,1-1,-1 1,4 0,16 1,1-1,-1-2,1 0,-1-1,1-2,-1 0,1-2,-1-1,0 0,6-4,84-33,-107 39,-1 0,-1 0,1-1,0 0,-1 0,0-1,0 1,0-1,0 0,-1 0,0-1,0 1,-1-1,1 0,-1 0,2-5,-4 9,-1-1,1 1,-1 0,1-1,-1 1,0 0,0-1,0 1,0-1,-1 1,1 0,-1-1,1 1,-1 0,0-1,0 1,0 0,0 0,0 0,0 0,0 0,-1 0,1 0,-1 0,0 1,1-1,-1 0,0 1,0-1,0 1,0 0,0 0,0 0,-1 0,1 0,0 0,0 1,-1-1,1 1,-3-1,-1 0,0-1,0 1,0 1,0-1,-1 1,1 0,0 0,0 1,-1 0,1 0,0 1,0-1,0 1,0 1,-3 1,6-2,0 0,0 1,1-1,-1 1,1 0,-1 0,1 0,0 0,0 0,0 1,1-1,-1 1,1-1,-1 1,1-1,1 1,-1 0,0-1,1 1,0 0,0 0,0-1,0 1,0 0,1 0,0-1,0 1,0 0,0-1,0 1,1-1,-1 1,1-1,0 0,0 0,1 0,-1 0,1 0,-1 0,2 1,8 4,-1 0,1-1,0 0,1-1,0 0,0-1,0 0,0-1,1-1,-1 0,1 0,10-1,51 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0:51.10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370 2,'-18'-1,"-1"0,1 1,0 1,0 1,0 1,0 0,0 1,0 1,1 1,0 0,0 1,1 1,0 1,0 0,1 1,0 1,0 0,11-8,-1 0,1 0,0 0,0 0,0 1,0 0,1-1,-1 1,1 1,0-1,0 0,1 1,-1 0,1-1,0 1,0 0,1 0,-1 0,1 0,0 1,1-1,-1 0,1 0,0 1,0-1,1 0,-1 0,1 1,0-1,1 0,-1 0,1 0,0 0,1-1,-1 1,1 0,-1-1,2 0,0 2,9 4,1-1,0 0,0-1,1-1,0 0,1-1,-1 0,1-2,0 0,1 0,3 1,0 0,-1 2,0 0,0 1,0 1,1 2,-17-9,0-1,-1 1,1-1,-1 1,0 0,1 0,-1 0,0 0,0 1,0-1,0 1,-1-1,1 1,-1-1,0 1,1 0,-1 0,0 0,-1 0,1-1,0 1,-1 0,0 0,1 0,-1 1,-1-1,1 0,0 0,-1 0,1 0,-1-1,0 1,0 0,0 0,0 0,-1-1,1 1,-1 0,1-1,-1 1,0-1,0 0,0 0,-1 0,1 1,-8 5,0 0,-1-1,1 0,-1-1,-1 0,1-1,-1 0,0-1,0 0,-1-1,1 0,-1-1,-3 0,12-2,0 1,0-1,0-1,0 1,0-1,0 1,1-1,-1 0,0-1,0 1,1-1,-1 1,1-1,-4-2,6 3,0 0,0 0,0 0,0 0,0 0,0 0,0 0,0 0,0-1,1 1,-1 0,0 0,1-1,-1 1,1-1,0 1,-1 0,1-1,0 1,0-1,0 1,0-1,0 1,0 0,0-1,0 1,1-1,-1 1,0 0,1-1,-1 1,1 0,0-1,-1 1,1 0,0 0,0-1,0 1,0 0,0 0,0 0,19-19,3 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0:51.3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48 0,'-9'31,"-1"2,1 0,2 0,1 1,-1 29,7-54,0 1,0-1,1 1,0-1,1 0,0 0,1 0,-1 0,2 0,-1 0,1-1,1 1,-1-1,1 0,1 0,-1-1,1 0,1 0,6 6,-6-6,1-1,0 0,0 0,1 0,-1-1,1 0,0-1,0 0,1-1,-1 1,1-2,0 1,0-2,0 1,0-1,0-1,0 1,0-2,0 0,0 0,0 0,0-2,0 1,-1-1,1 0,4-3,8-12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0:51.62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46,'25'3,"24"0,18-2,13-4,4-4,-1-2,-7-1,-15-2,-17 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0:51.9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0,'90'21,"1"-4,1-5,24-1,63 7,-166-16,-11-3,1 1,-1 0,1-1,0 1,-1 0,1 1,0-1,-1 0,1 1,-1-1,1 1,0 0,-1 0,0 0,1 0,-1 1,0-1,1 0,-1 1,0 0,0-1,0 1,-1 0,1 0,0 0,-1 0,1 1,-1-1,1 0,-1 1,0-1,0 0,0 1,-1 0,1 1,-19 167,-15 179,32-342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0:52.1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56,'19'-6,"21"-4,22-1,19 1,12 3,1 1,-7 3,-12 1,-21 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0:52.71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 81,'-1'0,"1"0,0 0,-1 0,1 0,-1 0,1 0,0 0,0 0,-1-1,1 1,0 0,-1 0,1 0,0-1,0 1,-1 0,1 0,0-1,0 1,-1 0,1-1,0 1,0 0,0-1,0 1,0 0,-1-1,1 1,0 0,0-1,0 1,0 0,0-1,0 1,0 0,0-1,0 1,0 0,1-1,-1 1,0-1,0 1,0 0,0 0,0-1,1 1,-1 0,0-1,0 1,0 0,1 0,-1-1,0 1,0 0,1 0,-1-1,0 1,1 0,-1 0,0 0,1 0,-1 0,0-1,1 1,-1 0,0 0,1 0,-1 0,1 0,69-22,39 4,1 5,1 5,65 5,-145 2,634 16,-289-2,-291-15,-85 3,1-1,-1 0,1 0,-1 0,1 0,0 0,-1 0,1 0,-1 0,1 0,-1 0,1 0,0 0,-1 0,1-1,-1 1,1 0,-1 0,1-1,-1 1,1 0,-1-1,1 1,-1 0,1-1,-1 1,0-1,1 1,-1-1,0 1,1-1,-1 1,0-1,0 1,1-1,-1 1,0-1,0 1,0-1,0 1,0-1,0 0,0 1,0-1,0 0,-6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0:58.40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 70,'-5'-11,"6"-4,11 1,18 2,17 4,16 3,10 2,5 2,1 1,-6 0,-11 3,-16 3,-16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0:58.1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361 39,'-9'-6,"-1"1,0 0,0 1,0 0,0 0,-1 1,0 1,0 0,0 0,0 1,0 0,0 1,0 0,0 1,1 0,-1 1,0 0,0 1,1 0,-1 1,1 0,0 0,0 1,0 1,1 0,0 0,0 0,1 1,-1 1,1-1,1 1,0 1,0-1,0 1,-2 7,7-12,0 0,1 0,0 0,0 1,0-1,0 0,1 1,-1-1,1 1,1-1,-1 1,0-1,1 0,0 1,0-1,0 0,1 0,0 0,-1 0,1 0,1 0,-1 0,0 0,1-1,0 1,0-1,0 0,0 0,0 0,1 0,0-1,-1 1,1-1,0 0,0 0,2 1,27 13,0-2,1-1,1-1,0-2,24 4,91 28,-94-13,-55-29,1 1,-1 0,1 0,-1 0,0 1,0-1,1 0,-1 0,0 1,0-1,0 0,0 1,-1-1,1 1,0-1,-1 1,1-1,-1 1,1 0,-1-1,0 1,1 0,-1-1,0 1,0 0,0-1,-1 1,1 0,0-1,-1 1,1 0,-1-1,1 1,-1 0,-4 4,-1 1,1-1,-1 0,-1 0,1-1,-1 0,0 0,0-1,0 0,-1 0,0 0,1-1,-3 0,-9 5,-1 0,0-2,-1 0,1-2,-1 0,0-1,0-1,0-1,-1-1,17-1,-1 1,0-1,1 1,-1-2,1 1,-1 0,1-1,0 0,0-1,-1 1,1-1,0 0,-15-14</inkml:trace>
  <inkml:trace contextRef="#ctx0" brushRef="#br0" timeOffset="1102.407">882 119,'5'0,"5"0,7 0,4 0,3 0,2 0,4 0,1 0,0 0,-1 0,1 0,-2 0,-1 0,-6 0</inkml:trace>
  <inkml:trace contextRef="#ctx0" brushRef="#br0" timeOffset="1354.253">896 453,'18'2,"13"2,10-1,5-1,4 0,0-1,-4-1,-2 1,-5-1,-9 0</inkml:trace>
  <inkml:trace contextRef="#ctx0" brushRef="#br0" timeOffset="1729.571">1712 413,'11'5,"1"-1,0-1,0 0,0-1,0 0,1-1,-1 0,1-1,-1-1,0 1,1-2,-1 0,0-1,7-2,-12 3,0 0,-1 0,1-1,-1 0,0 0,0-1,0 0,-1 0,1 0,-1 0,0-1,0 0,-1 0,1-1,-1 1,0-1,0 0,-1 0,0 0,0 0,0-1,-1 1,0-1,0 0,-1 0,1-4,-3-1,-1 0,0 0,-1 1,0-1,0 1,-1 0,-1 0,0 0,0 0,-1 1,-1 0,0 0,0 1,-1-1,0 2,0-1,-1 1,0 0,0 1,-1 0,0 1,-1 0,1 0,-7-1,10 3,1 0,-1 1,0 0,0 1,-1-1,1 1,0 1,-1-1,1 1,-1 0,1 1,-1 0,1 0,-1 1,1 0,-1 0,1 1,-1 0,1 0,0 0,0 1,0 0,0 1,-5 3,1 4,0 0,1 1,0 0,0 1,1 0,1 1,1 0,0 0,0 1,1-1,1 1,1 0,0 1,-1 14,3-21,1-1,0 1,0 0,1 0,1 0,-1 0,1 0,1 0,0 0,0 0,1-1,0 1,0-1,1 0,0 0,0 0,1 0,0 0,16 17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1:02.58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348 250,'-9'-4,"1"1,0 1,-1 0,1 0,-1 0,0 1,0 1,0-1,1 1,-1 1,0 0,0 0,1 0,-1 1,1 1,-1-1,1 1,0 1,-4 1,-2 8,0 0,0 1,2 0,0 1,0 0,1 1,1 0,1 0,0 1,1 1,1-1,1 1,-2 11,2-15,1 0,1 0,1 0,0 1,0 0,2 0,0 0,0 0,1 0,1 0,1-1,0 1,1 0,-2-11,1-1,0 0,-1 0,1 1,1-1,-1-1,0 1,1 0,-1 0,1-1,0 1,0-1,0 0,0 0,0 0,0 0,1-1,-1 1,1-1,-1 0,1 0,-1 0,1-1,0 1,-1-1,1 0,0 0,0 0,7 0,0-1,0-1,-1 0,1 0,-1-1,1 0,-1-1,0 0,1-1,13-9,0-2,-1 0,0-1,-1-1,-2-2,0 0,0-1,-2 0,-1-2,-1 0,-1-1,0 0,-2-2,-1 1,-2-1,0-1,-1 0,-2-1,3-19,-8 31,0-1,0 1,-2 0,0-1,-1 1,0 0,-2 0,-3-14,5 25,0-1,-1 1,0 1,0-1,0 0,-1 0,1 1,-1-1,0 1,-1 0,1 0,-1 0,1 0,-1 1,0-1,-1 1,1 0,-1 1,1-1,-1 1,0-1,0 1,0 1,0-1,0 1,0 0,0 0,-5 0,-4 1,1 1,-1 0,1 1,0 0,-1 1,1 1,0 0,1 1,-1 0,1 1,0 0,1 1,-1 0,1 1,1 1,-1-1,1 2,1-1,0 1,0 1,1-1,0 2,1-1,1 1,-2 4,5-10,1 1,0-1,1 1,0 0,0-1,0 1,1 0,0 0,0-1,1 1,0 0,0 0,0-1,1 1,0-1,0 1,1-1,0 0,0 0,0 0,1 0,0 0,0-1,4 4,11 12,2-1,1 0,0-2,1 0,7 2,-17-11,9 7,28 18,-2 3,-1 2,9 12,-44-39,0 1,-1 1,0 0,-1 0,-1 1,0 0,-1 0,0 1,-2 1,0-1,0 1,-2 0,2 9,-1 72,3-84,-1-19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1:01.3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0 341,'16'2,"16"1,17 0,18-3,16-4,14-5,9-4,3 0,-5 3,-7 3,-15 2,-15 5,-21 4,-19 4,-19 1,-15-2,-7-1</inkml:trace>
  <inkml:trace contextRef="#ctx0" brushRef="#br0" timeOffset="243.135">187 567,'16'0,"14"0,16 0,14-2,12-1,10-2,7 0,2 0,-3 2,-7 1,-11 1,-18 0</inkml:trace>
  <inkml:trace contextRef="#ctx0" brushRef="#br0" timeOffset="610.757">775 6,'28'-3,"1"2,-1 0,1 2,-1 0,1 3,-1 0,9 4,14-1,-1 4,1 1,-2 2,0 3,-1 2,-1 1,20 14,-59-30,-1-1,1 2,-1-1,0 1,-1 0,1 0,-1 0,0 1,0 0,-1 1,0-1,0 1,0 0,-1 0,0 1,-1-1,1 1,-1 0,-1 0,0 0,0 0,0 0,-1 0,0 0,-1 1,0-1,0 0,-1 7,-8 4,0-1,-1-1,-1 0,0 0,-2-1,0 0,0-1,-1-1,-1 0,-1-1,0-1,0 0,-18 8,17-7,-106 77,96-69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1:03.60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13,'5'0,"10"0,14 0,13 0,14-2,10-1,6 0,-2 1,-10 0,-9 1,-14 5,-13 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1:03.82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11,'9'2,"10"1,13 0,12-1,13-1,10 1,7-4,5-3,0-3,-13-1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1:04.60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30 272,'-1'-3,"0"1,0-1,-1 0,1 1,1-1,-1 0,0 0,1 1,-1-1,1 0,0 0,0 0,0 0,0 1,1-1,-1 0,1-2,0-1,4-25,2 0,0 0,2 1,2 0,6-12,-17 42,0-1,0 1,-1-1,1 0,0 1,0-1,0 0,0 1,0-1,0 1,0-1,1 0,-1 1,0-1,0 0,0 1,1-1,-1 1,0-1,1 1,-1-1,0 1,1-1,-1 1,1-1,-1 1,1-1,-1 1,1 0,-1-1,1 1,-1 0,1-1,-1 1,1 0,0 0,-1 0,1-1,-1 1,1 0,0 0,-1 0,1 0,0 0,-1 0,1 0,-1 0,1 1,1 131,-4 335,2-464,-2 28,2-30,0-1,0 1,0-1,0 1,0-1,0 1,0-1,-1 1,1-1,0 1,0-1,0 0,0 1,-1-1,1 1,0-1,-1 0,1 1,0-1,0 0,-1 1,1-1,-1 0,1 1,0-1,-1 0,1 0,-1 1,1-1,0 0,-1 0,1 0,-1 0,1 0,-1 0,1 0,-1 1,1-1,-1-1,1 1,-1 0,1 0,0 0,-1 0,1 0,-1 0,1 0,-1-1,1 1,-1 0,1 0,0-1,-1 1,1 0,0 0,-1-1,-67-42,60 36,23 4,450-48,-390 41,-68 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1:06.2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16 227,'-5'189,"1"-181,1-25,0-29,2 0,2 0,2 0,6-31,-8 71,0-1,0 0,0 1,1-1,0 1,0-1,1 1,0 0,0 0,0 0,1 0,0 0,0 1,0 0,1 0,0 0,0 0,0 1,0 0,1 0,0 0,0 1,0 0,0 0,0 0,0 1,1 0,-1 0,1 1,0 0,0 0,-1 0,1 1,0 0,-1 0,0 1,0 0,0 0,0 1,0-1,0 1,-1 1,1-1,-1 1,0 0,0 0,0 0,0 1,0 0,-1 0,1 0,-1 0,0 1,0-1,-1 1,0 0,1 1,-2-1,1 0,-1 1,1-1,-2 1,1 0,-1 0,1 0,-2 0,1 0,-1 0,1 0,-2 0,1 0,-1 0,0 0,0 0,0-1,-1 1,0 0,-1 1,-6 6,0-1,0 0,-1-1,-1 0,0-1,0 0,-1 0,-1-1,1-1,-1 0,-1-1,1-1,-1 1,-1-2,1 0,-1-1,1-1,-1 0,0-1,-12 1,27-3,0 0,0 0,0 0,1 1,-1-1,0 0,0 0,0 0,0 1,0-1,0 0,1 0,-1 1,0-1,0 0,0 0,0 1,0-1,0 0,0 0,0 1,0-1,0 0,0 0,0 0,0 1,0-1,-1 0,1 0,0 1,0-1,0 0,0 0,0 1,0-1,-1 0,1 0,0 0,0 0,0 1,0-1,-1 0,1 0,0 0,0 0,-1 0,1 0,0 1,0-1,0 0,-1 0,1 0,0 0,0 0,-1 0,1 0,0 0,0 0,-1 0,1 0,0 0,0 0,-1 0,25 12,-16-8,34 19,-15-7,0 0,2-2,0-1,0-2,1 0,1-2,-1-2,3 0,34-11,-40-5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1:06.6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70,'2'-7,"10"-4,14-3,19 1,13 2,8 4,2 3,-2 1,-7 5,-12 3,-11 2,-12 1,-8 0,-6-2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1:09.6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289 368,'-11'-1,"0"0,0 0,0 1,0 1,0 0,0 1,1 0,-1 0,0 1,1 1,-1 0,1 0,0 1,0 0,1 0,0 1,0 1,0 0,1 0,0 0,0 1,0 1,1-1,1 1,0 0,-2 4,-24 58,32-70,-1 1,1 0,0 0,0-1,0 1,0 0,0 0,0-1,0 1,0 0,1 0,-1-1,1 1,-1 0,1-1,0 1,0 0,0-1,-1 1,1-1,1 0,-1 1,0-1,0 0,0 1,1-1,-1 0,1 0,-1 0,1 0,-1 0,1-1,0 1,-1 0,1-1,0 1,-1-1,1 0,0 0,0 1,1-1,10-1,1 0,-1 0,0-2,0 1,0-2,0 1,-1-2,0 0,1 0,-2-1,1-1,-1 0,0 0,9-9,-6 6,-1-2,0 0,-1 0,0-1,-1 0,0-1,-1-1,-1 1,0-2,-1 1,-1-1,0 0,-1-1,-1 0,0 1,-2-2,0 1,0 0,-2-1,0 1,-1-1,-1 1,-1-1,-1-8,0 11,1 0,-2 0,0 0,-1 0,0 1,-1-1,-7-10,13 24,0 0,0 0,0 0,0 1,-1-1,1 0,0 0,-1 0,1 0,0 1,-1-1,1 0,-1 0,1 1,-1-1,0 0,1 1,-1-1,0 1,1-1,-1 1,0-1,1 1,-1-1,0 1,0 0,0-1,0 1,1 0,-1 0,0 0,0-1,0 1,0 0,0 0,0 0,1 1,-1-1,0 0,0 0,0 0,0 1,0-1,1 0,-1 1,0-1,0 0,1 1,-1-1,0 1,0 0,1-1,-1 1,1 0,-1-1,1 1,-1 0,1-1,-1 1,1 0,-1 0,1 0,-8 20,0 1,1 0,2 0,0 0,1 1,2 0,-1 15,3-33,-5 34,2 0,1 0,2 0,2 0,1 0,2 0,8 26,-11-58,0 0,1 0,0-1,0 1,1 0,0-1,0 0,0 0,1 0,0-1,0 1,1-1,-1 0,1-1,0 0,0 1,1-2,-1 1,1-1,0 0,0 0,0-1,0 0,0 0,0-1,1 0,-1 0,1-1,-1 0,0 0,1 0,3-2,0 0,0 0,0-1,0 0,-1-1,1 0,-1-1,0 0,-1-1,1 0,-1 0,0-1,-1 0,1-1,-1 1,-1-2,0 1,0-1,0 0,-1 0,-1-1,0 0,0 0,0 0,-2-1,1 1,-1-1,-1 0,0 0,0 0,-1 0,-1 0,0-1,0 1,-1 0,-1 0,1 0,-2 0,0 0,0 1,-3-5,6 13,0 1,-1-1,1 1,-1 0,1 0,-1-1,1 1,-1 0,0 0,0 0,0 0,1 0,-1 0,0 0,0 0,0 0,-1 0,1 0,0 0,0 1,0-1,-1 1,1-1,0 1,-1-1,1 1,0 0,-1-1,1 1,0 0,-1 0,1 0,0 0,-1 0,1 1,-1-1,1 0,0 1,-1-1,1 0,0 1,0 0,-1-1,1 1,0 0,0 0,0-1,0 1,0 0,0 0,0 0,0 0,0 0,0 1,1-1,-1 0,0 1,-2 5,-1-1,1 1,1 0,-1-1,1 1,0 1,1-1,0 0,0 0,1 0,-1 1,2-1,-1 0,1 0,0 1,0-1,1 0,0 0,0 0,1 0,0-1,0 1,1-1,-1 0,1 1,1-2,-1 1,1 0,0-1,0 0,1 0,-1-1,1 1,2 0,6 3,1-1,0 0,0-1,1-1,0 0,-1-2,3 1,48 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1:12.8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22,'910'-21,"846"20,-1472 13,-257-8,-21-1,-12-1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1:10.3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70 179,'0'29,"-2"0,-1 0,-2 0,0-1,-2 0,-8 22,3-25,12-25,0 0,0 0,0-1,0 1,0 0,0-1,-1 1,1 0,0 0,0-1,0 1,-1 0,1 0,0 0,0-1,0 1,-1 0,1 0,0 0,0 0,-1-1,1 1,0 0,-1 0,1 0,0 0,-1 0,1 0,0 0,0 0,-1 0,1 0,0 0,-1 0,1 0,0 0,-1 0,1 0,0 0,0 0,-1 1,1-1,0 0,0 0,-1 0,1 0,0 1,0-1,-1 0,1 0,0 1,0-1,0 0,-1 0,1 1,0-1,0 0,0 0,0 1,0-1,0 0,0 1,0-1,0 0,0 0,-1 1,2-1,-4-17,1 0,0-1,2 1,0 0,1-1,2-13,-1 8,-2 6,1 0,1 1,0-1,2 0,-1 1,2-1,0 1,1 0,1 1,0-1,1 1,1 1,8-11,-14 22,0 0,0 0,0 0,1 0,-1 0,1 1,0 0,0 0,0 0,0 0,0 0,0 1,0 0,0 0,1 0,-1 0,0 1,1 0,-1 0,0 0,1 0,-1 0,0 1,1 0,-1 0,0 0,0 1,0-1,0 1,0 0,0 0,0 0,-1 1,1-1,-1 1,0 0,1 0,-1 0,-1 1,1-1,0 1,-1-1,0 1,0 0,0 0,0 0,0 0,-1 0,0 0,0 0,0 2,-1-1,0 1,0-1,-1 0,0 0,0 0,0 1,-1-1,1 0,-1 0,0-1,-1 1,1 0,-1-1,0 1,0-1,-1 0,1 0,-1 0,-3 2,-82 61,69-55,15-11,1 1,0-1,0 1,0 0,0 0,0 0,1 1,-1-1,1 1,-1 0,1 0,0 0,0 1,0-1,1 1,-1-1,1 1,0 0,0 0,0 0,1 0,-1 0,1 1,0-1,0 0,0 0,1 1,-1 4,6 3,1 0,-1 0,2 0,0-1,0 0,1 0,0-1,1 0,0 0,1-1,0 0,0-1,3 2,-3-4,1 0,0 0,1-1,-1 0,1-1,0 0,0-1,0 0,1-1,-1-1,1 0,-1 0,1-1,-1-1,1 0,-1-1,0 0,0-1,0 0,0-1,0 0,0-1,-1-1,0 0,0 0,4-4,25-17</inkml:trace>
  <inkml:trace contextRef="#ctx0" brushRef="#br0" timeOffset="251.838">592 166,'-14'11,"-6"11,-3 8,4 6,3 6,9 3,8 0,12-3,10-3,13-7,12-7,6-6,5-8,1-7,-5-10,-10-2</inkml:trace>
  <inkml:trace contextRef="#ctx0" brushRef="#br0" timeOffset="492.227">418 340,'16'2,"17"1,18 0,17-3,12-4,5-3,-13-1</inkml:trace>
  <inkml:trace contextRef="#ctx0" brushRef="#br0" timeOffset="870.789">592 85,'51'14,"1"-3,0-2,1-3,0-1,23-3,-40-1,181 5,113-17,-318 10,-27 0,-260 11,196 10,77-19,1 0,-1-1,0 1,1 0,-1 0,0 0,1 0,-1 0,1 0,0 1,-1-1,1 0,0 1,0-1,0 1,0-1,0 1,0 0,0-1,0 1,1 0,-1 0,1 0,-1-1,1 1,0 0,-1 0,1 0,0 0,0 0,1-1,-1 1,0 0,1 0,-1 0,1 0,-1-1,1 1,0 0,0-1,0 1,5 7,1 0,0-1,0 0,1-1,0 1,0-1,0-1,1 0,1 0,-1-1,10 5,-10-5,92 47,-62-34,-2 2,0 1,-2 2,13 11,-4 11,-43-44,0 1,0-1,0 1,0-1,0 1,-1-1,1 1,0 0,-1-1,1 1,-1 0,1 0,-1-1,0 1,0 0,0 0,0-1,0 1,0 0,0 0,-1-1,1 1,-1 0,1-1,-1 1,0 0,1-1,-1 1,0-1,0 1,-1 0,-4 3,0-1,0 0,0 0,0-1,-1 0,1 0,-1 0,0-1,0 0,0 0,0-1,0 0,0 0,0-1,0 0,0 0,0 0,-1-1,1 0,0-1,-3 0,7 0,-1 1,1-1,0 0,-1 0,1 0,0 0,0 0,1-1,-1 1,0-1,1 0,-1 0,1 0,0 0,0 0,0-1,1 1,-1-1,1 1,0-1,0 1,0-1,0 0,1 1,-1-1,1 0,0 0,0 1,0-1,1 0,-1 1,1-1,0 0,0 1,1-3,12-34</inkml:trace>
  <inkml:trace contextRef="#ctx0" brushRef="#br0" timeOffset="1122.117">1809 192,'-16'58,"8"-33,1 1,2-1,0 1,2 0,0 1,2 11,2-30,0 0,1-1,-1 1,2 0,-1-1,1 0,0 1,1-1,-1-1,1 1,1 0,-1-1,1 0,0 0,1 0,-1-1,1 0,0 0,1 0,-1-1,1 0,0 0,0 0,1-1,14 7,1-1,1-2,-1 0,1-1,0-2,1 0,2-1,-18-1,0-1,-1 0,1 0,0-1,-1 0,1 0,0-1,0 0,-1-1,1 0,-1 0,1-1,-1 0,0 0,0-1,-1 0,1 0,0-1,8-15</inkml:trace>
  <inkml:trace contextRef="#ctx0" brushRef="#br0" timeOffset="1373.52">1729 407,'22'0,"22"0,14-3,10-2,3-1,-3-2,-11-1,-14 0</inkml:trace>
  <inkml:trace contextRef="#ctx0" brushRef="#br0" timeOffset="1621.322">1942 179,'101'-1,"-12"-1,0 4,0 3,87 18,-170-23,-1 0,0 0,0 1,0 0,1 0,-1 0,0 1,0-1,-1 1,1 0,0 1,-1-1,1 1,-1 0,0 0,0 1,0-1,0 1,0 0,-1 0,0 0,0 0,0 0,0 1,-1-1,0 1,1 0,-2 0,1 0,-1 0,1 4,-20 134,3-60,9-14,6-80</inkml:trace>
  <inkml:trace contextRef="#ctx0" brushRef="#br0" timeOffset="1811.801">2384 205,'20'-4,"19"-4,18-1,13 2,8 1,3 3,-4 0,-10 3,-17 2,-17 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1:07.6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160 488,'0'14,"0"13,0 11,3 9,0 3,2-1,1-5,-2-11</inkml:trace>
  <inkml:trace contextRef="#ctx0" brushRef="#br0" timeOffset="685.637">1 327,'39'5,"-6"-3,-1 1,0 2,1 1,-2 1,1 2,-1 2,-1 0,25 14,-48-20,0 0,0 1,0-1,0 2,-1-1,0 1,-1 0,1 0,-1 0,-1 1,0 0,0 0,0 0,-1 0,0 0,0 1,-1 0,0 1,1 11,0 1,-2 0,0-1,-2 1,0 0,-4 18,4-34,0-5,0 1,0-1,1 0,-1 1,0-1,1 1,-1-1,1 1,0-1,-1 1,1-1,0 1,0-1,0 1,0-1,0 1,0 0,0-1,1 1,-1-1,1 1,-1-1,1 0,-1 1,1-1,0 1,0-1,-1 0,1 0,0 1,0-1,1 0,-1 0,0 0,0 0,0 0,1 0,-1-1,0 1,1 0,-1-1,1 1,-1-1,1 1,-1-1,1 0,-1 1,1-1,0 0,10-4,0 0,0-1,-1 0,1-1,-1 0,-1-1,1-1,-1 1,0-1,-1-1,0 0,0 0,-1-1,7-9,-8 8,0 0,0 0,-1 0,-1 0,0-1,0 0,-1 0,-1-1,0 1,0-1,-1 0,-1-6,1 35,1 1,0-2,1 1,1 0,1-1,0 0,0 0,2 0,0-1,0 0,2-1,-1 0,5 4,-10-12,0 1,0-1,1 0,0 0,0-1,0 1,0-1,1 0,-1-1,1 1,0-1,0 0,0-1,1 1,-1-1,0-1,1 1,0-1,-1 0,1 0,0-1,-1 0,1 0,0-1,0 0,-1 0,1 0,-1-1,5-1,-1-5,0 0,0-1,-1 0,0-1,0 0,-1 0,0 0,-1-1,0-1,-1 1,-1-1,1 0,-2 0,0 0,0-1,-1 0,-1 1,0-1,0-2,7-67,-3-1,-4 1,-4-1,-6-41,-5 26,13 98,0 0,-1 1,1-1,0 0,0 0,-1 0,1 1,0-1,-1 0,1 0,0 0,-1 0,1 0,0 1,-1-1,1 0,0 0,-1 0,1 0,-1 0,1 0,0 0,-1 0,1 0,0-1,-1 1,1 0,0 0,-1 0,1 0,0 0,-1-1,1 1,0 0,-1 0,1 0,0-1,0 1,-1 0,1-1,0 1,0 0,-9 155,9-125,-1 36,3-1,3 1,3-1,3 0,2 0,3-2,6 10,-1-25</inkml:trace>
  <inkml:trace contextRef="#ctx0" brushRef="#br0" timeOffset="1081.86">963 301,'5'9,"2"0,-1-1,1 1,1-2,-1 1,1-1,1 0,-1 0,1-1,0-1,0 1,1-1,8 3,-5-2,82 42,-62-35,-1 2,-1 1,-1 2,0 1,-2 1,0 1,-1 2,-1 0,6 9,-27-26,0 0,-1 0,1 0,-1 1,-1 0,1 0,-1 0,0 0,-1 0,1 0,-2 1,1-1,-1 1,0 0,0-1,-1 1,0 5,0-13,0 1,0-1,0 1,0-1,0 1,0-1,0 1,0-1,0 1,0-1,0 1,-1-1,1 1,0-1,0 0,0 1,-1-1,1 1,0-1,0 1,-1-1,1 0,0 1,-1-1,1 0,-1 1,1-1,0 0,-1 0,1 1,-1-1,1 0,-1 0,1 0,-1 1,1-1,-1 0,1 0,-1 0,1 0,-1 0,1 0,-1 0,1 0,-1 0,1 0,-1-1,1 1,-1 0,1 0,0 0,-1-1,1 1,-1 0,1 0,-1-1,1 1,0 0,-1-1,1 1,0 0,-1-1,1 1,0-1,-20-30,6-13,1 0,3-1,1 0,2-1,1-19,5 61,0 0,1-1,-1 1,0 0,1-1,0 1,0-1,1 1,-1 0,1-1,0 1,0 0,0 0,1-1,0 1,-1 0,1 0,1 1,-1-1,0 0,1 1,0-1,0 1,0 0,0 0,1 0,8 0,1 1,0 1,0 0,0 0,0 1,0 1,0 0,0 1,0 0,-1 1,1 1,-1 0,0 0,4 3,27 9</inkml:trace>
  <inkml:trace contextRef="#ctx0" brushRef="#br0" timeOffset="1334.638">1965 729,'2'0,"4"-3,0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1:14.9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67,'3'-4,"9"-5,14 0,17 0,16-2,13 1,9 3,5 2,-1 2,-4 4,-15 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1:18.5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132 40,'-16'7,"-10"7,-3 7,4 8,6 5,6 4,10 2,10-1,11-5,8-6,10-7,5-8,3-6,-2-9,-8-4</inkml:trace>
  <inkml:trace contextRef="#ctx0" brushRef="#br0" timeOffset="248.642">145 1,'15'15,"13"13,8 8,3 3,-1 1,-7 1,-9-2,-10-1,-16-3,-17-4,-16-6,-13-4,-10-6,6-6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1:17.5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270 191,'-11'-1,"1"1,-1 1,1-1,-1 2,1-1,-1 2,1-1,0 1,0 1,0 0,1 0,-1 1,1 0,0 1,0 0,1 0,0 1,0 0,0 1,1-1,0 1,-2 4,2-1,0 0,1 0,0 1,1 0,0 0,1 1,0-1,1 1,1 0,-1 0,2 0,0 0,1 0,0 0,1 0,0 0,1 0,1-1,2 10,-3-18,0 0,1 1,-1-1,1 0,-1 0,1-1,0 1,1 0,-1-1,1 0,-1 0,1 0,0 0,0-1,0 1,1-1,-1 0,0 0,1-1,-1 1,1-1,0 0,0 0,-1-1,1 1,0-1,0 0,4-1,4 0,-1-1,1-1,-1 0,0 0,0-1,0-1,0 0,-1-1,0 0,6-4,2-2,-1-1,0-1,0-1,-2-1,0 0,0-1,-2-1,0 0,-1-1,-1 0,-1-1,0 0,-2-1,0 0,-2-1,0 0,-1 0,-1 0,-2-1,2-17,-4 34,-1 0,1 0,-1 0,0 0,-1 0,1-1,-1 1,-1 0,1 0,-1 0,0 1,0-1,-1 0,1 1,-1-1,0 1,-1 0,1 0,-1 0,0 1,-1-1,1 1,-1 0,0 0,0 0,0 1,0 0,0 0,-1 0,1 1,-6-2,-3 3,0 1,0 1,0 0,0 1,0 0,0 1,0 0,1 2,-1-1,1 2,0 0,1 0,-1 1,1 1,1 0,-1 0,2 1,-1 1,1 0,0 0,-5 9,9-13,0 1,0 0,1 0,0 1,0 0,1 0,0 0,0 0,1 1,0 0,0-1,1 1,1 0,-1 0,1 0,1 0,-1 0,2 1,-1-1,1 0,1 0,0 0,2 6,8 6,0-1,2 0,0-1,2-1,0 0,0-1,2-1,0 0,1-1,0-2,1 0,14 6,-15-6,8 5,-9-9,-2 1,1 1,-2 0,1 2,-2-1,1 2,-2 0,0 0,-1 2,0-1,-1 1,7 15,-14-20</inkml:trace>
  <inkml:trace contextRef="#ctx0" brushRef="#br0" timeOffset="244.346">791 365,'19'0,"18"0,18 0,13 0,8 0,3 0,-3 0,-8 0,-15 0</inkml:trace>
  <inkml:trace contextRef="#ctx0" brushRef="#br0" timeOffset="412.895">978 553,'19'4,"18"2,21 0,14-2,13-3,6-4,-11-2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1:16.52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1 246,'20'0,"21"0,21 0,19 0,11-2,6-1,-1 0,-6 1,-20 0</inkml:trace>
  <inkml:trace contextRef="#ctx0" brushRef="#br0" timeOffset="240.511">201 379,'14'0,"15"0,20 0,16 0,14-4,6-7,-10-1</inkml:trace>
  <inkml:trace contextRef="#ctx0" brushRef="#br0" timeOffset="477.881">615 5,'-1'0,"0"-1,-1 0,1 1,0-1,-1 1,1-1,-1 1,1 0,-1 0,1 0,-1 0,1 0,-1 0,1 0,-1 0,1 0,-1 1,1-1,0 0,-1 1,1 0,-1-1,1 1,0 0,0-1,-1 1,1 0,0 0,0 0,0 0,0 0,0 1,0-1,0 0,0 0,1 1,44 29,-41-30,44 17,0-3,1-2,16 1,28 7,-74-16,9 1,-1 1,0 1,-1 1,0 1,0 2,13 8,-35-19,0 1,0 0,0 0,0 0,0 0,0 0,0 1,-1-1,1 1,-1 0,0 0,0 0,0 0,0 0,0 0,0 0,-1 1,0-1,0 1,0-1,0 1,0-1,-1 1,1 0,-1-1,0 1,0-1,-1 1,1 0,-1-1,0 1,0-1,0 2,-7 8,0-1,-1-1,-1 0,0 0,0-1,-1 0,0 0,-1-2,0 1,0-1,-10 4,18-10,-238 130,226-120,22-8,16-8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1:14.3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54 23,'-2'16,"-4"15,1 12,-1 12,2 4,2 2,0 0,2-7,-1-7,1-17,1-13</inkml:trace>
  <inkml:trace contextRef="#ctx0" brushRef="#br0" timeOffset="347.141">0 91,'7'-8,"0"0,0 1,1 0,0 0,0 1,0 0,1 1,0-1,0 2,0-1,1 1,0 1,-1 0,1 0,0 1,1 0,-1 1,3-1,-6 2,-1-1,0 1,1 0,-1 0,0 1,0 0,1 0,-1 0,0 1,0 0,0 0,0 1,-1-1,1 1,-1 0,1 1,-1-1,0 1,-1 0,1 1,0-1,-1 1,0 0,0 0,-1 0,1 0,-1 1,-1-1,1 1,0 1,-2-3,0 0,0-1,-1 1,1 0,-1 0,0 0,0 0,0 0,0-1,-1 1,0 0,1 0,-1 0,-1-1,1 1,-1-1,1 1,-1-1,0 1,0-1,0 0,-1 0,1 0,-1 0,0 0,0-1,0 1,0-1,-1 1,-102 52,-11-25,117-30,-1 0,0 0,0 1,1-1,-1 0,0 1,1-1,-1 0,0 1,1-1,-1 1,1-1,-1 1,1-1,-1 1,1-1,-1 1,1 0,-1-1,1 1,0 0,-1-1,1 1,0 0,0-1,0 1,-1 0,1 0,0-1,0 1,0 0,0 0,0-1,0 1,0 0,1-1,-1 1,0 0,0 0,1-1,-1 1,0 0,1-1,-1 1,0 0,1-1,-1 1,1-1,-1 1,1-1,-1 1,1-1,0 1,-1-1,1 1,0-1,-1 0,1 0,0 1,-1-1,1 0,0 0,-1 1,1-1,0 0,0 0,-1 0,1 0,0 0,48 36,1-2,2-2,1-2,51 20,-100-47,1-1,-1 0,0 0,1 0,-1-1,1 0,0 0,-1 0,1 0,0-1,0 1,-1-1,1 0,0-1,0 1,-1-1,1 0,0 0,-1-1,1 0,-1 1,1-1,2-3,5-9</inkml:trace>
  <inkml:trace contextRef="#ctx0" brushRef="#br0" timeOffset="848.373">762 158,'14'4,"15"4,15 1,13-2,11-1,7-2,-2-2,-13-1</inkml:trace>
  <inkml:trace contextRef="#ctx0" brushRef="#br0" timeOffset="1017.805">776 491,'21'3,"19"-3,20-4,16-7,5-4,-10 1</inkml:trace>
  <inkml:trace contextRef="#ctx0" brushRef="#br0" timeOffset="1395.389">1538 478,'14'10,"0"-2,0 1,1-2,0 0,0 0,0-1,1-1,0-1,0 0,1-2,-1 1,0-2,1 0,0-1,-1-1,15-2,-26 1,0 0,0-1,0 0,-1 1,1-2,-1 1,0 0,0-1,0 0,0 0,-1 0,1 0,-1-1,0 1,-1-1,1 0,-1 1,0-1,0 0,0-1,-1 1,1-4,1-5,-1 0,0 0,-2 0,1-1,-1 1,-1 0,-1 0,0-2,0 8,1 0,-1 0,-1 0,1 0,-1 0,-1 1,1-1,-1 1,-1 0,1 0,-1 1,0-1,-1 1,0 0,0 0,0 1,0 0,-1 0,0 0,0 1,0 0,-1 1,1-1,-1 1,0 1,0-1,0 1,0 1,0 0,0 0,-1 0,1 1,-2 0,-4 1,1 0,-1 0,0 1,1 1,-1 0,1 1,0 0,0 1,1 1,-1 0,1 0,0 1,1 1,0 0,0 1,1 0,0 0,0 1,1 1,0-1,1 1,0 1,1 0,1 0,-3 6,7-13,1 0,0 0,0 0,1 0,-1 0,1 0,0 0,1 0,-1 0,1 1,0-1,0-1,1 1,0 0,-1 0,2 0,-1-1,0 1,1-1,0 0,0 0,0 0,0 0,1 0,0-1,-1 0,5 3,34 24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1:07.2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4 250,'-3'0,"2"0,6 0,8 0,14 0,14 0,10 0,9 0,5 0,1 0,-4 0,-11 0,-11 0,-12 3,-14 2,-9 1</inkml:trace>
  <inkml:trace contextRef="#ctx0" brushRef="#br0" timeOffset="19347.599">231 10,'1'-1,"-1"0,1 0,0 1,0-1,0 0,0 1,0-1,-1 1,1-1,0 1,0-1,0 1,0 0,1-1,-1 1,0 0,0 0,0 0,0 0,0 0,0 0,0 0,0 0,0 0,0 0,0 1,0-1,0 0,0 1,0-1,0 1,0-1,0 1,1 0,17 8,1 1,-1 1,0 1,-1 1,-1 1,0 0,-1 1,0 1,5 3,-1 2,-1 0,-1 1,-1 1,-1 1,11 20,-25-41,-1 0,1-1,-1 1,0 0,0 0,0 0,0 0,-1 0,1 1,-1-1,0 0,0 0,0 0,0 0,0 0,-1 1,1-1,-1 0,0 0,0 0,0 0,0 0,-1-1,1 1,-1 0,0 0,1-1,-1 1,-2 1,-26 25,-1-2,-1-1,-1-1,-12 5,4-2,-34 25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0:46.43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1 349,'13'0,"15"0,12 0,14-3,14-4,11-4,5-3,-1 2,-16 2</inkml:trace>
  <inkml:trace contextRef="#ctx0" brushRef="#br0" timeOffset="39121.841">295 1,'-1'0,"1"0,0 0,-1 0,1 0,0 0,-1 0,1 0,0 0,-1 0,1 1,0-1,-1 0,1 0,0 0,-1 0,1 1,0-1,0 0,-1 0,1 1,0-1,0 0,-1 0,1 1,0-1,0 0,0 1,-1-1,1 0,0 1,0-1,0 0,0 1,0-1,0 0,0 1,0-1,0 1,0-1,0 0,0 1,0-1,0 0,0 1,0-1,0 0,0 1,1-1,-1 0,0 1,0-1,0 0,1 0,-1 1,0-1,0 0,1 1,-1-1,0 0,1 0,-1 0,0 1,0-1,1 0,-1 0,0 0,1 0,-1 0,1 0,-1 0,16 19,0 0,1-2,1 0,0-1,10 6,-25-20,93 73,-95-73,0 0,0 0,0 1,-1-1,1 0,0 1,-1-1,1 0,-1 1,0-1,0 1,0-1,0 1,0-1,-1 0,1 1,-1-1,1 1,-1-1,0 0,0 0,0 1,0-1,-1 0,1 0,0 0,-1 0,1-1,-1 1,0 0,0 0,0-1,0 1,0-1,0 0,0 0,0 0,0 0,-1 0,-1 1,-4 4,7-5,-13 8,0 1,1 1,0 0,1 1,0 0,1 1,1 0,0 1,0 0,1 0,1 1,1 1,-3 8,0 26,6-4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4:05.2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0,'0'0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2:14.4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3602 8115,'12'5,"9"3,12 1,8-2,9-2,5-1,0-2,-2-1,-4-1,-8 0,-8 0,-8 0,-10-1,-13 1,-10 0,-12 2,-1 1</inkml:trace>
  <inkml:trace contextRef="#ctx0" brushRef="#br0" timeOffset="249.343">3722 8262,'10'0,"6"0,11 0,7-2,4-1,6 0,1 0,3 2,-1 0,-3 0,-5 1,-4 0,-8 0</inkml:trace>
  <inkml:trace contextRef="#ctx0" brushRef="#br0" timeOffset="666.241">4083 7875,'-37'-19,"39"22,118 43,-83-36,22 8,-32-13,0 3,-1 0,0 1,-1 2,0 0,0 2,-2 0,1 2,19 17,-39-28,0 0,0 0,0 0,-1 1,1-1,-1 1,-1 0,1 0,-1 0,1 1,-1-1,-1 0,1 1,-1 0,0-1,0 1,-1-1,0 1,0 0,0 0,0-1,-1 1,0-1,0 1,-1-1,0 1,0-1,0 1,0-1,-1 0,-1 1,-9 13,-2-1,-1 0,0-1,-1-1,-1 0,0-1,-1-1,-6 2,13-7,-153 104,160-108,13-11,8-4</inkml:trace>
  <inkml:trace contextRef="#ctx0" brushRef="#br0" timeOffset="-6104.075">553 7393,'7'0,"12"0,13 0,13-2,12-1,9 0,1 0,-4 2,-5 0,-9 2,-12 7,-12 1</inkml:trace>
  <inkml:trace contextRef="#ctx0" brushRef="#br0" timeOffset="-3681.614">941 8757,'-10'-2,"-1"1,0 1,0-1,0 2,0 0,0 0,0 1,0 0,1 1,-1 0,1 0,-1 1,1 1,1 0,-1 0,1 1,0 0,0 1,0 0,1 0,0 1,1 0,-1 0,2 0,-1 1,1 1,0-1,1 1,0 0,1 0,-2 7,5-12,1-1,-1 1,1-1,0 1,1-1,-1 1,1-1,0 1,0-1,0 0,1 1,-1-1,1 0,0 0,0 0,1 0,-1-1,1 1,0 0,0-1,0 0,0 0,0 0,1 0,0 0,-1-1,1 1,0-1,0 0,0 0,1-1,84 37,-72-32,0 0,-1 1,1 0,-2 2,1 0,6 5,-19-11,0 0,0 0,-1 1,1-1,0 1,-1-1,0 1,0 0,0 0,-1 0,1 0,-1 0,0 0,0 1,0-1,-1 0,1 1,-1-1,0 0,0 1,-1-1,1 0,-1 1,0-1,0 0,-1 0,1 0,-1 0,0 0,0 0,0 0,0-1,-1 1,0-1,1 1,-1-1,0 0,-1 0,1 0,0-1,-1 1,0-1,0 0,1 0,-1 0,0-1,0 1,-1-1,0 0,-3 2,-1-1,0 0,0-1,0 0,0 0,0-1,0 0,0-1,0 0,0 0,0-1,0 0,0-1,1 0,-1 0,1-1,0 0,0 0,0-1,1 0,-1-1,1 1,0-2,-1 0</inkml:trace>
  <inkml:trace contextRef="#ctx0" brushRef="#br0" timeOffset="-3404.358">688 8609,'-3'-2,"3"-1,4 0,12-1,11-3,14-2,10-2,10-2,7 2,2 3,-3 3,-9 3,-14 4</inkml:trace>
  <inkml:trace contextRef="#ctx0" brushRef="#br0" timeOffset="-3084.42">1356 8917,'4'0,"7"0,8 0,9 0,10-3,5 0,2 1,-3-1,-7 4,-11 1</inkml:trace>
  <inkml:trace contextRef="#ctx0" brushRef="#br0" timeOffset="-2901.906">1422 9144,'23'-2,"19"-6,18-3,12-4,8-3,-9 3</inkml:trace>
  <inkml:trace contextRef="#ctx0" brushRef="#br0" timeOffset="-2587.162">2171 8997,'39'9,"0"-3,1-1,-1-2,1-2,15-2,-47 1,-1 0,1 0,-1-1,0 0,1 0,-1-1,0 0,0 0,0-1,0 0,0 0,-1 0,1-1,-1 0,0-1,0 1,0-1,-1 0,0-1,0 1,0-1,0 0,-1 0,0 0,-1-1,1 1,-1-1,0 0,1-6,-3 6,0-1,-1 0,0 0,0 1,0-1,-1 0,0 1,-1-1,0 1,0-1,0 1,-1 0,0 0,-1 0,0 0,0 1,0-1,-1 1,1 0,-2 0,1 1,-1-1,1 1,-1 0,-1 1,1 0,-4-2,1 0,-1 1,0 0,0 0,-1 1,1 0,-1 1,0 0,0 1,0 0,0 1,0 0,-1 1,1 0,0 1,0 0,0 1,0 0,-9 3,4 2,0 0,1 1,0 1,1 0,0 1,-7 6,-26 24</inkml:trace>
  <inkml:trace contextRef="#ctx0" brushRef="#br0" timeOffset="-6463.817">768 7674,'-24'278,"10"-135,12-134,1-20,-4-287,-2 129,7 168,-1-1,1 1,0-1,0 1,0-1,1 1,-1-1,0 1,1-1,-1 1,1-1,-1 1,1-1,-1 1,1 0,0-1,0 1,0 0,0 0,0 0,0 0,0-1,0 1,0 1,1-1,-1 0,0 0,1 0,-1 1,0-1,1 1,-1-1,1 1,-1-1,1 1,-1 0,1 0,-1 0,1 0,-1 0,1 0,-1 0,1 0,5 1,-1 0,0 0,0 1,0-1,-1 2,1-1,0 0,-1 1,1 0,-1 0,0 1,0 0,0-1,0 2,-1-1,0 0,0 1,0 0,0 0,-1 0,0 0,0 1,0 0,-1-1,1 1,-1 0,-1 0,1 0,-1 0,0 0,-1 0,1 0,-1 1,0-1,-1 0,0 0,0 0,0 0,0 0,-1 0,0 0,-1 0,1-1,-1 1,0-1,0 1,-1-1,1 0,-5 2,0 0,0 0,0-1,-1 0,0-1,0 0,0 0,0-1,-3 0,-5 4,16-6,-1 0,1-1,-1 1,1 0,0 1,0-1,0 0,0 0,1 0,-1 0,0 1,1-1,0 0,-1 1,1-1,0 0,0 1,0-1,1 0,-1 1,1-1,-1 0,1 1,0-1,-1 0,1 0,0 0,1 0,-1 0,0 0,0 0,1 0,0 0,-1-1,1 1,0 0,0 0,6 10,-4-1,1-1,0 1,1-1,0-1,1 1,0-1,0 0,1-1,0 0,0 0,1-1,0 0,1 0,-1-1,1 0,0-1,1 0,-1 0,1-2,0 1,2-1,-1-2,0-1,-1 0,1-1,0-1,0 0,-1 0,1-1,-1-1,0 1,0-2,0 0,4-3,28-16</inkml:trace>
  <inkml:trace contextRef="#ctx0" brushRef="#br0" timeOffset="-5386.437">1356 7714,'7'-2,"9"-1,8 0,10 1,8 0,3 1,-1 1,-8-1</inkml:trace>
  <inkml:trace contextRef="#ctx0" brushRef="#br0" timeOffset="-5134.107">1409 8008,'21'-4,"17"-7,12-3,9-2,1 2,-3 3,-11 4</inkml:trace>
  <inkml:trace contextRef="#ctx0" brushRef="#br0" timeOffset="-4930.127">1931 8008,'12'5,"0"-1,1-1,-1 0,1 0,0-1,0-1,0 0,0-1,0-1,0 1,0-2,-1 0,1-1,0 0,-1-1,0 0,0-1,0 0,0-1,-1 0,0-1,0 0,-1-1,0 0,0-1,-1 0,0 0,3-5,-9 9,0 0,-1 0,1-1,-1 1,0-1,0 0,-1 0,1 1,-1-1,-1 0,1 0,-1 0,0 0,0 0,-1 0,0 0,0 0,0 0,-1 0,1 1,-2-1,1 0,0 1,-1 0,0 0,-1 0,1 0,-1 0,0 0,0 1,0 0,0 0,-1 0,0 0,0 1,-4-3,1 1,0 0,-1 0,0 0,1 1,-2 1,1 0,0 0,-1 0,1 1,-1 1,0 0,1 0,-1 0,0 2,0-1,1 1,-1 0,0 1,1 0,-1 1,1 0,0 1,0-1,0 2,1-1,-1 1,1 1,0-1,0 1,1 1,0-1,0 1,0 1,1-1,0 1,1 0,-4 7,-17 43,8-1</inkml:trace>
  <inkml:trace contextRef="#ctx0" brushRef="#br0" timeOffset="-1138.305">380 7152,'-4'-1,"1"0,-1 0,0 0,1 0,-1 1,0-1,1 1,-1 0,0 0,0 1,1-1,-1 1,0 0,1-1,-1 2,1-1,-1 0,1 1,0-1,-1 1,1 0,0 0,0 1,0-1,1 1,-2 0,-13 8,0 1,1 1,0 0,1 2,0-1,1 2,1 0,0 0,-8 16,15-14,2 0,-1 0,2 0,1 0,0 0,1 1,1-1,0 1,2-1,0 0,1 0,3 8,-3-7,14 129,-13-88,4 0,1 0,4-1,2 0,3 1,58 94,-76-151,1 1,-1 0,1 0,-1 0,-1 0,1 0,0 0,-1 0,0 0,0 0,0-1,0 1,-1 0,1-1,-1 1,0-1,0 1,0-1,-1 0,1 0,-1 0,-1 1,-67 59,9-21,62-42,0 0,0 0,1 0,-1 0,0 0,0 0,1 0,-1 1,0-1,0 0,0 0,0 0,1 0,-1 0,0 0,0 1,0-1,0 0,1 0,-1 0,0 0,0 1,0-1,0 0,0 0,0 0,0 1,0-1,0 0,0 0,0 0,0 1,0-1,0 0,0 0,0 0,0 1,0-1,0 0,0 0,0 1,0-1,0 0,0 0,0 0,0 1,0-1,0 0,-1 0,1 0,0 0,0 1,0-1,0 0,-1 0,1 0,0 0,0 0,0 0,-1 1,25-1,-19-1,10 1,-7-1,-1 0,1 0,0 1,0 0,-1 0,1 1,0 0,0 0,-1 1,1 0,-1 1,0-1,0 1,0 1,0-1,0 1,0 0,-1 1,0 0,1 1,1 7,-1 1,0 1,-1-1,-1 1,0 0,-1 0,-1 1,0-1,-1 1,0-1,-2 1,0 0,-1 0,0-1,-1 1,-3 10,-40 347,41-320,2 1,2-1,3 0,2 0,3 0,7 27,54 131,-53-183,-12-25</inkml:trace>
  <inkml:trace contextRef="#ctx0" brushRef="#br1" timeOffset="43247.303">901 10508,'-16'-4,"1"1,-1 0,0 1,0 0,-1 2,1 0,0 1,0 0,0 1,0 1,0 0,1 2,-1 0,1 0,0 1,1 1,-1 1,1 0,1 1,0 0,0 1,0 0,2 1,-1 0,1 1,1 1,-4 5,12-14,-1-1,1 1,0 0,1-1,-1 1,1 0,0 0,-1 0,2 0,-1 0,0 0,1 1,0-1,0 0,0 0,0 0,1 0,0 0,0 0,0 0,0 0,0 0,1 0,0 0,0-1,0 1,0 0,1-1,-1 0,1 0,0 0,0 0,0 0,1 1,12 5,0-1,0 0,1-1,0 0,0-2,1 0,-1-1,1-1,14 1,11 4,-39-8,112 32,-110-30,-1 1,0-1,-1 1,1 0,0 0,-1 0,0 0,1 1,-2 0,1 0,0 0,-1 0,1 0,-1 1,0 0,-1 0,1 0,-1 0,0 0,0 3,-1-4,0 0,-1 0,1 0,-1 1,-1-1,1 0,0 0,-1 1,0-1,0 0,0 0,0 0,-1 0,0 0,0-1,0 1,0 0,0-1,-1 1,0-1,1 0,-1 0,0 0,-1 0,1 0,0-1,-1 0,-2 2,-6 3,-1 0,1-1,-1 0,-1-1,1-1,-1 0,1-1,-2 0,-11 1,-1-1,1-1,-1-1,-24-3,85-1,-5 3</inkml:trace>
  <inkml:trace contextRef="#ctx0" brushRef="#br1" timeOffset="43780.196">1369 10668,'-11'42,"2"1,2 0,1 1,3-1,1 1,5 39,8 8,-4-108,-13-239,6 243,-2-11,2-1,1 1,0-1,2 1,4-15,-6 33,1 0,-1 1,1-1,0 1,1 0,0-1,-1 1,2 0,-1 1,0-1,1 1,0-1,0 1,0 0,1 0,-1 1,1 0,0-1,0 2,0-1,1 0,-1 1,0 0,1 0,0 1,0-1,2 1,0 0,-1 0,1 1,0 0,0 0,-1 1,1 0,0 0,-1 1,1 0,-1 0,0 1,1 0,-1 0,0 0,-1 1,1 0,-1 1,0 0,0 0,0 0,0 0,-1 1,0 0,0 0,-1 0,0 1,0 0,0-1,-1 2,0-1,0 0,-1 0,0 1,0-1,-1 1,0 0,0-1,-1 1,0 1,-4 3,0 0,-2 0,1 0,-1-1,-1 0,0 0,-1 0,0-1,0 0,-1-1,0 1,-1-2,0 0,0 0,-1 0,0-1,0-1,-1 0,-11 4,-26 12,50-21,-1 0,0 0,1 0,-1 0,1 0,0 0,-1 0,1 0,0 0,0 0,-1 0,1 0,0-1,0 1,0 0,0-1,0 1,0 0,0-1,0 1,0-1,0 0,0 1,1-1,-1 0,0 0,0 0,0 0,0 1,1-2,-1 1,0 0,0 0,0 0,1-1,-1 2,79 11,1-3,37-2,-33-2,-36-2</inkml:trace>
  <inkml:trace contextRef="#ctx0" brushRef="#br1" timeOffset="44133.674">500 10254,'11'-3,"16"0,16 1,15-3,13-2,11-2,7 0,2 2,-14 2</inkml:trace>
  <inkml:trace contextRef="#ctx0" brushRef="#br1" timeOffset="44386.643">1436 10147,'11'0,"16"0,18-2,18-1,15-2,6-1,-10 2</inkml:trace>
  <inkml:trace contextRef="#ctx0" brushRef="#br1" timeOffset="44800.049">2305 10615,'20'-2,"19"-1,11-3,9 1,1 0,-5 2,-12 1</inkml:trace>
  <inkml:trace contextRef="#ctx0" brushRef="#br1" timeOffset="45054.906">2358 10829,'23'0,"21"-5,14-3,12-5,2-3,-11 2</inkml:trace>
  <inkml:trace contextRef="#ctx0" brushRef="#br1" timeOffset="45347.142">3040 10682,'2'6,"0"0,1-1,-1 1,1-1,0 0,1 0,-1 0,1 0,0 0,0-1,0 0,1 1,-1-2,1 1,0-1,0 1,1-1,-1-1,1 1,-1-1,1 0,0 0,0 0,0-1,0 0,0 0,0-1,0 0,0 0,0 0,0-1,0 1,0-2,0 1,6-2,-2-1,1 0,-1 0,0-1,-1 0,1-1,-1 0,0 0,0-1,-1 0,0-1,1 0,-6 5,0 0,0-1,-1 1,1 0,-1-1,0 1,0-1,0 0,0 0,-1 0,0 0,0 0,0 0,0 0,0 0,-1 0,0 0,1-1,-2 1,1 0,0 0,-1 0,0 0,0 0,0 0,-1 0,1 0,-1 0,0 0,-1-1,-2-1,0 0,-1 0,0 1,0-1,0 1,0 1,-1-1,0 1,0 0,0 1,-1 0,1 0,-1 0,1 1,-1 0,0 1,0 0,0 0,0 1,0-1,0 2,0-1,0 1,0 1,0-1,1 1,-1 0,0 1,1 0,0 0,0 1,0 0,0 0,0 1,1-1,0 1,0 1,0-1,0 1,1 0,0 1,1-1,-1 1,1 0,0 0,1 0,-1 2,3-6,0-1,1 1,-1-1,1 1,0-1,0 1,0-1,0 1,0-1,1 1,-1-1,1 1,-1-1,1 0,0 1,0-1,0 0,0 0,1 1,-1-1,0 0,1 0,0 0,-1 0,1-1,0 1,0 0,0-1,0 0,0 1,0-1,0 0,1 0,-1 0,0 0,3 0,91 18,-92-19,54 4</inkml:trace>
  <inkml:trace contextRef="#ctx0" brushRef="#br1" timeOffset="45632.3">3575 10762,'0'3,"-1"0,1 1,0-1,0 0,1 0,-1 1,1-1,-1 0,1 0,0 0,0 0,1 0,-1 0,1 0,-1 0,1 0,0-1,0 1,0-1,0 1,0-1,1 0,-1 0,1 0,0 0,-1 0,1-1,0 1,0-1,0 0,3 1,6 0,1-1,-1-1,0-1,0 1,1-2,-1 0,0 0,0-1,-1 0,1-1,-1-1,0 0,0 0,0-1,0-1,-1 1,9-9,-13 11,0 1,0-1,-1 0,0 0,0-1,0 0,0 0,-1 0,1 0,-1-1,-1 1,1-1,-1 0,0 0,0 0,-1-1,0 1,0-1,0 1,-1-1,0 0,0 0,-1 1,0-1,0 0,0 0,-1 0,0 1,-1-1,1 0,-1 1,0-1,-1 1,0 0,0 0,-3-6,-2 5,1 0,-1 0,0 0,-1 1,0 1,1-1,-2 1,1 1,-1 0,1 0,-1 1,0 0,0 1,-1 0,1 0,0 1,-1 1,1-1,-1 2,1 0,0 0,-1 0,1 2,0-1,0 1,0 1,1-1,-1 2,1-1,0 2,0-1,0 1,1 0,0 1,0 0,0 0,1 1,1-1,-1 2,1-1,0 1,0 2,4-7,0 1,1-1,0 0,-1 0,2 1,-1-1,1 1,-1-1,1 1,0-1,1 1,-1-1,1 0,0 1,1 2,10 21</inkml:trace>
  <inkml:trace contextRef="#ctx0" brushRef="#br0" timeOffset="-10882.677">15018 1,'-18'68,"3"24,3 0,5 1,3 0,6 43,-1-68,-14 216,40-93,-22 46,13-92,-7 0,-5 63,7 198,-14 934,-26-757,20-153,-12 59,5-85,14-335,-12 346,-2 93,-27 113,56 55,-7-70,-5-537,-3 0,-2 0,-4 0,-5 15,-34 275,26-172,-4 112,24 439,-29-257,-20 67,8-247,19-166,-3 132,19 230,-11 14,10 50,7-341,-1 1170,14-1039,-1 0,0 7,-13-56,5-291,3-32,-2 1</inkml:trace>
  <inkml:trace contextRef="#ctx0" brushRef="#br0" timeOffset="11033.917">11449 2847,'200'1,"-86"13,139-29,-109 7,-58 18,-63-4,125 9,-13 17,52-3,-176-26,9 0,0 0,0-1,1-1,-1 0,1-2,1-1,-19 1,1-1,-1 0,0 0,0 0,0 0,0 0,0-1,-1 1,1-1,-1 0,1 0,-1 0,0 0,0 0,0 0,-1 0,1-1,-1 1,0-1,0 1,0-1,0 0,-1 1,1-1,-1 0,0 1,0-1,-1-2,5-15,2-23,-1 1,-3-1,-1 0,-3-8,1-18,2 67,-1-1,1 0,-1 0,0 0,0 0,0 1,0-1,-1 0,0 0,0 0,0 1,0-1,0 0,-1 1,1-1,-1 1,0 0,0-1,0 1,-1 0,1 0,-1 1,0-1,1 0,-1 1,-1-1,1 1,0 0,0 0,-1 1,-1-2,-191-26,101 9,0 5,-56-1,77 8,0-3,-61-18,53 10,34 12,-1 2,1 2,-1 2,-21 4,-84-3,23-14,-38 15,166 0,0 1,0-1,0 1,1 0,-1 1,0-1,1 0,-1 1,1-1,0 1,0 0,0 0,0 0,0 0,1 0,-1 0,1 0,0 1,0-1,0 0,0 1,1-1,-1 1,1-1,0 0,0 1,0-1,0 1,1-1,0 1,-1-1,1 1,1 1,-1 12,0 79,-4 0,-14 90,10-149,-4 73,11-110,0 1,-1-1,1 1,0-1,0 1,0-1,0 1,0-1,0 1,0-1,0 1,0-1,0 1,0-1,0 1,0-1,1 1,-1-1,0 1,0-1,0 1,1-1,-1 0,0 1,1-1,-1 1,0-1,1 0,-1 1,0-1,1 0,-1 1,1-1,-1 0,0 0,1 1,-1-1,1 0,-1 0,1 0,-1 0,1 0,-1 0,1 0,-1 0,1 0,-1 0,1 0,-1 0,1 0,-1 0,1 0,-1 0,1 0,-1-1,1 1,-1 0,0 0,1-1,-1 1,1 0,-1-1,1 1,8-3,23-5,1 1,0 2,-1 2,14 0,-20 2,154-8,-99 7</inkml:trace>
  <inkml:trace contextRef="#ctx0" brushRef="#br0" timeOffset="13806.802">6236 7607,'-6'-2,"-1"1,1 0,0 1,0-1,-1 1,1 0,0 1,0-1,-1 1,1 0,0 1,0 0,0 0,0 0,0 0,1 1,-1 0,1 0,0 1,-1 0,-10 8,1 1,0 0,1 0,0 2,-9 13,12-15,0 2,0-1,2 2,0-1,1 1,0 1,1-1,1 1,1 0,0 1,2-1,-1 1,1 13,3-28,1 1,0-2,0 1,0 0,0 0,0 0,0 0,1 0,-1-1,1 1,0-1,0 1,0-1,0 0,0 0,0 0,1 0,-1 0,1 0,-1 0,1-1,0 0,0 1,-1-1,1 0,0 0,0-1,0 1,0 0,0-1,0 0,1 0,-1 0,0 0,0 0,0-1,0 1,0-1,0 0,0 0,0 0,-1 0,1-1,0 1,0-1,-1 1,1-1,-1 0,12-6,-1 0,0 0,0-1,-1-1,-1 0,1-1,-2 0,1-1,-1 0,-1 0,-1-1,1 0,-2-1,0 0,3-10,4-10,-2-2,-2 0,-1 0,-2 0,3-38,-8 57,1-2,-1 0,-1 0,0-1,-1 1,-2 0,0-1,0 1,-5-13,6 30,1 0,-1 0,1 0,-1 0,0 0,0 0,0 0,0 1,0-1,0 0,-1 1,1-1,-1 1,1-1,-1 1,1 0,-1 0,0 0,1 0,-1 0,0 0,0 0,0 0,0 1,0-1,0 1,0-1,0 1,0 0,0 0,0 0,0 0,0 0,0 0,0 1,0-1,0 1,-1-1,-11 7,0 0,1 1,0 1,0 0,1 0,0 2,1-1,0 1,1 1,0 0,1 0,0 1,1 0,-4 9,8-17,0 1,1-1,-1 1,1 0,1 0,-1 0,1 0,0 1,1-1,-1 1,1-1,1 1,-1-1,1 1,0-1,1 1,-1-1,1 1,0-1,1 1,0-1,0 0,0 1,1-1,0-1,0 1,0 0,1-1,0 1,0-1,2 2,19 13,0-1,1-1,1-1,1-1,0-2,1-1,3 0,38 19,52 40,-116-67,0 0,-1 0,1 0,-1 1,0 0,-1 0,1 1,-1-1,0 1,-1 0,0 0,0 0,0 0,-1 1,0-1,0 1,-1 0,1 21,-3-4</inkml:trace>
  <inkml:trace contextRef="#ctx0" brushRef="#br0" timeOffset="14565.884">6797 7701,'2'0,"3"0,8 0,8 0,10-2,8-4,5 0,4-1,1 0,-4 1,-7 2,-8 2,-7 1,-7 2,-6 7,-7 3,-5 1</inkml:trace>
  <inkml:trace contextRef="#ctx0" brushRef="#br0" timeOffset="14961.864">6904 7927,'-5'0,"1"0,6 3,7 0,9 0,8-1,8-2,9-2,7-1,2 1,0 0,-3 1,-5 0,-10 1</inkml:trace>
  <inkml:trace contextRef="#ctx0" brushRef="#br0" timeOffset="15511.072">7626 7821,'2'-20,"1"-1,1 1,1 0,1 0,1 0,0 1,10-17,-7 12,54-122,-57 137,-10 25,-8 24,1 1,3-1,1 2,2-1,1 0,3 1,1-1,5 21,39 147,-44-207,0 1,-1 0,1 0,0 0,-1 0,0 0,0 0,0 0,0 0,0 0,0 0,-1 0,0 0,1 0,-1 0,0-1,0 1,-1 0,1 0,-1-1,1 1,-1-1,0 1,0-1,0 0,0 0,0 0,0 0,-1 0,1 0,-1-1,1 1,-1-1,0 1,1-1,-1 0,0 0,0-1,-3 2,-25-8,30 6,1 0,-1 0,1 0,-1 0,1 0,-1-1,1 1,-1 0,1 0,0-1,-1 1,1 0,-1-1,1 1,0 0,-1-1,1 1,0 0,-1-1,1 1,0-1,0 1,-1-1,1 1,0-1,0 1,0-1,0 1,0-1,0 1,0-1,-1 1,1-1,1 1,-1-1,0 1,0-1,0 1,0-1,0 1,0-1,1 1,-1-1,0 1,0-1,1 1,-1 0,0-1,1 1,-1-1,0 1,1 0,-1-1,0 1,1 0,-1 0,1-1,0 1,7-5,1-1,0 2,0 0,1 0,-1 0,1 1,0 1,0 0,0 0,2 0,-3 0,40-5,0 1,0 2,0 2,15 4,-24 0</inkml:trace>
  <inkml:trace contextRef="#ctx0" brushRef="#br0" timeOffset="16299.126">6142 8743,'-12'53,"3"0,2 0,1 25,5-69,-16 242,14-330,4 22,-2-96,-11-74,7 150,6 74,1 0,0 0,0 0,0 1,1-1,-1 0,1 1,0-1,-1 1,1 0,0 0,0 0,0 0,1 1,-1-1,0 1,1 0,-1 0,1 0,-1 0,1 1,-1-1,1 1,-1 0,1 0,-1 0,1 1,0-1,0 1,11-2,251-7,-262 8,0-1,0 2,0-1,0 0,0 1,0 0,0-1,0 2,0-1,-1 0,1 1,0 0,-1 0,1 0,-1 0,0 0,0 1,1 0,1 7</inkml:trace>
  <inkml:trace contextRef="#ctx0" brushRef="#br0" timeOffset="16551.458">6062 8824,'11'7,"16"2,16-1,14-3,15-8,5-5,1-4,-3-2,-8 2,-15 2</inkml:trace>
  <inkml:trace contextRef="#ctx0" brushRef="#br0" timeOffset="16799.99">6944 8730,'20'-7,"19"-4,13-3,8-1,2-1,-2 3,-8 4,-9 3,-13 5,-11 2</inkml:trace>
  <inkml:trace contextRef="#ctx0" brushRef="#br0" timeOffset="17034.365">6970 8864,'14'0,"13"0,12-2,10-2,8-1,4-2,-2-1,-4 2,-5 1,-10 2</inkml:trace>
  <inkml:trace contextRef="#ctx0" brushRef="#br0" timeOffset="17576.163">7826 8837,'5'-43,"3"1,0 0,3 1,2 0,1 0,2 2,10-18,-24 53,0 1,0-1,0 0,0 1,0-1,0 1,1 0,0-1,-1 1,1 0,0 1,1-1,-1 1,0-1,3 0,-5 3,0 1,0-1,0 1,0 0,0-1,0 1,0 0,0 0,0-1,0 1,0 0,0 0,-1 0,1 0,0 0,-1 0,1 0,-1 1,1-1,-1 0,0 0,1 0,-1 1,0-1,0 0,0 0,0 0,0 1,0-1,0 0,0 0,0 1,-1 0,-20 209,16-157,2 0,3-1,1 1,3 0,4 9,-5-49,3 45,-6-57,0-1,-1 1,1-1,-1 1,1-1,-1 1,1-1,-1 0,0 1,0-1,1 0,-1 0,0 0,0 1,0-1,-1 0,1 0,0 0,0-1,0 1,-1 0,1 0,0-1,-1 1,1-1,-1 1,1-1,-1 1,1-1,-1 0,1 0,-1 0,1 0,-1 0,1 0,-1 0,0 0,0 0,0 0,0 0,-1 0,1-1,0 1,0-1,0 1,0-1,0 0,0 0,0 0,0 0,1 0,-1 0,0 0,0 0,1-1,-1 1,1-1,-1 1,1-1,0 0,0 0,-1-1,24-13,156-16,108-8,-255 36</inkml:trace>
  <inkml:trace contextRef="#ctx0" brushRef="#br0" timeOffset="18750.842">5674 7099,'-9'2,"0"0,0 1,0 0,1 0,-1 1,1 0,0 0,0 1,0 1,1-1,0 1,0 0,0 1,1-1,0 1,0 1,1-1,-4 7,-4 5,1 1,1 0,0 0,2 1,0 0,2 1,0 0,2 0,0 1,1-1,2 1,0 0,1 0,2 0,0-1,1 1,2 0,0-1,1 1,1-1,2 1,91 160,-45-93,-46-76,-1 1,0 0,-1 1,0-1,-1 1,2 15,-6-26,0 1,-1-1,1 1,-1-1,0 1,-1-1,1 1,-1-1,0 1,0-1,-1 0,1 0,-1 1,-1-1,1 0,-1-1,1 1,-1 0,-1-1,1 1,-1-1,-1 1,-70 43,75-47,-1 0,1-1,0 1,0-1,0 1,-1 0,1 0,0-1,0 1,0 0,0-1,0 1,0 0,0-1,1 1,-1 0,0-1,0 1,0 0,1-1,-1 1,0 0,1-1,-1 1,1-1,-1 1,0-1,1 1,-1-1,1 1,-1-1,1 1,0-1,-1 0,1 1,-1-1,1 0,0 0,-1 1,1-1,0 0,-1 0,1 0,0 0,-1 0,1 0,0 0,0 0,-1 0,1 0,0 0,-1 0,1 0,0-1,-1 1,9 3,-4 0,0 0,0 1,-1-1,1 1,0 0,-1 0,0 1,0-1,-1 1,1 0,-1 0,0 0,0 0,-1 1,1-1,-1 1,0 0,0 4,10 110,-17-70,-2-1,-2 1,-2-1,-13 34,-21 95,40-159,1-1,1 1,0 0,1 0,2 0,0 0,0 0,2 0,0 0,2 0,0-1,1 1,0-1,2 0,0 0,1-1,1 0,7 10,-3-13,0-1,0-1,2 0,-1-1,2 0,-1-1,2-1,-1-1,1 0,0-1,1-1,-1 0,17 2,5-1</inkml:trace>
  <inkml:trace contextRef="#ctx0" brushRef="#br0" timeOffset="24965.905">7626 2808,'30'37,"2"-1,1-1,24 18,-28-27,0 1,-2 1,-2 2,0 1,15 25,-29-36,-1 1,0 0,-1 0,-2 1,0 0,-1 0,-2 1,0 0,-1 0,-1 0,-2 0,0 0,-1 0,-2 0,0 0,-1 0,-1-1,-2 1,-6 15,-2-3,-1-1,-2 0,-1-2,-1 0,-2-1,-2-1,0-2,-2 0,-1-1,-1-2,-1-1,-17 10,-13 1,10-12</inkml:trace>
  <inkml:trace contextRef="#ctx0" brushRef="#br0" timeOffset="23353.038">6663 3369,'-48'176,"46"-164,-3 10,1 1,1 1,1-1,1 0,2 13,-1-30,1-1,0 1,0 0,0-1,1 1,-1-1,2 0,-1 1,0-1,1 0,0 0,0 0,1-1,-1 1,1-1,0 0,0 0,0 0,1-1,-1 1,1-1,0 0,0 0,0-1,1 1,1 0,0 0,1 0,-1-1,1 0,0 0,-1-1,1 0,0 0,0-1,0 0,0 0,0-1,-1 0,1 0,0-1,-1 0,1 0,-1-1,1 0,-1 0,0-1,0 0,-1 0,1-1,-1 1,0-1,0-1,-1 1,1-1,3-6,1-5,-1 0,0 0,-2-1,0 0,-1 0,0-1,-2 0,0 0,-2 0,0 0,-1-1,0 1,-2 0,0-1,-2 1,0-3,-1 11,0 1,0 0,-1 0,0 0,-1 1,0 0,0 0,-1 0,0 1,-1 0,0 0,0 1,-1 0,0 0,0 1,0 0,-1 1,-1-1,6 4,0 1,0-1,0 1,0 0,-1 0,1 1,0-1,0 1,0 1,-1-1,1 1,0-1,0 1,0 1,0-1,0 1,0 0,0 0,1 0,-1 1,1 0,-1 0,1 0,0 0,0 0,1 1,-1 0,1 0,-1 1,-7 8,0 1,2 1,0 0,0 0,1 0,1 1,1 0,-1 6,-8 47,12-40</inkml:trace>
  <inkml:trace contextRef="#ctx0" brushRef="#br0" timeOffset="23806.229">6717 3489,'2'9,"0"1,1-1,0 0,1 0,0 0,1-1,-1 1,2-1,-1 0,1-1,0 1,1-1,-1 0,2-1,-1 0,1 0,-1 0,2-1,-1 0,1-1,-1 1,4-1,-11-3,154 80,48 31,-199-110,0 0,-1 0,0 0,1 1,-1 0,0-1,0 1,0 0,-1 0,1 1,-1-1,0 1,0-1,0 1,0 0,-1-1,1 1,-1 2,-2 7</inkml:trace>
  <inkml:trace contextRef="#ctx0" brushRef="#br0" timeOffset="24364.78">6543 3102,'2'0,"8"0,11 0,13 0,13 0,9 0,9-2,3-1,-2 0,-5 1,-5 0,-11 1,-11 0,-8 1,-9 0</inkml:trace>
  <inkml:trace contextRef="#ctx0" brushRef="#br0" timeOffset="25497.172">6356 3075,'-19'12,"1"1,0 0,1 2,0 0,2 1,-1 1,2 0,0 1,2 0,0 1,0 0,2 1,1 1,0-1,2 1,0 1,0 3,1 0,1 0,1 1,1-1,1 1,1 0,2-1,0 1,2 0,0-1,2 1,1-1,1 0,1-1,9 19,3-10,1-1,2 0,1-2,1-1,2-1,0-1,2-1,21 13,-34-25,27 23</inkml:trace>
  <inkml:trace contextRef="#ctx0" brushRef="#br1" timeOffset="34377.465">5968 4091,'0'0,"-1"0,1 0,0-1,-1 1,1 0,0-1,-1 1,1 0,0 0,0-1,0 1,-1-1,1 1,0 0,0-1,0 1,0 0,0-1,-1 1,1-1,0 1,0 0,0-1,0 1,0-1,0 1,0 0,1-1,-1 1,0-1,0 1,0 0,0-1,0 1,1 0,-1-1,0 1,0 0,1-1,-1 1,0 0,0-1,1 1,-1 0,0 0,1-1,-1 1,0 0,1 0,-1 0,1 0,-1-1,0 1,1 0,-1 0,1 0,119-73,578-275,-357 186,-8-14,84-71,-349 200,-61 46,-13 9,-16 16,20-22,-15 16</inkml:trace>
  <inkml:trace contextRef="#ctx0" brushRef="#br1" timeOffset="34888.676">5781 2888,'2'-2,"1"0,-1 0,1 0,-1 0,1 1,0-1,0 1,0 0,0-1,0 1,0 1,0-1,0 0,0 1,0 0,1 0,-1 0,0 0,0 0,0 0,0 1,0 0,0-1,0 1,0 1,0-1,2 1,38 11,0 3,-1 1,-1 2,26 17,-50-27,891 484,-548-327,352 108,-427-175,-191-65</inkml:trace>
  <inkml:trace contextRef="#ctx0" brushRef="#br1" timeOffset="46031.81">4938 10588,'23'7,"19"4,15 1,13-2,7-3,2-2,0-2,-6-2,-7-1,-12-3,-14 0</inkml:trace>
  <inkml:trace contextRef="#ctx0" brushRef="#br1" timeOffset="46345.971">5380 10388,'54'26,"322"74,-306-67,-67-32,-1 0,0 1,0-1,0 1,-1 0,1-1,0 1,-1 0,1 0,-1 0,1 0,-1 0,0 1,0-1,0 0,0 1,-1-1,1 0,0 1,-1-1,0 1,0-1,1 1,-1-1,-1 1,1-1,0 1,-1 1,-3 4,0-1,0 1,-1-1,0 0,0 0,0-1,-1 1,0-1,-1-1,1 1,-1-1,0 0,0-1,-5 3,6-3,-172 101,152-89</inkml:trace>
  <inkml:trace contextRef="#ctx0" brushRef="#br1" timeOffset="48228.84">6783 10508,'0'-3,"0"0,0 0,0-1,-1 1,1 0,-1 0,0 0,0 0,0 0,-1 0,1 0,-1 0,0 0,1 1,-1-1,0 1,0-1,-1 1,1 0,-1 0,1 0,-1 0,1 0,-1 0,0 1,0 0,0-1,0 1,0 0,-2 0,-5 0,0 2,1-1,-1 1,0 1,1-1,-1 2,1-1,-1 1,1 1,0 0,0 0,1 1,-1 0,1 0,0 1,0 0,1 0,0 1,0 0,0 0,1 1,0 0,1 0,0 0,0 1,1 0,0-1,0 2,-2 7,5-14,0 0,0 1,1-1,-1 0,1 1,0-1,0 1,0-1,0 0,1 1,-1-1,1 0,0 1,0-1,0 0,0 0,1 0,-1 0,1 0,0 0,0 0,0 0,0-1,0 1,0-1,1 0,-1 1,1-1,0 0,0 0,0-1,0 1,0-1,0 1,0-1,0 0,0 0,1-1,2 1,27 4,0-1,0-2,1-2,-1-1,0-1,0-2,0-2,0 0,31-12,-16 5,1-2,-2-2,33-18,-75 33,23-9,-27 11,-1 0,1 0,-1 0,1 0,-1 0,1 0,-1 1,1-1,-1 0,1 0,-1 1,1-1,-1 0,0 0,1 1,-1-1,1 1,-1-1,0 0,1 1,-1-1,0 1,1-1,-1 0,0 1,0-1,0 1,1-1,-1 1,0-1,0 1,0 0,0-1,0 1,0-1,0 1,0-1,0 1,0-1,0 1,0-1,-1 1,1-1,0 1,0-1,0 1,-1-1,1 1,0-1,-1 3,0 0,0 0,1 0,-1 0,1-1,0 1,0 0,0 0,0 0,0 0,1 0,-1 0,1 0,0 0,0-1,0 1,0 0,0 0,1-1,-1 1,1-1,0 1,-1-1,1 0,0 0,1 0,-1 0,0 0,0 0,1-1,-1 1,1-1,0 1,-1-1,6 2,0-1,-1 0,1 0,0-1,0 0,0 0,0-1,0 0,0-1,0 1,0-1,0-1,-1 0,1 0,0 0,-1-1,1 0,-1-1,0 1,0-1,-1-1,1 1,3-4,-9 7,1-1,0 0,-1 1,1-1,-1 0,1 0,-1 0,0 0,0 0,0 0,0 0,0 0,0 0,-1 0,1-1,-1 1,0 0,1-1,-1 1,0 0,0 0,0-1,-1 1,1 0,-1-1,1 1,-1 0,0 0,1 0,-1 0,0 0,-1 0,1 0,0 0,-1 0,1 0,-1-1,-4-3,-1 1,1-1,-1 1,0 0,0 0,0 1,-1 0,1 0,-6-2,-1 1,0 0,0 1,0 0,-1 1,1 0,-1 2,0-1,1 2,-1 0,0 1,1 0,-1 1,1 1,-8 2,20-5,0 0,0 1,1-1,-1 0,0 1,0-1,0 1,0 0,0 0,1 0,-1-1,0 2,1-1,-1 0,1 0,-1 0,1 1,0-1,-1 1,1-1,0 1,0-1,0 1,0 0,0 0,0-1,1 1,-1 0,1 0,-1 0,1 0,0 0,-1 0,1 0,0 0,0 0,1 0,-1-1,0 1,1 0,-1 0,1 0,-1 0,1 0,0-1,0 1,0 0,0 0,0-1,0 1,1 0,6 3,0 0,1 0,0-1,0 0,0 0,0-1,1 0,-1-1,1 0,0-1,0 0,3 0,-7 0,47 4</inkml:trace>
  <inkml:trace contextRef="#ctx0" brushRef="#br1" timeOffset="48811.97">7586 10442,'65'185,"-65"-184,3 5,-1 0,1 1,0-1,0 0,1-1,0 1,0 0,0-1,1 0,-1 0,1-1,0 1,1 0,-3-5,-1 0,1 0,-1 0,0 0,1-1,-1 1,0-1,1 1,-1-1,0 0,1 0,-1 0,0 0,0 0,0 0,0-1,0 1,0-1,0 1,-1-1,1 0,-1 0,1 0,-1 0,1 0,-1 0,0 0,0 0,0 0,0-1,-1 1,1 2,6-14,1 0,-2 0,0-1,-1 0,0 0,-1 0,-1-1,0 1,-1-1,-1 1,-1-13,0 43,-1-9,0 1,1 0,0-1,0 1,0 0,1-1,0 1,0 0,1-1,-1 0,2 1,-1-1,1 0,0 0,0 0,0 0,1 0,0-1,0 0,0 0,1 0,2 2,-2-5,1 1,0-1,-1 0,1-1,0 1,0-1,1 0,-1-1,0 1,0-1,0 0,0-1,0 0,0 0,0 0,0 0,0-1,0 0,0 0,-1-1,1 0,-1 0,0 0,0-1,0 1,0-1,0 0,-1-1,0 1,0-1,0 1,0-1,-1-1,0 1,0 0,0-1,-1 0,1-1,-1 2,0 0,-1 0,0-1,0 1,0 0,-1 0,1 0,-1-1,0 1,-1 0,1 0,-1-1,0 1,-1 0,1 0,-1 0,-1-4,2 9,0 0,1 0,-1-1,0 1,1 0,-1 0,0 0,1 0,-1 0,1 0,-1 0,0 0,1 0,-1 1,0-1,1 0,-1 0,1 0,-1 1,0-1,1 0,-1 1,1-1,-1 0,1 1,-1-1,1 1,-1-1,1 1,0-1,-1 1,1-1,-1 1,1 0,0-1,0 1,-1-1,1 1,0 0,0-1,0 1,0 0,0-1,0 1,0-1,0 2,-3 3,1 0,1 1,-1-1,1 1,0 0,0 0,0-1,1 1,0 0,0 0,1 0,-1 0,1-1,0 1,1 0,0-1,-1 1,2-1,-1 0,1 1,0-1,0 0,0-1,0 1,1 0,0-1,0 0,0 0,1 0,-1 0,1-1,0 0,0 0,21 6,0-2,1-1,-1-1,1-1,0-1,0-1,0-2,0-1,1-1,-25 2,71-3</inkml:trace>
  <inkml:trace contextRef="#ctx0" brushRef="#br1" timeOffset="49548.802">8722 10548,'-14'-10,"0"2,0-1,-1 2,0 0,0 1,-1 0,1 1,-1 1,0 1,-1 0,1 1,0 0,-1 2,1 0,-10 1,23 0,-1-1,1 1,0-1,-1 1,1 0,0 0,-1 1,1-1,0 1,0-1,0 1,0 0,1 0,-1 0,0 1,1-1,-1 0,1 1,0 0,0 0,0-1,0 1,1 0,-1 1,1-1,0 0,0 0,0 1,0-1,0 0,1 1,-1-1,1 1,0-1,0 1,0-1,1 0,-1 1,1-1,0 1,0-1,0 0,0 0,1 2,5 0,-1 0,1 0,0 0,0-1,1 0,-1-1,1 1,0-1,0-1,0 0,0 0,1 0,-1-1,0 0,1-1,-1 0,0 0,1-1,-1 0,0 0,1-1,-1 0,0 0,0-1,6-3,-5 3,-1 0,1 0,0-1,-1 0,0 0,0-1,0 0,0-1,-1 0,0 0,0 0,-1-1,1 0,-1 0,-1-1,0 0,0 0,0 0,-1 0,0-1,-1 1,0-1,0 0,-1 0,0 0,-1-1,1 1,-2-2,0 12,0-1,-1 1,1-1,-1 1,1-1,-1 0,1 1,-1-1,1 1,-1-1,1 0,-1 1,1-1,-1 0,1 0,-1 0,0 1,1-1,-1 0,0 0,1 0,-1 0,1 0,-1 0,0 0,1 0,-1 0,0 0,1-1,-1 1,1 0,-1 0,0-1,1 1,-1 0,1 0,-1-1,1 1,-1-1,1 1,-1 0,1-1,0 1,-1-1,1 1,0-1,-1 0,1 1,0-1,-1 1,1-1,0 1,0-1,0 0,0 1,0-1,-1 0,-1 6,0 1,-1-1,2 0,-1 1,0-1,1 1,0-1,1 1,-1-1,1 1,0 0,0-1,1 1,0 0,0-1,0 1,0-1,1 0,0 1,0-1,1 0,-1 0,1 0,0 0,1-1,-1 1,1-1,0 0,0 0,0 0,0 0,1-1,-1 0,1 0,0 0,4 1,2 1,-1-2,1 1,0-1,1-1,-1 0,0-1,1 0,-1 0,1-1,-1-1,1 0,-1-1,5-1,-9 2,-1-1,0 0,0 0,0 0,0-1,0 0,0 0,-1-1,1 1,-1-1,0 0,0-1,-1 1,1-1,-1 0,0 0,0-1,0 1,-1-1,0 1,0-1,-1 0,1 0,-1-1,6-104,-12 152,4-34,-1 0,1 0,0 0,1 0,0 0,0 0,0 0,1 0,0 0,0 0,1-1,0 1,0-1,0 0,1 0,0 0,0 0,0-1,1 1,0-1,0 0,0-1,1 1,0-1,0 0,0-1,0 1,0-1,1 0,-1-1,1 1,7 0,-7-3,0 0,0 0,1 0,-1-1,0-1,0 1,0-1,0 0,0 0,0-1,-1 0,1-1,-1 1,0-1,0 0,0-1,-1 1,1-1,-1 0,0 0,0-1,-1 0,0 0,1 0,2-6,0 0,0 0,-1 0,-1 0,0-1,0 0,-2 0,1-1,-2 1,0-1,0 1,-1-6,-5 10,-3 24,4-8,1-1,0 0,0 1,1-1,0 1,0-1,0 1,1 0,0-1,0 1,1 0,0-1,0 1,0-1,1 1,0-1,0 1,1-1,0 0,0 0,0-1,1 1,-1 0,1-1,1 0,-1 0,1 0,0-1,0 0,0 0,6 3,99 26,-51-25</inkml:trace>
  <inkml:trace contextRef="#ctx0" brushRef="#br1" timeOffset="49965.517">9951 10414,'-12'0,"-8"0,1 0,-1 1,1 1,0 1,-16 4,30-6,1 1,-1-1,1 1,0 0,-1 0,1 1,0-1,1 1,-1 0,0 0,1 0,-1 1,1-1,0 1,0-1,1 1,-1 0,1 0,0 1,0-1,0 0,1 1,-1-1,1 1,0-1,0 3,0-3,1 1,-1-1,1 1,0-1,0 0,1 1,-1-1,1 0,0 1,0-1,1 0,-1 0,1 0,0 0,0 0,0 0,0 0,1-1,-1 1,1-1,0 0,0 0,1 0,-1 0,1 0,-1-1,1 1,0-1,1 1,3 1,1-1,-1 0,1 0,0 0,0-1,0-1,0 1,0-1,0-1,0 0,1 0,-1-1,7-1,-5-1,1-1,0-1,-1 1,0-2,0 0,0 0,-1-1,0 0,0-1,-1 0,0 0,0-1,-1 0,0-1,-1 0,0 0,0-1,-1 1,-1-1,0-1,0 1,-1-1,0 0,-1 0,-1 0,0 0,0 0,-1-1,-1 1,-1-7,-1-39,-3 1,-2 0,-3 1,-9-27,-14-27,11 80,21 29,0 1,0 0,0 0,0 0,0 0,0 0,0 0,0 0,0 0,0 0,0 1,0-1,1 0,-1 1,0-1,0 0,0 1,0-1,0 1,1-1,-1 1,0 0,0-1,1 1,-1 0,0 0,1-1,-1 1,1 0,-1 0,1 0,0 0,-1 0,1 0,0-1,-1 2,-9 24,0 1,2 0,1 0,1 1,1-1,1 2,2-1,1 1,-2 0,2 1,2-1,0 0,2 0,1 0,1 0,7 18,-10-38,1 1,1-1,0 0,0 0,0 0,1-1,1 1,0-1,0-1,0 1,1-1,0 0,0 0,1-1,0 0,0-1,0 1,1-1,0-1,0 0,0 0,0-1,0 0,3 0,36 3,-5-5</inkml:trace>
  <inkml:trace contextRef="#ctx0" brushRef="#br1" timeOffset="50298.626">10367 10494,'-2'3,"0"0,0 0,1 1,-1-1,1 0,0 1,0-1,0 1,0-1,1 1,-1 0,1-1,0 1,0-1,0 1,1 0,-1-1,1 1,0-1,0 1,0-1,0 1,1-1,-1 0,1 0,0 0,0 0,0 0,0 0,1 0,-1-1,1 1,0-1,-1 1,1-1,0 0,1 0,-1-1,0 1,4 0,0 0,0 0,0-1,0 0,0 0,0 0,1-1,-1 0,0-1,0 0,0 0,0 0,0-1,0 0,0 0,0-1,-1 0,1 0,-1-1,0 1,0-1,0-1,-1 1,1-1,-1 0,0 0,0-1,-1 1,0-1,0 0,0 0,-1-1,1 1,-2-1,1 1,-1-1,0 0,0 0,-1 0,0 0,0 0,0-2,-2 5,1 0,-1 0,1 0,-1 0,0 0,-1 0,1 0,-1 0,0 0,1 1,-2-1,1 0,0 1,-1 0,0 0,1 0,-1 0,0 0,-1 0,1 1,0-1,-1 1,0 0,1 0,-1 1,0-1,-4 0,1-1,0 1,0 1,-1-1,1 1,-1 0,1 1,-1 0,1 0,-1 1,1 0,-1 0,1 1,0-1,0 2,-1 0,0 0,1 1,-1 1,1-1,0 1,1 0,-1 1,1 0,0 0,1 0,0 0,-1 1,2 0,-4 6,6-10,0 1,0-1,1 1,-1-1,1 1,0-1,0 1,0 0,1 0,-1-1,1 1,0 0,0 0,0 0,1-1,-1 1,1 0,0 0,0-1,0 1,0-1,1 1,-1-1,1 1,0-1,0 0,1 0,-1 0,0 0,1 0,0 0,64 30,-30-25</inkml:trace>
  <inkml:trace contextRef="#ctx0" brushRef="#br1" timeOffset="50547.959">10634 10026,'-19'0,"-9"5,-6 8,1 9,4 7,7 3,10 4,13-1,6-5</inkml:trace>
  <inkml:trace contextRef="#ctx0" brushRef="#br1" timeOffset="50797.07">10700 10521,'18'10,"18"2,18-1,16-2,15-2,-8-3</inkml:trace>
  <inkml:trace contextRef="#ctx0" brushRef="#br1" timeOffset="50959.636">11850 10321,'0'16,"0"12,0 8,2 5,4-3,-1-5,1-8</inkml:trace>
  <inkml:trace contextRef="#ctx0" brushRef="#br1" timeOffset="51685.759">11663 10067,'24'5,"0"2,-1 1,0 0,0 2,-1 1,-1 0,0 2,0 0,-1 2,9 8,-11-9,0 1,-1 0,0 2,-2 0,0 0,-1 1,0 1,-2 1,0-1,-1 2,-1 0,-2 0,0 1,0 0,-2 3,-4-17,13 36,-15-43,1 0,-1 0,1 0,0 0,0-1,-1 1,1 0,0-1,0 1,0 0,0-1,0 1,0-1,0 1,0-1,0 0,0 0,0 1,0-1,0 0,0 0,0 0,0 0,0 0,0 0,0 0,1 0,-1-1,0 1,0 0,0-1,0 1,0 0,0-1,0 1,-1-1,1 0,0 1,0-1,0 0,14-11,-1-1,-1 0,0 0,-1-2,0 0,-1 0,-1-1,-1 0,5-10,30-62,-44 88,0 0,0 0,0 0,0 0,1 0,-1 1,0-1,0 0,0 0,0 0,0 0,0 0,0 0,0 0,1 0,-1 1,0-1,0 0,0 0,0 0,0 0,1 0,-1 0,0 0,0 0,0 0,0 0,0 0,1 0,-7 27,4-18,0-2,0 1,0-1,0 1,1 0,0-1,1 1,0 0,0-1,1 1,-1 0,2-1,-1 1,1-1,0 1,1-1,0 0,0 0,0 0,1 0,0 0,0-1,1 0,0 0,0 0,0 0,1-1,0 0,0 0,0-1,4 0,-1 0,1-1,1 0,-1-1,0-1,0 1,1-1,-1-1,1 0,-1-1,0 0,1 0,-1-1,0 0,0-1,0 0,0-1,0 0,-1 0,0-1,0-1,0 1,0-1,-1-1,0 0,-1 0,1 0,-1-1,-1 0,1 0,-1-1,-1 0,4-6,4-18,-1-1,-1 0,-2-1,-1 0,-2 0,-1 0,-2-1,-2 0,-1 0,-3-16,3 11,-2 0,-3 0,0 1,-8-24,13 62,0 0,0 0,0 0,0 0,0 0,0 0,0 0,-1 0,1 0,-1 1,0-1,1 0,-1 0,0 0,0 0,0 1,0-1,0 0,-1 1,1-1,0 1,-1-1,1 1,-1 0,0 0,1 0,-1 0,0 0,0 0,0 0,1 0,-1 1,0-1,0 1,0-1,0 1,0 0,0 0,0 0,0 0,0 0,0 0,0 0,0 1,0-1,-1 1,-3 5,-1 1,1 0,0 0,1 1,-1-1,1 1,1 0,0 1,-3 7,-7 15,1 0,2 1,1 0,1 1,2 0,1 0,2 1,2-1,0 8,2-24,1 0,0 0,1 0,1 0,0 0,2-1,0 0,0 0,2 0,0 0,0-1,2-1,0 1,0-1,2 0,-1-1,2-1,0 0,2 2,-2-5,-1-1,1 0,1 0,-1-2,1 1,1-2,-1 0,1 0,0-1,13 2,-22-5,0 0,1-1,-1 1,0-1,1 0,-1 0,0-1,1 0,-1 1,0-2,1 1,-1-1,0 0,0 0,0 0,-1 0,1-1,-1 0,1 0,-1 0,0-1,0 0,0 1,0-1,-1-1,0 1,0 0,0-1,0 1,0-1,2-8,-1-1,0 1,0 0,-1-1,-1 0,0 1,-1-1,0 0,-2 0,1 0,-2 0,0-4,2 17,0 1,0-1,1 1,-1-1,0 0,0 1,0-1,0 0,0 1,0-1,0 1,0-1,0 0,0 1,0-1,0 0,-1 1,1-1,0 1,0-1,-1 0,1 1,0-1,-1 1,1-1,0 1,-1-1,1 1,-1-1,1 1,-1 0,1-1,-1 1,1 0,-1-1,0 1,1 0,-1 0,1-1,-1 1,0 0,1 0,-1 0,1 0,-1 0,0 0,1 0,-1 0,0 0,1 0,-1 0,0 0,1 1,-1-1,1 0,-1 0,1 1,-1-1,0 0,1 1,-1-1,1 0,-1 1,1-1,0 1,-1-1,1 1,-1-1,-4 12,1 1,0-1,0 1,1 0,1 0,0 0,1 0,0 0,1 0,0 3,0-8,0 0,0 0,0 0,1 0,0 0,0 0,1 0,0-1,1 1,-1 0,2-1,-1 0,1 0,0 0,0 0,1-1,0 1,0-1,0 0,1-1,0 1,0-1,1 0,-1-1,1 0,0 0,0 0,0-1,1 0,-1 0,1-1,0 0,0 0,5 0,-9-2,1 0,-1-1,0 0,0 1,1-1,-1-1,0 1,0-1,0 0,0 1,-1-2,1 1,0 0,-1-1,19-17</inkml:trace>
  <inkml:trace contextRef="#ctx0" brushRef="#br1" timeOffset="51955.003">12638 10013,'-22'-4,"-18"-5,-3 1,3 0,16 3,20 1,24 2,31 1,28 1,23 0,13 3,-13 0</inkml:trace>
  <inkml:trace contextRef="#ctx0" brushRef="#br1" timeOffset="52361.914">13200 10575,'10'-9,"-1"0,-1-1,0 0,0-1,-1 0,0 0,0 0,-2-1,1 0,-2 0,1 0,-2-1,0 1,1-6,2-16,-1-1,-1 1,-2-1,-2-15,-11 3,11 46,-1 0,1 0,-1 0,1 0,-1 0,0 0,1 1,-1-1,0 0,0 0,0 1,1-1,-1 1,0-1,0 1,0-1,0 1,0-1,0 1,0 0,0-1,0 1,0 0,-1 0,1 0,0 0,0 0,0 0,0 0,0 0,0 1,0-1,0 0,0 1,0-1,0 1,0-1,0 1,0-1,0 1,0-1,0 1,0 0,0-1,0 1,0 0,0 0,0-1,1 1,-1 0,0 0,0 0,0 0,1 0,-1 0,0 0,1 0,-1 0,1 0,-1 0,1 1,0-1,0 0,-1 0,1 0,0 1,0-1,0 0,0 0,0 0,0 1,1-1,-1 0,0 0,1 0,-1 0,1 1,-1-1,1 0,-1 0,1 0,0 0,-1 0,1 0,0 0,0-1,0 1,0 0,0 0,0 0,0-1,0 1,0-1,0 1,0-1,1 1,13 5,0-1,0-1,1 0,-1 0,1-2,0 0,0-1,10-1,1 2,7 0,-10-2,0 2,1 0,-1 2,0 0,0 2,14 6,-35-12,-1 1,1 0,-1 0,1 1,-1-1,1 0,-1 1,0-1,0 1,0 0,0 0,0 0,0 0,0 0,-1 0,1 0,-1 1,0-1,1 1,-1-1,0 1,0-1,-1 1,1 0,0-1,-1 1,0 0,0-1,1 1,-2 0,1-1,0 1,0 0,-1 0,0-1,1 1,-1-1,0 1,0 0,-25 42,22-40,0 0,0 1,1 0,0 0,0 0,0 1,1-1,-1 0,2 1,-1 0,1-1,0 1,0 2,2-7,-1 1,1 0,0 0,0-1,0 1,0 0,1-1,-1 1,1-1,-1 0,1 1,0-1,0 0,0 0,0 0,0 0,1-1,-1 1,0 0,1-1,-1 0,1 1,0-1,-1 0,1-1,0 1,0 0,0-1,82 6,-40-15,-5-4</inkml:trace>
  <inkml:trace contextRef="#ctx0" brushRef="#br1" timeOffset="53081.094">13936 10200,'9'0,"0"0,-1 0,1 1,0 0,0 0,-1 1,1 1,-1-1,1 1,-1 1,0-1,0 1,0 1,-1 0,0 0,0 0,0 1,0 0,-1 0,0 0,0 1,-1 0,0 0,0 1,-1 0,1-1,-2 1,1 1,-1-1,-1 0,1 1,-1 0,-1-1,1 5,-3 7,-1 0,-1 1,0-1,-2 0,0-1,-1 1,-1-1,-1-1,-7 13,-8 23,11-28,2 0,0 1,2 1,1 0,1 0,1 0,2 0,1 1,1-1,1 1,2 4,-1-26,1 0,-1 0,2 0,-1 0,1 0,0 0,0-1,1 1,0-1,0 0,1 0,-1 0,1-1,1 0,-1 0,1 0,0 0,0-1,0 0,0-1,1 1,-1-1,1 0,0-1,0 1,0-1,0-1,1 1,-1-2,0 1,1 0,-1-1,5-1,-4 0,1 1,-1-2,1 1,-1-1,1-1,-1 1,0-2,0 1,0-1,-1 0,1 0,-1-1,0 0,0-1,-1 1,1-1,-1 0,-1-1,1 0,-1 0,0 0,-1 0,1-1,-2 1,1-1,-1 0,0 0,-1-1,1 1,-2-1,1 1,-1-1,-1 1,1-1,-2 0,1 1,-2-6,-1 0,-1 0,0 0,-1 0,0 0,-2 1,1 0,-2 0,1 1,-2-1,0 2,0-1,-1 2,-132-119,-69-21,209 150,1-1,0 1,0 0,0-1,0 1,-1-1,1 1,0-1,0 1,0-1,0 0,0 0,0 1,1-1,-1 0,0 0,0 0,0 0,1 0,-1 0,1 0,-1 0,0-1,1 1,0 0,-1 0,1 0,0 0,0-1,0 1,-1 0,1 0,0-1,1 1,-1 0,0 0,0 0,0-1,1 1,-1 0,1 0,-1 0,1 0,-1 0,1 0,0 0,-1 0,1 0,0 0,0 0,0 0,0 0,0 0,0 1,0-1,107-16,-77 16,251-6,-273 7,-6-1,0 1,0 0,-1-1,1 1,0 0,0 1,0-1,0 0,0 1,0-1,0 1,-1 0,1 0,0 0,-1 1,1-1,-1 0,1 1,-1 0,0-1,1 1,-1 0,0 0,0 1,0-1,-1 0,1 1,0-1,-1 1,0-1,1 2,3 46,-5-39,1-1,0 1,0 0,1-1,0 1,0-1,2 0,-1 0,1 0,1 0,-1 0,2-1,-1 0,7 7,-12-15,1 0,0 0,0 0,0 0,-1 0,1 0,0-1,0 1,0 0,1 0,-1-1,0 1,0-1,0 1,0-1,1 1,-1-1,0 0,0 0,1 0,-1 1,0-1,1 0,-1 0,0-1,0 1,1 0,-1 0,0-1,0 1,1-1,-1 1,0-1,0 1,0-1,11-9</inkml:trace>
  <inkml:trace contextRef="#ctx0" brushRef="#br1" timeOffset="53251.638">14350 10040,'-13'-2,"-8"1,1 6,3 6,9 6,11 5,13 2,12 1,0-5</inkml:trace>
  <inkml:trace contextRef="#ctx0" brushRef="#br1" timeOffset="53942.718">14898 10187,'-14'-4,"0"0,0 2,0-1,-1 2,1 0,-1 1,1 0,-1 1,1 1,0 0,-1 1,1 0,1 1,-1 1,-9 4,21-8,0 0,0 0,0 0,0 0,0 0,1 0,-1 1,0-1,0 1,1-1,-1 1,1 0,0 0,-1-1,1 1,0 0,0 0,0 0,0 0,0 0,1 1,-1-1,1 0,-1 0,1 0,0 1,0-1,0 0,0 0,0 1,0-1,1 0,-1 0,1 0,0 1,-1-1,1 0,0 0,0 0,0 0,1 0,-1-1,0 1,1 0,-1 0,1-1,0 1,14 12,1-1,0 0,1-1,0-1,1 0,0-2,1 0,0-1,3-1,36 17,68 45,-126-69,0 0,1 1,-1-1,0 1,0 0,0-1,1 1,-1 0,0 0,0 0,0 0,0 0,0 0,-1 0,1 0,0 0,0 0,-1 0,1 0,-1 0,1 1,-1-1,1 0,-1 1,0-1,1 0,-1 1,0-1,0 0,0 1,0-1,0 0,-1 1,1-1,0 0,0 1,-1-1,1 0,-1 0,1 1,-1-1,0 0,0 1,-6 2,-1 0,1 0,-1-1,1 0,-1-1,0 0,0 0,0 0,0-1,-7 0,4 0,3 1,-6 0,1 1,0-2,-1 0,1 0,0-2,-1 1,1-2,-1 0,1 0,-10-4,22 6,0 0,0-1,0 1,0-1,0 1,0-1,0 0,0 1,0-1,0 0,0 0,0 0,1 0,-1 1,0-1,1 0,-1 0,0 0,1 0,-1-1,1 1,0 0,-1 0,1 0,0 0,0 0,-1-1,1 1,0 0,0 0,0 0,1 0,-1-1,0 1,0 0,1 0,-1 0,0 0,1 0,-1 0,1 0,0 0,-1 0,1 0,38-41,-17 29,0 0,0 2,2 0,-1 2,1 0,1 2,-1 1,1 1,0 0,1 2,18 1,-42 1,0 1,1-1,-1 1,0 0,0 0,0-1,0 2,0-1,0 0,0 0,0 1,1-1,-1 1,0-1,0 1,-1 0,1 0,0 0,0 0,0 0,0 1,-1-1,1 0,-1 1,1-1,-1 1,0 0,1-1,-1 1,0 0,0 0,0 0,0 0,0 0,-1 0,1 0,-1 0,1 0,-1 0,-4 91,6-91,1 0,-1 0,1 0,-1 0,1-1,0 1,-1-1,1 1,0-1,0 0,0 0,0-1,0 1,0 0,1-1,-1 0,0 0,0 0,0 0,0 0,0-1,0 1,0-1,3-1,3 2,0-1,0 0,0-1,0 0,0 0,-1-1,0 0,1-1,-1 1,0-2,0 1,-1-1,1 0,-1-1,-1 1,1-1,-1-1,0 1,0-1,0 0,-1-1,0 1,2-7,-6 10,0 1,0 0,-1-1,1 1,-1 0,0-1,0 1,0 0,0-1,-1 1,1 0,-1-1,0 1,0 0,0 0,-1 0,1 0,-1 0,1 0,-1 0,0 0,0 0,0 1,-1-1,1 1,0 0,-1 0,0 0,0 0,1 0,-1 0,0 1,-1-1,-6-3,1 1,-1 0,0 1,-1 0,1 0,-1 1,1 1,-1 0,1 0,-2 1,1 0,1 0,0 0,0 1,-1 1,1 0,0 0,0 1,1 0,-1 1,0 0,1 0,0 1,0 0,1 1,-1 0,1 0,0 1,1 0,0 0,-1 3,6-8,0 0,1 1,0-1,-1 1,1-1,0 1,0 0,1-1,-1 1,0 0,1 0,0 0,0-1,-1 1,2 0,-1 0,0 0,1 0,-1-1,1 1,0 0,0-1,0 1,0 0,0-1,0 1,1-1,-1 0,1 1,0-1,0 0,0 0,0 0,0 0,0 0,1-1,-1 1,0-1,3 2,8 2,0 0,0 0,1-1,-1-1,1 0,0-1,0 0,0-1,0-1,0 0,0-1,3-1,30-3</inkml:trace>
  <inkml:trace contextRef="#ctx0" brushRef="#br1" timeOffset="54114.278">15500 9880,'-20'-7,"-14"0,-11 6,-5 7,-1 10,8 9,8 9,10 6,12 5,14 2,17-1,5-7</inkml:trace>
  <inkml:trace contextRef="#ctx0" brushRef="#br1" timeOffset="54286.818">15473 10442,'7'15,"4"11,3 0,6-1,6-6,8-6,7-5,6-6,1-8,-7-3</inkml:trace>
  <inkml:trace contextRef="#ctx0" brushRef="#br1" timeOffset="54447.689">15968 10521,'-2'-4,"-11"-9,-2-2</inkml:trace>
  <inkml:trace contextRef="#ctx0" brushRef="#br1" timeOffset="66845.909">433 12367,'0'20,"0"21,0 16,0 13,0 8,0 2,0-1,0-6,2-9,1-12,3-15,-1-13</inkml:trace>
  <inkml:trace contextRef="#ctx0" brushRef="#br1" timeOffset="67099.235">46 12367,'-14'-5,"-4"-3,5-1,12-1,20-1,22-1,22-3,20-3,12-2,5 4,-6 6,-12 11,-18 16,-19 4</inkml:trace>
  <inkml:trace contextRef="#ctx0" brushRef="#br1" timeOffset="67564.102">620 12981,'9'-12,"0"0,-1-1,-1 0,0-1,0 1,-2-1,0-1,0 1,-1-1,-1 0,-1 1,0-1,0 0,-2-1,0 1,-1 0,0 0,-1 0,-1 0,0 1,-4-11,-14-8,49 33,15 11,-24-7,0 1,-1 0,1 1,-1 1,-1 1,0 1,0 0,11 9,-22-12,-1 1,0 0,0 0,-1 0,0 1,0-1,-1 1,0 0,0 0,-1 0,0 0,0 1,-1-1,0 1,0-1,-1 1,0-1,-1 1,0-1,0 1,-1-1,0 0,-2 7,-4 57,8-71,0 1,0-1,0 1,1-1,-1 1,0-1,1 1,-1-1,0 0,1 1,0-1,-1 0,1 1,0-1,0 0,0 0,0 1,0-1,0 0,0 0,0 0,0 0,0-1,1 1,-1 0,0 0,1-1,-1 1,0-1,1 1,-1-1,1 1,-1-1,1 0,-1 0,1 0,-1 0,1 0,-1 0,1 0,-1 0,1-1,65-14,180-96,-193 84</inkml:trace>
  <inkml:trace contextRef="#ctx0" brushRef="#br1" timeOffset="68305.123">1489 12754,'0'-3,"0"1,0 0,-1-1,1 1,-1 0,0-1,0 1,1 0,-1 0,-1 0,1-1,0 1,0 0,-1 1,1-1,-1 0,0 0,1 1,-1-1,0 1,0-1,0 1,0 0,0 0,0 0,-1 0,1 0,0 0,-1 1,1-1,0 1,-1-1,1 1,0 0,-1 0,1 0,-1 0,1 1,0-1,-1 1,1-1,0 1,0 0,-1 0,-8 4,0 1,1 1,0 0,0 0,1 1,0 0,0 0,1 1,0 0,0 1,1 0,0 0,1 0,-1 5,5-13,0 0,1 0,-1 0,1 0,0 1,0-1,0 0,0 1,0-1,1 1,-1-1,1 1,-1-1,1 1,0-1,0 1,0 0,0-1,1 1,-1-1,1 1,0-1,-1 1,1-1,0 0,0 1,0-1,1 0,-1 0,1 0,-1 0,1 0,0 0,-1 0,1 0,0-1,0 1,0-1,1 1,1 0,7 1,0 0,1-1,0 0,-1 0,1-2,0 1,0-2,-1 1,1-2,0 1,-1-2,1 1,-1-2,0 0,0 0,0-1,-1 0,1 0,-1-1,-1-1,1 0,0-1,-2 2,-1 0,-1 0,1 0,-1-1,0 0,0-1,-1 1,0-1,0 0,-1 0,0 0,-1-1,0 1,0-1,0 0,-1 0,-1 0,0 0,0 0,0 0,-1-1,-1 1,0 0,0 0,0 0,-1 0,-1-1,3 9,0 0,0 0,0 1,0-1,0 0,-1 0,1 0,0 1,0-1,-1 0,1 0,0 1,-1-1,1 0,-1 1,1-1,-1 0,1 1,-1-1,0 1,1-1,-1 1,1-1,-1 1,0-1,0 1,1 0,-1-1,0 1,0 0,1 0,-1-1,0 1,0 0,0 0,1 0,-1 0,0 0,0 0,0 0,1 1,-1-1,0 0,0 0,0 0,1 1,-1-1,0 1,0-1,1 0,-1 1,0-1,1 1,-1-1,1 1,-1 0,1-1,-1 1,1 0,-1-1,1 1,-1 0,1-1,0 1,0 0,-1 0,1 0,0-1,0 2,-4 8,0 0,0 1,2 0,-1 0,1 0,1 0,0 0,0 0,1 0,1 0,1 10,-1-16,-1-1,1 1,1-1,-1 0,0 1,1-1,0 0,0 0,0 0,1 0,-1-1,1 1,0 0,0-1,0 0,1 0,-1 0,1 0,-1-1,1 1,0-1,0 0,0 0,0 0,1 0,-1-1,0 0,1 0,-1 0,2 0,1-1,1 0,-1 0,1 0,-1-1,0 0,1-1,-1 0,0 0,0 0,0-1,0 0,0-1,-1 1,1-1,-1 0,0-1,0 1,-1-1,1-1,-1 1,3-5,1-1,0 0,-2 0,1-1,-1 0,-1-1,0 1,-1-1,0 0,-1 0,-1-1,1-4,-2-19,-4 53,2 0,-1 0,2 0,0 0,1 0,3 13,-4-24,1-1,-1 1,1-1,0 1,0-1,1 1,-1-1,1 0,0 0,0 0,1-1,-1 1,1-1,-1 1,1-1,0-1,0 1,1 0,-1-1,0 0,1 0,0 0,-1-1,3 1,2 0,-1 0,1-1,-1-1,1 1,-1-1,1-1,-1 1,1-1,-1-1,1 0,-1 0,0-1,0 0,0 0,0-1,0 0,-1 0,0 0,1-1,-2-1,1 1,-1-1,3-3,-1 1,-1 0,0-1,0 0,-1 0,0-1,0 0,-1 0,0 0,-1-1,0 0,-1 1,0-1,-1 0,0-1,-1 1,0 0,-1-7,-8-17,7 35,1-1,0 1,0-1,0 1,-1-1,1 1,0-1,-1 1,1 0,0-1,-1 1,1 0,-1-1,1 1,0 0,-1-1,1 1,-1 0,1 0,-1 0,1-1,-1 1,1 0,-1 0,1 0,-1 0,1 0,-1 0,1 0,-1 0,1 0,-1 0,0 0,1 0,-1 0,1 1,0-1,-1 0,1 0,-1 1,1-1,-1 0,1 0,-1 1,1-1,0 0,-1 1,1-1,0 1,-1-1,1 1,0-1,0 0,-1 1,1-1,0 1,0-1,0 1,-1-1,1 1,0 0,-4 7,0 0,0 0,1 0,-1 1,2 0,0-1,0 1,0 0,1 0,0 0,1 0,0 0,1 0,-1 0,2 0,-1 0,1 0,1 0,0-1,0-2,0 0,1-1,0 0,0 0,1 0,-1 0,1-1,0 0,0 0,0 0,1 0,0-1,-1 0,1 0,0-1,0 1,1-1,-1-1,3 1,38 9</inkml:trace>
  <inkml:trace contextRef="#ctx0" brushRef="#br1" timeOffset="68899.3">2572 12433,'9'0,"-1"1,1 0,-1 0,0 0,0 1,1 1,-2-1,1 1,0 0,0 1,-1 0,0 0,0 1,0 0,0 0,-1 1,0-1,0 1,0 1,-1-1,0 1,0 0,-1 0,1 0,-2 1,1-1,-1 1,0 1,4 23,-1 0,-2 1,-1-1,-1 1,-2 0,-1 0,-2 0,-1-1,-2 1,-1-1,-2 2,-1 16,1-3,0-5,2 0,1 1,2-1,2 1,3 26,-1-65,0 1,0-1,0 1,0-1,1 1,0-1,0 1,0-1,0 0,1 1,-1-1,1 0,0 0,0 0,1 0,-1-1,1 1,0-1,0 1,0-1,1 0,-1 0,1-1,-1 1,1-1,0 1,0-1,0 0,0-1,0 1,1-1,-1 1,0-1,1-1,-1 1,1-1,-1 1,1-1,-1-1,1 1,0-1,0-1,0 0,-1 0,1-1,0 1,-1-1,0-1,1 1,-1 0,0-1,-1 0,1 0,-1 0,0 0,0-1,0 1,0-1,-1 0,0 0,0 0,1-3,1-5,-1-1,1 1,-2-1,0 0,-1 0,0 0,-2-6,-3-11,-1-1,-2 1,-1 0,-2 0,0 1,-3 1,0 0,-2 0,0 1,-3 1,0 1,-1 1,-2 0,0 1,-14-10,-70-54,105 88,-1 0,1 0,0 0,-1 0,1 0,0-1,0 1,-1 0,1 0,0 0,0 0,-1 0,1 0,0-1,0 1,0 0,-1 0,1 0,0 0,0-1,0 1,-1 0,1 0,0-1,0 1,0 0,0 0,0-1,0 1,0 0,0 0,-1-1,1 1,0 0,0-1,0 1,0 0,0 0,1-1,-1 1,0 0,0 0,0-1,0 1,0 0,0-1,0 1,0 0,1 0,-1 0,0-1,0 1,0 0,0 0,1 0,-1-1,0 1,0 0,1 0,-1 0,0 0,0-1,1 1,-1 0,0 0,0 0,1 0,-1 0,0 0,26-1,-19 1,50-3,-1-2,0-3,-1-3,4-3,84-15,-142 28,1 1,0-1,0 0,0 1,0-1,0 1,0 0,0-1,-1 1,1 0,0 0,0 0,0 1,0-1,0 0,0 1,0-1,0 1,0 0,-1-1,1 1,0 0,0 0,-1 0,1 0,-1 1,1-1,-1 0,1 1,-1-1,0 1,0-1,0 1,0 0,0-1,0 1,0 0,0 1,-8 145,8-138,0 0,0 0,0 0,1 0,1-1,0 1,0-1,5 9,-7-14,1-1,-1-1,1 1,0 0,0 0,0-1,0 1,0-1,1 1,-1-1,1 0,-1 0,1 0,0 0,0-1,0 1,0-1,0 0,0 0,0 0,1 0,-1 0,0-1,1 1,-1-1,0 0,1 0,-1 0,24-8,-5-5</inkml:trace>
  <inkml:trace contextRef="#ctx0" brushRef="#br1" timeOffset="69149.146">3067 12260,'-14'13,"-4"12,5 6,12 0,13-3,4-7</inkml:trace>
  <inkml:trace contextRef="#ctx0" brushRef="#br1" timeOffset="69502.201">3401 11751,'-5'20,"2"0,0 0,0 0,2 1,1-1,0 0,2 1,0-1,2 4,17 114,6-2,6-1,24 57,-51-173,1 8,2 0,1 0,1-1,1 0,1-1,2 0,0-1,3 2,-13-21,0 0,0 0,0-1,0 0,0 0,1 0,0-1,0 1,0-1,0-1,0 1,1-1,-1 0,1-1,-1 1,1-2,0 1,0 0,-1-1,1-1,0 1,0-1,-1 0,1 0,-1-1,1 0,-1 0,1-1,-1 1,0-1,5-4,0 0,0-1,0 0,0 0,-1-1,-1-1,0 1,0-2,-1 1,0-1,0 0,-1-1,-1 0,0 0,-1 0,0-1,2-9,-18 60,-8 68,19-103,0 1,1-1,-1 1,1-1,0 1,0-1,0 0,0 1,0-1,1 0,0 0,-1 0,1 0,0 0,1 0,-1 0,0-1,1 1,-1-1,1 0,0 0,0 0,0 0,0 0,0-1,1 1,-1-1,3 1,78 4,-41-13</inkml:trace>
  <inkml:trace contextRef="#ctx0" brushRef="#br1" timeOffset="69746.593">4002 12353,'-13'-7,"-7"-5,-3-1,-1-3,-2 1,4 2</inkml:trace>
  <inkml:trace contextRef="#ctx0" brushRef="#br1" timeOffset="69901.134">3375 12152,'25'-4,"28"-5,31 1,26 0,19 2,8 7,-19 3</inkml:trace>
  <inkml:trace contextRef="#ctx0" brushRef="#br1" timeOffset="70235.241">4671 12620,'-11'-15,"0"-1,-2 2,0-1,0 2,-1 0,-1 0,0 2,-1 0,0 0,-1 2,0 0,0 1,-1 0,-4 0,17 7,0-1,0 1,0 1,-1-1,1 1,0 0,0 0,-1 0,1 1,0-1,0 1,0 1,0-1,0 1,0 0,0 0,1 0,-1 1,1-1,-1 1,1 0,0 1,0-1,0 1,1-1,-1 1,1 0,0 1,0-1,0 0,1 1,-1 0,1 0,0-1,1 1,-1 3,0-2,1 0,0 0,0 0,1 1,0-1,0 0,0 0,1 0,0 1,0-1,1 0,0 0,0-1,0 1,0 0,1 0,0-1,0 0,1 0,0 0,0 0,0 0,0-1,1 1,-1-1,1 0,0-1,0 1,3 0,-1 0,0 0,0 0,1-1,-1 0,1-1,-1 1,1-2,0 1,0-1,0 0,0-1,0 1,0-2,0 1,1-1,-2 0,1-1,0 0,0 0,0-1,-1 0,5-2,-5 0,0 0,0 0,0 0,-1-1,0 0,0 0,0-1,-1 1,0-1,0-1,-1 1,2-4,-4 7,0 0,0 0,0 0,-1 0,0-1,0 1,0 0,0-1,0 1,-1-1,0 1,0 0,0-1,-1 1,1-1,-1 1,0 0,-1-1,1 1,-1 0,1 0,-1 0,0 0,-2-2,4 5,-1 0,1 0,-1 0,1 0,-1 0,0 0,1 0,-1 0,0 0,0 0,0 0,0 1,0-1,0 0,0 1,0-1,0 0,0 1,0-1,0 1,0 0,0-1,0 1,-1 0,1 0,0 0,0 0,0 0,-1 0,1 0,0 0,0 0,0 0,0 1,-1-1,1 0,0 1,0-1,0 1,0-1,0 1,0 0,0-1,0 1,0 0,0 0,1 0,-1 0,0 0,0 0,1 0,-1 0,1 0,-1 0,-1 6,0 1,1 0,0-1,0 1,1 0,0 0,0-1,1 1,0 0,0 0,1-1,0 1,0-1,1 0,0 1,0-1,1 0,-1-1,2 1,-1-1,1 0,0 0,0 0,0 0,1-1,0 0,0 0,1-1,-1 0,1 0,0 0,0-1,3 1,59 26,1-8</inkml:trace>
  <inkml:trace contextRef="#ctx0" brushRef="#br1" timeOffset="71503.347">6783 12273,'-9'0,"0"1,0 0,0 0,0 1,0 1,1-1,-1 1,1 1,-1 0,1 0,0 0,0 1,1 0,0 1,0-1,0 2,0-1,1 1,0 0,1 0,-3 4,-1 3,0 1,1 0,0 0,2 1,0 0,0 0,2 0,0 1,1 0,0-1,2 3,0-10,0-1,1 1,0-1,1 0,0 1,0-1,1 0,0 1,0-1,1 0,0 0,1-1,-1 1,2-1,-1 0,1 0,0 0,0 0,1-1,0 0,0 0,0 0,1-1,0 0,0-1,0 1,0-1,8 2,-8-2,0-1,1 0,-1 0,1-1,0 0,0 0,0-1,0 0,0-1,0 1,0-2,0 1,0-1,0 0,0-1,0 0,0 0,0-1,-1 1,0-2,1 1,-1-1,0 0,-1-1,1 0,-1 0,0 0,0 0,0-1,-1 0,0-1,0 1,0-1,2-6,-3 0,-1 0,0-1,-1 0,0 1,-1-1,-1 0,0 0,-1 1,0-1,-1 0,-1 1,0-1,-1 1,0 0,-1 0,0 1,-1-1,-1 1,0 0,-1 1,0 0,0 0,-1 0,-1 1,0 1,0 0,-1 0,0 1,0 0,-1 1,0 0,-4-1,10 5,0 0,0 0,0 1,-1-1,1 1,-1 1,0-1,1 1,-1 1,0-1,0 1,0 0,0 0,1 1,-1 0,0 0,0 1,1 0,-1 0,1 0,0 1,-1 0,1 0,1 1,-1 0,0 0,1 0,-4 4,3-2,0 1,1 0,0 0,0 1,0 0,1 0,0 0,1 0,-1 0,2 1,-1 0,1-1,1 1,-1 0,2 0,-1 0,1 0,0 0,1 0,0 0,1 0,-1-1,2 1,-1 0,1-1,1 0,-1 0,2 0,-1 0,1 0,0 0,6 1,0 1,1-1,0-1,0 0,1 0,0-2,0 1,1-2,-1 0,1 0,1-1,-1-1,0-1,4 1,61 9</inkml:trace>
  <inkml:trace contextRef="#ctx0" brushRef="#br1" timeOffset="71863.386">7251 12446,'-4'-2,"0"0,-1 1,1-1,-1 1,1 0,-1 0,0 0,1 0,-1 1,0 0,0 0,1 0,-1 1,0-1,1 1,-1 0,0 1,1-1,-1 1,1 0,0 0,0 0,0 1,0-1,0 1,0 0,0 0,1 0,0 1,0-1,0 1,0 0,0 0,-1 2,2 1,0 0,0 1,1-1,0 1,0-1,0 1,1-1,1 1,-1 0,1-1,0 1,1-1,0 0,0 1,0-1,1 0,0 0,1 0,-1-1,1 1,1-1,-1 0,1 0,0 0,0-1,1 0,0 0,0 0,0 0,0-1,1 0,-1-1,1 0,0 1,2-1,5 3,1-1,0-1,0 0,0-1,0 0,1-1,-1-1,1 0,0-2,-1 1,15-4,-23 3,0 0,-1 0,1-1,-1 0,0 0,1-1,-1 0,0 0,0 0,-1-1,1 0,-1 0,0 0,0 0,0-1,0 0,-1 0,0 0,0-1,0 0,-1 1,0-1,0 0,-1-1,1 1,-1 0,0-1,0-3,-2-3,-1 0,0 0,-1 0,0 0,-1 0,-1 1,0-1,0 1,-2 0,1 0,-1 1,-1-1,0 1,-1 1,0 0,0 0,-1 0,0 1,-1 0,0 1,-1 0,1 1,-1 0,-4-1,4 1,1 1,-1 1,-1 0,1 0,-1 1,0 1,0 0,0 1,0 0,0 0,0 1,-2 1,8 0,-1 1,1-1,0 1,0 0,0 1,0-1,0 1,0 1,0-1,0 1,1 0,-1 0,1 1,0-1,0 1,0 0,0 1,1-1,0 1,0 0,0 0,1 0,-1 0,1 2,1-2,0 0,1-1,-1 1,1 0,0 0,1 0,0 0,-1 1,1-1,1 0,-1 0,1 0,0 0,0 0,0 0,1-1,0 1,0 0,0-1,0 1,1-1,0 1,0-1,0 0,0-1,1 1,-1 0,1-1,0 0,0 0,0 0,1 0,-1-1,1 1,-1-1,1 0,0-1,2 1,65 25,2-7</inkml:trace>
  <inkml:trace contextRef="#ctx0" brushRef="#br1" timeOffset="72162.656">8120 12473,'111'27,"-5"-6,0-5,1-4,1-5,-1-5,16-5,1-6,-117 4,-9 0</inkml:trace>
  <inkml:trace contextRef="#ctx0" brushRef="#br1" timeOffset="72500.751">8575 12260,'14'14,"0"1,0-2,2 0,-1-1,2 0,0-1,0-1,15 6,-22-11,111 54,69 43,-187-101,0 1,0-1,0 1,0 0,0-1,-1 1,1 1,0-1,-1 0,0 1,1-1,-1 1,0 0,0-1,-1 1,1 0,-1 0,1 1,-1-1,0 0,0 0,0 0,-1 1,1-1,-1 1,1-1,-1 0,0 1,-1-1,1 0,-1 1,1-1,-1 0,0 1,0-1,0 0,-1 0,1 0,-2 1,-10 11,-2-1,1-1,-2 0,0-1,0-1,-1-1,0 0,-1-1,-8 2,4 0,-21 11,13-9,2 2,-1 1,2 2,-18 14,27-13,10-4</inkml:trace>
  <inkml:trace contextRef="#ctx0" brushRef="#br1" timeOffset="72868.769">9417 12647,'17'-24,"-1"0,-1-1,-1 0,-1-1,-2-1,0 0,-2 0,-1-1,3-22,-5 19,-3-1,0 0,-2-1,-3-29,-2 40,4 22,0 1,0-1,0 0,0 1,0-1,0 0,0 0,0 1,0-1,0 0,0 1,0-1,0 0,0 1,0-1,-1 0,1 0,0 1,0-1,0 0,0 0,-1 1,1-1,0 0,0 0,0 1,-1-1,1 0,0 0,0 0,-1 0,1 1,0-1,0 0,-1 0,1 0,0 0,-1 0,1 0,0 0,-1 0,1 0,0 0,-1 0,1 0,0 0,0 0,-1 0,1 0,0 0,-1 0,1 0,0-1,0 1,-1 0,1 0,0 0,0 0,-1-1,1 1,0 0,-5 28,2 0,1 0,1 0,1 0,2 0,1 1,3 8,-4-18,24 323,-25-323,-2-10,1 0,0 0,0 0,1 0,1 0,-1 0,2-1,-1 1,1 0,0-1,1 0,0 1,0-1,3 3,8 2</inkml:trace>
  <inkml:trace contextRef="#ctx0" brushRef="#br1" timeOffset="73169.959">9898 12554,'-7'-63,"3"-1,2 1,3-1,5-21,12 21,-17 64,0 0,0 0,0 0,-1 0,1 0,0 0,0 0,-1 1,1-1,0 0,-1 0,1 1,0-1,-1 1,1-1,0 0,-1 1,1 0,-1-1,1 1,-1-1,1 1,-1-1,1 1,-1 0,1 0,-1-1,0 1,0 0,1-1,-1 1,0 0,0 0,0-1,0 1,0 0,0 0,0 0,0-1,0 1,0 0,0 0,-1 0,2-1,8 54,-3 1,-1 0,-4 53,-1-52,2 0,2 0,12 51,-15-99,0-1,0 0,1 0,0-1,1 1,-1 0,1-1,1 1,-1-1,1 0,0 0,0 0,1-1,-1 0,1 1,1-2,-1 1,1 0,0-1,4 2,10-1</inkml:trace>
  <inkml:trace contextRef="#ctx0" brushRef="#br1" timeOffset="74689.174">11302 12687,'13'2,"-1"0,0-1,1-1,-1 0,0-1,1 0,-1-1,0 0,0-1,0 0,9-4,8-1,-1-2,0-1,-1-1,0-1,0-2,-2 0,0-2,-1-1,0 0,7-10,3-25,-33 52,-1 0,0-1,1 1,-1 0,0-1,0 1,0 0,0-1,0 1,0 0,0-1,-1 1,1 0,0-1,-1 1,1 0,-1 0,1 0,-1-1,0 1,1 0,-1 0,0 0,0 0,0 0,0 0,0 0,0 0,0 1,0-1,0 0,0 0,-1 1,1-1,0 1,0-1,-1 1,1 0,0-1,0 1,-1 0,1 0,-1 0,-9-1,1 1,-1-1,1 2,-1 0,1 0,-1 1,1 0,0 1,0 0,0 0,0 1,0 1,1 0,0 0,0 1,0 0,1 0,0 1,0 0,1 0,-3 3,7-6,0 0,0 1,1-1,-1 1,1-1,0 1,0 0,1-1,-1 1,1 0,0 0,1 0,-1 0,1 1,0-1,0 0,0 0,1 0,0 0,0 0,0 0,1 0,-1-1,1 1,0 0,1-1,-1 1,1-1,0 0,0 0,0 0,0 0,1 0,0-1,2 3,12 6,1 0,0-1,1-1,0 0,1-2,0-1,0 0,0-1,1-2,0 0,0-1,0-2,0 0,0-1,10-2,-22 3,0 0,1-1,-1-1,0 0,1 0,-1-1,0 0,0-1,0 0,0 0,-1-1,1-1,-1 0,0 0,-1 0,1-1,-1-1,0 1,0-1,-1-1,0 1,0-1,-1 0,2-4,27-136,-34 145,-1 0,1 0,0 0,0 1,1-1,-1 0,1 1,-1-1,1 1,0-1,0 1,0 0,0 0,0 0,1 0,-1 0,1 0,-1 1,1-1,0 1,-1-1,1 1,0 0,0 0,0 1,0-1,0 0,0 1,0 0,0 0,0 0,0 0,0 0,0 1,0-1,0 1,0 0,0 0,-1 0,1 0,0 0,1 1,1 2,1 0,0 0,-1 0,0 1,0-1,0 2,0-1,-1 0,0 1,0 0,0 0,-1 0,0 0,0 0,-1 1,0-1,0 1,0 0,-1 0,0-1,0 6,0-2,0 1,-1 0,0 0,-1 0,-1 0,1-1,-2 1,1 0,-1-1,-1 0,0 0,-1 0,-2 5,-28 22,34-36,1-1,-1 1,0-1,1 1,-1-1,0 1,0-1,1 0,-1 0,0 1,0-1,0 0,0 0,1 0,-1 0,0 0,0 0,0 0,0 0,1 0,-1 0,0 0,0-1,0 1,1 0,-1 0,0-1,0 1,1-1,-1 1,0-1,1 1,-1-1,0 1,1-1,-1 0,1 1,-1-1,1 0,-1 1,1-1,0 0,-1 0,1 1,0-1,-1 0,1 0,0 0,0 1,0-1,0 0,0 0,0 0,0 0,0 1,0-1,0 0,0-15,0 0,1 0,1 0,1 0,0 1,1-1,0 1,1 0,1 0,4-7,-3 4,48-120,-21 63,-4-2,-4-1,-2-1,-5-1,-2 0,-3-15,-13 87,0 0,0-1,-1 1,0 0,0-1,-1 1,0 0,-1 0,0 0,0-1,0 2,-1-1,-1 0,0-1,3 8,0 0,0 0,0 1,0-1,-1 0,1 1,0-1,-1 0,1 1,0 0,-1-1,1 1,0 0,-1-1,1 1,-1 0,1 0,0 0,-1 1,1-1,-1 0,1 0,0 1,-1-1,1 1,0-1,-1 1,1-1,0 1,0 0,0 0,0 0,0-1,-1 1,1 0,1 0,-1 1,0-1,0 0,0 0,1 0,-1 0,0 1,1-1,-1 0,1 1,0-1,-1 0,1 1,0 0,-8 17,1 0,0 0,2 1,0 0,2 1,0-1,1 1,1 15,0-29,-2 43,3 0,1 0,3 0,2-1,2 1,7 19,-8-42,1-1,1 0,1-1,2 0,0-1,1 0,2-1,0-1,2 0,0-1,2-1,11 11,-18-21,0-1,0 0,1 0,0-1,0-1,1 0,9 2,-18-7,-1 0,1-1,-1 0,1 0,0 0,-1 0,1-1,0 0,0 0,-1 0,1 0,0-1,0 0,-1 0,1 0,-1 0,1-1,-1 0,1 0,-1 0,0 0,0-1,0 0,0 0,-1 0,1 0,6-11,-1 0,-1-1,-1 1,0-2,0 1,-2-1,0 0,-1 0,0 0,-1 0,-1-1,-1 1,0-1,-1 0,-1 1,-7-30,8 46,-1 0,0 0,1-1,-1 1,1 0,-1 0,0 0,1 0,-1 0,0 0,1 0,-1 0,1 1,-1-1,0 0,1 0,-1 0,1 1,-1-1,0 0,1 1,-1-1,1 0,-1 1,1-1,-1 1,1-1,0 1,-1-1,1 1,0-1,-1 1,1-1,0 1,-1-1,1 1,0 0,0-1,0 1,0 0,-1 0,-2 7,-1 1,1 0,0 0,1 1,0-1,1 0,0 1,0-1,1 1,0-1,0 1,1-1,1 1,0-1,0 0,0 1,1-1,1 0,0-1,0 1,0-1,1 0,1 0,-1 0,1 0,0-1,1 0,0-1,0 1,0-1,1-1,0 1,1-1,5 2,0-1,1-1,0 0,0-1,1 0,-1-2,1 0,0 0,-1-1,10-2,27-1</inkml:trace>
  <inkml:trace contextRef="#ctx0" brushRef="#br1" timeOffset="74899.609">12318 11992,'-16'0,"-19"-2,-10-1,-2 0,5 0,11 2,21 0,27 2,34 2,38 0,38-1,31 0,25-1,-18 0</inkml:trace>
  <inkml:trace contextRef="#ctx0" brushRef="#br1" timeOffset="78200.455">888 13917,'-8'-7,"-1"1,0 0,0 1,0 0,-1 1,0-1,0 2,0 0,0 0,0 0,-1 1,1 1,-1 0,1 0,-1 1,0 1,1 0,-1 0,1 1,0 0,-1 1,1 0,0 0,0 1,1 1,-1-1,1 2,0-1,-5 5,5-2,1-1,0 1,0 0,1 1,0-1,1 2,-1-1,2 1,-1-1,2 2,-3 6,6-16,1 0,-1 1,1-1,-1 0,1 1,0-1,0 1,0-1,0 0,0 1,0-1,0 1,0-1,1 1,-1-1,0 0,1 1,-1-1,1 0,0 1,-1-1,1 0,0 0,0 0,0 1,0-1,0 0,0 0,0 0,0-1,0 1,0 0,0 0,1-1,-1 1,0 0,1-1,-1 1,0-1,2 0,58-3,-41-5,0-1,-1-1,1 0,-2-2,0 0,0-1,-1-1,12-14,-24 24,-5 3,1-1,0 1,-1 0,1 0,0-1,0 1,0 0,0 0,0 0,0 0,0 0,0 0,0 1,1-1,-1 0,0 0,0 1,1-1,-1 1,0-1,1 1,-1 0,1 0,-1-1,1 1,-1 0,0 0,1 0,-1 1,1-1,-1 0,1 0,-1 1,0-1,1 1,0 0,14 65,-1 24,-4 1,-4 0,-4 1,-6 64,1-138,-1 0,0 1,-2-1,0-1,0 1,-2-1,-5 10,10-22,-1 0,1 0,-1 0,0-1,-1 1,1-1,-1 0,0 0,0 0,0-1,0 1,-1-1,1 0,-1 0,0 0,0-1,0 0,0 0,0 0,-1 0,1-1,-1 0,1 0,-1-1,1 1,-6-1,1-3,-1-1,1 1,0-1,0-1,0 0,1-1,-1 0,1 0,1-1,-1 0,1 0,0-1,1 0,0 0,0-1,1 0,0 0,1-1,0 0,0 0,1 0,-3-8,2 8,0 0,1 0,0 0,1-1,0 1,1-1,0 0,0 0,1 0,1 0,-1 0,2 0,0 0,0 0,1 0,0 0,1 1,0-1,1 1,0 0,1 0,0 0,6-8,3 4,1 1,1 1,1 1,-1 0,2 1,-1 0,1 2,1 0,0 1,0 1,0 1,9-1,20-9,5-1,-1-2,-1-2,-1-2,-1-3,26-17,-67 36,1-1,-1 1,0-1,-1-1,0 1,0-1,-1 0,1-1,-2 0,-3 7,-1-1,1 1,-1-1,0 0,0 0,0 1,0-1,0 0,-1 0,1 0,-1 0,0 0,0 0,0 0,0 0,-1 0,1 0,-1 1,0-1,1 0,-1 0,-1 0,1 1,0-1,-1 1,1-1,-1 1,0-1,1 1,-1 0,0 0,-1 0,1-1,-1 0,-1 0,1 0,0 1,-1-1,0 1,1-1,-1 1,0 0,0 1,0-1,0 1,-1-1,1 1,0 0,-1 1,1-1,0 1,-1 0,1 0,-1 0,1 1,0 0,-1-1,1 2,0-1,0 0,0 1,0 0,0 0,0 0,0 0,0 0,1 1,0 0,-1 0,0 1,0 5,1 0,0 0,0 0,1 1,0-1,0 1,1-1,1 1,0 0,0-1,1 1,0 0,0-1,1 1,0-1,1 1,0-1,1 0,0 0,0-1,1 1,0-1,0 0,1 0,0-1,1 1,-1-1,1-1,5 4,-6-3,1-1,-1-1,1 1,1-1,-1 0,1-1,-1 1,1-1,0-1,1 0,-1 0,1-1,-1 0,1 0,0-1,-1 0,1 0,0-1,0 0,0-1,0 0,-1 0,1-1,0 0,-1-1,0 0,1 0,-1-1,0 0,-1 0,7-5,-2-6,0-2,-1 1,0-1,-2-1,0 0,-1 0,0-1,-2 0,0 0,-1-1,-2 0,1-3,8-27,-9 45,-2 18,-8 75,4-63,0 1,2-1,1 0,1 0,1 0,4 19,-5-41,0 0,0 1,0-1,1 0,-1 0,1 0,0 0,0 0,0 0,1 0,-1-1,0 1,1-1,0 0,0 0,-1 1,1-2,0 1,1 0,-1-1,0 1,0-1,1 0,-1 0,1 0,-1-1,1 1,-1-1,1 0,-1 0,1 0,-1 0,1-1,-1 1,1-1,-1 0,0 0,3-1,12-5,0 0,-1-1,0-1,-1 0,0-2,0 1,-1-2,0 0,-1-1,-1 0,0-1,-1-1,0 0,-1-1,-1 0,-1 0,1-2,-5 8,0 0,-1-1,0 1,0-1,-1 0,-1 0,0 0,0 0,-1-1,-7 1,-2 30,3-4,2 0,0 0,0 0,2 1,0-1,0 1,2-1,0 1,0-1,2 1,0-1,1 0,0 0,2 3,-3-13,0-1,0 1,1-1,-1 1,1-1,0 0,0 0,1-1,-1 1,1-1,-1 0,1 0,0-1,0 0,1 1,-1-2,0 1,1 0,-1-1,1 0,-1-1,4 1,4 0,1-1,-1-1,1 0,-1 0,0-2,0 1,1-2,10-4,-8 3,0-1,-1-1,0 0,0-2,-1 1,0-2,0 0,-1 0,0-1,-1-1,0 0,-1-1,0 0,-1 0,-1-2,0 1,6-15,-8-47,-7 74,0-1,0 1,-1 0,1-1,-1 1,0-1,0 1,0 0,0-1,0 1,0 0,0 0,-1 0,1 0,-1 0,0 0,1 1,-1-1,0 0,0 1,0-1,0 1,0 0,-1 0,1 0,0 0,-1 0,1 0,0 0,-2 2,0 0,0 0,0 1,1-1,-1 1,1 0,-1-1,1 2,0-1,-1 0,1 1,0-1,1 1,-1 0,0 0,1 0,0 0,-1 0,1 1,0-1,1 1,-1 0,1-1,0 1,0 0,0 0,0-1,0 1,1 0,0 0,-3 4,0 0,1 0,0 0,1 0,0 0,0 1,1-1,0 0,0 0,1 1,0-1,0 0,1 0,0 0,0 0,1 0,0-1,1 1,0-1,0 0,0 0,1 0,0 0,0-1,6 5,1-4,0-1,1-1,-1 0,1-1,1 0,-1-1,0 0,1-1,-1-1,1 0,0-1,-1-1,1 0,0 0,-1-1,1-1,-1-1,0 0,8-3,-13 5,0-1,0 0,0 0,0 0,-1-1,0 0,0-1,0 1,0-1,-1-1,1 1,-1-1,-1 0,1-1,-1 1,0-1,-1 0,1 0,-1-1,-1 1,0-1,0 0,0 0,-1 0,0 0,0 0,-1 0,0-1,-1 1,0 0,0-1,-1 1,0 0,-2-7,2 10,0 1,-1 0,0-1,0 1,0 0,0 0,-1 0,0 0,1 1,-1-1,-1 1,1 0,0-1,-1 2,0-1,1 0,-1 1,0-1,-1 1,1 0,3 3,1-1,-1 0,0 1,1-1,-1 1,0-1,1 1,-1-1,1 1,-1 0,0-1,1 1,0 0,-1-1,1 1,-1 0,1-1,0 1,0 0,-1 0,1 0,0-1,0 1,0 0,0 0,0 0,0-1,0 1,0 0,0 0,0 0,0-1,1 1,-1 0,0 0,1-1,-1 1,0 0,1 0,-1-1,1 1,-1-1,1 1,-1 0,1-1,0 1,6 6,0 0,1 0,0-1,0 0,0-1,1 0,-1 0,1-1,1 0,-1 0,0-1,1 0,0-1,0 0,-1-1,1 0,0 0,0-1,2 0,-7 0,98 21,-99-19,0-1,0 1,-1 0,1 0,0 0,-1 0,1 1,-1-1,0 1,1 0,-2 0,1 0,0 1,0-1,-1 0,0 1,0 0,0 0,0 0,0 0,-1 0,0 0,0 1,0 4,-1 0,0-1,0 1,-1 0,-1-1,1 1,-1-1,-1 1,0-1,0 0,0 0,-2 1,-7 23,12-31,0 1,-1 0,1-1,0 1,0 0,0-1,0 1,1 0,-1-1,0 1,1-1,-1 1,1 0,-1-1,1 1,0-1,0 1,0-1,0 0,0 1,0-1,0 0,0 0,0 0,0 0,1 0,-1 0,1 0,-1 0,0 0,1 0,0-1,-1 1,1-1,-1 1,1-1,0 0,-1 1,1-1,0 0,-1 0,1 0,-1-1,1 1,0 0,-1 0,1-1,0 1,-1-1,1 0,0 0,40-3,0-3,0-1,-1-3,0-1,-1-1,-7 2,308-112,-326 117,-6 3,0 0,-1-1,1 0,-1 0,0-1,0 0,0-1,-1 1,0-1,0-1,0 1,3-6,-10 10,1-1,-1 1,0-1,0 0,0 1,0-1,0 1,-1-1,1 1,-1-1,1 1,-1-1,0 1,0 0,0-1,0 1,-1 0,1 0,-1 0,1 0,-1 0,0 0,1 0,-1 0,0 1,0-1,0 1,-1-1,1 1,0 0,0 0,-1 0,1 0,-1 0,1 1,-1-1,1 1,-1-1,1 1,-3 0,-5-2,0 1,0 0,0 0,-1 1,1 1,0-1,0 2,0-1,0 1,0 1,1 0,-1 0,1 1,0 0,-1 1,2 0,-1 0,1 1,0 0,0 0,0 1,1 0,0 1,0-1,1 1,0 1,1-1,0 1,0 0,1 0,0 0,0 2,2-9,1 0,0 0,1 1,-1-1,0 0,1 0,-1 1,1-1,-1 0,1 0,0 1,0-1,0 0,1 1,-1-1,0 0,1 0,-1 1,1-1,0 0,0 0,0 0,0 0,0 0,0 0,1 0,-1 0,1 0,-1-1,1 1,0-1,-1 1,1-1,0 1,0-1,0 0,0 0,0 0,0 0,1 0,-1-1,0 1,2 0,12-1,0 0,0-1,0-1,-1 0,1-1,-1-1,1 0,-1-1,0-1,-1 0,1-1,-1-1,-1 0,7-5,67-53,-87 66,1 0,-1 0,0 0,1 0,-1 0,1 0,-1 1,0-1,1 0,-1 0,1 0,-1 0,0 1,1-1,-1 0,0 0,1 1,-1-1,0 0,0 1,1-1,-1 0,0 1,0-1,1 0,-1 1,0-1,0 1,0-1,0 0,0 1,0-1,1 1,-1-1,0 1,0-1,0 0,0 1,-1-1,1 1,0-1,0 0,0 1,0-1,0 1,0-1,-1 0,1 1,0-1,0 1,-1-1,1 0,0 0,0 1,-1-1,1 0,0 1,-1-1,1 0,-1 0,1 0,0 1,-1-1,1 0,-2 5,1 1,0-1,0 1,0-1,0 1,1-1,0 1,0-1,1 1,-1 0,1-1,0 1,1-1,-1 0,1 1,0-1,0 0,1 0,0 0,0-1,0 1,0-1,1 1,-1-1,1 0,0 0,1-1,-1 1,1-1,-1 0,2 0,8 3,0-2,1 0,0-1,0 0,0-1,0-1,0 0,0-1,0-1,0 0,0-1,0-1,0 0,0-1,-1-1,0 0,0-1,0 0,0-1,-1 0,-1-2,10-6,-10 4,0 0,-1 0,0-1,-1 0,0-1,-1 0,0 0,-1-1,-1 0,0-1,-1 1,-1-1,0-1,-1 1,0-1,-2 1,0-1,0 0,-2 0,0 0,0 0,-4-77,-4 1,-15-68,21 150,-22-107,14 98,-1 29,-3 103,10-39,2 1,3-1,4 0,3 0,3-1,4 2,-9-53,1 0,1-1,1 0,0 0,2-1,7 10,-13-22,1 0,0 0,1 0,0-1,0 0,0-1,1 1,0-1,0-1,0 0,1 0,0 0,0-1,0-1,0 1,1-1,28 3</inkml:trace>
  <inkml:trace contextRef="#ctx0" brushRef="#br1" timeOffset="78447.799">3815 13650,'23'11,"28"2,28-4,25-6,19-5,7-3,-3 0,-13 5,-25 3</inkml:trace>
  <inkml:trace contextRef="#ctx0" brushRef="#br1" timeOffset="78689.156">4738 13998,'-9'30,"5"-19,0 0,1 1,0-1,1 1,0 0,1 0,0 0,1 9,1-18,-1 0,1-1,0 1,0 0,0 0,0-1,0 1,1-1,-1 1,1-1,0 1,0-1,0 0,0 0,0 0,0 0,0 0,0-1,1 1,-1-1,1 1,0-1,-1 0,1 0,0 0,-1 0,1 0,0-1,0 1,0-1,0 0,0 0,0 0,2 0,6-1,0 0,-1 0,1-1,0 0,-1-1,1 0,-1-1,8-4,-8 3,-1 0,0-1,0 0,0-1,-1 0,1-1,-2 1,1-1,-1-1,-1 0,1 0,3-6,-8 11,0 0,0-1,0 1,0 0,-1-1,0 1,0-1,0 1,0-1,-1 1,1-1,-1 0,0 1,-1-1,1 1,-1-1,0 0,0 1,0 0,-1-1,0 1,0 0,0-1,0 1,0 0,-1 1,0-1,0 0,0 1,-3-4,1 3,-1 0,1 0,-1 0,1 0,-1 1,0 0,0 0,-1 1,1-1,0 1,-1 1,0-1,1 1,-1 1,0-1,1 1,-1 0,0 0,0 1,1 0,-1 0,0 1,1 0,0 0,-1 0,1 1,0 0,0 0,0 0,1 1,-1 0,1 0,0 1,0-1,0 1,1 0,-1 0,1 1,0-1,1 1,0 0,0 0,0 0,0 0,1 1,0-1,1 1,-2 3,3-6,0 0,1 1,-1-1,1 0,-1 0,1 0,0-1,1 1,-1 0,1 0,-1-1,1 1,0 0,1-1,-1 0,0 0,1 1,0-2,0 1,0 0,0 0,0-1,2 1,90 38,-18-27,-1-5</inkml:trace>
  <inkml:trace contextRef="#ctx0" brushRef="#br1" timeOffset="79443.445">5594 13998,'-12'-10,"0"2,0-1,-1 2,0-1,0 2,0 0,-1 0,0 2,-1-1,1 2,0 0,-1 1,0 0,0 1,0 1,1 0,-1 1,0 0,0 2,1 0,-1 0,1 1,0 1,0 0,-8 6,15-7,1 0,0 0,0 1,1 0,-1 1,1-1,0 1,1 0,-1 0,1 1,0-1,1 1,0 0,0 0,0 0,2-3,0-1,0 1,0 0,0 0,1 0,0-1,0 1,0 0,0 0,0 0,1 0,0 0,0-1,0 1,0 0,0-1,1 1,0-1,0 1,0-1,0 0,0 0,0 0,1 0,0 0,0 0,-1-1,1 1,3 1,6 1,-1 0,1 0,1-1,-1-1,1 0,-1-1,1 0,0-1,0 0,0-1,-1 0,1-1,0-1,0 0,-1-1,1 0,-1-1,0 0,0-1,0 0,-1-1,1 0,6-6,85-66,-100 75,-3 2,0 1,0-1,0 1,1-1,-1 1,0-1,0 1,0-1,1 1,-1-1,0 1,1-1,-1 1,0-1,1 1,-1 0,1-1,-1 1,0 0,1-1,-1 1,1 0,-1-1,1 1,-1 0,1 0,-1 0,1-1,-1 1,1 0,0 0,-1 0,1 0,-1 0,1 0,-1 0,1 0,-1 0,1 1,-1-1,1 0,0 0,-1 0,1 1,-1-1,1 0,-1 0,0 1,1-1,-1 0,1 1,-1-1,0 1,1-1,-1 0,0 1,1-1,-1 1,0-1,0 1,1-1,-1 1,0 0,1 7,1 0,-1 1,2-1,-1 0,1 0,0 0,1 0,0 0,0-1,1 0,0 0,0 0,0 0,1-1,0 0,1 0,-1-1,1 0,0 0,0 0,1 0,-3-3,-1 0,1 0,-1 0,1 0,0-1,0 0,0 0,0 0,0-1,0 1,0-1,0-1,0 1,0-1,0 1,0-1,0-1,-1 1,1-1,0 0,-1 0,1 0,-1 0,0-1,1 0,-1 0,0 0,-1 0,1-1,-1 0,1 1,-1-1,0 0,-1-1,1 1,0-1,1-7,-1 1,0-1,-1 1,0-1,-1 0,0 1,-1-1,0-6,4-53,-2 67,1 1,-1 0,0-1,1 1,0 0,0 1,0-1,0 0,0 1,0 0,1-1,-1 1,1 1,-1-1,1 0,0 1,0 0,0 0,0 0,0 0,0 1,0-1,0 1,0 0,0 1,0-1,0 1,0-1,0 1,0 0,1 1,14-1,6-1,-1 2,1 1,0 0,-1 2,0 1,12 5,-27-8,0 0,-1 1,0 0,0 0,0 1,0 0,-1 1,1 0,-1 0,-1 0,1 1,-1 0,-1 0,1 1,-1-1,0 1,-1 0,0 1,0-1,25 134,-27-138,-1 0,1-1,0 0,-1 1,2-1,-1 0,0 0,1 0,-1 0,1-1,0 1,0-1,0 1,0-1,0 0,0 0,1-1,-1 1,1-1,-1 1,1-1,-1 0,1 0,0-1,0 1,-1-1,1 0,1 0,8 0,0-1,1 0,-1-1,-1 0,1-1,0-1,8-3,-1 0,0-1,0-1,-1-1,-1 0,1-2,-2 0,0-1,0 0,-1-2,-1 0,0 0,11-18,-24 31,1 0,-1-1,0 1,0-1,-1 1,1-1,-1 0,1 0,-1 0,0 0,0 0,0 0,0 0,-1 0,1 0,-1 0,0 0,0 0,0-1,0 1,-1 0,1 0,-1 0,1 0,-1 0,0 0,-1 0,1 0,0 0,-1 0,0 1,1-1,-1 1,0-1,0 1,-1 0,1-1,0 1,-1 0,1 1,-1-1,-2 0,1 0,-1 0,1 1,-1 0,0 0,1 0,-1 0,0 1,0 0,1 0,-1 0,0 1,0-1,1 1,-1 0,0 1,1-1,-1 1,1 0,0 0,-1 0,1 1,0-1,0 1,1 0,-1 0,0 0,0 2,-1 1,-1-1,1 2,1-1,-1 0,1 1,0 0,1 0,-1 0,1 0,1 1,0-1,0 1,0 0,1-1,0 1,0 0,1 1,0-2,1-1,0 1,1 0,-1 0,1 0,1-1,-1 1,1-1,0 0,1 1,-1-1,1-1,0 1,1-1,-1 1,1-1,0-1,1 1,-1-1,1 0,0 0,0 0,0-1,0 0,1 0,-1 0,1-1,1 0,20 6,-1-1,1-1,0-2,0 0,1-2,7-2,57 0</inkml:trace>
  <inkml:trace contextRef="#ctx0" brushRef="#br1" timeOffset="80112.703">8695 13957,'-16'-9,"-1"0,0 2,-1 0,0 0,0 2,0 0,0 1,-1 1,0 1,0 0,1 2,-1 0,0 1,0 1,0 0,1 2,-1 0,1 1,0 1,0 0,1 2,0 0,0 1,1 0,0 2,1 0,-2 2,-32 56,48-66,0-1,0 1,0 0,0-1,0 1,1 0,-1 0,1 0,0 0,-1 0,2-1,-1 1,0 0,0 0,1 0,0 0,-1-1,1 1,0 0,1 0,-1-1,0 1,1-1,-1 1,1-1,0 0,1 2,4 0,1 0,-1-1,1 0,-1 0,1 0,0-1,0 0,0-1,1 0,-1 0,0-1,0 0,1 0,-1-1,0 0,0-1,0 1,0-2,0 1,0-1,-1 0,1-1,2-1,9-3,-1 0,0-2,0 0,-1-1,0-1,-1 0,-1-2,0 1,-1-2,0 0,-1-1,-1 0,0-1,-1 0,-1 0,-1-2,0 1,-1-1,-2 0,0 0,0-1,-2 0,-1 0,0 0,-1-1,-2-13,1 25,-1-1,0 0,0 1,-1-1,-1 0,0 1,0-1,0 1,-2 0,1 0,-1 0,0 0,-1 1,0-1,0 1,-1 0,0 1,0-1,-1 1,0 1,-4-4,8 8,0 1,0 0,0 0,1 0,-1 1,0-1,-1 1,1-1,0 1,0 0,0 0,0 1,0-1,0 0,0 1,0 0,0 0,0 0,0 0,1 0,-1 1,0-1,1 1,-1-1,1 1,-1 0,1 0,0 0,-2 2,-48 78,43-60,2 0,0 1,2 0,0 0,2 0,0 1,2-1,0 1,2 0,0-1,2 1,0-1,2 0,1 0,2 4,-1-13,1 0,0 0,1-1,1 0,0-1,1 0,0-1,0 0,2 0,-1-2,1 1,0-2,1 0,0 0,1-1,-1-1,1 0,0-1,1-1,-1 0,1-1,0-1,0-1,-1 0,1-1,0 0,0-1,0-1,0-1,-1 0,1-1,-1-1,0 0,0-1,-1-1,1 0,-1-1,0-1,-4 2,0-2,-1 1,0-1,-1-1,0 1,0-1,-1-1,-1 1,1-1,-2-1,1 1,2-12,-6 18,0-1,0 1,-1-1,0 0,0 0,0 1,-1-1,1 0,-2 0,1 0,0 0,-1 0,0 1,-1-1,1 0,-1 1,0-1,-1 1,1 0,-1-1,0 1,0 1,-1-1,0 0,1 1,-1-1,-1 1,0 0,2 2,-1 0,1 0,-1 1,0 0,1-1,-1 2,0-1,0 0,0 1,1-1,-1 1,0 0,0 0,0 1,0-1,0 1,1 0,-1 0,0 0,1 0,-1 1,1 0,-1-1,1 1,0 1,-1-1,1 0,0 1,1-1,-1 1,0 0,1 0,0 0,-1 0,1 0,0 1,1-1,-1 1,1-1,-1 1,1 0,0-1,0 1,0 3,-1 1,0 1,0-1,0 0,1 1,1 0,-1-1,1 1,1-1,0 1,0-1,1 1,-1-1,2 0,-1 1,1-1,1 0,-1-1,1 1,1-1,0 1,0-1,0-1,0 1,1-1,0 0,1 0,-1-1,1 1,0-2,1 1,-1-1,1 0,12 5,1 0,-1-2,1-1,1 0,-1-2,20 2,47 3</inkml:trace>
  <inkml:trace contextRef="#ctx0" brushRef="#br1" timeOffset="82129.211">9738 13717,'29'0,"1"-1,-1-1,0-2,0-1,-1-1,1-1,3-4,29-5,-1-4,0-2,-2-2,-1-3,-1-3,-1-2,-2-2,44-39,-85 64,-1-1,0-1,-1 0,-1 0,1-1,-2-1,1 0,-8 12,0-1,0 0,0 1,0-1,0 0,0 0,0 0,-1 0,1 0,-1 0,1 0,-1 0,0 0,0 0,0 0,0 0,0 0,0 0,0 0,-1 0,1 0,-1 1,0-1,1 0,-1 0,0 0,0 0,0 1,0-1,0 0,-1 1,1-1,-1 1,1-1,-1 1,1 0,-1 0,1 0,-1 0,0 0,0 0,0 0,1 0,-1 1,0-1,-8-1,1 0,0 1,0 0,0 1,-1 0,1 0,0 1,0 0,0 1,0 0,0 0,0 1,0 0,1 0,-1 1,1 1,0-1,0 1,1 0,-1 1,1 0,0 0,1 1,-1-1,1 1,1 1,-1-1,1 1,1 0,-4 6,2 3,0 0,0 1,2-1,0 1,1 0,0 0,2 0,0 0,1 1,3 12,36 186,-11-81,-23-104,-1-1,-2 1,-2 0,0-1,-4 18,4-49,0 0,0 0,1 0,-1 0,0 0,0 0,0 1,1-1,-1 0,0 0,0 0,0 0,1 0,-1 0,0 0,0 1,0-1,0 0,0 0,1 0,1-4,11-25,2 2,1-1,1 2,1 1,2 0,0 1,1 1,2 1,0 1,1 1,12-7,-34 25,0 0,0 0,0 1,0-1,0 1,0-1,1 1,-1 0,0 0,1 0,-1 0,1 0,-1 0,1 1,-1-1,1 1,-1 0,1 0,0 0,-1 0,1 0,-1 1,1-1,-1 1,1-1,-1 1,1 0,-1 0,1 0,-1 0,0 1,0-1,0 0,0 1,0 0,0-1,0 1,0 0,0 0,-1 0,1 0,-1 1,0-1,1 0,-1 0,0 3,3 13,0 0,-2 1,0-1,-1 1,-1-1,-1 1,-1 3,2 75,0-93,0 0,1-1,0 1,0-1,0 1,0-1,0 1,1-1,-1 0,1 1,0-1,0 0,0 0,1 0,-1-1,1 1,-1-1,1 1,0-1,0 0,0 0,0 0,0 0,1-1,-1 1,1-1,-1 0,1 0,-1 0,1 0,-1-1,1 1,2-1,18 1,-1 0,1-2,-1 0,1-2,-1 0,1-2,-1-1,-1-1,1 0,-1-2,-1 0,0-2,7-4,-18 9,0-1,0 1,-1-2,0 1,0-1,0-1,-1 0,-1 0,7-9,-12 14,0 1,1-1,-1 0,-1 0,1 0,-1 0,1 0,-1 0,-1-1,1 1,0 0,-1-1,0 1,0 0,0-1,-1 1,1 0,-1 0,0-1,0 1,-1 0,1 0,-1 0,0 0,0 0,0 1,-1-1,0-1,0 1,0 1,-1-1,1 1,0 0,-1 0,0 0,0 0,0 1,0-1,0 1,-1 0,1 0,0 1,-1-1,0 1,1 0,-1 0,0 1,1-1,-1 1,0 0,0 0,1 1,-1 0,0-1,0 2,-6 0,1 1,0 1,-1 0,2 0,-1 1,0 1,1-1,0 1,0 1,-7 6,7-4,1 0,0 0,0 1,1-1,0 2,1-1,-5 11,9-19,1 1,-1 0,1 0,0 0,0 0,0 0,1 0,-1 0,1 0,-1 0,1 0,0 0,0 0,0 0,1 0,-1 0,1 0,0 0,-1 0,2 0,-1 0,0 0,0 0,1-1,-1 1,1 0,0-1,0 0,0 1,0-1,0 0,1 0,0 1,7 1,0-1,0 0,0 0,1-1,-1 0,1-1,-1 0,1 0,0-2,-1 1,1-1,0-1,-1 1,0-2,1 0,-1 0,0-1,0 0,-1 0,6-4,-3 2,1-1,-2 0,1 0,-1-1,0 0,-1-1,0-1,0 1,-1-1,0-1,-1 0,3-5,-6 92,-2-70,0 0,1 0,-1 0,1-1,1 1,-1-1,1 0,0-1,0 1,0-1,1 0,-1 0,1-1,0 1,0-1,0-1,1 1,-1-1,1 0,-1 0,1-1,0 0,-1 0,1-1,0 0,0 0,-1 0,1-1,0 0,0 0,-1-1,1 0,-1 0,0-1,1 1,-1-1,0-1,0 1,-1-1,1 0,1-2,4-6,0 0,0-1,-2 0,1-1,-2 0,0-1,-1 1,0-1,-1-1,1-5,-4 9,1 0,0 0,0 1,1 0,1 0,0 0,0 1,1-1,1 2,-1-1,1 1,1 0,0 1,0 0,1 0,0 1,0 0,11-5,-11 9,1 1,0 0,0 0,0 1,0 0,0 1,0 0,0 1,0 0,0 1,0 0,-1 1,1 0,-1 1,1 0,-1 0,0 1,-1 1,1-1,-1 2,0-1,-1 1,0 1,0-1,0 1,-1 1,0-1,-1 1,1 0,-2 1,0 0,0-1,0 2,2 8,4 22,-2 0,-1 0,-3 1,-1 0,-2 0,-1 0,-3 0,-1 0,-3 0,-4 18,2 5,4-34,-2 3,2-1,2 1,0 0,3 0,1 0,1 0,7 30,-7-56,-1-1,2 1,-1-1,1 1,0-1,0 0,1-1,0 1,0-1,7 6,-10-10,0 0,0 0,0 0,0-1,1 1,-1-1,1 1,-1-1,1 0,-1 0,1 0,0 0,0 0,-1-1,1 1,0-1,0 0,0 0,0 0,-1 0,1 0,0-1,0 1,0-1,-1 0,1 0,0 0,-1 0,1 0,-1-1,1 1,0-1,1-2,0 1,0-1,-1 1,1-1,-1 0,0-1,-1 1,1 0,0-1,-1 0,0 1,0-1,-1 0,0 0,1 0,-1 0,-1 0,1-1,-1 1,0 0,0 0,-1 0,1 0,-2-12,-1 0,0 0,-1 0,-1 1,0 0,-4-7,-14-26,-3 2,-1 0,-2 2,-3 1,-1 2,-2 1,-2 1,-1 2,-3 2,0 2,-23-13,38 26,25 21,1-1,-1 0,1 1,0-1,-1 1,1-1,0 1,0-1,-1 0,1 1,0-1,0 0,0 1,0-1,0 0,0 1,0-1,0 0,0 1,0-1,0 1,0-1,0 0,1 1,-1-1,0 0,0 1,1-1,-1 1,0-1,1 1,-1-1,1 1,-1-1,0 1,1-1,0 1,-1-1,1 1,-1 0,1-1,-1 1,1 0,0 0,-1-1,1 1,-1 0,1 0,0 0,-1 0,1 0,0 0,-1 0,1 0,0 0,-1 0,1 0,0 0,0 1,190-31,-105 20,-79 9,67-7,0-4,-1-3,0-3,23-11,-42-4,-54 32,0-1,0 1,0-1,0 1,0 0,0-1,-1 1,1 0,0-1,-1 1,1 0,-1 0,1-1,-1 1,0 0,0 0,0 0,1 0,-1 0,0 0,0 0,0 0,0 0,-1 0,1 1,0-1,0 0,0 1,-1-1,1 1,0-1,-1 1,1 0,0-1,-1 1,1 0,0 0,-1 0,1 0,0 0,-2 1,-8-4,1 2,-1-1,0 2,0-1,0 2,0-1,0 1,1 1,-1 0,0 0,1 1,0 1,-1 0,1 0,1 1,-1 0,1 0,0 1,0 1,0 0,1 0,0 0,1 1,-1 0,1 0,-1 4,6-9,1 1,0-1,-1 1,1 0,0-1,1 1,-1 0,1 0,-1 0,1 0,0-1,1 1,-1 0,1 0,-1 0,1-1,1 1,-1 0,0-1,1 1,-1-1,1 0,0 1,0-1,1 0,-1 0,1 0,-1 0,1-1,0 1,3 1,-1 0,1 0,-1-1,1 0,-1 0,1 0,0-1,0 0,1 0,-1-1,0 1,0-1,1-1,-1 1,1-1,-1 0,0 0,1-1,5-1,2-3,-1-1,0 0,0-1,-1 0,0-1,0-1,-1 0,0 0,-1-1,0 0,0-1,-1 0,0-1,-1 1,0-2,-7 11,-1 1,0 0,0 1,0-1,0 0,0 1,0-1,1 0,-1 1,0-1,0 1,0-1,1 0,-1 1,0-1,1 1,-1-1,0 1,1-1,-1 0,1 1,-1 0,1-1,-1 1,1-1,0 1,-1 0,1-1,-1 1,1 0,0 0,-1-1,1 1,0 0,-1 0,1 0,0 0,-1 0,1 0,0 0,-1 0,1 0,0 0,-1 0,1 0,-1 1,1-1,0 0,-1 0,1 1,-1-1,1 0,0 1,-1-1,1 1,-1-1,1 1,-1-1,6 60,-6-54,-1 0,1 0,0 0,1 0,-1 0,1 1,0-1,1 0,0-1,0 1,0 0,0 0,1-1,0 1,0-1,1 0,-1 0,1 0,0 0,0-1,4 3,-5-5,-1-1,1 1,0-1,0 1,0-1,0 0,0 0,0 0,0-1,1 1,-1-1,0 0,0 0,0 0,0 0,1 0,-1-1,0 1,0-1,0 0,0 0,0 0,0-1,0 1,0-1,-1 1,1-1,0 0,-1 0,1 0,-1 0,0 0,1-2,5-4,-1 0,-1-1,1 0,-1 0,-1-1,0 1,0-1,-1 0,1-4,33-147,-38 160,1-1,-1 0,1 1,0-1,0 1,-1-1,1 1,0 0,0-1,1 1,-1 0,0 0,0-1,1 1,-1 0,0 0,1 0,-1 1,1-1,-1 0,1 1,0-1,-1 1,1-1,0 1,-1 0,1-1,0 1,-1 0,1 0,0 0,0 1,-1-1,1 0,0 1,-1-1,1 1,-1-1,1 1,0 0,-1-1,1 2,62 44,-60-43,3 2,0 1,-1 0,0 1,0-1,0 1,-1 0,0 1,-1-1,1 1,-1 0,-1 0,0 0,0 0,0 1,-1-1,0 1,-1 0,0 0,0-1,-1 1,0 0,-1 1,-2 17,2-23,-1 0,1 0,0 1,0-1,1 1,-1-1,1 0,0 1,0-1,1 1,-1-1,1 0,0 1,0-1,0 0,1 0,0 0,-1 0,1 0,1 0,-1 0,1 0,-1-1,1 1,0-1,0 0,0 0,1 0,-1 0,2 0,10 1,0 0,0-1,0 0,0-1,0-1,1-1,-1 0,0-1,0 0,1-1,-1-1,0-1,-1 0,5-2,88-31,-64 18</inkml:trace>
  <inkml:trace contextRef="#ctx0" brushRef="#br1" timeOffset="82580.67">13655 14104,'-2'-4,"-1"0,1 1,-1-1,0 1,0 0,0 0,0 0,0 0,-1 0,1 1,-1-1,0 1,0 0,0 0,0 1,0-1,0 1,0 0,0 0,-1 0,1 1,0-1,-1 1,1 0,-1 0,1 1,0-1,-1 1,1 0,0 0,0 0,0 1,0 0,0-1,0 1,-2 2,2-2,0 1,0-1,0 1,1 0,-1 0,1 0,0 1,0-1,0 1,0-1,1 1,0 0,-1 0,1 0,1 1,-1-1,1 0,-1 1,1-1,0 1,1-1,-1 1,1-1,0 1,0 0,1-1,-1 1,1-1,0 1,0-1,0 1,1-1,-1 0,1 0,0 0,1 0,-1 0,1 0,-1 0,1-1,0 1,2 0,1 0,-1-1,1-1,0 1,0-1,0 0,0 0,0-1,0 0,1 0,-1 0,0-1,0 0,1 0,-1-1,0 0,1 0,-1 0,0-1,0 0,0 0,0 0,0-1,-1 0,1 0,-1 0,0-1,0 0,0 0,0 0,0 0,-1-1,0 0,0 0,-1 0,1 0,-1-1,0 1,1-5,3-13,-1-1,-1 1,-1-1,-1 0,-1 0,-1 0,-2 0,0-1,-2-5,1 3,-6-264,19 213,-12 78,1 0,0 1,0-1,0 1,0-1,0 0,0 1,0-1,0 1,0-1,0 1,0-1,0 0,0 1,0-1,0 1,0-1,0 0,0 1,1-1,-1 1,0-1,0 0,1 1,-1-1,0 0,0 1,1-1,-1 0,0 1,1-1,-1 0,0 0,1 0,-1 1,0-1,1 0,-1 0,1 0,-1 0,0 0,1 1,-1-1,1 0,-1 0,1 0,-1 0,0 0,1-1,-1 1,1 0,-1 0,0 0,1 0,-1 0,1 0,-1-1,0 1,1 0,-1 0,0-1,1 1,-1 0,0 0,1-1,-1 1,0-1,8 33,-3 0,0 1,-3-1,0 1,-3 18,2-30,-3 71,0-55,1 0,2 0,2 1,1-1,3 6,-5-34,1 0,0 1,0-1,1 0,0-1,0 1,1-1,0 0,1 0,0 0,0-1,0 0,1 0,0 0,1-1,-1 0,1-1,0 1,1-2,-1 1,7 2,67 13,1-12</inkml:trace>
  <inkml:trace contextRef="#ctx0" brushRef="#br2" timeOffset="144134.414">6008 11698,'-12'252,"11"793,-23-702,23-336,2 43,-1-49,1 0,-1 0,0 0,1 0,-1 0,1 0,-1 0,1 0,-1 0,1 0,0 0,-1 0,1 0,0-1,0 1,-1 0,1-1,0 1,0 0,0-1,0 1,0-1,0 1,0-1,0 0,0 1,0-1,0 0,0 0,1 0,-1 0,0 0,0 0,0 0,0 0,0 0,0 0,0-1,0 1,1-1,151-56,-102 42,0 2,0 3,1 2,1 2,-1 2,33 3,-80 1,130 0,92-14,-64-6,6-2,1 8,115 6,-199 11,86 4,0-8,-1-7,82-7,-105 8,88-17,-161 12,17-4,0 4,65 2,288 12,-221 11,16-5,-234-7,1 1,0-1,-1-1,1 1,0-1,0 0,0-1,-1 1,1-1,0-1,-1 1,1-1,-1 0,1-1,-1 0,0 0,0 0,0 0,-1-1,1 0,-1 0,0-1,0 0,0 1,3-6,4-12,-2 0,0-2,-1 1,-1-1,-1 0,-1-1,-1 0,-2 0,0 0,-2 0,0 0,-2 0,-4-23,4-7,20-676,-17 696,3-63,-5 0,-6-34,6 131,0-2,1-1,-1 1,0-1,0 1,-1-1,1 1,-1-1,1 1,-1-1,0 1,-1 0,1-1,0 1,-1 0,0 0,0 0,0 0,0 0,0 1,0-1,-1 1,1-1,-1 1,0 0,0 0,0 0,0 0,0 0,0 1,-1-1,-20 1,0 2,0 0,0 1,1 2,-14 3,-27 4,-151 9,-12-9,109-6,-1257 17,42 19,906-52,128 24,187-4,13-7,79 5,12-2</inkml:trace>
  <inkml:trace contextRef="#ctx0" brushRef="#br2" timeOffset="149968.566">8013 11577,'-93'60,"-92"99,65-50,53-54,-39 33,-53 60,-542 565,625-633,-58 80,68-85,79-116,-1 12</inkml:trace>
  <inkml:trace contextRef="#ctx0" brushRef="#br2" timeOffset="151131.966">6155 11404,'38'18,"11"9,25 13,-1 3,18 18,415 355,-360-296,-6 7,-6 6,111 141,-206-224,1-2,3-1,2-3,41 32,-30-32,-55-43,0 0,-1 0,1-1,0 1,-1 0,1 0,0 0,-1 0,0 0,1 0,-1 0,1 0,-1 1,0-1,0 0,0 0,0 0,0 0,0 0,0 0,0 0,0 1,0-1,0 0,-1 0,1 0,-1 0,1 0,-1 0,1 0,-1 0,1 0,-1 0,0 0,1-1,-1 1,0 0,0 0,0-1,0 1,-40 37,-14 5</inkml:trace>
  <inkml:trace contextRef="#ctx0" brushRef="#br2" timeOffset="158730.125">100 10214,'-3'1,"1"0,0 0,0 0,0 1,0-1,0 0,0 1,1-1,-1 1,0 0,1 0,-1-1,1 1,0 0,-1 0,1 1,0-1,0 0,0 0,1 0,-1 1,1-1,-1 0,1 1,0-1,-1 2,1-2,-16 76,3 1,4 0,4 1,3 16,1-24,3 1,3-1,4 0,14 60,-19-117,78 280,-72-271,1-1,1 0,1 0,1-1,1-1,1-1,1 0,1-1,0 0,2-2,0 0,1-2,0 0,1-1,2-1,30 18,1-3,2-3,0-2,2-2,0-3,1-3,0-2,2-3,-1-3,52 0,118-12,101-19,-83 4,12-1,113-28,-296 35,495-73,-460 77,-2-6,0-5,-1-4,45-19,-93 22,-1-2,-1-2,41-26,-80 39,-1 0,-1-1,0-1,0-1,-2-1,0 0,-1-1,0-1,-2 0,0-1,7-17,-1-7,-3-2,-2 0,-2-1,-2-1,-2 0,-2 0,-3 0,-1-1,-3-35,-1 49,-1 1,-2-1,-1 0,-1 1,-2 0,-2 1,-1-1,-1 2,-2 0,-1 0,-5-4,-91-145,-59-68,156 228,-1 1,0 1,-1 0,-2 1,1 0,-2 1,0 2,-1 0,-1 1,0 1,-1 0,0 2,-17-6,-20 4,0 1,-1 4,0 2,0 2,0 4,-1 2,-34 6,-469 17,-30 11,256-10,178-11,-113 26,-258 42,166-13,356-70,1 1,0-1,-1 2,1-1,0 1,0 0,0 0,0 1,0 1,0-1,1 1,-1 0,1 1,0-1,1 2,-1-1,1 1,0 0,0 0,1 0,0 1,0 0,-1 3,-8 120,11-94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5:03.92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155 142,'2'20,"1"0,1 1,1-2,0 1,2 0,0-1,1 0,7 11,1 6,69 139,9-4,49 63,6 8,-131-211,83 145,7-4,8-5,55 55,-130-177,2-2,2-2,2-1,1-3,48 28,-96-66,0 1,0 0,0 0,0 0,0-1,0 1,0 0,0 0,0 0,0-1,0 1,0 0,0 0,0 0,0-1,0 1,0 0,1 0,-1 0,0 0,0-1,0 1,0 0,0 0,1 0,-1 0,0 0,0 0,0 0,0-1,1 1,-1 0,0 0,0 0,0 0,1 0,-1 0,0 0,0 0,0 0,1 0,-1 0,0 0,0 0,0 0,1 0,-1 0,-13-21,11 19,-12-19</inkml:trace>
  <inkml:trace contextRef="#ctx0" brushRef="#br0" timeOffset="1013.358">35 36,'0'70,"-2"-18,2 1,3-1,2 0,2 0,4 5,25 58,-56-189,4 7,2-1,4 0,2-1,3 0,4 0,2 23,-1 45,0 1,0 0,0-1,1 1,-1 0,0-1,0 1,0 0,0-1,0 1,0 0,0-1,1 1,-1 0,0-1,0 1,0 0,1 0,-1-1,0 1,0 0,1 0,-1 0,0-1,1 1,-1 0,0 0,1 0,-1 0,0 0,1 0,-1 0,0-1,1 1,-1 0,0 0,1 0,-1 0,0 0,1 1,-1-1,0 0,1 0,-1 0,0 0,1 0,-1 0,0 0,1 1,-1-1,0 0,0 0,1 1,-1-1,0 0,0 0,1 1,-1-1,0 0,0 0,0 1,0-1,1 0,19 25,-16-19,12 12,1-1,0-1,2-1,-1 0,2-1,0-1,0-1,1-1,0-1,1-1,1 0,-1-2,1-1,0 0,12 0,-19-4,45 18,-60-19,-1 0,1 0,-1-1,0 1,1 0,-1 0,0 0,0 0,0-1,1 1,-1 0,0 0,0 0,0 0,-1 0,1 0,0-1,0 1,0 0,-1 0,1 0,0 0,-1-1,1 1,0 0,-1 0,1-1,-1 1,0 0,1-1,-1 1,1 0,-1-1,0 1,0-1,1 1,-1-1,0 1,0-1,-137 103,63-46,3 2,-60 65,82-72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5:13.9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15 277,'0'-277,"-5"315,0 9,1 1,3 0,2 0,2-1,2 1,3-1,1 0,11 33,-15-69,-1 0,2 1,-1-2,1 1,1-1,0 0,0 0,1-1,0 0,10 8,8 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5:15.7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81 673,'0'16,"4"12,5 5,4 5,5-2,2-3,0-5,-5-9,-3-8</inkml:trace>
  <inkml:trace contextRef="#ctx0" brushRef="#br0" timeOffset="853.637">1 352,'13'-3,"0"0,1 1,-1 0,1 1,0 1,-1 0,1 0,-1 2,1 0,-1 0,0 1,1 1,-1 0,-1 1,1 0,-1 1,0 0,0 1,-1 1,0-1,0 2,0 0,-1 0,-1 1,0 0,0 0,-1 1,0 0,-1 1,0 0,-1 0,0 0,-1 1,3 11,-4 0,0 1,-2-1,0 1,-2 0,-1 9,0-32,1 0,-1 0,1 0,0 0,0 0,0 0,0 0,0 0,0 0,1 0,-1 0,0 0,1 0,0 0,-1 0,1 0,0 0,0-1,0 1,0 0,0-1,1 1,-1-1,0 1,1-1,-1 1,1-1,0 0,-1 0,1 0,0 0,0 0,-1 0,1 0,0-1,0 1,2 0,3-2,1-1,0 0,0 0,-1 0,1-1,-1 0,0 0,0-1,0 0,0 0,-1-1,0 0,1 0,-2 0,1-1,-1 0,0 0,0 0,0 0,-1-1,0 0,0 0,0-2,-3 7,1-2,0 1,0-1,0 1,-1-1,1 1,-1-1,0 0,0 0,0 0,-1 0,1 0,-1 1,0-1,0 0,0-3,-1 7,1 0,0 0,-1 0,1 0,0-1,-1 1,1 0,0 0,-1 0,1 0,0 0,-1 0,1 0,0 0,-1 0,1 0,-1 0,1 0,0 0,-1 0,1 0,0 0,-1 0,1 1,0-1,-1 0,1 0,0 0,-1 1,1-1,0 0,0 0,-1 1,1-1,0 0,0 0,-1 1,1-1,0 0,0 1,0-1,0 0,-1 1,1-1,0 0,0 1,0-1,0 1,0-1,0 0,0 1,0-1,-3 5,1 1,0-1,0 1,0-1,1 1,-1-1,2 1,-1 0,0 0,1 0,0-1,0 1,1 0,0 0,0 0,0-1,1 1,-1-1,1 1,1-1,-1 0,1 1,0-1,0 0,0-1,1 1,0-1,0 1,0-1,0 0,1-1,-1 1,1-1,0 0,0 0,3 1,0-2,1 1,-1-1,1-1,0 0,-1 0,1-1,0 0,0 0,0-1,-1 0,1-1,-1 0,1 0,-1-1,1 0,-1-1,0 1,-1-1,1-1,-1 0,1 0,-1 0,-1-1,1 0,-1 0,0-1,-1 0,1 0,-1 0,-1 0,1-1,-1 0,-1 0,1 0,-1 0,1-6,9-31,-2-1,-2-1,-2 0,-2 0,-2 0,-2 0,-4-26,4 47,-2 0,-1 0,-2 0,0 1,-1-1,-2 1,-3-6,10 29,0-1,-1 1,1 0,-1 0,1 0,-1-1,0 1,0 0,0 0,0 0,0 0,-1 1,1-1,0 0,-1 0,0 1,1-1,-1 1,0 0,0-1,0 1,1 0,-2 0,1 0,0 0,0 0,0 1,0-1,0 0,-1 1,1 0,0 0,0 0,-1 0,1 0,0 0,0 0,0 0,-1 1,1 0,0-1,0 1,-1 0,-5 7,1 0,0 0,0 0,1 1,1-1,-1 1,1 1,1-1,0 1,0 0,1 0,0 0,0 1,0 8,3-17,-7 28,2 2,1-1,1 1,2-1,1 1,1 0,2-1,2 0,0 1,2-2,2 1,0-1,2 0,1-1,2 0,1-1,1-1,1 0,1-1,6 4,-15-20,0 0,0-1,1 0,0-1,1 0,0 0,0-1,1-1,-1 0,-6-4,0 1,0-2,0 1,1-1,-1 1,0-2,0 1,1 0,-1-1,0 0,1 0,-1-1,0 1,1-1,-1-1,0 1,0-1,0 1,0-1,0-1,0 1,-1-1,2 0,5-7,-1-1,0 1,-1-1,0-1,-1 0,0 0,0-1,-2 1,1-2,-2 1,0-1,-1 0,0 0,-1 0,0 0,0-10,-3-17,0 40,0 0,0 0,0 0,0 1,0-1,0 0,0 0,0 0,0 1,-1-1,1 0,0 0,-1 1,1-1,0 0,-1 1,1-1,-1 0,1 1,-1-1,0 1,1-1,-1 1,0-1,1 1,-1-1,0 1,1-1,-1 1,0 0,0 0,1-1,-1 1,0 0,0 0,0 0,1 0,-1 0,0 0,0 0,0 0,1 0,-1 0,0 0,0 1,-5 2,1 1,-1 0,1 1,0-1,1 1,-1 0,1 0,0 0,0 1,1-1,-1 1,1 0,1 0,-1 0,1 0,0 1,0-1,1 1,0-1,0 1,0-1,1 7,1-4,0 0,1 0,0 0,1 0,0-1,0 1,1-1,-1 0,2 0,0 0,0-1,0 1,1-1,-1 0,2-1,-1 1,1-1,0-1,0 1,1-1,0 0,0-1,0 0,0 0,1-1,-1 0,1 0,3 0,27 6</inkml:trace>
  <inkml:trace contextRef="#ctx0" brushRef="#br0" timeOffset="1097.499">750 245,'25'-9,"28"-3,29 0,22 5,13 8,-15 4</inkml:trace>
  <inkml:trace contextRef="#ctx0" brushRef="#br0" timeOffset="1502.331">1538 860,'14'-24,"-1"-1,-2 0,0-1,-1 0,-2 0,-1-1,-1 0,-1 0,-1-1,-1 1,-2-24,-16-7,14 57,1-1,0 1,-1 0,1 0,-1 0,1 0,-1-1,0 1,0 0,1 0,-1 0,0 1,0-1,0 0,0 0,0 0,0 1,0-1,0 0,0 1,-1-1,1 1,0-1,0 1,0 0,-1 0,1-1,0 1,0 0,-1 0,1 0,0 0,0 0,-1 1,1-1,0 0,0 0,-1 1,1-1,0 1,0-1,0 1,0 0,-1 0,1-1,0 1,0 0,0-1,0 1,0 0,0 0,0-1,0 1,0 0,1 0,-1 0,0 0,0 0,1 0,-1 0,1 0,-1 0,1 1,0-1,-1 0,1 0,0 0,0 0,0 1,0-1,0 0,0 0,0 0,0 1,0-1,0 0,1 0,-1 0,0 1,1-1,-1 0,1 0,0 0,-1 0,1 0,0 0,-1 0,1 0,0 0,0-1,47 32,206 27,-252-59,0 1,1-1,-1 1,0-1,0 1,0-1,1 1,-1 0,0 0,0 0,0 1,0-1,-1 0,1 1,0-1,0 1,-1-1,1 1,-1 0,0 0,1 0,-1 0,0 0,0 0,0 0,0 0,-1 0,1 0,0 1,-1-1,0 0,1 0,-1 1,0-1,0 0,-1 1,1-1,0 0,-1 1,-3 7,3-9,0 0,0 0,0 0,1 0,-1 1,0-1,1 0,-1 0,1 1,-1-1,1 0,0 1,-1-1,1 0,0 1,0-1,0 1,0-1,0 0,0 1,1-1,-1 0,0 1,1-1,-1 0,1 1,-1-1,1 0,0 0,-1 1,1-1,0 0,0 0,0 0,0 0,1 0,17 6,4-3</inkml:trace>
  <inkml:trace contextRef="#ctx0" brushRef="#br0" timeOffset="2198.443">2113 458,'14'-3,"0"0,1 0,-1 2,0 0,1 0,-1 1,1 1,-1 1,1 0,-1 0,0 2,0 0,0 0,0 1,8 6,-17-8,0 1,-1 1,1-1,-1 1,0 0,-1 0,1 0,-1 0,0 1,0-1,-1 1,0-1,0 1,0 0,0 0,-1 0,0 0,-1 1,1 4,-1 6,0 0,-1 0,-1 0,-1 0,0-1,-5 12,-122 310,127-330,1 0,0 0,0-1,1 2,0-1,0 0,1 0,-1 0,2 0,0 1,0-1,0 0,1 0,0 0,0 0,1-1,0 1,1-1,-1 0,2 1,-1-1,1-1,0 1,0-1,0 0,1 0,0-1,1 1,-1-1,1-1,0 1,0-1,-4-2,1 0,-1 0,1-1,0 1,0-1,0 0,-1 0,1 0,0-1,0 1,0-1,0 0,0 0,1 0,-1-1,0 1,-1-1,1 0,0 0,0-1,0 1,-1-1,1 0,0 1,-1-2,0 1,1 0,-1-1,0 1,0-1,-1 0,1 0,0 0,-1-1,0 1,1-1,0-10,0 0,0 0,-2 0,0 0,0 0,-1 0,-1 0,0 0,-1 0,-1 0,0 0,-1 0,0 1,-1 0,-1 0,0 0,-3-5,-9-16,-2 0,-1 1,-2 2,-1 0,-2 1,0 1,-3 1,-5-14,34 41,0 0,0 0,0 0,0 0,1 0,-1 0,1 0,-1 0,1 0,-1 0,1 0,-1 0,1 0,0 1,-1-1,1 0,0 0,0 1,0-1,0 0,-1 1,1-1,0 1,0-1,0 1,0-1,0 1,0 0,0 0,1-1,-1 1,0 0,0 0,0 0,0 0,166-22,-129 19,93-4,-129 6,0 1,-1 0,1 0,0 0,0 0,-1 0,1 0,0 0,-1 0,1 1,0-1,-1 1,1-1,0 1,-1 0,1 0,-1-1,0 1,1 0,-1 0,0 1,1-1,-1 0,0 0,0 1,0-1,0 0,0 1,0-1,0 1,-1-1,1 1,0 0,-1-1,0 1,1 0,-1-1,0 1,0 0,0-1,0 1,0 0,1 27,-2-18,1 1,1 0,0-1,0 1,1 0,1-1,0 0,0 0,6 11,-8-20,0 1,1-1,-1 0,1 0,0 0,0-1,0 1,0 0,0-1,0 1,0-1,0 1,0-1,1 0,-1 0,1 0,-1-1,1 1,-1 0,1-1,1 1,13-1</inkml:trace>
  <inkml:trace contextRef="#ctx0" brushRef="#br0" timeOffset="2451.767">2688 365,'5'5,"1"1</inkml:trace>
  <inkml:trace contextRef="#ctx0" brushRef="#br0" timeOffset="3001.812">3076 458,'-16'-5,"0"1,0 0,0 1,-1 1,1 1,-16 0,30 1,0 0,0 0,1 0,-1 1,0-1,0 0,0 1,1 0,-1-1,0 1,1 0,-1 0,1 0,-1 0,1 0,-1 0,1 0,0 1,0-1,-1 0,1 1,0-1,0 1,0-1,1 1,-1 0,0-1,0 1,1 0,-1-1,1 1,0 0,-1 0,1 0,0-1,0 1,0 0,0 0,1 0,-1-1,1 2,26 72,143 137,-170-212,2 2,0-1,0 1,0 0,-1-1,1 1,-1 0,1 0,-1 0,0 0,0 1,0-1,0 0,0 0,0 1,0-1,-1 1,0-1,1 0,-1 1,0-1,0 1,0-1,0 1,-1-1,1 1,-1-1,1 0,-1 1,0-1,0 0,0 1,0-1,-1 2,-5-2,0 1,0-1,0-1,0 1,0-1,-1-1,1 1,0-1,-1 0,1-1,0 0,0 0,-4-1,10 2,0 0,0 0,0 0,0 0,0 0,0 0,0 0,-1-1,1 1,0 0,0-1,0 1,0-1,0 1,0-1,1 1,-1-1,0 0,0 0,0 1,0-1,1 0,-1 0,0 0,1 0,-1 0,1 0,-1 0,1 0,-1 0,1 0,0 0,-1 0,1 0,0 0,0 0,0 0,0 0,0 0,0 0,0-1,0 1,1 0,-1 0,0 0,1 0,-1 0,0 0,1 0,5-6,0 0,0 1,1 0,0 0,0 0,1 1,-1 0,1 0,4 0,6-6,8-5,-7 3,0 2,1 0,0 1,1 1,10-3,-30 12,1 0,-1-1,0 1,1 0,-1 0,0 0,1 0,-1 0,0 0,1 1,-1-1,0 0,1 1,-1-1,0 1,0-1,1 1,-1-1,0 1,0 0,0 0,0 0,0 0,0-1,0 1,0 0,0 1,0-1,-1 0,1 0,0 0,-1 0,1 1,-1-1,1 0,-1 1,0-1,1 0,-1 1,0-1,0 0,0 1,0-1,0 0,0 1,-1-1,1 0,0 1,-1-1,7 29,-4-26,1-1,-1 1,1-1,0 1,0-1,0 0,0 0,1 0,-1-1,1 1,0-1,0 0,0 0,0 0,0 0,0-1,0 1,0-1,1 0,2 0,-4-1,0 1,-1-1,1 0,-1 0,1 0,0 0,-1 0,1 0,0-1,-1 1,1-1,-1 0,1 0,-1 0,1 0,-1 0,0-1,1 1,-1-1,0 1,0-1,0 0,0 0,-1 0,1 0,0 0,-1 0,1 0,-1 0,0-1,0 1,0-1,0 1,0-2,0-4,-1 0,0 0,0 1,-1-1,0 0,-1 0,1 0,-2 1,1-1,-1 1,0 0,0 0,-1 0,0 0,0 0,-1 1,0 0,0 0,0 0,-1 0,0 1,0 0,0 0,-1 1,1 0,-1 0,0 0,0 1,-2 0,6 1,0 1,1 0,-1 0,0 0,0 0,0 0,0 1,0-1,0 1,0 0,0 0,0 0,0 0,0 1,0-1,0 1,0-1,0 1,0 0,0 1,0-1,1 0,-1 1,0-1,1 1,0 0,-1 0,1 0,0 0,0 0,0 1,0-1,0 0,0 1,1 0,0-1,-1 1,1 0,0 0,0 0,0 0,0 0,1 2,-1-1,1 0,0 1,0-1,1 0,-1 0,1 1,0-1,0 0,0 0,1 0,-1 0,1 0,0 0,0 0,1-1,-1 1,1-1,-1 1,1-1,0 0,1 0,-1 0,0-1,1 1,0-1,21 14</inkml:trace>
  <inkml:trace contextRef="#ctx0" brushRef="#br0" timeOffset="3245.777">3463 178,'-14'-2,"-8"-1,-4 2,4 6,6 10,15 7,15 11,14 10,4-2</inkml:trace>
  <inkml:trace contextRef="#ctx0" brushRef="#br0" timeOffset="3413.327">3610 752,'21'7,"13"2,6 0,-5-2</inkml:trace>
  <inkml:trace contextRef="#ctx0" brushRef="#br0" timeOffset="3952.886">1979 739,'0'12,"3"7,2 9,5 3,6-1,4-4,0-6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5:15.36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0 829,'1'2,"-1"-1,0 0,1 1,-1-1,1 0,0 0,-1 0,1 1,0-1,0 0,0 0,0 0,0 0,0 0,0-1,0 1,0 0,0 0,0-1,0 1,1 0,-1-1,0 1,1-1,-1 0,0 1,1-1,-1 0,0 0,1 0,-1 0,0 0,1 0,-1 0,0-1,1 1,-1 0,0-1,1 1,-1-1,0 1,1-2,18-2,0 0,0-2,0 0,-1-2,0 0,-1-1,0-1,0 0,-1-1,-1-1,0-1,0-1,-1 0,-1 0,2-4,13-30,-28 47,-1 0,1 0,0 0,-1 0,0-1,1 1,-1 0,1 0,-1 0,0-1,0 1,0 0,0 0,0 0,0-1,0 1,0 0,0 0,-1-1,1 1,0 0,-1 0,1 0,-1 0,1 0,-1 0,0 0,1 0,-1 0,0 0,0 0,0 0,1 0,-1 0,0 1,0-1,0 0,0 1,-1-1,1 1,0-1,-5 1,0 0,0 0,0 1,0 0,0 0,0 0,1 1,-1 0,0 0,1 0,0 1,-1 0,1 0,0 0,1 1,-1-1,0 1,1 0,0 1,0-1,0 1,1 0,-1-1,1 2,0-1,-2 5,3-5,0-1,0 1,1 0,-1-1,1 1,0 0,1 0,-1 0,1 0,0 0,0 0,0 0,1-1,0 1,0 0,0 0,0 0,1-1,0 1,0-1,0 1,0-1,1 0,0 0,-1 0,2 0,-1 0,0-1,1 1,0-1,-1 0,1 0,0 0,1-1,-1 0,1 1,3 2,1-1,-1 1,1-2,0 1,1-1,-1 0,0-1,1 0,0-1,-1 0,1 0,0-1,0 0,-1-1,1 0,0-1,-1 0,1 0,-1-1,0 0,0-1,0 0,0 0,-1-1,0 0,1 0,-2-1,1 0,-1-1,0 0,0 0,-1 0,1-1,13-36,-19 39,0 0,0 1,1-1,0 0,0 1,1-1,-1 1,1 0,0 0,0 0,0 0,0 0,1 0,0 1,-1 0,1 0,0 0,1 0,1-1,-4 4,1 0,-1 0,0-1,1 1,-1 1,0-1,1 0,-1 0,0 1,1-1,-1 1,0 0,0 0,0 0,0 0,0 0,0 0,0 1,0-1,0 0,0 1,-1 0,1-1,-1 1,1 0,-1 0,0 0,1 0,-1 0,0 0,26 68,-27-64,1 1,-1 0,0 0,0 0,-1 0,0 0,0 0,0 0,-1 0,0 0,-1-1,1 1,-1-1,-1 0,1 0,-1 0,0 0,0-1,-1 1,0-1,0 0,0 0,0-1,-1 0,1 0,-3 1,-9 4,17-9,0 0,1-1,-1 1,0 0,0 0,1 0,-1 0,0 0,0-1,0 1,1 0,-1 0,0 0,0-1,0 1,0 0,1 0,-1 0,0-1,0 1,0 0,0 0,0-1,0 1,0 0,0 0,0-1,0 1,0 0,0-1,0 1,0 0,0 0,0-1,0 1,0 0,0 0,0-1,0 1,-1 0,1 0,0-1,0 1,0 0,0 0,-1 0,1 0,0-1,0 1,0 0,-1 0,1 0,0 0,0-1,-1 1,1 0,0 0,0 0,-1 0,137-129,-107 104,-2-1,-1-1,-1-1,-1-1,-1-1,-2-1,-2-1,0 0,-2-2,-2 0,5-18,-13 27,0 1,-2-2,-1 1,-2 0,0-1,-1 1,-2-1,0 1,-2-1,-1 1,-1 0,-6-16,-21-11,31 51,0 0,0 0,-1 0,1 0,0 0,0 0,-1 1,1-1,-1 0,1 1,0-1,-1 1,1 0,-1-1,1 1,-1 0,1 0,-1 0,0 0,1 0,-1 0,1 1,-1-1,1 0,0 1,-1-1,1 1,-1 0,1-1,0 1,-1 0,1 0,0 0,0 0,0 0,0 0,-1 1,-4 7,0 1,0-1,1 2,0-1,1 0,0 1,1 0,0 0,0 0,1 1,1-1,0 0,1 1,0-1,0 0,1 1,2 6,8 47,3-1,3 0,3-1,2 0,3-2,21 34,-38-75,4 8,1 0,2-1,0-1,2 0,9 10,-25-34,1 1,0-1,0 0,0 0,0 1,0-2,0 1,1 0,-1 0,1-1,-1 1,1-1,0 0,0 0,-1 0,1 0,0 0,0-1,0 1,0-1,0 0,0 0,0 0,0 0,-1 0,1-1,0 1,0-1,0 0,0 0,-1 0,1 0,0-1,-1 1,2-1,10-10,0-1,0-1,-2 0,1-1,-2 0,0-1,-1 0,0-1,-2 0,0 0,-1-1,0 0,-2 0,0 0,1-12,1 117,-6-79,0-1,1 1,0 0,0-1,0 0,1 0,0 0,1 0,0 0,0 0,0-1,1 0,0 0,0 0,0 0,1-1,0 0,0 0,0-1,0 0,1 0,0 0,0-1,0 0,0 0,0 0,1-1,-1 0,1-1,0 0,-1 0,1-1,0 0,0 0,0 0,22-7</inkml:trace>
  <inkml:trace contextRef="#ctx0" brushRef="#br0" timeOffset="189.042">869 254,'-18'0,"-8"0,2 0,17 3,25 2,35 3,38 3,35 1,31-1,19-1,-19-1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5:12.5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397 186,'-5'-6,"-1"1,0-1,0 1,0 0,0 1,-1 0,0 0,0 0,0 1,0-1,-1 2,1-1,-1 1,0 1,1-1,-1 1,0 0,0 1,0 0,0 0,0 1,-1 0,-7 1,1 1,-1 1,1 0,0 2,0-1,0 2,1-1,-1 2,2 0,-7 6,13-10,1 1,1 0,-1 0,1 0,0 1,0 0,0 0,1 0,0 0,0 1,3-4,0-1,0 0,0 1,0-1,1 1,-1-1,1 1,-1-1,1 1,0-1,0 1,0-1,0 1,1-1,-1 1,1-1,0 1,-1-1,1 1,0-1,0 0,0 1,1-1,-1 0,1 0,-1 0,1 0,0 0,-1 0,1-1,0 1,12 8,1-1,0-1,0 0,1 0,0-2,0 0,1-1,-1-1,13 2,-11-2,25 7,-20-7,-1 1,1 1,-1 2,0 0,0 1,-1 1,-1 1,3 2,-20-11,0-1,-1 1,1 0,0 0,-1 0,0 0,1 1,-1-1,0 1,0-1,0 1,-1 0,1 0,-1 0,1 0,-1 0,0 0,0 0,0 0,-1 0,1 0,-1 1,1-1,-1 0,0 0,-1 1,1-1,0 0,-1 0,0 1,0-1,0 0,0 0,0 0,-1 0,1 0,-1-1,0 1,0 0,-1 1,-8 4,0 0,-1-1,0 0,-1-1,1 0,-1-1,0-1,0 0,-1 0,1-1,-1-1,0-1,1 0,-1 0,0-1,0-1,-13-3,-10-5,36 9,0 0,1-1,-1 1,0 0,1-1,-1 1,0 0,1-1,-1 1,1 0,-1-1,0 1,1-1,-1 1,1-1,-1 0,1 1,0-1,-1 1,1-1,0 0,-1 1,1-1,0 0,0 0,-1 1,1-1,0 0,0 1,0-1,0 0,0 0,0 1,0-1,0 0,0 0,1 1,-1-1,0 0,0 1,1-1,-1 0,0 1,1-2,8-9</inkml:trace>
  <inkml:trace contextRef="#ctx0" brushRef="#br0" timeOffset="570.474">758 280,'-8'31,"2"0,1 0,2 0,1 0,1 1,2-1,3 25,0 34,-5-65,1-25,-1 0,1-1,0 1,0 0,0 0,0-1,0 1,0 0,0 0,-1-1,1 1,0 0,0 0,0 0,-1-1,1 1,0 0,0 0,-1 0,1 0,0-1,0 1,-1 0,1 0,0 0,0 0,-1 0,1 0,0 0,0 0,-1 0,1 0,0 0,-1 0,1 0,0 0,0 0,-1 0,1 0,0 0,-1 0,1 1,0-1,0 0,-1 0,1 0,0 0,0 1,0-1,-1 0,1 0,0 0,0 1,0-1,0 0,-1 0,-6-20,0 0,1-1,1 0,0 0,0-21,0 9,5 33,-8-42,2-1,2 1,2-1,3-42,-1 80,1 1,-1-1,1 0,0 1,0-1,1 0,-1 1,1 0,0-1,0 1,1 0,-1 0,1 0,0 0,0 0,0 1,0-1,1 1,-1 0,1 0,0 0,0 1,0-1,0 1,1 0,-1 0,1 1,-1-1,1 1,-1 0,1 0,0 0,4 1,9-1,0 1,0 2,1-1,-1 2,-1 1,1 0,0 1,-1 1,0 0,0 1,-1 1,0 1,0 0,14 12,-26-19,0 1,1-1,-1 1,0 0,0 0,-1 1,1-1,-1 1,1-1,-1 1,0 0,-1 1,1-1,-1 0,0 1,0-1,0 1,0 0,-1-1,0 1,0 0,0 0,-1 0,1 0,-1 0,-1 0,1 0,-1 0,1 0,-1 0,-1 0,1-1,-1 1,0 0,0-1,0 1,-1 0,-13 9,0-2,-1 0,0 0,-1-2,0 0,-1-1,0-1,-1-1,1 0,-1-2,-1 0,0-1,-79 25,99-28,1 0,0 0,-1 0,1 0,0 0,-1 0,1 0,0 0,0 0,0 0,0 0,0 0,0 0,0 0,0 0,1 0,-1 0,0 0,0 0,1-1,-1 1,1 0,-1 0,1 0,-1 0,1 0,-1-1,1 1,0 0,-1-1,1 1,0 0,0-1,0 1,-1-1,1 1,0-1,0 1,0-1,0 0,0 0,0 1,0-1,0 0,0 0,0 0,0 0,0 0,0 0,0 0,38 15,0-2,1-2,1-1,0-2,0-2,23-1,164 2,-168-13</inkml:trace>
  <inkml:trace contextRef="#ctx0" brushRef="#br0" timeOffset="821.8">1614 227,'27'0,"25"0,20 0,13 0,3 0,-5 0,-18 0</inkml:trace>
  <inkml:trace contextRef="#ctx0" brushRef="#br0" timeOffset="1076.647">1773 440,'16'0,"19"0,20 0,15 0,15-2,7-1,1-2,-7-1,-17 2</inkml:trace>
  <inkml:trace contextRef="#ctx0" brushRef="#br0" timeOffset="1320.993">2550 347,'47'-202,"-14"82,-28 96,-5 24,-1 0,1 0,0 1,0-1,0 0,0 0,-1 0,1 0,0 0,0 0,0 0,-1 1,1-1,0 0,0 0,-1 0,1 0,0 0,0 0,0 0,-1 0,1 0,0 0,0 0,-1 0,1 0,0-1,0 1,0 0,-1 0,-8 29,1 0,2 1,0 0,2 0,2 0,0 1,2 0,-1-10,1-1,1 1,1-1,1 1,1-1,0 0,2 0,0-1,1 1,5 7,9 12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5:47.14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325 42,'-12'-5,"5"0,-1 0,0 1,0 0,0 1,0 0,0 0,0 0,-1 1,0 0,1 1,-1 0,0 1,0-1,1 2,-1-1,0 1,1 0,-1 1,0 0,1 1,0 0,-1 0,1 0,1 1,-5 2,4 2,-1 1,1-1,1 1,-1 1,1-1,1 1,0 0,1 1,-1-1,2 1,0 0,0 1,1-1,0 0,1 1,1 0,-1 4,3-11,1 0,0-1,0 1,0-1,0 0,1 0,0 0,-1 0,2 0,-1 0,0-1,1 1,-1-1,1 0,0 0,0-1,0 1,1-1,-1 0,0 0,1 0,0 0,-1-1,1 0,0 0,-1 0,1-1,0 0,4 0,6 4,14 3,-17-6,0 1,0 0,0 1,0 1,0 0,0 0,-1 2,0-1,0 1,-1 1,1-1,-1 2,-1 0,1 0,1 3,-9-8,0 0,0 0,-1 0,1 1,-1-1,0 0,0 1,0-1,0 0,0 1,-1-1,1 1,-1 0,0-1,-1 1,1-1,0 1,-1-1,0 1,0-1,0 1,0-1,0 0,-1 0,0 1,1-1,-1 0,0-1,0 1,-1 0,1 0,-1-1,-1 2,-3 2,0 0,0 0,-1-1,0 0,0 0,0-1,-1 0,1 0,-1-1,0 0,0-1,-4 1,9-2,0 0,0 0,0 0,0 0,0-1,0 0,-1 0,1 0,0 0,0-1,0 1,0-1,0 0,0 0,0-1,0 1,0-1,0 0,1 0,-1 0,1 0,-1-1,1 1,0-1,0 0,0 0,0-1,2 1,1 1,0 0,0-1,0 1,0-1,1 1,-1 0,1-1,-1 1,1 0,0 0,0-1,0 1,0 0,0 0,0 0,1 0,-1 0,1 0,-1 0,1 1,0-1,0 1,-1-1,1 1,0-1,1 1,-1 0,23-18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5:47.7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 87,'-10'50,"2"1,2 0,3 0,2 0,2 0,3 6,11 20,-9-91,-13-356,7 359,1 0,1-1,0 1,1 0,0 0,0 1,1-1,2-3,-5 12,0-1,1 1,-1-1,1 1,-1 0,1 0,0 0,0-1,0 2,0-1,1 0,-1 0,0 1,1-1,-1 1,1 0,-1 0,1 0,0 0,-1 0,1 0,0 1,0-1,-1 1,1 0,0 0,0 0,0 0,0 0,-1 1,1-1,0 1,0 0,-1 0,2 0,12 7,1 1,-2 0,1 1,-1 1,-1 0,0 1,0 0,-1 1,-1 1,0 0,2 5,-11-17,-1 1,0-1,1 1,-1-1,0 1,0 0,-1 0,1 0,-1 0,1 0,-1 0,0 0,0 0,0 1,-1-1,1 0,-1 1,1-1,-1 0,0 1,-1-1,1 0,0 1,-1-1,0 0,0 0,0 1,0-1,-1 0,1 0,-1 0,1 0,-1-1,0 1,0 0,-1-1,1 1,-2 1,-9 5,0 0,0-1,-1-1,0 0,0-1,-1 0,-12 3,-19 8,44-17,1 0,-1 1,1-1,0 0,0 1,-1 0,1-1,0 1,0 0,0-1,-1 1,1 0,0 0,0 0,0 0,0 0,1 0,-1 0,0 1,0-1,1 0,-1 0,1 0,-1 1,1-1,-1 0,1 1,0-1,0 1,-1-1,1 0,0 1,0-1,1 1,-1-1,0 0,0 1,1-1,-1 0,0 1,1-1,0 0,-1 0,1 1,0-1,-1 0,1 0,0 0,0 0,0 0,0 0,0 0,0 0,0 0,1 0,11 6,1 0,0 0,0-1,0-1,0 0,1-1,0-1,0 0,0-1,15 0,29 3,0-2,0-3,43-5,-46-1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5:47.96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0,'3'0,"6"3,13 2,12 1,13 0,9-2,4 1,-1-1,-6 2,-12-1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5:48.2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27,'11'7,"16"0,16-4,17-4,14-4,11-4,3-1,0 0,-16 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5:48.9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1 432,'40'-426,"-39"421,-1 27,0-16,0 414,0-410,-1 1,2 1,-1 0,1 0,1 0,0-1,1 1,0-1,4 8,4 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5:49.2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0 382,'1'-379,"-1"379,0 0,1 0,-1 1,0-1,1 0,-1 0,0 1,1-1,-1 0,1 0,-1 0,0 0,1 0,-1 1,1-1,-1 0,0 0,1 0,-1 0,1 0,-1 0,1-1,-1 1,0 0,1 0,-1 0,1 0,-1 0,0-1,1 1,-1 0,0 0,1-1,-1 1,0 0,1 0,-1-1,0 1,1 0,-1-1,0 1,0-1,12 36,-3 0,0 1,-3 0,-1 0,-1 0,-2 24,-2-55,9 276,-7-234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5:51.8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1 268,'16'2,"14"1,14 0,8-3,4-1,2-1,-2 2,-6 2,-9 2,-12 0</inkml:trace>
  <inkml:trace contextRef="#ctx0" brushRef="#br0" timeOffset="257.31">54 442,'18'2,"18"1,13 0,11-1,6 0,3-1,-1-3,-3-3,-12-1</inkml:trace>
  <inkml:trace contextRef="#ctx0" brushRef="#br0" timeOffset="502.727">483 0,'-29'3,"30"-3,-1 0,0 0,1 0,-1 0,0 0,1 0,-1 0,0 0,0 0,1 0,-1 0,0 0,1 0,-1 1,0-1,0 0,1 0,-1 0,0 0,0 1,1-1,-1 0,0 0,0 1,1-1,-1 0,0 0,0 1,0-1,0 0,0 0,0 1,1-1,-1 0,0 1,0-1,0 0,0 1,0-1,0 0,0 1,0-1,0 0,0 1,0-1,-1 0,1 0,0 1,0-1,0 0,0 1,0-1,-1 0,1 0,0 1,0-1,0 0,-1 0,1 0,0 1,0-1,-1 0,1 0,0 0,0 0,-1 1,125 36,-94-31,31 7,10 2,-1 2,-1 3,5 5,-61-20,0 1,-1 0,1 1,-1 0,0 1,-1 0,6 6,-14-11,0 0,0 1,0-1,0 1,0 0,-1 0,1 0,-1 0,0 0,-1 0,1 0,-1 1,1-1,-1 1,0-1,-1 1,1-1,-1 1,0-1,0 1,-1 0,1-1,-1 1,-1 2,-5 10,-1 1,0-1,-2-1,0 0,-1 0,0-1,-1 0,-1-1,0 0,-1-1,-1-1,-1 1,10-8,-233 189,181-151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5:53.9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41 841,'10'4,"1"-1,-1 0,1-1,0 0,-1 0,1-1,0 0,0-1,0 0,0-1,0-1,0 1,-1-2,1 1,0-1,-1-1,0 0,0-1,0 1,-1-2,1 0,-1 0,-1 0,1-1,3-4,-11 10,0-1,0 1,0-1,1 1,-1-1,-1 1,1-1,0 0,0 0,-1 1,1-1,-1 0,1 0,-1 0,0 0,1 0,-1 0,0 1,-1-1,1 0,0 0,0 0,-1 0,1 0,-1 0,0 1,1-1,-1 0,0 1,0-1,0 0,0 1,0-1,-1 1,1-1,0 1,-1 0,1 0,-1-1,1 1,-1 0,0 0,1 1,-1-1,0 0,0 0,1 1,-1-1,0 1,0 0,-4-2,-1 1,1 0,0 1,0 0,0 0,0 0,0 0,0 1,-1 0,1 1,0-1,1 1,-1 0,0 0,1 1,-1 0,1 0,-1 0,1 1,1-1,-1 1,0 1,1-1,0 0,0 1,0 0,0 0,1 0,0 1,0-1,-1 3,1-2,0 0,0-1,1 1,-1 1,1-1,1 0,-1 0,1 1,0-1,0 1,1-1,0 1,0-1,1 1,0-1,0 1,0-1,1 1,0-1,0 0,0 0,1 0,0 0,0-1,1 1,-1-1,1 1,0-1,5 4,2-2,0 0,0-1,0-1,1 1,0-2,1 0,-1 0,1-1,-1 0,1-1,0-1,0 0,0-1,-1 0,1-1,0-1,0 0,0 0,-1-1,0-1,1 0,-1-1,0 0,-1-1,0 0,0 0,0-2,0 1,-1-1,0-1,6-7,1-1,-2 0,-1-1,0-1,-1 0,-1-1,-1 0,0-1,-2 0,0-1,-2 0,0 0,-2 0,0-1,-1-1,6-59,-3-1,-3 0,-6-38,2 114,-6-120,6 127,-1 1,1 0,0 0,-1 0,1 0,0 0,-1 0,1-1,0 1,-1 0,1 0,-1 0,1 0,0 0,-1 1,1-1,0 0,-1 0,1 0,-1 0,1 0,0 0,-1 1,1-1,0 0,0 0,-1 0,1 1,0-1,-1 0,1 0,0 1,0-1,-1 0,1 1,0-1,0 0,0 1,0-1,0 0,-1 1,1-1,0 1,0-1,0 0,0 1,0-1,0 0,0 1,0-1,0 1,0-1,0 0,1 1,-1-1,0 0,0 1,0-1,0 0,0 1,1-1,-1 0,0 1,0-1,1 0,-1 0,0 1,-12 79,3 0,4 0,4 35,0-70,2 1,2-1,2 0,2-1,2 0,2 0,5 10,-14-47,0-1,1 1,-1 0,1-1,1 1,-1-1,1 0,0 0,0 0,1-1,-1 1,1-1,1 0,-1-1,1 1,4 2,3-4</inkml:trace>
  <inkml:trace contextRef="#ctx0" brushRef="#br0" timeOffset="251.871">255 493,'21'-4,"29"-5,31-2,29-2,21 2,11 4,-19 4</inkml:trace>
  <inkml:trace contextRef="#ctx0" brushRef="#br0" timeOffset="1380.928">1404 748,'-65'-9,"20"2,1 3,-1 1,-38 3,78 0,1 0,-1 1,0 0,0 0,1 0,-1 0,0 1,1 0,0 0,-1 0,1 1,0-1,0 1,0 0,1 0,-1 0,1 1,-1-1,1 1,0 0,0 0,1 0,-1 0,1 0,0 1,0-1,1 1,-1-1,1 1,0 0,0-1,1 1,-1 0,1 0,0 0,0-1,0 0,1 0,0 1,0-1,0 0,0 0,0 0,1 0,0 0,0 0,0 0,0-1,1 1,-1-1,1 0,0 1,0-1,0 0,0-1,1 1,-1 0,1-1,0 0,0 0,-1 0,1-1,0 1,0-1,1 0,-1 0,0 0,0 0,1-1,-1 0,0 0,0 0,1 0,-1-1,0 0,0 1,1-2,1 0,7-3,0-2,-1 0,0 0,0-1,-1 0,0-1,0 0,-1-1,-1 0,1-1,-2 0,1 0,-2-1,1 0,-2 0,1-1,-2 0,0 0,0 0,1-10,3-1,-9 24,0 0,1 1,-1-1,0 0,0 0,0 1,0-1,0 0,0 0,0 1,0-1,1 0,-1 0,0 0,0 1,0-1,1 0,-1 0,0 0,0 0,0 1,1-1,-1 0,0 0,0 0,1 0,-1 0,0 0,0 0,1 0,-1 0,0 0,0 0,1 0,-1 0,0 0,1 0,-1 0,0 0,0 0,1 0,-1 0,0 0,3 67,-5-55,1 0,1-1,0 1,0 0,2 0,-1 0,1 0,1 0,0-1,1 1,0-1,0 0,2 0,-1-1,1 1,1-1,0-1,0 1,1-1,2 2,-6-8,0 0,0 0,1-1,-1 0,0 0,1 0,-1 0,1-1,0 0,0 0,-1 0,1 0,0-1,0 0,0 0,0 0,-1-1,1 1,0-1,0 0,-1-1,1 1,0-1,-1 0,0 0,1 0,3-3,-1 0,1 0,-1 0,0-1,-1 0,1-1,-1 1,0-1,-1 0,0-1,0 1,0-1,2-8,1-4,-2-1,0 0,-1-1,-1 1,-1-1,-1 0,-1 0,-1 1,-2-12,-3 102,3 623,12-420,-48-526,-19-178,53 388,1 12,0 0,2 1,2-1,3-20,-4 49,0 0,0 1,1-1,-1 0,1 0,-1 1,1-1,0 1,0-1,0 1,1-1,-1 1,0-1,1 1,0 0,-1 0,1 0,0 0,0 0,0 0,1 1,-1-1,0 0,1 1,-1 0,0 0,1 0,0 0,-1 0,1 0,0 0,0 1,17-1,0 1,0 1,0 1,0 0,0 2,-1 0,0 1,10 4,-20-7,0 0,0 1,0 0,0 0,-1 1,1 0,-1 0,0 1,0 0,-1 1,1-1,-1 1,0 1,-1 0,0 0,0 0,0 0,0 2,-6-6,1 0,0 0,-1 1,0-1,0 0,0 0,0 0,0 1,-1-1,1 0,-1 0,0 0,0 0,0 0,0 0,-1 0,1 0,-1 0,0 0,0-1,0 1,0-1,-2 3,-61 46,49-42,-1 0,0-1,0-1,0 0,-1-2,0 0,0-1,0 0,-12-1,30-3,-1 1,1-1,0 0,-1 1,1-1,0 0,-1 0,1 1,-1-1,1 0,0 0,-1 0,1 0,-1 1,1-1,-1 0,1 0,-1 0,1 0,-1 0,1 0,0 0,-1 0,1-1,-1 1,1 0,-1 0,1 0,0 0,-1-1,1 1,-1 0,1 0,0-1,-1 1,1 0,0 0,-1-1,1 1,0-1,-1 1,1 0,0-1,0 1,0 0,-1-1,1 1,0-1,0 1,0-1,0 1,0-1,0 1,0 0,0-1,0 1,0-1,0 1,0-1,0 1,25-19,32-6,0 3,55-13,-52 16,240-76,-242 63,-58 32,0-1,0 0,0 0,0 0,0 1,0-1,0 0,0 0,0 1,-1-1,1 0,0 0,0 1,-1-1,1 0,-1 1,1-1,0 0,-1 1,1-1,-1 0,1 1,-1-1,0 1,1-1,-1 1,0-1,1 1,-1 0,0-1,1 1,-1 0,0 0,0-1,1 1,-1 0,0 0,0 0,0 0,1 0,-1 0,0 0,-17-4,0 1,0 1,1 1,-1 0,0 1,0 1,0 1,0 0,0 2,0 0,1 0,-13 7,24-10,0 1,-1 0,1 0,0 0,1 1,-1 0,0 0,1 1,0 0,-1 0,2 0,-1 0,0 1,1-1,0 1,0 1,0-1,1 0,-1 1,2 0,-1-1,-2 7,5-10,1 1,-1-1,0 1,1-1,-1 0,1 1,0-1,0 0,0 0,0 0,0 0,0 0,1 0,-1 0,1 0,-1 0,1 0,0-1,0 1,0-1,-1 1,1-1,1 0,-1 0,0 0,0 0,1 1,67 14,-54-15,0-1,0 0,0-2,0 0,0 0,0-2,0 0,-1-1,0 0,8-4,-15 5,1 0,-1 0,0-1,0 0,-1 0,1-1,-1 0,0 0,-1-1,1 0,-1 0,-1 0,1-1,-1 0,-1 0,1 0,-2 0,3-7,-5 13,0 0,0 0,0 0,0 0,-1 0,1 1,-1-1,1 0,-1 0,0 0,0 0,0-1,0 1,0 0,-1 0,1 0,0 0,-1 1,0-1,1 0,-1 0,0 0,0 0,0 0,0 1,0-1,0 1,-1-1,1 1,0-1,-1 1,-1-2,1 4,0 1,-1-1,1 1,0-1,0 1,0-1,1 1,-1 0,0 0,1 0,-1 0,1 0,0 0,0 1,-1-1,1 0,1 1,-1-1,0 1,1-1,-1 1,1-1,0 1,-1 1,0 0,0 0,1 0,-1 0,1 1,0-1,0 0,1 0,-1 0,1 0,0 0,0 1,0-1,1-1,0 1,-1 0,1 0,0-1,1 1,-1-1,1 1,0-1,-1 0,1 0,4 2,2 2,0-1,1 0,0-1,0 0,0 0,1-1,0 0,-1-1,7 0,194 23,-98-20</inkml:trace>
  <inkml:trace contextRef="#ctx0" brushRef="#br0" timeOffset="2032.697">3784 613,'-22'-5,"0"0,0 2,-1 0,1 1,-1 2,-14 1,28 0,1 0,-1 0,1 1,-1 0,1 0,0 1,0 1,0-1,1 1,-1 0,1 1,0 0,0 0,0 0,1 1,0 0,0 0,-4 6,8-9,0-1,-1 0,1 1,1 0,-1-1,0 1,1 0,-1 0,1 0,0 0,0 0,0 0,0 0,1 0,-1 0,1 1,0-1,0 0,0 0,0 0,0 1,1-1,-1 0,1 0,0 0,0 0,0 0,1 0,-1 0,1 0,-1 0,1-1,0 1,0-1,2 3,4-2,1 0,0 0,0-1,0 0,0 0,0-1,0 0,0-1,1 0,-1 0,0-1,0 0,0-1,0 0,0 0,0-1,-1 0,1-1,-1 0,0 0,0-1,0 0,4-4,1 0,0-2,-1 0,0 0,-1-1,0 0,-1-1,0 0,-1-1,-1 0,0 0,-1-1,0 0,-1 0,-1-1,-1 1,0-1,-1 0,1-10,1-20,-2-2,-3 1,-1 0,-2 0,-9-38,10 67,0 3,0 1,0-1,-1 1,-1-1,-1 1,0 0,0 1,-5-7,10 19,-1 0,1 1,0-1,-1 0,1 1,0-1,-1 1,1-1,-1 1,1-1,-1 1,1-1,-1 1,0-1,1 1,-1 0,1-1,-1 1,0 0,1-1,-1 1,0 0,0 0,1 0,-1 0,0 0,1 0,-1 0,0 0,0 0,1 0,-1 0,0 0,1 0,-1 1,0-1,1 0,-1 0,0 1,1-1,-1 0,1 1,-1-1,0 1,1-1,-1 1,1-1,0 1,-1-1,1 1,-1 0,1-1,0 1,-1 0,1-1,0 1,0 0,-1-1,-6 14,0 1,1 0,0 0,2 0,-1 0,2 1,0-1,1 1,0 3,0-7,-3 29,1 0,1-1,3 1,1 0,3 0,6 34,-7-60,0 1,2 0,-1-1,2 1,0-1,1-1,0 1,2-1,-1-1,1 1,1-2,1 1,0-1,0-1,1 0,0 0,1-2,10 7,-12-9,1-1,-1-1,1 0,0 0,0-1,0-1,1 0,-1 0,1-1,0-1,0 0,-1-1,1 0,0-1,0-1,-1 0,1 0,-1-2,1 1,-1-1,0-1,-1 0,1-1,-1 0,0-1,-1 0,1-1,-1 0,-1-1,0 1,5-7,-7 7,-1 0,0 0,-1 0,1 0,-2-1,1 0,-1 0,-1 0,1-1,-2 1,1-1,-1 0,-1 1,0-1,0 0,-1 0,0 0,-1 0,0 0,-1-5,1 13,1 0,-1 1,0-1,0 1,0-1,1 1,-2-1,1 1,0-1,0 1,0 0,-1 0,1 0,0-1,-1 1,1 0,-1 1,1-1,-1 0,0 0,1 1,-1-1,0 1,1-1,-1 1,0 0,0 0,1 0,-1 0,0 0,0 0,1 0,-1 0,0 1,0-1,1 1,-1-1,0 1,1 0,-1 0,1 0,-2 0,-57 50,52-41,1 0,1 1,0 0,0 0,1 1,1 0,0 0,0 0,1 0,1 1,1-8,0 1,0-1,1 1,0-1,0 1,0 0,1-1,0 1,0-1,0 0,1 1,-1-1,1 0,1 0,-1 0,1 0,0 0,0 0,0-1,0 0,1 1,0-1,3 2,6 1,0-1,0 0,1-1,0 0,0-1,0-1,0 0,1-1,-1-1,1 0,-1-1,1 0,0-1,-1-1,0 0,1-1,-1-1,0 0,4-3,33-9</inkml:trace>
  <inkml:trace contextRef="#ctx0" brushRef="#br0" timeOffset="3366.19">1 1669,'5'0,"1"0,0 1,0-1,-1 1,1 0,0 0,-1 1,1 0,-1 0,0 0,1 1,-1-1,0 1,-1 0,1 1,0-1,-1 1,0 0,0 0,0 1,0-1,1 3,63 111,-54-84,-1 2,-3-1,0 1,3 35,-2-25,-10-46,-1 1,1-1,0 0,-1 0,1 0,0 0,-1 0,1 1,-1-1,1 0,0-1,-1 1,1 0,0 0,-1 0,1 0,0 0,-1-1,1 1,-1 0,1 0,0-1,-1 1,1 0,-1-1,1 1,-1-1,1 1,-1-1,0 1,1-1,-1 1,0-1,1 1,-1-1,0 0,1 1,-1-1,0 1,0-1,0 0,1 0,17-31,-1-1,-2 0,-1-1,-2-1,-1 0,-1-3,3-12,-9 79,-3-13,0 0,1 0,0 0,2 0,0-1,0 1,6 9,-9-21,0 0,1 0,0-1,0 1,0 0,0-1,1 0,0 1,-1-1,1 0,0-1,0 1,1 0,-1-1,0 0,1 0,0 0,-1 0,1 0,0-1,0 1,0-1,0 0,0-1,0 1,0-1,0 1,0-1,0 0,1-1,-1 1,1-1,9-3,-1-1,0-1,0 0,-1 0,0-1,0-1,-1 0,1-1,-2 0,1 0,-2-1,1 0,-1-1,-1 0,0-1,0 0,-1 0,-1 0,0-1,1-3,9-53,-18 86,0 1,1 0,1-1,0 1,1 0,4 12,-5-23,2 0,-1 0,1-1,0 1,0-1,1 0,0 1,0-1,1 0,-1-1,1 1,0-1,1 1,0-1,-1 0,1-1,1 1,-1-1,1 0,0-1,0 1,0-1,0 0,0-1,1 1,-1-1,1-1,-1 1,1-1,0 0,0 0,0-1,0 0,-1-1,1 1,0-1,0 0,-1-1,3 0,3-2,-1-1,0 0,0 0,0-1,0-1,-1 0,0 0,-1-1,1 0,-2 0,1-1,-1-1,0 1,-1-1,0-1,-1 1,0-1,-1 0,0 0,-1-1,2-5,-5 13,0 1,-1 0,1-1,-1 1,0-1,0 1,0-1,0 1,-1-1,1 1,-1 0,0-1,0 1,0 0,-1-1,1 1,-1 0,1 0,-1 0,0 0,0 1,-1-1,1 0,0 1,-1 0,0-1,1 1,-1 0,0 0,0 1,0-1,0 1,0-1,-1 1,1 0,0 0,-1 0,1 1,-1-1,1 1,-1 0,-2 0,-1 2,0 1,0 0,0 0,1 0,-1 1,1 0,0 0,0 1,1-1,-1 1,1 1,0-1,0 1,1 0,0 0,0 0,0 0,1 1,0 0,0 0,0-1,1 2,0-1,1 0,-1 0,2 1,-1-1,1 0,0 1,1 6,-1-9,1 0,0 1,0-1,0-1,1 1,0 0,0 0,0-1,0 1,1-1,0 1,0-1,0 0,0 0,1-1,-1 1,1-1,0 1,0-1,0 0,1-1,-1 1,1-1,-1 0,1 0,0 0,0-1,0 1,9 1,1 0,-1 0,1-2,-1 1,1-2,0 0,-1-1,1-1,4-1,45-11,-7-3</inkml:trace>
  <inkml:trace contextRef="#ctx0" brushRef="#br0" timeOffset="4185.754">1432 1776,'-4'5,"0"0,1 0,-1 0,1 0,1 0,-1 1,1-1,0 1,0 0,0 0,1 0,0-1,0 1,1 0,-1 0,1 0,1 0,-1 0,1 0,0 0,0 0,1 0,0 0,0-1,0 1,1-1,-1 1,4 3,2-2,0 1,1-1,0 0,1-1,-1 0,1-1,1 0,-1 0,0-1,1 0,0-1,0-1,0 1,0-2,1 1,-1-2,0 1,1-2,-1 1,0-2,0 1,0-2,0 1,0-1,0-1,0 0,7-4,-12 5,0 0,0 0,0-1,0 1,0-1,-1-1,0 1,0-1,0 0,0 0,-1 0,0-1,0 1,0-1,-1 0,1 0,-2-1,1 1,-1 0,0-1,0 0,0 1,-1-1,0 0,-1 0,0 0,0 0,0 0,-1 1,0-1,0 0,-1-1,3 7,-1 0,0 0,0 0,0 0,0 0,0 0,0 0,0 1,0-1,-1 0,1 0,0 0,0 0,-1 0,1 0,-1 0,1 1,0-1,-1 0,0 0,1 1,-1-1,1 0,-1 1,0-1,0 0,1 1,-1-1,0 1,0-1,0 1,1 0,-1-1,0 1,0 0,0-1,0 1,0 0,0 0,0 0,0 0,0 0,0 0,0 0,0 0,1 1,-1-1,0 0,0 0,0 1,0-1,0 1,0-1,1 1,-1-1,0 1,0-1,1 1,-1 0,0-1,1 1,-1 0,-2 7,0 1,1-1,1 0,-1 1,1-1,1 1,-1-1,1 1,1 0,0-1,0 1,1-1,-1 0,2 1,-1-1,3 4,-2-8,-1 0,1 0,0 0,0 0,1 0,-1-1,1 0,-1 0,1 0,0 0,1 0,-1-1,0 0,1 0,-1 0,1 0,-1-1,1 1,0-1,0-1,-1 1,1-1,0 1,0-1,0-1,0 1,4-2,7 0,-1-1,0-1,0 0,0-1,0-1,-1 0,1-1,0-1,-1 0,-1-1,0 0,0-1,-1 0,0-1,0 0,-1 0,-1-2,0 1,7-14,-8 11,-5 51,-4-32,0-1,0 1,0-1,1 1,-1-1,1 1,0-1,0 0,0 1,0-1,0 0,1 0,0 1,-1-1,1-1,0 1,1 0,-1 0,0-1,1 1,0-1,-1 0,1 0,0 0,0 0,0 0,0-1,0 1,1-1,-1 0,0 0,4 0,126 7,-78-10,53 32,-90-32,0 0,0-1,-1-1,1 0,-1-2,0 0,-1-1,1 0,-1-2,9-6,-23 15,1-1,-1 0,1 0,-1 0,0-1,1 1,-1-1,0 1,0-1,0 0,0 0,0 0,0 0,-1 0,1 0,-1 0,1 0,-1-1,0 1,0 0,0-1,0 1,-1-1,1 0,0 1,-1-1,0 0,0 1,0-1,0 1,0-1,0 0,-1-2,-5-3,-1 1,1 0,-1 0,-1 0,1 1,-1 0,0 1,-1-1,1 1,-1 1,0 0,0 0,0 1,-1 0,-8-1,14 2,0 1,0 0,-1 0,1 0,0 1,0-1,-1 1,1 0,0 0,-1 0,1 1,0 0,0 0,0 0,-1 0,1 0,0 1,1 0,-1 0,0 0,0 0,1 1,-1-1,1 1,0 0,0 0,0 0,0 0,1 1,-1-1,1 1,0 0,0-1,0 1,0 0,1 0,-1 0,1 0,0 1,0-1,1 2,-1-2,1 0,1 0,-1 1,1-1,-1 0,1 0,0 0,1 0,-1 0,1 0,0 0,0 0,0 0,0-1,1 1,-1-1,1 0,0 1,0-1,0-1,0 1,4 2,84 39,-42-32</inkml:trace>
  <inkml:trace contextRef="#ctx0" brushRef="#br0" timeOffset="5414.482">3022 1950,'-49'-296,"48"250,2 45,0 1,0-1,0 0,0 1,1-1,-1 1,0-1,0 1,1-1,-1 1,0 0,1 0,-1 0,0 0,1 0,-1 0,0 0,1 0,-1 0,0 1,1-1,-1 0,0 1,0-1,0 1,1 0,-1-1,0 1,0 0,0 0,0 0,0-1,0 2,5 0,231 82,-113-44,-117-37,84 37,-88-38,0 0,1 0,-1 0,-1 0,1 1,0 0,-1-1,1 1,-1 0,0 0,0 0,0 0,0 1,0-1,-1 0,1 1,-1-1,0 1,0 0,-1-1,1 1,-1 0,0-1,0 4,-22 80,23-85,-1-1,0 0,0 1,1-1,-1 0,1 1,-1-1,1 0,0 0,-1 1,1-1,0 0,0 0,0 0,0 0,0 0,0 0,0 0,0-1,0 1,0 0,0 0,1-1,-1 1,0-1,0 1,1-1,-1 0,1 1,-1-1,0 0,1 0,0 0,51 2,-49-2,43-4,-2-2,1-1,-1-3,0-1,-1-3,0-1,38-20,-78 33,3 0,0-1,0 0,0-1,0 1,-1-1,1-1,-1 1,0-1,-1 0,1 0,-1-1,0 1,0-1,-1-1,1 1,0-4,-5 7,0-1,0 1,-1 0,1-1,-1 1,0 0,0-1,-1 1,1 0,-1 0,1 0,-1 0,0 0,0 1,0-1,0 0,-1 1,1 0,-1-1,1 1,-1 0,0 0,0 1,0-1,0 0,0 1,0 0,-1 0,1 0,0 0,-1 0,1 1,0-1,-1 1,1 0,-2 0,-3-2,0 0,0 1,0 0,0 0,0 0,0 1,-1 1,1-1,0 1,0 1,0-1,0 1,1 1,-1-1,0 1,1 1,0-1,0 1,0 1,0-1,1 1,-1 0,1 1,0-1,1 1,0 0,-1 1,2-1,-1 1,1 0,0 0,1 1,0-1,-3 8,6-12,-1 1,1-1,0 1,0 0,0-1,0 1,1 0,-1-1,1 1,0-1,0 1,0-1,1 0,-1 1,1-1,0 0,0 0,0 0,0 0,0 0,1-1,-1 1,1-1,0 1,0-1,0 0,0 0,0 0,0 0,6 2,-1-1,1 1,0-1,0-1,0 0,0 0,1-1,-1 0,1 0,7-1,-3-1,1 0,-1-1,0-1,0 0,-1-1,1 0,-1-1,0-1,0 0,0-1,-1 0,0-1,0 0,7-8,-16 15,-1-1,0 0,0 0,0 0,0-1,0 1,0-1,0 1,-1-1,0 1,1-1,-1 0,0 0,0 1,0-1,-1 0,1 0,-1 0,1 0,-1 3,0 0,0 1,-1-1,1 0,0 0,0 1,0-1,0 0,0 0,-1 1,1-1,0 0,0 0,0 0,-1 1,1-1,0 0,0 0,-1 0,1 0,0 0,0 0,-1 0,1 1,0-1,0 0,-1 0,1 0,0 0,-1 0,1 0,0 0,0 0,-1 0,1 0,0-1,0 1,-1 0,1 0,0 0,0 0,-1 0,1 0,0-1,0 1,-1 0,1 0,0 0,0 0,0-1,0 1,-1 0,1 0,0-1,0 1,0 0,0 0,0-1,0 1,0 0,-1 0,1-1,0 1,0 0,0-1,-11 23,11-17,1 0,-1-1,1 1,0 0,0-1,0 1,0-1,1 1,0-1,0 1,0-1,1 0,-1 0,1 0,0-1,0 1,0 0,1-1,-1 0,1 0,0 0,0 0,0-1,0 0,0 1,1-1,-1-1,0 1,1-1,0 0,-1 0,1 0,0 0,-1-1,1 0,0 0,0 0,-1-1,1 1,0-1,-1 0,1 0,2-2,-2 1,0-1,-1 0,1 0,-1 0,0-1,0 1,0-1,0 0,-1 0,0-1,0 1,0 0,0-1,-1 0,1 0,-1 0,0 0,-1 0,1 0,-1 0,0-5,6-118,-7 110,7-64,-6 80,-1 0,1-1,0 1,0 0,0-1,0 1,1 0,-1 0,0 0,1 0,0 0,-1 0,1 1,0-1,0 0,0 1,0 0,0-1,0 1,0 0,1 0,-1 0,0 0,1 1,-1-1,0 0,1 1,-1 0,1 0,-1 0,1 0,10 2,-1 2,0 0,0 0,0 1,-1 0,0 1,0 0,0 1,-1 1,1-1,-2 2,1-1,-2 1,1 0,-1 1,2 3,-1-3,0-1,-1 1,0 0,0 1,-1 0,-1 0,0 1,0 0,-1 0,-1 0,0 0,0 1,-2 0,2 10,-3-7,-2-13,1 1,-1-1,1 0,0 1,0-1,0 0,1 1,-1-1,1 0,0 0,-1 1,2-1,-1 0,0 0,1 0,-1 0,1 0,0 0,0-1,0 1,0-1,0 1,1-1,-1 0,1 0,0 0,-1 0,1 0,0 0,3 0,8-1,1-1,-1 0,1-1,-1-1,1 0,-1-1,0 0,0-2,0 1,0-2,-1 0,0 0,0-1,-1-1,0 0,0-1,-1 0,0-1,0 0,-3 4,0 0,0-1,-1 1,0-2,0 1,-1-1,0 0,-1 0,1-1,-2 1,1-1,-1 0,0-1,-1 1,0-1,-1 1,0-1,0 0,-1 0,0 0,-1 0,0 0,-1-3,0 10,0 0,0 0,0 0,0 1,-1-1,1 0,-1 1,0-1,0 1,0 0,0-1,0 1,0 0,0 0,-1 0,1 1,-1-1,0 0,1 1,-1 0,0 0,0 0,0 0,0 0,0 0,0 1,0-1,0 1,0 0,0 0,0 0,-3 1,0-1,-1 1,1 0,0 1,-1-1,1 1,0 0,0 1,0 0,1 0,-1 0,1 0,-1 1,1 0,0 0,-1 1,2 1,0 0,1-1,-1 1,1 1,0-1,1 0,-1 1,1-1,1 1,-1 0,1 0,0 0,1-1,0 1,0 0,0 0,1 0,0 0,0 0,0-1,1 1,0 0,1-1,0 0,0 1,0-1,0 0,1-1,0 1,0 0,1-1,0 0,0 0,0-1,0 1,1-1,-1 0,2 0,18 11,0-1,1-1,1-1,0-1,0-2,1-1,0-1,0-1,1-1,0-2,0-1,0-1,25-3,53-6,-70 1</inkml:trace>
  <inkml:trace contextRef="#ctx0" brushRef="#br0" timeOffset="5674.627">5642 1950,'3'0,"-3"0,-7 0,-2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6:38.3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52,'5'-11,"-4"-9,-1-1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6:34.22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1 735,'76'-74,"-24"27,-3-3,-3-2,6-10,-40 46,-1 0,-1-1,0 0,-1 0,-1-1,-1 0,0-1,-1 0,-1 0,-1 0,-1 0,0-1,-1-6,-2 18,0 1,0-1,0 0,-1 0,0 1,0-1,-1 1,0-1,0 1,-1 0,0-1,0 1,-1 1,0-1,0 0,0 1,-1 0,0 0,0 0,-1 1,0 0,0 0,0 0,0 1,-1 0,1 0,-1 0,0 1,0 0,-3 0,6 2,1 0,-1 1,0-1,0 1,0 0,0 0,0 0,0 1,0 0,0-1,1 1,-1 0,0 1,1-1,-1 1,0 0,1-1,0 2,-1-1,1 0,0 1,0-1,0 1,1 0,-1 0,1 0,0 0,-1 0,1 1,0 0,-4 8,0 1,1 0,0 0,1 0,1 1,0-1,-1 15,0 57,4 1,4-1,4 0,3 0,4-1,4 0,17 43,-19-57,-3-24,-3-60,9-60,-13 45,0 0,2 0,1 0,2 1,0 0,2 2,1-1,1 2,4-4,-19 28,0-1,-1 1,1-1,0 1,0-1,0 1,0-1,0 1,0-1,1 1,-1 0,0 0,1 0,-1 0,0 0,1 0,-1 0,1 0,0 1,-1-1,1 0,0 1,-1 0,1-1,0 1,0 0,-1 0,1 0,0 0,0 0,-1 0,1 0,0 1,0-1,-1 1,1-1,1 5,-1-1,1 1,-1-1,0 1,0 0,-1 0,0 0,1 0,-2 0,1 0,-1 1,1-1,-1 4,0 4,2 7,-1 0,0 0,2-1,0 1,1-1,1 0,0 0,2 0,3 6,-6-19,-1-1,1-1,0 1,0-1,1 1,-1-1,1 0,0-1,0 1,0-1,1 0,-1 0,1-1,-1 1,1-1,0-1,0 1,0-1,0 0,0 0,0-1,0 1,5-2,11 0,0 0,0-2,-1 0,1-2,19-6,5-4</inkml:trace>
  <inkml:trace contextRef="#ctx0" brushRef="#br0" timeOffset="2333.627">1190 722,'-16'-7,"-1"1,0 1,-1 1,1 0,-1 1,0 1,0 1,1 0,-1 1,0 1,0 1,0 1,1 0,-1 1,1 1,0 0,-14 8,23-9,0 0,1 1,-1 0,1 1,0 0,1 0,-1 0,1 1,-4 5,9-10,-1-1,1 1,0 0,0 0,0 0,0 0,0 0,0 0,0 0,1 0,-1 0,1 0,-1 0,1 0,0 1,0-1,0 0,0 0,0 0,0 0,1 1,-1-1,1 0,0 0,-1 0,1 0,0 0,0 0,0 0,0 0,1-1,-1 1,0 0,1-1,0 1,-1-1,1 1,0-1,-1 0,1 0,1 1,11 4,-1-1,1-1,0 0,0 0,1-2,-1 0,0 0,1-1,0-1,-1-1,1 0,-1 0,0-2,1 0,-1 0,8-4,-12 5,1-1,-1 0,1 0,-1-1,0 0,-1-1,1 0,-1-1,0 0,0 0,-1-1,0 0,0 0,0-1,-1 0,0 0,-1-1,0 0,0 0,-1 0,1-5,-6 15,-1 0,1-1,-1 1,0-1,1 1,-1-1,0 1,0-1,1 1,-1-1,0 0,0 1,0-1,0 0,1 0,-1 0,0 0,0 1,0-1,0 0,0-1,0 1,1 0,-1 0,0 0,0 0,0-1,0 1,1 0,-1-1,0 1,0-1,1 1,-1-1,0 1,1-1,-1 1,0-1,1 0,-1 1,1-1,-1 0,1 0,-1 1,1-1,0 0,-1 0,1 0,0 1,0-1,-1 0,1 0,0 0,0 0,0 0,0 1,0-1,0 0,0 0,1 0,-1 0,0 0,-2 7,0 0,0 0,0 0,1 0,0 0,0 0,0 1,1-1,0 0,1 1,-1-1,1 0,0 0,0 0,1 0,0 1,0-2,1 1,-1 0,1 0,0-1,1 0,-1 0,1 0,0 0,1 0,-1-1,1 1,0-1,0-1,0 1,0-1,1 1,-1-2,1 1,0-1,0 1,0-2,0 1,2 0,70 2,-42-8</inkml:trace>
  <inkml:trace contextRef="#ctx0" brushRef="#br0" timeOffset="3467.033">1565 561,'26'6,"-1"1,0 1,0 1,0 2,-2 0,7 5,-22-12,1 2,-1-1,0 1,-1 1,1-1,-1 1,-1 0,1 1,-1 0,0 0,-1 0,0 0,0 1,-1 0,0 0,-1 0,0 1,0 1,-1 15,-1 0,-1 1,-2-1,0 0,-2 0,-1 0,-1-1,-1 1,-1-1,-12 22,18-38,-22 56,10-32,2 0,1 0,2 1,2 0,1 1,-1 15,7-41,0-1,1 1,0-1,0 1,1-1,0 1,1-1,0 0,0 0,0 0,1-1,0 1,1-1,0 0,0 0,0 0,1-1,0 0,0 0,1-1,-1 1,1-1,0-1,1 1,-1-1,6 2,5 2,1-1,-1 0,1-2,1 0,-1-1,0-1,1-1,0 0,-1-2,1 0,15-3,-30 3,0-1,0 0,0 0,0 0,0 0,0-1,0 0,-1 0,1 0,0 0,-1-1,0 0,0 0,0 0,0 0,0-1,-1 0,1 1,-1-1,0 0,0-1,-1 1,1 0,-1-1,0 0,0 1,0-1,-1 0,0 0,0 0,0 0,0-1,-4-11,0 0,-1 0,-1 0,0 0,-1 1,-1 0,-1 0,0 1,-1 0,0 1,-1-1,-1 2,-6-6,-25-27,-2 2,-2 3,-1 1,-2 2,-2 3,-2 1,-18-6,55 31,11 7,0 0,0-1,0 1,1-1,0 0,-1-1,1 1,0-1,0 0,1 0,-1 0,-2-4,7 7,-1 0,0 0,0 1,0-1,0 0,1 0,-1 0,0 0,1 0,-1 1,0-1,1 0,-1 0,1 0,0 1,-1-1,1 0,0 1,-1-1,1 1,0-1,-1 1,1-1,0 1,0-1,0 1,0 0,-1-1,1 1,0 0,0 0,0 0,0 0,0-1,0 1,0 1,0-1,-1-1,162-15,-25 8,355-30,-405 23,-86 15,-1 0,1 0,0 0,-1 0,1 0,0 0,-1 0,1 0,0 0,-1-1,1 1,0 0,-1 0,1-1,-1 1,1 0,-1-1,1 1,-1 0,1-1,-1 1,1-1,-1 1,1-1,-1 1,0-1,1 1,-1-1,0 1,1-1,-1 0,0 1,0-1,1 0,-1 1,0-1,0 0,0 1,0-1,0 1,0-1,0 0,0 1,0-1,-1 0,1 1,0-1,0 0,0 1,-1-1,1 1,0-1,-1 1,1-1,-1 0,1 1,0 0,-1-1,1 1,-1-1,1 1,-1-1,0 1,1 0,-40-23,16 15,1 1,-1 1,-1 1,1 1,-1 1,1 2,-1 0,-1 1,22 0,1 0,-1 0,0 0,0 0,1 0,-1 1,0-1,1 1,-1 0,1 0,-1 0,1 1,0-1,-1 1,1 0,0 0,0 0,0 0,0 1,0-1,1 1,-1 0,1 0,0-1,0 2,0-1,0 0,0 0,1 0,-1 1,1-1,0 1,0 0,0-1,1 1,-1-1,1 1,0 1,0 0,1 1,0-1,0 1,1-1,-1 0,1 0,0 1,1-1,-1-1,1 1,0 0,1-1,-1 1,1-1,-1 0,1 0,0-1,1 1,-1-1,1 0,-1 0,1 0,0 0,0-1,0 0,2 0,5 3,1-1,0-1,1 0,-1-1,0 0,1-1,-1 0,1-1,-1-1,5-1,-6 0,-1 0,1-1,-1-1,0 0,-1 0,1-1,-1-1,0 0,0 0,0-1,-1 0,7-7,-15 13,1 1,-1-1,0 0,1 1,-1-1,1 1,-1 0,1-1,-1 1,1 0,-1 0,1 0,-1 0,1 0,-1 1,1-1,-1 0,1 1,-1-1,1 1,-1-1,0 1,1 0,-1-1,0 1,0 0,1 0,-1 0,0 0,0 0,0 0,0 0,0 1,0-1,-1 0,1 0,0 1,-1-1,1 0,0 1,-1-1,0 1,1-1,-1 1,0-1,0 2,7 9,-2-4,0 0,0 0,1 0,0-1,1 0,-1 0,1 0,1-1,-1 0,1-1,0 1,0-1,1-1,0 0,-1 0,1-1,1 0,7 2,-14-5,0 0,1 0,-1 0,0 0,0-1,1 0,-1 1,0-1,0 0,0 0,0-1,0 1,0-1,0 1,-1-1,1 0,0 0,-1 0,0 0,1-1,-1 1,0-1,0 1,0-1,-1 0,1 0,0 1,-1-1,0 0,0 0,0-1,0-2,17-106,-18 73,-1 29,1 1,0-1,0 0,1 1,0-1,1 1,0-1,1 1,0-2,-1 9,-1-1,1 1,0 0,0 0,0 0,0 0,0 0,0 1,0-1,1 1,-1-1,0 1,1 0,-1 0,1 0,0 0,-1 0,1 1,0-1,0 1,-1 0,1-1,0 1,1 1,68 7,-71-8,12 3,0 0,1 0,-1 2,-1 0,1 0,-1 1,0 1,3 2,-10-6,-1 0,1 1,-1-1,0 1,0 0,0 0,-1 1,0-1,1 1,-2 0,1-1,0 1,-1 0,0 1,0-1,-1 0,1 1,-1-1,0 1,-1-1,1 5,-32 168,31-175,0 1,0 0,1 0,0 0,0-1,0 1,0-1,0 1,1-1,-1 1,1-1,0 1,0-1,0 0,1 0,-1 0,1-1,0 1,-1 0,1-1,0 0,1 0,-1 0,0 0,1 0,-1-1,1 1,-1-1,1 0,-1 0,2 0,12 3,-1-1,1 0,0-2,0 0,0 0,8-2,0-1,0-1,0-1,0-1,-1-2,1 0,-1-1,-1-1,0-2,0 0,-1-1,18-14,3-6</inkml:trace>
  <inkml:trace contextRef="#ctx0" brushRef="#br0" timeOffset="3914.835">3810 802,'-19'-8,"-1"1,0 1,-1 1,1 1,-1 1,0 1,-18 0,29 2,-1 0,1 1,0 0,0 1,0 0,0 1,0 0,1 0,-1 1,1 0,0 1,0 0,0 1,1-1,0 2,-8 6,14-11,-1 1,0-1,0 1,1 0,0 0,-1 0,1 0,0 0,0 1,1-1,-1 0,1 1,0 0,0-1,0 1,0 0,1-1,-1 1,1 0,0 0,0 0,0-1,1 1,-1 0,1 0,0-1,0 1,0-1,1 1,-1-1,1 1,0-1,0 0,0 0,0 1,1-2,-1 1,1 0,0 0,-1-1,1 0,3 2,1 1,1-1,1 0,-1-1,0 1,1-2,-1 1,1-1,0-1,0 1,0-1,0-1,0 0,0 0,0-1,0 0,0 0,-1-1,1-1,0 1,-1-1,1 0,-1-1,0 0,0-1,-1 1,1-2,-1 1,0-1,0 0,-1 0,0-1,0 1,-1-1,1-1,-1 1,-1-1,0 0,0 0,0-1,4-23,-2 0,-1-1,-1 0,-2 0,-1 0,-4-29,3 44,-7-138,-20-98,20 215,7 39,0 0,0 1,0-1,-1 0,1 1,0-1,0 0,-1 0,1 1,0-1,0 0,-1 0,1 0,0 0,-1 1,1-1,0 0,-1 0,1 0,0 0,-1 0,1 0,0 0,-1 0,1 0,0 0,-1 0,1 0,-1 0,1 0,0 0,-1 0,1-1,0 1,0 0,-1 0,1 0,-5 48,2 0,3 1,1-1,5 22,10 71,6-1,25 81,-42-202,0 0,1 0,2 0,-1-1,2 0,11 17,-16-28,1 0,0-1,1 0,0 1,0-2,0 1,0-1,1 0,0 0,0-1,0 0,1 0,-1-1,1 0,0 0,0-1,7 2,-3-3,0 0,-1-1,1 0,0-1,-1-1,1 1,-1-2,1 1,-1-2,0 1,0-2,9-4,27-15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6:31.2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20468 1548,'23'-2,"25"-1,23 0,20 0,13 2,6 0,-3 0,-12 1,-16 0,-21 0,-19 0</inkml:trace>
  <inkml:trace contextRef="#ctx0" brushRef="#br0" timeOffset="268.794">21056 1294,'-4'0,"0"-1,-1 1,1 0,0 0,-1 0,1 1,0 0,0 0,-1 0,1 0,0 1,0-1,0 1,1 0,-1 0,0 0,1 1,-1 0,0 0,4-2,-1 0,1 0,-1 0,1 1,0-1,-1 0,1 0,0 0,0 0,0 1,0-1,0 0,0 0,0 0,1 0,-1 1,0-1,1 0,-1 0,0 0,1 0,0 0,-1 0,1 0,-1 0,1 0,0 0,0 0,0 0,0-1,-1 1,1 0,0 0,0-1,0 1,1-1,-1 1,0 0,16 8,0 0,1-1,0-1,0-1,1 0,-1-1,19 2,-7-1,321 74,-350-80,8 2,0 0,-1 1,1 0,-1 1,1-1,-1 2,0-1,-1 1,1 0,-1 1,-6-4,0 1,0-1,0 1,-1-1,1 1,0-1,-1 1,0-1,0 1,0-1,0 1,0 0,0-1,-1 1,1-1,-1 1,0-1,0 1,0-1,0 0,0 1,0-1,0 0,-1 0,1 0,-1 0,0 0,0 0,0 0,1 0,-2-1,1 1,0-1,0 0,0 1,-1-1,1 0,0 0,-2 0,-106 61,87-51,0 1,0 1,1 1,1 1,-9 9,28-23,0 1,0 0,0-1,0 1,0 0,1 0,-1 0,1 0,-1 1,1-1,0 0,0 1,0-1,0 0,0 1,1-1,-1 1,1 0,0-1,0 1,0-1,0 1,6 17</inkml:trace>
  <inkml:trace contextRef="#ctx0" brushRef="#br0" timeOffset="532.097">21858 1762,'2'-93,"4"1,3 0,16-61,-19 130,0 38,-2 58,-4-29,2-1,2 0,1 0,3 0,1-1,2 0,2-1,12 24,30 7,-29-52</inkml:trace>
  <inkml:trace contextRef="#ctx0" brushRef="#br0" timeOffset="786.415">22339 1588,'3'-20,"0"-14,0-8,0 1,-2 5,0 11,-2 17,-7 16,-3 16,0 15,1 11,6 7,7 4,10 0,10-3,8-7,5-8,-3-11</inkml:trace>
  <inkml:trace contextRef="#ctx0" brushRef="#br0" timeOffset="-600.398">19251 1374,'-11'15,"1"0,0 0,1 1,1 1,1-1,0 1,1 1,1-1,0 1,1 0,2 0,-1 7,2-15,1 0,0 0,0 0,1 0,1 0,0 0,0-1,0 1,2 0,-1-1,1 0,0 1,1-2,0 1,1 0,0-1,0 0,0-1,1 1,0-1,1 0,6 4,-9-7,0 0,0 0,1 0,0 0,-1-1,1 0,0 0,1-1,-1 0,0 0,1 0,-1-1,1 1,-1-2,1 1,0-1,-1 0,1 0,0-1,-1 0,1 0,-1-1,1 1,-1-1,0-1,0 1,0-1,0 0,0-1,0 1,-1-1,0 0,0-1,0 1,3-4,-2-4,1-1,-2 0,1 0,-2 0,0 0,0-1,-1 0,-1 1,-1-1,0 0,0 0,-1 0,-1 0,-1 0,0 0,0 0,-1 0,-1 1,-1 0,0 0,0 0,-1 0,-1 1,-4-6,6 8,0 0,-1 1,0 0,0 1,-1-1,0 1,0 0,-1 1,0 0,-1 0,1 0,-1 1,-1 1,1 0,-1 0,0 0,0 2,0-1,0 1,-1 1,1-1,-1 2,0 0,-5 0,12 2,-1 0,1 0,-1 0,1 1,-1 0,1 0,0 0,0 1,0-1,0 1,0 0,1 0,-1 0,1 1,0-1,0 1,0 0,0 0,1 0,-1 0,1 0,0 1,1-1,-1 0,1 1,-1 0,1-1,1 1,-1 1,0 3,0-1,1 1,0 0,1 0,-1-1,2 1,-1 0,1-1,1 0,-1 1,1-1,1 0,0 0,0-1,3 6,1-3,0-1,1 0,0 0,0-1,1 0,0-1,0 0,1 0,9 4,41 16</inkml:trace>
  <inkml:trace contextRef="#ctx0" brushRef="#br0" timeOffset="-265.293">19813 1468,'-6'1,"0"1,-1 0,1 0,0 1,1 0,-1 0,0 0,1 1,0-1,-1 1,2 1,-1-1,0 1,1-1,0 1,0 1,0-1,1 0,0 1,0 0,0 0,1 0,-1 0,2 0,-1 0,1 1,0-1,0 1,0-1,1 0,0 1,0-1,1 1,0-1,0 1,1-1,-1 0,1 0,1 0,-1 0,1 0,0 0,0 0,1-1,2 3,2 2,1 0,0-1,1 0,0-1,0 0,1-1,0 0,0 0,1-1,-1-1,1 0,1-1,-1 0,1 0,-1-2,1 1,0-2,0 0,0 0,0-1,0-1,0 0,0-1,-1 0,1-1,-1 0,1-1,-1-1,0 0,4-2,-10 3,0 0,0-1,0 0,-1 0,0 0,0-1,0 0,0 0,-1 0,0 0,-1-1,1 1,-1-1,0 0,-1 0,0 0,0-1,0 1,-1 0,0-1,0 1,-1-1,0 1,-1-1,1 1,-1 0,-2-6,1 1,-2 0,1 0,-1 1,-1-1,0 1,-1 0,0 1,0-1,-1 1,-1 0,1 1,-2 0,1 0,-1 1,-1 0,-6-4,6 6,1 0,-2 1,1 1,0 0,-1 0,0 1,0 0,0 1,0 0,0 1,0 0,-7 1,12 0,0 0,0 1,0-1,0 1,0 1,1-1,-1 1,0 0,1 0,-1 1,1-1,0 1,0 0,0 1,0-1,1 1,-1 0,1 0,0 1,0-1,0 1,1 0,0 0,-1 1,2-1,1-1,0 1,0-1,0 1,1 0,-1-1,1 1,0 0,0-1,1 1,0 0,0-1,0 1,0 0,0-1,1 1,0-1,0 0,0 0,1 0,-1 0,1 0,0 0,0-1,0 1,1-1,-1 0,3 2,35 31</inkml:trace>
  <inkml:trace contextRef="#ctx0" brushRef="#br0" timeOffset="32749.346">16525 3072,'-11'-10,"1"0,-2 1,1 1,-1 0,0 1,-1 0,0 0,0 2,0-1,-1 2,0 0,-3 0,9 2,0 1,0 0,1 0,-1 1,0 0,0 1,0 0,0 0,1 0,-1 1,0 0,1 1,0-1,-1 1,1 1,1 0,-1 0,0 0,1 1,0-1,0 2,-4 4,5-6,1 0,-1 0,1 1,1-1,-1 1,1 0,-1 1,1-1,1 0,-1 1,1 0,0-1,0 1,1 0,0 0,0 0,0 0,1 0,0 0,0 0,0 0,1 0,0 0,0 0,0 0,1 0,0 0,0 0,1-1,-1 1,1-1,0 0,1 0,-1 0,1 0,0-1,0 1,1-1,2 3,3-3,-1 1,1-1,0-1,0 1,0-2,0 1,0-2,0 1,1-1,-1-1,1 0,-1 0,0-1,1-1,-1 1,0-2,0 1,10-5,-14 5,0 0,0 0,0-1,0 0,-1 0,1-1,-1 1,0-1,0 0,0-1,0 1,-1-1,0 0,0 0,0 0,0-1,-1 1,0-1,0 0,-1 0,1 0,-1 0,-1 0,1-1,-1 1,0 0,-1-1,1 1,-1-1,-1-5,1 8,0 0,-1 0,0-1,1 1,-2 0,1 0,0 0,-1 0,0 0,0 0,0 0,0 1,0-1,-1 1,0-1,0 1,0 0,0 0,0 0,0 1,-1-1,1 1,-1-1,0 1,0 1,-1-2,3 3,1 0,-1 0,1 1,-1-1,1 0,0 0,-1 1,1-1,-1 1,1-1,0 1,-1 0,1 0,0-1,0 1,0 0,0 0,0 0,-1 0,2 0,-1 0,0 1,0-1,0 0,0 0,1 1,-1-1,1 0,-1 1,1-1,-1 1,1-1,0 1,0-1,0 1,2 54,4-46,-1 0,1 0,1-1,-1 0,2 0,-1-1,1 0,1 0,-1-1,1 0,0 0,1-1,0-1,0 1,0-2,0 1,1-1,0-1,6 2,47 14</inkml:trace>
  <inkml:trace contextRef="#ctx0" brushRef="#br0" timeOffset="33422.542">17019 3032,'-12'0,"0"1,0 0,0 0,0 1,1 0,-1 2,0-1,1 1,0 1,0 0,0 0,1 1,0 0,0 1,0 0,1 1,0 0,0 0,1 1,0 0,1 1,-6 9,11-16,0 1,1-1,-1 1,1 0,0 0,0 0,0-1,1 1,-1 0,1 0,0 0,0 0,0 0,1 0,-1 0,1 0,0 0,0 0,0-1,1 1,-1 0,1-1,0 1,0-1,0 0,0 1,1-1,0 0,-1 0,1-1,0 1,0-1,0 1,1-1,-1 0,1 0,-1 0,4 1,8 1,-1 0,1-1,0 0,0-1,1-1,-1 0,0-1,0-1,1 0,-1-1,0-1,0 0,-1-1,1-1,-1 0,0-1,0 0,0-2,-1 1,0-1,-1-1,0-1,0 1,-1-2,0 0,-1 0,0-1,-1 0,0-1,5-13,0-1,-3 0,0-1,-2-1,0 0,-2 0,-2 0,0-1,-2 0,-2 0,0 0,-2 0,-1 1,-2-1,-1 0,-1 1,-5-15,6 23,0 1,-1-1,-1 1,-1 0,-1 1,-1 0,-1 0,0 1,-12-14,21 29,0 1,1-1,-1 1,0 0,-1 0,1 0,0 0,0 0,-1 1,1-1,-1 1,0-1,1 1,-1 0,0 0,0 0,0 1,0-1,0 1,0-1,0 1,0 0,0 0,1 0,-1 1,0-1,0 1,0-1,0 1,0 0,0 0,1 0,-1 1,0-1,1 1,-1-1,1 1,0 0,-1 0,1 0,0 0,-6 9,0 0,0 1,1 0,1 0,0 0,1 1,0 0,1 0,1 0,0 0,0 1,1-1,1 10,-2 5,2 1,1 0,1 0,2-1,1 1,1-1,1 1,2-2,0 1,2-1,1 0,9 13,2 1,3-1,1-1,1-1,3-1,0-2,3-1,14 11,-37-35,-1 0,1-1,1 0,0 0,0-1,0 0,1-1,0-1,1 0,0 0,-1-2,2 1,-1-1,0-1,1-1,4 1,-10-6,-1 1,1-1,-1 0,1-1,-1 0,0 0,-1-1,1 0,-1 0,0 0,0-1,0 0,-1 0,0 0,0-1,0 1,-1-1,0-1,-1 1,1 0,-1-1,-1 0,1 1,14-28,-10 33,-5 19,-2-11,0 2,1 0,0 0,0 0,1 0,0 0,1 0,-1 0,2 0,-1-1,1 1,0-1,0 0,1-1,0 1,0-1,1 1,0-2,0 1,0-1,1 0,-1 0,1 0,0-1,1 0,-1-1,1 0,0 0,3 1,22 1</inkml:trace>
  <inkml:trace contextRef="#ctx0" brushRef="#br0" timeOffset="33612.026">17888 2938,'-18'-2,"-11"-1,-2 0,1 1,2 0,1-1,-2-3,4 0</inkml:trace>
  <inkml:trace contextRef="#ctx0" brushRef="#br0" timeOffset="33786.56">17006 2724,'23'-4,"27"-5,31 1,27-2,17 1,8 3,-18 1</inkml:trace>
  <inkml:trace contextRef="#ctx0" brushRef="#br0" timeOffset="33980.558">18102 3099,'5'14,"0"1,1-1,0 0,1-1,1 0,0 0,0 0,2-1,-1 0,2-1,-1 0,1-1,1 0,0-1,0 0,11 5,-22-13,1 0,-1 0,0-1,1 1,-1 0,1-1,-1 1,1-1,0 1,-1-1,1 0,0 1,-1-1,1 0,-1 0,1 0,0 0,-1-1,1 1,0 0,-1-1,1 1,-1-1,1 0,-1 1,1-1,-1 0,1 0,-1 0,0 0,0 0,1 0,-1 0,0 0,0-1,0 1,0 0,0-1,0 1,-1-1,1 1,0-1,-1 1,1-1,8-23,-1 1,0-1,-2 0,-1 0,-1-3,32-114,-35 138,0 0,1 0,0 1,0-1,0 0,0 1,0-1,1 1,-1 0,1 0,0 0,0 0,1 0,-1 1,0-1,1 1,-1 0,1 0,0 0,0 1,0-1,0 1,0 0,0 0,0 0,0 1,1-1,18 4</inkml:trace>
  <inkml:trace contextRef="#ctx0" brushRef="#br0" timeOffset="34304.218">18690 3138,'1'8,"-1"-1,1 0,0 0,0 0,1 0,0 0,0 0,1 0,0 0,0-1,1 1,-1-1,1 0,1 0,-1-1,1 1,0-1,0 0,1 0,-1-1,6 4,-2-5,-1-1,1 0,-1 0,1-1,-1 0,1-1,0 0,0 0,-1-1,1 0,-1-1,1 1,-1-2,1 1,-1-1,0 0,0-1,0 0,-1 0,1-1,-1 0,0 0,-1-1,1 0,-1 0,0 0,0-1,-1 0,0 0,0 0,-1-1,0 0,0 1,-1-1,0-1,0 1,-1 0,0-1,0 1,-1-1,0 0,-1 1,0-8,-1 11,0 1,0-1,-1 0,1 1,-1-1,0 1,-1-1,1 1,-1 0,0 0,0 0,0 0,0 1,-1-1,1 1,-1 0,0 0,0 0,0 1,0-1,-1 1,1 0,-1 0,1 0,-1 1,0 0,0 0,1 0,-1 0,0 1,-6-1,0 1,1 0,-1 0,0 1,1 0,-1 1,1 1,-1-1,1 2,0-1,0 1,0 1,-3 2,-66 62,76-65,0-1,0 1,1 0,-1 0,1 0,0 0,0 1,0-1,1 1,0-1,-1 1,1-1,1 1,-1 0,1 0,0-1,0 1,0 0,1-1,0 5,1-5,0 0,1 0,-1-1,1 1,-1-1,1 1,0-1,1 0,-1 0,1 0,-1 0,1-1,0 1,0-1,0 0,0 0,0-1,0 1,0-1,1 0,-1 0,3 0,32 7</inkml:trace>
  <inkml:trace contextRef="#ctx0" brushRef="#br0" timeOffset="34557.321">19105 2778,'-14'-3,"-13"0,-11 3,-7 5,1 7,7 6,10 4,13 3,16 0,18-1,6-3</inkml:trace>
  <inkml:trace contextRef="#ctx0" brushRef="#br0" timeOffset="34753.307">19439 3232,'21'7,"15"2,13-2,10-6,4-4,-9-2</inkml:trace>
  <inkml:trace contextRef="#ctx0" brushRef="#br0" timeOffset="34754.307">20107 3273,'-7'-7,"-2"-2</inkml:trace>
  <inkml:trace contextRef="#ctx0" brushRef="#br0" timeOffset="50230.689">16231 4503,'-5'-7,"0"0,0 1,-1 0,1 0,-1 0,-1 1,1 0,-1 0,0 0,0 1,0 0,0 1,-1-1,0 2,0-1,0 1,0 0,0 0,0 1,0 0,0 1,-1 0,1 0,0 1,0 0,0 0,0 1,0 0,-4 1,3 2,1-1,0 1,0 1,1-1,-1 1,1 1,0-1,1 1,0 0,0 1,0-1,1 2,3-6,0 0,0 0,0 0,0 0,1 0,0 0,0 1,0-1,0 1,0-1,1 0,-1 1,1-1,0 1,0 0,0-1,0 1,1-1,0 0,-1 1,1-1,1 1,-1-1,0 0,1 0,-1 0,1 0,0 0,0 0,0 0,1 0,-1-1,2 2,6 2,1 1,0-2,0 0,0 0,1-1,0 0,0-1,0 0,0-1,0 0,0-1,0-1,1 0,-1 0,0-1,1-1,-3 1,1-1,-1 0,0 0,0-1,0 0,0-1,0 0,0-1,-1 0,3-2,-9 4,1 1,-1 0,0-1,0 0,0 0,0 0,-1 0,1 0,-1 0,0-1,0 1,0-1,0 1,-1-1,1 0,-1 0,0 0,0 0,0 0,-1 0,0 0,1 0,-1 0,-1 0,1 0,0 0,-1 0,0 0,0 1,1-1,-1 1,0-1,0 1,0-1,-1 1,1 0,-1 0,0 0,0 0,0 0,0 0,-1 0,1 1,-1-1,1 1,-1-1,0 1,0 0,0 0,0 1,0-1,-1 1,-2-2,5 4,0 0,0 0,0 0,0-1,1 1,-1 0,0 0,0 0,0 1,1-1,-1 0,1 0,-1 0,1 0,-1 1,1-1,0 0,-1 0,1 1,0-1,0 0,0 1,0-1,0 0,0 0,1 1,-1-1,0 0,0 1,1-1,-1 0,1 0,0 0,-1 0,1 1,0-1,-1 0,1 0,0 0,0 0,0-1,1 2,11 11,0 0,1 0,0-2,1 0,1 0,-1-2,2 0,-1-1,1 0,0-1,1-1,1-1,48 19</inkml:trace>
  <inkml:trace contextRef="#ctx0" brushRef="#br0" timeOffset="50846.76">16939 4489,'-11'-1,"0"-1,-1 2,1-1,0 1,-1 1,1 0,0 1,-1 0,0 1,8-2,0 1,0-1,0 1,0 0,1 0,-1 0,1 0,-1 1,1-1,0 1,0 0,0 0,1 0,-1 0,1 0,-1 1,1-1,0 1,0 0,1 0,-1-1,1 1,0 0,0 0,0 0,0 2,1-2,-1 0,1-1,0 1,0 0,1-1,-1 1,1 0,0-1,0 1,0-1,0 1,1-1,-1 0,1 0,0 1,0-1,0 0,0 0,1-1,-1 1,1 0,0-1,-1 0,1 1,0-1,0 0,1-1,-1 1,0-1,3 2,4 1,0-1,1 1,-1-2,1 1,0-1,0-1,0 0,0-1,8 0,-4-2,-1 1,0-2,0 0,0-1,-1 0,1-1,-1-1,0 0,0-1,-1 0,0-1,0 0,0-1,-1 0,-1-1,0 0,0-1,-1 0,0 0,-1-1,0 0,-1 0,-1-1,1 0,-2-1,0 1,1-8,4-19,-3-2,-1 1,-2-1,-1 0,-3 0,-1 0,-3 1,-1-1,-10-40,-14-5,29 86,-1 0,1 0,0 0,-1 0,1 1,0-1,-1 0,1 0,-1 0,1 1,-1-1,0 0,1 1,-1-1,0 0,1 1,-1-1,0 1,0-1,0 1,0 0,1-1,-1 1,0 0,0-1,0 1,0 0,0 0,0 0,0 0,0 0,0 0,1 0,-1 0,0 0,0 0,0 1,0-1,0 0,0 1,0-1,1 1,-1-1,0 1,0-1,1 1,-1-1,0 1,0 0,1-1,-1 1,1 0,-1-1,1 1,-1 0,1 0,-1 0,-24 53,17-29,2 1,1 0,1 0,1 0,1 0,2 1,1-1,0 0,2 1,1-1,2 0,0-1,1 1,2-2,1 1,0-1,2 0,1-1,0 0,2-2,1 1,0-2,2 0,14 12,-25-25,1 0,0-1,1 0,-1 0,1-1,1 0,-1 0,1-1,-1 0,1-1,0 0,0-1,1 0,-1-1,0 0,1 0,-1-1,0 0,1-1,-1 0,0-1,1 0,-1-1,0 0,7-3,-3-2,-1 0,-1-1,1 0,-1-1,-1-1,0 0,0 0,-1-1,-1 0,0-1,0 0,0-3,-20 74,10-54,0-1,0 1,1-1,-1 1,1 0,-1-1,1 1,0 0,1 0,-1-1,1 1,-1 0,1-1,0 1,1-1,-1 1,1-1,-1 0,1 1,0-1,0 0,0 0,1 0,-1 0,1-1,-1 1,1-1,0 1,0-1,0 0,3 1,13 2</inkml:trace>
  <inkml:trace contextRef="#ctx0" brushRef="#br0" timeOffset="51101.082">17821 4301,'-18'-4,"-20"-4,-14-5,-13-3,-8-1,-8-2,9 3</inkml:trace>
  <inkml:trace contextRef="#ctx0" brushRef="#br0" timeOffset="51354.405">16979 4061,'20'0,"21"0,17 0,17 0,15 0,14 0,7 0,-15 0</inkml:trace>
  <inkml:trace contextRef="#ctx0" brushRef="#br0" timeOffset="51521.96">18036 4369,'0'15,"0"-1,2 0,-1 0,2 1,0-1,1-1,4 13,-6-22,-1-1,1 1,-1 0,1-1,1 1,-1-1,0 0,1 0,-1 0,1 0,0 0,0 0,0-1,0 0,1 1,-1-1,1 0,-1-1,1 1,0-1,0 1,-1-1,1 0,0-1,0 1,0-1,0 1,0-1,4-1,-3 1,0-1,0-1,0 1,0-1,0 0,0 0,-1 0,1-1,-1 1,1-1,-1 0,0 0,0-1,-1 1,1-1,-1 0,1 0,-1 0,-1 0,1-1,0 1,0-4,34-109,-26-27,-10 140,-2 3,1-1,-1 1,1 0,0 0,0-1,-1 1,1 0,0 0,0-1,0 1,1 0,-1 0,0 0,0-1,1 1,-1 0,1 0,-1 0,1 0,-1-1,1 1,0 0,-1 0,1 0,0 0,0 1,0-1,0 0,0 0,0 0,0 1,0-1,0 0,0 1,0-1,0 1,0-1,1 1,-1 0,12 5</inkml:trace>
  <inkml:trace contextRef="#ctx0" brushRef="#br0" timeOffset="51718.431">18650 4436,'-2'3,"0"0,1 0,-1 0,1 1,0-1,0 0,0 1,0-1,0 1,1-1,0 1,0 0,0-1,0 1,0-1,1 1,-1-1,1 1,0-1,0 0,0 1,1-1,-1 0,1 0,0 1,0-1,0-1,0 1,0 0,1 0,-1-1,1 0,0 1,-1-1,3 1,7 1,0 0,1 0,-1-2,1 1,0-2,-1 1,1-2,0 0,0 0,0-1,0-1,-1 0,1-1,-1 0,0-1,5-2,-11 5,-1-1,1 0,-1 0,0 0,0 0,0-1,0 0,0 0,0 0,-1 0,1-1,-1 0,0 0,0 0,-1 0,1-1,-1 1,0-1,0 0,-1 0,1 0,-1 0,0-1,-1 1,1 0,-1-1,0 1,0-1,-1 0,1 1,-1-1,-1 0,1 1,-1-1,0 1,-1-3,-2 1,-1-1,0 1,-1 1,0-1,0 1,-1 0,1 0,-1 0,0 1,-1 0,1 1,-1 0,0 0,0 0,0 1,-1 1,1-1,-1 1,1 1,-1-1,0 1,0 1,1 0,-1 0,0 1,0 0,0 0,1 1,-1 0,1 1,0 0,-1 0,1 1,0 0,1 0,-1 1,1-1,0 2,0-1,-1 3,5-5,0-1,0 1,0 0,0 0,1 0,-1 0,1 1,0-1,0 1,0-1,1 1,-1 0,1 0,0 0,0-1,0 1,1 0,-1 0,1 0,0 0,0 1,1-1,-1 0,1-1,-1 1,1 0,1 0,-1 0,0 0,1-1,0 1,2 3,23 15,4-6</inkml:trace>
  <inkml:trace contextRef="#ctx0" brushRef="#br0" timeOffset="51968.498">19238 4155,'-9'4,"-3"2</inkml:trace>
  <inkml:trace contextRef="#ctx0" brushRef="#br0" timeOffset="52214.838">19292 4636,'13'18,"14"9,14 1,14-4,12-5,12-7,6-10,-12-4</inkml:trace>
  <inkml:trace contextRef="#ctx0" brushRef="#br0" timeOffset="-17652.21">8544 1642,'-22'41,"7"-62,12 17,0 0,0 1,0-1,-1 1,0 0,1 0,-1 0,-1 1,1-1,0 1,0 0,-1 0,1 1,-1-1,0 1,1 0,-1 0,0 1,0-1,1 1,-1 0,0 1,0-1,1 1,-1 0,0 0,0 0,-1 1,-5 1,1 1,0 0,0 0,0 1,1 0,0 1,0 0,0 1,0-1,1 2,0-1,-1 3,4-5,1-1,0 1,0 0,0 0,1 1,-1-1,1 1,0-1,1 1,0 0,0 0,0 0,0 0,1 1,0-1,1 0,-1 1,1-1,0 0,1 1,-1-1,1 0,1 0,-1 1,1-1,0 0,0 0,1-1,0 1,0 0,0-1,1 0,0 0,0 0,3 3,8 2,1-1,1-1,-1 0,1-1,1-1,-1-1,1 0,0-1,0-1,1-1,-1 0,0-2,1 0,6-1,0 1,0-1,-1-1,0-1,1-1,-1-1,0-1,-1-1,0-1,0-1,4-3,1-7</inkml:trace>
  <inkml:trace contextRef="#ctx0" brushRef="#br0" timeOffset="-16977.919">8932 1614,'-3'3,"1"0,-1 0,1 0,0 0,0 0,0 0,0 1,1-1,-1 1,1-1,0 1,0-1,0 1,0 0,1 0,0-1,-1 1,1 0,1 0,-1-1,0 1,1 0,0 0,0-1,0 1,1 0,3 23,2-1,0 0,2 0,1-1,1 0,1-1,6 8,-18-31,0 0,0 0,1 0,-1 0,0 0,0 0,1 0,-1 0,0-1,1 1,-1 0,1 0,-1 0,1-1,-1 1,1 0,0-1,-1 1,1 0,0-1,0 1,-1-1,1 1,0-1,0 1,0-1,0 0,0 1,-1-1,1 0,0 0,0 0,0 0,0 0,0 0,0 0,0 0,0 0,0 0,0 0,0 0,-1-1,1 1,0 0,0-1,0 1,0-1,0 1,-1-1,1 1,0-1,-1 1,1-1,0 0,-1 1,1-1,-1 0,1 0,0 0,6-15,0-1,-1 0,-1 0,0-1,-1 0,-1 1,-1-1,0-7,-2 20,6-95,-6 126,0-1,1 0,2 0,0 0,6 20,-8-40,0 1,1-1,0 0,0 0,0 0,0 0,1 0,0-1,0 1,0-1,1 1,-1-1,1 0,0-1,0 1,0-1,1 1,-1-1,1-1,0 1,0-1,0 1,0-1,0-1,0 1,1-1,-1 0,0 0,1 0,1-1,0 0,0-1,0 1,-1-1,1-1,0 1,0-1,0 0,-1-1,0 0,1 0,-1 0,0-1,0 0,-1 0,1 0,-1-1,0 0,0 0,0 0,-1 0,0-1,0 0,0 0,-1 0,3-6,1-3,0-1,-1 0,-1-1,-1 1,0-1,-1 0,-1 0,0 0,-1-1,-1 1,-9-12,9 29,-1 0,1 0,-1-1,0 1,1 0,-1 0,1 0,-1 0,0 0,1 0,-1 0,0 0,1 0,-1 0,1 0,-1 0,0 1,1-1,-1 0,1 0,-1 1,1-1,-1 0,1 1,-1-1,1 0,-1 1,1-1,-1 1,1-1,-1 1,1-1,0 1,-1-1,1 1,0-1,0 1,-1 0,1-1,0 1,0-1,0 1,0 0,-7 12,2 0,-1 0,2 0,0 1,0-1,1 1,1 0,0 0,1 0,1 0,0 1,0-10,1 0,0 0,0 0,0 0,0-1,1 1,0 0,0 0,0-1,0 0,1 1,0-1,-1 0,2 0,-1 0,0-1,1 1,0-1,0 0,0 0,0 0,0 0,1-1,-1 1,1-1,-1-1,1 1,1 0,11 2,0 0,0 0,1-2,-1 0,0-1,1-1,11-2,31-4,-7-3</inkml:trace>
  <inkml:trace contextRef="#ctx0" brushRef="#br0" timeOffset="-16519.146">10041 1708,'-15'-4,"-1"0,0 1,0 1,0 1,0 0,0 0,-1 2,1 0,0 1,-8 2,17-2,-1 0,1 0,0 1,0-1,0 1,1 1,-1 0,1 0,0 0,0 0,0 1,0 0,1 0,0 1,0 0,0 0,1 0,0 0,0 0,1 1,-1 0,1 0,0 3,2-7,0 1,0-1,0 0,1 1,-1-1,1 0,0 1,0-1,0 0,1 1,-1-1,1 0,0 1,0-1,0 0,0 0,1 0,-1 0,1 0,-1 0,1 0,0 0,1-1,-1 1,0-1,1 1,-1-1,1 0,0 0,-1 0,1 0,0-1,0 1,0-1,1 0,-1 0,1 1,8 1,-1-1,1 0,0-1,0 0,0 0,-1-1,1-1,0 0,0-1,-1 0,1-1,-1 0,1-1,-1 0,0-1,-1 0,1 0,-1-1,0-1,0 0,-1 0,0-1,0 0,-1 0,2-4,1-7,-2 1,0-2,-1 1,-1-1,-1 0,0-1,-2 0,-1 0,0 0,-1 0,-2 0,0 0,-1 0,-2-11,-2-27,-2-1,-2 2,-4-1,-4-9,-14-9,30 76,1 1,0-1,0 0,-1 0,1 1,0-1,-1 0,1 1,-1-1,1 0,-1 1,1-1,-1 1,1-1,-1 1,0-1,1 1,-1-1,0 1,1 0,-1-1,0 1,0 0,1-1,-1 1,0 0,0 0,0 0,1 0,-1 0,0 0,0 0,0 0,1 0,-1 0,0 0,0 1,1-1,-1 0,0 0,0 1,1-1,-1 1,0-1,1 0,-1 1,1 0,-1-1,0 1,1-1,-1 1,1-1,-1 1,1 0,0-1,-1 1,1 0,-21 46,9 0,3-1,1 1,2 1,2-1,3 1,2 24,0-50,0 0,1 0,2 0,0-1,1 1,1-1,1 0,1-1,1 0,0 0,2-1,0 0,1 0,1-2,1 1,13 12,20 12</inkml:trace>
  <inkml:trace contextRef="#ctx0" brushRef="#br0" timeOffset="-16251.349">10883 1561,'0'16,"2"14,1 9,2 8,3-1,2-1,-1-6,1-9,0-10,-1-9</inkml:trace>
  <inkml:trace contextRef="#ctx0" brushRef="#br0" timeOffset="-15777.775">10789 1267,'17'20,"1"-1,1 0,1-2,0 0,2-1,0-1,19 10,-21-14,-1 0,0 2,-1 0,0 1,-1 1,-1 0,0 2,-1-1,-1 2,12 19,45 165,-69-199,-1 1,1-1,0 0,0 0,0 0,1-1,-1 1,1 0,0-1,-1 1,1-1,0 0,0 0,1 0,-1-1,0 1,1-1,-1 1,0-1,1 0,0-1,-1 1,1 0,-1-1,1 0,0 0,-1 0,1 0,2-1,3-1,-1 1,1-1,-1 0,1-1,-1 0,0-1,-1 1,1-1,0-1,-1 1,0-1,1-2,0 0,-1-1,0 0,0-1,-1 0,0 0,0 0,-1-1,0 0,-1 1,0-2,-1 1,0 0,-1-1,0 0,0 1,-1-1,0 0,-1 0,0 0,-3-10,-3 2,6 19,0 0,0 1,0-1,0 0,0 0,0 1,0-1,0 0,0 0,0 1,0-1,0 0,0 0,0 0,0 1,-1-1,1 0,0 0,0 1,0-1,0 0,0 0,0 0,-1 1,1-1,0 0,0 0,0 0,-1 0,1 1,0-1,0 0,0 0,-1 0,1 0,0 0,0 0,-1 0,1 0,0 0,0 0,-1 0,1 0,0 0,0 0,-1 0,1 0,0 0,0 0,-1 0,1 0,0 0,0 0,0 0,-1 0,1-1,0 1,0 0,0 0,-1 0,1 0,0-1,0 1,0 0,0 0,-1 0,1-1,-2 14,0 1,0-1,1 1,1-1,1 1,-1-1,2 0,0 1,1-1,0 0,1 0,4 8,-5-12,0 0,1-1,0 1,1-1,0 0,0-1,1 1,0-1,0 0,1 0,-1-1,1 0,1 0,-1-1,1 0,0 0,1-1,-1 0,1 0,-1-1,1 0,2 0,26 5</inkml:trace>
  <inkml:trace contextRef="#ctx0" brushRef="#br0" timeOffset="-15268.913">11699 987,'38'388,"-33"-306,-4-26,4-1,1 0,3 0,16 51,-24-99,1-1,0 0,0 0,0 0,1-1,0 1,0 0,1-1,0 0,0 0,0 0,0 0,1-1,-1 1,1-1,0 0,1-1,-1 1,1-1,-1 0,1-1,0 1,0-1,0 0,0-1,1 1,0-1,2-1,0 0,1 0,-1-1,1-1,-1 1,0-2,0 1,0-1,0 0,0-1,-1 0,0-1,1 1,-2-2,1 1,0-1,-1 0,0-1,-1 1,0-1,0-1,0 1,-1-1,0 0,0 0,-1-1,0 1,0-1,-1 0,0 0,-1 0,0 0,-1-1,0 1,0 0,0-1,-2 1,1-1,-2-5,2 12,0 0,0-1,-1 1,0-1,0 1,0-1,0 1,0 0,0 0,-1 0,0-1,1 2,-1-1,0 0,-1 0,1 0,0 1,-1 0,1-1,-1 1,0 0,0 0,0 0,0 1,0-1,0 1,-1-1,1 1,0 0,-1 0,1 1,0-1,-1 1,1 0,-1 0,1 0,-1 0,1 0,-1 1,1-1,-1 1,1 0,0 0,0 1,-3 0,2 3,-1-1,1 1,-1 0,1 1,1-1,-1 1,1 0,0 0,0 0,1 0,0 0,0 0,0 1,1-1,0 1,0-1,1 1,0 0,0-1,0 1,1-1,0 1,0-1,1 1,0-1,0 0,0 1,1-1,2 5,3-1,-1 0,1 0,1-1,0 0,0 0,1-1,0 0,0-1,1 0,0 0,0-2,0 1,1-1,0-1,0 0,0-1,1 0,-1-1,1 0,3 0,29 3</inkml:trace>
  <inkml:trace contextRef="#ctx0" brushRef="#br0" timeOffset="-15015.564">11712 1361,'-14'-5,"-6"-1,2 0,13 1,22 2,25 1,26 1,23 0,-5 1</inkml:trace>
  <inkml:trace contextRef="#ctx0" brushRef="#br0" timeOffset="-14646.55">12394 1855,'12'-13,"-1"0,0-1,-1-1,-1 0,0 0,-1 0,0-1,-2-1,0 1,0-1,-2 0,0 0,-1 0,-1-1,0 1,-1-1,-1 1,-1-1,-2-9,-29-50,30 76,1-1,0 0,0 0,-1 1,1-1,-1 0,0 1,1 0,-1-1,0 1,0 0,0 0,0 0,0 0,0 0,0 0,0 1,0-1,0 1,0-1,0 1,-1 0,1 0,0 0,0 0,0 0,-1 0,1 1,0-1,0 1,0-1,0 1,0 0,0 0,0 0,0 0,0 1,0-1,0 0,0 1,0-1,1 1,-1 0,1 0,-1-1,1 1,-1 0,1 0,0 1,0-1,0 0,0 0,1 0,-1 1,0-1,1 0,0 1,-1-1,1 0,0 1,0-1,1 0,-1 1,0-1,1 0,-1 1,1-1,0 0,0 0,0 1,0-1,0 0,0 0,1 0,-1 0,0-1,1 1,0 0,-1 0,1-1,0 1,0-1,13 7,-1 0,1-1,1-1,-1 0,1-2,0 1,1-2,-1 0,0-1,1-1,4 0,21 3,-26-2,-9-2,-1 0,1 0,-1 0,1 1,0 0,-1 0,0 1,1 0,-1 0,0 0,0 1,0 0,0 0,0 0,-1 1,1 0,-1 0,0 0,0 1,-1 0,1 0,-1 0,0 0,1 3,8 78,3 9,-15-92,1 1,0-1,0 1,0-1,0 0,0 1,1-1,-1 0,1-1,0 1,0 0,0-1,0 0,1 0,-1 0,0 0,1 0,0 0,-1-1,1 0,0 0,4 1,29 1,0-5</inkml:trace>
  <inkml:trace contextRef="#ctx0" brushRef="#br0" timeOffset="-14052.115">13128 1455,'15'6,"0"1,0 1,-1 0,-1 1,1 0,-2 1,1 1,-1 0,-1 0,0 1,-1 1,0 0,-1 0,0 1,-1 0,0 1,-2 0,0 0,0 0,-1 1,-1-1,1 14,0 14,-2 0,-2 0,-2 0,-2 0,-1 1,-4 133,8-166,1-1,0 1,0-1,1 0,1 0,0 0,0 0,1 0,0 0,1-1,0 0,1 0,-1 0,2-1,-1 0,1 0,0 0,1-1,0 0,0-1,0 0,1 0,0 0,0-1,1-1,4 2,-2 0,0-1,0-1,0 0,0 0,1-2,0 1,-1-1,1-1,0-1,0 0,0 0,0-1,-1-1,1 0,0-1,-1 0,1-1,-1 0,0-1,-1 0,8-5,-15 6,0 1,-1-1,1 0,-1 1,0-2,-1 1,1 0,-1 0,1-1,-1 0,0 1,-1-1,1 0,-1 0,0 0,0 0,-1 0,0 0,1 0,-2 0,1-4,-2-6,-1 1,0 0,-1 0,0 0,-1 0,-1 1,-1-3,-16-25,-1 0,-2 1,-2 2,-1 1,-2 1,-2 1,-1 2,-1 2,-2 1,-5-1,-31-25,72 55,1 1,-1 0,1-1,-1 1,1-1,-1 1,1-1,0 1,-1-1,1 1,0-1,-1 0,1 1,0-1,0 1,0-1,-1 0,1 1,0-1,0 1,0-1,0 0,0 1,0-1,0 0,1 1,-1-1,0 1,0-1,0 0,0 1,1-1,-1 1,0-1,1 1,-1-1,0 1,1-1,-1 1,1-1,-1 1,1-1,-1 1,1 0,-1-1,1 1,-1 0,1-1,-1 1,1 0,0 0,-1 0,1 0,0-1,-1 1,1 0,-1 0,1 0,0 0,147-27,-105 22,82-6,-123 12,-1-1,1 1,-1 0,1-1,-1 1,1 0,-1 0,0 0,1 0,-1 0,0 0,0 0,0 1,0-1,0 0,0 1,0-1,0 0,0 1,-1-1,1 1,-1 0,1-1,-1 1,1-1,-1 1,0 0,0-1,0 1,0 0,0-1,0 1,0 0,-1-1,1 1,-1-1,1 1,-1-1,1 1,-1-1,0 1,0 0,-1 8,0-4,0 1,0 0,1 0,0 0,0 0,1 0,0 0,0 0,0 0,1 0,0 0,1 0,-1 0,1-1,1 1,-1 0,1-1,0 0,1 0,0 0,-1 0,2 0,-1-1,1 0,0 1,0-2,0 1,5 3,-4-5,0 0,0-1,0 1,0-1,1-1,-1 1,0-1,1 0,-1 0,1-1,-1 0,1 0,-1 0,1-1,-1 0,1-1,24-8</inkml:trace>
  <inkml:trace contextRef="#ctx0" brushRef="#br0" timeOffset="-13800.275">13744 1348,'-5'2,"8"5,15 5,4-1</inkml:trace>
  <inkml:trace contextRef="#ctx0" brushRef="#br0" timeOffset="-13211.795">14306 1441,'-20'-7,"0"1,-1 0,0 2,1 1,-1 0,0 1,-1 2,1 0,0 1,0 1,0 1,1 1,-9 3,25-6,0-1,0 1,0 1,0-1,0 0,1 1,-1 0,1 0,-1 0,1 0,-1 0,1 1,0 0,0 0,1-1,-1 2,0-1,1 0,0 0,0 1,0-1,0 1,0 0,1-1,-1 1,1 0,0 0,1 0,-1 0,1 0,-1 0,1 0,0 0,1 0,-1 0,1 0,-1 0,1 0,1 0,-1 0,0 0,1 0,0 0,10 9,1 0,0-1,0 0,1-1,1-1,0 0,0-1,1-1,0 0,1-1,-1-1,2 0,-1 1,210 87,-227-94,2 0,-1 0,0 0,0 1,1-1,-1 0,0 0,0 1,1-1,-1 1,0-1,0 1,0-1,0 1,0 0,0-1,0 1,0 0,0 0,0 0,0 0,0 0,-1 0,1 0,0 0,-1 0,1 0,-1 0,1 0,-1 1,1-1,-1 0,0 0,0 1,0-1,0 0,0 0,0 1,0-1,0 0,0 0,0 1,-1-1,1 0,0 0,-1 0,1 1,-1-1,-7 3,1-1,-1 0,0 0,0-1,0 0,-1 0,1-1,0 0,-1-1,-4 0,-1 1,-6 1,-2 0,0-1,0 0,1-2,-1 0,-9-3,31 4,-1 0,0 0,0 0,1 0,-1 0,0 0,0 0,1 0,-1 0,0 0,0 0,1 0,-1-1,0 1,0 0,1-1,-1 1,0-1,1 1,-1 0,1-1,-1 1,1-1,-1 0,1 1,-1-1,1 1,-1-1,1 0,-1 1,1-1,0 0,0 0,-1 1,1-1,0 0,0 0,0 1,0-1,0 0,0 0,0 1,0-1,0 0,0 0,0 1,0-1,1 0,-1 0,0 1,1-1,-1 0,0 1,1-1,-1 0,1 1,-1-1,1 1,-1-1,1 1,0-1,41-32,-5 12,2 2,0 1,1 2,1 2,40-8,-79 21,0 0,-1 0,1 0,0 0,-1 0,1 1,0-1,0 1,0-1,-1 1,1 0,0-1,0 1,0 0,0 0,0 1,-1-1,1 0,0 0,0 1,0-1,0 1,-1 0,1 0,0-1,-1 1,1 0,-1 0,1 1,-1-1,1 0,-1 0,0 1,1-1,-1 1,0-1,0 1,0-1,0 1,0 0,-1 0,1-1,0 1,-1 0,0 0,1 0,-1-1,0 1,0 1,-5 21,4-22,0 0,0 1,0-1,1 1,-1-1,0 1,1-1,0 1,-1-1,1 1,0 0,0-1,1 1,-1-1,1 1,-1-1,1 1,0-1,-1 1,1-1,1 0,-1 1,0-1,0 0,1 0,0 0,-1 0,1 0,0 0,1 1,5 0,0 0,1 0,-1-1,0 0,1 0,0-1,-1 0,1 0,0-1,-1 0,1-1,0 0,-1 0,1-1,-1 0,1-1,-1 0,0 0,4-3,-7 4,0 0,0 0,0-1,-1 0,0 0,1 0,-1 0,0-1,0 0,-1 0,1 0,-1 0,0 0,0-1,0 1,-1-1,0 0,0 0,0 0,0 0,-1 0,1 0,-1 0,-1-1,1 1,-1 0,0-1,0 1,0 0,-1 0,0-1,0 1,0 0,-1 0,0 0,0 0,0 0,0 0,-1 1,-1-2,-2-1,0 0,0 1,-1 0,0 0,0 0,-1 1,0 0,1 1,-2 0,1 0,0 0,-1 1,0 1,0-1,1 1,-1 1,-1 0,1 0,-4 0,7 1,-1 0,1-1,-1 2,1-1,0 1,-1 0,1 0,0 1,0 0,0 0,0 1,0-1,0 1,0 0,1 1,0 0,0-1,0 2,0-1,0 0,1 1,0 0,0 0,0 0,1 1,-1-1,-1 5,4-6,0 0,-1 0,1 0,1 0,-1 1,1-1,-1 0,1 0,0 0,1 1,-1-1,1 0,0 0,0 0,0 0,0 0,1 0,0 0,-1 0,1-1,1 1,-1 0,1-1,-1 0,1 0,1 1,2 2,1 0,0 0,0-1,0 0,0-1,1 1,0-1,0-1,0 0,0 0,0 0,5 0,35 3,-3-5</inkml:trace>
  <inkml:trace contextRef="#ctx0" brushRef="#br0" timeOffset="-12968.446">14813 1267,'-20'0,"-12"2,-5 6,0 5,6 6,8 6,10 6,13 6,12 4,11 2,2-6</inkml:trace>
  <inkml:trace contextRef="#ctx0" brushRef="#br0" timeOffset="-12732.079">14920 1735,'14'9,"11"5,8 3,8-1,8-4,5-4,2-3,-1-3,-8-1,-12-4,-12-3,-10 0</inkml:trace>
  <inkml:trace contextRef="#ctx0" brushRef="#br0" timeOffset="30703.062">11752 2951,'-22'-6,"14"2,0 1,0-1,0 2,0-1,0 1,-1 0,1 1,-1 0,1 0,-1 1,1 0,-1 1,0 0,1 0,0 0,-1 1,1 1,0-1,0 2,0-1,0 1,1 0,-5 3,5 2,0 0,1 1,0 0,0 1,1-1,0 1,1 0,1 0,-1 1,2-1,-1 1,2-1,-1 1,2 0,0-1,0 1,1 2,-1-11,0 0,0-1,0 1,0 0,0-1,1 1,-1 0,1-1,0 1,-1-1,1 1,1-1,-1 1,0-1,0 0,1 0,0 1,-1-1,1 0,0 0,0-1,0 1,0 0,0-1,0 1,1-1,-1 0,0 1,1-1,-1 0,1-1,-1 1,1 0,0-1,-1 1,1-1,0 0,-1 0,1 0,0 0,-1 0,2-1,9-5,0-1,0 0,-1-1,0 0,-1-1,1-1,-2 1,1-2,-1 0,-1 0,0 0,-1-1,0-1,0 0,10-18,-1-1,-1-1,-2 0,-1-1,-2-1,-1 0,-2 0,-1-1,-2 0,-1 0,-2 0,-2 0,-3-24,-15-25,17 84,0 0,0 0,-1 0,1 0,0 0,-1 0,1 1,-1-1,1 0,-1 1,1-1,-1 1,1 0,-1-1,1 1,-1 0,0 0,1 0,-1 0,0 0,1 0,-1 1,1-1,-1 0,1 1,-1-1,1 1,-1 0,1-1,-1 1,1 0,0 0,-1 0,1 0,0 0,0 0,0 0,0 1,0-1,0 0,0 1,0-1,0 0,1 1,-1-1,0 1,1-1,0 1,-1 0,1 0,-14 23,1 0,1 1,1 1,2 0,1 0,1 1,1 0,1 0,2 1,1-1,1 14,0-29,0 0,2 0,-1 0,2 0,0-1,0 1,1 0,1-1,0 0,0 0,1 0,1 0,0-1,1 0,0 0,0-1,1 0,1 0,0-1,0 0,1 0,0-1,0 0,1-1,2 1,-4-4,2 0,-1 0,0-1,1 0,0-1,-1 0,1 0,0-2,0 1,0-1,0-1,0 0,0 0,-1-1,1-1,0 0,-1 0,0-1,0 0,0-1,0 0,-1 0,0-1,0-1,0 1,-1-1,0-1,0 0,-1 0,0 0,0-1,-1 0,0 0,-1-1,2-3,-2 3,0 0,0-1,-1 0,0 0,-1 0,0 0,-1 0,0-1,-1 0,0 1,-1-1,0 1,-1-1,0 1,-1-1,0 1,-1-1,-1-3,3 14,1 0,0-1,-1 1,1 0,-1 0,0 0,1 0,-1-1,0 1,0 0,1 0,-1 0,0 1,0-1,0 0,0 0,0 0,0 1,0-1,-1 1,1-1,0 1,0-1,0 1,-1-1,1 1,0 0,-1 0,1 0,0 0,0 0,-1 0,1 0,0 0,0 0,-1 1,1-1,0 0,0 1,-1-1,1 1,0 0,0-1,0 1,0 0,0-1,0 1,-1 1,-34 55,33-49,1 1,-1 0,1 0,1 0,-1 0,2 0,-1 0,1 0,1 0,-1 0,1 0,1 0,0 0,0 0,1-1,0 1,1-1,-1 0,2 0,-1 0,1 0,0-1,1 1,-1-1,2-1,-1 1,1-1,4 3,6 2,2-1,-1-1,1 0,1-2,-1 0,1-1,0-1,1-1,-1-1,7 0,54 6</inkml:trace>
  <inkml:trace contextRef="#ctx0" brushRef="#br0" timeOffset="31318.469">13931 2711,'-43'3,"1"3,0 1,0 2,1 2,0 1,-34 17,51-21,2-1,1 1,-1 0,1 2,1 0,0 2,1 0,-4 4,22-16,0 1,1-1,-1 1,0-1,0 1,0-1,1 1,-1-1,0 1,1 0,-1-1,0 1,1 0,-1 0,1-1,0 1,-1 0,1 0,-1 0,1 0,0 0,0 0,0 0,-1-1,1 1,0 0,0 0,0 0,0 0,0 0,1 0,-1 0,0 0,0 0,1 0,-1-1,0 1,1 0,-1 0,1 0,-1-1,1 1,-1 0,1 0,0-1,-1 1,1 0,0-1,0 1,-1-1,1 1,0-1,0 0,0 1,0-1,56 17,89 2,-98-15,1 2,-1 2,-1 3,0 1,6 5,-43-13,-1 0,0 1,0 0,0 0,-1 1,0 0,0 0,7 8,-13-12,0 0,-1-1,1 1,-1 0,0 0,1 0,-1 1,0-1,0 0,0 0,-1 1,1-1,0 0,-1 1,0-1,1 1,-1-1,0 0,0 1,0-1,-1 1,1-1,-1 0,1 1,-1-1,0 0,0 1,0-1,0 0,0 0,0 0,0 0,-1 0,1 0,-1 0,0 0,0-1,1 1,-2 0,-13 9,-1-1,1 0,-1-1,-1-1,0-1,0-1,0 0,-1-1,0-1,0-1,0 0,-8-1,-24 4,-1-2,0-2,-46-4,71-2,27 3,0 1,-1 0,1-1,0 1,0-1,0 1,0-1,0 1,0-1,0 1,0-1,0 1,0-1,0 1,0-1,0 1,0-1,0 1,0-1,0 1,1-1,-1 1,0 0,0-1,1 1,-1-1,0 1,0 0,1-1,-1 1,0-1,1 1,-1 0,1 0,-1-1,1 1,-1 0,0 0,1-1,-1 1,1 0,-1 0,1 0,-1 0,1 0,-1 0,1 0,-1 0,1 0,-1 0,1 0,-1 0,1 0,-1 0,1 0,-1 1,1-1,-1 0,0 0,1 0,-1 1,43-13,7-1</inkml:trace>
  <inkml:trace contextRef="#ctx0" brushRef="#br0" timeOffset="31602.71">14212 2844,'-7'21,"2"0,1 0,0 0,1 0,2 1,0-1,1 1,1-1,1 1,1-1,1 0,1 0,1 0,0-1,2 1,0-2,2 1,0-1,1-1,3 4,-6-14,0 0,0 0,1-1,0 0,0 0,1-1,0 0,0-1,1 0,-1-1,1 0,0-1,0 0,0 0,1-1,-1-1,0 0,1 0,-1-1,1-1,-1 0,0 0,1-1,-1-1,0 0,0 0,0-1,-1-1,1 0,-1 0,3-3,-9 5,1 0,-1-1,0 0,0 1,-1-1,1-1,-1 1,0-1,0 1,0-1,-1 0,1 0,5-22</inkml:trace>
  <inkml:trace contextRef="#ctx0" brushRef="#br0" timeOffset="31850.205">14038 3112,'23'-4,"18"-2,14 0,12-1,7-2,3 1,-2 0,-10-2,-12-1,-14-1,-14 2</inkml:trace>
  <inkml:trace contextRef="#ctx0" brushRef="#br0" timeOffset="32133.447">14238 2831,'65'7,"0"-3,0-2,28-5,-31 1,-9 0,-3 0,1 1,-1 3,0 2,30 7,-73-10,0 1,0-1,-1 1,1 1,0-1,-1 1,0 0,0 0,0 1,0 0,-1 0,1 0,-1 1,0 0,0 0,0 0,-1 0,0 1,0 0,-1 0,1 0,-1 0,0 1,-1-1,1 3,1 12,-1 1,-1 0,-1 0,0 0,-2 0,-3 20,1-22,2 1,0 0,1 0,1 0,1 0,1-1,3 11,3-22,-10-34,-8-7,-2-1</inkml:trace>
  <inkml:trace contextRef="#ctx0" brushRef="#br0" timeOffset="32298.551">14840 2885,'-18'-19,"-13"-11,-6-5,2 3,10 6,18 9,20 11,22 8,25 5,28-1,26 1,25-3,17-1,-18-1</inkml:trace>
  <inkml:trace contextRef="#ctx0" brushRef="#br0" timeOffset="29652.864">8490 3018,'0'0,"0"0,-1 0,1 0,0 0,-1 0,1 0,0 0,0 0,-1 0,1 0,0 0,0 1,-1-1,1 0,0 0,0 0,-1 0,1 0,0 1,0-1,-1 0,1 0,0 0,0 1,0-1,0 0,-1 0,1 1,0-1,0 0,0 0,0 1,0-1,0 0,0 1,0-1,0 0,0 0,0 1,0-1,0 0,0 0,0 1,0-1,0 0,0 1,0-1,0 0,0 0,-9-8,4 5,0-1,0 1,0 1,-1-1,1 1,-1-1,1 2,-1-1,0 1,0-1,0 2,1-1,-1 1,0 0,0 0,0 0,0 1,0 0,0 0,0 0,1 1,-1 0,0 0,1 1,0-1,0 1,-1 0,2 1,-1-1,0 1,1 0,-1 0,1 1,0-1,1 1,-1 0,1 0,0 0,0 0,0 0,1 1,0-1,0 1,0 0,1-1,0 1,0 0,1 0,-1 0,1 0,0 0,1 2,1 0,0 0,0 0,1 0,0-1,0 1,1-1,0 0,1 0,-1 0,1 0,1-1,-1 0,1 0,0-1,0 1,1-1,-1 0,1-1,0 0,1 0,-1 0,1-1,0 0,7 2,0-1,1 0,0-1,0 0,0-1,0-1,0-1,0 0,1-1,-1-1,6-2,4-1,-1-1,1-2,-2 0,1-2,-1 0,-1-2,0-1,-1 0,0-2,-1 0,18-18,-33 28,-1 0,0 0,0 0,0-1,-1 1,1-1,-1 0,-1-1,1 1,-1-1,0 1,-1-1,0 0,0 0,1-7,-3 14,0 1,0-1,0 0,0 1,0-1,0 0,-1 0,1 1,0-1,0 0,0 1,-1-1,1 0,0 0,0 1,-1-1,1 0,0 0,0 1,-1-1,1 0,0 0,-1 0,1 0,0 0,-1 1,1-1,0 0,-1 0,1 0,0 0,-1 0,1 0,-1 0,1 0,0 0,-1 0,1 0,0-1,-1 1,1 0,0 0,-1 0,1 0,0 0,-1-1,1 1,0 0,0 0,-1-1,1 1,0 0,0-1,12 61,-5-41,40 119,-47-137,0 0,0 0,0 0,0 0,1 0,-1 1,0-1,1 0,-1 0,1 0,-1 0,1 0,0 0,-1 0,1-1,0 1,0 0,-1 0,1 0,0-1,0 1,0 0,0-1,0 1,0-1,0 1,0-1,0 0,0 1,1-1,-1 0,0 0,0 0,0 1,0-1,0 0,1-1,-1 1,0 0,0 0,0 0,0-1,0 1,5-6,-1 1,0-1,-1 0,1-1,-1 1,-1-1,1 0,-1 0,0 0,0-2,3-5,60-158,-66 173,0-1,0 0,1 0,-1 0,0 1,0-1,1 0,-1 0,0 0,0 0,1 0,-1 0,0 0,1 1,-1-1,0 0,0 0,1 0,-1 0,0 0,1 0,-1 0,0 0,0-1,1 1,-1 0,0 0,0 0,1 0,-1 0,0 0,0 0,1-1,-1 1,0 0,0 0,0 0,1-1,-1 1,0 0,0 0,0-1,0 1,1 0,-1 0,0-1,0 1,0 0,0 0,0-1,0 1,0 0,0 0,0-1,0 26,-7 19,4-30,0 0,1 0,1 0,0 0,1 0,0 1,1-1,1 0,0 0,1 0,3 8,-5-20,0 1,1-1,-1 0,0 0,1 0,-1 0,1 0,0 0,0 0,0 0,0-1,0 1,0-1,0 1,1-1,-1 0,0 0,1 0,-1 0,1 0,-1-1,1 1,-1-1,1 1,-1-1,1 0,0 0,-1 0,1-1,-1 1,3-1,2-1,0 0,0 0,0-1,0 1,0-2,-1 1,1-1,-1 0,0 0,4-4,1-4,-1 0,0 0,0-1,-1 0,-1-1,0 0,-1 0,-1-1,0 0,-1 0,0 0,-1-1,-1 0,-1 1,0-1,-1 0,0 0,-2-2,0 61,-1-16,1 0,1 0,2 0,4 22,-5-44,1 0,0 0,0 0,0-1,1 1,-1 0,1-1,0 0,1 1,-1-1,1-1,0 1,0 0,0-1,0 0,0 0,1 0,0-1,-1 1,1-1,0 0,0 0,5 0,123 16,15-23,-79-1</inkml:trace>
  <inkml:trace contextRef="#ctx0" brushRef="#br0" timeOffset="30035.841">10175 3125,'-14'-4,"0"0,0 1,0 0,-1 1,1 1,0 0,-1 1,1 1,-1 0,1 1,0 0,0 1,0 1,0 0,0 1,1 1,0 0,-7 4,18-8,-1-1,1 1,-1 0,1 0,0 0,0 0,0 0,0 0,0 1,0-1,1 1,-1-1,1 1,0 0,-1 0,1-1,0 1,1 0,-1 0,1 0,-1 0,1 0,0 0,0 0,0 0,0 0,1 0,-1 0,1 0,0 0,-1-1,1 1,1 0,-1 0,0-1,1 1,-1 0,1-1,0 0,0 1,0-1,0 0,0 0,2 1,1 0,0-1,0 1,0-1,1 0,-1-1,1 1,0-1,-1 0,1 0,0-1,0 0,-1 0,1 0,0-1,0 0,-1 0,1 0,-1 0,1-1,-1 0,1-1,-1 1,5-4,0 0,0 0,0-1,-1 0,1-1,-2 0,1-1,-1 1,0-2,-1 1,0-1,0-2,5-14,-2 0,-1-1,-1 0,-1 0,-1-1,-2 1,-1-1,-1 0,-1-1,-1 1,-2 0,-1-1,2 6,-2 1,0 0,-1-1,-1 1,-6-14,11 36,0 1,0 0,-1 0,1-1,0 1,-1 0,1 0,0-1,-1 1,1-1,-1 1,1 0,-1-1,0 1,1-1,-1 1,1-1,-1 1,0-1,1 0,-1 1,0-1,0 0,1 1,-1-1,0 0,0 0,1 0,-1 0,0 0,0 0,0 0,1 0,-1 0,0 0,0 0,1 0,-1-1,0 1,0 0,1 0,-1-1,0 1,1-1,-1 1,0 0,1-1,-1 1,1-1,-1 0,1 1,-1-1,1 1,-1-1,1 0,-1 1,1-1,0 0,-1 0,1 1,0-1,0 0,0 0,-8 22,2 0,1 0,1 1,0 0,2 0,0 0,2 0,0 0,3 11,-2-18,0 0,1 0,1 0,1-1,0 1,1-1,0 0,1 0,1-1,0 1,0-1,2-1,0 0,0 0,1-1,0 0,1 0,9 6,48 26,-1-9</inkml:trace>
  <inkml:trace contextRef="#ctx0" brushRef="#br0" timeOffset="-29191.502">816 345,'-17'12,"0"0,1 1,1 0,0 1,1 1,0 1,2 0,-1 0,2 2,0-1,2 1,-1 1,0 4,9-20,0 1,1-1,-1 0,1 1,-1-1,1 0,0 1,0-1,1 0,-1 1,1-1,-1 0,1 0,0 1,0-1,1 0,-1 0,1 0,-1 0,1-1,0 1,0 0,0-1,1 1,-1-1,0 0,1 1,0-1,-1 0,1-1,0 1,0 0,0-1,1 0,130 51,-113-46,-1 0,0 1,-1 0,1 2,-2 0,1 2,-1 0,-1 1,10 8,-25-19,0 0,0 1,1-1,-1 1,0 0,0-1,-1 1,1 0,0 0,-1 0,1 0,-1 1,1-1,-1 0,0 1,0-1,0 1,0-1,-1 1,1-1,-1 1,1-1,-1 1,0 0,0-1,0 1,-1-1,1 1,0 0,-1-1,0 1,1-1,-1 1,0-1,0 0,-1 1,1-1,0 0,-1 0,0 0,1 0,-1 0,0 0,-2 1,-11 4,-1-1,0 0,-1-1,1-1,-1-1,0 0,0-2,0 1,0-2,-2-1,-25 4,-95 12,139-15,1 0,-1 1,0-1,1 0,-1 0,0 1,0-1,1 0,-1 1,0-1,0 0,1 1,-1-1,0 0,0 1,0-1,0 0,0 1,1-1,-1 1,0-1,0 0,0 1,0-1,0 1,0-1,0 0,0 1,-1-1,1 1,0-1,0 0,0 1,0-1,0 0,-1 1,1-1,0 0,0 1,-1-1,1 0,0 1,0-1,-1 0,1 0,0 1,-1-1,19 3</inkml:trace>
  <inkml:trace contextRef="#ctx0" brushRef="#br0" timeOffset="-28266.947">1833 425,'7'13,"0"1,-1 0,-1 0,0 1,-1-1,0 1,-1 0,-1 0,0 1,-2-1,1 8,-1 9,0-1,-2 1,-2-1,-1 1,-1-1,-1 0,-2-1,-10 22,5-26,14-25,0-1,0 1,0-1,0 0,-1 1,1-1,0 0,-1 1,1-1,0 0,0 0,-1 1,1-1,0 0,-1 0,1 0,-1 1,1-1,0 0,-1 0,1 0,0 0,-1 0,1 0,-1 0,1 0,-1 0,1 0,0 0,-1 0,1 0,-1 0,1 0,0 0,-1 0,1 0,-1-1,1 1,0 0,-1 0,1 0,0-1,-1 1,1 0,0 0,0-1,-1 1,1 0,0-1,0 1,-1 0,1-1,0 1,0-1,0 1,0 0,0-1,-1 1,1-1,0 1,0 0,0-1,0 1,0-1,0 1,0 0,0-1,1 1,-1-1,0 1,-4-23,2 0,0 0,1-1,2 1,2-15,-2 17,-1-10,1 1,2-1,1 1,2-1,1 1,1 1,1-1,10-17,-16 41,1 0,0 0,1 0,-1 0,1 1,0-1,1 1,-1 1,1-1,0 1,0 0,0 0,1 0,0 1,-1 0,1 1,0-1,0 1,0 1,1-1,-1 1,0 1,1-1,-1 1,0 0,1 1,6 1,6 1,0 1,0 1,-1 0,1 2,-1 0,-1 2,1 0,-1 0,-1 2,5 4,-19-14,-1 0,0 1,1-1,-1 1,0-1,0 1,0 0,0 0,0 0,0 0,0 1,-1-1,1 0,-1 1,0-1,0 1,0-1,0 1,0 0,0-1,-1 1,1 0,-1-1,0 1,0 0,0 0,0 0,0-1,0 1,-1 0,0-1,1 1,-1 0,0-1,0 1,0-1,-1 1,1-1,-2 3,-8 6,-1 0,0-1,0 0,-1-1,0-1,-1 0,0 0,0-2,-8 4,-62 34,81-43,0 0,1 1,-1-1,1 1,-1-1,1 1,-1 0,1 0,0 0,0 1,0-1,0 0,1 1,-1-1,1 1,-1-1,1 1,0 0,0 0,0 0,0-1,0 1,1 0,-1 0,1 0,0 0,0 0,0 0,0 0,1 0,-1 0,1 0,0 0,0 0,0 0,0 0,7 6,1-1,0 0,0-1,0 0,1 0,0-1,0-1,1 1,0-1,0-1,0 0,0-1,1 0,-1-1,1 0,2 0,24 5,0-2,1-1,-1-2,1-2,-1-1,0-2,0-2,32-8,-21-1</inkml:trace>
  <inkml:trace contextRef="#ctx0" brushRef="#br0" timeOffset="-27815.609">522 64,'2'2,"11"1,13 3,19-1,20-1,19 0,13-2,-9-1</inkml:trace>
  <inkml:trace contextRef="#ctx0" brushRef="#br0" timeOffset="-27413.683">1805 77,'19'0,"19"0,21-2,24-3,18-3,10-1,-14 2</inkml:trace>
  <inkml:trace contextRef="#ctx0" brushRef="#br0" timeOffset="-26397.328">3329 64,'-20'61,"2"0,2 1,4 0,2 1,2 0,4 1,3 36,5 95,27 172,0-18,-20 328,-3-55,13-376,11 0,28 80,-2 17,-8 74,-46-372,8 88,6 0,15 40,10 88,-24-119,-13-105</inkml:trace>
  <inkml:trace contextRef="#ctx0" brushRef="#br0" timeOffset="-25378.991">1 1187,'349'21,"-170"-6,1350 29,-449-72,312-25,-922 51,755-21,-615-16,-552 33,-54 3</inkml:trace>
  <inkml:trace contextRef="#ctx0" brushRef="#br0" timeOffset="-24462.409">4065 185,'-7'-5,"1"1,-1 1,0 0,-1 0,1 0,0 1,-1 0,0 0,1 1,-1 0,0 0,0 1,1 0,-1 0,0 1,0 0,1 0,-1 1,0 0,1 0,0 1,-1 0,1 0,0 1,1 0,-1 0,-1 2,-9 11,1 1,0 1,2 0,0 1,1 0,2 1,0 0,1 1,1 0,1 1,1 0,1 0,1 1,-2 23,-3 79,11-120,-1 0,1 0,0 0,0 0,1 0,-1-1,1 1,1 0,-1-1,1 0,0 1,0-1,1 0,-1 0,1-1,0 1,1-1,-1 0,2 1,-1-2,0 0,0-1,0 0,0 0,1 0,-1-1,0 1,1-1,-1 0,1-1,-1 0,1 0,-1 0,1 0,-1-1,1 0,-1 0,1 0,-1-1,0 0,0 0,0 0,0 0,3-3,7-4,0 0,-1-1,0 0,0-1,-2-1,1 0,3-6,-1-1,-1 0,-1-1,0-1,-2 0,0-1,-2 0,0 0,-1-1,-2 0,0-1,-1 1,-2-1,0 0,-2 0,0 0,-2 0,-1 0,-2-13,2 26,-1 1,0-1,0 1,-1 0,0 0,0 1,-1-1,-3-2,7 9,-1 1,0-1,0 1,0-1,0 1,0 0,0 0,-1-1,1 2,-1-1,1 0,-1 0,0 1,1 0,-1-1,0 1,0 0,0 1,0-1,0 0,0 1,0 0,-1-1,1 1,0 0,0 1,0-1,0 1,0-1,-1 1,1 1,-1-1,1 1,0 0,-1 0,1 0,0 1,0-1,0 1,0 0,1 0,-1 0,1 0,0 0,-1 0,2 0,-1 1,0-1,1 1,-1 0,1-1,0 1,0 0,1 0,-1 0,1 0,0 102,3-83,2 1,0-1,2 0,1-1,0 0,2 0,0-1,2 0,0-1,1 0,14 16,2-4,0 0,2-2,1-2,2 0,1-3,4 2,150 94,-173-113</inkml:trace>
  <inkml:trace contextRef="#ctx0" brushRef="#br0" timeOffset="-24012.609">5108 292,'-8'22,"0"1,2-1,0 2,2-1,1 1,0-1,2 1,1 11,-1-13,-1 186,-48-842,50 625,-1 6,0 0,0-1,0 1,1 0,0 0,-1 0,1-1,0 1,1 0,-1 0,1 0,-1-1,1 1,0 0,0 0,0 0,0 0,1 0,-1 0,1 1,0-1,0 0,0 1,0 0,0-1,1 1,-1 0,1 0,-1 0,3-1,13-1,0 2,0 0,0 1,0 0,1 2,-1 0,12 3,-9-2,22 1,0 1,0 3,0 2,-1 1,0 2,0 3,-7 3,-11 0</inkml:trace>
  <inkml:trace contextRef="#ctx0" brushRef="#br0" timeOffset="-23767.266">5175 358,'13'5,"17"1,16-1,16 0,14-2,12-1,5-1,-14 0</inkml:trace>
  <inkml:trace contextRef="#ctx0" brushRef="#br0" timeOffset="-22716.04">656 1816,'-2'-2,"0"2,0-1,0 0,0 0,0 1,0-1,0 1,-1-1,1 1,0 0,0 0,-1 0,1 0,0 0,0 1,-1-1,1 1,0 0,0-1,0 1,0 0,0 0,0 0,0 0,0 1,0-1,0 0,1 1,-1 0,1-1,-1 1,1 0,0 0,-1 1,-32 72,29-58,1 0,1 1,1-1,0 0,2 1,0-1,0 1,2-1,1 4,-2-14,0 0,1 0,0 0,0-1,1 1,0-1,0 1,1-1,-1 0,1 0,1-1,-1 1,1-1,0 0,0 0,0 0,1-1,0 0,0 0,0 0,0-1,0 0,6 2,2-1,0 0,0-1,1-1,-1 0,1-1,-1 0,1-1,-1-1,1-1,-1 0,0 0,0-2,0 0,12-4,-18 5,0-1,1 1,-1-1,-1-1,1 0,0 0,-1 0,0-1,-1 0,1 0,-1 0,0-1,-1 0,1 0,-2-1,1 0,-1 0,0 0,0 0,-1 0,0-1,-1 1,0-1,1-5,-4-1,0 0,-1 0,0 0,-1 0,-1 0,0 0,-1 1,-1-1,0 2,-1-1,0 1,-1 0,-1 0,0 1,-8-9,12 13,-1 1,1-1,-1 1,0 0,-1 1,0 0,0 0,0 0,0 1,-1 0,0 1,0-1,-1 1,1 1,-1 0,0 0,1 1,-1 0,-1 0,1 1,0 0,0 1,0 0,0 0,0 1,-1 0,1 1,0 0,1 0,-1 1,0 0,1 1,-1 0,1 0,0 1,-2 3,1 0,0 1,0 0,1 1,0-1,0 2,1-1,1 1,0 0,0 1,1-1,1 1,0 0,0 2,1-6,1 0,1-1,0 1,0 0,0 0,1 0,0 0,1 0,0 0,0 0,0 0,1-1,0 1,1 0,0-1,0 0,1 0,-1 0,2 0,-1 0,1-1,4 6,28 18,0-6</inkml:trace>
  <inkml:trace contextRef="#ctx0" brushRef="#br0" timeOffset="-22086.723">1699 1749,'-7'3,"0"0,1 1,-1 0,1 0,0 1,0-1,0 2,0-1,1 0,0 1,0 0,0 0,1 1,0-1,0 1,1 0,0 0,0 0,1 0,-1 1,2-1,-1 1,1-1,0 1,1-1,-1 1,2 0,-1-1,1 1,0 0,0-1,1 1,0-1,2 2,3 6,1-2,1 1,1-1,-1 0,2-1,0 0,1 0,0-2,0 1,1-2,0 1,1-2,0 0,1 0,-1-2,1 0,0 0,1-1,0-1,-1-1,5 0,-9-2,0-1,0 0,-1-1,1 0,0-1,-1 0,1 0,-1-1,0-1,0 0,0 0,0-1,-1 0,1 0,-1-1,-1-1,1 0,-1 0,0 0,-1-1,0 0,0 0,-1-1,0 0,0 0,-1-1,0 1,-1-1,0 0,0-1,-1 1,-1 0,0-1,0 0,-1 1,0-10,0 7,-2 0,1 0,-2 0,0 0,0 0,-1 0,-1 0,0 1,0-1,-2 1,1 0,-1 1,-1-1,0 1,-1 1,0-1,-1 1,0 1,0 0,-1 0,0 1,-1 0,0 0,0 1,0 1,-1 0,0 1,0 0,-1 0,1 2,-1-1,0 2,0-1,0 2,0 0,0 1,-1 0,3 2,0 1,0 1,0 0,1 0,0 1,0 0,0 1,0 0,1 0,0 1,1 0,-1 1,1 0,1 0,0 1,0 0,0 0,1 1,1 0,0 0,0 0,1 0,0 1,0 0,1 0,1 0,0 0,0 8,-16 134,15-84</inkml:trace>
  <inkml:trace contextRef="#ctx0" brushRef="#br0" timeOffset="-20639.189">3958 1829,'19'-61,"2"1,3 1,12-19,-13 42,-11 56,-5 159,-5-120,3 28,-5 0,-7 58,-14-42,16-91</inkml:trace>
  <inkml:trace contextRef="#ctx0" brushRef="#br0" timeOffset="-20378.888">3958 2203,'14'0,"13"0,14 0,11-3,8 0,5 1,3-1,-1 2,-12 0</inkml:trace>
  <inkml:trace contextRef="#ctx0" brushRef="#br0" timeOffset="-19730.612">5389 1869,'123'-351,"-111"326,-10 195,34 276,-36-443,-2 47,2-49,-1 0,1 0,0 0,0 0,-1 0,1 0,-1 0,1 0,-1 0,1 0,-1-1,1 1,-1 0,0 0,0 0,1-1,-1 1,0 0,0-1,0 1,0-1,0 1,0-1,0 1,0-1,0 0,0 1,0-1,0 0,0 0,0 0,0 0,0 0,0 0,0 0,0 0,0 0,0 0,0-1,0 1,0 0,0-1,-1 1,0-1,-1-1,0 1,0 0,0-1,1 0,-1 0,1 1,0-1,-1-1,1 1,0 0,0 0,0-1,1 0,-1 1,0-1,0-2,2 4,1 0,-1 0,0 0,1 0,-1 0,1 0,-1 0,1 0,0 0,-1 0,1 1,0-1,0 0,-1 0,1 1,0-1,0 0,0 1,0-1,0 1,0-1,0 1,0 0,0-1,0 1,0 0,0 0,0 0,1 0,-1 0,0 0,0 0,0 0,0 0,1 0,0 0,240-12,-186 7</inkml:trace>
  <inkml:trace contextRef="#ctx0" brushRef="#br0" timeOffset="-18960.642">6939 1802,'133'-13,"261"-15,-336 33,-56-7,-4-2</inkml:trace>
  <inkml:trace contextRef="#ctx0" brushRef="#br0" timeOffset="-18530.793">7301 1561,'-2'0,"1"0,0 0,-1 0,1 0,0 0,-1 1,1-1,0 1,-1-1,1 1,0-1,0 1,-1 0,1-1,0 1,0 0,0 0,0 0,0 0,0 0,0 0,0 0,1 0,-1 0,0 0,1 1,-1-1,0 0,1 0,0 1,-1-1,1 0,0 1,0-1,-1 1,1-1,0 0,0 1,1-1,-1 0,0 1,0-1,1 0,-1 1,1-1,-1 0,1 1,-1-1,1 0,0 0,0 0,-1 0,1 0,0 0,0 0,0 0,0 0,1 0,10 9,0-1,1 0,0-1,0 0,1-1,0-1,0 0,2 0,5 2,14 7,-4-4,0 2,-1 2,-1 0,0 2,10 9,-37-24,1 0,0 0,0 0,-1 0,1 0,-1 0,0 1,1-1,-1 1,0-1,-1 1,1 0,0 0,-1 0,1 0,-1 0,0 0,0 0,-1 1,1-1,0 0,-1 0,0 1,0-1,0 0,0 1,-1-1,1 0,-1 3,-7 4,0 1,0-2,0 1,-2-1,1-1,-1 1,0-2,-1 1,1-1,-2-1,-10 5,11-5,-94 58,97-55</inkml:trace>
  <inkml:trace contextRef="#ctx0" brushRef="#br0" timeOffset="12050.689">803 3112,'-6'2,"0"-1,0 1,0 0,0 1,1 0,-1 0,1 0,0 0,0 1,0 0,0 0,0 0,1 1,0-1,0 1,0 0,1 0,-1 1,1-1,0 1,-1 4,-4 9,2-1,0 1,1 1,0-1,2 1,0 5,1-5,1 0,0 0,2 0,0 0,2 0,0 0,1-1,3 10,-5-23,0 1,0-1,1 0,-1 0,1 0,1 0,-1 0,1-1,0 0,1 1,-1-2,1 1,0 0,0-1,0 0,1 0,-1 0,1-1,0 0,0 0,0 0,1-1,-1 0,1 0,-1-1,6 1,-4-2,-1 0,1 0,0-1,-1 0,1 0,-1-1,0 0,1 0,-1-1,0 0,0 0,-1 0,1-1,-1 0,1-1,-1 1,-1-1,1 0,-1-1,0 1,0-1,0 0,-1 0,0-1,5-5,-2-1,0 0,0 0,-1 0,-1-1,0 0,-1 0,-1 0,0-1,-1 1,0-1,-1-1,-2 2,0 1,0 0,-2-1,1 1,-2 0,0 0,0 1,-1-1,-1 1,0 0,0 0,-1 1,-1 0,0 0,0 1,-1 0,-1 0,1 1,-2 0,1 1,-3-1,10 7,0 0,0 0,0 0,0 0,0 0,0 1,-1 0,1-1,0 1,-1 1,1-1,-1 0,1 1,-1 0,1 0,-1 0,0 0,1 0,-1 1,1-1,-1 1,1 0,0 0,-1 1,1-1,0 1,0-1,0 1,0 0,0 0,0 1,0-1,1 0,-1 1,1 0,-7 8,0 1,1-1,1 2,0-1,1 1,0 0,1 0,0 1,1-1,0 1,2 0,-1 0,2 1,0-1,1 0,0 0,1 1,0-1,3 6,-2-12,0 0,1 0,1 0,-1-1,1 1,1-1,-1 0,1 0,1-1,3 5,21 16</inkml:trace>
  <inkml:trace contextRef="#ctx0" brushRef="#br0" timeOffset="12920.92">1659 3232,'17'-69,"3"1,3 1,20-38,-41 102,-3 2,1 1,0-1,0 1,0-1,-1 1,1-1,0 1,0-1,0 1,0-1,0 1,0-1,0 1,0-1,0 1,0-1,1 1,-1-1,0 1,0-1,0 1,0-1,1 1,-1 0,0-1,1 1,-1-1,0 1,1 0,-1-1,0 1,1 0,-1-1,1 1,-1 0,1 0,-1-1,1 1,-1 0,0 0,1 0,-1-1,1 1,-1 0,1 0,0 0,-1 0,1 0,-1 0,1 0,-1 0,1 1,-1-1,1 0,-1 0,1 0,-1 0,0 1,1-1,-1 0,1 0,-1 1,1-1,-1 0,0 1,1-1,-1 1,15 125,-7 342,-8-465,0-1,1 0,-1-1,0 1,1 0,-1 0,0 0,0-1,0 1,0 0,-1 0,1-1,0 1,-1 0,1 0,-1-1,1 1,-1 0,0-1,0 1,0-1,0 1,0-1,0 1,0-1,0 0,-1 0,1 1,-1-1,1 0,0 0,-1 0,0 0,1-1,-1 1,0 0,1-1,-1 1,-1-1,-2 1,0-1,0 0,0 0,0 0,0-1,0 1,0-1,0 0,0-1,0 1,1-1,-1 0,0-1,20-4,251-32,-152 24,109 1,-218 13,-28-5,13-1,1-1</inkml:trace>
  <inkml:trace contextRef="#ctx0" brushRef="#br0" timeOffset="16933.377">977 465,'-20'-14,"20"14,-1-1,1 0,0 1,0-1,0 0,-1 1,1-1,0 0,-1 1,1-1,0 0,-1 1,1-1,-1 1,1-1,-1 1,1-1,-1 1,0-1,1 1,-1 0,1-1,-1 1,0 0,1-1,-1 1,0 0,1 0,-1 0,0 0,0 0,1 0,-1 0,0 0,0 0,1 0,-1 0,0 0,1 0,-1 0,0 1,1-1,-1 0,0 1,1-1,-1 0,0 1,1-1,-1 1,1-1,-1 1,1-1,-1 1,1-1,-1 1,1-1,0 1,-1 0,1-1,0 1,-1 0,1-1,0 1,0 0,0 0,-1 1,1 1,0-1,0 1,0 0,0-1,0 1,1-1,-1 1,1-1,-1 1,1-1,0 0,0 1,0-1,0 0,1 1,-1-1,0 0,1 0,0 0,-1 0,3 1,3-19,-7 12,0 0,0 0,-1 0,0 0,1 1,-2-1,1 0,0 0,-1 0,0 1,1-1,-1 1,-1 0,1-1,0 1,-1 0,0 0,0 0,0 1,0-1,0 1,0-1,-1 1,1 0,-1 1,1-1,-2 0,-7 2</inkml:trace>
  <inkml:trace contextRef="#ctx0" brushRef="#br0" timeOffset="26166.243">3932 3219,'22'-57,"87"-194,-82 209,-26 42,0 0,0 0,0 1,-1-1,1 0,0 1,0-1,0 0,-1 1,1-1,0 1,0 0,-1-1,1 1,0-1,-1 1,1 0,-1 0,1-1,-1 1,1 0,-1 0,0 0,1-1,-1 1,0 0,0 0,1 0,-1 0,0 0,0 0,0-1,0 1,0 0,0 0,-1 0,1 0,0 0,0 0,-1 0,1 0,5 174,1-100,-3 0,-5 50,2-115,0-1,-1 1,0-1,-1 1,0-1,-1 0,0 0,0 0,-1 0,0 0,0-1,-1 0,0 0,-1 0,0-1,0 1,0-1,-8 6,-47-2,290-48,-180 28,0 3,0 2,1 2,38 4,-68 1,-15-2</inkml:trace>
  <inkml:trace contextRef="#ctx0" brushRef="#br0" timeOffset="27034.987">5241 3045,'-7'10,"1"0,-1 0,2 0,-1 1,2 0,-1 0,1 0,1 1,0-1,1 1,0 0,1-1,0 1,0 0,2 0,-1 0,2 0,0-1,0 1,1 0,0-1,4 9,-1-10,1 1,1-2,0 1,0-1,1 0,0-1,0 0,1 0,0-1,0 0,1-1,0 0,0-1,1 0,-1 0,1-2,0 1,0-1,0-1,0 0,1-1,-1-1,0 0,1 0,7-2,-17 2,0-1,0 1,0-1,0 0,0 0,0 0,0-1,-1 1,1 0,-1-1,1 0,-1 0,1 0,-1 0,0 0,0 0,0 0,0-1,-1 1,1-1,0 1,-1-1,0 0,1-2,21-72,-17 36,-1 0,-2 0,-2 0,-2 0,-3-16,4 49,0 1,-1-1,0 1,0 0,-1-1,1 1,-1 0,-1 0,0 0,0 1,0-1,-1 0,0 1,0 0,0 0,-1 0,0 1,0 0,0-1,-1 2,0-1,0 1,0 0,0 0,-1 0,0 1,1 0,-1 1,-6-2,-88 8,95-2,-1 1,1 0,0 0,0 1,0 0,1 0,-1 0,1 1,0 0,0 0,0 0,1 0,0 1,0 0,0 0,1 0,0 0,0 1,0-1,1 1,0-1,-8 15,2-5,1 0,0 0,1 1,1 0,0 0,1 0,1 1,1-1,0 1,2 0,0 0,1-1,0 2,3 6</inkml:trace>
  <inkml:trace contextRef="#ctx0" brushRef="#br0" timeOffset="27920.647">6846 3179,'-2'-2,"1"-1,6 2,8 2,12 0,12 0,12 0,10 0,10 0,4-1,1-2,-3-1,-7 0,-11 1,-16 0</inkml:trace>
  <inkml:trace contextRef="#ctx0" brushRef="#br0" timeOffset="28265.252">7179 2951,'-4'-1,"19"12,20 26,-1 2,-3 2,-1 0,-2 2,-2 1,7 18,-30-57,0 0,-1 0,1 0,-1 1,0-1,-1 0,1 1,-1-1,0 1,0-1,-1 1,0 0,0-1,0 1,-1 0,1-1,-1 1,-1-1,1 1,-1-1,-1 2,-5 6,-1 0,-1 0,0-1,0 0,-2-1,1-1,-13 9,-51 56,64-59</inkml:trace>
  <inkml:trace contextRef="#ctx0" brushRef="#br0" timeOffset="35899.81">790 4516,'-6'-36,"2"-1,2 1,1 0,2-1,2 1,1 0,1 0,9-29,0-11,-8 37,-2 24,-1 26,8 368,-9-343,1 1,2-1,1 0,2-1,11 30,3-13</inkml:trace>
  <inkml:trace contextRef="#ctx0" brushRef="#br0" timeOffset="36252.867">1646 4248,'-9'52,"6"-38,-1 0,2 0,0 0,0 0,2 1,-1-1,2 1,0-1,1 0,0 0,1 0,1 0,0 0,1 2,-2-12,0 0,0 1,1-1,-1 0,1-1,0 1,0-1,0 0,0 0,0 0,1 0,0-1,-1 1,1-1,0-1,0 1,0-1,0 1,0-1,0-1,1 1,-1-1,3 0,2 0,0-1,0 0,0 0,-1-1,1-1,0 1,-1-1,0-1,0 0,0 0,0-1,0 0,-1-1,1-1,-1 1,0-1,-1-1,1 1,-2-1,1-1,-1 1,0-1,-1 0,0 0,0-1,-1 1,0-1,-1 0,0 0,-1 0,0-1,0 1,-1-1,-1 1,1-1,-2 1,0-1,0 1,-1-1,0 1,0 0,-2-3,0 0,-1 0,0 1,0-1,-1 1,-1 0,0 1,0-1,-1 1,-1 1,0 0,0 0,-1 1,-1 0,1 0,-1 1,-1 1,1 0,-1 0,0 2,-2-2,9 6,0 0,0 1,0-1,0 1,0 0,0 0,0 1,0-1,0 1,0 0,0 0,0 1,0 0,1 0,-1 0,1 0,-1 0,1 1,0 0,0 0,0 0,0 1,1-1,-1 1,1 0,0 0,-1 2,-5 7,0 1,1 0,0 0,2 0,-1 1,2 1,-4 15,-6 46,8-5</inkml:trace>
  <inkml:trace contextRef="#ctx0" brushRef="#br0" timeOffset="38998.716">3624 5358,'0'-5,"0"1,0 4,0 6,0 9,0 11,0 12,3 12,0 10,2 9,2 4,3 1,1-3,2-7,0-12,-1-12,-4-14</inkml:trace>
  <inkml:trace contextRef="#ctx0" brushRef="#br0" timeOffset="39920.314">4092 4503,'-13'17,"1"1,1 1,1 0,0 0,1 1,1 0,1 1,1-1,1 2,1-1,0 0,2 1,0 16,2-33,-1 0,1 0,1 0,-1 0,1 0,0 0,0 0,0 0,1 0,0 0,0 0,0-1,0 1,1-1,0 0,0 0,0 0,0 0,0 0,1-1,0 1,0-1,0 0,0 0,0 0,1-1,-1 0,1 0,-1 0,1 0,0 0,0-1,0 0,0 0,0-1,0 1,0-1,0 0,1-1,7-2,-1-1,1-1,-1 0,0-1,-1 0,0-1,0 0,0-1,-1 0,0-1,0 0,-1 0,0-1,-1 0,0-1,-1 0,0 0,0 0,-1-1,-1 0,0 0,-1-1,0 1,-1-1,1-10,-2 6,0-1,-2 1,0 0,-1 0,-1 0,0 0,-1 0,-1 0,-1 0,0 1,-2 0,1 0,-2 1,0-1,-1 2,0-1,-1 1,-1 1,0 0,-1 0,0 1,-3-1,14 11,-1 0,0 0,0-1,0 1,0 0,-1 1,1-1,0 0,-1 1,1-1,-1 1,1 0,-1 0,0 0,0 0,1 0,-1 0,0 1,0 0,0-1,0 1,0 0,0 0,0 1,1-1,-1 1,0-1,0 1,0 0,1 0,-1 0,0 0,1 1,-1-1,1 1,-1-1,1 1,0 0,0 0,0 0,0 0,-1 2,-4 10,0 1,1 0,1 0,1 0,0 0,1 1,1-1,-1 12,-7 85,3 0</inkml:trace>
  <inkml:trace contextRef="#ctx0" brushRef="#br0" timeOffset="42451.638">5028 4542,'131'-304,"-101"244,-30 60,0 0,0 1,0-1,0 0,0 0,1 1,-1-1,0 0,0 0,0 1,0-1,0 0,1 0,-1 1,0-1,0 0,1 0,-1 0,0 0,0 1,1-1,-1 0,0 0,0 0,1 0,-1 0,0 0,1 0,-1 0,0 0,0 1,1-1,-1-1,0 1,1 0,-1 0,0 0,0 0,1 0,-1 0,0 0,1 0,-1 0,0 0,0-1,1 1,-1 0,0 0,0 0,0 0,1-1,-1 1,0 0,0 0,0-1,1 1,-1 0,0 0,0-1,0 1,0 0,0-1,0 1,0 0,0 0,0-1,0 1,3 25,-33 381,28-216,3-189,-1 1,1-1,-1 1,0-1,0 0,0 1,0-1,0 1,0-1,0 1,0-1,-1 0,1 1,0-1,-1 1,1-1,-1 0,0 0,1 1,-1-1,0 0,0 0,0 0,0 0,0 0,0 0,0 0,0 0,0 0,0 0,-1 0,1-1,0 1,-1-1,1 1,0-1,-1 1,1-1,-1 0,1 0,0 1,-1-1,1 0,-1 0,1-1,-1 1,1 0,-42-30,44 29,-1-1,1 1,0 0,0 0,0 0,0 0,0 0,0 0,0 1,0-1,0 0,0 0,1 1,-1-1,0 1,0-1,1 1,-1 0,0-1,1 1,-1 0,0 0,1 0,-1 0,0 0,1 0,1 0,92-13,0 5,36 3,-98 4</inkml:trace>
  <inkml:trace contextRef="#ctx0" brushRef="#br0" timeOffset="43753.158">6525 4542,'2'0,"10"0,17 0,16 0,18 0,10 0,10 0,4 0,-1 0,-7 0,-9 0,-17 0</inkml:trace>
  <inkml:trace contextRef="#ctx0" brushRef="#br0" timeOffset="44037.896">6926 4248,'-4'5,"0"0,0 1,0-1,1 1,0 0,0 0,1 0,-1 1,1-1,1 0,-1 1,1-1,0 1,1 0,0-1,0 1,0-1,1 1,0 0,0-1,0 1,1-1,0 0,0 1,1-1,0 0,0 0,0-1,1 1,0-1,0 1,0-1,5 3,12 12,0-2,2 0,0-2,1-1,1 0,0-2,7 2,70 41,-97-55,0 1,0 1,0-1,-1 1,1 0,-1 0,0 0,0 0,0 1,0 0,-1-1,0 1,1 1,-1-1,-1 0,1 1,-1 0,1-1,-1 1,-1 0,1 0,-1 0,0 0,0 1,0-1,-1 0,1 0,-1 1,-1-1,1 0,-1 0,0 0,-1 6,-7 3,-1-1,0 0,-1 0,0-1,-1-1,0 1,-1-2,0 0,0-1,-1 0,-1-1,1 0,-5 1,11-6,1 2,0-1,-1 0,0-1,0 0,0 0,0 0,0-1,0-1,-1 1,1-1,-1-1,-1 1,-4-6</inkml:trace>
  <inkml:trace contextRef="#ctx0" brushRef="#br0" timeOffset="46400.335">8222 4462,'-22'-12,"18"9,1 1,-1-1,0 1,-1 0,1 0,0 0,0 1,-1-1,1 1,-1 0,1 1,-1-1,1 1,-1 0,0 0,1 0,-1 0,0 1,-2 3,0 0,0 0,1 1,-1 0,1 0,0 0,0 1,1 0,-1 0,2 1,-1-1,0 1,1 0,1 0,-1 1,1-1,0 1,1-1,0 1,0 0,1 0,-1 0,2 0,-1 0,1 0,1 0,0 4,-1-5,1 0,1-1,-1 1,1 0,0-1,1 0,-1 1,1-1,1 0,-1 0,1-1,0 1,0-1,1 0,-1 0,1 0,0 0,1-1,-1 0,1 0,0-1,0 1,0-1,0 0,0-1,1 0,-1 0,1 0,0-1,-1 0,1 0,0 0,1-1,8 1,0-1,1-1,-1 0,0-2,0 1,0-2,0 0,-1-1,0 0,1-2,-2 0,6-3,-11 5,0 0,0-1,0 0,-1 0,0-1,0 0,-1 0,0-1,0 0,0 0,-1-1,-1 0,0 0,0 0,0-1,-1 1,-1-1,0 0,2-6,-4 10,0 0,-1-1,1 1,-1 0,0 0,-1 0,1 0,-1 0,0 0,-1 0,0 0,1 0,-2 0,1 1,-3-4,5 9,-1 0,1 0,-1 0,1 0,-1 0,1 0,-1 0,1 0,-1 0,1 0,-1 0,1 1,-1-1,1 0,-1 0,1 1,0-1,-1 0,1 0,-1 1,1-1,0 0,-1 1,1-1,0 1,-1-1,1 1,0-1,-1 0,1 1,0-1,0 1,0-1,0 1,-1-1,1 1,0-1,0 1,0-1,0 1,0-1,0 1,0-1,0 1,1 0,-1-1,0 0,0 1,0-1,0 1,1-1,-1 1,0-1,1 1,-1-1,0 1,0-1,1 0,-1 1,1-1,0 18,1 1,0-1,2 0,0 0,1 0,1 0,0-1,2 0,0 0,0-1,2 0,5 6,-14-20,0 0,0-1,0 1,0 0,1-1,-1 1,1-1,-1 0,1 1,0-1,-1 0,1 0,0 0,0 0,0-1,-1 1,1 0,0-1,0 1,0-1,0 0,0 1,0-1,0 0,1 0,-1-1,0 1,0 0,0-1,0 1,-1-1,1 1,0-1,0 0,0 0,0 0,-1 0,2-1,7-7,-1-2,1 1,-2-2,1 1,-2-1,0 0,0 0,-1-1,0 0,-1 0,-1-1,0 1,-1-1,0 0,-1 0,-1 0,0 0,-1-9,0 10,-1 18,-1 22,1 1,-1-18,1 0,0 1,1-1,0 0,1 0,0 0,1 1,0-1,0-1,1 1,0 0,1 0,3 6,-5-14,0 0,0 0,0 0,1 0,-1 0,0 0,1 0,0-1,-1 1,1-1,0 0,0 0,-1 0,1 0,0 0,0 0,0-1,0 0,0 0,0 1,0-2,0 1,0 0,0-1,0 1,0-1,2 0,71-39,-67 34,-1-1,-1-1,1 1,-2-1,1 0,-1 0,0-1,0 0,-1 0,0-1,-1 1,0-1,-1 0,0 0,0 0,-1 0,-1-1,1 1,-2 0,1-1,-2-2,1 13,0 0,0 0,-1 0,1 1,0-1,0 0,-1 0,1 0,0 0,-1 0,1 0,0 0,-1 1,1-1,0 0,0 0,-1 0,1 0,0 0,-1 0,1-1,0 1,-1 0,1 0,0 0,-1 0,1 0,0 0,0 0,-1-1,1 1,0 0,0 0,-1 0,1-1,0 1,0 0,-1 0,1-1,0 1,0 0,0-1,0 1,0 0,-1 0,1-1,0 1,0 0,0-1,0 1,0 0,0-1,0 1,0 0,0-1,0 1,0 0,0 0,0-1,-10 27,9-22,0 0,1 0,-1 0,1 0,0 0,0-1,0 1,0 0,0 0,1 0,0 0,0 0,0 0,0-1,1 1,0 0,-1-1,1 1,0-1,1 0,-1 0,0 0,1 0,0 0,0 0,0 0,0-1,0 0,0 0,1 0,96 31,-43-25</inkml:trace>
  <inkml:trace contextRef="#ctx0" brushRef="#br0" timeOffset="46824.2">9680 4436,'-13'-3,"0"0,0 1,0 1,0 0,0 1,0 0,0 1,0 1,0 0,1 0,-1 2,0-1,1 2,0-1,0 2,0-1,1 2,0 0,0 0,1 1,0 0,0 1,0 0,2 0,-6 7,12-14,0 1,0-1,0 0,1 1,-1-1,0 1,1 0,0-1,0 1,0 0,0 0,0 0,1 0,-1 0,1 0,0 0,0 0,0 0,0 0,0 0,1 0,-1 0,1 0,0-1,0 1,0 0,0 0,0 0,1-1,-1 1,1-1,0 1,0-1,1 1,4 0,0-1,1 0,-1 0,1-1,-1 0,1 0,0-1,-1 0,1 0,0-1,-1 0,1 0,-1-1,1 0,-1 0,0 0,0-1,0-1,0 1,0-1,-1 0,1-1,-1 1,0-1,-1 0,1-1,3-4,2-2,0 0,-1-1,0 0,-1 0,-1-1,0 0,-1 0,0-1,-1 0,-1 0,-1-1,0 1,1-11,0-5,-2-1,-1 1,-1-1,-2 1,-1-1,-4-14,6 44,-2-12,0 1,0-1,-1 1,-1 0,0 0,-1 0,0 1,-1-1,5 12,1 1,0-1,-1 0,1 1,-1-1,1 0,-1 1,1-1,-1 1,1-1,-1 1,1-1,-1 1,0-1,1 1,-1 0,0-1,0 1,1 0,-1 0,0-1,0 1,1 0,-1 0,0 0,0 0,1 0,-1 0,0 0,0 0,1 0,-1 0,0 1,0-1,1 0,-1 0,0 1,1-1,-1 0,0 1,1-1,-1 1,0-1,1 1,-1-1,1 1,-1 0,1-1,-1 1,1-1,0 1,-1 0,1 0,0-1,-1 1,1 0,0-1,0 1,0 0,0 0,-1-1,1 1,0 0,1 0,-1 0,0-1,0 1,0 0,0 0,-8 26,1 1,2 0,0 1,2-1,1 1,1-1,2 1,0 0,6 25,-5-41,0 1,1 0,1-1,0 1,1-1,0 0,1-1,0 1,1-1,1-1,0 1,0-1,1 0,0-1,1 0,1-1,-1 0,1 0,1-1,6 3,2-1,2-1,-1-2,1 0,1-1,-1-1,11 1,50 4</inkml:trace>
  <inkml:trace contextRef="#ctx0" brushRef="#br0" timeOffset="47449.53">10909 4395,'-5'-4,"-1"0,0 0,0 0,0 1,-1 0,1 0,-1 1,1 0,-1 0,0 0,0 1,0 0,0 0,0 1,0 0,0 0,0 0,0 1,0 0,0 1,0-1,0 1,1 1,-1-1,1 1,-1 0,1 1,0 0,-3 2,1 0,1 0,0 0,0 1,0-1,1 1,0 1,1-1,0 1,0 0,0 0,1 1,0-1,1 1,0 0,0 0,1 2,2-9,0 0,-1 0,2 0,-1 0,0 0,0-1,0 1,1 0,-1 0,1 0,0 0,0 0,-1 0,1-1,0 1,0 0,1-1,-1 1,0-1,1 1,-1-1,0 1,1-1,0 0,-1 0,1 0,0 0,-1 0,1 0,0 0,0-1,1 1,67 4,-53-8,1-1,-1 0,0-1,-1-1,1 0,-1-1,0-1,-1-1,0 0,0-1,-1 0,0-1,-1-1,0 0,-1-1,0 0,-1-1,-1-1,0 1,-1-1,-1-1,0 0,-1 0,-1 0,0-1,0-4,-3 0,0-1,-1 0,-2 0,0 0,-1 0,-1 1,-2-1,0 1,-1-1,-1 1,0 0,-2 1,-1 0,0 0,-2 1,-9-14,20 31,-1 0,1 0,-1 1,0-1,0 0,0 0,0 0,0 1,0-1,-1 1,1-1,-1 1,1-1,-1 1,1 0,-1 0,0-1,1 1,-1 1,0-1,0 0,0 0,0 1,0-1,0 1,0-1,0 1,0 0,0 0,0 0,0 0,0 0,0 0,0 1,0-1,0 1,0-1,0 1,-2 4,1 1,0-1,0 1,1 0,0 0,-1 0,2 0,-1 0,1 0,0 1,0-1,1-4,-7 51,1 1,3-1,3 1,2 0,2 0,6 25,-5-50,0-1,2 1,1-2,2 1,3 6,-10-27,0 0,0 0,1 0,0-1,1 1,-1-1,1 0,0 0,1-1,-1 1,1-1,0 0,0-1,1 0,0 0,-1 0,1-1,0 0,1 0,-1 0,8 1,-3-4,0-1,0 0,-1 0,1-1,0-1,-1 0,1 0,-1-1,0 0,0-1,0-1,-1 0,0 0,0-1,0 0,-1 0,0-1,-1-1,0 0,0 0,-1 0,0-1,0 0,-1 0,-1 0,1-1,-2 0,0 0,0-1,-1 1,2-11,-3 16,-1-1,0 1,0-1,-1 1,0-1,0 1,0 0,-1-1,1 1,-2-1,1 1,-1 0,0-1,0 1,-1 0,0 1,0-1,0 0,0 1,-1 0,0-1,0 1,-1 1,0-1,1 1,-2-1,4 4,-1 0,1 0,0 0,-1 1,1-1,0 1,-1-1,1 1,-1 0,1 0,-1 0,1 0,-1 1,1-1,-1 1,1-1,0 1,-1 0,1 0,0 0,0 0,-1 0,1 0,0 1,0-1,0 1,1-1,-1 1,0 0,0 0,-39 67,39-60,0 0,0 0,1 0,0 1,0-1,1 1,0-1,1 0,0 1,1-1,-1 0,2 0,-1 0,2 0,-1 0,1 0,0-1,1 0,0 0,0 0,0-1,1 1,1-1,-1 0,1-1,0 0,1 0,-1 0,1-1,0 0,8 3,58 23,-1-9</inkml:trace>
  <inkml:trace contextRef="#ctx0" brushRef="#br0" timeOffset="48184.583">12113 4222,'10'355,"-22"-294,11-61,1 1,0-1,0 1,-1-1,1 0,0 1,-1-1,1 0,-1 1,1-1,0 0,-1 1,1-1,-1 0,1 0,-1 0,1 1,-1-1,1 0,-1 0,1 0,-1 0,1 0,-1 0,1 0,-1 0,1 0,-1 0,1 0,-1 0,1 0,-1 0,1-1,-1 1,1 0,0 0,-1-1,1 1,-1 0,1 0,-1-1,1 1,0 0,-1-1,1 1,0-1,-1 1,1 0,0-1,0 1,0-1,-1 1,1-1,0 1,0-1,0 1,0-1,0 1,0-1,-7-15,2-1,0 1,1-1,1 0,1 0,0 0,1 0,0 0,2-5,-1 8,-1-16,2 0,1 1,1-1,1 1,3-5,-5 25,1-1,0 1,0 0,1 0,0 0,0 0,1 1,0 0,1-1,0 2,0-1,1 1,-1 0,2 0,-1 1,1 0,4-2,-8 5,0 1,1 1,-1-1,0 1,1-1,-1 1,1 1,-1-1,1 1,-1-1,1 1,-1 0,1 1,0-1,-1 1,1 0,-1 0,0 1,1-1,-1 1,0 0,0 0,0 0,0 0,0 1,0 0,-1 0,1 0,-1 0,0 0,0 1,0-1,-1 1,1 0,-1 0,0 0,0 0,0 0,0 1,1 3,0-1,0 1,-1 0,0 0,0 0,-1 0,0 0,0 0,-1 0,0 0,-1 0,1 0,-2 1,1-1,-1 0,0-1,-1 1,0 0,0-1,0 1,-1-1,0 0,-1 0,0-1,0 1,0-1,-1 0,1-1,-2 1,-5 4,-73 38,84-47,0 0,0 1,0-1,0 0,1 1,-1-1,0 0,1 1,-1-1,1 1,0-1,-1 1,1-1,0 1,0-1,0 1,0 0,0-1,0 1,0-1,1 1,-1-1,0 1,1-1,-1 1,1-1,0 0,0 1,-1-1,1 0,0 1,0-1,0 0,0 0,0 0,0 0,1 1,48 35,-32-29,1-1,0 0,0-1,0-1,0-1,1 0,0-2,0 0,0-1,0-1,0-1,0-1,-1-1,1 0,16-6,-28 6,-1 0,1-1,-1 0,1 0,-1-1,-1 1,1-1,0-1,-1 0,0 0,-1 0,1 0,-1-1,-1 0,1 0,-1 0,0-1,0 1,-1-1,0 0,-1 0,0 0,0 0,-1 0,0-1,0 1,-1-2,4-14,-2-1,-2 1,0-1,-1 0,-1 1,-2-1,-2-7,6 32,0 0,0 0,0 1,0-1,0 0,-1 0,1 0,0 1,0-1,0 0,0 0,-1 0,1 0,0 0,0 0,0 1,-1-1,1 0,0 0,0 0,0 0,-1 0,1 0,0 0,0 0,-1 0,1 0,0 0,0 0,0 0,-1 0,1 0,0 0,0 0,-1 0,1 0,0-1,0 1,0 0,0 0,-1 0,1 0,0 0,0 0,0-1,0 1,-1 0,1 0,0 0,0 0,0-1,0 1,0 0,0 0,-1-1,-4 24,-4 30,4 1,1-1,3 24,1-69,-1-1,2 1,-1-1,1 1,0-1,1 0,-1 1,1-1,1 0,0 0,0 0,0 0,1-1,0 1,0-1,0 0,1 0,0-1,0 1,0-1,1 0,0 0,0-1,0 0,1 0,-1 0,5 1,3-1,1 0,0 0,0-1,0-1,0-1,0 0,0-1,1-1,-1 0,0-1,0 0,0-1,0-1,-1-1,9-3,14-10</inkml:trace>
  <inkml:trace contextRef="#ctx0" brushRef="#br0" timeOffset="48420.453">12568 4382,'22'0,"22"0,19 0,15-2,7-3,1-6,-7-2,-18 0</inkml:trace>
  <inkml:trace contextRef="#ctx0" brushRef="#br0" timeOffset="48583.426">12755 4115,'0'-3,"11"0,15 1,20-1,17 2,14-3,10 1,4-3,-14 1</inkml:trace>
  <inkml:trace contextRef="#ctx0" brushRef="#br0" timeOffset="48905.206">13570 4074,'-168'-4,"157"5,0 0,1 1,-1 1,0-1,1 2,0-1,0 2,0-1,0 1,1 1,0-1,0 2,0-1,-1 3,6-6,1 0,0 1,0-1,0 1,1 0,-1 0,1 0,0 0,0 0,0 0,1 1,0-1,0 0,0 1,0-1,0 1,1-1,0 1,0 0,0-1,1 1,-1-1,1 1,0-1,0 1,1-1,-1 0,1 1,0-1,0 0,1 0,1 2,12 12,1-1,0-1,1 0,1-2,0 0,1-1,1-1,0-1,0 0,1-2,18 5,-16-4,120 57,-144-67,1 0,1 0,-1 0,0 1,0-1,1 1,-1-1,0 1,0-1,1 1,-1-1,0 1,0 0,0 0,0 0,0 0,0 0,0 0,0 0,0 0,-1 0,1 0,0 0,-1 0,1 1,-1-1,1 0,-1 1,0-1,1 0,-1 1,0-1,0 0,0 1,0-1,0 0,0 1,0-1,-1 0,1 1,0-1,-1 0,1 0,-1 1,-6 3,-1 0,1-1,-1-1,0 1,0-1,-1 0,1-1,0 0,-1-1,-5 1,3 0,9-1,-16 3,0-1,-1-1,1 0,-1-1,-18-2,35 1,1 0,0 1,0-1,0 0,0 0,0-1,-1 1,1 0,0 0,0 0,0-1,0 1,0-1,0 1,0-1,0 1,0-1,0 0,0 1,0-1,0 0,0 0,0 0,1 1,-1-1,0 0,1 0,-1 0,1 0,-1 0,1 0,-1-1,1 1,0 0,-1 0,1 0,0 0,0 0,0 0,0-1,0 1,0 0,0 0,0 0,1 0,-1-1,0 1,1 0,-1 0,1 0,-1 0,1 0,0 0,39-52,-2 15</inkml:trace>
  <inkml:trace contextRef="#ctx0" brushRef="#br0" timeOffset="49149.579">13971 4181,'-15'25,"0"0,2 0,1 1,1 1,1 0,-5 22,13-41,0 1,1 0,0-1,0 1,1 0,0 0,0 0,1 0,0 0,1-1,0 1,1-1,-1 1,1-1,1 0,0 0,0 0,0 0,1-1,1 0,-1 0,1 0,5 4,0-1,1-1,1-1,0 0,0 0,0-2,1 1,0-2,0 0,1-1,0 0,-1-1,1 0,0-2,0 0,0 0,0-1,0-1,0-1,0 0,0-1,0 0,-1-1,1-1,-1 0,4-3,35-42,-40 24</inkml:trace>
  <inkml:trace contextRef="#ctx0" brushRef="#br0" timeOffset="49400.908">13998 4409,'-16'0,"-1"0,12 2,18 1,21 0,17-1,15 0,9-4,3-2,-4-4,-11-2,-16 0</inkml:trace>
  <inkml:trace contextRef="#ctx0" brushRef="#br0" timeOffset="49814.807">14158 4142,'206'5,"122"21,-313-24,3-2,0 2,0 0,0 1,0 1,0 1,-1 0,0 1,0 1,-1 0,1 2,5 3,-17-5,0-1,-1 1,0 0,0 0,0 1,-1-1,0 1,0-1,-1 1,0 0,-1 0,1 0,-1 0,-1 0,0 1,0-1,0 0,-1 0,-1 0,0 3,1 5,-2 30,0-17,1-1,2 0,0 0,2 1,2-1,1 3,6-4,-11-27,1 1,-1-1,0 0,1 0,-1 0,1 0,-1 0,0 0,1 1,-1-1,1 0,-1 0,0 0,1 0,-1 0,1-1,-1 1,0 0,1 0,-1 0,1 0,-1 0,0 0,1-1,-1 1,0 0,1 0,-1-1,0 1,1 0,-1 0,0-1,0 1,1 0,-1-1,0 1,0 0,1-1,-1 1,0 0,0-1,0 1,0-1,0 1,0 0,0-1,0 1,0-1,0 1,0 0,0-1,0 1,0-1,0 1,0 0,0-1,0 1,0-1,-1 1,1 0,0-1,0 1,0 0,-1-1,1 1,0 0,0-22,-1 0,-1 0,-1 0,-1 1,0-1,-2 1,0 0,-2 1,0 0,-1 0,-5-6,-9-23,-1 1,-3 1,-2 2,-2 1,-31-34,49 62,59 20,325 52,-255-43</inkml:trace>
  <inkml:trace contextRef="#ctx0" brushRef="#br0" timeOffset="52971.854">1058 5705,'40'-141,"37"-142,-66 259,-10 24,-1 0,1 0,0 0,-1 0,1 0,-1 0,1 0,0 0,-1 0,1 0,0 1,-1-1,1 0,-1 0,1 1,-1-1,1 0,0 0,-1 1,1-1,-1 1,1-1,-1 1,0-1,1 0,-1 1,1 0,-1-1,0 1,0-1,1 1,-1-1,0 1,0 0,1-1,-1 1,0-1,0 1,0 0,0-1,0 1,0 0,0-1,0 1,0-1,0 1,-1 0,1 0,0 0,10 49,-3 1,-2 0,-2 46,-2-72,3 331,-4-294</inkml:trace>
  <inkml:trace contextRef="#ctx0" brushRef="#br0" timeOffset="53221.181">1578 5559,'6'-267,"7"230,-6 45,9 76,3 105,-8-61,22 99,-17-158</inkml:trace>
  <inkml:trace contextRef="#ctx0" brushRef="#br0" timeOffset="57268.547">4213 5505,'-29'396,"18"-641,10 20,3 208,14 39,56 267,-46-236,-25-52,0 0,0 0,0-1,0 1,0 0,0 0,0 0,1-1,-1 1,0 0,0-1,0 1,1-1,-1 0,0 1,1-1,-1 0,0 0,1 0,-1 0,1 0,-1 0,0 0,1 0,-1-1,0 1,1 0,-1-1,0 1,0-1,0 0,1 1,-1-1,0 0,0 0,0 0,0 1,0-1,0 0,0-1,0 1,10-12,-2-1,1 0,-1 0,-1-1,-1 0,0 0,-1-1,3-12,-8 24,73-236,-66 220,-7 20,-1 0,0 0,1 0,-1 0,0 0,0-1,1 1,-1 0,0 0,1 0,-1 0,0 0,1 0,-1 0,0 0,1 0,-1 0,0 0,1 0,-1 1,0-1,0 0,1 0,-1 0,0 0,1 0,-1 1,0-1,0 0,1 0,-1 0,0 1,0-1,0 0,1 0,-1 1,0-1,0 0,0 1,0-1,1 0,-1 0,0 1,0-1,0 0,0 1,0-1,0 0,0 1,0-1,0 0,0 1,0-1,0 0,0 1,0-1,-1 0,1 0,0 1,0-1,0 0,0 1,-1-1,1 0,0 0,0 1,0-1,1 34,-1 0,-2 0,-1 0,-3 8,-2 34,5-48,-1 119,5-139,0 1,0-1,1 1,0-1,0 0,1 0,0 0,1 0,0 0,0-1,0 1,1-1,0 0,0-1,5 5,-5-7,0 0,0 0,0-1,1 1,0-1,-1 0,1-1,0 0,0 0,0 0,1 0,-1-1,0 0,1 0,-1-1,1 0,-1 0,0 0,1-1,-1 0,0 0,1-1,-1 0,0 0,0 0,0-1,0 0,-1 0,9-4,0-1,-1-1,0 0,0-1,-1 0,0-1,-1 0,0-1,-1 0,7-12,-8 11,-1 1,-1-1,0-1,-1 1,0-1,-1 0,-1-1,0 1,-1-1,0 0,-2 1,1-1,-2 0,0 0,-1 0,0 0,-3-11,4 24,-1 0,1 0,0 0,-1 0,0 0,1 0,-1 0,0 0,0 0,0 0,0 0,0 1,-1-1,1 0,-1 1,1-1,-1 1,1-1,-1 1,0 0,0 0,1 0,-1 0,0 0,0 0,0 0,0 1,0-1,0 1,0-1,-1 1,1 0,0 0,0 0,0 0,0 0,0 0,0 1,0-1,-2 1,-3 4,-1 1,1 0,0 0,1 1,-1 0,1 0,1 0,-1 1,1 0,1 0,-1 0,2 1,-1-1,1 1,-1 5,-2 2,1-1,1 1,1 0,0 0,1 0,1 1,0 0,1-12,0 0,1 0,-1 1,1-1,0 0,0 0,0 0,1 0,0 0,0 0,0 0,1 0,0-1,-1 1,2-1,-1 0,0 0,1 0,0 0,0-1,0 0,0 1,3 0,6 1,1 0,0-1,1-1,-1 0,0 0,1-2,0 0,-1-1,1 0,0-1,-1-1,1 0,-1-1,1 0,-1-1,0-1,-1-1,1 1,-1-2,8-5,-11 7,0 0,-1 0,0-1,0 0,0-1,0 0,-1 0,-1-1,1 0,-1 0,0-1,-1 0,0 0,-1-1,0 0,0 1,-1-2,0 1,-1 0,0-1,0 0,-1 1,-1-1,0 0,0 0,-1 0,-2-10,2 21,0 0,-1 0,1 1,0-1,0 0,-1 0,1 0,0 0,-1 0,1 0,0 0,-1 0,1 0,0 0,0 0,-1 0,1 0,0-1,-1 1,1 0,0 0,0 0,-1 0,1 0,0-1,0 1,-1 0,1 0,0 0,0-1,0 1,-1 0,1 0,0-1,0 1,0 0,0 0,0-1,-1 1,1 0,0-1,0 1,0 0,0 0,0-1,0 1,0 0,0-1,0 1,0 0,0-1,0 1,0 0,1 0,-1-1,0 1,-6 26,3-2,1 0,1 1,1-1,1 1,1-1,1 1,2-1,0 0,5 12,-9-33,0 0,0 0,0 0,1 0,-1 0,0-1,1 1,0 0,0-1,0 1,0-1,0 0,0 1,1-1,-1 0,1 0,-1-1,1 1,0-1,0 1,0-1,0 0,0 0,0 0,0 0,0-1,0 1,0-1,0 0,1 1,-1-2,0 1,0 0,0-1,0 1,0-1,0 0,1 0,-2 0,1 0,0-1,0 1,0-1,-1 0,2-1,6-8,-1 0,0-1,0-1,-2 1,1-1,-2-1,0 1,0-1,-1 0,-1 0,0-1,-2 1,1-1,-1 0,-1 0,-1 1,-1-11,1-64,-2 206,1-83,-1-21,2 0,-1 0,2-1,0 1,0 0,1 0,1-1,0 1,0-1,5 10,-6-19,0-1,-1 1,1 0,0-1,1 1,-1-1,0 0,1 0,-1 0,1 0,0 0,0 0,0-1,0 1,0-1,0 0,0 0,0 0,0 0,0-1,1 1,-1-1,0 0,0 0,1 0,-1 0,0-1,0 1,1-1,1 0,4-2,0 0,-1 0,1-1,-1 0,0 0,0-1,0 0,0 0,-1-1,2-2,1-4,0 0,-1-1,-1 0,0 0,-1-1,0 1,-1-2,0 1,-2-1,1 0,-2 0,0 0,-1 0,0-1,-1 1,-1 0,-1-1,0 1,-1-4,-8-19,9 38,0 1,-1-1,1 1,0 0,0-1,-1 1,1 0,0 0,0 0,0 0,0 0,0 0,0 0,0 0,1 0,-1 1,0-1,1 0,-1 0,1 1,-1-1,1 0,-1 1,1-1,0 0,0 1,0-1,0 1,0 0,-5 15,2 2,0-1,1 0,0 0,2 1,0-1,1 0,1 1,1-1,1 0,0 1,-1-13,-1-1,1 0,0 1,0-1,1 0,-1 0,1-1,0 1,0-1,1 0,-1 0,1 0,0-1,0 0,0 0,1 0,-1 0,1-1,-1 0,1 0,0 0,0-1,0 0,0 0,0-1,0 1,0-1,0-1,0 1,0-1,0 0,1 0,15-4,1-1,-1-1,0 0,-1-2,0 0,0-2,-1 0,10-8,13-10</inkml:trace>
  <inkml:trace contextRef="#ctx0" brushRef="#br0" timeOffset="58699.24">3610 5919,'3'7,"0"7,0 7,-1 8,0 5,-1 4,-3 0,-3-2,-3-3,0-6</inkml:trace>
  <inkml:trace contextRef="#ctx0" brushRef="#br0" timeOffset="60184.996">242 6441,'89'-10,"58"6,0 6,1 7,89 19,-103-8,59 10,117 0,-104-29,39-12,176 0,487 21,-661-4,-88-1,140-13,-146-8,247-13,-186 23,43-13,403-26,-475 35,-184 11,1-1,0 0,-1 0,1 0,0 0,0-1,-1 1,1 0,-1-1,1 1,0-1,-1 1,1-1,-1 0,1 0,-1 0,1 1,-1-1,0-1,1 1,-1 0,0 0,0 0,0-1,1 0,0-9</inkml:trace>
  <inkml:trace contextRef="#ctx0" brushRef="#br0" timeOffset="60769.984">3717 6053,'-4'-5,"-4"-1,-1 5,1 9,2 13,3 12,0 9,2 4,4 1,0-2,0-7,0-10</inkml:trace>
  <inkml:trace contextRef="#ctx0" brushRef="#br0" timeOffset="61998.994">7059 5919,'0'0</inkml:trace>
  <inkml:trace contextRef="#ctx0" brushRef="#br0" timeOffset="62585.426">7059 5919,'-7'-20,"-3"-32,42 38,-31 14,36-1,0 3,0 0,-1 3,5 1,-11-1,27 3,285 52,-291-47,-79-36,-39-23,58 36</inkml:trace>
  <inkml:trace contextRef="#ctx0" brushRef="#br0" timeOffset="62869.19">7581 5653,'-14'-3,"10"2,-1 0,1 0,0 0,-1 1,1-1,-1 1,1 0,0 1,-1-1,1 1,-1 0,1 0,-2 0,6 0,0 0,0 0,0-1,0 1,0 0,0 0,0 0,0-1,0 1,0 0,0 0,0-1,1 1,-1 0,0 0,1-1,-1 1,0 0,1-1,-1 1,1 0,-1-1,1 1,-1-1,1 1,-1 0,1-1,0 0,-1 1,1-1,0 1,0-1,-1 0,1 1,0-1,0 0,0 0,17 10,0-2,1 0,0-2,0 0,17 3,-4 0,46 11,168 57,-159-27,-85-47,1-1,-1 0,0 0,1 1,-1 0,0-1,0 1,0 0,-1 0,1 0,-1 0,0 0,0 0,0 0,0 1,0-1,-1 0,1 1,-1-1,0 0,0 1,0-1,0 0,-1 1,0-1,1 0,-2 2,-4 7,0-1,-1-1,-1 1,1-1,-2 0,1-1,-1 0,-1 0,0-1,0-1,0 1,-1-2,-8 5,-204 105,201-105</inkml:trace>
  <inkml:trace contextRef="#ctx0" brushRef="#br0" timeOffset="63788.849">9132 5786,'-23'0,"-8"-1,0 1,1 1,-1 2,0 1,1 1,0 2,-7 3,33-9,0 0,0 0,0 0,0 1,1-1,-1 1,0 0,1 0,-1 1,1-1,0 1,-1 0,1-1,1 1,-1 1,0-1,1 0,-1 1,1-1,0 1,0 0,1-1,-1 1,1 0,0 0,0 0,0 0,0 0,1 1,-1-1,1 0,0 0,1 0,-1 0,1 0,0 1,0-1,0 0,0 0,2 3,6 1,0 1,0-1,0-1,1 1,1-2,-1 0,1 0,0 0,0-2,1 1,-1-1,1-1,0 0,0-1,0 0,0-1,1 0,-1-1,0-1,9-1,-1 2,-1-2,1 0,-1-2,1 0,-1-1,0-1,-1 0,0-2,0 0,0-1,-1-1,0 0,13-12,-25 18,0-1,-1 0,1 0,-1-1,0 1,0-1,-1 0,1 0,-1 0,-1 0,1-1,-1 1,0-1,0 1,-1-1,0 0,0 0,-1 0,0 1,0-1,0 0,-2-5,-2 33,5 0,-1-7,0 0,1 0,0 0,1 0,1 0,0 0,0 0,2-1,0 0,0 1,1-2,3 4,-6-12,0 0,1-1,-1 0,1 0,0 0,0 0,0 0,0-1,0 0,0 0,1 0,-1 0,1-1,0 1,-1-1,1-1,0 1,0 0,-1-1,1 0,0 0,0-1,0 1,-1-1,1 0,0-1,-1 1,1-1,2 0,5-3,0-1,-1 0,1 0,-1-1,0-1,-1 1,0-2,0 0,-1 0,4-4,-6 3,1 0,-2 0,1 0,-2-1,1 0,-1 0,-1-1,0 0,-1 1,0-1,0 0,-2 0,1-1,-2 1,1 0,-4 123,3-106,0 0,0 1,0-1,1 0,0 0,0 0,1 0,-1 0,1-1,0 1,0 0,1-1,-1 1,1-1,0 0,0 0,1 0,-1 0,1-1,0 1,0-1,0 0,0 0,0 0,1-1,-1 0,1 0,0 0,2 1,3-3,0 0,1 0,-1-1,0 0,1-1,-1 0,0-1,0 0,-1-1,1 1,-1-2,0 0,0 0,0 0,0-1,-1 0,0-1,-1 0,1 0,-1-1,-1 0,1 0,-1 0,-1-1,1 0,-2 0,1-1,-1 1,-1-1,1 0,-2 0,-1-16,-12 37,10-5,1 0,-1 0,1 0,0 0,0 0,0 0,1-1,0 1,0 0,1 0,-1-1,1 1,1-1,-1 1,1-1,0 0,0 0,0 0,1 0,-1-1,1 1,0-1,1 0,-1 0,1-1,0 1,0-1,0 0,0 0,0-1,1 0,-1 0,1 0,-1 0,1-1,3 1,49 12,-2-5</inkml:trace>
  <inkml:trace contextRef="#ctx0" brushRef="#br0" timeOffset="64154.87">10549 5840,'-1'-1,"-114"-14,111 15,-1 1,1-1,-1 1,1 0,-1 0,1 0,0 1,0-1,0 1,0 0,0 0,0 1,0-1,1 1,-1 0,1 0,0 0,-1 0,2 0,-1 1,0-1,1 1,-1 0,1 1,0 0,0 0,0 0,0 0,1 1,0-1,0 1,1-1,-1 0,1 1,0-1,1 1,-1-1,1 1,0-1,1 0,-1 0,1 0,0 1,0-1,1-1,-1 1,1 0,0-1,1 1,-1-1,1 0,-1 0,1 0,0-1,1 1,-1-1,1 0,-1 0,1-1,0 1,0-1,0 0,0-1,1 1,-1-1,0 0,1 0,-1 0,0-1,1 0,-1 0,6-1,-3 0,0-1,-1 0,1 0,0 0,-1-1,0 0,1-1,-1 1,-1-1,1-1,-1 1,1-1,-1-1,0 1,-1-1,0 0,0 0,0 0,0-1,3-6,1-4,-1 0,0-1,-1 1,-1-2,-1 1,-1 0,0-1,-1-6,4-47,-3 0,-3 0,-8-62,1 91,0 25,-3 27,4 11,1 1,1-1,0 1,2 0,1 17,-1-12,-1-5,1 0,1 0,1 1,1-1,0 0,2 0,0 0,2-1,0 1,1-1,1-1,1 1,1-1,0-1,2 0,0 0,1-1,12 12,41 21,0-14</inkml:trace>
  <inkml:trace contextRef="#ctx0" brushRef="#br0" timeOffset="64768.784">12153 5786,'-73'-15,"55"10,1 0,-1 2,0 0,0 1,0 0,0 2,-1 0,1 1,0 1,0 0,-6 3,21-4,-1 0,1-1,-1 1,1 1,-1-1,1 1,0-1,0 1,0 0,0 0,0 0,0 0,0 1,1-1,-1 1,1 0,-1 0,1 0,0 0,1 0,-1 0,0 0,1 1,0-1,-1 0,1 1,1-1,-1 1,0 0,1-1,0 1,0 0,0-1,0 1,1-1,-1 1,1 0,0-1,0 1,0-1,0 0,3 4,3-2,0 1,0-1,1-1,0 1,0-2,0 1,1-1,-1 0,1-1,0 1,0-2,0 1,0-2,0 1,0-1,0 0,0-1,0 0,-1 0,2-1,3 1,0-1,0 0,-1-1,1 0,-1-1,0-1,1 0,-2 0,1-1,-1-1,0 0,0 0,-1-1,0 0,0-1,-1 0,0-1,-1 0,0 0,-1-1,1 0,-2 0,0-1,0 1,-1-1,1-8,-3-2,-2 0,-1-1,-1 1,0 0,-2 0,-1 0,0 0,-2 1,0-1,-2 1,0 1,-1 0,-1 0,-1 0,-12-14,21 30,0 1,1 0,-1-1,0 1,0 1,-1-1,1 0,-1 0,1 1,-1 0,0-1,0 1,0 0,0 0,-3-1,5 4,-1-1,1 0,-1 1,1-1,0 1,-1-1,1 1,0 0,-1 0,1 0,0-1,0 1,0 0,0 0,0 1,0-1,0 0,0 0,0 0,1 1,-1-1,0 0,1 1,-1-1,1 0,-1 1,1-1,0 1,0-1,-1 2,-6 29,1 0,2 0,1 0,1 0,2 1,3 22,-2-27,2-1,1 1,1-1,1 0,1-1,8 17,-13-35,2 0,-1 0,1-1,0 1,1-1,0 1,0-2,1 1,-1 0,1-1,1 0,-1-1,1 1,0-1,0-1,1 1,0-1,-1 0,1-1,0 0,1 0,7 1,-6-3,-1-1,0 0,1 0,-1-1,1 0,-1 0,0-1,1 0,-1-1,0 0,-1-1,1 0,0 0,-1-1,0 0,0 0,-1-1,1 0,-1 0,0-1,-1 1,5-8,-3 5,-1 1,-1-2,0 1,0-1,-1 1,0-2,0 1,-1 0,-1-1,0 0,0 0,-1 0,-1 0,0 0,0 0,-1 0,0-1,-1 1,-1-2,3 11,-1 0,0-1,-1 1,1 0,0-1,0 1,-1 0,0 0,1 0,-1-1,0 1,0 0,0 0,0 0,-1 0,1 0,0 0,-1 1,1-1,-1 0,0 1,0-1,1 1,-1 0,0-1,0 1,0 0,-1 0,1 0,0 1,0-1,0 0,-1 1,1-1,0 1,0 0,-1 0,1 0,0 0,-1 0,1 1,0-1,-1 1,1-1,0 1,0 0,0 0,0 0,-2 0,0 4,0 0,-1 0,2 0,-1 0,1 1,-1-1,2 1,-1 0,0 0,1 0,0 0,1 0,0 1,-1-1,2 0,-1 1,1-1,0 1,0-1,1 0,0 1,0-1,1 0,-1 1,1-1,1 0,-1 0,1 0,0-1,0 1,1-1,-1 0,1 0,1 0,-1 0,1 0,2 1,8 5,1 0,1 0,-1-2,2 0,-1-1,1-1,0 0,12 1,68 18</inkml:trace>
  <inkml:trace contextRef="#ctx0" brushRef="#br0" timeOffset="66471.231">13984 5518,'3'69,"3"-1,3-1,4 9,-11-66,0 5,0-1,1 0,1 0,0 0,1-1,0 1,1-1,1 0,2 4,-8-16,0 0,0 0,0 0,0 0,0 0,0 0,0-1,0 1,1 0,-1 0,0-1,0 1,1-1,-1 1,0-1,1 0,-1 1,1-1,-1 0,0 0,1 0,-1 0,1 0,-1 0,0 0,1-1,-1 1,1-1,-1 1,0-1,0 1,1-1,-1 1,0-1,0 0,0 0,0 0,1 0,-1 0,0 0,0-1,40-48,-40 48,13-21,-1 0,-1-1,-1-1,-1 0,-1 0,-2-1,5-24,-9 20,-3 30,0 1,-1-1,1 0,0 0,0 0,-1 0,1 0,0 0,0 0,0 0,-1 0,1 0,0 0,0 0,-1 0,1 0,0 0,0 0,-1 0,1 0,0 0,0-1,-1 1,1 0,0 0,0 0,0 0,-1 0,1-1,0 1,0 0,0 0,0 0,0 0,-1-1,1 1,0 0,0 0,0-1,0 1,0 0,0 0,0-1,0 1,0 0,0 0,0-1,0 1,0 0,0 0,0 0,0-1,0 1,0 0,-12 20,8-13,-1 0,2 1,-1-1,1 1,0 0,1 0,-1 1,2-1,-1 0,1 1,0-1,1 0,0 1,1-1,-1 1,2-1,0 5,2-9,-1-1,1 1,0-1,0-1,0 1,1 0,-1-1,1 0,-1 0,1-1,0 1,-1-1,1 0,0 0,0 0,0-1,0 0,0 0,0 0,0 0,0-1,0 0,0 0,1-1,6 0,-1-1,0 0,0-1,0 0,0 0,0-2,-1 1,0-1,0-1,-1 1,0-2,0 1,0-1,-1-1,0 0,-1 0,0 0,-1-1,1 0,-2 0,0 0,0-1,0 0,-2 0,1 0,-1-1,-1 1,0-5,-3 26,0 1,1-1,0 1,0-1,1 1,0-1,1 0,1 1,-1-1,1 0,1 0,0-1,0 1,1-1,1 0,-1 0,1 0,1-1,-1 0,1 0,1-1,0 0,3 2,-3-4,0 0,0-1,1 0,0-1,0 0,0 0,0-1,0 0,1 0,-1-1,1-1,-1 1,0-1,1-1,-1 0,1 0,-1-1,0 0,0-1,0 0,0 0,0-1,-1 0,1-1,-1 0,0 0,-1 0,1-1,-1 0,0-1,0 0,-1 0,0 0,-1-1,1 0,-1 0,-1 0,1 0,-2-1,1 0,-1-1,0 3,-2 1,1-1,-1 0,0 0,0 0,-1 0,0 1,0-1,-1 0,0 0,0 0,0 0,-1 1,0-1,0 0,-1 1,0 0,0 0,-1-1,1 2,-1-1,0 0,-1 1,1 0,-3-2,5 6,0 1,0-1,0 0,0 1,0-1,0 1,0 0,0-1,0 1,0 0,0 0,0 0,0 1,0-1,0 0,0 1,0-1,0 1,0 0,1 0,-1 0,0 0,0 0,0 0,1 0,-1 0,1 1,-1-1,1 0,0 1,-1 0,1-1,0 1,0 0,-1 1,-27 68,27-65,1 0,0-1,1 1,0 0,0-1,0 1,0 0,1-1,0 1,0 0,1-1,-1 1,1-1,0 0,1 1,0-1,-1 0,1-1,1 1,-1 0,1-1,0 0,0 0,0 0,0 0,1-1,-1 1,2-1,10 5,0-1,1-1,1 0,-1-2,1 0,-1 0,1-2,0 0,0-1,0-1,0-1,11-2,-14 2,-1-1,0-1,0 0,0-1,0 0,0-1,-1-1,0 0,7-5,-15 8,0 0,-1 0,1-1,-1 1,0-1,0 0,0-1,0 1,-1 0,1-1,-1 0,0 0,-1 0,1 0,-1 0,0-1,-1 1,1-1,-1 1,0-1,0 0,-1 1,0-1,0 0,0-1,-20-56,19 63,0 1,0 0,0 0,0 0,0 0,1 0,-1 0,0 0,0 0,1 0,-1 0,0 0,1 0,-1 1,1-1,0 0,-1 0,1 1,0-1,0 0,0 1,0-1,0 0,0 0,0 1,0-1,0 0,1 1,-1 9,1 0,0 0,1 0,0 0,1 0,0-1,1 1,0-1,1 0,0 0,0-1,1 1,7 7,-9-12,0 0,0 0,1 0,0-1,0 1,0-1,0-1,1 1,0-1,0 0,0 0,0 0,0-1,0 0,1 0,-1-1,1 0,-1 0,1 0,-1-1,1 0,0 0,5-2,-5 1,1-1,-1 0,1-1,-1 0,0 0,0 0,-1-1,1 0,-1 0,1-1,-1 0,-1 0,1 0,-1-1,0 0,0 0,-1 0,1-1,-1 1,1-5,1-2,0 0,0 0,-2-1,1 0,-2 0,0 0,-1-1,0 1,-1-1,-1-5,-7 57,6-30,-3 92,4-96,0 0,1 1,0-1,-1 0,1 0,1 0,-1 0,0 0,1 0,-1 0,1 0,0-1,0 1,0 0,0-1,1 0,-1 0,1 1,-1-1,1-1,0 1,0 0,0-1,0 1,0-1,0 0,0 0,2 0,11 0,1-1,-1 0,0-2,0 0,0-1,0 0,0-1,0-1,-1-1,0 0,0-1,-1 0,0-1,0-1,6-5,44-31,-64 45,1 0,0 0,0 0,0 0,-1 0,1 1,0-1,0 0,0 0,-1 1,1-1,0 0,0 1,-1-1,1 1,0-1,-1 1,1-1,-1 1,1 0,-1-1,1 1,-1 0,1-1,-1 1,1 0,-1 0,0-1,1 1,-1 0,0 0,0 0,0-1,0 1,0 0,2 4,3 5,0-2,1 1,0 0,0-1,0 0,1-1,1 1,-1-1,1-1,0 1,1-1,-1-1,1 0,0 0,1 0,-1-1,1-1,0 0,0 0,0-1,0 0,0-1,0 0,0 0,1-1,-1-1,0 1,1-2,-1 1,0-2,4 0,-9 0,-1 1,1 0,-1-1,1 0,-1 0,0 0,0-1,0 1,-1-1,1 0,-1 0,0-1,0 1,0 0,-1-1,1 0,-1 1,0-1,-1 0,1 0,-1 0,0-1,0 1,0 0,-1 0,0 0,0-1,0 1,-1 0,0 0,0 0,0-1,-2-2,3 8,0-1,0 1,0-1,0 0,0 1,0-1,-1 1,1-1,0 1,0-1,-1 1,1-1,0 1,-1-1,1 1,0-1,-1 1,1 0,-1-1,1 1,-1 0,1-1,0 1,-1 0,0 0,1-1,-1 1,1 0,-1 0,1 0,-1 0,1 0,-1 0,0-1,1 1,-1 1,1-1,-1 0,1 0,-1 0,0 0,1 0,-1 0,1 1,-1-1,1 0,-1 0,1 1,-1-1,1 0,0 1,-1-1,1 1,-1-1,1 0,-1 1,-20 27,18-25,0 1,1 0,0 1,0-1,0 0,1 1,-1-1,1 1,0-1,0 1,1 0,-1-1,1 1,0 0,0-1,1 1,-1 0,1-1,0 1,0-1,1 1,0-1,-1 1,1-1,1 0,-1 0,0 0,1 0,0 0,0-1,0 1,1-1,-1 0,1 0,-1 0,4 1,1 0,1 0,0-1,0 0,0-1,0 0,0 0,0-1,1 0,-1-1,1 0,-1 0,0-1,1 0,-1-1,0 0,5-2,-8 3,0-1,0 0,0-1,-1 1,1-1,-1 0,0 0,0-1,0 0,0 0,0 0,-1 0,0-1,0 0,0 1,0-1,-1-1,0 1,0-1,0 1,-1-1,0 0,0 0,0 0,-1-2,0 6,-1 0,0 0,0 0,0 0,0 0,0-1,-1 1,1 0,0 0,-1 0,0 0,1 0,-1 0,0 1,0-1,0 0,0 0,-1 1,1-1,0 0,-1 1,1-1,-1 1,0 0,1 0,-1-1,0 1,0 0,1 0,-1 0,0 1,0-1,0 0,0 1,0 0,0-1,-1 1,1 0,0 0,0 0,0 0,0 0,0 1,0-1,0 0,0 1,0 0,0-1,0 1,0 0,0 0,-1 1,-1-1,1 1,-1-1,1 0,-1 1,1 0,0 0,0 0,0 0,0 1,0-1,0 1,0 0,1-1,-1 1,0 3,3-5,1 0,-1 0,1 1,0-1,0 0,-1 0,1 0,0 0,0 0,0 0,0 0,0 0,0 0,0 0,1-1,-1 1,0 0,0-1,1 1,-1-1,0 1,1-1,-1 0,0 0,1 1,-1-1,0 0,1 0,-1 0,0 0,24 3,-1-1</inkml:trace>
  <inkml:trace contextRef="#ctx0" brushRef="#br0" timeOffset="67551.286">16912 5812,'-13'-79,"3"-1,1-51,6 73,1 44,1 12,1-1,-1 1,0-1,0 0,1 1,0-1,-1 0,1 0,0 0,1 1,-1-1,0 0,1 0,-1 1,1-1,0 0,0 1,0-1,0 1,0-1,1 1,-1 0,1-1,0 1,0 0,-1 0,1 0,0 0,1 1,-1-1,0 0,0 1,1 0,0-1,9 1,-1 0,1 1,0 1,0 0,-1 0,1 1,-1 1,1 0,-1 0,0 1,1-1,13 3,0 1,0 0,0 2,-1 1,-1 1,1 1,-2 1,0 1,0 1,-2 1,0 0,0 2,-2 0,3 5,-16-16,-1 0,0 0,-1 0,1 1,-1 0,-1-1,0 1,0 0,0 0,-1 0,0 0,-1 1,1-1,-2 0,1 0,-2 4,1-5,0-5,1-1,-1 1,0-1,1 1,-1 0,1-1,0 1,-1 0,1 0,0-1,0 1,0 0,0 0,1-1,-1 1,0 0,1-1,-1 1,1 0,0-1,-1 1,1-1,0 1,0-1,0 1,0-1,0 0,0 1,0-1,1 0,-1 0,0 0,1 0,-1 0,1 0,-1 0,1 0,-1-1,1 1,0-1,-1 1,30 3,0-1,0-2,0-1,0-1,0-2,19-5,-14 5,1-2,-1-1,-1-2,0-2,0-1,-1-1,0-2,-1-2,20-13,-3-17,-49 44,0 1,0 0,0-1,0 0,0 1,0-1,-1 1,1-1,0 0,-1 1,0-1,1 0,-1 0,0 0,0 1,0-1,0 0,0 0,0 1,0-1,-1 0,1 0,0 1,-1-1,0 0,1 0,-1 1,0-1,0 1,0-1,0 1,0-1,0 1,-1-1,-4-2,-1 1,0-1,1 1,-1 1,0-1,0 1,-1 0,1 1,0 0,-1 0,1 0,-1 1,1 0,0 1,-1-1,1 2,0-1,-1 1,1 0,0 0,0 1,0 0,1 0,-6 4,5-3,0 1,0 0,1 0,0 0,-1 1,2 0,-1 1,1-1,0 1,-3 7,6-12,0 1,0 0,1 0,0 0,-1 0,1 0,0 1,0-1,1 0,-1 0,1 1,0-1,-1 0,2 1,-1-1,0 0,1 1,-1-1,1 0,0 1,0-1,0 0,0 0,1 0,0 0,-1 0,3 2,1-1,-1-1,1 0,0 0,0 0,1-1,-1 0,0 0,1 0,0-1,-1 1,1-2,0 1,-1 0,1-1,0 0,0 0,-1-1,1 0,0 0,0 0,-1-1,1 1,-1-1,0-1,1 1,-1-1,0 0,0 0,-1 0,1-1,1-1,39-25,-27 58,-14-16,-3-7,0 0,0 0,1-1,0 1,0-1,0 1,0-1,1 0,0 1,0-1,0-1,0 1,1 0,2 1,-5-4,0-1,0 1,0-1,0 0,0 1,0-1,0 0,0 0,0 0,0 0,0 0,0 0,0 0,1 0,-1 0,0 0,0-1,0 1,0 0,0-1,0 1,0-1,0 1,0-1,0 1,-1-1,1 0,0 1,0-1,0 0,-1 0,1 0,0 1,-1-1,1 0,-1 0,1 0,-1-1,19-41,-4-19,-11 42,1 1,0 0,2 0,0 0,8-13,-13 27,1 1,0-1,0 1,0 0,1 0,0 0,-1 1,1-1,0 1,1 0,-1 0,1 0,-1 1,1-1,0 1,0 0,0 1,0-1,0 1,0 0,0 0,0 1,1-1,-1 1,3 0,0 0,0 1,0 0,0 0,-1 0,1 1,0 1,-1-1,0 1,1 0,-1 1,0-1,-1 1,1 1,-1-1,0 1,0 0,0 1,-1 0,1 0,-1 0,-1 0,1 1,-1-1,-1 1,1 0,-1 0,0 1,1 5,0 123,-4-133,0 0,1 0,0 0,-1 0,1 0,0 0,0 0,1 0,-1-1,1 1,-1 0,1-1,0 1,0-1,0 0,0 1,0-1,1 0,-1 0,0-1,1 1,0 0,-1-1,1 0,0 1,0-1,0 0,2 0,87 12,-66-12,0-1,1-1,-1-1,1-2,-1 0,-1-2,17-6,-33 9,0 0,0-1,0 0,0-1,0 1,-1-2,0 1,0-1,-1 0,0-1,0 0,0 0,-1-1,0 1,0-1,-1 0,0-1,-1 0,1 1,-2-1,4-10,-6 15,1-1,-1 0,0 1,0-1,0 0,0 0,-1 0,0 1,0-1,0 0,-1 0,0 0,0 1,0-1,0 0,-1 1,0-1,1 1,-2-1,1 1,-1 0,1 0,-1 0,0 0,0 1,-1-1,-2-1,4 4,0 1,0 0,0 0,0 0,0 0,0 0,0 0,0 1,0-1,0 1,0 0,0-1,0 1,0 0,0 0,0 0,1 0,-1 0,0 1,1-1,-1 1,1-1,-1 1,1-1,0 1,0 0,0-1,0 1,0 0,0 0,0 0,0 0,1 0,-1 0,1 0,0 0,-1 0,1 0,0 2,0 4,0 0,1 0,0 0,1 0,-1 0,1 0,1 0,0 0,0-1,0 1,1-1,0 0,0 0,1 0,0-1,0 1,1-1,-1-1,1 1,1-1,-1 0,1 0,0-1,6 4,20 11,1-2,1-1,0-2,1-1,0-2,1-1,1-2,136 28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8:08.6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201 725,'-4'16,"-2"14,-2 12,0 7,2 2,1-3,5-5,1-9</inkml:trace>
  <inkml:trace contextRef="#ctx0" brushRef="#br0" timeOffset="667.003">1 524,'5'-3,"0"0,1 0,-1 1,1 0,-1 0,1 0,0 0,0 1,0 0,0 0,0 1,0 0,0 0,3 0,-7 0,28 1,0 0,-1 2,0 1,1 1,-1 2,-1 1,0 1,0 1,0 2,-2 1,1 0,7 8,-23-14,-1 1,0 0,0 0,-1 1,0 1,0 0,-1 0,-1 0,1 1,-2 0,1 1,-2-1,1 1,-2 0,0 1,0-1,-1 1,0-1,-2 1,1 0,-1 0,-1 0,0 0,-2 7,-18 97,20-117,0 1,0 0,0-1,0 1,0-1,0 1,0 0,1-1,-1 1,0 0,0-1,1 1,-1-1,0 1,1-1,-1 1,1-1,-1 1,0-1,1 1,-1-1,1 0,-1 1,1-1,0 0,-1 1,1-1,-1 0,1 0,0 1,-1-1,1 0,0 0,-1 0,1 0,-1 0,1 0,0 0,-1 0,1 0,0 0,-1 0,1 0,0-1,-1 1,1 0,-1 0,1-1,-1 1,1 0,0-1,-1 1,1-1,10-5,1 0,-1-1,-1-1,1 0,-1 0,-1-1,1 0,5-9,-7 10,28-33,-2-1,-2-1,14-27,-56 171,9-94,0-1,0 1,1-1,0 1,0 0,0-1,1 1,0 0,1-1,-1 1,1-1,0 0,1 0,0 0,0 0,0 0,1 0,-1-1,1 1,1-1,-1 0,1-1,0 1,0-1,0 0,0 0,1 0,0-1,-1 0,3 1,-1-2,0-1,0 0,1 0,-1-1,0 1,1-2,-1 1,0-1,1 0,-1-1,0 1,0-1,0-1,0 1,0-1,-1-1,1 1,-1-1,0 0,0 0,0-1,2-2,6-6,0-1,-1 0,0-1,-1-1,-1 0,0 0,-1-1,-1-1,10-26,-3 0,-1-2,-2 0,-3 0,-1-1,-3 0,-1-1,-3 1,-2-1,-2-9,2 35,-1 1,0 0,-2 0,-1 0,0 1,-2-1,-7-19,13 39,0-1,0 1,-1-1,1 1,0-1,-1 1,1 0,-1-1,1 1,-1 0,0-1,0 1,1 0,-1 0,0 0,0-1,0 1,0 0,-1 0,1 1,0-1,0 0,-1 0,1 1,0-1,-1 0,1 1,0-1,-1 1,1 0,-1-1,1 1,-1 0,1 0,-1 0,1 0,-1 0,1 0,-1 1,1-1,0 0,-1 1,1-1,-1 1,1 0,0-1,-1 1,1 0,0 0,0 0,0 0,0 0,0 0,0 0,0 0,-1 1,-7 13,1 0,0 0,1 0,1 1,0 0,1 1,1-1,1 1,0 0,1 2,2-18,-10 58,3 0,3 1,2 0,4 26,0-57,1 0,1-1,2 1,0-1,2 0,2-1,0 1,2-2,1 0,3 4,-11-20,1-1,0 0,1-1,0 1,0-1,1 0,0-1,0 0,0 0,1-1,0 0,1 0,-1-1,1 0,0-1,1 0,-1-1,3 1,16-2</inkml:trace>
  <inkml:trace contextRef="#ctx0" brushRef="#br0" timeOffset="921.044">883 391,'18'-5,"29"-1,34 0,30 2,21 3,9 4,-20 2</inkml:trace>
  <inkml:trace contextRef="#ctx0" brushRef="#br0" timeOffset="1471.12">1618 752,'2'-3,"1"0,0 0,0 0,0 0,0 1,1-1,-1 1,1 0,-1 0,1 1,0-1,0 1,0-1,0 1,0 0,0 1,0-1,0 1,0 0,0 0,0 0,0 0,0 1,0-1,0 1,0 0,0 1,0-1,0 1,-1-1,1 1,0 0,2 3,11 5,-1 2,0 0,-1 0,-1 2,0 0,0 0,-1 1,-1 1,-1 0,0 1,-1 0,-1 1,-1 0,0 0,3 14,-10-30,1 0,-1 1,0 0,0-1,0 1,0 0,0-1,-1 1,1 0,-1 0,0 0,1-1,-1 1,-1 0,1 0,0 0,-1 0,1-1,-1 1,0 0,0-1,0 1,0 0,-1-1,1 1,-1-1,1 0,-1 1,0-1,0 0,0 0,0 0,0 0,0-1,-1 1,1-1,-1 1,1-1,-1 0,1 0,-3 1,-1-4,0 0,0 0,0 0,0-1,0 0,1 0,0-1,0 0,0 0,0 0,0 0,1-1,-1 1,1-1,1 0,-1-1,1 1,0 0,0-1,0 0,1 0,0 0,0 0,0 0,1 0,0-1,0 1,1-1,-3-5,2 0,0 0,0 0,1-1,1 1,0 0,1 0,0 0,0 0,2 0,-1 0,1 1,1-1,0 1,1 0,0 1,1-1,0 1,0 1,1-1,0 1,2-1,103-83,-107 90,0 1,0 0,0 1,0-1,0 1,0 1,0-1,0 1,0 0,0 0,0 1,0-1,1 1,-1 1,0 0,23 2,75 2,-86-6</inkml:trace>
  <inkml:trace contextRef="#ctx0" brushRef="#br0" timeOffset="1868.06">2433 739,'-8'2,"0"1,0 0,1 0,-1 1,1 0,-1 0,1 1,1 0,-1 0,1 1,0 0,0 0,0 0,1 1,0-1,0 1,1 1,0-1,0 1,1-1,0 1,0 0,1 0,0 0,0 1,0 2,2-7,0-1,1 0,-1 1,1-1,0 0,-1 1,1-1,1 0,-1 0,0 0,1 0,0 0,-1 0,1 0,0-1,1 1,-1 0,0-1,1 0,-1 0,1 0,0 0,0 0,0 0,0-1,0 1,0-1,0 0,0 0,3 1,2 0,0 0,1-1,-1 0,0 0,1 0,-1-1,1-1,-1 1,1-1,-1-1,7-2,-9 3,1-1,-2 0,1 0,0-1,0 1,-1-1,1-1,-1 1,0-1,0 0,0 0,-1 0,1-1,-1 0,0 1,-1-2,1 1,-1 0,0-1,0 1,0-1,-1 0,0 0,0 0,-1 0,0 0,0-1,0 1,0 0,-1 0,0-1,-1 1,0 0,1 0,-2-1,1 1,-1 0,0 0,-2-1,0 1,0 0,-1 0,1 0,-1 0,-1 1,1 0,-1 0,0 0,0 1,0 0,0 0,-1 0,0 1,0 0,0 1,0-1,0 1,0 1,-1-1,1 1,-1 0,1 1,-6 0,2 0,0 0,0 1,0 0,0 1,0 0,1 1,-1 0,1 1,0 0,-1 0,2 1,-1 1,1-1,-1 2,2-1,-6 6,9-9,1 1,1 0,-1-1,0 1,1 1,0-1,0 1,0-1,0 1,1 0,0 0,0 0,0 0,0 0,1 0,0 1,0-1,1 0,-1 1,1-1,0 1,1-1,-1 0,1 1,0-1,0 0,1 0,0 1,0-1,0 0,0-1,1 1,2 3,2-2,1 1,0-2,1 1,-1-1,1 0,0-1,1 0,-1-1,0 0,1 0,0-1,0 0,0 0,0-2,5 1,42 3</inkml:trace>
  <inkml:trace contextRef="#ctx0" brushRef="#br0" timeOffset="2616.274">2701 404,'-2'-6,"0"-1,0 1,-1 0,0 0,0 0,0 1,-1-1,0 1,0 0,0 0,-1 0,1 0,-1 1,0 0,-1 0,1 0,-1 1,1-1,-1 1,0 1,-1-1,1 1,0 0,0 1,-1-1,1 1,-1 0,0 1,1 0,-1 0,1 0,-1 1,0 0,-3 1,3 1,1 1,0 0,0 0,0 1,0-1,1 1,-1 1,1-1,1 1,-1 0,1 0,0 0,0 0,1 1,0 0,0-1,0 1,1 0,0 0,1 1,-1-1,1 0,1 1,-1-1,1 0,1 1,-1-1,1 0,1 1,-1-1,1 0,0 0,3 5,9 16,1-1,1-1,1 0,1-1,2-1,0-1,1 0,3-1,13 17,-2-3,-1 2,-2 1,-2 2,-1 1,0 5,-25-38,-4-8,0 1,0-1,1 0,-1 1,0-1,1 0,-1 1,1-1,-1 0,1 1,0-1,0 0,-1 0,1 0,0 0,0 0,0 0,0 0,0 0,1 0,-1 0,0-1,0 1,0 0,1-1,-1 1,0-1,1 1,-1-1,0 0,1 0,-1 0,1 1,-1-1,1 0,-1-1,0 1,1 0,-1 0,0-1,1 1,0-1,9-7,-1-1,0 0,-1-1,0 0,-1-1,0 0,-1 0,0 0,0-1,-1 0,-1-1,6-9,-1 0,-2 0,0-1,-1 0,-2-1,0 0,-2 1,0-1,-2-1,0-7,-1 30,1-1,-1 1,0-1,0 0,0 1,0-1,-1 0,1 1,-1-1,0 1,1-1,-1 1,0-1,0 1,-1 0,1-1,0 1,-1 0,0 0,1 0,-1 0,0 0,0 0,0 1,0-1,0 0,0 1,-1 0,1-1,0 1,-1 0,1 0,-1 1,1-1,-1 0,0 1,-1 0,2 0,-1 0,1 0,0 1,-1 0,1-1,0 1,-1 0,1 0,0 0,0 0,0 1,0-1,0 0,0 1,0 0,0-1,1 1,-1 0,1 0,-1 0,1 0,0 0,-1 0,1 1,0-1,1 0,-1 0,0 1,1-1,-1 1,1-1,0 0,-1 1,1-1,0 1,1-1,-1 1,0-1,1 0,0 1,-1-1,1 0,1 2,4 1,0 0,0-1,1 1,-1-2,1 1,0-1,0 0,1 0,-1-1,0 0,1 0,0-1,-1 0,1 0,0-1,-5 0,306 18,-306-19,1 1,-1 0,1 0,-1 0,0 1,1-1,-1 1,1 0,-1 0,0 0,0 0,0 1,0-1,0 1,0 0,0 0,0 0,0 0,-1 1,1-1,-1 1,0-1,0 1,0 0,0 0,0 0,0 0,-1 0,0 0,1 0,-1 0,0 1,-7 61,0 11,7-73,-1-1,1 1,0-1,-1 1,1-1,0 1,1-1,-1 1,0-1,1 0,-1 0,1 0,0 1,0-2,0 1,0 0,0 0,0-1,0 1,0-1,1 1,-1-1,0 0,1 0,0 0,-1-1,7 2,0-1,0 0,0-1,1 0,-1-1,0 0,0 0,0-1,0 0,0-1,-1 0,1 0,-1-1,0 0,0 0,0-1,0 0,-1 0,0-1,0 0,0 0,-1-1,0 0,0 0,-1 0,1-1,-2 1,1-2,-1 1,0 0,-1-1,2-7,-2 11,-1-1,0 1,-1-1,1 0,-1 0,0 0,0 0,-1 0,0 0,0 0,0 0,-1 0,0-5,0 10,1 1,-1 0,1-1,0 1,-1 0,1-1,-1 1,1 0,-1 0,1-1,-1 1,1 0,-1 0,1 0,-1 0,1 0,-1 0,1 0,-1 0,1 0,-1 0,1 0,-1 0,0 0,1 0,-1 0,1 1,-1-1,1 0,-1 0,1 1,0-1,-1 0,1 0,-1 1,1-1,0 1,-1-1,1 0,0 1,-1-1,1 1,0-1,-1 1,1-1,0 1,0-1,0 1,-5 4,1 1,0-1,1 1,-1 0,1 0,1 1,-1-1,1 1,0-1,0 1,1-1,0 1,0 0,1 0,0 0,0-1,0 1,1 0,0 0,0 0,1-1,0 1,0-1,0 1,3 3,-2-8,-1 1,1 0,1-1,-1 0,0 1,1-1,-1-1,1 1,-1 0,1-1,0 0,0 0,-1 0,1 0,0 0,0-1,0 0,0 0,0 0,3-1,22-2</inkml:trace>
  <inkml:trace contextRef="#ctx0" brushRef="#br0" timeOffset="2866.624">3770 337,'-6'19,"3"12,13 10,4-2</inkml:trace>
  <inkml:trace contextRef="#ctx0" brushRef="#br0" timeOffset="3352.383">4158 631,'24'-47,"-2"-2,-2-1,-3-1,-1 0,-3-2,-3 1,2-23,-9 55,0 4,-1 1,0-1,-1 0,0 0,-2 0,0 0,0 0,-3-9,3 23,1 0,-1 1,0-1,0 0,1 1,-1-1,0 1,0-1,0 1,-1 0,1 0,0-1,0 1,-1 0,1 0,-1 0,1 0,-1 0,1 1,-1-1,0 0,1 1,-1-1,0 1,1-1,-1 1,0 0,0 0,1 0,-1 0,0 0,0 0,1 1,-1-1,0 0,1 1,-1-1,0 1,1 0,-1-1,1 1,-1 0,1 0,-1 0,1 0,0 1,-1-1,1 0,0 0,0 1,0-1,0 1,0-1,0 1,0-1,-14 17,0 0,2 1,0 0,1 1,1 1,0-1,2 2,0-1,-1 10,-5 16,1 1,2 1,3 0,1 0,3 1,2 0,2 5,2-37,0 0,1-1,0 1,2 0,0-1,1 1,1-1,0-1,8 14,-11-23,1 0,1 0,-1-1,1 0,0 0,1 0,-1-1,1 1,0-1,0 0,1-1,-1 0,1 0,0 0,1-1,-1 0,0 0,1-1,-1 0,1-1,0 1,0-1,1-1,3 0,-1 0,1-1,-1-1,0 0,0-1,1 0,-2 0,1-1,0-1,-1 0,0 0,0-1,0 0,-1-1,0 0,0 0,-1-1,0 0,0-1,-1 1,0-2,0 1,-1-1,0 0,-1 0,0 0,1-6,-5 14,0-1,0 0,0 0,-1 0,1 0,-1 0,1 1,-1-1,0 0,0 0,0 0,0 0,-1 0,1 0,-1 0,0 0,0 0,0-1,0 4,-1-1,1 1,0-1,0 1,-1-1,1 1,0 0,-1 0,1 0,0 0,-1-1,1 2,0-1,-1 0,1 0,0 0,0 1,-1-1,1 0,0 1,0-1,-1 1,1 0,0-1,0 1,0 0,0 0,0 0,0 0,0 0,0 0,0 0,0 0,1 0,-1 0,0 0,1 0,-1 1,1-1,-1 0,1 1,-3 3,0 0,0 0,1-1,0 1,0 1,0-1,0 0,1 0,0 1,0-1,0 1,1-1,0 1,0-1,0 1,1-1,0 1,0-1,0 0,1 1,-1-1,1 0,1 0,-1 0,1 0,0 0,0-1,0 1,0-1,1 0,0 0,0 0,0 0,0-1,1 0,-1 0,1 0,0 0,0-1,5 3,-4-3,1-1,-1 1,1-1,0 0,-1 0,1-1,0 0,0 0,-1-1,1 1,0-1,0-1,-1 0,1 0,-1 0,0 0,0-1,1 0,-2-1,1 1,0-1,-1 0,0 0,1-1,-2 0,1 0,-1 0,1 0,-1-1,-1 1,1-1,-1 0,0 0,-1-1,1 1,-1 0,0-1,-1 0,1 1,-1-1,-1 0,1 0,-1 3,1-1,0 1,-1 0,0-1,0 1,0 0,0-1,-1 1,0 0,0-1,0 1,0 0,-1 0,0 0,1 0,-2 0,1 0,0 1,-1-1,1 1,-1 0,0-1,0 1,0 0,-1 1,1-1,-1 1,0-1,1 1,-1 0,0 0,0 1,0-1,0 1,-2 0,1 0,1 1,-1 1,0-1,1 1,-1 0,0 0,1 0,-1 0,1 1,-1 0,1 0,0 0,0 0,0 1,0 0,0 0,1 0,-1 0,1 0,0 1,0-1,0 1,0 0,1 0,-1 0,1 0,0 1,0-1,1 0,-1 1,1 0,0-1,0 1,1-1,-1 1,1 0,0 0,1-1,-1 1,1 0,-1-1,2 1,0 4,1-2,1 1,-1 0,2-1,-1 1,1-1,0-1,0 1,1-1,0 1,3 1,28 24</inkml:trace>
  <inkml:trace contextRef="#ctx0" brushRef="#br0" timeOffset="3751.316">4987 953,'-2'-46,"-2"0,-2 0,-2 1,-2 0,-2 0,-2 1,-11-22,18 48,8 18,0-1,0 1,-1 0,1-1,0 1,0 0,0 0,0 0,0-1,0 1,0 0,-1 0,1 0,0 1,0-1,0 0,0 0,0 0,0 1,0-1,-1 0,1 1,0-1,0 1,0-1,-1 1,1-1,0 1,-1-1,1 1,0 0,-1 0,1-1,-1 1,1 0,2 1,305 168,-305-169,0 1,0-1,0 1,0 0,0-1,-1 1,1 0,0 1,-1-1,1 0,-1 1,0-1,0 1,0 0,0 0,-1 0,1 0,-1 0,1 0,-1 0,0 0,0 0,-1 1,1-1,-1 0,1 1,-1-1,0 0,0 1,-1-1,1 1,-1-1,1 0,-1 0,0 1,-1-1,1 0,0 0,-1 0,0 0,-35 35,31-33,0 0,1 0,-1 0,1 0,1 1,-1 0,1 0,0 0,0 1,0 2,4-7,0 0,1 1,-1-1,1 0,-1 1,1-1,0 0,0 0,0 1,0-1,1 0,-1 0,0 0,1-1,0 1,-1 0,1 0,0-1,0 1,0-1,0 0,0 1,0-1,0 0,0 0,0 0,1-1,-1 1,0 0,1-1,-1 0,1 1,-1-1,0 0,1 0,-1 0,0-1,1 1,58 6,0-2,0-3,56-7,2-10,-74 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8:01.00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391 33,'-13'-4,"1"-1,-1 0,1 1,-1 0,0 1,0 0,0 1,0 1,0 0,0 1,-1 0,1 1,0 0,0 1,0 1,0 0,0 1,1 0,-7 4,9-2,1 0,0 1,0 0,0 1,1 0,1 0,-1 1,1 0,1 0,-1 1,2-1,-1 2,1-1,1 0,0 1,1 0,0 0,0 0,1 0,0 8,1-15,2 0,-1 0,0 0,1 0,0 0,-1 0,2 0,-1 0,0 0,1-1,0 1,0-1,0 1,0-1,0 0,1 1,-1-1,1 0,0-1,0 1,0 0,0-1,1 0,0 1,95 37,-76-32,3 0,-12-5,0 0,-1 1,1 1,-1 0,0 0,0 2,0 0,-1 0,0 1,-1 0,1 1,-2 1,1-1,-1 2,-1 0,3 3,-10-9,0 0,0 0,0 0,-1 0,1 0,-1 0,-1 0,1 1,-1-1,0 0,0 0,0 1,-1-1,0 0,0 0,0 0,0 0,-1 0,0 0,0 0,-1 0,1-1,-1 1,0-1,0 0,0 0,-1 0,-3 3,-1 1,-1 0,0-1,0 0,0 0,-1-1,0-1,-1 0,1 0,-1-1,0 0,0-1,-9 2,8-3,0 0,0-1,0 0,0-1,-1 0,1-1,0 0,0-1,0-1,1 0,-1 0,1-1,-1-1,1 0,10 5,1 0,-1 0,0 0,1 0,-1 0,1 0,-1 0,0-1,1 1,-1 0,1 0,-1-1,1 1,-1 0,1-1,-1 1,1 0,-1-1,1 1,-1-1,1 1,0-1,-1 1,1-1,0 1,-1-1,1 1,0-1,0 1,-1-1,1 0,0 1,0-1,0 1,0-1,0 0,0 1,0-1,0 1,0-1,0 0,0 1,0-1,1 1,-1-1,0 0,0 1,1-1,-1 1,0-1,1 1,-1-1,0 1,1-1,-1 1,1-1,-1 1,1 0,-1-1,1 1,-1 0,1-1,0 1,41-13,303-51,-299 54,0-2,-1-1,0-3,-1-2,-1-1,29-19,-23-7,-48 44,0 0,0 0,0 0,0 0,0 0,-1 0,1-1,0 1,0 0,-1 0,1-1,-1 1,0-1,1 1,-1 0,0-1,0 1,0-1,0 1,0-1,0 1,0 0,0-1,0 1,-1-1,1 1,-1 0,1-1,-1 1,1 0,-1-1,0 1,0 0,0 0,1 0,-1 0,0 0,-1 0,1 0,0 0,0 0,0 0,-2-1,-1 1,1-1,0 1,0 0,-1 0,1 0,0 0,-1 1,1-1,-1 1,1 0,-1 0,1 0,0 1,-1-1,1 1,-1 0,1 0,0 0,0 0,-1 0,1 1,0 0,0-1,0 1,-2 2,-2 1,1 1,-1-1,1 1,0 0,1 1,-1-1,1 1,0 0,1 1,-2 3,3-6,0 0,1 0,-1 0,1 0,0 0,1 1,-1-1,1 1,0-1,1 1,-1 0,1-1,0 1,1 0,-1-1,1 1,0-1,0 1,1-1,0 0,0 1,0-1,0 0,1 0,0 0,0 0,0-1,1 1,7 2,1-1,0 0,0 0,0-1,1-1,-1 0,1-1,0 0,0-1,0-1,0 0,0 0,1-1,-1-1,0-1,0 0,0 0,8-3,9-1,0-2,-1 0,0-2,-1-1,0-2,-1 0,0-2,-1-1,-1-1,0-1,-1-1,18-20,-34 30,0-1,-1 0,0 0,0-1,-1 1,0-2,-1 1,2-6,-6 12,1 0,-1 1,0-1,0 0,0 0,0 0,-1 0,0 0,0 0,0 0,-1 0,0 1,0-1,0 0,0 0,-1 1,0-1,0 0,0 1,0 0,-1 0,-1-2,3 4,-1 0,1 1,0-1,-1 1,1-1,-1 1,0 0,0-1,1 1,-1 0,0 0,0 0,0 1,0-1,0 0,0 1,0-1,0 1,0 0,0 0,-1-1,1 1,0 1,0-1,0 0,0 1,0-1,0 1,0-1,0 1,0 0,0 0,0 0,0 0,0 0,1 0,-1 1,0-1,1 0,-1 1,1-1,0 1,-1 0,1 0,0-1,0 1,0 0,0 0,0 2,-6 16,1 1,1 0,1 1,1-1,0 1,2-1,1 1,0 0,2-1,2 13,10 87,24 88,0 1,-34-182,3 11,-1 0,-2 0,-2 0,-2 0,-1 0,-4 22,-10-25,15-35,-1-1,1 1,-1-1,1 1,-1-1,1 1,-1-1,0 1,1-1,-1 0,0 1,0-1,1 0,-1 0,0 1,0-1,1 0,-1 0,0 0,0 0,1 0,-1 0,0 0,0 0,0-1,1 1,-1 0,0 0,1-1,-1 1,0 0,0-1,1 1,-1 0,1-1,-1 1,0-1,1 1,-1-1,1 0,-1 1,1-1,-1 0,1 1,0-1,-8-10,0 0,1 0,1 0,0-1,1 0,0 0,1-1,0 1,0-3,-1-2,-15-56,3-1,3 0,4-1,2-1,4 1,4-1,6-47,-5 100,2-1,1 1,0-1,2 2,0-1,9-18,-13 36,0-1,1 1,0 0,0 0,0 0,0 0,1 1,0-1,0 1,0 0,1 0,-1 0,1 1,0-1,0 1,0 0,0 1,0-1,1 1,-1 0,1 0,0 1,0 0,-1 0,1 0,0 1,0-1,0 2,3-1,2 2,0 0,0 0,0 1,0 1,-1 0,0 0,0 1,0 0,0 1,-1 0,0 0,0 1,0 1,-1-1,0 1,-1 0,0 1,0 0,-1 0,0 1,-1-1,0 1,0 1,2 8,-6-16,0 0,0-1,-1 1,1 0,-1 0,0 0,0 0,0 0,0 0,-1 0,1 0,-1 0,0-1,0 1,0 0,0 0,0-1,0 1,-1 0,0-1,1 0,-1 1,0-1,0 0,0 0,0 0,0 0,-1 0,1 0,-1-1,1 1,-1-1,0 0,1 0,-1 0,-2 1,-108 16,111-18,-12 2,0-2,-1 0,1 0,0-2,-1 0,1 0,-6-3,19 5,1 0,-1 0,1 0,-1 0,1 0,-1 0,1 0,0 0,-1 0,1 0,-1-1,1 1,-1 0,1 0,0 0,-1-1,1 1,-1 0,1-1,0 1,-1 0,1-1,0 1,0 0,-1-1,1 1,0-1,0 1,-1 0,1-1,0 1,0-1,0 1,0-1,0 1,0-1,0 1,0-1,0 1,0-1,0 1,0 0,0-1,0 1,0-1,0 1,1-1,-1 1,0-1,0 1,0 0,1-1,-1 1,0 0,1-1,-1 1,0-1,1 1,-1 0,0 0,1-1,-1 1,1 0,-1 0,17-11</inkml:trace>
  <inkml:trace contextRef="#ctx0" brushRef="#br0" timeOffset="1496.572">2103 434,'-40'-12,"0"1,-1 2,0 1,0 3,-32 0,68 4,0 0,0 0,0 1,0-1,-1 1,1 1,0-1,0 1,0 0,0 0,0 0,0 1,0-1,1 1,-1 1,0-1,1 1,0-1,-1 1,1 0,0 1,1-1,-1 1,1 0,-1 0,1 0,0 0,1 0,-1 1,1-1,-1 1,2 0,-1 0,-1 3,3-3,0-1,0 0,0 0,0 0,1 0,0 1,0-1,0 0,0 0,0 0,1 0,0-1,0 1,0 0,0-1,1 1,-1-1,1 0,0 0,0 0,0 0,0 0,0-1,1 1,-1-1,2 0,2 3,1-2,0 1,0-1,0 0,1-1,-1 1,1-2,-1 1,1-1,0-1,0 0,2 0,0-1,0 0,0 0,0-2,0 1,0-1,-1-1,1 0,-1 0,0-1,0 0,0-1,-1 0,0-1,0 0,-1 0,0-1,0 0,0 0,-1-1,-1 0,0 0,0-1,1-3,-9 21,0-1,1 1,0-1,0 1,0 0,1 0,0-1,1 1,0 0,0 0,1 2,-1-7,-1 0,1 0,-1-1,1 1,0 0,0 0,0-1,1 1,-1-1,1 1,-1-1,1 1,0-1,0 0,0 0,0 0,0 0,0 0,1-1,-1 1,1-1,-1 1,1-1,-1 0,1 0,0 0,0 0,-1 0,1-1,0 1,0-1,0 0,0 0,0 0,0 0,1-1,2 0,0-1,1 0,-1 0,0-1,0 0,0 0,0 0,-1-1,1 1,-1-1,0-1,0 1,-1-1,1 0,-1 0,0 0,0-1,-1 1,1-1,1-4,44-125,-48 134,-1-3,0 1,1-1,-1 1,1 0,0-1,0 1,0 0,1 0,-1 0,1 0,0 0,0 0,0 0,0 0,0 1,0-1,1 1,0 0,-1-1,1 1,0 0,0 1,0-1,0 0,2 0,8 2,0-1,0 1,0 1,0 0,0 1,0 1,0 0,1 1,24 4,-31-6,21 2,0 1,-1 2,0 1,0 1,-1 2,3 1,-26-10,0-1,0 0,-1 1,1 0,0 0,-1 0,1 0,-1 0,0 0,1 1,-1-1,0 1,-1-1,1 1,0 0,-1 0,1 0,-1 0,0 0,0 0,0 0,-1 0,1 0,-1 0,1 0,-1 1,0-1,0 0,-1 0,1 1,-1-1,1 0,-1 0,0 0,0 0,0 0,-1 0,1 0,-2 1,-77 109,80-111,0-1,-1 0,1 1,0-1,0 0,0 1,0-1,0 0,0 1,0-1,0 0,0 1,1-1,-1 0,1 1,-1-1,1 0,-1 0,1 1,0-1,-1 0,1 0,0 0,0 0,0 0,0 0,0 0,0 0,0 0,0-1,0 1,1 0,-1-1,0 1,0-1,1 1,-1-1,0 0,1 1,-1-1,0 0,1 0,-1 0,0 0,1 0,-1 0,0 0,1-1,32 4,0-2,0-2,1-1,-1-2,-1-1,32-9,-54 12,57-10,-1-3,0-2,-2-4,0-2,42-24,-19-19,-86 63,1 0,-1 1,1-1,-1 0,0 0,0 0,-1 0,1-1,-1 1,1 0,-1-1,0 1,0-1,-1 0,1 1,-1-1,1 1,-1-1,0 0,-1 1,1-1,-1 0,1 1,-1-1,0 1,0-1,-1 1,1-1,-1 1,0 0,0 0,-1 0,1 0,0 1,-1-1,0 1,0-1,1 1,-1 0,-1 0,1 0,0 1,0-1,-1 1,1 0,-1-1,1 2,-1-1,1 0,-1 1,0-1,1 1,-1 0,0 1,1-1,-1 0,-6 2,1-1,-1 1,1 1,0-1,0 2,0-1,1 1,-1 0,1 1,0 0,2-1,0-1,0 1,1 1,-1-1,1 1,0 0,1 0,-1 0,1 1,0 0,0 0,1 0,0 0,0 0,0 1,1-1,0 1,0-1,1 1,-1 0,2 0,-1 0,1 0,0 0,0 0,1 0,0 0,0 1,1-5,0 0,0 1,0-1,0-1,1 1,-1 0,1-1,0 1,0-1,0 0,0 1,0-2,0 1,0 0,1-1,-1 1,1-1,-1 0,1 0,-1 0,1-1,0 1,-1-1,1 0,0 0,2 0,96-21,-91 17,-1 0,0 0,0-1,0 0,-1-1,0 0,0-1,0 1,-1-2,0 1,0-1,-1-1,0 1,0-1,-1 0,3-6,-12 22,1 0,0 0,1 0,-1-1,1 2,1-1,-1 0,1 0,1 0,-1 0,1 0,0 0,1 0,0 0,0-1,0 1,1 0,0-1,0 0,1 1,-1-1,1-1,1 1,-1 0,1-1,0 0,1 0,0 0,0-1,1 0,-1 0,1-1,0 0,0 0,1 0,-1-1,0 0,1-1,-1 1,1-2,-1 1,1-1,0 0,-1 0,1-1,0 0,-1-1,0 1,1-1,-1-1,0 0,0 0,0 0,0-1,-1 1,1-2,-1 1,0-1,0 0,-1 0,1-1,-1 1,-1-1,1 0,-1-1,0 1,1-3,-1-5,-2 0,1 0,-2 0,0 0,-1 0,0 0,-1 0,-1 0,0 0,-1 0,0 0,-1 1,-1-2,-2-14,6 25,0 3,1 1,-1-1,1 0,-1 0,1 0,-1 0,1 0,0 1,0-1,-1 0,1 0,0 0,0 0,0 0,0 0,0 0,0 0,0 0,0 0,1 0,-1 0,0 0,1 1,-1-1,0 0,1 0,-1 0,1 0,-1 1,1-1,0 0,-1 0,1 1,0-1,-1 0,1 1,0-1,0 1,-1-1,1 1,0 0,0-1,97 15,-42-6,-29-6,0 2,-1 1,1 1,-1 1,-1 1,0 1,0 2,16 9,-34-14,0 0,0 0,-1 1,0 0,0 0,-1 0,1 1,-2 0,1 0,-1 0,-1 1,1-1,-1 1,-1 0,0 0,0 0,-1 0,0 0,0 1,-1 1,24 93,-23-100,1-1,1 1,-1 0,0 0,1-1,0 1,0-1,0 0,0 0,0 0,1 0,-1-1,1 1,0-1,0 0,0 0,0 0,0-1,0 1,0-1,1 0,-1 0,0-1,1 1,-1-1,1 0,-1 0,0 0,1-1,-1 0,2 0,10-2,-1 0,1-2,0 0,-1 0,0-2,0 0,13-8,-16 8,-1 0,1-1,-1 0,0 0,-1-1,0-1,-1 0,0 0,0-1,-1 0,0 0,-1-1,0 0,-1 0,-1-1,0 1,0-1,-1 0,-1-1,0 1,-1-1,-1 1,0-1,-1-1,0 12,0-1,-1 1,1 0,-1 0,0 0,0 0,0 0,-1 0,1 0,0 0,-1 1,0-1,0 1,0-1,0 1,0-1,0 1,-1 0,1 0,-1 0,0 1,1-1,-1 0,0 1,0 0,0 0,0 0,0 0,0 0,0 0,0 1,-1 0,1-1,0 1,0 0,0 1,0-1,-1 0,1 1,0 0,0 0,0 0,0 0,0 0,0 1,-2 1,-1 0,0 1,1 0,-1 0,1 1,0-1,0 1,0 0,1 0,-1 1,1 0,1-1,-1 1,1 1,0-1,0 0,1 1,0-1,0 1,0 0,1 0,0-1,0 1,1 0,0 0,0 0,1 0,0 0,0 0,0 0,1-1,0 1,1-1,-1 1,1-1,0 0,1 0,-1 0,1 0,1-1,-1 1,3 1,10 5,1 0,1-2,0 0,1-1,0 0,0-2,0-1,1 0,0-1,0-2,1 0,-1-1,19-1,66 5,-7-4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8:14.7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0,'0'0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8:24.14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367 522,'-31'-7,"-10"-2,0 1,0 3,0 1,-30 1,67 3,0-1,0 1,1 0,-1 0,0 1,0-1,0 1,1 0,-1 0,0 0,1 0,-1 1,1-1,-1 1,1 0,0 0,0 0,0 1,0-1,0 1,0 0,1-1,-1 1,1 0,0 1,0-1,0 0,0 0,1 1,-1-1,1 1,0 0,0-1,0 1,0 0,1 0,0-1,-1 1,1 0,1 0,-1 0,1 0,0 0,0-1,0 1,1 0,-1-1,1 1,0-1,-1 1,2-1,-1 0,0 0,1 0,-1 0,1 0,0-1,0 1,0-1,0 0,1 0,-1 0,1 0,-1 0,1-1,-1 0,1 1,0-1,0-1,3 1,1 1,0-1,0-1,1 0,-1 0,0-1,1 1,-1-2,0 1,0-1,0-1,0 1,0-1,0-1,-1 0,1-1,1 0,-2-1,1 0,-1-1,0 0,0 0,-1 0,0-1,0 0,-1 0,0-1,0 1,-1-1,0 0,-1 0,0-1,0 1,-1-1,0-3,2-17,0 0,-3 0,0 0,-2 0,-3-21,1 19,-1-1,-2 1,-1 0,-1 0,-1 1,-11-22,20 52,0 0,0-1,-1 1,1 0,0-1,0 1,-1 0,1 0,-1-1,1 1,-1 0,1 0,-1 0,0-1,0 1,1 0,-1 0,0 0,0 0,0 0,0 1,0-1,0 0,0 0,-1 1,1-1,0 1,0-1,-1 1,1-1,0 1,0 0,-1-1,1 1,0 0,-1 0,1 0,0 0,-1 0,1 1,0-1,-1 0,1 0,0 1,0-1,-1 1,1-1,0 1,0 0,-1 0,-4 10,1 0,0 0,0 1,1-1,0 1,2 0,-1 0,1 1,1-1,0 3,0-8,-2 23,1 0,1 0,2 0,1 0,1 0,2 0,1 0,3 8,-5-24,0 0,1-1,1 0,0 0,1 0,0-1,1 0,0 0,1 0,0-1,1-1,0 0,0 0,1-1,1 0,0-1,0 0,6 2,-7-6,0 0,0-1,0-1,1 0,-1 0,0-1,1-1,-1 0,1 0,-1-1,1 0,-1-1,0-1,0 0,0 0,0-1,0 0,-1-1,0 0,0-1,0 0,0-1,-1 0,0 0,-1-1,0 0,0 0,-1-1,0 0,0 0,-1-1,0 0,-1 0,0-1,0 1,-1-1,-1 0,0 0,0 0,-1 0,-1-1,0 1,0-1,-1 9,1-1,-1 1,0 0,0 0,-1 0,1-1,-1 1,1 0,-1 0,0 0,0 0,0 0,-1 0,1 0,-1 0,0 1,1-1,-1 0,-1 1,1-1,0 1,0 0,-1 0,1 0,-1 0,0 0,0 1,1-1,-1 1,0 0,0 0,0 0,-1 0,1 0,0 0,0 1,0 0,-1 0,1 0,0 0,0 0,0 0,-1 1,1 0,0 0,0 0,0 0,-1 0,-1 2,-1 0,1 0,0 0,0 0,1 1,-1 0,1 0,-1 0,1 1,0-1,1 1,-1 0,1 0,0 0,0 1,1-1,0 1,0-1,0 1,0 0,1 0,0 0,0 0,1 0,0 0,0 0,0 0,0 0,1 0,0 0,1-1,-1 1,1 0,0 0,0-1,1 1,0-1,0 0,0 0,1 0,-1 0,2 1,11 5,-1 0,1-2,1 1,-1-2,2 0,-1-1,1-1,0-1,0 0,0-1,1-1,7 0,71 11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8:25.1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276 602,'-16'-6,"-1"1,1 1,-1 1,0 0,0 1,-14 0,24 3,1-1,-1 1,1 0,-1 0,1 1,-1 0,1 0,0 0,0 1,0 0,0 0,0 1,1-1,0 1,-1 0,1 1,1-1,-1 1,1 0,1-2,0 0,0 1,1-1,-1 1,1-1,0 1,0 0,1 0,-1 0,1 0,-1 0,1 0,1 0,-1 0,0 0,1 1,0-1,0 0,0 0,1 1,-1-1,1 0,0 0,0 0,1 0,-1 0,1 0,0 0,0 0,0-1,0 1,1-1,-1 0,1 1,0-1,0 0,0 0,2 0,9 6,1-1,1 0,0-1,-1-1,2-1,-1 0,1-1,0-1,0 0,0-1,15-1,11 3,0-3,1-1,-1-2,0-2,1-2,-2-2,1-2,-1-1,13-8,-46 17,0-1,0 0,0-1,0 0,-1 0,1-1,-1 0,-1-1,1 0,-1 0,0 0,0-1,-1 0,1-1,-2 1,1-1,-1 0,0 0,-1-1,0 0,0 1,1-9,-4 15,-1-1,0 1,0 0,-1-1,1 1,0 0,-1-1,0 1,1 0,-1-1,0 1,0 0,0 0,0 0,-1 0,1 0,0 0,-1 0,0 1,1-1,-1 0,0 1,0-1,0 1,0 0,0 0,0 0,0 0,0 0,-1 0,1 0,0 1,0-1,-1 1,-1-1,-3 0,1 0,-1 1,0-1,1 1,-1 1,1-1,-1 1,0 0,1 1,0 0,-1 0,-3 1,7-1,-1 0,1-1,0 1,0 1,0-1,0 0,0 1,1-1,-1 1,1 0,-1 0,1 0,0 0,0 0,0 0,1 1,-1-1,1 1,0-1,0 1,0-1,0 1,1 0,-1-1,1 1,0 0,0 0,0-1,1 5,1-2,-1 1,1 0,0 0,1-1,0 1,0-1,0 0,1 0,-1 0,2 0,-1-1,1 1,-1-1,1 0,4 2,9 4,1-1,0-1,1 0,0-1,0-2,1 0,-1-1,1-1,0-1,1-1,-1-1,0 0,1-2,-1 0,0-2,15-3,-13 2,0-1,0-1,0-1,-1-1,0-1,-1-1,0 0,0-2,-1 0,-1-2,0 0,-1-1,0-1,-2 0,4-6,-19 21,1 0,-1 0,0 0,0 0,1 0,-1 0,0-1,0 1,0 0,0-1,-1 1,1-1,0 1,-1-1,1 0,-1 1,1-1,-1 1,0-1,1 0,-1 1,0-1,0 0,0 1,-1-1,1 0,0 1,0-1,-1 0,0 1,1-1,-1 1,0-1,1 1,-1-1,0 1,0-1,0 1,0 0,0 0,-1 0,1-1,0 1,-1 0,1 0,0 1,-1-1,1 0,-1 0,1 1,-1-1,0 1,1-1,-1 1,-1 0,-7-2,1 1,-1 0,1 1,-1 0,0 1,1 0,-1 1,1 0,0 0,0 1,0 0,0 0,0 1,0 0,1 1,0 0,0 0,0 1,1 0,-1 0,1 1,1 0,0 0,0 0,0 1,1 0,0 0,0 1,1-1,0 1,1 0,-1 0,1 2,2-8,0 0,1 1,-1-1,0 0,1 0,0 0,0 0,0 1,0-1,0 0,1 0,-1 0,1 0,0 0,0 0,0 0,0 0,1 0,-1 0,1 0,-1-1,1 1,0-1,0 1,1-1,-1 0,0 1,1-1,-1-1,1 1,0 0,-1 0,1-1,0 0,0 0,1 1,4 1,1-1,-1 1,1-2,-1 1,1-1,0 0,-1-1,1 0,0 0,-1-1,1 0,0-1,-1 0,1 0,-1-1,0 0,0 0,0-1,0 0,-1 0,1-1,-1 0,0 0,-1-1,1 0,-1 0,0-1,-1 1,1-1,-1 0,-1-1,1 1,-1-1,-1 0,0 0,0 0,0-1,-1 1,0-1,0-2,-2 11,1-1,-1 1,0-1,1 1,-1-1,0 1,0-1,1 1,-1-1,0 1,0-1,0 1,0-1,0 1,1-1,-1 0,0 1,0-1,-1 1,1-1,0 1,0-1,0 1,0-1,0 0,-1 1,1-1,0 1,0-1,-1 1,1-1,0 1,-1 0,1-1,0 1,-1-1,1 1,-1 0,1-1,-1 1,1 0,-1 0,1-1,-1 1,1 0,-1 0,1 0,-1-1,0 1,1 0,-1 0,1 0,-1 0,1 0,-1 0,1 0,-1 0,0 1,1-1,-1 0,1 0,-1 1,-3 2,1 1,0 1,0-1,0 0,0 1,1-1,0 1,0 0,0 0,0 0,1 0,0 0,0 0,0 0,1 1,0-1,0 0,0 0,0 1,1-1,0 0,0 0,1 0,-1 0,1 0,0 0,0 0,1-1,-1 1,3 3,5-1,0 1,0-2,0 1,1-1,0-1,0 0,0 0,1-1,0-1,0 0,0 0,0-1,0-1,0 0,0-1,1 0,-1-1,5-1,-4 2,-1-2,1 0,-1 0,1-1,-1-1,0 0,0 0,-1-2,1 1,0-2,17-12</inkml:trace>
  <inkml:trace contextRef="#ctx0" brushRef="#br0" timeOffset="367.002">2161 455,'-36'-8,"0"2,-1 1,0 1,0 3,0 0,-2 3,32-2,-1 0,1 0,0 0,-1 1,1 1,0-1,-1 1,1 0,0 1,0 0,1 0,-1 0,0 1,1 0,0 0,0 1,0-1,1 1,-1 2,4-5,1 0,0 1,1-1,-1 1,0-1,1 1,-1 0,1-1,0 1,0 0,0-1,0 1,0 0,0-1,1 1,0-1,-1 1,1-1,0 1,0-1,0 1,1-1,-1 0,0 1,1-1,0 0,-1 0,1 0,0 0,0-1,0 1,0 0,75 47,-38-35,1-2,0-1,1-2,13 0,97 24,-85 2,-64-33,-1-1,1 1,-1-1,1 1,-1 0,0-1,0 1,0 0,0 0,0 0,0 0,0 0,-1 0,1 0,-1 0,0 0,1 0,-1 1,0-1,0 0,0 0,0 0,-1 0,1 0,-1 0,1 1,-1-1,0 0,0 0,0-1,0 1,0 0,0 1,-6 4,-1 1,1-1,-1-1,0 1,-1-2,0 1,0-1,0 0,0-1,-1 0,0 0,1-1,-1 0,-1-1,-8 1,-14 5,1-1,-1-2,-1-1,1-2,-1-1,1-2,-9-1,15-4</inkml:trace>
  <inkml:trace contextRef="#ctx0" brushRef="#br0" timeOffset="635.297">2576 1,'16'18,"11"22,12 20,5 21,4 16,-2 15,-1 11,-6 7,-10 2,-12 0,-18-6,-25-7,-31-9,-5-22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8:03.85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870 1265,'23'-137,"-14"100,-2-1,-1-1,-3 1,0-1,-3 0,-2-11,-16-10,17 59,1-1,-1 1,0 0,0 0,1 0,-1-1,0 1,0 0,0 0,0 0,-1 0,1 1,0-1,0 0,0 0,-1 1,1-1,0 1,-1-1,1 1,-1-1,1 1,0 0,-1 0,1 0,-1 0,1 0,-1 0,1 0,-1 0,1 1,0-1,-1 0,1 1,0-1,-1 1,1 0,0-1,-1 1,1 0,-44 50,45-50,-1 1,0-1,0 1,0 0,1-1,-1 1,1 0,-1-1,1 1,0 0,0 0,0-1,0 1,0 0,0 0,0-1,0 1,1 0,-1 0,1-1,-1 1,1 0,0-1,0 1,0-1,-1 1,2-1,-1 1,0-1,0 0,0 0,0 1,1-1,-1 0,1 0,0 0,13 5,-1-1,1-1,0-1,0 0,0-1,0 0,0-1,1-1,9-1,0 1,134 8,-155-7,0 0,-1 0,1 0,-1 0,1 1,-1-1,1 1,-1 0,0 0,0 0,0 0,0 1,0-1,-1 1,1 0,-1-1,1 1,-1 0,0 1,0-1,-1 0,1 1,-1-1,1 1,-1-1,0 1,0-1,-1 1,1 0,-1 0,0-1,0 1,0 3,-12 70,1 24,11-99,1 1,-1-1,1 0,0 1,0-1,0 0,0 0,0 1,0-1,0 0,1 0,-1 0,1-1,0 1,-1 0,1 0,0-1,0 1,0-1,0 0,0 0,0 1,1-1,-1-1,0 1,1 0,-1 0,0-1,1 0,-1 1,1-1,-1 0,0 0,1 0,-1 0,1-1,-1 1,2-1,90-29,34-57,-128 88,0-1,0 0,0 0,0 1,0-1,0 0,0 0,0 1,0-1,0 0,0 0,0 1,0-1,0 0,0 0,0 1,0-1,0 0,1 0,-1 0,0 1,0-1,0 0,0 0,0 0,1 0,-1 1,0-1,0 0,0 0,1 0,-1 0,0 0,0 0,1 1,-1-1,0 0,0 0,1 0,-1 0,0 0,0 0,1 0,-1 0,0 0,0 0,1 0,-1 0,0 0,0-1,1 1,-1 0,0 0,0 0,0 0,1 0,-1 0,0-1,0 1,0 0,1 0,-1 0,0 0,0-1,0 1,0 0,0 0,-5 27,1-12,4-13,0 1,0-1,0 1,0-1,0 1,1-1,-1 1,1-1,0 1,0-1,0 0,0 1,0-1,0 0,0 0,1 1,-1-1,1 0,0-1,-1 1,1 0,0 0,0-1,0 1,0-1,1 0,-1 1,0-1,0 0,1 0,1 0,79 13,5-23,-85 8,0 0,-1 1,1-1,0 0,-1 0,1 0,-1 0,1-1,-1 1,1-1,-1 0,0 1,0-1,0 0,0 0,0-1,0 1,-1 0,1 0,-1-1,1 1,-1-1,0 0,0 1,0-1,0 0,-1 1,1-1,0-1,-3-3,0 1,0 0,-1 0,0 0,0 0,0 0,-1 1,1-1,-1 1,-1 0,1 0,-1 1,0-1,0 1,0 0,0 0,-1 1,1-1,-1 1,0 1,0-1,-1 1,1 0,-10-4,0 0,-1 1,0 1,0 0,0 2,0 0,0 1,0 0,0 1,-3 2,8 3,31-1,23-5,-1-3,0-1,0-2,-1-1,0-3,30-12,-30 11,0-2,-1-2,-1-2,22-13,-45 22,0-1,-1 0,0-1,-1-1,0 0,-1 0,-1-1,0-1,0 0,-2 0,1-1,1-7,-3 6,-2 0,0 0,-1-1,0 0,-1 0,-1 0,-1-1,-1 1,0-1,-1 1,-1 0,0-1,-2 1,0 0,-1 0,-5-17,8 30,-1-1,1 1,-1-1,0 1,0 0,0 0,-1-1,1 2,-1-1,0 0,0 0,0 1,-1 0,1 0,-1 0,0 0,0 0,0 1,0-1,0 1,0 0,-1 1,1-1,-1 1,1 0,-1 0,0 0,1 0,-1 1,0 0,1 0,-1 0,-3 1,0 2,0 0,0 0,1 1,-1 0,1 0,0 0,0 1,0 0,1 1,-1 0,1 0,1 0,-1 0,1 1,0 0,1 0,0 0,-1 2,-4 10,0 0,2 0,0 0,1 1,1 0,-3 20,6-12,1-1,1 1,1-1,2 1,0-1,2 0,1 0,1 0,1-1,2 0,1-1,0 0,2 0,1-1,1-1,0-1,2 0,1-1,1 0,0-2,2 0,0-2,1 0,0-1,1-1,1-2,1 0,0-1,0-2,25 7,12-2</inkml:trace>
  <inkml:trace contextRef="#ctx0" brushRef="#br0" timeOffset="4116.529">10628 851,'-19'-13,"-1"1,-1 0,0 2,-1 1,0 0,0 2,-17-4,36 11,-1-1,1 0,-1 1,0 0,0 0,1 0,-1 0,0 1,1-1,-1 1,1 0,-1 0,0 1,1-1,0 1,-1-1,1 1,0 0,0 0,0 0,0 1,0-1,1 1,-1 0,1-1,0 1,0 0,0 1,0-1,0 0,0 0,1 1,0-1,0 1,0-1,0 1,0 0,1-1,-1 3,0-2,0 0,1 0,-1 0,1 0,0 1,0-1,1 0,-1 0,1 0,0 0,0 0,0 0,0 0,1 0,-1 0,1-1,0 1,0 0,1-1,-1 0,1 1,0-1,-1 0,2-1,-1 1,0 0,0-1,1 0,-1 1,1-1,0-1,0 1,-1-1,1 1,0-1,0 0,0 0,1-1,2 1,2-1,1 0,-1 0,0-1,0 0,1 0,-1-1,0-1,0 0,-1 0,1 0,0-1,-1 0,0-1,0 0,0 0,-1-1,0 0,0 0,0-1,-1 0,0 0,0 0,-1-1,0 0,0 0,-1 0,0 0,0-1,-1 0,2-5,-10-5,-7 37,11-14,-1 0,1 0,0 1,0-1,0 0,1 1,0-1,-1 0,2 1,-1-1,0 1,1-1,0 0,0 0,0 1,0-1,1 0,0 0,0 0,0 0,0-1,1 1,-1 0,1-1,0 0,0 0,0 0,0 0,1 0,-1 0,1-1,2 2,6 0,0-1,0 0,0-1,0 0,0-1,0-1,0 0,0 0,0-1,0 0,0-2,0 1,0-1,0-1,-1 0,1 0,-1-1,-1-1,1 0,-1-1,0 1,0-2,-1 0,9-8,-4-1,-1 0,-1-2,0 1,-1-1,-1-1,-1 0,-1-1,0 1,-2-2,-1 1,0-1,-1 1,-2-1,0 0,-1 0,-1 0,-3-18,4 29,-1-1,-1 0,1 0,-2 1,0-1,0 1,-1-1,0 1,-1 0,0 0,-1 0,0 0,-1 1,0 0,-1 0,0 1,0 0,-1 0,-5-4,8 11,-1 0,0 0,0 1,-1 0,1 0,0 0,0 1,0 0,-1 0,1 0,0 1,0 0,0 0,-1 1,1-1,1 1,-1 1,0-1,0 1,1 0,0 0,-1 1,1-1,1 1,-1 1,0-1,1 0,0 1,0 0,0 0,1 0,0 1,-1 0,-5 10,0 0,2 1,0 0,0 0,2 1,0 0,1 0,0 0,2 0,0 1,1-1,1 1,1-1,1 1,0-1,1 0,1 0,1 0,0 0,2-1,0 0,0 0,2-1,0 0,1 0,1-1,0 0,7 6,2-2,1 0,2-1,-1-2,2 0,0-1,1-1,1-2,0 0,0-2,1-1,0-1,1-1,0-2,0-1,0-1,0-1,1-1,25-4,45-4</inkml:trace>
  <inkml:trace contextRef="#ctx0" brushRef="#br0" timeOffset="501.57">3262 677,'9'5,"0"1,0-2,0 1,1-1,-1-1,1 1,0-2,0 1,0-2,0 1,1-1,-1-1,0 0,0 0,1-1,-1 0,4-2,13-3,-1 0,-1-2,1-2,-1 0,-1-1,1-2,-5 4,-1-1,0-1,-1 0,0-2,-1 0,0-1,-1 0,-1-1,-1-1,0-1,0 0,-2 0,0-2,-2 1,1-1,-2-1,4-14,-12 32,0 0,0 0,0-1,0 1,-1 0,1-1,-1 1,1 0,-1-1,0 1,0 0,0-1,0 1,-1 0,1-1,-1 1,1 0,-1-1,0 1,0 0,0 0,0 0,0 0,0 0,-1 0,1 0,-1 0,1 0,-1 0,0 1,0-1,1 1,-1-1,0 1,0 0,-1 0,1 0,0 0,0 0,0 0,-1 1,1-1,0 1,-1 0,1-1,-1 1,1 0,0 0,-1 1,1-1,-1 1,-8 4,1 1,-1 0,1 1,1 1,0-1,0 1,0 1,1 0,0 0,1 0,0 1,0 0,1 1,0-1,1 1,0 0,1 1,0-1,0 6,-7 19,2 0,2 0,1 1,2 1,1-1,2 0,2 1,3 25,12 56,6-1,6 8,0-4,6 89,-33-51,-10-103</inkml:trace>
  <inkml:trace contextRef="#ctx0" brushRef="#br0" timeOffset="982.26">3463 1024,'55'-25,"2"2,0 3,2 2,14-1,-64 17,4-3,1 1,-1 1,1 0,0 1,1 0,-1 1,0 1,0 0,0 1,0 1,0 0,0 1,0 0,4 2,-13-1,-1 0,0 0,1 0,-2 0,1 1,0-1,-1 1,0 0,0 0,-1 1,1-1,-1 0,0 1,0-1,-1 1,0 0,0-1,0 1,-1 0,0 0,0 0,0-1,-1 1,1 0,-2 3,10 78,-7-85,-1 0,1 0,0 0,0 0,1 0,-1 0,0-1,1 1,-1 0,1 0,-1-1,1 1,0-1,0 0,-1 1,1-1,0 0,0 0,0 0,1 0,-1-1,0 1,0-1,0 1,0-1,1 0,-1 1,0-1,0 0,1-1,-1 1,0 0,0-1,1 1,-1-1,0 1,0-1,1-1,5 0,-1-2,1 1,-1-1,0 0,0-1,0 0,0 0,-1 0,0-1,0 0,2-4,-1 0,0-1,-1 0,0 0,-1 0,0-1,0 1,-1-1,-1 0,0-1,-1 1,0-1,-1 1,0-1,-1 0,1 135,-1-115,2 0,-1 0,1 0,0 0,0-1,1 1,0-1,0 1,0-1,1 0,0-1,0 1,1 0,-1-1,1 0,1 0,-1-1,0 1,1-1,0 0,0-1,0 0,1 0,-1 0,1 0,0-1,24 3</inkml:trace>
  <inkml:trace contextRef="#ctx0" brushRef="#br0" timeOffset="1334.317">4599 891,'-5'11,"-1"0,2 1,-1-1,2 1,0 0,0 0,1 0,-1 11,3-18,0 0,0-1,1 1,-1 0,1 0,0 0,1 0,-1-1,1 1,0 0,0-1,0 0,1 1,-1-1,1 0,0 0,0-1,1 1,-1 0,1-1,0 0,0 0,0 0,4 2,1 0,0-1,0 0,0-1,0 0,0 0,0-1,1 0,-1-1,1 0,0 0,-1-1,1 0,0-1,-1 0,1-1,-1 0,1 0,-1-1,0 0,0-1,0 0,2 0,0-1,-1-1,1 0,-1-1,0 1,-1-2,0 0,0 0,-1 0,0-1,0 0,-1-1,0 0,-1 0,0 0,0-1,2-7,-7 17,-1 0,1 0,0 1,-1-1,1 0,0 0,-1 0,1 0,-1 0,1 0,-1 0,0 0,1 0,-1 0,0 0,0 0,0 0,1 0,-1 0,0 0,-1 0,1 0,0 0,0 0,0 0,-1 0,1 0,0 0,-1 0,1 0,-1 0,1 0,-1 0,1 0,-1 0,0 1,1-1,-1 0,0 0,0 1,0-1,0 0,1 1,-1-1,0 1,0 0,0-1,0 1,0-1,0 1,0 0,0 0,0 0,-1 0,1 0,0 0,0 0,-4 3,2 0,-1 1,0 0,1 0,-1 0,1 0,0 0,1 1,-1-1,1 1,0 0,0 0,0 0,1 0,-1 0,1 0,1 0,-1 0,1 1,0-1,0 0,0 0,1 0,-1 1,1-1,1 1,1-1,-1 1,1-1,0 0,0 1,1-1,-1-1,1 1,0 0,0-1,1 0,-1 0,1 0,0-1,0 0,0 1,1-2,-1 1,1-1,1 1,116 29,-60-24</inkml:trace>
  <inkml:trace contextRef="#ctx0" brushRef="#br0" timeOffset="1995.297">5589 917,'-89'-37,"86"36,0 0,0 1,0-1,0 1,0 0,0 0,0 0,0 1,-1-1,1 1,0 0,0-1,0 1,1 1,-1-1,0 0,0 1,1-1,-1 1,0 0,1 0,0 0,-1 0,1 0,0 0,0 1,0-1,1 1,-1 0,0 1,0-1,1 1,0-1,0 1,0 0,0-1,0 1,1 0,-1 0,1 0,0 0,0-1,1 1,-1 0,1 0,0 0,0-1,0 1,0-1,1 1,-1 0,1-1,0 0,0 0,0 1,1-1,-1 0,1-1,0 1,3 4,1-1,-1 0,1 0,1-1,-1 0,1 0,0-1,0 0,0 0,1-1,-1 0,2-1,-2 0,0-1,0 0,0 0,0-1,0 0,0 0,0-1,0 0,0-1,0 0,0 0,0 0,-1-1,1 0,-1-1,0 0,0 0,0 0,-1-1,1 0,-1 0,0-1,0 0,-1 0,0 0,0 0,0-1,-1 0,1-2,9-24,-1-1,-2 0,-1-1,-1 0,-3 0,0 0,-3-1,-1 0,-1 0,-4-21,1-35,-5 1,-4 0,-3 0,-15-41,26 120,-25-57,27 69,0 0,0 0,0 0,1 0,-1 0,0 0,0 1,0-1,0 0,0 0,0 1,1-1,-1 0,0 1,0-1,0 1,1-1,-1 1,0-1,1 1,-1 0,0-1,1 1,-1 0,1-1,-1 1,1 0,0 0,-1 0,1-1,0 1,-1 0,1 0,0 0,0 0,0 0,0 0,0-1,0 1,0 0,0 0,0 0,0 0,0 0,0 0,0-1,-5 37,2 0,1 0,2 1,2-1,1 0,2 0,1 0,2-1,9 26,22 68,6-2,30 52,-72-173,5 13,1 0,1 0,1-1,0 0,14 15,-23-31,0-1,1 1,-1-1,0 0,1 0,0 0,-1 0,1-1,0 1,0-1,0 0,0 0,0 0,0 0,0 0,0 0,1-1,-1 0,0 1,0-1,1-1,-1 1,0 0,0-1,0 1,0-1,1 0,-1 0,0 0,0-1,-1 1,1-1,0 0,0 1,-1-1,24-16,-1-1,-1-2,-1 0,-1-1,-1-1,10-16,2 1,-33 38,0 1,0-1,0 0,0 1,0-1,0 0,0 1,0-1,0 0,0 1,0-1,0 0,0 1,0-1,1 0,-1 1,0-1,0 0,0 1,0-1,1 0,-1 0,0 1,0-1,0 0,1 0,-1 1,0-1,1 0,-1 0,0 0,0 0,1 1,-1-1,0 0,1 0,-1 0,0 0,1 0,-1 0,0 0,1 0,-1 0,0 0,1 0,-1 0,0 0,1 0,-1 0,0 0,1 0,-1-1,0 1,1 0,-1 0,0 0,1-1,-1 1,0 0,0 0,1 0,-1-1,0 1,0 0,0-1,1 1,-1 0,0-1,0 36,0-30,-2 2,1-1,0 0,0 1,1-1,0 0,0 1,0-1,1 1,0-1,0 0,1 0,-1 1,1-1,1 0,-1 0,1-1,0 1,0 0,1-1,0 0,0 0,0 0,0 0,1-1,0 0,0 0,0 0,0 0,1-1,3 2,72 0,-41-11</inkml:trace>
  <inkml:trace contextRef="#ctx0" brushRef="#br0" timeOffset="2245.627">6338 503,'-14'0,"-11"-2,-6-1,-5 0,0-2,-2-2,-2-4,4-1</inkml:trace>
  <inkml:trace contextRef="#ctx0" brushRef="#br0" timeOffset="2418.172">5361 302,'23'0,"28"0,30 0,31 0,30 0,21 0,10 0,-24 0</inkml:trace>
  <inkml:trace contextRef="#ctx0" brushRef="#br0" timeOffset="3469.904">6617 891,'5'7,"0"1,1-1,-1-1,1 1,0-1,1 0,0-1,0 1,0-1,0-1,1 1,-1-1,1-1,1 1,-1-1,0-1,1 1,-1-2,1 1,-1-1,1 0,0-1,0 0,-6-1,1 1,-1-2,0 1,0 0,1-1,-1 1,0-1,0 0,-1 0,1 0,0 0,0-1,-1 1,0-1,1 1,-1-1,0 0,0 0,-1 0,1 0,-1 0,1 0,-1-1,0 1,0 0,0-1,-1 1,1-1,-1 0,1-4,0 0,-1 0,0-1,-1 1,0 0,0 0,-1 0,0 0,0 0,0 0,-1 0,-1 0,0 1,0 1,0-1,-1 1,0 0,0 0,0 1,-1-1,0 1,0 0,0 1,0 0,-1 0,0 0,0 0,0 1,0 1,0-1,-1 1,1 0,-1 1,0-1,1 2,-1-1,0 1,0 0,1 1,-1 0,0 0,-4 1,-1 9,35-3,240 0,-197-9,-28-1,-1 2,0 2,0 1,0 1,14 5,-46-8,1 0,-1 0,0 0,0 0,0 1,0-1,0 1,0 0,0 0,-1 1,1-1,-1 1,0 0,0 0,0 0,0 0,0 0,0 1,-1-1,0 1,1-1,-1 1,-1 0,1 0,-1 0,1 0,-1 1,0-1,-1 0,1 4,-13 49,2 16,10-71,1-1,0 1,-1 0,1-1,0 1,0-1,0 0,0 1,0-1,0 0,0 1,0-1,1 0,-1 0,0 0,1 0,-1 0,1 0,-1-1,1 1,-1 0,1-1,0 1,-1-1,1 0,0 1,-1-1,1 0,0 0,-1 0,1 0,0 0,-1-1,1 1,1-1,58-17,-45 8,0-1,-1 0,-1-2,0 1,0-2,-2 0,1 0,-2-1,0 0,-1-1,0-1,-1 1,-1-2,-1 1,0-1,-2 0,1-3,-7 16,-7 23,6-12,0 0,0 1,1-1,-1 0,1 0,1 1,-1-1,1 0,0 1,1-1,-1 0,1 1,1-1,-1 0,1 0,0 0,0 0,1 0,0 0,0-1,0 1,1-1,0 0,0 0,0 0,0 0,5 2,10 4,0-1,1-1,1 0,0-2,0-1,0 0,1-1,-1-2,1 0,0-1,0-2,1 0,38 4,0-3,1-3,-1-2,33-8,-92 11,5 1,1-1,-1 0,0 0,0-1,0 0,0 0,0-1,0 0,0 0,-1 0,0-1,0 0,0 0,0-1,0 1,-1-2,1 0,-5 4,0 1,0-1,-1 1,1-1,-1 0,1 1,-1-1,0 0,0 0,0 1,0-1,0 0,0 0,0 1,0-1,-1 0,1 1,-1-1,1 0,-1 1,0-1,0 1,1-1,-1 1,0-1,0 1,-1-1,1 1,0 0,0 0,-1 0,1 0,0 0,-2-1,-55-26,48 25,0 1,0 0,0 0,-1 1,1 0,0 1,-1 0,1 1,-1 0,1 1,0 0,0 0,0 1,0 0,0 1,1 0,-1 1,1 0,0 0,0 1,1 0,0 1,0 0,-3 4,10-10,-1 1,1 0,-1 0,1 0,0 0,0 0,0 0,0 0,0 0,1 0,-1 1,1-1,-1 0,1 0,0 1,0-1,0 0,0 1,0-1,0 0,1 1,-1-1,1 0,0 0,-1 0,1 0,0 1,0-1,1 0,-1 0,0-1,1 1,-1 0,1 0,-1-1,1 1,0-1,0 1,0-1,-1 0,1 0,1 0,-1 0,0 0,0 0,0 0,1-1,10 4,0 0,0-1,0-1,0 0,1-1,-1-1,0 0,1 0,-1-2,0 1,0-2,0 0,0 0,0-1,0-1,-1 0,7-4,11-19,-31 32,-1-1,1 1,-1-1,1 1,0 0,0-1,0 1,1 0,-1 0,1 0,0 0,0 0,1-1,-1 1,1 0,0 0,0 0,0-1,1 3,4 1,1 0,1-1,-1 0,1 0,0-1,0 0,0 0,1-1,0 0,0 0,0-1,0 0,1-1,-1 0,1 0,-1-1,1 0,-1-1,1 0,0-1,4 0,-1 1,-1-1,0 1,1-2,-1 0,0 0,0-1,0-1,0 0,0 0,-1-2,0 1,0-1,0-1,-1 0,0 0,0-1,-1 0,0-1,-1 0,1 0,-2-1,1 0,-1 0,-1-1,2-3,-1-7,-1 0,-1 0,-1 0,0 0,-2 0,0-1,-2 0,0 1,-1-1,-2 1,0 0,-1-1,-1 1,-4-10,4 18,0-1,-1 1,0 1,-1-1,-1 1,0 1,0-1,-1 1,5 7,1 0,-1 0,1 0,-1 1,0 0,-1-1,1 2,0-1,-1 0,0 1,1 0,-1 0,0 0,0 1,0 0,0 0,0 0,0 0,-1 1,1 0,0 0,0 0,-2 1,3 0,-1 0,1 1,0-1,0 1,0 0,0 0,0 0,0 1,0-1,1 1,-1 0,1 0,0 0,0 1,0-1,0 1,1 0,-1-1,1 1,0 0,0 0,1 1,-1-1,1 0,0 1,0-1,0 3,-1 4,0 0,2 0,-1 0,1 0,1 0,0 0,1 0,0 0,0 0,4 8,2-1,0-1,1 0,0 0,2-1,0 0,0-1,2 0,0-1,1-1,0 0,0-1,8 4,14 9,1-1,1-3,1-1,35 13,28 5</inkml:trace>
  <inkml:trace contextRef="#ctx0" brushRef="#br0" timeOffset="14299.574">281 1786,'-16'-2,"-9"-1,-6 5,-2 4,1 8,0 10,2 18,3 17,4 19,7 15,5 11,7 7,13 0,17-7,17-12,15-16,14-15,-5-18</inkml:trace>
  <inkml:trace contextRef="#ctx0" brushRef="#br0" timeOffset="14552.941">856 2267,'3'14,"2"13,1 12,-1 5,-1 5,-2 1,-2-2,-5-6,-3-8,0-10</inkml:trace>
  <inkml:trace contextRef="#ctx0" brushRef="#br0" timeOffset="15199.218">709 2094,'22'-7,"1"1,0 1,0 1,0 1,0 1,0 1,1 1,-1 2,0 0,0 1,0 1,0 1,0 2,-1 0,0 1,3 3,-14-4,0 0,-1 0,-1 2,1-1,-1 1,-1 0,1 1,-2 0,1 0,-1 1,-1 0,0 0,-1 1,0 0,0 0,-1 0,-1 0,0 0,-1 1,0-1,-1 1,-1 0,0 9,3 176,-3-196,0-1,0 0,1 1,-1-1,0 0,0 1,1-1,-1 0,1 1,-1-1,1 0,-1 0,1 0,0 0,0 1,-1-1,1 0,0 0,0 0,0-1,0 1,0 0,0 0,1 0,-1-1,0 1,0-1,1 1,-1-1,0 1,0-1,1 0,-1 1,0-1,1 0,-1 0,0 0,1 0,-1 0,0-1,1 1,-1 0,0-1,1 1,-1 0,0-1,0 0,1 1,-1-1,1 0,15-10,-1 0,0-1,0-1,-1-1,-1 0,0-1,-1 0,-1-1,1-2,67-94,-79 111,-1 0,0 1,0-1,1 1,-1-1,0 1,1 0,-1-1,1 1,-1-1,1 1,-1 0,1-1,-1 1,1 0,-1 0,1-1,-1 1,1 0,0 0,-1 0,1 0,-1-1,1 1,-1 0,1 0,0 0,-1 0,1 1,-1-1,1 0,0 0,-1 0,1 0,-1 1,1-1,-1 0,1 0,-1 1,1-1,-1 0,1 1,-1-1,1 1,-1-1,0 0,1 1,-1-1,0 1,1-1,-1 1,0-1,0 1,1 0,13 38,-11-27,-1-3,1 0,0-1,0 1,0-1,1 0,1 0,-1 0,1-1,1 1,-1-1,1 0,0-1,1 1,0-1,0-1,0 1,1-1,-1 0,1-1,0 0,1 0,-1-1,1 0,-1 0,1-1,0 0,0-1,4 1,-1-4,-1 1,0-2,0 1,-1-2,1 1,-1-1,1-1,-1 0,0-1,-1 1,0-2,0 1,0-2,0 1,-1-1,-1 0,1-1,-1 1,-1-1,1-1,-2 1,1-1,-1 0,-1-1,0 1,0-1,-1 0,-1 0,0 0,0 0,0-4,2-44,-3 0,-2 0,-2 1,-3-1,-3 1,-2 0,-10-25,-38-141,49 205,1 29,6 13,1 1,1-1,1 0,1 1,2-1,1 8,-2-13,13 99,5-1,5-1,17 39,-36-133,0 0,2-1,0 1,1-2,1 1,1-1,0 0,2-1,0-1,1 0,1-1,0 0,-12-14,-1 1,1-1,-1 0,1 0,0 0,0 0,0 0,0 0,0-1,0 0,0 0,0 0,1 0,-1 0,1 0,-1-1,0 0,1 1,-1-1,1-1,-1 1,1 0,-1-1,0 0,1 0,-1 0,0 0,0 0,1-1,15-15</inkml:trace>
  <inkml:trace contextRef="#ctx0" brushRef="#br0" timeOffset="15450.058">1631 2014,'-13'-2,"-10"-1,0-3,8 1,18-2,26-2,34-3,38-3,33 1,26 4,15 5,-22 4</inkml:trace>
  <inkml:trace contextRef="#ctx0" brushRef="#br0" timeOffset="16181.89">2527 2548,'12'-28,"0"-2,-2 1,-2-2,-1 1,-1-1,-1 0,-2 0,-1-1,-1 1,-3-23,-9 17,11 37,-1 0,1 1,-1-1,1 0,0 0,-1 0,1 0,-1 0,1 0,-1 1,1-1,0 0,-1 0,1 0,-1 1,1-1,0 0,-1 1,1-1,0 0,-1 1,1-1,0 0,0 1,0-1,-1 1,1-1,0 1,0-1,0 0,0 1,0-1,-1 1,1-1,0 1,0-1,0 1,0-1,1 1,-1-1,0 0,0 1,0-1,0 1,0-1,0 1,1-1,-1 0,0 1,0-1,1 1,1 3,1 1,0-1,0 0,1 0,-1 0,1-1,-1 1,1-1,0 0,1 0,-1 0,0-1,1 1,0-1,-1 0,1 0,0-1,0 1,0-1,0 0,0-1,1 1,-5-1,184 43,-182-41,1-1,-1 1,0 0,0 0,0 0,0 0,0 1,0-1,-1 1,1 0,-1 0,1 0,-1 0,0 0,0 0,-1 0,1 1,-1-1,0 1,1-1,-2 1,1 0,0 3,-7 89,-1-42,7-52,0 0,0-1,0 1,0 0,1-1,-1 1,0 0,1-1,0 1,-1 0,1-1,0 1,0-1,0 1,0-1,0 1,0-1,0 0,1 0,-1 1,0-1,1 0,-1 0,1 0,-1-1,1 1,-1 0,1 0,0-1,-1 1,1-1,0 0,-1 1,1-1,0 0,0 0,-1 0,1 0,0 0,1-1,73-11,141-78,-216 89,0 1,0-1,0 1,0-1,0 1,0 0,0-1,0 1,0 0,0 0,0 0,1 0,-1 0,0 0,0 0,0 0,0 0,0 0,0 1,0-1,0 0,0 1,0-1,0 1,0-1,0 1,0 0,0-1,0 1,0 0,0 0,-1-1,1 1,0 0,-1 0,1 0,-1 0,1 0,-1 0,1 0,-1 0,1 0,-1 0,0 0,0 0,0 0,1 0,-1 1,0-1,0 0,-1 0,1 0,1 2,0 1,1 1,0-1,0 0,0 0,1 0,-1 0,1 0,0-1,0 1,0-1,1 0,-1 1,1-2,0 1,-1 0,1-1,1 0,-1 1,0-2,0 1,1 0,-1-1,4 1,3 0,1 0,-1 0,1-1,0 0,-1-1,1-1,0 1,0-2,-1 0,0 0,0 0,-1-1,1 0,-1-1,0 0,0 0,0-1,-1-1,0 1,0-2,0 1,-1-1,0 0,0-1,6-8,-12 14,-1-1,1 1,-1 0,0-1,1 1,-1-1,-1 1,1-1,0 0,-1 1,1-1,-1 0,0 0,1 1,-2-1,1 0,0 0,0 1,-1-1,0 0,1 1,-1-1,0 0,0 1,0-1,-1 1,1 0,-1-1,1 1,-1 0,0 0,0 0,0 0,0 0,0 0,0 1,0-1,-1 1,1-1,-1 1,1 0,-1 0,-2-1,-7-1,0 0,-1 1,1 0,-1 1,0 0,0 1,1 0,-1 1,0 1,1 0,-1 0,1 2,0-1,0 2,0-1,1 2,-1-1,1 2,0-1,1 2,0-1,0 1,-5 6,13-12,0 0,-1 0,1 0,0 0,0 1,0-1,0 1,1-1,-1 1,1 0,-1 0,1 0,0-1,0 1,0 0,1 1,-1-1,1 0,-1 0,1 0,0 0,0 0,1 0,-1 0,1 1,-1-1,1 0,0 0,0 0,0-1,1 1,-1 0,1 0,-1-1,2 1,3 2,0 0,0-1,1 1,0-2,0 1,0-1,0 0,0 0,1-1,-1 0,8 1,43 8</inkml:trace>
  <inkml:trace contextRef="#ctx0" brushRef="#br0" timeOffset="16962.271">4051 2227,'-8'-2,"0"0,-1 0,1 1,0 1,-1-1,1 1,0 0,-1 1,1 0,0 0,0 1,-1 0,1 1,1 0,-1 0,0 0,1 1,0 0,-1 1,2-1,-1 1,0 1,1-1,0 1,1 0,-3 3,3 0,0 1,1-1,0 1,0-1,1 1,0 0,1 0,0 1,1-1,0 3,0-9,1-1,0 1,0 0,0 0,0 0,1 0,-1 0,1-1,0 1,0 0,1-1,-1 1,1-1,0 1,0-1,0 0,0 1,0-1,1 0,-1 0,1-1,0 1,0-1,0 1,0-1,1 0,-1 0,2 1,5-2,0 0,-1-1,1 0,0 0,0-1,0 0,-1 0,1-1,-1-1,1 0,-1 0,0-1,0 0,0 0,0-1,-1 0,0-1,0 0,-1 0,1-1,-1 0,3-4,1 0,-1-1,0-1,0 0,-2 0,1-1,-2 0,0 0,0-1,-2 0,1 0,-2 0,0-1,-1 0,-1 1,0-1,-1-10,-1-26,-2 0,-2 1,-2-1,-7-21,8 46,4 14,-1 1,0 0,-1 0,-1 0,0 0,0 0,-6-9,10 21,0-1,0 1,-1 0,1-1,0 1,-1 0,1-1,0 1,-1 0,1-1,-1 1,1 0,0 0,-1 0,1-1,-1 1,1 0,-1 0,1 0,-1 0,1 0,-1 0,1 0,0 0,-1 0,1 0,-1 0,1 0,-1 0,1 0,-1 0,1 0,-1 1,1-1,0 0,-1 0,1 1,-1-1,1 0,0 0,-1 1,1-1,0 0,-1 1,1-1,0 1,-1-1,1 0,0 1,0-1,0 1,-1-1,1 1,0-1,0 1,0-1,0 1,0-1,0 0,0 1,0-1,0 1,0-1,0 1,0-1,0 1,1-1,-1 1,-5 21,1 0,0 0,2 0,1 0,1 8,-1-1,0 10,-3 39,4-1,8 55,-8-123,1 1,0-1,0 0,1 1,0-1,1 0,0 0,1 0,-1 0,2-1,-1 1,1-1,0 0,1-1,0 1,0-1,1 0,-1-1,2 1,-1-1,1-1,-1 1,2-1,-1-1,0 1,1-2,0 1,2 0,0-3,1 0,-1-1,1 0,0-1,-1 0,1-1,-1 0,0-1,0 0,0-1,0 0,0-1,-1 0,0 0,0-1,0-1,-1 0,0 0,0-1,-1 0,0 0,0-1,-1 0,0 0,-1-1,0 1,0-2,-1 1,0-1,-1 1,0-1,-1 0,0-1,-1 1,1-10,-4 1,1 20,0 0,0-1,-1 1,1 0,0 0,0-1,0 1,-1 0,1 0,0 0,0-1,-1 1,1 0,0 0,-1 0,1 0,0 0,-1-1,1 1,0 0,0 0,-1 0,1 0,0 0,-1 0,1 0,0 0,-1 0,1 0,0 0,-1 1,1-1,0 0,-1 0,1 0,0 0,0 0,-1 0,1 1,0-1,-1 0,1 0,0 1,0-1,0 0,-1 0,1 1,0-1,0 0,0 0,0 1,-1-1,1 0,0 1,0-1,0 0,0 1,0-1,0 0,0 1,0-1,0 0,0 1,0-1,0 0,0 1,-4 7,1 0,0 1,0 0,0 0,1 0,1 0,-1 0,1 0,1 0,0 0,0 0,1 0,0 1,0-1,1 0,1 0,0 0,1-3,1 0,1 0,-1-1,1 0,0 0,0 0,0-1,1 0,-1 0,1-1,0 0,0 0,1 0,-1-1,0 0,1-1,0 1,-1-1,1-1,-1 0,1 0,0 0,-1-1,1 0,5-2,-5 3,0-1,0-1,0 1,0-1,0-1,-1 1,1-1,-1-1,0 1,0-1,0-1,0 1,-1-1,1 0,-1-1,-1 1,1-1,-1 0,0-1,0 1,-1-1,0 0,0 0,0 0,-1-1,0 1,-1-1,0 0,0 0,0 0,-1 0,0 0,-1 0,0 0,0 0,-1-2,1 11,0 0,-1 0,1-1,0 1,-1 0,1 0,0 0,-1 0,1-1,-1 1,1 0,-1 0,0-1,1 1,-1 0,0-1,1 1,-1-1,0 1,0-1,1 1,-1-1,0 1,0-1,0 0,0 0,0 1,0-1,1 0,-1 0,0 0,0 0,0 0,0 0,0 0,0 0,0 0,0-1,0 1,1 0,-1-1,0 1,0 0,0-1,0 1,1-1,-1 1,0-1,1 0,-1 1,0-1,1 0,-1 1,1-1,-1 0,1 0,-1 1,1-1,-1 0,1 0,0 0,0 0,-1 0,1 0,0 1,0-1,0 0,0 0,0 0,-2 6,0 0,0 0,0 1,1-1,0 0,0 1,0-1,1 1,0 0,0-1,0 1,1-1,0 1,0-1,0 1,1-1,-1 0,1 0,1 1,-1-1,1-1,0 1,0 0,0-1,0 1,1-1,0 0,0 0,0-1,0 1,1-1,-1 0,1 0,0 0,0-1,0 1,0-1,1-1,-1 1,117 27,-60-23</inkml:trace>
  <inkml:trace contextRef="#ctx0" brushRef="#br0" timeOffset="17367.701">5548 2227,'-19'-3,"-1"2,0 0,1 1,-1 0,0 2,-1 1,14-2,1 0,-1 0,1 1,0 0,0 0,-1 1,1 0,1 0,-1 0,0 0,1 1,0 0,-1 1,2-1,-1 1,0 0,1 0,0 0,-2 4,4-6,1 0,-1 0,1 0,0 0,0 0,0 0,0 0,1 0,-1 1,1-1,0 0,0 0,0 0,0 1,1-1,-1 0,1 0,0 0,0 0,0 0,0 0,0 0,1 0,-1 0,1-1,0 1,0 0,0-1,2 2,2 2,1 0,-1 0,2-1,-1 0,0 0,1-1,0 0,0 0,0-1,4 1,18 3,1-1,0-2,-1-1,1-1,0-2,0-1,0-1,0-2,0-1,-1-2,0 0,0-2,21-10,-39 15,-1 1,0-1,0-1,0 0,0-1,-1 0,0 0,0-1,-1-1,0 1,0-1,0-1,-1 0,-1 0,5-7,-11 13,0 1,0-2,-1 1,1 0,-1 0,0 0,0 0,0 0,0 0,0 0,-1 0,1 0,-1 0,0 0,0 0,0 0,0 0,0 0,-1 1,1-1,-1 0,0 1,0-1,0 1,0 0,0 0,-1 0,1 0,-1 0,1 0,-1 1,1-1,-1 1,0-1,0 1,0 0,0 0,0 1,0-1,0 0,0 1,0 0,0 0,0 0,0 0,0 0,0 1,0-1,0 1,0 0,0 0,0 0,-2 1,-1 0,0 0,1 0,-1 0,1 0,0 1,-1 0,1 0,1 1,-1-1,0 1,1 0,0 0,0 1,0-1,0 1,1 0,0 0,0 0,0 0,0 1,1-1,0 1,0 0,1-1,-1 1,1 0,1 0,-1 0,1 0,0 0,0 0,1 0,-1 0,1-1,1 1,-1 0,3 5,4-2,1 0,0 0,1-1,0-1,0 1,1-2,0 1,0-2,0 1,1-1,0-1,-1 0,2-1,-1 0,0-1,1 0,-1-1,10-1,145-3,-94-7</inkml:trace>
  <inkml:trace contextRef="#ctx0" brushRef="#br0" timeOffset="17929.54">6458 2134,'-6'22,"1"0,1 0,2 1,0-1,1 1,1 12,1-28,-1-1,1 1,0 0,1-1,-1 1,1-1,1 1,-1-1,1 0,0 0,1 0,-1 0,1-1,0 0,1 1,-1-1,1-1,0 1,0-1,0 0,1 0,0 0,4 2,-2-3,0-1,1 1,-1-1,1 0,-1-1,1 0,0-1,-1 1,1-2,0 1,0-1,-1-1,1 1,-1-1,1-1,-1 0,0 0,0 0,0-1,0 0,-1-1,0 0,0 0,0-1,0 1,-1-1,0-1,0 1,-1-1,0 0,0 0,0-1,-1 0,0 0,-1 0,3-7,-2 7,-1-1,0 1,-1-1,0 0,0 0,-1 0,0-1,0 1,-1 0,0 0,-1 0,0 0,0 0,-1 0,-2-6,3 14,1 1,-1-1,0 1,1-1,-1 1,0 0,0-1,1 1,-1 0,0-1,0 1,1 0,-1 0,0 0,0 0,0 0,1 0,-1 0,0 0,0 0,0 0,1 0,-1 0,0 0,0 1,0-1,1 0,-1 1,0-1,1 0,-1 1,0-1,1 1,-1-1,0 1,1 0,-1-1,1 1,-1 0,1-1,0 1,-1 0,1-1,-1 1,1 0,0 0,0-1,0 1,-1 0,1 0,0 0,0-1,0 1,0 0,0 0,0 0,0-1,1 1,-1 0,0 0,1 0,-4 5,1 0,0 1,1-1,0 0,0 1,0-1,1 1,0-1,0 1,0-1,1 1,0-1,0 0,1 1,0-1,0 0,0 0,1 0,0 0,0 0,1-1,-1 0,1 1,0-1,1 0,-1-1,1 1,0-1,0 0,0 0,1-1,-1 1,1-1,0 0,0-1,0 0,0 0,0 0,1 0,-1-1,3 0,-2-1,0 0,0 0,1-1,-1 0,0 0,0-1,-1 0,1 0,0-1,-1 0,1 0,-1 0,0-1,0 0,0 0,-1-1,1 1,-1-1,0 0,0-1,-1 1,0-1,0 0,0 0,-1 0,1-1,-2 1,1-1,-1 0,0 1,0-1,-1 0,1 0,-2 0,1 0,-1-7,-5-15,5 29,0 0,0-1,0 1,0-1,0 1,-1 0,1-1,0 1,0-1,0 1,0 0,0-1,-1 1,1 0,0-1,0 1,-1 0,1 0,0-1,0 1,-1 0,1 0,0-1,-1 1,1 0,0 0,-1 0,1-1,0 1,-1 0,1 0,-1 0,1 0,0 0,-1 0,1 0,-1 0,1 0,0 0,-1 0,1 0,0 0,-1 0,1 0,-1 0,1 1,0-1,-1 0,1 0,0 0,-1 1,1-1,0 0,-1 0,1 1,0-1,0 0,-1 1,1-1,0 0,0 1,0-1,-1 0,1 1,0-1,-4 8,1 0,0 1,0-1,1 1,0-1,1 1,0 0,0-1,0 1,1 0,1 5,-1-9,1 1,0-1,0 0,0 0,0 1,1-1,0 0,0 0,0-1,1 1,-1 0,1-1,0 0,0 1,1-1,0 0,-1-1,1 1,0-1,1 1,3 1,4 2,0-1,0 0,1-1,0-1,0 0,0 0,0-2,3 1,184 7,-96-15</inkml:trace>
  <inkml:trace contextRef="#ctx0" brushRef="#br0" timeOffset="18229.79">9091 1987,'0'18,"0"13,0 8,0 4,2 0,4-6,-1-9</inkml:trace>
  <inkml:trace contextRef="#ctx0" brushRef="#br0" timeOffset="18882.047">8890 1707,'23'-2,"0"1,0 2,0 0,0 2,0 0,-1 1,1 2,-1 0,0 1,-1 1,0 2,0 0,-1 1,0 0,-1 2,0 1,-1 0,-1 1,0 1,-1 0,-1 2,0 0,-2 0,1 2,2 10,-2 0,0 1,-2 1,-1 0,-2 1,3 23,-9-42,-3-10,0 1,1-1,-1 1,1-1,0 1,0-1,1 0,-1 1,1-1,0 0,0 0,0 0,1 0,-1-1,1 1,0-1,0 1,1-1,-1 0,0 0,1 0,0-1,0 1,0-1,6-2,-1 0,1 0,0-1,0 0,0-1,0 0,-1-1,1 0,-1 0,0-1,0 0,0-1,-1 0,1 0,-1-1,0 0,-1 0,1-1,-1 0,2-3,60-95,-56 81,-12 24,-1 0,1 0,0 0,-1 1,1-1,0 0,-1 0,1 0,0 0,-1 1,1-1,-1 0,1 0,-1 1,1-1,-1 0,1 1,-1-1,1 1,-1-1,1 1,-1-1,1 1,-1-1,0 1,1-1,-1 1,0-1,0 1,1 0,-1-1,0 1,0 0,0-1,0 1,0 0,0-1,0 1,0-1,0 1,0 0,0-1,0 1,0 0,-1-1,1 1,0-1,0 1,-1 0,2 5,1 2,-1 1,1-1,1 1,0-1,0 0,1 0,0 0,0-1,0 1,1-1,0 0,1 0,0-1,0 0,0 0,1 0,0-1,0 0,0 0,0 0,1-1,0 0,0-1,0 0,0 0,1-1,-1 0,1 0,-1-1,1 0,8 0,-5-3,0-1,0 0,0 0,-1-1,1-1,-1 0,0-1,0 0,0 0,-1-1,0 0,-1-1,1 0,-1-1,-1 0,0 0,0-1,-1 0,0 0,-1-1,0 0,0 0,-2 0,1-1,-1 1,-1-1,0 0,0-7,10-50,-2-1,-4 0,-3-1,-4 1,-2-4,2 56,0-19,1 15,-2 0,0 0,-1 1,-1-1,-3-10,6 33,0-1,-1 1,1-1,0 1,0-1,-1 1,1-1,0 1,-1-1,1 0,0 1,-1-1,1 0,-1 1,1-1,0 0,-1 0,1 1,-1-1,1 0,-1 0,1 0,-1 0,1 1,-1-1,1 0,-1 0,1 0,-1 0,1 0,-1 0,1 0,-1-1,1 1,-1 0,1 0,-1 0,1 0,-1-1,1 1,-1 0,1 0,0-1,-1 1,1 0,-1-1,1 1,0 0,-1-1,1 1,0-1,-1 1,1-1,0 1,0 0,0-1,-1 1,1-1,0 1,0-1,0 1,0-1,0 1,0-1,0 0,-11 21,2 1,0 0,1 0,1 1,1 0,-1 16,4-26,-10 43,3 0,2 1,3 0,2 1,4 55,-1-98,1 0,1 0,0 0,0 0,1 0,1-1,1 1,-1-1,2 0,0 0,1-1,0 0,1 0,0 0,1-1,0 0,1-1,0 0,0-1,1 0,0 0,1-1,0-1,0 0,1 0,0-1,0-1,9 2,21 0</inkml:trace>
  <inkml:trace contextRef="#ctx0" brushRef="#br0" timeOffset="19131.233">10000 1707,'13'0,"24"0,27 2,26 5,20 4,10 7,-16 0</inkml:trace>
  <inkml:trace contextRef="#ctx0" brushRef="#br0" timeOffset="19466.342">10708 2348,'12'-22,"-2"-1,-1 0,0-1,-2 0,-1-1,0 1,-2-1,-1 0,-1 0,-1 0,-2-1,-1-11,2 18,-1 0,0 0,-2 1,0-1,-1 1,-1-1,0 1,-1 1,-4-5,10 22,0 1,0-1,0 1,0 0,0-1,0 1,0 0,0-1,-1 1,1-1,0 1,-1 0,1-1,0 1,-1-1,1 1,0-1,-1 1,1-1,-1 0,1 1,-1-1,1 1,-1-1,1 0,-1 1,0-1,1 0,-1 0,1 0,-1 1,0-1,1 0,-1 0,0 0,1 0,-1 0,1 0,-1 0,0 0,1 0,-1 0,0-1,1 1,-1 0,1 0,-1-1,0 1,7 8,-1 0,1 0,0-1,1 1,0-1,0-1,0 1,1-1,0-1,0 0,1 0,-1 0,1-1,0 0,0-1,3 1,197 70,-206-72,1-1,-1 1,0 0,0 0,0 0,0 0,0 0,-1 1,1-1,-1 1,1 0,-1 0,0-1,0 2,0-1,-1 0,1 0,-1 0,1 1,-1-1,0 1,-1-1,1 1,-1-1,1 1,-1 0,0-1,0 1,0 0,-1-1,0 1,1-1,-2 3,-21 62,-5 33,28-97,0-1,0 0,0 0,1 0,-1 0,1 0,0 0,0 0,0 0,0 0,1 0,-1 0,1-1,0 1,0 0,-1-1,2 0,-1 1,0-1,0 0,1 0,-1 0,1 0,0-1,-1 1,1-1,0 0,0 1,0-1,0 0,0-1,0 1,0-1,0 1,0-1,1 0,-1 0,118-6,-62-4</inkml:trace>
  <inkml:trace contextRef="#ctx0" brushRef="#br0" timeOffset="19717.245">11791 2295,'14'0,"16"-3,2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8:40.66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201 68,'-68'193,"34"-76,5 1,5 1,5 1,6 1,4 2,5 364,44 236,-58-12,8 163,11-578,3 70,18 35,8-150,12-2,43 128,-66-301,4 0,4-2,2 0,4-3,3 0,15 17,-9-19,3-1,4-2,2-3,3-1,17 11,-50-56,2 0,0-1,1-1,0-2,1 0,1-1,0-2,0-1,1-1,0-1,17 2,11-1,-1-2,1-3,0-2,0-3,24-4,4-8,0-4,-1-2,-2-5,0-3,-2-3,-1-4,-2-3,-2-4,-1-2,-2-4,27-26,-41 29,-1-3,-3-2,-2-2,-2-2,-2-2,-3-3,-3-1,-2-1,-3-3,-3 0,0-11,7-25,-5-3,-4 0,-5-2,-2-20,6-28,6 3,7 0,48-109,-23 85,-7-3,27-140,-39-60,-37 294,8-60,0-113,-34-314,15 97,-8 368,-4 1,-5 1,-16-48,-1-12,17 80,-2 0,-20-45,-56-187,93 302,-1-1,-1 1,0 0,-1 0,0 0,-1 0,-1 1,0 0,0 0,-1 1,-1 0,0 1,-10-10,-90-69,87 67,-1 1,0 1,-2 2,0 0,-1 1,0 2,-1 1,-1 1,0 1,-5 0,-411-88,363 80,-10-2,0 3,-2 4,-62-1,-344 17,469 1,0 0,0 2,1 1,-1 2,1 1,1 1,0 1,0 1,1 2,-21 13,-23 16,-2-4,-1-2,-2-4,-1-4,-21 3,-69 11,159-42,5-2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8:53.2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414 1,'-23'0,"0"2,1 0,-1 2,1 0,0 2,0 0,0 1,1 2,0 0,1 1,0 1,1 1,0 1,-7 6,25-18,-8 4,1 0,0 1,0 0,1 0,0 1,0 0,0 0,1 1,0 0,0 0,-1 4,7-11,-1 0,1 0,0 0,0 1,0-1,0 0,0 0,0 0,0 1,0-1,0 0,0 0,1 0,-1 1,1-1,-1 0,1 0,-1 0,1 0,-1 0,1 0,0 0,0 0,-1 0,1 0,0 0,0-1,0 1,0 0,0-1,0 1,0 0,0-1,1 1,-1-1,0 0,0 1,49 11,98-4,-120-9,1 2,-1 0,0 2,0 1,0 1,0 1,18 8,-40-12,-1 0,0 1,0-1,0 1,0 0,-1 0,1 0,-1 1,0 0,0 0,0 0,0 0,-1 0,1 1,-1 0,0 0,-1-1,1 2,-1-1,0 0,0 0,-1 1,0-1,0 1,0-1,0 1,-1 0,0-1,0 1,-1-1,1 1,-1-1,0 1,-1-1,1 1,-1-1,0 0,-2 3,-2 1,1 0,-1-1,-1 0,0 0,0-1,0 1,-1-2,0 1,0-1,-1 0,0-1,0 0,0 0,-1-1,1 0,-1-1,-4 1,-17 3,0-1,0-1,0-2,-1-1,0-1,4 4,39-3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8:54.2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80 70,'-3'469,"-13"-334,9-111,7-24,0 1,0-1,0 0,0 1,-1-1,1 0,0 1,0-1,0 0,0 1,0-1,0 0,0 0,-1 1,1-1,0 0,0 0,0 1,-1-1,1 0,0 0,0 0,-1 1,1-1,0 0,0 0,-1 0,1 0,0 0,-1 1,1-1,0 0,-1 0,1 0,0 0,0 0,-1 0,1 0,0 0,-1 0,1 0,0 0,-1 0,1-1,0 1,-1 0,1 0,0 0,0 0,-1 0,1-1,0 1,0 0,-1 0,1 0,0-1,0 1,-1 0,1 0,0-1,0 1,0 0,0 0,0-1,-1 1,1 0,0-1,0 1,-20-87,17 65,-5-36,3-1,2 1,3-1,3 0,3-14,-3 56,0 1,2-1,-1 1,2 0,0 0,1 1,1 0,4-7,-9 17,1 0,-1-1,1 1,1 0,-1 1,0-1,1 1,0 0,0 0,0 0,1 1,-1 0,1 0,0 0,0 1,0 0,0 0,0 0,0 1,1 0,-1 0,0 1,5-1,-4 2,-1 0,1 0,-1 1,0 0,1 0,-1 0,0 1,0 0,-1 0,1 0,-1 1,1 0,-1 0,0 0,-1 1,1 0,-1 0,0 0,2 2,2 5,0 0,-1 1,0 0,-1 0,0 0,-1 1,-1 0,1 4,-3-9,0-1,-1 1,0 0,0 0,-1-1,0 1,-1 0,0 0,0 0,-1-1,0 1,-1-1,0 1,0-1,-1 0,0 0,0 0,0-1,-1 0,-1 0,1 0,-1 0,0-1,-1 0,1 0,-1 0,0-1,-1 0,1-1,-1 1,0-2,-7 4,4-4,1 1,-1-1,1-1,-1 0,0 0,0-1,0-1,0 0,0 0,-4-1,15 1,1 0,-1 0,0 1,0-1,1 0,-1 1,0-1,0 0,0 1,0-1,0 0,1 1,-1-1,0 0,0 1,0-1,0 0,0 1,0-1,0 0,0 1,0-1,0 1,0-1,0 0,0 1,-1-1,1 0,0 1,0-1,0 0,0 1,-1-1,1 0,0 0,0 1,-1-1,1 0,0 0,0 1,-1-1,1 0,0 0,-1 0,1 1,16 12,0-1,1 0,0-1,1-1,0 0,1-1,0-2,0 0,1 0,-1-2,12 1,16 2,0-2,0-2,1-3,18-2,15-3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8:59.9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495 1,'-25'6,"-24"13,-18 13,-10 15,-2 16,6 15,13 19,17 19,22 13,24 9,28-2,26-7,24-13,21-14,14-18,-13-23</inkml:trace>
  <inkml:trace contextRef="#ctx0" brushRef="#br0" timeOffset="801.149">1216 535,'0'60,"-10"-72,5 3,0 1,0-1,-1 1,0 0,0 0,-1 1,0 0,0 0,-1 1,0-1,0 2,0-1,-1 1,0 1,0-1,0 2,-1-1,1 1,-1 0,1 1,-1 0,0 1,0 0,-8 1,9 1,1 1,-1 0,1 1,0 0,0 0,0 1,0 0,1 0,-1 1,1 0,0 0,1 1,-1 0,1 0,0 1,1-1,0 1,0 0,0 1,1-1,0 1,0 0,1 0,-1 2,0 1,0 1,1-1,0 0,1 1,0-1,1 1,1 0,-1-1,2 1,0 0,0-1,1 1,0-1,1 1,1-1,0 0,4 10,-1-10,0 0,1 0,0-1,1 0,0-1,0 0,1 0,0 0,1-2,0 1,0-1,1-1,-1 0,1-1,1 0,-1-1,1 0,0-1,-1 0,3-1,3 1,0-1,1-1,-1 0,0-2,1 0,-1-1,0-1,0 0,0-2,0 0,-1-1,0 0,0-2,2-1,35-27,-12 0</inkml:trace>
  <inkml:trace contextRef="#ctx0" brushRef="#br0" timeOffset="1054.514">1551 415,'-11'66,"3"0,2 1,4-1,2 3,0-52,1 1,0 0,1-1,1 0,1 1,0-1,4 8,-5-19,0 1,0-1,0 0,1 0,0 0,0 0,1-1,-1 0,1 0,0 0,1 0,-1-1,1 0,0 0,0 0,0-1,0 0,0 0,1-1,1 1,7 1,0-1,1 0,-1-1,1-1,0 0,0-1,-1-1,1 0,0-1,-1-1,0 0,1-1,-1-1,-1 0,1-1,-1-1,6-4,20-15</inkml:trace>
  <inkml:trace contextRef="#ctx0" brushRef="#br0" timeOffset="1302.85">1564 670,'20'2,"21"1,15-3,11-3,6-3,-3-6,-7-3,-13 1</inkml:trace>
  <inkml:trace contextRef="#ctx0" brushRef="#br0" timeOffset="1474.389">1564 361,'14'3,"20"0,25-1,22-2,17-5,4-3,-5-2,-15 1,-21 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8:57.1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121 268,'1'119,"17"114,-5-135,1-9,-3 0,-5 1,-3 0,-8 55,-13-62,17-82,1-1,0 1,0 0,-1 0,1 0,-1 0,1-1,0 1,-1 0,0 0,1-1,-1 1,1-1,-1 1,0 0,1-1,-1 1,0-1,0 1,1-1,-1 0,0 1,0-1,0 0,0 1,1-1,-1 0,0 0,0 0,0 0,0 0,0 0,0 0,0 0,1 0,-1 0,0-1,0 1,0 0,0-1,0 1,1 0,-1-1,0 1,0-1,1 1,-1-1,0 0,1 1,-1-1,1 1,-1-1,0 0,1 0,0 1,-1-1,1 0,-1 0,1 0,0 0,0 1,-1-1,1 0,0 0,0 0,0 0,0 0,0 0,0 0,-10-29,0-1,2 1,2-2,0 1,2-1,2-3,-3-4,-37-430,41 451,0 11,0-1,0 0,1 1,0-1,0 0,1 0,0 1,1-1,-1 1,2-1,-1 1,1 0,0-1,0 2,4-7,-5 11,0 0,0 1,0-1,0 1,1-1,-1 1,0 0,1 0,-1 0,1 1,-1-1,1 0,-1 1,1-1,-1 1,1 0,0 0,-1 0,1 0,-1 1,1-1,-1 1,1 0,-1-1,1 1,-1 0,1 1,62 35,-52-27,-1 1,0 0,-1 1,0 0,-1 0,0 1,2 5,-9-15,-1 1,0 0,0-1,0 1,0 0,-1 0,1 0,-1 1,0-1,0 0,-1 0,1 1,-1-1,0 0,0 1,-1-1,1 0,-1 1,0-1,0 0,0 0,0 0,-1 0,0 0,0 0,0 0,0 0,-1-1,0 2,-6 3,0 0,-1-1,1 0,-2-1,1 0,-1 0,1-1,-2-1,1 0,0 0,-1-1,1 0,-1-1,0-1,-7 1,15-1,0-1,0 1,1 0,-1-1,0 0,0 0,0 0,0-1,1 1,-1-1,0 0,0 0,1 0,-1 0,0-1,1 1,-1-1,1 0,0 0,0 0,0-1,0 1,0-1,0 0,-3-15</inkml:trace>
  <inkml:trace contextRef="#ctx0" brushRef="#br0" timeOffset="383.287">709 483,'-30'-5,"-1"1,0 2,0 1,0 1,0 2,1 1,-1 1,-29 9,51-10,0 1,0 0,0 0,1 1,-1 0,1 0,0 1,1 0,-5 5,10-9,-1 0,1 1,0-1,0 1,0-1,0 1,1 0,-1 0,1 0,-1 0,1 0,0 0,0 0,1 0,-1 0,0 0,1 1,0-1,0 0,0 0,0 0,1 1,-1-1,1 0,0 0,-1 0,1 0,1 0,-1 0,1 1,1 1,0-1,0 0,0 0,1 0,0-1,-1 1,1-1,0 0,1 0,-1-1,0 1,1-1,0 0,-1 0,1 0,0 0,0-1,0 0,0 0,0-1,0 1,1-1,0 0,5 0,0-1,0 0,0 0,0-1,0 0,0-1,-1 0,1-1,-1 0,4-3,-7 4,0 0,-1-1,1 0,-1 0,0-1,0 1,0-1,-1-1,1 1,-1-1,-1 0,1 0,-1 0,0-1,0 1,-1-1,0 0,0 0,-1 0,1-1,-2 1,1 0,-1-1,0-6,-1 15,0-1,0 0,0 1,0-1,0 0,0 0,0 1,-1-1,1 0,0 0,0 1,0-1,0 0,-1 0,1 1,0-1,0 0,0 0,-1 0,1 0,0 1,0-1,-1 0,1 0,0 0,-1 0,1 0,0 0,0 0,-1 0,1 0,0 1,-1-1,1 0,0-1,-1 1,1 0,0 0,0 0,-1 0,1 0,0 0,-1 0,1 0,0 0,0-1,-2 9,0 0,1 0,1 0,-1 1,1-1,1 0,-1 0,1 0,1 0,-1 0,1 0,1-1,0 1,0-1,0 1,1-1,0 0,0 0,1 0,0-1,0 0,0 0,1 0,0 0,0-1,1 0,-1-1,1 1,0-1,0 0,1-1,5 2,42 9,-1-7</inkml:trace>
  <inkml:trace contextRef="#ctx0" brushRef="#br0" timeOffset="898.928">1218 348,'-16'-1,"1"1,0 1,0 0,0 1,0 0,0 1,0 1,0 0,1 1,0 1,0 0,0 1,1 1,0 0,0 0,1 2,0-1,-2 4,11-11,0-1,1 1,-1-1,0 1,1 0,0 0,-1 0,1 1,0-1,0 0,0 1,0-1,1 1,-1 0,1-1,0 1,-1 0,1 0,0 0,1 0,-1 0,1 0,-1 0,1 0,0 1,0-1,0 0,0 0,1 0,-1 0,1 0,0 0,0 0,0 0,0 0,1 0,5 3,1-1,0 0,1 0,-1-1,1 0,-1 0,1-1,0-1,1 1,-1-1,0-1,5 1,-2 0,77 11,-55-9,0 1,-1 2,1 1,23 10,-55-18,0 0,0 1,-1-1,1 1,0-1,0 1,-1 0,1 0,-1 0,1 0,-1 0,1 0,-1 0,0 0,1 0,-1 1,0-1,0 0,0 1,0 0,0-1,0 1,0-1,-1 1,1 0,-1-1,1 1,-1 0,1 0,-1-1,0 1,0 0,0 0,0 0,0-1,0 1,-1 0,1 0,-1 1,-4 3,0 1,0-2,0 1,-1 0,0-1,0 0,0-1,-1 1,1-1,-1 0,0-1,-3 1,-1 2,-6 4,8-5,0 0,0 0,0 0,-1-1,0-1,0 0,0 0,-3 0,12-3,1-1,-1 1,1 0,-1-1,1 1,-1-1,1 1,0-1,-1 1,1 0,0-1,-1 1,1-1,0 0,0 1,-1-1,1 1,0-1,0 1,0-1,0 1,0-1,0 0,0 1,0-1,0 1,0-1,0 0,0 1,0-1,0 1,1-1,-1 1,0-1,0 1,1-1,-1 1,0-1,1 1,-1-1,0 1,1-1,-1 1,1 0,-1-1,1 1,-1 0,1-1,-1 1,1 0,-1 0,1-1,-1 1,1 0,0 0,-1 0,1 0,-1 0,201-177,-160 140,113-86,-153 122,0 1,0-1,-1 0,1 0,0 0,0 0,0 1,0-1,0 1,0-1,0 0,0 1,0 0,0-1,0 1,0 0,0-1,0 1,0 0,1 0,-1 0,0 0,0 0,0 0,0 0,0 0,1 1,-1-1,0 0,0 1,0-1,0 1,0-1,0 1,0-1,0 1,0 0,0-1,-1 1,1 0,0 0,0 0,-1 0,1 0,0 0,-1 0,1 0,-1 0,1 0,-1 0,0 0,1 0,-1 0,0 0,0 1,1 126,-4-112,2 1,0-1,1 0,0 1,2-1,0 1,1-1,3 11,-5-24,0 1,0-1,0 0,1 0,0 0,-1 0,1 0,0 0,0-1,1 1,-1-1,1 1,-1-1,1 0,0 0,-1 0,1 0,0 0,0-1,1 1,-1-1,0 0,0 0,1 0,-1 0,1-1,-1 1,0-1,1 0,-1 0,4-1,17-4</inkml:trace>
  <inkml:trace contextRef="#ctx0" brushRef="#br0" timeOffset="1129.312">1658 1,'-13'0,"-5"4,0 7,9 7,12 9,12 3,5-3</inkml:trace>
  <inkml:trace contextRef="#ctx0" brushRef="#br0" timeOffset="1411.557">1993 522,'45'120,"-45"-119,0-1,0 1,0-1,0 1,0-1,0 1,0-1,0 1,0-1,0 1,1 0,-1-1,0 1,0-1,1 0,-1 1,0-1,1 1,-1-1,0 1,1-1,-1 0,1 1,-1-1,1 0,-1 1,0-1,1 0,-1 0,1 0,0 1,-1-1,1 0,-1 0,1 0,-1 0,1 0,-1 0,1 0,-1 0,1 0,-1 0,1 0,0 0,-1 0,1-1,-1 1,1 0,-1 0,1-1,-1 1,0 0,1-1,-1 1,1 0,-1-1,1 1,-1 0,0-1,1 1,-1-1,0 1,0-1,1 1,-1-1,11-39,-10 34,6-25,9-85,-28 137,5 37,7-57,0 0,0 0,0 0,0 0,0 1,0-1,0 0,1 0,-1 0,0 0,1 0,-1 0,1 0,-1 0,1 0,-1-1,1 1,-1 0,1 0,0 0,0 0,-1-1,1 1,0 0,0-1,0 1,0-1,0 1,0-1,0 1,0-1,0 0,0 1,0-1,0 0,0 0,0 0,0 0,0 0,0 0,0 0,0 0,0 0,1 0,-1-1,0 1,0 0,0-1,0 1,-1-1,2 0,8-4</inkml:trace>
  <inkml:trace contextRef="#ctx0" brushRef="#br0" timeOffset="1830.954">1886 255,'24'67,"98"242,-58-187,-64-121,1 0,0-1,-1 1,1 0,0-1,0 1,-1 0,1-1,0 1,0-1,0 1,0-1,0 0,0 1,0-1,0 0,0 0,0 0,0 1,0-1,0 0,0 0,0 0,0-1,0 1,0 0,0 0,0-1,0 1,0 0,0-1,0 1,0-1,-1 1,1-1,0 1,0-1,0 0,-1 1,1-1,0 0,-1 0,1 0,-1 1,1-2,29-46,-27 43,78-190,-61 138,3 1,2 2,4-4,-28 57,24-34,-24 34,-1 0,1 1,-1-1,1 1,0-1,-1 1,1-1,0 1,-1-1,1 1,0-1,0 1,-1 0,1 0,0-1,0 1,0 0,-1 0,1 0,0 0,0 0,0 0,0 0,-1 0,1 0,0 0,0 0,0 1,-1-1,1 0,0 0,0 1,-1-1,1 1,0-1,0 1,-1-1,1 1,-1-1,1 1,0 0,-1-1,1 1,-1 0,1 0,9 16,-2 3</inkml:trace>
  <inkml:trace contextRef="#ctx0" brushRef="#br0" timeOffset="2182.879">2514 536,'10'4,"0"0,1 0,-1-1,1-1,0 0,0 0,0-1,0 0,0-1,0 0,-1-1,1-1,0 1,0-1,0-1,-1 0,0-1,10-4,-4 1,0-1,-1-1,0 0,0-1,-1-1,-1 0,1-1,-2 0,0-1,0 0,3-7,-10 14,0-1,0 0,-1 0,0-1,0 1,-1-1,0 0,0 0,0 0,-1 0,-1 0,0-1,0 1,0-1,-1 7,0 0,-1 0,1 1,0-1,-1 0,0 0,1 1,-1-1,0 0,0 1,0-1,0 1,0-1,0 1,0-1,0 1,-1 0,1 0,0 0,-1-1,1 1,-1 1,1-1,-1 0,0 0,1 0,-1 1,0-1,0 1,1 0,-1-1,0 1,-1 0,-60 9,47-3,1 2,0-1,0 2,1 0,0 1,0 0,1 1,1 1,0 0,1 0,0 1,0 1,2-1,0 2,0-1,1 1,1 1,1 0,0-1,1 2,4-12,0 0,0 0,0 0,1 0,0 0,0 0,0 0,1 0,-1 0,1 0,0 0,1 0,-1 0,1 0,0-1,0 1,1 0,-1-1,1 0,0 0,0 0,1 0,-1 0,1-1,-1 1,1-1,0 0,1 0,15 7,-1-1,1-1,0 0,1-2,0-1,0 0,0-1,0-2,1 0,-1-1,1-1,81 3,0-4,88-14,-66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8:54.52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0 754,'18'0,"18"0,16 0,15 0,12 0,8 0,4-2,-5-1,-11-2,-17 0</inkml:trace>
  <inkml:trace contextRef="#ctx0" brushRef="#br0" timeOffset="300.197">414 500,'55'29,"0"-2,1-3,6-1,33 14,4 16,-96-51,0 0,-1 0,1 1,0-1,-1 0,1 1,-1 0,0 0,0-1,0 1,0 0,-1 1,1-1,-1 0,1 0,-1 1,0-1,-1 1,1-1,0 1,-1-1,0 1,0-1,0 1,0-1,-1 1,1-1,-1 1,-1 2,-6 8,0-1,-1 1,-1-2,0 1,-1-1,0-1,-1 0,0 0,-1-1,0-1,-8 4,11-6,-104 73,100-67,10-6</inkml:trace>
  <inkml:trace contextRef="#ctx0" brushRef="#br0" timeOffset="537.833">1391 594,'4'16,"4"12,3 10,0 8,-2 3,-3 2,-3-3,0-5,-5-10,-1-10</inkml:trace>
  <inkml:trace contextRef="#ctx0" brushRef="#br0" timeOffset="1213.978">1230 340,'28'4,"-1"2,0 1,0 2,0 0,-1 2,-1 0,0 2,0 1,-1 1,-1 1,17 15,-22-15,-1 1,0 1,-2 0,0 1,-1 1,0 0,-2 1,-1 0,0 1,-2 0,0 0,-1 1,3 23,-10-42,-1-3,0 0,0 0,0 0,0 1,0-1,0 0,1 0,-1 0,0 1,1-1,-1 0,0 0,1 0,0 0,-1 0,1 0,0 0,-1 0,1 0,0 0,0 0,0 0,0 0,0-1,0 1,0 0,0-1,0 1,0-1,0 1,0-1,0 1,1-1,-1 0,0 0,0 1,1-1,-1 0,1 0,4-4,-1 1,1-1,-1 0,0-1,0 1,0-1,-1 0,1 0,-1-1,-1 1,1-1,-1 0,6-7,131-195,-140 209,0 0,-1-1,1 1,1 0,-1-1,0 1,0 0,0 0,0-1,0 1,1 0,-1-1,0 1,1 0,-1-1,0 1,1-1,-1 1,1 0,-1-1,1 1,-1-1,1 1,-1-1,1 0,-1 1,1-1,0 1,-1-1,1 0,0 0,-1 1,1-1,0 0,0 0,-1 0,1 0,0 0,-1 0,1 0,0 0,0 0,-1 0,1 0,0 0,-1-1,1 1,0 0,-1 0,1-1,0 1,-1 0,1-1,0 1,-1-1,1 1,-1-1,1 1,-1-1,1 1,-1-1,0 0,1 1,-1-1,0 0,1 0,5 85,-5-59,1-1,0 0,2 0,1 0,2 4,-5-21,0-1,1 0,-1 0,1 0,1 0,-1-1,1 1,0-1,0 0,1 0,0 0,0-1,0 1,0-1,0 0,1-1,0 1,0-1,0-1,0 1,0-1,4 0,-1 0,1-1,-1-1,1 1,0-2,0 1,-1-1,1-1,-1 0,1 0,-1-1,0 0,0 0,0-1,0 0,-1-1,0 0,1 0,-2-1,1 0,-1 0,0-1,0 0,-1 0,0-1,0 0,-1 0,0 0,0-1,-1 1,3-8,7-21,-2-1,-1 0,-2-1,-2 0,-2 0,-1 0,-2-1,-1 0,-3 0,-1 1,-2-1,-3-4,4 7,-2 1,-1 1,-2-1,-2 1,-10-23,21 59,-1 0,1-1,0 1,0 0,-1-1,1 1,0 0,-1-1,1 1,0-1,-1 1,1 0,-1-1,1 1,-1-1,1 1,-1-1,0 0,1 1,-1-1,1 0,-1 1,0-1,1 0,-1 1,0-1,1 0,-1 0,0 0,0 0,1 0,-1 0,0 0,0 0,1 0,-1 0,0 0,1 0,-1-1,0 1,1 0,-1-1,0 1,1 0,-1-1,1 1,-1 0,0-1,1 1,-1-1,1 1,-1-1,1 0,0 1,-1-1,1 1,-1-1,1 0,0 1,0-1,-1 0,1 1,0-2,-15 140,14-109,1-25,-5 79,4 0,4-1,3 1,4-1,10 34,-16-102,0 1,1-2,0 1,2 0,-1-1,2 0,1 2,-6-11,0 1,1-1,-1 0,1 0,0-1,0 1,0-1,1 0,-1 0,1 0,-1 0,1-1,0 0,0 0,0 0,0-1,1 0,-1 0,0 0,0 0,2-1,24-2</inkml:trace>
  <inkml:trace contextRef="#ctx0" brushRef="#br0" timeOffset="1467.877">1992 286,'25'5,"28"1,29-3,23-3,13-3,-12 0</inkml:trace>
  <inkml:trace contextRef="#ctx0" brushRef="#br0" timeOffset="1896.725">2741 821,'13'-23,"0"-1,-2 0,0-1,-2 0,-1-1,0 0,-2 0,-2 0,0-1,-1 0,-2 0,-1-12,1 32,-1-1,0 1,0 0,-1 0,1 0,-2 0,1 0,-1 0,0 1,0-1,-1 0,0 1,0 0,0-1,-1 1,0 1,-1-2,4 6,0 0,0 1,-1-1,1 1,0-1,0 1,0 0,0 0,-1-1,1 1,0 0,0 0,0 0,-1 0,1 0,0 0,0 1,0-1,-1 0,1 1,0-1,0 1,0-1,0 1,0-1,0 1,0 0,0-1,0 1,0 0,0 0,0 0,1 0,-1 0,0 0,1 0,-1 0,1 0,-1 0,1 0,-21 46,20-44,0 0,1-1,0 1,-1 0,1 0,0-1,0 1,1 0,-1-1,0 1,1 0,0-1,-1 1,1 0,0-1,1 1,-1-1,0 0,1 1,-1-1,1 0,0 0,-1 0,1 0,0 0,0 0,1-1,-1 1,0-1,1 1,-1-1,0 0,1 0,0 0,94 21,81-11,-175-10,0 0,0 0,0 0,0 0,0 0,0 1,-1-1,1 1,0 0,-1 0,0 0,1 0,-1 0,0 1,0-1,0 0,0 1,-1 0,1-1,-1 1,1 0,-1 0,0 0,0 0,-1 0,1 0,0 0,-1 0,0 2,-7 92,7-96,-6 31,3-20,0-1,1 0,0 1,1-1,0 1,1-1,0 1,1-1,0 1,0-1,2 0,2 10,-3-17,0-1,0 0,1 1,-1-1,1 0,0 0,0 0,0-1,0 1,1-1,-1 0,0 0,1 0,0 0,-1 0,1-1,0 1,0-1,0 0,0-1,0 1,0-1,0 1,0-1,2-1,7 1,-1-1,1 0,0-1,-1-1,1 0,-1 0,7-4,68-33,-49 20</inkml:trace>
  <inkml:trace contextRef="#ctx0" brushRef="#br0" timeOffset="2149.046">3690 781,'0'0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9:05.11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1 173,'19'-15,"1"0,0 1,1 2,1 0,0 1,1 1,0 1,0 1,1 1,24-4,-3-1,0 1,1 2,0 3,1 1,-1 3,1 1,-44 0,-1 1,0-1,1 1,-1 0,0 0,1 0,-1 0,1 0,-1 0,0 1,1-1,-1 1,0 0,1-1,-1 1,0 0,0 0,0 1,0-1,0 0,0 1,0-1,0 1,0-1,-1 1,1 0,-1 0,1 0,-1 0,0 0,0 0,0 0,0 0,0 1,0-1,-1 0,1 1,-1-1,1 0,-1 1,0 1,-3 4,-1 0,-1 0,1-1,-1 0,-1 0,1 0,-1-1,0 0,0 0,-2 1,-85 71,69-61,2 1,0 1,0 1,2 1,1 0,0 2,2 0,-6 12,19-27,1 0,-1 0,2 0,-1 1,1-1,1 0,0 1,0 0,0-1,1 1,0 0,1-1,0 1,0-1,1 1,0-1,2 3,64 132,-61-132,21 37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9:05.42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136 65,'63'104,"-59"-98,0-2,1 1,-1 0,1-1,0 0,0 0,0 0,1-1,-1 0,1 0,0 0,0-1,0 1,0-1,0-1,0 1,6-1,-11 0,0-1,1 0,-1 0,0 0,1-1,-1 1,0 0,1 0,-1-1,0 1,1 0,-1-1,0 0,0 1,1-1,-1 0,0 1,0-1,0 0,0 0,0 0,0 0,0 0,-1 0,1 0,0-1,0 1,-1 0,1 0,-1 0,1-1,-1 1,1 0,-1-1,0 1,0 0,0-1,0 1,0 0,0-1,0 1,-11-58,7 50,-1 0,-1 0,0 1,0 0,0 0,-1 0,0 1,-1 0,1 0,-2 0,1 1,-1 1,1-1,-1 2,-1-1,1 1,-1 0,0 1,1 0,-1 1,-1 0,1 0,0 1,0 1,-1 0,1 0,0 1,-9 1,15-2,1 1,0-1,0 0,0 1,0 0,0 0,0 0,1 0,-1 0,0 1,0-1,1 1,-1 0,1-1,-1 1,1 0,0 1,0-1,0 0,0 1,0-1,0 1,1-1,-1 1,1 0,0 0,0 0,0 0,0 0,0 0,1 0,-1 0,1 0,0 0,0 0,0 0,0 0,1 0,-1 0,1 0,0 0,-1 0,1 0,1 0,-1 0,0-1,1 1,-1 0,1-1,0 1,0-1,1 1,7 5,1-1,1 0,-1-1,1 0,0 0,1-2,-1 1,1-2,0 1,0-2,0 0,9 0,44 6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9:05.7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103 1,'7'0,"1"-1,-1 1,0 1,0-1,0 1,0 1,0-1,0 1,0 0,-1 1,1-1,-1 1,1 1,-1-1,0 1,0 0,3 4,86 90,-58-45,-1 2,-3 2,-3 1,-2 1,-2 2,1 13,-12-33,-1 1,-2 1,-2 0,-2 0,-1 1,-3 0,-2 0,-1 0,-2 0,-3 0,-1 0,-2 0,-2-1,-12 34,-2-27,-1-1,-2-1,-3-1,-2-2,-1 0,-3-3,-1 0,-2-3,-2-1,-1-2,-2-2,-23 13,-34 21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9:02.8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390 228,'-21'-4,"0"1,0 0,0 2,0 1,0 0,0 2,0 0,1 1,-1 2,1 0,-1 1,1 0,1 2,0 1,-16 9,32-16,0-1,1 1,-1 0,1 0,-1 0,1 0,0 1,0-1,0 1,0-1,0 1,1 0,-1-1,1 1,0 0,-1 0,2 0,-1 0,0 0,0 0,1 1,0-1,-1 0,1 0,1 0,-1 0,0 1,1-1,-1 0,1 0,0 0,0 0,0 0,1 0,-1 0,8 8,0-1,0 1,1-2,1 1,-1-1,2-1,-1 0,1-1,0 0,0-1,1 0,0-1,3 1,221 77,-233-82,52 25,-55-25,0 0,1-1,-1 1,0 0,1 0,-1 0,0 0,0 0,0 0,0 0,0 0,0 1,0-1,0 0,-1 1,1-1,0 0,-1 1,1-1,-1 1,1-1,-1 1,0-1,0 1,0-1,0 1,0-1,0 1,0 0,0-1,-1 1,1-1,0 0,-1 1,0 0,-4 5,-1 0,-1 0,1-1,-1 0,0 0,-1-1,1 0,-1 0,0 0,0-1,-1-1,1 1,-1-1,0-1,4 0,-40 15,0-2,-1-2,0-2,-1-2,-1-2,1-3,-3-1,75-6,5-1</inkml:trace>
  <inkml:trace contextRef="#ctx0" brushRef="#br0" timeOffset="251.328">1058 387,'-15'-5,"0"0,-1 0,1 2,-1 0,0 0,0 2,0 0,0 1,0 0,0 1,0 1,0 1,1 0,-1 1,-11 5,17-6,1 1,0 0,0 0,0 1,1 0,0 1,0 0,0 0,1 0,-1 1,2 1,-1-1,1 1,0 0,1 0,-1 1,2-1,-1 1,1 0,1 0,0 1,0-1,1 1,0 0,-1 7,3-9,0 0,0 0,0 0,1 0,1 0,-1 0,1 0,0 0,1-1,0 1,0-1,1 1,0-1,0 0,0-1,1 1,0-1,1 0,-1 0,1 0,0-1,0 0,1 0,6 3,8 4,0-1,0-1,1 0,0-2,1-1,0 0,0-2,1-1,166 11,-107-18</inkml:trace>
  <inkml:trace contextRef="#ctx0" brushRef="#br0" timeOffset="968.913">1553 387,'-17'40,"2"1,2 0,1 1,3 1,1-1,2 1,2 1,2-1,1 0,4 15,0-197,-3 96,1 1,2 0,2 0,2 0,2 0,1 1,2 1,10-20,-21 55,1 0,0 0,0 0,1 1,-1-1,1 1,0 0,0 0,0 0,1 0,-1 0,1 1,0-1,0 1,0 0,1 0,-1 1,1-1,-1 1,1 0,0 0,0 1,0-1,0 1,0 0,0 1,0-1,0 1,0 0,1 0,-1 0,0 1,0 0,0 0,0 0,0 1,3 1,-1 2,0 0,-1 0,0 1,0 0,0 0,-1 1,0-1,0 1,0 1,-1-1,0 0,-1 1,1 0,-1 0,-1 0,0 0,0 0,-1 1,1-1,-2 1,1-1,-1 1,-1-1,0 0,0 1,0-1,-1 0,0 1,-1-1,0 0,0-1,-1 1,0 0,0-1,0 0,-3 2,0-1,-1 0,0 0,0-1,0 0,-1-1,0 0,0 0,-1-1,0 0,0-1,0 0,0-1,-1 0,1 0,-1-1,0 0,1-1,-1-1,0 1,0-2,0 1,0-2,-5 0,15 2,0 0,-1-1,1 1,0 0,0 0,-1-1,1 1,0-1,0 1,0-1,-1 1,1-1,0 0,0 0,0 1,0-1,0 0,1 0,-1 0,0 0,0 0,0 0,1 0,-1-1,1 1,-1 0,1 0,-1 0,1-1,0 1,-1 0,1 0,0-1,0 1,4 0,-1 0,1 0,-1 1,1-1,-1 1,1 0,0 0,-1 0,1 1,-1-1,1 1,-1 0,1 0,-1 0,0 1,1-1,-1 1,0-1,3 3,-5-3,146 89,-119-69,2-1,0-1,2-2,26 11,-51-26,-1 1,1-1,1 0,-1-1,0 1,0-2,0 1,1-1,-1 0,0 0,1-1,-1 0,0 0,0-1,0 0,0 0,0-1,0 1,0-2,-1 1,0-1,0 0,0 0,0 0,0-1,-1 0,0 0,1-2,7-11,-2 0,0-1,-1 0,-1-1,-1 0,-1-1,-1 1,0-1,-2-1,0 1,-2 0,0-1,-1 0,-1 1,-1-1,-2-2,0 52,5-7,1 1,0-1,1 0,2 0,0 0,1-1,1 0,1 0,0-1,2 0,0-1,1 0,1-1,1-1,0 1,6 3,11 6</inkml:trace>
  <inkml:trace contextRef="#ctx0" brushRef="#br0" timeOffset="1135.468">2315 0,'16'16,"12"10,1 0</inkml:trace>
  <inkml:trace contextRef="#ctx0" brushRef="#br0" timeOffset="1503.487">2663 321,'3'253,"-3"-249,0 1,0 0,0 0,1-1,0 1,0-1,0 1,1-1,0 1,0-1,0 0,0 1,0-1,1 0,0-1,0 1,0 0,0-1,0 0,1 0,0 0,-1 0,1 0,0-1,1 0,-1 1,0-2,0 1,1 0,-1-1,1 0,0 0,1 0,3-1,0 0,-1-1,1 0,0-1,0 0,0 0,-1 0,0-2,1 1,-1-1,0 0,0 0,-1-1,1 0,-1 0,0-1,1-2,6-6,0 0,-1-1,0 0,-2-1,0 0,-1-1,4-7,-3-1,-1 0,-1 0,-1-1,-1 0,-1-1,-2 1,-1-1,0 0,-2 0,-2 0,-1-12,-4 29,1 32,2 5,1 0,1 1,1-1,2 1,0-1,2 0,1 0,2 0,0 0,1-1,2-1,9 18,40 27,-30-50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9:12.3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410 1,'-16'0,"-21"4,-18 14,-9 23,-2 31,3 29,10 30,14 20,22 11,29-1,29-10,27-19,2-32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9:14.36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107 134,'-9'21,"-6"19,-2 18,0 12,0 6,3 0,4-2,3-8,6-10,7-15,5-14,3-18,1-19,1-17,-3-6</inkml:trace>
  <inkml:trace contextRef="#ctx0" brushRef="#br0" timeOffset="241.354">80 1,'203'272,"-179"-240,3 1,-2 0,-1 2,-2 1,-1 1,-2 0,-1 2,4 18,-20-53,-1 0,0 0,0 0,0 0,0 0,-1 1,0-1,0 0,0 0,0 1,0-1,-1 0,0 0,0 0,0 1,-1-1,1 0,-1-1,0 1,0 0,0 0,0-1,-1 1,0-1,1 0,-1 0,-1 0,1 0,-1 0,-9 4,0-1,-1 0,0-1,0 0,-1-2,1 1,-1-2,0 0,0 0,0-2,0 0,1 0,-1-2,-1 0,1 1,1-1,-1 0,1-2,-1 1,1-2,0 0,1 0,-3-2,-6-7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9:12.95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342 756,'0'-1,"0"0,0 1,0-1,0 0,1 1,-1-1,0 0,0 1,0-1,0 0,1 1,-1-1,0 1,1-1,-1 1,0-1,1 1,-1-1,1 1,-1-1,1 1,-1-1,1 1,-1 0,1-1,-1 1,1 0,0-1,-1 1,1 0,0 0,-1 0,1-1,-1 1,1 0,0 0,-1 0,1 0,0 0,-1 0,1 0,0 1,-1-1,1 0,0 0,-1 0,1 1,-1-1,1 0,0 1,-1-1,1 0,-1 1,1-1,-1 1,1-1,-1 1,0-1,1 1,-1-1,1 1,-1-1,0 1,1-5,0 0,-1 0,0 0,0 0,0 0,0 0,-1 0,1 0,-1 0,0 0,0 0,-1 0,1 0,-1 0,0 1,0-1,0 1,0-1,-1 1,1 0,-1 0,0 0,0 0,0 0,0 1,0-1,-1 1,1 0,-1 0,0 0,1 1,-1-1,0 1,0 0,0 0,0 0,0 0,0 1,0 0,0 0,-1 0,1 0,0 1,-1 0,-9 2,0 2,0-1,1 2,0 0,0 0,0 2,1-1,0 2,0-1,1 2,0-1,1 2,0-1,0 1,2 1,-1 0,1 0,1 0,0 1,-2 6,5-11,0 0,0 0,0 0,1 0,0 0,1 1,0 0,0-1,1 1,0 0,1 0,0 0,0-1,1 1,0 0,0 0,1-1,0 1,1-1,0 1,0-1,1 0,0 0,0 0,1-1,0 0,1 1,7 3,0-1,1-1,1 0,-1-1,1-1,1 0,-1-1,1-1,0 0,1-1,-1-1,1-1,-1 0,4-1,31 5,1-3,0-2,0-2,0-3,0-1,-1-3,31-10,5-7</inkml:trace>
  <inkml:trace contextRef="#ctx0" brushRef="#br0" timeOffset="254.838">1158 675,'-2'16,"-6"16,-1 15,-1 13,-2 9,2 7,2 2,3-1,2-4,1-11,2-13,0-15</inkml:trace>
  <inkml:trace contextRef="#ctx0" brushRef="#br0" timeOffset="584.949">770 528,'3'-14,"132"-197,28-67,-149 256,-13 22,-1-1,0 1,1 0,-1 0,0 0,1 0,-1-1,0 1,1 0,-1 0,0 0,1 0,-1 0,0 0,1 0,-1 0,1 0,-1 0,0 0,1 0,-1 0,0 0,1 0,-1 0,0 0,1 1,-1-1,0 0,1 0,-1 0,0 0,1 1,-1-1,0 0,1 0,-1 1,0-1,0 0,0 1,1-1,-1 0,0 1,0-1,0 0,0 1,0-1,1 0,-1 1,0-1,0 1,0-1,0 0,0 1,0-1,0 0,0 1,0-1,-1 0,1 1,0-1,0 1,0-1,0 0,0 1,-1-1,1 0,0 0,0 1,-1-1,1 0,0 1,8 215,-3-190,1 0,2 0,0-1,1 0,2 0,0-1,2-1,1 0,0 0,2-1,0-1,12 10,10 11</inkml:trace>
  <inkml:trace contextRef="#ctx0" brushRef="#br0" timeOffset="1160.477">1545 769,'-1'60,"-2"0,-3 0,-3-1,-2 0,-2 0,-4-2,-1 0,-16 29,15-51,25-55,19-36,-3-2,-2-1,-3 0,-3-1,0-13,0-79,-17 132,3 20,1 0,-1 0,0 1,0-1,0 0,0 0,0 1,0-1,0 0,1 1,-1-1,0 0,0 1,0-1,0 0,0 1,0-1,0 0,0 0,-1 1,1-1,0 0,0 1,0-1,0 0,0 0,0 1,-1-1,1 0,0 1,0-1,0 0,-1 0,1 0,0 1,0-1,-1 0,1 0,0 0,0 0,-1 1,1-1,0 0,-1 0,1 0,0 0,0 0,-1 0,1 0,0 0,-1 0,1 0,0 0,-1 0,1 0,0 0,-1 0,1 0,0 0,0-1,-1 1,1 0,0 0,0 0,-1 0,1 0,0-1,0 1,-1 0,-2 14,1 1,0 0,1 0,0 0,2 0,-1 0,2 0,0 0,1 0,0 0,1-1,1 0,0 0,1 0,1 0,0-1,1 0,12 19,1-1,2 0,1-2,1-1,2-1,8 5,-31-28,6 5,1 1,-1-1,2-1,-1 0,1 0,13 5,-24-13,0 1,1-1,-1 1,0-1,0 0,0 0,1 1,-1-1,0 0,0 0,1 0,-1 0,0-1,0 1,0 0,1 0,-1-1,0 1,0-1,0 1,0-1,0 0,0 1,0-1,0 0,0 1,0-1,0 0,0 0,0 0,-1 0,1 0,0 0,-1 0,1 0,0 0,-1-1,0 1,14-49,-14 49,7-70,-3-1,-4-58,-1 67,0-204,1 263,-1 2,1 0,0-1,-1 1,1 0,0 0,0 0,0-1,1 1,-1 0,0 0,1 0,0 0,-1-1,1 1,0 0,0 0,0 1,0-1,0 0,1 0,-1 0,1 1,-1-1,1 1,-1-1,1 1,0-1,0 1,0 0,0 0,0 0,20 4,1 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9:10.0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336 795,'-23'-6,"0"1,-1 2,0 0,0 1,-17 2,31 0,1 1,0 0,-1 0,1 1,0 0,0 1,0 0,0 0,1 1,-1 0,1 1,0 0,0 0,1 0,-7 7,11-10,0 1,1-1,-1 1,1-1,0 1,0 0,0 0,0 0,0 0,1 0,-1 0,1 0,0 1,0-1,0 1,0-1,1 0,0 1,-1-1,1 1,0-1,1 1,-1-1,0 1,1-1,0 1,0-1,0 0,0 1,1-1,-1 0,1 0,0 0,0 0,0 0,0 0,0-1,1 2,7 1,-1 1,1-1,0-1,0 0,0 0,1-1,-1 0,1-1,0 0,0-1,0 0,-1-1,1 0,0 0,0-2,0 1,0-1,-1-1,1 1,-1-2,6-2,-5 2,1-1,-1 0,0-1,0 0,0-1,-1 0,0 0,-1-1,1-1,-2 1,1-1,-1-1,0 0,-1 0,0 0,-1-1,0 0,-1 0,0-1,-1 0,0 1,0-6,-6-24,2 41,0-1,0 0,0 0,0 0,0 1,0-1,0 0,0 0,-1 1,1-1,0 0,0 0,-1 1,1-1,-1 0,1 1,-1-1,1 1,-1-1,1 0,-1 1,1-1,-1 1,0 0,1-1,-1 1,0-1,1 1,-1 0,0 0,0-1,1 1,-1 0,0 0,0 0,0 0,1 0,-1 0,0 0,0 0,1 0,-1 0,0 0,0 0,0 1,1-1,-1 0,-2 3,0 0,1 0,-1 0,1 0,-1 0,1 0,0 1,1-1,-1 1,0-1,1 1,0-1,0 1,0 0,0 0,1 0,0 0,-1 0,1-1,1 3,-1 3,2 0,-1 0,1 0,0 0,1 0,0-1,1 1,-1-1,2 0,-1 0,1 0,0-1,1 1,0-1,0-1,0 1,1-1,0 0,0 0,1-1,-1 0,1-1,0 1,1-1,-1-1,1 0,-1 0,2 0,46 14</inkml:trace>
  <inkml:trace contextRef="#ctx0" brushRef="#br0" timeOffset="615.395">1005 741,'-11'0,"-1"1,1 0,0 1,-1 0,1 0,0 1,0 1,0 0,1 0,-1 1,1 0,0 1,0 0,1 1,0 0,0 0,1 1,0 0,0 1,1-1,0 2,0-1,1 1,0 0,1 0,-1 2,5-7,0-1,0 1,0-1,0 1,1 0,0-1,0 1,0-1,0 1,1 0,0-1,0 1,0-1,1 1,-1-1,1 0,0 0,0 0,1 0,-1 0,1 0,0 0,0-1,0 1,0-1,0 0,1 0,0 0,0-1,-1 1,1-1,1 0,-1 0,0 0,0-1,3 1,9 2,1-1,-1 0,1-1,0-1,0-1,0-1,0 0,0-1,0 0,-1-2,1 0,-1-1,0 0,0-2,-1 1,0-2,0 0,-1-1,0-1,0 0,-1 0,0-2,-1 1,0-2,-1 0,-1 0,5-8,3-10,-2-1,-2-1,0 0,-3-1,-1 0,-1-1,-2 0,-1 0,-2 0,-1-1,-2-4,10-120,-7-123,-7 264,-3 38,-13 105,6 0,2 81,8-166,2 0,2 0,1 1,2-1,1-1,3 1,1-1,5 13,-11-43,0-1,0 0,0 0,1 0,0 0,0 0,1-1,0 0,0 0,0 0,1-1,0 0,0 0,0 0,1-1,-1 1,1-2,0 1,0-1,1 0,-1 0,1-1,-1 0,1-1,0 1,-1-1,1-1,0 0,0 0,0 0,0-1,-1 0,1-1,0 1,-1-2,3 0,8-7,-1-1,0 0,0-1,-1-1,-1-1,0 0,-1-1,-1-1,0 0,-1-1,-1 0,1-3,-10 17,-2 2,0 0,0 0,0 0,0 0,0 1,1-1,-1 0,0 0,1 0,-1 0,1 0,-1 1,1-1,-1 0,1 0,-1 1,1-1,0 0,-1 1,1-1,0 1,0-1,-1 1,1-1,0 1,0-1,0 1,0 0,0 0,-1-1,1 1,0 0,0 0,0 0,0 0,0 0,0 0,0 0,0 0,0 0,0 1,-8 112,6-108,0-1,0 1,0 0,1-1,0 1,0 0,0-1,1 1,-1 0,1-1,0 1,1-1,-1 1,1-1,0 1,0-1,0 0,1 0,-1 0,1 0,0-1,0 1,0-1,1 1,-1-1,1 0,-1 0,1-1,0 1,1-1,-1 0,4 2,27-2,-1-6</inkml:trace>
  <inkml:trace contextRef="#ctx0" brushRef="#br0" timeOffset="867.787">2021 474,'-18'-12,"-7"-3</inkml:trace>
  <inkml:trace contextRef="#ctx0" brushRef="#br0" timeOffset="1099.155">1259 207,'29'-12,"29"-5,24-5,21 1,14 5,5 4,-19 5</inkml:trace>
  <inkml:trace contextRef="#ctx0" brushRef="#br0" timeOffset="1250.748">2235 607,'-4'33,"2"0,1 0,2 0,1 0,1-1,2 1,1-1,2 1,1-2,1 1,2-2,6 11,-16-38,-2 0,1 0,-1 0,1-1,0 1,0 0,1-1,-1 1,0-1,1 1,0-1,-1 0,1 1,0-1,0 0,0 0,0-1,1 1,-1 0,0-1,1 1,-1-1,1 0,0 0,-1 0,1 0,0 0,0 0,0-1,-1 1,1-1,0 0,2 0,4-7,-1 1,-1-1,1-1,-1 1,0-1,-1-1,0 1,0-1,0-2,5-6,92-147,12-42,-91 161</inkml:trace>
  <inkml:trace contextRef="#ctx0" brushRef="#br0" timeOffset="1565.907">2850 834,'-32'133,"31"-126,1 0,-1-1,1 1,1 0,-1-1,1 1,0-1,0 1,1-1,0 1,0-1,1 0,0 0,0 0,0 0,1 0,-1-1,1 1,1-1,0 0,0-1,0-1,1 1,-1-1,1 0,0 0,0 0,0-1,0 0,0 0,1-1,-1 0,0 0,1 0,-1-1,1 0,-1 0,1 0,-1-1,5-1,2 0,1-1,-1-1,1 0,-1-1,-1 0,1-1,-1-1,0 0,2-1,-8 4,0-1,0 0,0 1,0-2,-1 1,0-1,0 0,-1 0,0 0,0 0,0-1,-1 0,0 0,0 0,0 0,-1 0,0 0,-1-1,0 1,0-1,0 1,-1-1,0 1,-1-1,1 1,-1-1,-1 1,0-1,0 1,0 0,-1 0,0 0,0 0,-1 0,1 1,-2 0,1 0,-1 0,0 0,0 0,0 1,-6-4,5 5,1 0,-1 0,-1 1,1 0,-1 0,1 1,-1-1,0 1,0 1,1-1,-1 1,0 1,-1-1,1 1,0 0,0 1,0-1,0 2,0-1,0 1,1 0,-1 0,0 1,1-1,0 2,-1-1,1 1,0 0,1 0,-1 0,1 1,0 0,0 0,0 0,1 1,0 0,0-1,-1 4,2-5,0 1,0-1,1 0,-1 1,1 0,0-1,1 1,-1 0,1 0,0 0,0 0,1 0,-1 0,1 0,0 0,0 0,1 0,0 1,0-1,0-1,0 1,1 0,0 0,0 0,0-1,0 1,1-1,0 0,0 0,1 1,27 14,2-6</inkml:trace>
  <inkml:trace contextRef="#ctx0" brushRef="#br0" timeOffset="1817.95">3264 433,'-16'-2,"-10"-1,-4 5,-1 6,7 7,3 7,7 0</inkml:trace>
  <inkml:trace contextRef="#ctx0" brushRef="#br0" timeOffset="2063.293">3278 1008,'23'16,"18"8,19 1,15-3,14-7,12-12,-13-5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9:08.36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121 665,'0'16,"0"15,0 10,-3 8,-2 5,-1 2,-1-4,0-9,-1-11,1-11</inkml:trace>
  <inkml:trace contextRef="#ctx0" brushRef="#br0" timeOffset="597.404">0 345,'18'-4,"0"0,0 1,1 1,-1 1,0 1,1 0,-1 2,0 0,1 1,-1 0,-1 2,1 0,-1 1,0 1,0 0,0 1,-1 1,-1 1,1 0,-2 1,1 1,-2 0,1 1,0 2,0 9,-2 1,-1 0,0 1,-2 0,-1 0,-2 1,0 0,-2 0,0 1,-2-1,-2 1,0-1,-3 13,3-29,-1-7,0 0,0 0,1 0,0 0,-1-1,1 1,0 0,1 0,-1 0,1 0,0 0,0 0,0-1,0 1,1 0,-1-1,1 1,0-1,0 1,0-1,1 0,-1 0,1 0,0 0,-1 0,1-1,0 0,1 1,-1-1,1 0,5-2,1-2,-1 1,0-1,0-1,0 0,-1 0,1-1,-1 1,0-2,0 1,0-2,0 1,-1-1,0 0,0 0,0 0,-1-1,1-2,112-140,-119 150,0-1,0 1,0-1,0 1,0-1,0 1,0-1,0 1,0-1,1 0,-1 1,0-1,0 1,0-1,0 1,1-1,-1 0,0 1,1-1,-1 1,0-1,1 0,-1 1,0-1,1 0,-1 0,0 1,1-1,-1 0,1 0,-1 0,1 1,-1-1,0 0,1 0,-1 0,1 0,-1 0,1 0,-1 0,1 0,-1 0,1 0,-1 0,1 0,-1 0,1-1,-1 1,0 0,1 0,-1 0,1-1,-1 1,0 0,1 0,-1-1,1 1,-1-1,1 7,3 11,0-1,0-1,2 1,0-1,1 0,0 0,2-1,-1 0,2 0,0-1,4 4,-8-10,-1-1,2 0,-1-1,1 1,0-1,0-1,0 1,1-1,-1 0,1-1,0 0,0 0,0-1,1 0,-1 0,0-1,1 0,-1-1,1 1,0-2,-1 1,8-2,-5-1,0 0,0-1,0 0,-1-1,0 0,0 0,0-1,0 0,-1-1,0 0,-1-1,1 0,-2 0,1 0,-1-1,0 0,-1-1,0 0,0 1,0-4,7-16,0-1,-2 0,-1-1,-2 0,-1 0,1-22,6-85,-7 0,-9-91,2 224,-6-104,6 109,0 1,0-1,-1 0,1 1,0-1,0 1,-1-1,1 1,0-1,-1 0,1 1,0-1,-1 0,1 1,-1-1,1 0,0 1,-1-1,1 0,-1 0,1 0,-1 0,1 1,-1-1,1 0,-1 0,1 0,-1 0,1 0,-1 0,1 0,-1 0,1 0,-1 0,1-1,-1 1,1 0,-1 0,1 0,-1 0,1-1,0 1,-1 0,1-1,-1 1,1 0,0-1,-1 1,1 0,0-1,-1 1,1-1,0 1,0-1,-1 1,1 0,0-1,0 1,0-1,-11 24,1 1,2 1,1 0,0 0,-1 18,2-14,-10 42,4 1,3 0,3 1,2 42,4-100,1 1,0-1,1 0,0 0,1 0,1 0,0 0,1 0,1-1,1 0,-1 0,2-1,0 0,1 0,0 0,1-2,0 1,1-1,0 0,1-1,0-1,0 0,2 0,-3-2,1-2,-1 1,1-2,0 0,0 0,1-1,-1 0,1-1,-1-1,1 0,4 0,18-5</inkml:trace>
  <inkml:trace contextRef="#ctx0" brushRef="#br0" timeOffset="850.76">1084 371,'16'3,"16"2,17 3,15 3,14 1,6 3,-1 7,-16-1</inkml:trace>
  <inkml:trace contextRef="#ctx0" brushRef="#br0" timeOffset="1197.358">1631 1000,'11'-36,"-3"0,-1 0,-1 0,-2-1,-2 0,-2-31,0 66,-1 0,1 0,0 0,0 1,0-1,1 0,-1 0,0 1,1-1,-1 0,1 1,-1-1,1 0,0 1,0-1,0 1,-1-1,2 1,-1-1,0 1,0 0,0-1,1 1,-1 0,0 0,1 0,-1 0,1 0,0 1,-1-1,1 0,0 1,-1-1,1 1,0-1,-1 1,1 0,0 0,0 0,0 0,-1 0,1 0,0 0,0 1,-1-1,1 1,1 0,30 3,-1 1,1 2,-1 1,17 8,-47-15,1-1,-1 1,1 0,-1 0,1 0,-1 1,0-1,1 0,-1 1,0 0,0-1,0 1,0 0,-1 0,1 0,0 0,-1 0,1 1,-1-1,0 0,0 1,0-1,0 1,0-1,0 1,-1 0,1-1,-1 1,0 0,0-1,0 1,0 0,0-1,-1 3,-73 220,73-223,1 1,0-1,-1 1,1-1,0 1,0-1,0 0,1 1,-1-1,1 1,-1-1,1 0,0 1,0-1,0 0,0 0,0 0,0 0,1 0,-1 0,1 0,-1 0,1 0,0-1,0 1,0 0,0-1,0 0,0 1,0-1,0 0,0 0,1-1,-1 1,0 0,1-1,-1 1,0-1,1 0,-1 1,2-1,29 1,1-1,-1-1,1-2,-1-1,0-2,0-1,23-9,-37 11,77-20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9:07.82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1 241,'22'2,"22"1,21 0,18-1,11 0,2-1,-5-1,-14 0,-20 0</inkml:trace>
  <inkml:trace contextRef="#ctx0" brushRef="#br0" timeOffset="284.24">535 0,'18'18,"18"11,14 7,7 2,1 1,-3-1,-8 0,-12 0,-12 0,-17 3,-16 2,-16 1,-12 2,-4-4,0-6,10-14,10-10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9:07.0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424 241,'-35'-61,"32"53,-1 1,0 0,-1 0,0 1,0-1,0 1,-1 0,0 1,0-1,0 1,-1 0,1 1,-1 0,0 0,-1 0,1 1,-1 0,1 0,-1 1,0 0,0 0,0 1,0 0,0 0,0 1,-1 0,1 1,-5 0,1 5,1 0,-1 0,1 1,0 0,1 1,0 0,0 1,1 0,0 1,1 0,0 0,0 1,1 0,0 0,1 0,1 1,0 0,0 0,1 1,0-1,2 1,-2 6,1-9,0 0,1 0,0 1,1-1,0 1,0-1,1 1,1 0,0-1,0 1,1-1,0 0,1 0,0 1,1-2,0 1,0 0,1-1,0 0,1 0,0 0,0-1,1 0,0 0,1 0,7 5,1-5,0-1,1 0,0-2,0 0,0 0,1-2,0 0,-1-1,1 0,0-2,0 0,0-1,0-1,0-1,-1 0,1-1,-1-1,0-1,0-1,-1 0,3-2,117-65,-80 37</inkml:trace>
  <inkml:trace contextRef="#ctx0" brushRef="#br0" timeOffset="253.321">919 1,'0'13,"0"17,-3 13,0 15,-4 12,-4 10,-2 6,-1-4,2-5,3-10,3-14,7-16,10-17,4-11</inkml:trace>
  <inkml:trace contextRef="#ctx0" brushRef="#br0" timeOffset="548.092">1387 14,'-122'103,"-4"-5,-51 26,170-120,-31 33,39-35,-1-1,1 1,0-1,-1 1,1-1,0 1,0-1,0 1,0-1,0 0,0 1,0-1,0 0,1 0,-1 0,0 0,1 0,-1 0,1 0,-1-1,1 1,-1 0,1-1,0 1,-1-1,1 0,2 2,230 85,64 54,-277-134,0-2,1 0,-1-2,1 0,-1-2,1 0,0-1,0-1,-1-1,10-3,27-6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9:18.2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3 193,'0'24,"-2"2,1 1,2-1,0 1,2-1,1 0,1 0,1 0,1 0,2-1,11 24,-17-44,0 0,0 0,0-1,1 1,0-1,0 0,0 0,1 0,-1 0,1-1,0 0,0 0,0 0,0 0,1-1,-1 0,1 0,-1 0,1-1,0 0,0 0,-1-1,1 1,0-1,0 0,0-1,0 1,-1-1,1-1,0 1,3-2,9-5,1-1,-2 0,1-2,-2 0,1-1,-1 0,-1-2,-1 1,0-2,0 0,-2-1,0 0,0-1,-2 0,7-14,-5 8,-2-1,0 0,-1 0,-2-1,0 0,-2-1,-1 1,-1-1,-1 0,-1 0,-2-23,-8 15,8 34,1-1,0 1,0-1,-1 1,1 0,0-1,-1 1,1-1,0 1,-1 0,1 0,0-1,-1 1,1 0,-1 0,1-1,-1 1,1 0,-1 0,1 0,-1 0,1-1,-1 1,1 0,-1 0,1 0,-1 0,1 0,0 0,-1 1,1-1,-1 0,1 0,-1 0,1 0,-1 1,1-1,-1 0,1 0,0 1,-1-1,1 0,-1 1,1-1,0 0,-1 1,1-1,0 0,0 1,-1-1,1 1,0-1,0 1,0-1,-1 1,1-1,0 0,0 1,0-1,0 1,0-1,0 1,0-1,0 1,-7 19,0 1,2-1,0 1,1 0,1 0,1 0,1 16,1-34,-3 14,1 1,1-1,1 0,0 1,2-1,0 0,0 0,2 0,0 0,1 0,1-1,0 1,1-2,1 1,1-1,0 0,0-1,12 13,12 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9:18.67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73 232,'-10'-13,"0"-1,1 0,1 0,0-1,1 0,1 0,0-1,0-3,5 16,1 0,-1 0,1 1,0-1,0 0,0 0,0 0,0 0,1 1,-1-1,1 0,0 0,0 1,0-1,0 0,0 1,0-1,1 1,-1 0,1-1,0 1,0 0,0 0,0 0,0 0,0 0,1 1,-1-1,0 1,1-1,-1 1,1 0,0 0,-1 0,2 0,102-15,-96 16,-1-1,1 2,0 0,0 0,-1 0,1 1,-1 1,1-1,-1 2,0-1,0 1,0 1,-1 0,1 0,-1 0,-1 1,1 0,-1 1,0 0,0 0,-1 0,0 1,0 0,0 0,-1 0,-1 1,0 0,0 0,0 0,-1 0,-1 1,1 0,-3 8,-1 1,-1-1,0 0,-2 1,0-1,-1-1,0 1,-2-1,0 0,-1 0,0-1,-1 0,-1 0,-1-1,0 0,-1-1,-2 0,-62 101,50-43,22-44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9:18.9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100 0,'-9'16,"-8"12,-3 8,0 5,3 0,5-5,8-6,12-8,12-8,8-11,1-6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9:19.22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 0,'162'331,"-152"-310,20 41,-2 2,-3 1,-3 1,-3 0,-2 2,-4 0,-3 1,-2 0,-3 66,-9-103,-2 0,-2-1,-1 1,-1-1,-1-1,-2 0,-1-1,-2 0,0-1,-2-1,-1 0,-1-2,-1 0,-2-1,0-2,-1 0,-1-1,-28 16,6-4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9:19.3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 38,'-14'-16,"-4"-5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9:16.7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604 228,'-25'-6,"5"-4,0 2,-1 0,0 1,0 1,0 1,-1 1,0 1,1 1,-1 0,0 2,0 1,0 0,0 2,0 1,1 0,-1 1,1 2,1 0,-1 1,1 1,1 1,-1 1,2 0,-6 6,21-15,-1 0,0 0,1 1,0 0,-1 0,1 0,0 0,1 0,-1 1,0-1,1 1,0-1,0 1,0 0,0 0,1 0,0 0,-1 0,1 1,1-1,-1 0,1 0,-1 1,1-1,1 0,-1 1,1-1,-1 0,1 0,0 0,0 1,1-1,0 0,-1-1,1 1,0 0,2 2,9 2,0 0,1 0,0-2,0 0,0 0,1-1,0-1,0 0,0-1,0-1,1-1,-1 0,1 0,-1-2,3 0,324-1,-331 3,0 0,0 1,1 0,-1 1,-1 0,1 1,0 0,-1 1,4 2,-10-5,-1 1,1-1,-1 1,0 0,0-1,0 1,0 1,0-1,0 0,-1 1,0-1,0 1,0 0,0 0,0 0,-1 0,0 0,0 0,0 0,0 0,0 0,-1 1,0-1,0 0,0 0,-1 1,-2 6,-1 0,0 0,0-1,-1 0,-1 0,0 0,0-1,-1 0,0 0,0-1,-1 1,0-2,-1 1,0-1,0 0,0-1,-1 0,0-1,0 0,-1-1,1 1,-1-2,0 0,0 0,0-1,0 0,-13 0,1 0,-1-2,0-1,1 0,-1-2,1-1,0 0,0-2,0-1,1-1,-9-4,25 9,8 3</inkml:trace>
  <inkml:trace contextRef="#ctx0" brushRef="#br0" timeOffset="975.949">1312 389,'-9'-6,"-1"0,0 1,0 0,0 0,-1 1,0 1,1 0,-1 0,0 1,-1 0,1 1,0 1,0 0,0 0,-1 1,1 0,0 1,0 0,0 1,1 0,-1 1,0 0,1 1,-1 0,1 3,-1-1,1 1,1 1,0 0,0 1,1-1,0 2,0-1,1 1,1 0,0 0,0 1,1 0,0 1,3-6,-1-1,2 1,-1 0,1 0,0 0,0 0,1 0,-1 0,2 0,-1 1,1-1,0 0,1 0,-1-1,2 1,-1 0,1 0,-1-1,2 0,-1 1,1-1,0-1,0 1,1 0,-1-1,2 0,10 7,1-1,0-1,1-1,0 0,1-2,0 0,0-1,0-1,1 0,0-2,-1 0,1-1,0-1,1-1,-1-1,11 2,-1-1,1-2,0 0,-1-3,0 0,0-2,0-1,-1-1,0-2,-1-1,0-1,-1-1,2-3,-20 11,-1 0,0-1,0-1,0 1,-1-1,0 0,0-1,-1 0,0 0,0 0,-1-1,-1 1,0-1,0 0,-1-1,0 1,0-1,-1 1,-1-1,0 0,0-3,-8 49,4-4,0 9,-1-1,-3 0,0 0,-13 34,-6-28,25-45,0 0,0 0,0-1,-1 1,1 0,0 0,0-1,0 1,0-1,0 1,0-1,0 0,0 1,0-1,0 0,0 1,0-1,0 0,0 0,1 0,-1 0,0 0,1 0,-1 0,1 0,-1 0,1 0,-1-1,1 1,0 0,-1 0,1 0,0 0,0-1,0 1,0 0,0 0,0 0,1-1,-1 1,0 0,1-1,-3-38,1 0,3 0,1 0,2 0,2 1,1 0,2 0,3-4,-9 26,1 0,0 0,1 1,1 0,1 0,0 0,1 1,0 0,1 1,1 0,5-5,-12 16,0 1,0-1,1 0,-1 1,1 0,-1 0,1 1,0-1,-1 1,1 0,0 0,0 1,0-1,0 1,0 0,0 0,0 1,0-1,0 1,-1 0,1 1,0-1,-1 1,1 0,2 2,4 1,0 0,-1 2,0-1,0 1,0 1,-1-1,-1 2,1-1,-1 1,1 2,-6-8,0 1,0 0,0 0,-1 1,0-1,1 0,-1 1,-1 0,1-1,-1 1,1 0,-2 0,1-1,0 1,-1 0,0 0,0 0,0 0,-1 0,0 0,0 0,0 0,0-1,-1 1,0 0,0-1,0 1,0-1,-1 0,1 0,-1 0,-1 0,1 0,0-1,-1 1,0-1,-2 2,-9 5,0 0,0-2,-1 0,0-1,0 0,-1-1,0-1,0-1,0 0,-1-2,1 0,-8 0,20-1,0-1,0 1,0-1,0 0,0-1,1 1,-1-1,0 0,0 0,0 0,1-1,-1 0,1 1,-1-2,0 0,5 3,-1-1,1 1,0-1,-1 1,1-1,0 1,0-1,0 0,-1 1,1-1,0 0,0 1,0-1,0 0,0 1,0-1,0 1,0-1,0 0,1 1,-1-1,0 0,0 1,1-1,-1 1,0-1,0 1,1-1,-1 1,1-1,-1 1,1-1,-1 1,0-1,1 1,-1-1,1 1,0 0,-1-1,1 1,-1 0,1 0,0 0,-1-1,1 1,-1 0,1 0,0 0,-1 0,1 0,0 0,-1 0,1 0,0 0,-1 0,1 0,-1 1,1-1,0 0,-1 0,13 2,0-1,0 1,0 1,-1 0,0 1,1 1,-2-1,1 2,0 0,-1 0,0 1,0 0,-1 1,3 3,-2-3,-1-1,19 14,0-2,1-1,1-1,23 8,-46-22,1 0,-1 0,0-1,1 0,-1 0,1-1,0 0,-1-1,1 0,0 0,0-1,-1 0,1-1,-1 1,1-2,-1 1,0-1,1 0,-1-1,-1 0,4-2,-1-3,0-1,-1 1,0-1,-1-1,0 0,-1 0,0 0,-1-1,0 0,-1 0,0 0,-1-1,0 0,-1 0,-1 0,0 0,0 0,-2 0,0-1,0 1,-1 0,0 0,-3-9,3 51,2-8,2-1,0 0,1-1,1 1,1-1,1 0,0 0,1 0,1-1,1-1,1 1,0-2,1 1,1-2,1 0,7 7,-2-9</inkml:trace>
  <inkml:trace contextRef="#ctx0" brushRef="#br0" timeOffset="1228.276">2555 1,'-9'9,"4"10,11 8,17 5,13-2,1-5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9:57.05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287 646,'-8'-5,"0"1,0 1,0-1,-1 1,1 1,-1 0,0 0,1 0,-1 1,0 1,0-1,0 2,0-1,0 1,0 0,0 1,1 0,-1 0,1 1,-1 0,1 1,0 0,0 0,1 1,-1 0,1 0,0 0,0 1,1 0,-1 1,-3 5,7-10,1 1,0 0,0 0,0 0,0 0,1 0,-1 0,1 0,0 1,0-1,0 0,0 1,0-1,1 1,0-1,-1 1,1-1,0 1,1-1,-1 1,1-1,0 1,-1-1,1 0,1 1,-1-1,0 0,1 0,0 0,0 0,0 0,0 0,0 0,0-1,1 1,-1-1,1 0,0 0,0 0,0 0,0 0,14 5,1-1,0-1,0 0,0-2,1 0,-1-1,1 0,-1-2,1 0,0-2,-1 0,0 0,18-6,8-1,-1-1,0-3,-1-1,-1-3,0 0,-1-3,35-24,-61 41,-21 19,2-3,3-9,1 1,0-1,1 0,-1 1,1-1,-1 0,1 1,1-1,-1 1,1-1,-1 0,1 1,1-1,-1 0,0 0,1 0,0 0,0 0,0 0,1 0,-1 0,1-1,0 0,0 1,0-1,0 0,0 0,1-1,0 1,-1-1,1 0,0 1,0-2,0 1,1 0,8 3,1-1,0 0,0 0,0-2,0 0,0 0,1-1,-1-1,0-1,1 0,-1 0,0-2,0 0,0 0,0-1,0-1,-1 0,0-1,8-5,-19 10,1-1,-1 1,0-1,0 0,0 1,0-1,0 0,-1 0,1 0,-1-1,1 1,-1 0,1 0,-1-1,0 1,0-1,-1 1,1-1,0 0,-1 1,0-1,1 1,-1-1,0 0,0 1,0-1,-1 0,1 1,-1-1,0 0,1 1,-1-1,0 1,0 0,-1-1,1 1,0 0,-1-1,1 1,-1 0,0 0,0 0,0 1,0-1,-1 0,-13-10,-1 2,-1 0,0 1,0 0,-1 2,0 0,0 1,-1 1,0 1,1 1,-1 0,-1 2,1 0,-6 1,-23 4,53 0,130 1,-5-13,-55 3,0 2,47 6,-115-3,0 0,-1-1,1 2,0-1,-1 1,1 0,0 0,-1 0,1 1,-1 0,0 0,0 0,1 0,-2 1,1 0,0 0,0 1,-1-1,0 1,0 0,0 0,0 1,0-1,-1 1,0-1,0 1,0 0,-1 0,0 1,0-1,1 2,-3 85,2-90,0 0,1 0,-1 0,0-1,1 1,0-1,-1 1,1-1,0 0,0 0,-1 0,1-1,0 1,0-1,0 1,0-1,0 0,0 0,0 0,0-1,0 1,0-1,0 0,0 1,-1-1,1 0,0-1,0 1,-1 0,1-1,-1 0,12-3,0-1,-1-1,0 0,-1-1,0 0,0-1,0 0,-1-1,-1 0,0-1,0 0,-1-1,0 0,-1 0,0-1,-1 0,-1 0,0-1,-1 1,2-7,-5-4,-3 25,1-1,0 0,0 0,0 0,0 1,-1-1,1 0,0 0,0 0,-1 0,1 0,0 0,0 1,-1-1,1 0,0 0,-1 0,1 0,0 0,0 0,-1 0,1 0,0 0,0 0,-1 0,1 0,0 0,-1-1,1 1,0 0,0 0,-1 0,1 0,0 0,0 0,0-1,-1 1,1 0,0 0,0 0,0-1,-1 1,1 0,0 0,0-1,0 1,0 0,0 0,0-1,0 1,-1 0,1 0,0-1,0 1,0 0,0-1,0 1,0 0,0 0,0-1,0 1,0 0,1 0,-1-1,0 1,0 0,0 0,0-1,0 1,1 0,-30 69,27-64,0-1,1 1,0-1,0 1,0 0,0-1,1 1,0 0,0-1,0 1,1 0,-1 0,1-1,0 1,0-1,1 1,-1-1,1 1,0-1,0 0,1 0,-1 0,1 0,0 0,0 0,0-1,1 0,-1 1,1-1,-1-1,1 1,3 1,4 0,-1-1,0 0,1-1,0 0,-1 0,1-1,0-1,0 0,-1 0,1-1,0-1,0 0,-1 0,1-1,-1 0,0-1,0 0,0-1,-1 0,1 0,-1-1,0 0,-1-1,0 0,0 0,0-1,-1 0,0 0,0-1,-1 1,0-2,-1 1,0-1,0 1,1-9,4-64,-17 91,4-2,1-1,0 1,0 0,0 1,1-1,1 0,-1 0,1 0,0 1,1-1,-1 0,2 0,-1 0,1 0,0 0,0 0,1 0,0 0,0-1,0 0,1 1,0-1,0-1,1 1,0 0,0-1,0 0,1 0,-1-1,1 0,0 0,2 1,8-1,0-1,-1-1,1 0,0-1,0-1,0 0,0-1,0-1,0-1,0 0,-1-1,1 0,-1-1,0-1,-1-1,1 0,2-3,-1 3,-1-1,-1 0,1-1,-2-1,1 0,-1-1,-1 0,0-1,0 0,-1-1,-1 0,0-1,-1 0,-1-1,0 0,-1 0,0 0,1-6,-9 21,0 1,0 0,1-1,-1 1,0 0,0-1,0 1,1-1,-1 0,0 1,0-1,0 0,0 1,0-1,0 0,0 0,0 0,0 0,0 0,0 0,0 0,0 0,0 0,0 0,0 0,0-1,0 1,0 0,1-1,-1 1,0-1,0 1,0-1,0 1,1-1,-1 0,0 1,1-1,-1 0,0 0,1 1,-1-1,1 0,-1 0,1 0,-1 0,1 0,0 0,-1 0,1 0,0 1,0-1,0 0,0 0,0 0,0 0,0 0,0 0,0 0,0 0,1 0,-1 0,0 0,1 0,-1 0,0 0,1 0,-9 13,0 1,0 1,1-1,1 1,0 0,1 1,0-1,2 1,-1 0,2 0,0 0,0 14,-1 58,4 1,4-1,3 0,4 0,17 55,-16-71,17 99,-56-341,6 0,8-2,9-101,4 252,-2-1,2-1,0 1,2 0,1 0,0 0,2 0,3-6,-9 27,1 0,-1 0,1 1,0-1,-1 1,1-1,0 0,0 1,0 0,0-1,0 1,0-1,0 1,1 0,-1 0,0 0,1 0,-1 0,1 0,-1 0,1 0,0 1,-1-1,1 0,0 1,-1 0,1-1,0 1,-1 0,1 0,0 0,0 0,-1 0,1 0,0 0,0 1,-1-1,1 1,0-1,-1 1,1 0,0 0,-1-1,1 1,-1 0,0 0,1 0,-1 1,1 0,16 13,-1 2,-1 0,0 1,-2 0,0 2,-1-1,0 2,-2 0,-1 0,1 4,-9-21,22 67,-24-69,0 0,0 0,0 1,0-1,0 0,0 0,0 0,-1 0,1 0,-1 0,0 0,0 0,1 0,-1 0,0 0,-1 0,1 0,0-1,0 1,-1 0,1-1,-1 1,0-1,1 0,-1 1,0-1,0 0,0 0,1 0,-1 0,0 0,-2 0,-6 2,1-1,-1 1,0-2,-1 1,1-2,0 1,0-1,0-1,-1 1,1-2,0 0,0 0,1-1,-1 0,0 0,-8-5,16 7,1 1,-1-1,1 1,-1-1,1 0,-1 0,1 0,-1 0,1 0,0 0,0 0,0 0,-1 0,1-1,0 1,1 0,-1-1,0 1,0-1,0 1,1-1,-1 1,1-1,-1 0,1 1,0-1,0 0,-1 1,1-1,0 0,1 1,-1-1,0 1,0-1,1 0,-1 1,1-1,-1 1,1-1,0 0,6-7,0 1,1-1,-1 1,2 1,-1-1,1 2,1-1,-1 1,2 0,5-5,32-21,40-26,-3-4,3-8,-64 49,0-2,-1 0,-2-2,0 0,-2-1,-1-1,-1-1,12-25,-6-19,-23 70,1-1,-1 1,1 0,-1-1,0 1,0 0,0-1,-1 1,1 0,0-1,-1 1,1 0,-1 0,0-1,0 1,0 0,0 0,0 0,-1 0,1 0,0 0,-1 0,1 1,-1-1,0 1,0-1,0 1,0-1,0 1,-2-1,1 1,-1 0,1 1,-1-1,1 0,-1 1,0 0,1 0,-1 0,1 0,-1 1,0-1,1 1,-1 0,1 0,-1 0,1 1,0-1,-1 1,1 0,0 0,0 0,-2 1,-61 63,55-49,1 1,0 0,2 0,0 1,1 0,1 0,1 1,0 0,2 0,0 0,1 0,2 0,0 1,0-1,2 0,1 0,0 0,2 0,0 0,1-1,1 0,1 0,1-1,0 0,1 0,1-1,1-1,0 0,1 0,1-1,10 9,-9-11,1 0,-1-1,2-1,0 0,0-1,1-1,0-1,1 0,-1-1,1-2,1 0,-1 0,1-2,0 0,0-2,-1 0,1-1,5-2,-16 0,1 0,-1-1,0 0,-1 0,1-1,-1 0,1-1,-1 0,-1 0,1-1,-1 0,0 0,0-1,0 0,-1 0,0 0,-1-1,0 0,0 0,0 0,-1-1,-1 0,1 1,-1-1,-1-1,0 1,0 0,-1 0,0-1,0 1,-1-1,0 1,-2-5,3 7,-1 0,0-1,-1 1,1 0,-2 0,1 0,-1 0,0 0,0 0,-1 1,0-1,0 1,0 0,-1-1,0 1,0 1,-1-1,0 1,0 0,-4-4,8 9,-1-1,1 0,0 1,-1-1,1 1,-1 0,1 0,-1-1,0 1,1 0,-1 0,1 0,-1 1,1-1,-1 0,1 1,-1-1,1 0,0 1,-1 0,1-1,-1 1,1 0,0 0,0 0,-1 0,1 0,0 0,0 0,0 0,0 0,0 0,0 1,1-1,-1 1,-21 52,20-45,1 0,-1-1,1 1,1 0,0 0,0-1,0 1,1 0,1 0,0-1,0 1,0-1,1 1,0-1,1 0,0 0,0 0,1-1,0 0,0 1,0-2,1 1,0-1,1 0,0 0,-1 0,2-1,91 38,-51-32</inkml:trace>
  <inkml:trace contextRef="#ctx0" brushRef="#br0" timeOffset="2235.594">3869 539,'-5'6,"-1"0,1 0,1 1,-1 0,1 0,0 0,0 1,1-1,0 1,1 0,-1 0,2 0,-1 0,1 0,0 1,1 6,0-10,0 0,0 0,1 0,0 0,0 0,0 0,1 0,-1-1,1 1,0-1,1 1,-1-1,1 0,0 0,0 0,0 0,0 0,1-1,-1 1,1-1,0 0,0 0,0-1,1 1,-1-1,1 0,-1 0,2 0,3 1,1-1,0 0,-1-1,1 0,0-1,0 0,0 0,0-1,0 0,0-1,-1 0,1-1,-1 0,1 0,-1-1,0 0,0 0,-1-1,1-1,-1 1,0-1,-1-1,1 1,-1-1,-1-1,1 1,-1-1,0 0,-1-1,0 1,-1-1,1 0,-1 0,2-10,-2 7,0 0,0 0,-1-1,-1 0,0 1,-1-1,0 0,-1-10,-1 23,0 0,0 0,0 1,0-1,0 0,1 0,-1 1,0-1,0 1,0-1,1 1,-1-1,0 1,0-1,1 1,-1-1,0 1,1 0,-1-1,1 1,-1 0,1 0,-1 0,1-1,0 1,-1 0,1 0,0 0,0 0,0 0,-1-1,1 1,0 0,0 0,0 1,-4 9,1 0,0 0,0 0,1 0,0 1,1-1,0 0,1 1,0-1,2 3,-2-10,1 1,-1-1,2 1,-1-1,0 1,1-1,0 0,0 0,0 0,0 0,1 0,-1 0,1-1,0 1,0-1,1 0,-1 0,0 0,1 0,0 0,0-1,0 0,0 0,0 0,0 0,4 0,1 0,-1 0,1 0,0-2,0 1,0-1,0 0,0-1,0 0,0 0,-1-1,1 0,0 0,-1-1,0-1,0 1,0-1,0-1,0 1,-1-1,1-1,0-1,2 0,-1-2,0 1,-1-1,0 0,0-1,-1 0,0 0,-1-1,0 1,0-2,-1 1,-1 0,0-1,-1 0,1-2,-3-7,-1 21,-1 1,1-1,0 0,0 0,0 0,0 0,-1 0,1 0,0 0,0 0,0 0,0 0,-1 0,1 0,0 0,0 0,0 0,0 0,-1 0,1 0,0 0,0 0,0 0,0 0,-1 0,1 0,0 0,0 0,0-1,0 1,-1 0,1 0,0 0,0 0,0 0,0 0,0-1,0 1,0 0,0 0,-1 0,1 0,0-1,0 1,0 0,0 0,0 0,0 0,0-1,0 1,-3 7,0 1,0 0,1 0,0-1,0 1,1 0,0 1,1-1,0 0,0 0,0 0,1 0,0 0,1 0,1 5,0-8,-1-1,1 1,0 0,0-1,0 0,1 1,0-2,-1 1,1 0,1-1,-1 1,0-1,1 0,0-1,0 1,0-1,0 0,0 0,0 0,0-1,0 0,2 0,121 7,-115-8,1-1,0 0,-1-1,1 0,-1-1,0-1,1 0,-2-1,1 0,-1-1,1 0,-1-1,-1 0,0-1,0-1,0 1,-1-2,-1 1,1-2,-1 1,-1-1,1-1,-8 9,1 1,0-1,-1 0,0 1,0-1,1 0,-2 0,1 0,0 0,0 0,-1 0,0 0,0 0,0 0,0 0,0 0,0 0,-1 0,1 0,-1 0,0 0,0 0,0 1,0-1,-1 0,1 0,-1 1,1-1,-1 1,0 0,0-1,0 1,-1 0,1 0,0 0,-1 0,1 1,-1-1,-1 0,-1 0,-1 0,0 0,0 1,0 0,0 0,0 0,0 1,0-1,0 1,0 1,0-1,0 1,0 1,0-1,0 1,0 0,0 0,1 0,-1 1,1 0,0 0,0 0,0 1,0 0,0 0,1 0,0 0,0 1,0 0,0-1,1 2,-1-1,2 0,-1 1,0-1,1 1,0 0,0-1,1 1,0 0,0 0,0 0,1 0,-1 1,2-1,-1 0,1 0,-1 0,2 0,-1 0,1 0,0-1,0 1,0 0,3 3,1 0,0-1,1 0,0-1,0 0,0 0,1 0,0-1,1 0,-1-1,1 1,0-2,0 1,1-1,0-1,-1 0,2 0,11 2,-1 0,0-2,1 0,0-1,-1-2,1 0,3-1,-11 0,0-1,0-1,0 0,0 0,0-2,-1 0,0 0,0-1,0 0,7-6,-15 8,1 0,-1 0,0-1,0 1,0-1,0 0,-1-1,0 1,0-1,0 0,-1 0,0 0,0 0,-1-1,1 1,-1-1,-1 1,1-1,-1 0,-1 0,1 0,-1-5,1 10,-1 0,0-1,0 1,0 0,0-1,0 1,0 0,-1-1,1 1,-1 0,0-1,1 1,-1 0,0 0,0 0,0 0,-1 0,1 0,-1 0,1 0,-1 0,1 0,-1 1,0-1,0 1,0-1,0 1,0 0,0 0,0 0,0 0,0 0,-2 0,0 4,0 0,1 1,0-1,0 1,0-1,0 1,1 0,-1 0,1 1,0-1,0 0,1 1,-1-1,1 1,0-1,0 1,0 0,1 0,0 3,-2-2,1-1,0 1,1 0,0 0,0 0,0 0,1 0,-1 0,1 0,1 0,-1 0,1-1,0 1,0 0,1-1,0 0,0 1,0-1,0-1,1 1,0 0,0-1,0 0,1 0,-1 0,1 0,0-1,0 1,0-1,4 1,6-2,0 1,0-2,1 0,-1-1,0-1,0 0,1-1,-1-1,0 0,-1-1,1-1,-1 0,1-1,-2 0,1-1,-1-1,0 0,0-1,10-10,-16 15,0-1,-1 0,0 0,0-1,-1 1,1-1,-1-1,-1 1,1-1,-1 0,0 0,0 0,-1 0,0-2,-3 10,0-1,0 0,0 1,-1-1,1 0,0 0,0 1,0-1,-1 0,1 0,0 1,0-1,-1 0,1 0,0 0,0 0,-1 1,1-1,0 0,-1 0,1 0,0 0,-1 0,1 0,0 0,0 0,-1 0,1 0,0 0,-1 0,1 0,0 0,-1 0,1 0,0 0,-1 0,1 0,0 0,0-1,-1 1,1 0,0 0,-1 0,1-1,0 1,0 0,0 0,-1 0,1-1,0 1,-3 5,1-1,0 1,0 1,0-1,0 0,1 0,0 1,0-1,1 0,-1 1,1-1,0 1,1-1,-1 1,1-1,0 0,0 1,1-1,0 0,0 0,0 0,0 0,1 0,0 0,0-1,0 0,1 1,-1-1,1 0,0 0,0-1,0 1,1-1,-1 0,5 2,5 2,1 0,0 0,1-1,0-1,0-1,0 0,0-1,0-1,1 0,-1-1,1-1,-1-1,1 0,-1-1,1-1,-1 0,0-2,0 1,-1-2,12-5,-18 5,0 1,0-1,0-1,-1 0,0 0,0 0,-1-1,0 0,0-1,-1 1,0-1,-1-1,0 1,0-1,-1 0,0 0,-1 0,1-3,4-21,-2 0,-1-1,-2 0,-2-34,-9-279,-8 265,15 83,0 0,0 0,1 0,-1 0,0-1,0 1,0 0,1 0,-1 0,0 1,0-1,1 0,-1 0,0 0,0 0,1 1,-1-1,0 0,1 1,-1-1,0 1,1-1,-1 1,0-1,1 1,-1-1,1 1,-1-1,1 1,-1 0,1-1,0 1,-1 0,1 0,0-1,-1 1,1 0,0 0,0-1,0 1,0 0,0 0,0-1,0 1,0 0,0 0,0 0,-11 35,1 0,2 1,2 0,1 0,2 1,1-1,3 1,1 12,-1-27,0 1,2 0,0-1,2 0,0 0,2 0,0-1,2 0,0 0,1-1,2 0,0-1,1 0,1-1,1 0,0-1,1-1,3 1,35 7,-53-25,1 1,-1-1,0 0,0 0,1 0,-1 0,0 0,0-1,1 1,-1 0,0-1,0 1,0 0,1-1,-1 1,0-1,0 0,0 1,0-1,0 0,0 0,0 0,0 1,-1-1,1 0,0 0,0 0,-1-1,1 1,0 0,-1 0,0 0,1 0,-1 0,1-1,-1 1,0 0,0 0,0-1,0 1,0 0,0 0,0-2,-1-8,-1 1,0-1,0 0,-1 1,-1 0,1-1,-2 1,0 1,0-1,0 1,-1 0,-1 0,1 0,-3-1,-30-34,-2 2,-2 1,-1 3,-2 1,-2 3,-1 1,-27-11,95 45,174 36,2-9,154 1,-208-19,-130-9,-17 0,-3 0,-11 1,0 1,1 1,-1 0,1 2,0 0,0 1,0 1,-11 7,23-11,-1 1,1-1,0 2,0-1,1 1,-1-1,1 2,1-1,-1 1,1 0,0 0,1 0,0 1,0-1,0 1,1 0,0 0,1 1,0-1,0 0,0 6,1-8,1 1,0-1,1 0,-1 0,1 0,0 0,1 0,-1 0,1 0,0 0,1 0,-1-1,1 1,0-1,1 0,-1 0,1 0,0 0,1-1,-1 1,1-1,-1 0,1 0,0-1,1 0,-1 0,1 0,5 2,-4-2,1 0,0 0,1-1,-1 0,0-1,0 0,1 0,-1-1,1 0,-1 0,0-1,1 0,-1 0,0-1,0 0,0-1,0 0,0 0,-1-1,1 1,1-3,1-2,-1 0,0-1,0 0,-1-1,0 0,0 0,-1-1,-1 0,0 0,0 0,-1-1,-1 0,0 0,1-6,-2 69,12 52,-14-99,0 1,1-1,-1 0,1 0,0 0,0 0,1-1,-1 1,1 0,-1-1,1 0,0 0,1 0,-1 0,0 0,1 0,0-1,-1 0,1 1,0-2,0 1,2 0,-3-1,0-1,-1 1,1-1,0 0,-1 0,1-1,0 1,-1 0,1-1,-1 0,1 1,-1-1,1 0,-1 0,1-1,-1 1,0 0,1-1,-1 0,0 1,0-1,0 0,-1 0,1 0,0 0,1-2,30-64,14-200,-47 267,0-1,0 1,0-1,0 1,1-1,-1 1,0-1,1 1,-1-1,1 1,-1-1,1 1,0 0,-1-1,1 1,0 0,0 0,0 0,0 0,0-1,0 1,0 0,1 1,-1-1,0 0,0 0,1 0,-1 1,1-1,-1 1,0-1,1 1,-1 0,1-1,-1 1,1 0,-1 0,1 0,-1 0,1 0,-1 0,1 1,-1-1,1 0,-1 1,1 0,14 6,-2 0,1 1,-1 1,0 1,-1 0,0 0,-1 2,0-1,-1 1,7 11,-9-12,-1 0,-1 1,0 0,0 0,-1 1,-1-1,0 1,-1 1,0-1,-1 1,-1-1,0 1,-1 0,0 11,-2-22,1 1,0-1,0 1,0-1,0 1,0-1,1 1,0-1,0 1,0-1,0 0,0 1,0-1,1 0,0 0,0 0,0 0,0 0,0 0,0-1,1 1,-1-1,1 1,0-1,-1 0,1 0,0 0,1-1,-1 1,1 0,10 0,1 0,-1-1,0-1,0 0,1-1,-1-1,0 0,0-1,0 0,-1-1,1 0,-1-2,0 1,0-2,0 1,-1-2,0 0,-1 0,0-1,4-3,-3 0,-1 0,0-1,0 0,-1-1,-1 0,0 0,-1-1,-1 0,0 0,-1-1,0 0,-2 0,0 0,0-1,-2 1,1-16,-2 28,-1 0,1 0,-1 0,0 0,0 1,-1-1,1 0,-1 0,1 0,-1 0,-1 1,1-1,0 1,-1-1,0 1,0-1,0 1,0 0,0 0,-1 0,1 0,-1 0,0 0,0 1,0 0,0-1,0 1,-1 0,1 0,0 1,-1-1,0 1,1 0,-1 0,0 0,0 0,1 1,-1-1,-3 1,-3 2,1 1,0 0,0 1,0 0,0 0,1 1,0 0,0 0,0 1,0 0,1 0,0 1,0 0,1 0,0 1,0 0,1 0,0 0,0 1,1-1,0 1,1 0,0 0,0 1,1-1,0 1,0 0,2 0,0 0,0 0,1 1,0-1,1 0,0 0,1 0,0-1,0 1,1 0,1-1,-1 0,1 0,1 0,0-1,0 0,1 0,-1 0,2-1,-1 0,1-1,0 1,1-1,-1-1,1 0,0 0,0-1,1 0,-1 0,2-1,35 13,1-1,1-3,1-2,-1-2,7-1,110 11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9:52.8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117 362,'-7'25,"-2"17,-2 13,1 4,2 1,5-5,7-7,6-10,5-12,2-9,-1-8</inkml:trace>
  <inkml:trace contextRef="#ctx0" brushRef="#br0" timeOffset="247.852">10 67,'-7'2,"5"8,11 9,16 8,4 0</inkml:trace>
  <inkml:trace contextRef="#ctx0" brushRef="#br0" timeOffset="547.587">384 696,'34'-7,"-1"-2,0 0,0-3,11-5,-15 6,5-1,-1-1,0-1,-1-2,-1-1,-1-2,0 0,24-22,-48 34,0 1,-1-1,1 0,-1 0,0 0,-1-1,0 1,0-1,1-7,-4 14,0-1,-1 0,1 0,-1 0,1 0,-1 0,0 0,0 0,0 0,0 0,0 0,-1 0,1 0,0 0,-1 0,0 0,1 0,-1 0,0 0,0 0,0 1,0-1,0 0,0 1,-1-1,1 1,-1-1,1 1,-1 0,1 0,-1-1,0 1,1 0,-1 0,0 1,0-1,0 0,0 1,0-1,0 1,0-1,0 1,-1 0,-9 0,0 0,0 1,0 0,0 1,1 0,-1 1,1 0,-1 1,1 0,0 1,1 0,-1 1,1 0,0 0,0 1,1 1,0 0,0 0,1 1,0-1,1 2,0-1,-3 6,5-10,1 1,0 0,0 0,0 1,1-1,-1 1,2 0,-1 0,1 0,0 0,0 0,1 0,0 1,0-1,1 1,0-1,0 0,1 1,0-1,0 0,1 0,0 1,0-1,1 0,-1-1,2 1,-1 0,1-1,3 5,6 0,0-1,0-1,1 0,0-1,0-1,1 0,0-1,1 0,-1-1,1-1,0-1,0 0,0-1,0-1,1 0,-1-1,40 1,0-2,0-2,-1-3,16-5,17-6</inkml:trace>
  <inkml:trace contextRef="#ctx0" brushRef="#br0" timeOffset="1379.949">1787 308,'-15'-2,"-1"1,1 0,-1 1,1 0,-1 1,1 1,0 1,0 0,0 1,0 0,0 2,1-1,0 2,0 0,0 0,1 1,0 1,-5 5,15-12,0 1,0-1,0 0,0 1,1-1,-1 1,1 0,0 0,0 0,0 0,0 0,0 0,1 1,-1-1,1 0,0 1,0-1,1 1,-1 0,0-1,1 1,0 0,0-1,0 1,1-1,-1 1,1 0,0-1,0 1,0-1,0 1,0-1,1 0,0 1,0-1,0 0,9 8,0 0,2 0,-1-2,1 1,1-1,-1-1,1-1,1 0,-1-1,1 0,14 3,28 9,-40-14,-1 1,1 1,-1 0,0 1,0 1,13 9,-27-15,-1 0,1 0,-1 1,0-1,0 0,0 0,0 1,0-1,0 0,-1 1,1-1,-1 1,0-1,0 1,1-1,-2 1,1-1,0 1,0-1,-1 1,0-1,1 1,-1-1,0 0,0 1,0-1,0 0,-1 0,1 0,-1 0,1 0,-1 0,0 0,1 0,-1-1,0 1,0-1,0 1,-1-1,1 0,0 0,0 0,-1 0,1 0,-2 0,-3 4,0-1,0 1,-1-1,0-1,1 0,-2 0,1 0,0-1,0 0,-1-1,1 0,-1 0,1-1,-1 0,1 0,-1-1,-7-1,13 0,1 0,-1-1,1 1,-1 0,1-1,0 0,0 1,0-1,0 0,1 0,-1 0,1 0,0 0,-1-1,1 1,1 0,-1 0,0-1,1 1,0-1,0 1,0 0,0-1,0 1,1-1,0 1,-1 0,1 0,0-1,1 1,-1 0,1 0,-1 0,1 0,0 0,0 1,0-1,0 0,1 1,0-1,15-20,1 2,0 1,2 0,0 1,2 1,0 2,0 0,2 1,0 1,0 2,1 0,1 2,8-2,61-10,-93 22,0 0,0 0,0 0,0 0,0 1,0-1,0 1,0 0,0 0,0 0,0 0,-1 0,1 1,0-1,-1 1,1 0,-1 0,1 0,-1 0,0 0,0 0,0 1,0-1,0 1,-1-1,1 1,-1-1,0 1,1 0,-1 0,3 15,-1-1,0 1,-1-1,-1 1,0 0,-2-1,0 1,-1 7,-2 51,4-74,-1 1,1-1,0 0,0 1,0-1,0 0,0 0,1 1,-1-1,1 0,-1 0,1 1,0-1,0 0,0 0,0 0,0 0,1 0,-1 0,0 0,1-1,0 1,-1 0,1-1,0 1,0-1,0 0,0 0,0 1,0-1,0-1,0 1,0 0,0 0,1-1,-1 1,0-1,1 0,-1 0,0 0,0 0,1 0,0 0,30-11,1-6</inkml:trace>
  <inkml:trace contextRef="#ctx0" brushRef="#br0" timeOffset="1629.281">2135 0,'-16'0,"-5"7,1 9,8 9,16 8,20 9,22 6,4-5</inkml:trace>
  <inkml:trace contextRef="#ctx0" brushRef="#br0" timeOffset="2114.495">2562 816,'-3'-209,"5"156,-2 0,-2-1,-5-20,2 54,5 20,0 0,0 0,0 1,0-1,0 0,0 0,1 1,-1-1,0 0,0 0,0 0,0 1,0-1,0 0,-1 0,1 1,0-1,0 0,0 0,0 0,0 1,0-1,0 0,0 0,0 0,-1 1,1-1,0 0,0 0,0 0,0 0,-1 1,1-1,0 0,0 0,0 0,-1 0,1 0,0 0,0 0,0 0,-1 0,1 1,0-1,0 0,-1 0,1 0,0 0,0 0,0 0,-1-1,1 1,0 0,0 0,-1 0,1 0,2 9,0-1,0 1,0-1,1 0,1 0,-1 0,1 0,1 0,-1-1,1 0,1 0,-1 0,1-1,0 0,1 0,0 0,-1-1,2 0,-1 0,1-1,-1 1,1-2,0 1,0-1,1-1,-1 1,1-2,7 2,136 10,-150-14,1 1,-1 0,0 0,1 0,-1 1,0-1,1 0,-1 1,0-1,0 1,1 0,-1 0,0 0,0 0,0 0,0 0,0 1,0-1,-1 1,1-1,0 1,-1 0,1-1,-1 1,0 0,1 0,-1 0,0 0,0 0,0 1,0-1,-1 0,1 2,6 45,-7-40,0 0,1-1,0 1,0 0,1-1,0 1,0-1,1 0,0 0,1 0,0 0,0 0,1-1,-1 1,2-1,-1-1,1 1,0-1,0 0,4 2,-3-3,1-1,0 0,1-1,-1 0,1 0,-1-1,1 0,0 0,0-1,0 0,0-1,0 0,0 0,0-1,0 0,0 0,-1-1,1-1,0 1,-1-1,0-1,1 0,-1 0,-1 0,1-1,2-2,1 0,-1-1,0 1,-1-1,0-1,0 0,0 0,-1-1,-1 0,0 0,0-1,-1 0,0 0,-1 0,-1-1,1 0,-2 0,0 0,2-10,-19 96,13-68,-1 0,1 1,0-1,1 0,-1 1,1-1,1 1,-1-1,1 0,0 1,0-1,1 0,0 0,0 0,0 0,1 0,0 0,0-1,0 1,1-1,0 0,0 0,0 0,1 0,-1-1,1 0,0 0,1 0,-1-1,1 0,-1 0,2 1,24 0,-3-5</inkml:trace>
  <inkml:trace contextRef="#ctx0" brushRef="#br0" timeOffset="2359.355">3338 241,'-4'16,"9"10,20 5,6-3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9:51.9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1 295,'16'2,"18"1,21 0,13-3,12-1,3-4,-1 1,-7 0,-10 0,-14 2,-15 1</inkml:trace>
  <inkml:trace contextRef="#ctx0" brushRef="#br0" timeOffset="253.322">389 1,'-7'18,"-2"22,0 20,2 16,2 9,2 3,3-2,5-4,3-12,5-12,1-17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39:48.3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68 217,'2'-2,"3"-3,4-1,1-1,0 0</inkml:trace>
  <inkml:trace contextRef="#ctx0" brushRef="#br0" timeOffset="2263.79">268 124,'13'21,"-14"-47,-2 18,1 0,-1 1,0-1,-1 1,0 0,0 0,-1 0,1 0,-1 1,-1 0,1 0,-1 0,-4-2,8 6,-1 0,0 0,1 0,-1 0,0 0,0 1,0 0,0-1,-1 1,1 0,0 0,0 1,-1-1,1 1,0 0,-1-1,1 1,0 1,-1-1,1 0,0 1,-1 0,1 0,0 0,0 0,0 0,0 1,0-1,0 1,0 0,0 0,1 0,-1 0,1 1,-10 10,1 1,1 0,1 1,0 0,1 0,0 1,2 0,-1 0,2 1,0 0,-1 11,3-16,0-1,0 1,1-1,1 1,0 0,0-1,1 1,1 0,0 0,0-1,1 1,1-1,0 1,1-1,0 0,0 0,1-1,5 8,2-3,1 0,0 0,2-1,-1-1,2 0,0-1,0-1,1 0,0-2,1 0,0 0,1-2,-1 0,1-2,5 1,-12-5,0 0,0-1,0 0,0-1,-1-1,1 0,0-1,-1 0,1 0,-1-1,0-1,0 0,-1 0,1-1,-1 0,-1-1,1-1,-1 1,0-1,-1-1,5-5,138-141,-150 155,0-1,0 0,0 0,0 0,0 0,0 0,0 0,0 0,0 0,-1-1,1 1,-1 0,1 0,0-1,-1 1,0 0,1-1,-1 1,0 0,0-1,0 1,0 0,0-1,0 1,0 0,0-1,0 1,-1-1,1 1,-1 0,1 0,-1-1,1 1,-1 0,0 0,1 0,-1-1,0 1,0 0,0 0,0 0,0 1,0-1,0 0,0 0,-1 0,1 1,0-1,-1 0,-2 0,0-1,0 1,0 0,0 0,-1 0,1 1,0-1,0 1,-1 0,1 0,0 1,0-1,-1 1,1 0,0 0,0 0,0 1,0-1,0 1,0 0,1 0,-1 0,1 1,-1-1,1 1,0 0,0 0,0 0,0 1,1-1,-3 4,0 0,0 1,0-1,1 1,0 0,0 0,1 0,0 1,1-1,-1 1,2 0,-1 0,1 0,1-1,0 1,0 1,1-5,0 0,0 0,0 0,1 0,0-1,0 1,0-1,1 0,-1 1,1-1,0 0,0 0,1-1,-1 1,1-1,-1 1,1-1,0 0,1-1,-1 1,0-1,1 0,-1 0,1 0,0 0,1-1,12 5,1-2,1 0,-1-1,0-1,1-1,1 0,29-3,0-2,0-2,0-2,8-4,-15 2</inkml:trace>
  <inkml:trace contextRef="#ctx0" brushRef="#br0" timeOffset="2661.752">1271 459,'-2'-6,"-1"0,0-1,0 2,0-1,-1 0,0 1,0 0,0 0,-1 0,0 0,0 1,0-1,0 1,-1 1,0-1,0 1,0 0,0 0,0 1,0-1,-1 2,1-1,-1 1,1 0,-1 0,0 0,-5 1,3 0,0 0,1 1,-1 0,0 0,1 1,-1 0,1 0,-1 1,1 0,0 1,0 0,1 0,-1 0,1 1,0 0,0 1,0 0,1 0,0 0,0 1,0 0,3-3,0 0,0 0,0 0,1 0,-1 0,1 0,0 1,0-1,1 1,-1-1,1 1,0 0,1 0,-1 0,1-1,0 1,0 0,0 0,0 0,1-1,0 1,0 0,1 0,-1-1,1 1,0-1,0 1,0-1,1 0,-1 0,1 0,0 0,0-1,2 2,4 0,1-1,0 0,0-1,1 0,-1 0,1-1,-1 0,1-1,-1 0,1-1,0 0,0-1,-1 0,1-1,-1 0,1 0,-1-1,0-1,0 0,0 0,0-1,-1 0,0 0,0-1,0 0,4-6,-7 8,0-1,0 0,-1 0,0 0,0-1,-1 1,1-1,-1-1,-1 1,1 0,-1-1,0 0,0 0,-1 0,0 0,0 0,-1 0,0 0,0-1,0 1,-3 38,4-21,-1 0,1 0,1 0,0 0,0-1,1 1,1-1,-1 0,1 0,1-1,0 0,0 0,0 0,1 0,0-1,1 0,-1-1,1 0,1 0,-1 0,1-1,0 0,0-1,0 0,1-1,8 3,30 6</inkml:trace>
  <inkml:trace contextRef="#ctx0" brushRef="#br0" timeOffset="3044.729">1980 232,'-16'-2,"1"1,-1 1,0 0,1 1,-1 1,1 1,-1 0,1 1,0 0,1 1,-1 1,1 0,0 1,0 1,1 0,-1 2,12-9,-1 1,1 0,0 0,0 0,0 1,0-1,0 0,0 1,1-1,-1 1,1-1,-1 1,1 0,0 0,0 0,1-1,-1 1,1 0,-1 0,1 0,0 0,0 0,0 0,0 0,1 0,-1 0,1 0,0 0,0 0,0 0,0-1,0 1,0 0,1-1,-1 1,1-1,0 1,0-1,0 0,0 0,1 1,9 3,-1-1,1 0,0-1,1 0,-1 0,1-2,-1 1,9-1,7 3,-11-2,-1-2,-1 1,0 1,0 1,0 0,-1 1,1 0,-1 1,-1 1,1 0,-1 1,6 4,-17-11,0 1,0-1,-1 1,1-1,0 1,-1 0,1 0,-1-1,1 1,-1 0,0 0,0 0,0 1,0-1,0 0,0 0,-1 0,1 1,-1-1,1 0,-1 1,0-1,0 0,0 1,0-1,-1 0,1 1,-1-1,1 0,-1 1,0-1,0 0,0 0,0 0,0 0,-1 1,-7 4,0-1,-1 0,1-1,-1 0,0-1,-1 0,1-1,-1 0,0 0,1-1,-1-1,0 0,0 0,-125 8,104-9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1:16.0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4720 607,'0'-2,"5"-1,8 0,13 1,18 0,18-1,12-1,4 1,1 1,-9 0,-11 2,-14-1,-17-1,-15-1,-8 0,0 1,-1 1</inkml:trace>
  <inkml:trace contextRef="#ctx0" brushRef="#br0" timeOffset="-436.361">5121 942,'-50'-10,"28"10,1 1,-1 1,1 1,0 1,0 1,0 0,1 2,-1 1,2 0,-1 1,1 1,1 1,-7 5,21-14,0 1,0-1,0 1,1 0,-1 0,1 0,-1 0,1 1,0-1,0 1,1 0,-1 0,1 0,0 0,0 0,0 0,0 1,1-1,0 1,0-1,0 1,0-1,1 1,0 0,0-1,0 1,0-1,1 1,0 0,0-1,0 1,0-1,1 1,0-1,0 0,1 1,5 2,0-2,0 1,1-1,0-1,0 1,0-2,1 1,-1-1,1 0,0-1,0 0,0-1,0 0,0-1,2 0,78 6,-42-3,-1 1,0 2,19 7,-62-13,0 1,1-1,-2 1,1 0,0 0,0 1,0-1,0 1,-1 0,1 0,-1 0,1 1,-1-1,0 1,0 0,0 0,-1 0,1 0,0 0,-1 0,0 1,0-1,0 1,0 0,-1-1,1 1,-1 0,0 0,0 0,-1 0,1 0,-1 0,0 0,0 0,0 1,0-1,-1 0,1 0,-2 2,-3 4,-1 0,0-1,-1 1,0-1,0-1,-1 1,0-1,-1-1,0 1,0-2,0 1,-1-1,0 0,0-1,0 0,-1-1,0 0,0-1,0 0,-10 1,8-1,-1-1,1-1,-1 0,1-1,-1 0,0-1,1 0,-1-1,1-1,0 0,-2-2,-18-7</inkml:trace>
  <inkml:trace contextRef="#ctx0" brushRef="#br0" timeOffset="1282.657">5121 3989,'6'59,"-2"0,-3 1,-3-1,-2 0,-3-1,-13 51,-6-3,25-101,6-12,5-15,6-26,-3-1,-2-1,-2 1,-2-2,-2 1,-2-35,-2 68,14-93,-14 107,0 1,0-1,0 1,1 0,-1 0,1-1,-1 1,1 0,0 0,0 1,0-1,0 0,0 1,0-1,0 1,0-1,1 1,-1 0,0 0,1 0,-1 0,1 1,0-1,-1 1,1-1,-1 1,1 0,0 0,-1 0,1 0,0 1,1 0,85 27,-87-27,14 5,0 2,-1-1,0 2,0 0,-1 1,0 0,-1 1,9 9,-20-17,0-1,0 1,-1-1,1 1,-1-1,1 1,-1 0,0 0,0 0,-1-1,1 1,0 0,-1 0,0 0,0 0,0 0,0 0,0 0,0 0,-1 0,0 0,1 0,-1 0,0 0,0 0,-1-1,1 1,-1 0,1-1,-1 1,0-1,0 0,0 0,0 1,0-1,0 0,-1-1,1 1,-1 0,1-1,-2 1,-17 12,-1 0,-1-2,0-1,0-1,-1 0,0-2,-1-1,-5 0,25-6,4-1,-1 0,1 0,-1 0,0 0,1 0,-1 1,1-1,-1 0,1 1,-1-1,1 1,-1-1,1 1,-1 0,1 0,0-1,0 1,-1 0,1 0,0 0,0 1,0-1,0 0,0 0,0 0,0 1,0-1,1 1,-1-1,0 1,1-1,-1 1,1-1,0 1,47 32,270 116,-248-114,-50-26</inkml:trace>
  <inkml:trace contextRef="#ctx0" brushRef="#br0" timeOffset="1566.482">4868 3736,'18'-3,"20"0,16-2,14-2,8-1,3 2,-3 1,-8 2,-13 2,-15 2,-18 4,-14 4,-9-1</inkml:trace>
  <inkml:trace contextRef="#ctx0" brushRef="#br0" timeOffset="6451.165">202 1263,'756'0,"-590"13,183-13,-59-28,150 28,-246-13,-35-4,58 8,-85-5,84 14,-78-13,-26-1,277 15,-152 25,127-26,-271 15,-75-13,-26 4,-11-4,-4-1</inkml:trace>
  <inkml:trace contextRef="#ctx0" brushRef="#br0" timeOffset="7484.486">2355 1330,'-2'0,"1"1,-1 0,1 0,0-1,0 1,-1 0,1 0,0 1,0-1,0 0,0 0,0 0,1 1,-1-1,0 0,0 1,1-1,-1 1,1-1,0 1,-1-1,1 1,0-1,0 1,0-1,0 1,0-1,0 1,-1 2,-2 30,2 0,0 0,3 0,1 0,2 6,2 33,1 144,-14 120,0-90,6-234,1-9,0-1,-1 1,0 0,0-1,0 1,0-1,0 1,-1-1,0 1,1-1,-1 1,-1-1,1 1,0-1,-1 0,0 0,1 0,-1 0,-2 3,0-6,1 1,-1-1,1 0,0 0,-1 0,1 0,-1-1,1 1,0-1,0 0,-1 0,1 0,0 0,0-1,0 1,0-1,0 0,0 0,-12-5,-1 4,1 1,-1 0,1 1,-1 0,0 2,1 0,-1 0,0 2,1 0,0 0,0 2,0 0,-14 6,11-5,-34 14,55-16,105-8,566-79,-598 79,-76 4,0 0,1 0,-1-1,1 1,-1 0,0 0,1 0,-1 0,1 0,-1 0,0 0,1 0,-1 0,1 0,-1 0,1 0,-1 0,0 0,1 0,-1 0,1 1,-1-1,0 0,1 0,-1 0,1 1,-1-1,0 0,1 0,-1 1,0-1,0 0,1 1,-1-1,0 0,0 1,1-1,-1 1,0-1,0 0,0 1,0-1,1 1,-1-1,0 0,0 1,0-1,0 1,0-1,0 1,0-1,0 0,0 1,-1 0,-19 12,-26-2,21-8</inkml:trace>
  <inkml:trace contextRef="#ctx0" brushRef="#br0" timeOffset="7979.681">1887 2479,'-1'-1,"1"1,-1-1,0 1,1 0,-1-1,1 1,-1 0,0 0,1-1,-1 1,0 0,1 0,-1 0,0 0,1 0,-1 0,0 0,1 0,-1 0,0 0,1 0,-1 1,0-1,1 0,-1 0,1 1,-1-1,0 0,1 1,-1-1,1 0,-1 1,1-1,-1 1,1-1,-1 1,1-1,0 1,-1-1,1 1,0 0,-1-1,1 1,0 0,0-1,0 1,-1 0,1-1,0 1,0 0,0-1,0 1,0 0,0-1,0 1,1 0,12 39,159 236,-128-202,-19-28,3-2,2 0,32 35,-59-74,1-1,0 1,0 0,0-1,0 0,1 0,0 0,0-1,0 1,0-1,0-1,1 1,-1-1,1 1,-1-2,1 1,0-1,0 1,0-2,0 1,0-1,0 0,0 0,0 0,0-1,5-1,2-6,0-2,0 1,-1-1,0-1,-1 0,0-1,-1 0,0-1,-1 0,-1 0,0-1,0 0,-2 0,0-1,0-1,1 2,211-466,-217 477,-6 12</inkml:trace>
  <inkml:trace contextRef="#ctx0" brushRef="#br0" timeOffset="8535.253">2447 3241,'-10'-7,"-2"0,1 1,-1 1,1 0,-2 0,1 1,0 1,-1 0,0 1,7 1,1 0,-1 1,0 0,1 0,-1 0,1 1,-1-1,1 1,-1 1,1-1,-1 1,1 0,0 0,0 1,0-1,0 1,0 0,1 0,0 1,-1-1,-2 4,1 0,0 1,0-1,1 1,0 0,0 0,1 1,0 0,1-1,0 1,0 0,1 1,0-1,0 0,1 1,1-1,-1 1,2-1,-1 0,1 1,1-1,-1 1,2-1,-1 0,1 0,1 0,-1-1,1 1,1-1,0 0,0 0,1 0,0-1,0 0,6 6,-4-7,1 0,0-1,0 1,0-2,1 1,-1-1,1-1,0 0,0 0,1-1,-1 0,1-1,-1 0,1 0,-1-2,1 1,-1-1,0-1,1 1,-1-2,0 0,0 0,0 0,0-2,-1 1,0-1,1 0,-2-1,1 0,-1-1,0 1,0-2,-1 1,0-1,0 0,-1 0,0-1,0 0,-1 0,0-1,0-5,0 0,-1 0,-1-1,0 1,-1-1,-1 0,0 0,-1 0,-1 0,-2-9,2 16,0 0,-1 1,0-1,-1 0,1 1,-2-1,1 1,-1 0,-1 0,1 1,-1-1,-1 1,1 0,-1 0,-1 1,1 0,-1 0,0 0,-3-1,4 4,-1 0,1 0,-1 0,0 1,1 0,-1 1,0 0,0 0,0 0,0 1,0 0,0 0,0 1,0-1,0 2,0-1,0 1,0 0,0 0,1 1,-1 0,1 0,0 1,0 0,-1 1,-5 3,-1 1,2 1,0 0,0 0,1 1,0 0,0 1,2 0,-1 1,2 0,-4 6,-16 80,25-59</inkml:trace>
  <inkml:trace contextRef="#ctx0" brushRef="#br0" timeOffset="9683.701">2314 3588,'-6'11,"0"1,1-1,0 1,1 0,1 0,0 0,0 1,1-1,1 1,0-1,0 1,2 0,-1-1,2 1,1 8,18 82,17 135,-32 150,-3-356,1-1,2 1,1-1,2-1,1 0,1 0,12 21,-19-47,0 0,-1-1,2 0,-1 0,0 0,1-1,-1 0,1 1,0-1,0-1,0 1,0-1,0 0,0 0,0 0,0-1,0 0,0 0,0 0,1-1,-1 1,0-1,4-2,2 3,23-5,0-1,0-1,-1-2,9-4,79-19,53 8,0 7,165 8,-333 8,432-18,161 0,-619 14,11 0</inkml:trace>
  <inkml:trace contextRef="#ctx0" brushRef="#br0" timeOffset="10379">5696 1209,'5'-3,"0"0,0 0,0 0,0 1,0 0,1 0,-1 0,1 1,-1-1,1 1,0 1,-1-1,1 1,3 0,7-2,700-51,-472 40,-215 14,-28-1,-1 0,0 1,0-1,1 0,-1 0,0 1,0-1,0 0,0 1,0-1,1 0,-1 1,0-1,0 0,0 1,0-1,0 0,0 1,0-1,0 0,0 1,0-1,-1 0,1 1,0-1,0 0,0 1,0-1,0 0,0 1,-1-1,1 0,0 0,0 1,-1-1,1 0,0 0,0 1,-1-1,1 0,0 0,-1 0,1 1,0-1,0 0,-1 0,1 0,0 0,-1 0,1 0,-1 0,1 0,0 0,-1 0,1 0,0 0,-1 0,1 0,0 0,-1 0,1 0,0 0,-1 0,1-1,-22 10</inkml:trace>
  <inkml:trace contextRef="#ctx0" brushRef="#br0" timeOffset="11363.91">5937 4337,'2'0,"6"0,10 0,16 0,18-2,16-3,14-1,12 1,4 1,-2 1,-8 2,-11 0,-16 1,-14 0,-17 2,-12-1,-10-1</inkml:trace>
  <inkml:trace contextRef="#ctx0" brushRef="#br0" timeOffset="13370.404">6673 433,'3'2,"0"-1,0 1,-1 0,1 0,0 0,-1 1,1-1,-1 1,0-1,1 1,-1 0,-1 0,1 0,0 0,-1 0,1 0,-1 0,0 0,0 1,0-1,-1 0,1 1,-1 0,1-3,11 56,-3 1,-2 0,-2 0,-4 0,-3 37,-30 816,50-189,-3-264,-2-59,45 253,-40-523,67 576,-81-648,-2-8,3-1,1 1,2-1,3 0,1 0,10 19,-7-36,-2 0,-2 1,-1 0,-1 0,-1 1,-2 1,-2-1,1 25,-6-57,1 0,0 1,-1-1,1 1,0-1,0 0,0 1,0-1,1 1,-1-1,0 0,1 1,-1-1,0 1,1-1,0 0,-1 0,1 1,0-1,-1 0,1 0,0 0,0 0,0 0,0 0,0 0,0 0,1 0,-1-1,0 1,0 0,1-1,-1 1,0-1,0 1,1-1,-1 1,1-1,-1 0,0 0,1 0,-1 0,1 0,169-30,-73 21,1 4,-1 5,1 4,20 6,96 4,717-5,-406 28,-519-36,-5-1,-1 1,0 0,0-1,1 1,-1-1,0 0,0 1,1-1,-1 0,0 0,1 0,-1 0,1 0,-1 0,0 0,1 0,-1 0,0-1,1 1,-1-1,0 1,0-1,1 1,-1-1,0 0,0 0,0 1,0-1,0 0,0 0,0 0,0 0,0 0,-1 0,1 0,0-1,0 1,-1 0,1 0,-1-1,1 0,-41-93,33 52,1 0,3-1,1 0,4-38,-1 38,49-770,-12 308,-15-986,-25 1139,2 296,0-124,-7 1,-16-66,16 205,-1 1,-2 0,-1 0,-3 1,-1 1,-2 0,-1 1,-2 1,-21-29,38 60,1 0,-1-1,1 1,1-1,-1 1,1-1,0 0,0 0,0 0,1 0,0 1,0-1,1-1,-3-30,-8-15,-3 2,-3-1,-1 2,-2 0,-3 2,-24-41,21 40,18 34,-2 1,0 0,0 1,-1-1,-1 2,1-1,-2 2,0-1,0 2,-1-1,0 2,-1 0,-6-3,-8-2,-1 1,0 1,-1 1,0 2,-1 1,-10 0,-46-1,0 4,0 3,0 5,-36 7,-10-1,-609 35,699-42,-440 48,447-46,1 2,-1 1,2 1,-1 3,2 0,-25 14,-13 16,9 1</inkml:trace>
  <inkml:trace contextRef="#ctx0" brushRef="#br0" timeOffset="25182.608">363 19,'-28'195,"12"-12,7 55,7-166,-6-7,7-65,1 1,0-1,-1 0,1 0,-1 0,1 0,-1 0,1 0,-1 0,1 0,0-1,-1 1,1 0,-1 0,1 0,0 0,-1 0,1-1,-1 1,1 0,0 0,-1-1,1 1,0 0,-1-1,1 1,0 0,-1-1,1 1,0 0,0-1,0 1,-1-1,1 1,0-1,0 1,0 0,0-1,0 1,0-1,0 1,0-1,0 1,0-1,0 1,0 0,0-1,0 1,0-1,-2-39,4 18</inkml:trace>
  <inkml:trace contextRef="#ctx0" brushRef="#br0" timeOffset="25985.549">215 32,'1'-2,"1"0,-1-1,1 1,0 0,-1 0,1 0,0 1,0-1,0 0,0 1,0-1,1 1,-1 0,0 0,1 0,-1 0,1 0,-1 0,1 1,-1-1,1 1,-1 0,1-1,0 1,-1 0,1 1,-1-1,1 0,-1 1,1 0,-1-1,3 2,19 3,0 2,-1 0,1 1,-1 2,-1 0,0 2,0 0,-1 1,-1 2,0 0,-1 1,-1 0,0 2,-1 0,8 13,-8-11,-1 1,-1 0,-1 1,0 1,-2 0,-1 1,8 24,-15-37,-1 1,0 0,-1-1,0 1,0 0,-2 0,1 0,-2 0,1 0,-2 0,1 0,-2 0,0 0,0-1,-1 1,0-1,-1 0,-2 4,-2-1,-1-1,0 0,0-1,-2 0,1 0,-1-1,-1-1,0 0,0-1,-1 0,0-1,-1-1,0 0,0-1,-13 5,-1-1,-1-2,1-1,-1-1,0-2,0-1,-4-1,-186-18,217 16,2 0,0 0,0 1,1-1,-1 0,0 0,0 0,0 0,0 0,0 0,0 0,0 0,1 0,-1 0,0-1,0 1,0 0,0 0,1-1,-1 1,0-1,0 1,1-1,-1 1,0-1,1 1,-1-1,0 0,1 1,-1-1,1 0,-1 1,1-1,-1 0,1 0,0 0,-1 1,1-1,0 0,0 0,2-11</inkml:trace>
  <inkml:trace contextRef="#ctx0" brushRef="#br0" timeOffset="26464.78">363 19,'2'7,"1"9,0 13,-1 13,0 13,-4 11,0 8,-3 4,-3 2,1-14</inkml:trace>
  <inkml:trace contextRef="#ctx0" brushRef="#br0" timeOffset="27101.929">1 6,'2'0,"4"0,4 0,8 0,10 0,10 0,11 0,9 0,8 0,2 0,-8 0,-14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0:35.5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1727 370,'-15'-5,"0"0,0 1,0 1,-1 0,1 1,-1 1,0 0,1 2,-15 1,22-2,0 2,1-1,-1 1,0 0,1 1,-1-1,1 2,0-1,0 1,0 0,1 0,-1 1,1 0,0 0,1 0,-1 1,1 0,0 0,0 0,-1 3,4-6,0 0,1-1,-1 1,1 0,-1 0,1 0,0 0,0 0,0 0,1 0,-1 0,1 0,-1 0,1 1,0-1,0 0,1 0,-1 0,1 0,-1 1,1-1,0 0,0 0,1 0,-1 0,0-1,1 1,0 0,0-1,0 1,0-1,0 1,0-1,0 0,2 1,8 4,2 0,-1-1,1 0,0-1,0-1,0 0,1 0,4-1,15 4,-14-2,-12-4,1 0,-1 1,1 0,-1 0,0 0,0 1,0 1,-1-1,1 1,-1 1,0-1,0 1,0 1,0-1,-1 1,5 6,-10-10,0-1,-1 1,1 0,-1 0,1 0,-1 0,0 0,1 0,-1-1,0 1,0 0,-1 0,1 0,0 0,-1 0,1 0,-1 0,1-1,-1 1,0 0,0 0,0-1,0 1,0 0,0-1,0 1,-1-1,1 0,0 1,-2 0,-50 32,32-26,1-1,-1-1,0-1,0-1,0-1,-1 0,1-2,-1 0,1-2,-2 0,32-3,8 1</inkml:trace>
  <inkml:trace contextRef="#ctx0" brushRef="#br0" timeOffset="598.399">2395 383,'-16'40,"1"0,2 0,2 2,-3 19,1-3,-10 48,23-106,0 0,0 0,0 0,-1 0,1 0,0 0,0 0,0 0,0 0,0 0,-1 0,1 0,0 0,0 0,0 0,0 0,-1 0,1 0,0 0,0 0,0 0,0 0,0 0,-1 0,1 0,0 0,0 0,-1-22,1 21,0-25,0 0,1 1,2-1,1 1,0-1,2 1,1 0,1 1,1 0,2-1,-5 17,1-1,0 1,0 0,1 1,0 0,0 0,1 0,0 1,0 1,1 0,-1 0,1 1,0 0,0 0,1 1,-1 0,1 1,-1 1,1-1,0 2,0-1,-1 2,1-1,0 2,0-1,-1 1,1 1,-1 0,6 3,-11-6,-1 1,-1 1,1-1,0 0,0 1,0 0,-1 0,1 0,-1 0,1 1,-1 0,0-1,0 1,0 0,-1 0,1 1,-1-1,1 0,-1 1,0 0,0-1,-1 1,1 0,-1 0,0 0,0 0,0 0,-1 0,1 0,-1 0,0 0,0 1,-4 4,0 0,-1-1,0 1,0-1,-1 0,0-1,0 0,-1 1,0-2,0 1,-1-1,0 0,0-1,0 0,-1 0,1-1,-1 0,-6 2,-22 9,0-1,0-2,-34 6,146-13,-46-2,0 0,-1 2,1 1,-1 1,0 2,-1 1,0 1,-1 1,0 1,-1 1,0 2,16 13,-22-13</inkml:trace>
  <inkml:trace contextRef="#ctx0" brushRef="#br0" timeOffset="912.559">1406 76,'9'2,"12"4,16-1,16 1,14-3,12 0,9-1,2-2,-13 1</inkml:trace>
  <inkml:trace contextRef="#ctx0" brushRef="#br0" timeOffset="1164.885">2449 116,'25'-5,"19"-3,15-1,7 2,0 1,-4 3,-14 1</inkml:trace>
  <inkml:trace contextRef="#ctx0" brushRef="#br0" timeOffset="2194.233">1553 1573,'-6'1,"0"1,1 0,-1 0,0 1,1 0,0 0,-1 0,1 0,0 1,1 0,-1 0,1 0,-1 1,1-1,1 1,-1 0,1 0,-1 0,2 1,-1-1,0 1,1 0,0-1,1 1,-1 2,-1 2,1 1,0-1,1 1,0-1,0 1,1-1,1 1,0-1,0 1,1-1,0 0,1 0,0 0,2 4,-2-8,0 0,1 0,-1 0,1-1,0 0,1 0,-1 0,1 0,0-1,0 1,0-1,1-1,0 1,-1-1,1 0,0 0,1 0,-1-1,0 0,1-1,-1 1,1-1,0 0,-1-1,1 0,0 0,-1 0,1-1,0 1,-1-2,1 1,-1-1,0 0,1 0,-1-1,0 0,0 0,0 0,-1-1,1 0,-1 0,0 0,0-1,-1 0,1 0,1-3,0 0,-1-1,0 0,0 0,-1 0,0 0,-1-1,0 0,0 1,-1-1,0 0,-1 0,0 0,-1 0,0-1,-1 1,0 0,0 0,-1 0,0 0,-1 1,0-1,0 1,-1-1,-1 1,1 0,-2 1,1-1,-1 1,0 0,-1 0,0 1,0 0,0 0,-1 0,0 1,-1 1,1-1,-1 1,-9-3,14 6,0 0,-1 1,1 0,0 0,-1 0,1 0,0 1,-1-1,1 1,-1 0,1 1,-1-1,1 1,-1 0,1 0,0 0,0 1,-1 0,1-1,0 1,0 1,1-1,-1 0,0 1,1 0,0 0,-1 0,1 0,0 1,1-1,-1 1,1 0,-1-1,1 1,0 0,0 1,0 1,-1 3,0 1,1 0,0 1,1-1,0 0,0 0,1 1,0-1,1 0,1 1,-1-1,1 0,1 0,0 0,0 0,2 1,20 43</inkml:trace>
  <inkml:trace contextRef="#ctx0" brushRef="#br0" timeOffset="2515.374">2315 1881,'-1'4,"-1"0,1 1,0-1,1 0,-1 1,1-1,0 0,0 1,0-1,0 1,1-1,0 0,0 1,0-1,1 0,-1 0,1 0,0 0,0 0,0 0,0 0,1-1,0 1,0-1,0 0,0 0,0 0,1 0,-1 0,1-1,-1 0,1 1,0-1,0-1,0 1,1 0,0-1,5-2,0-1,1 0,-1-1,0 0,0-1,-1 0,1 0,-1-1,0 0,0-1,0 0,-1 0,0-1,0 0,-1 0,0-1,4-5,-1 2,-1 0,0-1,-1 0,0-1,0 0,-1 0,-1-1,-1 0,0 0,0 0,-2-1,1 0,-3 8,0 1,0-1,-1 0,0 0,0 0,0 0,-1 0,0 0,0 1,-1-1,0 0,0 1,-1-1,1 1,-1 0,-1 0,1 0,-1 0,0 0,-1 1,1 0,-1 0,0 0,0 0,-1 1,-3-3,3 3,0 1,0 0,-1 0,1 1,-1 0,1 0,-1 0,1 1,-1 0,0 0,0 1,0 0,0 0,1 0,-1 1,0 0,0 0,1 1,-1 0,1 0,-1 1,-4 2,-7 4,1 0,0 2,1 0,0 1,0 0,1 2,-3 4,-46 53,8-1</inkml:trace>
  <inkml:trace contextRef="#ctx0" brushRef="#br0" timeOffset="2929.275">1472 2603,'-8'14,"-1"1,2 0,0 1,1 0,1 0,0 0,1 1,1 0,-1 12,3-22,0 0,1 0,0 1,1-1,-1 0,2 0,-1 0,1 0,0 0,0 0,1 0,-1-1,2 1,-1-1,1 0,0 0,0 0,0 0,1-1,0 0,0 0,1 0,5 4,-3-5,1 0,-1 0,1-1,-1 0,1-1,0 0,0 0,0-1,1 0,-1 0,0-1,0 0,1-1,-1 0,0-1,0 0,0 0,0-1,-1 0,1 0,-1-1,0 0,0-1,0 0,0 0,-1 0,0-1,0 0,0-1,-1 0,0 0,0 0,-1 0,0-1,0 0,-1 0,0-1,0 1,1-8,-1 6,-2 0,1-1,-1 1,-1-1,0 0,0 1,-1-1,-1 0,0 1,0-1,-1 0,0 1,-1-1,0 1,-1 0,0 0,-1 0,0 1,0 0,-1 0,0 0,0 0,-1 1,0 0,-1 0,0 1,0 0,-1 1,-7-5,13 9,-1 0,0 1,1-1,-1 1,0 0,0 0,0 0,0 0,1 1,-1 0,0 0,0 0,0 0,0 0,0 1,0 0,0 0,0 0,1 0,-1 1,0-1,1 1,-1 0,1 0,0 0,-1 1,1-1,0 1,1-1,-1 1,0 0,1 0,-1 0,1 1,0-1,0 1,1-1,-1 1,1-1,-1 3,-1 2,1 0,0 1,1-1,0 0,0 1,1-1,0 1,0 0,1-1,0 1,1-1,0 0,0 0,1 1,0-1,0-1,1 1,0 1,23 39</inkml:trace>
  <inkml:trace contextRef="#ctx0" brushRef="#br0" timeOffset="3184.36">2315 2856,'23'-64,"-3"0,-3-2,-3 0,-3-1,0-27,2-16,-29 840,15-620</inkml:trace>
  <inkml:trace contextRef="#ctx0" brushRef="#br0" timeOffset="3502.025">1673 3792,'-11'-16,"1"0,0 0,0-1,2 0,0-1,1 0,1 0,1-1,0 1,2-1,0 0,1 0,1 0,0-1,2 1,0 0,1 0,1 0,1 0,0 0,2 1,0-1,-5 18,-1-1,0 0,1 0,-1 0,1 0,0 0,-1 1,1-1,0 0,0 0,0 0,1 1,-1-1,0 1,1-1,-1 1,1-1,-1 1,1 0,-1 0,1 0,0 0,1-1,-1 4,0 0,-1 0,1 0,-1 0,0 0,1 0,-1 1,0-1,0 0,0 1,-1-1,1 0,-1 1,1-1,-1 1,0-1,0 1,0-1,0 2,1 2,6 97,-4 1,-5 3,3 88,3-113,1-15</inkml:trace>
  <inkml:trace contextRef="#ctx0" brushRef="#br0" timeOffset="3778.814">2275 3686,'0'-18,"2"-13,1-9,2-1,1 2,1 5,-1 5,1 14,2 17,2 20,0 20,2 17,0 13,0 12,-1 6,-2 0,1-7,-2-17</inkml:trace>
  <inkml:trace contextRef="#ctx0" brushRef="#br0" timeOffset="5250.017">2369 3512,'-8'7,"0"1,1 0,1 0,-1 0,1 1,0 0,1 0,0 0,1 1,0 0,0 0,1 0,0 0,1 0,0 1,1-1,0 1,1-1,0 1,0-1,1 1,-2 13,0 0,2 0,0-1,2 1,1-1,0 1,2-1,1-1,1 1,0-1,2 1,-7-19,-1 1,1-1,0 0,0-1,0 1,1 0,-1-1,1 0,0 1,0-2,0 1,0 0,0-1,1 0,-1 0,1 0,0 0,-1-1,1 0,0 0,0 0,0 0,0-1,0 0,-1 0,1 0,0-1,0 0,0 0,0 0,0 0,12-6,-1-1,0-1,0 0,-1-1,-1-1,1 0,-2-1,1-1,-2 0,0 0,0-1,-1-1,-1 0,0-1,-2 1,1-4,-1 6,-1-1,-1 0,0 0,-1 0,-1-1,0 0,-1 0,0 0,-1 0,-1-1,-1 1,0 0,-1-1,0 1,-2 0,1 0,-2 0,0 0,-1 0,0 1,-1 0,-1 0,0 1,-1-1,-1 2,-7-10,10 13,-1 1,-1 1,1-1,-1 1,-1 0,1 1,-1 0,0 1,-1-1,1 2,-1-1,0 1,0 1,0 0,-1 0,1 1,-1 1,1-1,-1 2,0-1,1 2,-1-1,0 1,1 1,-1 0,1 1,0 0,0 0,0 1,0 0,0 1,1 0,-9 6,4 3,0 2,1-1,1 2,0-1,1 2,1 0,1 0,0 0,1 1,2 0,0 1,0 0,2 0,1 0,0 0,1 1,2-1,0 0,1 1,2 7,1-10,0 0,2-1,0 1,1-1,1 0,0-1,2 0,-1 0,2-1,0 0,1-1,1-1,0 0,0 0,1-1,1-1,0 0,1-1,29 21</inkml:trace>
  <inkml:trace contextRef="#ctx0" brushRef="#br0" timeOffset="5683.127">1472 5089,'87'-278,"-60"199,52-142,-75 210,28-47,-18 62,4 79,1 340,-10-356</inkml:trace>
  <inkml:trace contextRef="#ctx0" brushRef="#br0" timeOffset="5998.8">2369 4822,'0'-46,"2"0,2 0,2 0,2 1,2 0,2 0,2 1,5-7,9 6,-27 44,0 1,-1 0,1-1,0 1,0 0,-1 0,1 0,0 0,-1-1,1 1,0 0,0 0,-1 1,1-1,0 0,0 0,-1 0,1 0,0 1,-1-1,1 0,0 1,-1-1,1 0,0 1,-1-1,1 1,-1-1,1 1,-1-1,1 1,-1-1,1 1,-1 0,1-1,-1 1,0 0,1-1,-1 1,0 0,0 0,9 18,-1 1,-1 0,0 0,-2 0,0 1,-2-1,0 1,-1 0,-1 4,-1-21,4 87,-5 1,-3-1,-6 13,-5 129,15-192</inkml:trace>
  <inkml:trace contextRef="#ctx0" brushRef="#br0" timeOffset="6918.127">564 1293,'36'-12,"1"1,0 2,1 1,0 3,0 0,1 3,26 2,-59-1,309 3,20 14,-97-3,170 0,71-20,303-54,144-6,-834 63,1 4,-1 4,0 4,9 6,-74-8,-22-3,-20-7,-88-47,75 37</inkml:trace>
  <inkml:trace contextRef="#ctx0" brushRef="#br0" timeOffset="7461.181">3505 49,'-6'42,"2"1,2 0,2 0,2 0,4 18,-3-17,23 365,-19 121,-40 91,8-238,22 304,102 424,-88-788,-23 212,12-512,13-83,-5 17</inkml:trace>
  <inkml:trace contextRef="#ctx0" brushRef="#br0" timeOffset="8212.174">4601 1158,'1610'-27,"-1270"28,-325 1,-17 1</inkml:trace>
  <inkml:trace contextRef="#ctx0" brushRef="#br0" timeOffset="8898.364">4387 304,'-19'12,"1"2,1 0,1 1,0 1,0 0,2 1,0 1,1 0,1 1,1 1,0-1,2 2,0-1,0 3,-9 73,18-94,0 1,0 0,1 0,-1-1,1 1,-1 0,1-1,0 1,0-1,0 1,0-1,1 1,-1-1,1 0,-1 0,1 0,0 0,0 0,0 0,0 0,0 0,0-1,0 1,1-1,-1 1,1-1,-1 0,1 0,-1 0,1-1,0 1,-1-1,4 1,5-1,1-1,0 0,-1-1,1-1,-1 0,0 0,0-1,0 0,0-1,-1 0,1-1,-1 0,-1-1,1 0,-1 0,0-1,4-6,5-3,-1-1,-1-1,-1-1,0 0,-2 0,0-2,-2 1,0-2,-1 0,-1 0,-2 0,0-1,-2 0,0 0,-2-1,0 1,-2-1,-1 0,-1-9,0 22,-1-1,-1 1,0 0,0 0,-2 0,1 1,-1-1,-1 1,0 0,0 0,-1 1,4 6,0 1,0-1,0 1,0 0,0 0,-1 0,1 0,-1 0,0 1,0 0,0 0,0 0,0 0,0 0,0 1,-1 0,1 0,-1 0,1 0,-1 1,1 0,-1 0,1 0,-1 0,1 1,-1 0,1 0,0 0,-1 0,1 1,-2 0,-3 3,0 0,0 0,0 1,1 0,-1 0,2 1,-1 0,1 0,0 1,0 0,1 0,0 1,1-1,-1 2,2-1,-1 0,2 1,-1 0,1 0,0 0,1 0,1 0,-1 0,1 1,1-1,0 0,1 1,0-1,0 0,1 1,0-1,3 5,7 8,1-1,1-1,1 0,1-2,0 1,2-2,2 2,39 44,-45-48,-1 0,0 1,-2 1,0 0,-1 1,0 0,-2 0,0 1,-2 0,0 1,-1-1,1 14,7 128,-6-143</inkml:trace>
  <inkml:trace contextRef="#ctx0" brushRef="#br0" timeOffset="9327.742">5296 304,'-20'114,"-24"203,44-317,0-1,1 1,-1 0,0 0,1 0,-1 0,1 0,-1 0,0-1,1 1,-1 0,1 0,-1 0,0 0,1 1,-1-1,1 0,-1 0,0 0,1 0,-1 0,0 0,1 1,-1-1,1 0,-1 0,0 1,0-1,1 0,-1 0,0 1,7-28,-1 1,-2-1,-1 0,-1 0,-1-1,-1 1,-1 0,-3-4,-3-30,-3 0,-2 0,-3 1,-5-6,15 53,4 11,0-1,-1 1,1-1,0 1,0-1,0 0,1 1,-1-1,0 0,1 1,0-1,0 0,0 0,0 1,0-1,0 0,1 1,-1-1,1 0,0 1,0-1,0 0,0 1,0-1,1 1,0-1,70-14,63 10,100 8,-125 9,-108-10,-1 0,1 0,0 0,-1 0,1 1,0-1,-1 1,1-1,-1 1,1 0,-1-1,1 1,-1 0,1 0,-1 0,0 0,0 0,1 1,-1-1,0 0,0 0,0 1,0-1,-1 1,1-1,0 1,0 1,-3 13</inkml:trace>
  <inkml:trace contextRef="#ctx0" brushRef="#br0" timeOffset="9494.296">5230 370,'18'5,"17"1,17-1,15 0,12-4,7-4,-3-2,-15 0</inkml:trace>
  <inkml:trace contextRef="#ctx0" brushRef="#br0" timeOffset="10114.921">4374 1720,'0'-60,"2"1,4-1,2 1,12-44,-13 77,0 25,-5 18,0 51,-3-1,-4 1,-6 32,-3 23,9-53,1-14</inkml:trace>
  <inkml:trace contextRef="#ctx0" brushRef="#br0" timeOffset="10460.063">5109 1600,'156'-325,"-146"307,-3 18,-2 58,-20 467,17-461</inkml:trace>
  <inkml:trace contextRef="#ctx0" brushRef="#br0" timeOffset="12394.699">4453 2429,'-25'38,"-10"3,37-55,8-13,1 0,1 0,2 1,0 0,2 2,1 0,14-17,0 9,-31 32,1 0,0 0,-1 0,1 0,0 0,-1 1,1-1,0 0,-1 0,1 0,0 1,-1-1,1 0,0 1,-1-1,1 0,-1 1,1-1,-1 1,1-1,-1 1,1-1,-1 1,0-1,1 1,-1 0,0-1,1 1,-1 0,0-1,0 1,0 0,0-1,1 1,-1 0,0-1,0 1,0 0,0-1,0 1,-1 0,1-1,0 1,0 0,0-1,-1 1,1 0,0-1,0 1,-1-1,1 1,0 2,-19 221,4-95,12-94,-2 9,2 1,2 0,2 0,6 35,-1-53</inkml:trace>
  <inkml:trace contextRef="#ctx0" brushRef="#br0" timeOffset="12815.569">5176 2710,'1'3,"-1"1,1 0,1 0,-1-1,0 1,1-1,0 1,-1-1,2 0,-1 0,0 1,0-1,1-1,0 1,0 0,-1-1,2 1,-1-1,0 0,0 0,1 0,-1-1,1 1,-1-1,1 0,0 0,-1 0,1 0,0 0,2-1,7 1,-1 0,1-1,-1 0,0-1,1-1,-1 0,0-1,0 0,1-1,-1 0,0-1,0 0,-1-1,0 0,0-1,0 0,-1-1,0 0,0-1,-1 0,0-1,3-4,-8 9,-1 0,1 0,-1 0,0 0,-1-1,1 1,-1-1,0 1,0-1,-1 0,0 0,0 0,0 0,-1 0,0 0,0 0,0 0,-1 0,0 0,0 1,-1-1,1 0,-1 0,0 1,-1-1,1 1,-4-5,0 1,-1 0,-1 0,1 0,-1 1,-1 0,1 1,-1 0,-1 0,1 1,-1 0,0 1,-1 0,1 1,-1-1,0 2,0 0,0 0,0 1,-1 1,1 0,-1 0,1 1,0 0,-1 1,1 1,-1-1,1 2,0 0,0 0,0 1,-2 2,-9 6,1 1,1 1,1 1,0 0,0 2,2 0,0 1,1 1,-11 18,-27 36</inkml:trace>
  <inkml:trace contextRef="#ctx0" brushRef="#br0" timeOffset="13242.939">4468 3498,'-4'9,"-4"6,0 2,1-1,1 1,1 0,1 0,0 1,1 0,0-1,2 2,1-15,0 0,1 0,-1 0,1 0,0 0,0 0,0 0,1 0,-1 0,1 0,0-1,0 1,1-1,-1 0,0 1,1-1,0 0,0 0,0-1,0 1,0-1,1 1,-1-1,1 0,0 0,-1-1,1 1,4 0,0 1,1-1,0-1,0 1,0-2,0 1,1-1,-1-1,0 1,0-2,0 1,0-1,6-2,-1-1,-1-1,1 0,-1-1,0 0,-1-1,1-1,-2 1,1-2,-1 0,-1 0,9-12,-13 15,0 0,-1 0,-1 0,1 0,-1-1,0 0,-1 0,0 0,0 0,-1-1,0 1,0-1,-1 0,0 1,0-1,-1 0,-1 0,1 1,-1-1,-2-6,1 9,0 0,0 0,0 1,-1-1,0 1,0-1,0 1,-1 0,0 0,0 1,0-1,0 1,-1 0,1 0,-1 0,0 1,-1-1,1 1,0 1,-1-1,0 1,1 0,-1 0,0 0,0 1,0 0,0 0,-3 1,-1-1,0 1,0 0,0 1,0 0,0 1,1 0,-1 0,1 1,-1 0,1 1,0 0,0 0,0 1,1 0,-1 0,1 1,-1 2,4-4,0 0,1 1,-1 0,1-1,0 1,0 1,1-1,0 0,0 1,0 0,0 0,1 0,0 0,0 0,1 0,0 0,0 1,0-1,1 0,0 1,0-1,0 0,1 1,0-1,0 0,1 1,0-1,0 0,0 0,19 28</inkml:trace>
  <inkml:trace contextRef="#ctx0" brushRef="#br0" timeOffset="13542.66">5163 3618,'25'-47,"-2"-2,-2-1,-2 0,-2-2,-3 0,-1-4,-12 56,-1 0,0 0,0 0,0 0,1 0,-1 0,0 0,0 0,1 0,-1 0,0 0,0 0,1 0,-1 0,0 0,0 0,0-1,1 1,3 372,6-217,-6-91</inkml:trace>
  <inkml:trace contextRef="#ctx0" brushRef="#br0" timeOffset="15448.641">4387 4528,'-22'59,"3"2,2 1,3 0,3 1,2 11,9-74,0 0,1 0,-1 0,0 0,1 0,-1 0,0 0,0 0,1 0,-1 0,0 0,0 0,1 0,-1 0,0 0,1 0,-1 0,0 0,0 0,0 1,1-1,-1 0,0 0,15-47,-2-2,-3 0,-1 0,-3-1,-2 1,-2-22,-1-70,-7 124,-2 23,-6 30,-19 123,33-157,-1-1,1 1,-1 0,1 0,0 0,0 0,0-1,0 1,0 0,0 0,0 0,0 0,1-1,-1 1,1 0,0 0,-1 0,1-1,0 1,0-1,0 1,0 0,0-1,0 0,1 1,-1-1,0 0,1 1,-1-1,1 0,-1 0,1 0,0 0,-1-1,1 1,1 0,5-2,0 0,1 0,-1-1,0 0,0-1,0 0,0 0,-1-1,1 1,-1-2,0 1,0-1,0 0,6-4,257-173,-269 181,0 0,0 0,0 0,0 0,1 0,-1 0,0 0,0 0,1 1,-1-1,0 0,1 1,-1-1,1 1,-1 0,0-1,1 1,-1 0,1 0,-1 0,1 0,-1 0,1 0,-1 0,1 1,-1-1,0 1,1-1,-1 1,1-1,-1 1,0 0,0-1,1 1,-1 0,0 0,0 0,0 0,0 0,0 0,0 0,0 0,0 1,-1-1,1 0,0 1,-1-1,1 0,-1 1,1-1,-1 1,0-1,1 1,0 15,0 0,-1 0,0 0,-1 0,-1 0,-3 7,1 6,-6 35,4-27,1 1,2 0,1 38,2-73,-1 0,1 1,0-1,1 1,-1-1,1 1,0-1,0 0,0 1,0-1,1 0,0 0,-1 0,2 0,-1 0,0 0,1-1,0 1,0-1,0 0,0 0,0 0,1 0,-1 0,1-1,0 1,0-1,-1 0,2 0,-1-1,0 1,2 0,5-4,0 1,-1-1,1-1,-1 0,0-1,0 0,0 0,0-1,-1 0,1-1,-1 0,-1 0,1-1,-1 0,0-1,-1 1,2-4,3 0,-1-1,0-1,0 1,-2-2,1 0,-2 0,0 0,0-1,-2-1,0 1,0-1,-2 0,0 0,1-9,-4 24,-1-1,1 1,-1-1,1 0,-1 1,0-1,0 1,1-1,-1 0,0 1,0-1,-1 0,1 1,0-1,0 0,-1 1,1-1,-1 1,0-1,1 1,-1-1,0 1,0-1,0 1,0 0,0 0,0-1,0 1,0 0,0 0,-1 0,1 0,-1 0,1 0,0 1,-1-1,1 0,-1 1,0-1,1 1,-1-1,1 1,-1 0,0 0,1 0,-1 0,0 0,1 0,-1 0,0 0,1 1,-1-1,1 1,-2 0,-5 5,1 0,1 1,-1 0,1 0,0 1,0 0,1 0,0 0,1 0,0 1,0 0,1 0,0 0,0 0,0 4,1-7,0-1,0 1,1 0,0 0,0 0,0 0,0 0,1 0,0 0,0 0,1 0,0-1,0 1,0 0,1 0,0 0,0-1,0 1,1-1,-1 1,2-1,-1 0,0 0,1 0,0-1,0 0,0 1,1-1,-1 0,1-1,0 1,0-1,0 0,2 0,7 0,1-1,0 0,0-1,0 0,1-2,-1 1,0-2,0 0,-1-1,1-1,0 0,-1 0,0-2,0 0,0 0,-1-2,0 1,0-2,-1 1,0-2,6-6,-10 9,-1 0,1 0,-1-1,-1 0,1 0,-1 0,-1-1,0 0,0 0,-1-1,0 1,0-1,-1 0,0 0,-1 0,0 0,0-10,-3 20,1 1,-1-1,1 1,-1-1,1 1,-1-1,0 0,1 1,-1-1,0 0,1 1,-1-1,0 0,1 0,-1 1,0-1,1 0,-1 0,0 0,0 0,1 0,-1 0,0 0,0 0,1-1,-1 1,0 0,1 0,-1-1,0 1,1 0,-1-1,0 1,1 0,-1-1,1 1,-1-1,1 1,-1-1,1 1,-1-1,1 0,-1 1,1-1,0 1,-1-1,1 0,0 1,0-1,-1 0,1 0,0 1,0-1,0 0,0 1,0-1,0 0,0 0,0 1,0-1,1 0,-8 15,2 1,0 0,1 0,1 1,0-1,1 1,0 0,1 0,1-1,2 11,-2-21,0-1,0 0,0 0,1 0,-1 1,1-1,0 0,1 0,-1 0,1 0,-1 0,1-1,1 1,-1 0,0-1,1 1,0-1,-1 0,1 0,0 0,1-1,-1 1,1-1,-1 1,1-1,-1 0,1 0,0-1,0 1,0-1,0 0,0 0,1 0,-1-1,0 1,0-1,0 0,1 0,-1-1,0 1,4-2,2-2,0-2,0 1,0-2,0 1,-1-1,0 0,0-1,-1 0,0-1,-1 0,0 0,0 0,-1-1,0 0,0 0,-1-1,-1 1,0-1,0 0,-1-1,0 1,-1 0,-1-1,0 1,0-7,-10 49,4-9,0 1,2-1,1 1,1 0,0 0,2-1,1 1,-2-21,0 1,1-1,-1 0,0 0,1 0,0 0,0 0,-1 0,1 0,1 0,-1 0,0-1,0 1,0 0,1-1,-1 1,1 0,0-1,-1 0,1 1,0-1,0 0,0 0,0 0,0 0,0-1,0 1,0 0,0-1,0 1,0-1,0 0,0 0,1 0,-1 0,0 0,0 0,0-1,0 1,0 0,0-1,2-1,13-5,0-2,-1 0,0-2,-1 1,0-2,-1 0,0 0,-1-2,0 1,9-15,45-70,-57 87,-10 29,-3 2,0-4,0 0,1 0,1 0,0 1,1-1,1 0,1 0,0 0,1 0,1 0,0-1,1 1,1 0,-3-12,0-1,1 1,-1 0,1-1,0 0,0 0,0 0,0 0,0-1,1 0,-1 0,1 0,0 0,-1 0,1-1,0 0,0 0,0-1,0 1,0-1,0 0,0 0,0-1,0 0,0 1,-1-2,1 1,0 0,0-1,2-1,27-10</inkml:trace>
  <inkml:trace contextRef="#ctx0" brushRef="#br0" timeOffset="15692.989">6700 4862,'0'-25,"0"-8</inkml:trace>
  <inkml:trace contextRef="#ctx0" brushRef="#br1" timeOffset="28845.402">991 1974,'18'13,"0"-1,0 0,1-2,0 0,1-1,0-1,1-1,0-1,0-1,0 0,0-2,1 0,10-1,-16 0,117 13,0-5,48-7,-125-1,-1 3,-1 1,49 14,-37-11,1-2,0-3,0-3,8-3,97 2,-78 6,120-3,-163-9,17-2,0 3,0 3,59 5,-14 4,1-6,45-7,9 0,223 14,42-42,-257 18,49-16,27-2,-147 22,-1-4,0-4,-2-5,89-35,-133 33,-1-2,-2-2,-1-3,-1-3,35-32,-75 59,-1 0,-1 0,0-1,-1 0,0-1,0 0,-1-1,-1 0,0 0,-1-1,-1 0,0 0,1-6,49-186,-52 197,-1-1,0 0,0 0,-1 0,-1-1,0 1,0 0,-1-1,-1 1,1 0,-1-1,-1 1,0 0,-1 0,0 0,0 0,-1 0,-7-10,-1 1,-1 0,-1 1,0 0,-1 1,-1 1,0 0,-1 1,-1 1,-1 1,-17-10,16 16,0 1,-1 1,0 1,0 1,0 0,0 2,-13 1,34 0,-343 0,-7 27,129 1,83-8,-115-1,167-13,0 3,1 4,-20 9,30-9,-1-4,-43-1,-272 31,-304-38,-911-1,1574-1,0 2,0 1,1 1,-1 2,1 1,0 2,1 1,-1 1,2 2,0 0,-6 6,23-12,0 0,0 1,1 1,0 0,0 1,1 0,0 0,1 1,0 1,0-1,1 1,1 1,0-1,0 1,1 1,1-1,-4 13,3-7,2 0,0 1,1-1,1 1,1 0,1-1,0 1,1 0,1-1,1 1,1-1,0 1,2-1,2 6,2 0,1-1,1 0,2-1,0-1,0 0,2-1,1 0,0-2,2 0,0-1,16 11,86 56,-80-67,-30-13</inkml:trace>
  <inkml:trace contextRef="#ctx0" brushRef="#br1" timeOffset="76542.07">2 2429,'0'-1,"-1"0,1 0,0 0,0 0,0 0,0 0,0 1,0-1,0 0,0 0,0 0,0 0,0 0,1 0,-1 0,0 1,1-1,-1 0,0 0,1 0,-1 1,1-1,-1 0,1 0,0 1,-1-1,1 0,0 1,-1-1,1 1,0-1,0 1,0-1,0 1,147-109,88-36,6 10,222-86,-185 90,-165 73,-3-4,-3-5,77-63,-112 73,-58 54,-23 25,6-17,-6 14,1-2</inkml:trace>
  <inkml:trace contextRef="#ctx0" brushRef="#br1" timeOffset="77278.113">2609 2014,'18'-6,"18"-10,16-9,15-9,14-10,17-11,13-8,14-7,10-4,8-5,1 1,0 2,-5 7,-7 11,-13 10,-13 12,-24 11</inkml:trace>
  <inkml:trace contextRef="#ctx0" brushRef="#br1" timeOffset="78065.011">4801 1920,'16'-11,"14"-13,19-14,18-12,21-13,23-14,21-16,26-18,24-15,19-9,15-4,5 4,-6 8,-40 26</inkml:trace>
  <inkml:trace contextRef="#ctx0" brushRef="#br1" timeOffset="82627.652">617 4300,'9'1,"-1"1,0-1,0 2,-1-1,1 1,0 0,-1 0,0 1,0 0,2 2,16 7,227 100,175 50,-122-51,797 374,-932-409,-211-90,25 10</inkml:trace>
  <inkml:trace contextRef="#ctx0" brushRef="#br1" timeOffset="83315.523">2756 4528,'9'1,"0"0,0 1,-1 1,1 0,-1 0,1 0,-1 1,0 0,0 1,-1 0,6 4,0-1,21 13,78 51,4-6,47 17,2-21,2-7,3-8,91 11,-201-45,54 16,-2 5,-1 4,-2 5,25 18,-6-6,-108-49</inkml:trace>
  <inkml:trace contextRef="#ctx0" brushRef="#br1" timeOffset="84012.658">4240 4313,'5'-6,"-4"3,0 1,0 0,1-1,-1 1,0 0,1-1,0 1,-1 0,1 0,0 1,0-1,0 0,1 0,-1 1,0 0,1-1,-1 1,0 0,1 0,0 0,-1 0,1 1,-1-1,1 1,0 0,-1-1,1 1,0 0,0 1,-1-1,3 1,66 59,-41-30,27 18,2-4,3-2,1-3,1-3,2-2,2-4,1-2,1-3,2-3,129 34,110 13,96 25,-344-75,-1 2,-1 3,-1 3,47 28,-76-36,-20-11,-1 0,1-1,1 0,-1-1,1-1,0 0,0 0,1-1,-1-1,1 0,0-1,0 0,0-1,0 0,4-1,-14-1,0 0,0 1,0-1,0 0,-1-1,1 1,0 0,-1-1,1 1,-1-1,1 0,-1 0,0 0,0 0,0 0,0-1,0 1,1-3,4-8</inkml:trace>
  <inkml:trace contextRef="#ctx0" brushRef="#br1" timeOffset="84629.057">5818 4100,'144'71,"7"2,-5 6,10 14,115 101,-170-117,3-4,2-4,4-6,87 36,-175-89,1-1,0-2,1 0,0-1,0-2,1 0,6-3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2:30.5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1,'16'9,"19"3,17 0,16-3,9-2,2-3,-7-2,-15-1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2:30.7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1,'23'6,"22"3,23 0,20-2,16-3,10-1,-14-1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2:31.5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35 452,'14'-49,"3"1,1 1,20-35,10-29,-10 2,-36 104,-6 13,-4 17,-7 60,3 1,4 1,3-1,4 1,6 29,-4-95,-1-1,-1 1,-1-1,-1 0,-5 19,6-32,0-1,0 0,0 0,-1 0,0 0,0-1,0 1,-1-1,0 1,0-1,0 0,0-1,-1 1,0-1,0 0,0 0,-1 0,1-1,-1 0,-2 1,6-3,-1 0,1 0,-1 0,1 0,-1-1,1 1,-1-1,1 0,-1 1,1-1,-1-1,1 1,-1 0,1 0,-1-1,1 0,-1 1,1-1,0 0,-1 0,1 0,0-1,0 1,-1 0,0-2,4 2,-1 0,1 0,0 0,0 0,0 1,-1-1,1 0,0 0,0 1,0-1,0 0,0 1,0-1,0 1,1-1,-1 1,0 0,0-1,0 1,0 0,0 0,1 0,-1 0,0 0,0 0,0 0,1 0,-1 1,0-1,0 0,0 1,0-1,1 0,414 18,-369-13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2:32.27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1 309,'15'0,"18"0,16-3,16 0,12 0,8 1,-1 0,-4 1,-9 0,-13 1,-15 0</inkml:trace>
  <inkml:trace contextRef="#ctx0" brushRef="#br0" timeOffset="256.827">134 509,'16'0,"16"0,20 0,18 0,13-2,9-1,2-3,-3-1,-18-1</inkml:trace>
  <inkml:trace contextRef="#ctx0" brushRef="#br0" timeOffset="533.663">576 0,'6'8,"0"-2,1 1,0-1,1 0,-1 0,1-1,0 0,0-1,1 1,0-1,-1-1,9 2,-15-4,95 32,1-5,21 1,-22-7,-2 4,39 20,-120-41,0 1,0 0,-1 1,-1 1,1 0,-1 1,9 9,-18-16,0 1,0 1,0-1,0 0,-1 1,0-1,0 1,0 0,0 0,0-1,-1 1,0 0,0 1,0-1,0 0,-1 0,1 0,-1 1,0-1,0 0,-1 0,1 0,-1 1,0-1,0 0,0 0,-1 0,1 0,-1 0,-11 16,0 0,-1 0,-1-1,-1-1,-1-1,0 0,-1-1,-1-1,0-1,-10 5,-286 189,303-200,-24 26,38-25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2:29.87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407 215,'-2'0,"1"0,-1 0,1 0,-1 0,1 0,-1 0,1-1,-1 1,1 0,-1-1,1 1,0-1,-1 1,1-1,0 0,-1 0,1 0,0 1,0-1,0 0,0 0,-1-1,2 1,-1 0,0 0,0 0,0-1,0 1,1 0,-1-1,1 1,-1-1,1 1,0 0,-1-2,-2-3,-3-5,-1 1,1 0,-2 1,1-1,-1 1,-1 1,0 0,0 0,-2-1,7 6,-1 0,1 0,-1 1,1-1,-1 1,0 1,0-1,0 0,0 1,0 0,0 0,0 1,-1 0,1 0,0 0,0 0,0 1,0-1,0 1,0 1,0-1,-3 2,-4 4,0 1,1 0,0 1,0 0,1 1,0 0,1 1,0 0,1 0,0 1,1 0,0 0,1 1,0 0,1 0,1 0,0 0,0 1,0 7,2-12,-1 1,2-1,-1 1,1 0,1-1,-1 1,2 0,-1-1,1 1,1 0,0-1,0 1,1-1,0 0,1 0,0 0,0 0,1-1,0 0,0 0,1 0,0 0,1-1,-1 0,1 0,1-1,-1 0,1 0,8 4,0-4,-1 0,1-1,0-1,1 0,-1-1,1-1,-1-1,1 0,0-1,-1-1,1 0,-1-1,10-3,6-2,0-2,-1-1,0-1,-1-2,-1 0,12-9,24-17</inkml:trace>
  <inkml:trace contextRef="#ctx0" brushRef="#br0" timeOffset="212.936">902 0,'-5'18,"-1"18,0 14,1 12,2 9,1 4,3 0,4-3,3-9,5-12,5-13,-1-14</inkml:trace>
  <inkml:trace contextRef="#ctx0" brushRef="#br0" timeOffset="503.455">1316 41,'-162'191,"6"1,155-190,0-1,0-1,0 1,0 0,0-1,0 1,0 0,0 0,0-1,0 1,1 0,-1 0,0 0,1 0,-1 0,1 0,-1 0,1 0,-1 0,1 1,0-1,-1 0,1 0,0 0,0 0,0 1,0-1,0 0,0 0,0 0,0 0,1 1,-1-1,0 0,1 0,-1 0,1 0,-1 0,1 0,-1 0,1 0,0 0,0 0,-1 0,1 0,0 0,0-1,0 1,1 0,95 4,-61-1,0 2,-1 1,0 2,-1 2,34 14,-27-9,0-2,1-2,32 4,-33-11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2:28.2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187 214,'-2'21,"-1"22,-2 24,-1 20,-1 13,-1 4,-3 0,2-12,2-19,2-22</inkml:trace>
  <inkml:trace contextRef="#ctx0" brushRef="#br0" timeOffset="284.654">0 201,'23'-8,"1"1,-1 1,1 1,0 2,0 0,0 1,1 1,-1 2,0 0,0 2,0 0,0 2,16 5,-33-9,-1 0,1 1,-1-1,1 2,-1-1,0 1,0-1,0 2,0-1,-1 1,1 0,-1 0,0 0,0 1,-1 0,1-1,-1 2,0-1,0 1,-1-1,0 1,0 0,0 0,0 0,-1 1,0-1,-1 0,1 1,-1 0,0 0,-5 7,-1-1,0 1,-1-1,-1-1,0 1,0-1,-1 0,-1-1,0 0,0 0,-1-1,-1 0,0-1,0 0,0 0,-1-2,-1 1,1-2,-1 1,-56 25,57-34,10-6</inkml:trace>
  <inkml:trace contextRef="#ctx0" brushRef="#br0" timeOffset="529.016">722 1,'-16'16,"-8"16,1 17,2 18,4 16,5 12,5 7,3 4,3-4,3-7,2-13,2-19,3-19,-1-18</inkml:trace>
  <inkml:trace contextRef="#ctx0" brushRef="#br0" timeOffset="786.4">428 482,'-16'7,"-8"4,1 3,6-1,11-3,17-3,21-3,23-6,21-10,17-7,11-4,0 4,-18 4</inkml:trace>
  <inkml:trace contextRef="#ctx0" brushRef="#br0" timeOffset="1178.337">1016 924,'19'-20,"-1"0,0-1,-2-1,0 0,-2-1,0-1,-2-1,0 1,-2-2,-1 1,-1-1,-1-1,-1 0,-1 0,-2 0,-1 0,-1-24,0 45,-1 0,0 0,-1 1,1-1,-1 0,0 0,0 1,-1-1,0 0,0 1,0 0,-1-1,1 1,-1 0,-1 0,1 1,-1-1,1 1,-5-4,7 7,0 1,0 0,-1-1,1 1,0 0,0 0,0-1,-1 1,1 0,0 0,0 1,-1-1,1 0,0 0,0 0,0 1,-1-1,1 1,0-1,0 1,0-1,0 1,0 0,0-1,0 1,0 0,0 0,0 0,1 0,-1 0,0 0,0 0,1 0,-1 0,1 0,-1 0,1 0,-1 0,1 2,-9 47,10-46,0 0,1 0,-1-1,1 1,0 0,0-1,0 0,1 1,-1-1,1 0,0 0,0 0,0-1,0 1,0-1,0 1,1-1,-1 0,1 0,0-1,-1 1,4 0,91 21,-90-22,26 3,-25-4,1 0,-1 1,0 0,1 0,-1 1,0 0,0 0,0 1,0 1,-1-1,1 1,-1 1,0 0,0 0,0 0,-1 1,0 0,0 0,3 5,-7-2,-1 0,0-1,-1 1,0 0,-1 0,0 0,0 0,-1 0,0 0,0 0,-1-1,0 1,-1 0,0-1,0 0,-1 1,-2 3,-1 6,-33 117,40-132,-1 0,1 0,0 1,0-1,1 0,-1 0,1 0,-1 0,1 0,0 0,0 0,0-1,1 1,-1 0,1 0,-1-1,1 1,0-1,0 1,0-1,0 0,0 0,1 0,-1 0,1 0,-1-1,1 1,0-1,0 1,-1-1,1 0,0 0,0 0,1-1,111 8,77-38,-94 6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2:35.6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188 108,'-7'22,"-2"20,1 15,-2 13,2 7,2 5,2-1,2-2,1-9,0-8,2-13,-1-17,0-14</inkml:trace>
  <inkml:trace contextRef="#ctx0" brushRef="#br0" timeOffset="330.15">1 1,'153'103,"102"94,-208-156,-2 1,-2 3,11 16,-39-42,0 1,-2 0,0 0,-1 2,-1-1,-2 1,0 1,-1 0,5 23,-11-38,-1 0,0 0,0 0,-1 1,0-1,0 0,-1 0,0 1,-1-1,1 0,-1 0,-1 0,0-1,0 1,-1 0,1-1,-2 0,1 0,-1 0,0-1,0 1,-1-1,0 0,0-1,0 0,-1 0,0 0,0 0,-2 0,-21 7,0 0,-2-3,1 0,-1-2,0-1,0-2,-1-1,1-1,-1-2,-16-3,-64 5,62 7,55-3,15-1,6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2:34.41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341 235,'-14'3,"1"0,-1 1,1 1,0 0,0 0,1 1,-1 1,1 0,1 1,-1 0,1 1,1 0,0 1,0 0,1 0,0 1,0 0,2 1,-2 2,-5 4,1 0,1 1,0 0,2 1,0 0,1 0,1 1,1 1,1-1,1 1,1 0,1 0,1 0,0 1,2-1,1 1,2 11,-3-28,1 1,1-1,-1 1,1-1,0 0,1 0,-1 0,1 0,0 0,1 0,0-1,-1 1,2-1,-1 0,1 0,-1-1,1 1,0-1,1 0,-1-1,1 1,0-1,0 0,0-1,0 1,0-1,0 0,1-1,-1 1,1-1,-1-1,1 1,0-1,-1 0,1-1,-1 1,1-1,2-1,8-7,0 0,-1-1,-1 0,1-1,-2-1,0-1,0 0,-1 0,-1-2,0 1,-1-1,4-8,20-30,-3-1,-1-2,-4-1,-1-2,-4 0,-1-2,-1-13,-18 66,3-3,-1 0,0-1,-1 1,-1-1,1 0,-2 0,0 0,0 0,-1 0,-1 0,0 0,-1 0,0 0,0 0,-2 1,1-1,-1 1,-2-2,3 9,-1 0,1 1,-1 0,0-1,0 1,-1 0,1 1,-1-1,1 1,-1 0,0 0,1 1,-1-1,0 1,0 0,0 0,-1 1,1-1,0 1,0 0,-2 1,-107 22,95-17,1 0,0 1,1 1,-1 1,2 0,-1 1,1 1,1 0,0 1,0 1,2 1,-1 0,-5 8,16-18,1 0,-1 0,1 0,0 0,0 1,1-1,-1 0,1 1,0-1,0 1,0 0,1-1,-1 1,1 0,0 0,1-1,-1 1,1 0,0-1,0 1,0-1,1 1,0-1,0 0,0 1,0-1,0 0,1 0,0-1,1 3,15 12,1 0,1-1,0-1,1-1,1-1,0-1,1-1,15 5,20 13,-35-20,-1 1,0 2,-1 0,-1 1,0 1,-1 1,-1 1,0 1,-1 0,-1 1,-1 1,-1 1,-1 0,0 1,0 5,-7-6,0 1,-2 0,-1 0,-1 0,0 0,-2 1,-1-1,0 0,-2 1,0-1,-2 0,0 0,-5 10,1 12,9-44,0 0,0 0,0 1,0-1,0 0,0 0,0 0,0 0,0 0,-1 0,1-1,0 1,0 0,0 0,0-1,0 1,0-1,0 1,-1-1,1 1,0-1,0 1,0-1,-1 0,1 1,0-1,-1 0,1 1,-1-1,1 0,-1 0,1 0,-1 0,0 0,1 1,-1-2,15-18</inkml:trace>
  <inkml:trace contextRef="#ctx0" brushRef="#br0" timeOffset="793.406">1049 450,'10'0,"13"-3,17 0,16-2,11-2,6-1,0 2,-6 1,-10 2,-17 6,-15 3</inkml:trace>
  <inkml:trace contextRef="#ctx0" brushRef="#br0" timeOffset="1046.259">1196 677,'14'0,"13"0,14 0,11-2,13-3,10-4,10 1,3-1,1-1,-16 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2:40.7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0,'2'21,"10"15,12 11,2-2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2:38.0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1 321,'22'-2,"24"-3,20-3,17-3,10-1,3 1,-4 3,-8 2,-14 2,-16 3,-16 0,-13 1</inkml:trace>
  <inkml:trace contextRef="#ctx0" brushRef="#br0" timeOffset="919.044">561 1,'10'9,"-1"-1,1-1,1 1,-1-1,1-1,0 0,1-1,0 0,-1 0,1-1,5 0,-4 0,66 21,-51-19,0 2,-1 1,0 2,-1 0,0 2,0 1,-2 0,17 14,-36-24,-1 0,-1 0,1 0,0 0,-1 0,0 1,0-1,0 1,-1 0,1 0,-1 0,0 0,-1 1,1-1,-1 0,0 1,-1-1,1 1,-1-1,0 1,0-1,-1 1,1-1,-1 1,-1-1,1 0,-1 0,0 1,0-1,0 0,-1 0,1-1,-1 1,-4 3,-13 19,-2-2,-1-1,-1-1,-1-1,-1-1,0-1,-3-1,-22 19,0 12,45-36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2:39.6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21 354,'0'-1,"0"1,0-1,0 1,0-1,0 1,0-1,0 1,0 0,0-1,-1 1,1-1,0 1,0 0,0-1,-1 1,1-1,0 1,-1 0,1-1,0 1,-1 0,1 0,0-1,-1 1,1 0,0 0,-1-1,1 1,-1 0,1 0,-1 0,1 0,0 0,-1 0,1 0,-1 0,1 0,-1 0,1 0,-1 0,1 0,0 0,-1 0,1 0,-1 0,1 0,-1 1,1-1,0 0,-1 0,1 0,0 1,-1-1,1 0,0 1,-1-1,1 0,0 1,-1-1,1 0,0 1,0-1,0 1,-1-1,1 0,0 1,0-1,0 1,12-36,-11 33,79-210,-80 210,0 1,0-1,0 0,0 1,1-1,-1 0,0 1,1-1,-1 0,1 1,-1-1,1 1,0-1,0 1,0-1,0 1,0-1,0 1,0 0,0 0,1 0,-1 0,0 0,1 0,-1 0,1 0,-1 0,1 0,-1 1,1-1,0 1,-1-1,1 1,-1 0,1-1,0 1,0 0,-1 0,1 0,0 0,-1 1,1-1,0 0,-1 1,1-1,0 1,-1 0,1 0,18 13,0 2,-2 1,0 0,-1 1,0 1,-2 0,5 9,-12-18,-1 0,0 0,0 1,-1 0,-1 0,0 1,0 0,-2 0,1 0,1 9,-5-19,0 0,0 0,0 0,0 0,0 0,0 0,-1-1,1 1,-1 0,1 0,-1 0,0-1,0 1,0 0,1-1,-2 1,1 0,0-1,0 0,0 1,-1-1,1 0,-1 1,1-1,-1 0,1 0,-1 0,0 0,1-1,-1 1,0 0,0-1,0 1,0-1,-68 6,64-6,-58-11,64 10,0 0,1 0,-1 0,1-1,-1 1,1 0,-1 0,1 0,0 0,0 0,-1 0,1 0,0 0,0 1,0-1,0 0,0 0,0 1,0-1,0 1,1-1,-1 1,0-1,0 1,0-1,1 1,-1 0,0 0,0 0,0 0,1 0,0 0,25-6</inkml:trace>
  <inkml:trace contextRef="#ctx0" brushRef="#br0" timeOffset="802.853">851 100,'-21'-3,"1"0,-1 2,0 0,1 2,-1 0,-9 2,25-2,0 0,0 0,0 0,0 0,0 1,0 0,1 0,-1 0,1 1,-1-1,1 1,0 0,0 0,0 1,0-1,1 1,-1 0,1 0,0 0,0 0,1 1,-1-1,1 1,0-1,0 1,1 0,-1 0,0 3,2-2,-1 0,1-1,0 1,1 0,-1 0,1 0,0 0,1 0,-1-1,1 1,0-1,1 1,-1-1,1 0,0 0,1 0,-1 0,1 0,0-1,0 0,0 0,1 0,-1 0,2 0,7 6,1 0,0-2,0 0,1 0,0-1,1-1,0 0,2-1,-3 0,0 0,0-1,1-1,-1-1,1 0,0 0,0-2,-1 0,1-1,0-1,-1 0,1-1,-1 0,0-2,0 0,0 0,-1-1,1-1,-1-1,6-4,-14 6,0 0,-1 0,0 0,0-1,-1 0,0 0,0 0,-1 0,1 0,-2-1,1 0,-1 1,0-1,-1 0,1 0,-2 0,1 0,-1 0,0 0,-1 0,-1-5,-3-19,-1 0,-2 0,-1 1,-9-19,17 47,2 2,0 1,0-1,-1 0,1 1,0-1,0 1,0-1,0 1,0 0,0-1,0 1,0 0,0 0,0 0,0-1,0 1,1 0,-1 1,0-1,0 0,0 0,0 0,0 1,0-1,0 0,0 1,0-1,0 1,0-1,-1 1,1-1,0 1,0 0,0-1,0 1,-1 0,1 0,0 0,5 2,35 10,-1-1,2-2,34 3,79 20,-151-33,-1 1,1-1,0 1,0 0,0 1,-1-1,1 1,-1 0,1-1,-1 2,0-1,0 0,1 1,-2-1,1 1,0 0,0 0,-1 0,0 0,0 0,0 1,0-1,0 1,0-1,-1 1,0 0,0-1,0 1,0 0,0 0,-1 2,-29 170,29-173,0 0,1 0,-1 0,1 1,0-1,0 0,0 0,0-1,0 1,1 0,0 0,-1-1,1 1,0 0,0-1,0 0,1 1,-1-1,0 0,1 0,0-1,-1 1,1 0,0-1,0 0,0 0,0 1,0-2,0 1,0 0,0-1,0 1,0-1,7 1,-1 0,1-1,-1 0,1-1,-1 0,0 0,1-1,-1-1,0 1,6-4,-2 0,-1 0,1-1,-1-1,0 0,-1-1,0 0,0-1,-1 0,0 0,-1-1,0-1,-1 1,0-1,-1-1,0 0,-1 0,-1 0,0 0,0-1,-2 0,0 0,0 0,-1 0,-1 0,0-1,-1-10,0 24,0 0,1-1,-1 1,0 0,0 0,0 0,1 0,-1 0,0-1,-1 1,1 0,0 0,0 0,0 0,-1 0,1 0,0 0,-1-1,1 1,-1 0,0 0,1 0,-1 1,0-1,1 0,-1 0,0 0,0 0,0 1,0-1,0 0,0 1,0-1,0 1,0-1,0 1,0-1,0 1,0 0,-1 0,-3 6,0 0,0 0,1 1,0 0,0 0,0 0,1 0,0 0,1 1,0 0,0-1,0 1,1 0,0 0,1 3,-1-4,0 0,0 1,1-1,0 0,0 1,1-1,0 1,0-1,1 0,0 0,0 0,0 0,1 0,0 0,1-1,-1 0,1 1,1-1,-1 0,1-1,0 1,0-1,1 0,-1 0,1-1,0 0,0 0,3 1,71 18,-45-21</inkml:trace>
  <inkml:trace contextRef="#ctx0" brushRef="#br0" timeOffset="1808.817">2134 407,'15'-4,"-1"0,0-1,-1-1,1 0,-1-1,0 0,0-1,-1-1,0 0,-1 0,0-1,0-1,-1 1,-1-2,0 0,0 0,-1 0,-1-1,0 0,0-1,-2 1,1-1,-2 0,0-1,-1 1,0-1,-1-5,-1 19,0 0,-1-1,0 1,1 0,-1-1,0 1,0-1,1 1,-1 0,0-1,-1 1,1-1,0 1,0-1,-1 1,1 0,0-1,-1 1,0 0,1-1,-1 1,0 0,1 0,-1-1,0 1,0 0,0 0,0 0,0 0,0 0,0 1,-1-1,1 0,0 0,0 1,-1-1,1 1,0-1,-1 1,1-1,-1 1,1 0,0 0,-1 0,1 0,-1 0,1 0,-1 0,1 0,0 0,-1 1,1-1,-1 1,1-1,-1 1,-7 6,0 0,1 0,0 1,0 0,1 0,0 1,0 0,1 0,0 1,1-1,0 1,0 1,1-1,1 1,0-1,-1 7,2-11,0 0,1 0,-1 1,1-1,1 0,0 1,-1-1,2 0,-1 1,1-1,0 0,0 0,1 1,0-1,0 0,0 0,1-1,0 1,0 0,0-1,1 0,0 0,0 0,0 0,0-1,3 3,7 1,0 0,1-1,0-1,0 0,0-1,0-1,1 0,0-1,0-1,-1 0,1-1,1-1,-1 0,0-2,13-1,-21 2,0 0,0-1,0 0,0 0,0 0,-1-1,1-1,-1 1,0-1,0 0,0 0,0-1,-1 0,1-1,-1 1,-1-1,1 0,-1 0,0-1,0 0,-1 0,0 0,0 0,1-6,0 0,-2-1,1-1,-2 1,0-1,-1 1,0-1,-1 1,-1-1,0 1,-1-1,0 1,-1 0,-1 0,-3-7,8 21,-1 0,1 0,-1 1,1-1,-1 0,1 0,-1 0,1 0,-1 0,1 0,-1 0,1 0,0 0,-1 0,1 0,-1 0,1 0,-1 0,1 0,-1 0,1-1,-1 1,1 0,-1 0,1-1,-1 1,1 0,-1-1,1 1,-1-1,0 1,1 0,-1-1,0 1,1-1,-1 1,0-1,0 1,1-1,-1 1,0-1,0 1,0-1,0 1,0-1,0 0,0 1,0-1,0 1,0-1,0 1,0-1,0 1,0-1,0 0,0 1,-1-1,1 1,0-1,0 1,-1-1,1 1,0 0,-1-1,1 1,-1-1,1 1,0 0,-1-1,1 1,227 45,-130-12,-94-31,0-1,-1 1,1 0,0 0,-1 0,1 0,-1 0,0 1,1-1,-1 1,-1 0,1-1,0 1,0 0,-1 0,0 0,0 0,0 0,0 0,0 1,0-1,-1 0,1 0,-1 1,0-1,0 0,-1 1,1-1,-1 1,-10 35,8-36,1 0,0 1,1 0,-1-1,1 1,-1 0,1 0,0 0,0 0,1 0,-1 0,1 0,0 0,0 0,0 0,1 0,-1 0,1 0,0 0,0-1,1 1,-1 0,1 0,-1-1,1 1,1-1,-1 1,0-1,2 1,6 1,1-1,0 0,0-1,0 0,0-1,1 0,-1 0,0-2,1 1,-1-1,1-1,-1 0,2-1,5 0,0-1,-1 0,1-1,-1-1,0-1,-1 0,1-2,-1 0,-1 0,1-1,-1-1,-1-1,0 0,-1-1,0 0,0-1,-1 0,-1-1,-1 0,0-1,0-1,-2 1,0-1,2-7,-9 21,1-1,-1 0,0 1,0-1,-1 0,1 1,-1-1,1 0,-1 0,0 0,0 0,0 1,0-1,0 0,-1 0,1 0,-1 1,0-1,0 0,0 1,0-1,0 1,-1-1,1 1,-1-1,0 1,1 0,-1 0,0 0,0 0,0 0,-1 0,1 1,-2-2,-3 2,1 1,-1-1,0 1,0 0,0 1,0 0,0 0,0 0,0 1,1 0,-1 0,1 1,-1 0,1 0,0 1,0-1,0 1,1 0,-1 1,1 0,0-1,0 1,-1 3,3-5,0 1,0 0,0-1,0 1,1 0,-1 0,1 1,0-1,1 0,-1 1,1-1,0 1,0-1,0 1,0 0,1-1,0 1,0 0,0-1,0 1,1 0,0-1,0 1,0-1,1 1,-1-1,1 0,0 1,1-1,-1 0,1 0,2 3,12 7,1 0,0 0,1-2,1 0,-1-1,2-2,0 0,0-1,1-1,-1 0,2-2,-1-1,9 0,64 12,1-4,44-2,-53-7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2:45.9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187 365,'-17'15,"2"2,-1 0,2 0,1 2,0-1,1 2,1 0,1 0,0 1,2 0,1 0,0 1,2 0,0 1,1-1,1 16,-5 10,3 1,3-1,1 1,2 0,6 27,-4-49,2 0,1-1,1 0,1 0,1 0,1-1,2-1,0 0,2 0,13 17,-17-29,0-1,1 1,0-2,1 0,0 0,1-1,0-1,1 0,-1 0,1-2,1 0,-1 0,1-1,0-1,0-1,1 0,0-1,41 5</inkml:trace>
  <inkml:trace contextRef="#ctx0" brushRef="#br0" timeOffset="344.244">614 552,'8'11,"-1"12,-2 1,0 0,-1 0,-2 0,-1 0,0 1,-2-1,-1 0,-1 0,-1 0,-1 0,-1 0,-4 10,-16 93,25-120,-1-1,1 0,0 0,1 1,-1-1,1 1,1-1,-1 0,1 1,0-1,0 0,1 0,0 1,0-1,0 0,1-1,0 1,0 0,1-1,-1 0,1 0,0 0,1 0,-1 0,1-1,0 0,0 0,5 3,9 0,1 0,0-1,0-2,1 0,-1-1,1 0,0-2,0-1,0 0,0-2,-1 0,1-2,-1 0,10-4,26-10,-11-2</inkml:trace>
  <inkml:trace contextRef="#ctx0" brushRef="#br0" timeOffset="598.31">374 833,'-7'4,"7"2,15 0,22-4,25-6,23-6,18-4,9-1,-2 3,-20 3</inkml:trace>
  <inkml:trace contextRef="#ctx0" brushRef="#br0" timeOffset="1798.841">1108 1153,'27'-69,"-16"50,-1 2,-2-1,0 0,-1 0,-1 0,-1-1,0 0,-2 0,0-1,-1 1,-1-12,-1 30,1 0,-1 0,0 1,0-1,1 0,-1 1,0-1,1 0,-1 1,0-1,1 0,-1 1,1-1,-1 1,1-1,-1 1,1-1,0 1,-1-1,1 1,0 0,-1-1,1 1,0 0,-1 0,1-1,0 1,0 0,-1 0,1 0,0 0,0 0,-1 0,1 0,0 0,0 0,-1 0,1 0,0 1,-1-1,1 0,0 0,-1 1,1-1,0 1,-1-1,1 0,0 1,-1-1,1 1,-1 0,1-1,-1 1,1 0,8 2,31 11,-21-9,1 1,-1 1,-1 0,1 2,-1 0,-1 1,1 1,-2 1,6 5,-16-10,-1 0,-1 1,1-1,-1 1,0 0,-1 0,0 0,0 0,-1 1,0-1,-1 1,1 0,-2-1,1 1,-1 0,-1-1,1 1,-1 0,-1-1,0 1,0-1,-1 1,0-1,-3 7,-6 36,11-49,1 0,-1-1,1 1,0 0,-1 0,1-1,0 1,0 0,1 0,-1 0,0-1,1 1,-1 0,1-1,-1 1,1 0,0-1,-1 1,1-1,0 1,0-1,0 1,0-1,1 0,-1 1,0-1,1 0,-1 0,0 0,1 0,-1 0,1 0,0-1,-1 1,1 0,0-1,-1 1,1-1,0 0,1 1,74-4,-4-14,-1-3,-1-3,40-20,-101 39,4-1,18-7,0-1,-1-2,0-1,22-15,-51 30,1-1,0 1,-1-1,1 1,-1-1,0 0,1 0,-1 0,0 0,0 0,0 0,0-1,-1 1,1-1,-1 1,1-1,-1 0,0 0,0 1,0-1,0 0,-1 0,1 0,-1 0,0 0,0 0,0 0,0 0,0 0,-1 0,1 0,-1 0,0 1,0-1,0 0,0 0,0 1,0-1,-1 0,0 1,-1-3,-4 1,-1 1,1-1,-1 1,0 0,0 1,0 0,0 0,0 1,0 0,0 0,-1 1,1 0,0 1,-1 0,-6 1,-80 28,91-28,0 0,0 0,0 1,1-1,-1 1,1 0,-1 0,1 0,0 0,0 1,1-1,-1 1,1-1,-1 1,1 0,0 0,1 0,-1 0,1 0,0 1,-1 1,2-3,0 1,1 0,-1-1,1 1,-1-1,1 1,0-1,1 1,-1-1,0 0,1 1,0-1,0 0,0 0,0 0,0 0,1-1,-1 1,1-1,0 1,0-1,-1 0,2 0,-1 0,0 0,87 33,-74-31,0-2,0 0,1 0,-1-2,1 0,-1-1,12-2,-22 3,0-1,0-1,-1 1,1-1,0 0,-1 0,0 0,1-1,-1 0,0 0,0 0,-1-1,1 0,-1 0,0 0,0 0,0-1,0 1,-1-1,0 0,0 0,0 0,0-1,0-4,0 0,0 1,-1-1,0-1,-1 1,0 0,-1 0,0 0,-1 0,0 0,0-1,-1 1,-3-9,5 19,-1 1,1-1,0 0,0 1,-1-1,1 0,0 1,-1-1,1 0,0 0,-1 1,1-1,0 0,-1 0,1 0,0 0,-1 1,1-1,-1 0,1 0,0 0,-1 0,1 0,-1 0,1 0,0 0,-1 0,1 0,-1 0,1 0,0 0,-1-1,1 1,-1 0,1 0,0 0,-1 0,1-1,0 1,-1 0,1 0,0-1,-1 1,1 0,0-1,0 1,-1 0,1-1,0 1,0 0,0-1,0 1,-1-1,1 1,0 0,0-1,0 1,0-1,0 1,0 0,0-1,0 1,0-1,0 1,0-1,-9 35,6-23,0 1,1 0,1-1,0 1,0 0,1 0,1 0,0 0,1-1,0 1,1 0,0-1,3 8,-4-16,1 0,-1 0,1 0,0 0,-1-1,1 1,0-1,0 1,1-1,-1 0,0 0,1-1,0 1,-1-1,1 0,0 0,-1 0,1 0,0 0,0-1,0 0,0 0,0 0,-1 0,4-1,3 0,0-1,0 0,0 0,-1-1,1-1,-1 0,1 0,-1 0,2-3,-1 0,0 0,0-1,-1 0,0-1,0 0,-1 0,-1-1,1 0,-1 0,-1-1,0 0,-1 0,0 0,0-1,-1 0,-1 0,0 0,1-7,-5-15,1 34,0-1,-1 1,1-1,0 1,0-1,0 1,0-1,0 1,0 0,-1-1,1 1,0 0,0-1,-1 1,1 0,0-1,-1 1,1 0,0-1,-1 1,1 0,0 0,-1-1,1 1,-1 0,1 0,0 0,-1 0,1-1,-1 1,1 0,-1 0,1 0,0 0,-1 0,1 0,-1 0,1 0,-1 0,1 0,0 1,-1-1,1 0,-1 0,1 0,0 0,-1 1,1-1,-1 0,1 0,0 1,-1-1,1 0,0 1,0-1,-1 0,1 1,0-1,0 0,-1 1,1-1,0 1,0-1,0 1,0-1,0 0,-1 1,1-1,0 1,-3 4,0 0,0 0,0 0,1 0,-1 1,1-1,0 1,1-1,0 1,0 0,0 0,0 0,1-1,0 1,0 0,1 0,-1 0,1 0,1-1,-1 1,1 0,0-1,0 1,1-1,-1 0,1 0,0 0,1 0,-1 0,1-1,0 1,0-1,0 0,5 3,-2-2,0-1,1 0,-1 0,1-1,0 0,0 0,0-1,0 0,0 0,1-1,-1 0,1 0,-1-1,0 0,1-1,-1 1,1-2,-1 1,0-1,0-1,0 1,0-1,0-1,0 1,-1-2,0 1,0-1,0 0,0 0,-1 0,0-1,0 0,0-1,-1 1,0-1,0 0,-1 0,0-1,0 0,0-1,-1 0,0 0,0-1,-1 1,0-1,-1 0,0 0,0 1,-1-1,-1 0,1 0,-2-1,2 11,-1-1,1 0,-1 1,1-1,-1 1,0-1,1 1,-1-1,0 1,1-1,-1 1,0 0,0-1,1 1,-1 0,0 0,0-1,0 1,1 0,-1 0,0 0,0 0,0 0,1 0,-1 0,0 1,0-1,0 0,1 0,-1 0,0 1,0-1,1 1,-1-1,0 0,1 1,-1-1,0 1,1-1,-1 1,1 0,-1-1,1 1,-1 0,1-1,-1 1,1 0,0-1,-1 1,1 0,0 0,0 0,-1-1,1 1,0 0,-3 4,0 1,0-1,0 0,1 1,0 0,0-1,0 1,1 0,-1 0,1 0,1 0,-1 0,1 0,1 0,-1 0,1 0,0 0,0 0,0 0,1 0,0 0,0-1,1 1,-1-1,1 1,1-1,-1 0,1 0,-1 0,1-1,1 0,-1 1,1-1,3 2,9 4,-1-1,1-1,1-1,-1 0,1-1,0-1,1-1,11 1,32 6</inkml:trace>
  <inkml:trace contextRef="#ctx0" brushRef="#br0" timeOffset="2196.302">3448 872,'-15'-3,"-1"1,1 0,-1 2,1 0,0 0,-1 1,1 1,-1 1,1 0,0 1,0 0,1 1,0 1,-1 1,2 0,-3 2,14-8,0 0,0 0,0 0,0 1,0-1,0 1,1-1,-1 1,1 0,-1 0,1-1,-1 1,1 0,0 0,0 0,0 1,0-1,1 0,-1 0,0 0,1 1,0-1,-1 0,1 1,0-1,0 0,0 1,1-1,-1 0,0 1,1-1,0 0,-1 0,1 0,0 1,0-1,0 0,1 0,-1 0,1 0,9 7,1-2,0 0,0 0,0-1,1-1,0 0,0 0,0-1,0-1,1-1,0 0,4 0,11 4,7 0,-21-5,-1 2,0 0,0 0,0 1,-1 1,1 0,0 2,-11-5,-1 1,0-1,0 1,1-1,-1 1,-1 0,1 0,0 0,-1 0,0 1,1-1,-1 0,-1 0,1 1,0-1,-1 1,0-1,1 0,-1 1,-1-1,1 1,0-1,-1 1,0-1,0 0,0 1,0-1,0 0,-1 0,1 0,-1 0,0 0,0 0,0 0,0-1,-1 1,1-1,-1 0,1 1,-1-1,0 0,-1 0,-9 9,1-1,-2 0,1-1,-1 0,-1-1,1-1,-1-1,-1 0,1-1,-1 0,0-1,0-1,0 0,-14-1,28-1,1-1,-1 0,0 0,0 1,1-1,-1 0,0 0,0-1,1 1,-1 0,0-1,1 1,-1-1,0 1,1-1,-1 0,1 1,-1-1,1 0,-1 0,1 0,0-1,-1 1,1 0,0 0,0-1,0 1,0 0,0-1,0 1,0-1,1 0,-1 1,2-14</inkml:trace>
  <inkml:trace contextRef="#ctx0" brushRef="#br0" timeOffset="4596.82">3782 899,'17'84,"3"404,7-164,15 5,-37-287,-10-31,-6-27,11 15,-38-79,3-2,4-1,3-2,2-13,-7-23,5-1,6-1,-6-112,26 215,2 0,0-1,1 1,1 0,3-13,-5 29,1-1,1 1,-1 0,0 0,1 0,0 0,0 0,0 0,1 0,-1 1,1-1,0 1,0 0,0-1,0 1,0 1,1-1,0 0,-1 1,1 0,0 0,0 0,0 0,0 1,1 0,-1-1,0 1,2 0,11 2,1-1,0 2,-1 1,0 0,1 1,-1 0,-1 2,1 0,-1 1,0 0,0 1,-1 1,0 1,-1 0,11 11,-22-20,0 0,0 0,0 1,0-1,-1 1,1 0,-1 0,1 0,-1 0,0 1,0-1,0 0,0 1,0-1,0 1,-1 0,1 0,-1 0,0 0,0 0,0 0,0 0,0 0,-1 0,0 0,1 0,-1 0,0 1,0-1,-1 0,1 0,-1 0,1 0,-1 0,0 0,0 0,-2 3,-9 3,1-1,-2 0,1-1,-1 0,0-1,0 0,-1-1,0 0,0-2,0 1,0-2,-1 0,9 0,-119 17,125-19,0 0,0 0,0-1,0 1,1 0,-1 0,0-1,0 1,0 0,0 0,0-1,0 1,0 0,0 0,0-1,0 1,0 0,0-1,0 1,0 0,0 0,-1-1,78-21,0 4,79-9,81-19,-223 42,-8 3,0 1,-1-2,1 1,-1-1,1 0,-1 0,0 0,0-1,0 0,0 0,0 0,0 0,-1-1,0 0,3-2,-7 4,0 0,0 0,0-1,0 1,0 0,-1 0,1 0,0 0,-1 0,0 0,0 0,1 0,-1 0,0 0,0 1,-1-1,1 0,0 0,-1 1,1-1,-1 1,1-1,-1 1,1 0,-1 0,0 0,0 0,0 0,0 0,0 0,0 0,0 1,-7-5,-1 0,0 1,0 0,0 0,0 1,0 1,-1 0,1 0,-1 1,1 0,-1 1,0 0,1 1,-1 0,1 1,-1 0,1 0,0 1,-1 1,2 0,-8 4,14-7,1 1,-1 0,1 0,0 0,0 0,0 0,0 1,1-1,-1 0,0 1,1 0,0-1,0 1,0 0,0-1,0 1,0 0,1 0,-1 0,1 0,0 0,0 0,0 0,0 0,0 0,1-1,-1 1,1 0,0 0,0 0,0 0,0-1,0 1,1 0,-1-1,1 0,0 1,0-1,0 0,0 0,0 0,0 0,0 0,1 0,-1 0,1-1,-1 1,2-1,9 6,0-1,0-1,1 0,0-1,1 0,-1-1,0 0,1-2,-1 0,1 0,0-1,-1-1,1 0,8-3,-18 4,1-1,-1 0,0 0,1 0,-1-1,0 0,0 0,0 0,0-1,0 1,0-1,-1 0,1-1,-1 1,0-1,0 0,0 0,-1 0,1 0,-1 0,0-1,0 0,-1 0,1-1,-16 17,12-9,0 0,-1 1,1-1,0 0,0 1,1-1,-1 1,0-1,1 1,0-1,-1 1,1-1,0 1,0-1,0 1,1-1,-1 1,1-1,-1 1,1-1,0 1,0-1,0 0,0 1,0-1,1 0,-1 0,1 0,-1 0,1 0,0 0,0 0,0-1,0 1,0-1,0 1,0-1,0 0,1 0,-1 0,0 0,1 0,-1 0,2-1,0 1,1-1,-1 0,1 0,-1-1,1 1,-1-1,1 0,-1 0,1-1,-1 1,0-1,0 0,0 0,0-1,0 1,0-1,0 0,-1 1,0-2,1 1,-1 0,0-1,0-1,5-4,-2-1,1 0,-1 0,-1-1,1 0,-2 0,0 0,2-6,13-169,-18 184,1 0,-1 0,0 0,0 0,1 0,-1 1,1-1,0 0,0 1,-1-1,1 1,0 0,0 0,0-1,0 1,0 1,1-1,-1 0,0 0,0 1,0-1,1 1,-1 0,0 0,1 0,-1 0,0 0,1 0,-1 1,0-1,0 1,1-1,-1 1,0 0,0 0,0 0,0 0,0 0,0 1,0-1,1 1,2 0,9 1,-1 0,1 1,-1 1,0 0,-1 1,1 0,-1 1,0 0,0 1,-1 1,0-1,-1 2,0 0,0 0,-1 0,-1 1,0 1,0-1,-1 1,0 1,3 8,6 91,-16-110,1-1,0 1,0 0,-1 0,1 0,0 0,1-1,-1 1,0 0,0-1,1 1,-1-1,1 1,-1-1,1 0,0 0,-1 0,1 0,0 0,0 0,0 0,0 0,0-1,0 1,0-1,0 1,0-1,0 0,0 0,0 0,0 0,0 0,0-1,0 1,0 0,0-1,71-27,-58 19,-1-1,0 0,0-1,-1 0,0-1,-1-1,-1 0,0-1,-1 0,0 0,-1-1,-1 0,0-1,-1 0,1-6,-4-46,-4 66,-1 0,1 1,-1-1,1 0,-1 0,0 1,0-1,0 1,0-1,0 1,0-1,0 1,0-1,-1 1,1 0,0 0,-1 0,1 0,-1 0,0 0,1 0,-1 0,0 0,1 1,-1-1,0 1,0-1,1 1,-1 0,0 0,0 0,0 0,0 0,1 0,-2 1,-3 0,1 0,0 1,0 0,0 0,0 0,0 0,0 1,1 0,-1 0,1 0,0 1,0 0,0-1,0 1,1 1,-1-1,1 0,0 1,0 0,1 0,0-1,0 1,0 1,0-1,1 0,-1 0,1 1,1-1,-1 0,1 1,0-1,0 1,1-1,-1 1,1-1,0 0,1 1,-1-1,1 0,0 0,1 0,-1 0,1-1,0 1,0-1,3 4,2 0,0 0,0 0,1-1,0 0,0-1,1 0,0-1,0 1,0-2,1 0,0 0,0-1,0 0,0-1,0 0,0 0,1-2,-1 1,0-1,1-1,-1 0,0-1,0 0,0-1,0 0,0 0,0-1,-1-1,0 0,6-3,-9 2,-1 0,0 0,0 0,-1 0,0-1,0 0,0 0,-1-1,0 1,-1-1,1 0,-2 0,1 0,-1 0,0 0,-1-1,1 1,-2-1,1 1,-1-3,-1 11,1 0,0 0,0 0,0 0,0 0,0 0,-1 0,1 0,0 0,0 0,0 0,0 0,0 0,-1 0,1 0,0 0,0 0,0 0,0 0,0 0,-1 0,1 0,0 0,0 0,0-1,0 1,0 0,0 0,-1 0,1 0,0 0,0 0,0 0,0-1,0 1,0 0,0 0,-5 18,3-13,1 0,-1 1,1-1,1 1,-1 0,1-1,0 1,0 0,1-1,0 1,0-1,0 1,0-1,1 1,0-1,0 0,1 0,-1 0,1 0,0 0,0 0,1-1,-1 0,1 0,0 0,0 0,1 0,-1-1,1 1,0-1,-1-1,1 1,1-1,-1 0,0 0,0 0,1-1,-1 1,5-1,-3-1,0-1,1 0,-1 0,0-1,0 0,0-1,-1 1,1-1,0 0,-1-1,0 1,0-1,0-1,0 1,-1-1,0 0,0 0,0-1,0 1,0-2,9-13,-1 0,0-1,-2 0,0-1,2-10,7-27,-20 54,-4 12,-5 14,7-14,0 0,0 0,1 0,-1-1,1 2,1-1,0 0,0 0,0 0,1 0,0 0,0 0,0 0,1-1,0 1,1 0,0-1,0 1,0-1,0 0,1 0,0 0,1-1,-1 1,1-1,0 0,0 0,1-1,-1 1,2-1,2 2,0-1,1-1,0 0,0 0,0 0,0-2,0 1,1-1,-1-1,1 0,0 0,-1-1,1 0,-1-1,1 0,-1-1,1 0,-1-1,0 0,0 0,0-1,0-1,-1 0,1 0,-1 0,0-1,-1-1,0 1,0-2,0 1,-1-1,1-1,4-16,-1 0,-1 0,-2-1,0 0,-2-1,-1 0,-1 0,-1 0,-1 0,-2-21,0 41,6-186,-12-73,-12 110,-3 111,21 44,-1 1,0-1,0 0,0 1,0-1,1 1,-1-1,0 1,0 0,0-1,0 1,0 0,0 0,0-1,0 1,-1 0,1 0,0 0,0 0,0 1,0-1,0 0,0 0,0 1,0-1,0 0,0 1,0-1,1 1,-1-1,0 1,0 0,0-1,0 1,1 0,-1-1,0 1,1 0,-1 0,1 0,-1 0,1 0,-1 0,-10 15,1 0,0 1,2 0,0 1,1 0,0 0,2 0,0 1,-1 13,-2 9,2 0,1 0,2 0,3 1,0-1,3 0,2 0,1 0,2 0,2-1,2 0,1-1,2-1,2 0,1-1,2-1,1 0,2-2,23 26,-39-51,-2-3,0 1,1-1,0 1,0-2,0 1,0-1,1 0,0 0,0-1,0 0,5 2,-11-6,-1 1,1-1,-1 0,1 0,-1 0,1 0,-1 0,1 0,0 0,-1 0,1 0,-1 0,1-1,-1 1,1 0,-1 0,1 0,-1-1,1 1,-1 0,1 0,-1-1,1 1,-1-1,1 1,-1 0,0-1,1 1,-1-1,0 1,1-1,-1 1,0-1,0 1,1-1,-1 1,0-1,0 1,0-1,0 1,0-1,0 0,0 1,0-1,0 1,0-1,0 1,0-1,0 1,0-1,-1 0,1 1,0-1,0 1,-1-1,-2-11,-1 0,-1 1,0-1,0 1,-1 0,-1 1,0-1,0 1,-1 1,-3-5,8 11,-32-36,-1 2,-2 1,-1 2,-2 2,-1 1,-1 3,-2 1,0 3,-20-7,37 17,25 5,20 9,-15 0,321 27,-280-23,18 0,0 3,0 3,-1 2,44 16,-96-25,0 0,-1 0,1 1,-1 0,1 1,-1-1,0 2,-1-1,4 3,-8-6,0 1,0-1,-1 1,1-1,0 1,-1 0,1 0,-1-1,0 1,0 0,0 0,-1 0,1 0,-1 1,1-1,-1 0,0 0,0 0,0 0,-1 0,1 0,-1 0,0 0,0 0,0 0,0 1,-41 66,-5 16,46-85,1 0,0 1,-1-1,1 1,0-1,0 1,0-1,1 1,-1-1,0 1,0-1,1 1,-1-1,1 1,-1-1,1 0,0 1,-1-1,1 0,0 1,0-1,0 0,0 0,0 0,0 0,0 0,1 0,-1 0,0 0,0-1,1 1,-1 0,1-1,-1 1,0-1,2 1,55 4,-51-7,0 1,0-1,0 0,-1 0,1-1,-1 0,0 0,0 0,0-1,0 0,0 0,-1 0,0-1,0 0,0 0,-1 0,1-1,-1 1,0-1,-1 0,1 0,-1-1,-1 1,1-1,-1 1,0-1,-1 0,1 0,-1 0,-1 0,1 0,-1 0,0 0,-1-1,0 5,0-1,1 1,-2 0,1 0,0-1,-1 1,1 0,-1 0,0 1,0-1,0 0,0 0,-1 1,1 0,-1-1,1 1,-1 0,0 0,0 0,0 1,0-1,0 1,0-1,-1 1,1 0,0 0,-1 1,1-1,0 1,-1-1,1 1,-2 0,-8 0,0 0,0 1,0 0,1 1,-1 1,0 0,1 0,-2 2,4-2,0 1,0 0,0 1,1 0,0 0,0 1,0 0,0 1,1 0,0 0,1 1,0 0,0 0,0 1,1 0,-2 5,6-11,1-1,0 0,1 0,-1 1,0-1,0 1,1-1,0 0,-1 1,1-1,0 1,0-1,0 1,1-1,-1 1,1-1,-1 1,1-1,0 0,0 1,0-1,0 0,0 0,0 0,1 1,-1-1,1-1,-1 1,1 0,0 0,0-1,0 1,0-1,0 1,0-1,0 0,0 0,1 1,92 24,-46-21</inkml:trace>
  <inkml:trace contextRef="#ctx0" brushRef="#br0" timeOffset="4849.146">6937 498,'-22'-2,"-15"1,-6 8,3 7,8 8,9 8,16 6,15 8,16 4,4-5</inkml:trace>
  <inkml:trace contextRef="#ctx0" brushRef="#br0" timeOffset="5014.702">7044 1046,'16'11,"10"4,7 0,7-4,4-5,1-8,0-9,-8-2</inkml:trace>
  <inkml:trace contextRef="#ctx0" brushRef="#br0" timeOffset="5258.587">7660 204,'4'14,"7"13,5 16,5 14,3 16,5 13,1 11,1 6,-5 7,-7 3,-9 0,-16-1,-20-4,-21-6,-26-9,-25-9,3-20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2:57.7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898 3036,'2'-25,"2"0,1 0,1 0,0 1,2 0,1 0,1 1,9-14,-15 29,2-7,32-44,-38 59,1 0,0 0,-1 0,1 0,-1 0,1 0,-1 0,1 0,0 0,-1 0,1 0,-1 1,1-1,-1 0,1 0,-1 1,1-1,-1 0,1 1,-1-1,0 1,1-1,-1 0,0 1,1-1,-1 1,0-1,1 1,-1-1,0 1,0-1,1 1,-1-1,0 1,0 0,0-1,0 1,0-1,0 1,0-1,0 1,0-1,0 1,0 0,4 140,-5-97,11 304,-9-336,0 0,-2 0,1 0,-2 0,0 0,0-1,-1 1,0 0,-1-1,0 0,-6 9,9-18,0-1,0 1,0-1,0 1,0-1,-1 0,1 0,0 0,-1 0,1 0,-1 0,1 0,-1 0,0-1,1 1,-1 0,0-1,0 0,1 1,-1-1,0 0,0 0,1 0,-1 0,0 0,0 0,1-1,-1 1,0 0,0-1,1 0,-1 1,0-1,1 0,-1 0,2 1,0-1,-1 0,1 1,0-1,0 1,0-1,0 0,0 1,0-1,0 1,0-1,0 0,0 1,1-1,-1 1,0-1,0 1,0-1,1 0,-1 1,0-1,1 1,-1-1,0 1,1 0,-1-1,1 1,-1-1,1 1,-1 0,1-1,-1 1,1 0,-1-1,1 1,-1 0,1 0,0 0,-1 0,1-1,-1 1,1 0,0 0,-1 0,1 0,-1 0,1 0,0 1,-1-1,1 0,-1 0,1 0,-1 0,198-7,-139 8,39 1,-85-3,-6-2</inkml:trace>
  <inkml:trace contextRef="#ctx0" brushRef="#br0" timeOffset="2416.75">2 189,'0'1,"0"0,-1-1,1 1,0 0,0 0,-1 0,1 0,0-1,0 1,0 0,0 0,0 0,0 0,1 0,-1-1,0 1,0 0,0 0,1 0,-1-1,0 1,1 0,-1 0,1-1,-1 1,1 0,-1-1,1 1,0 0,-1-1,1 1,0-1,-1 1,1-1,0 0,0 1,-1-1,1 0,0 1,0-1,0 0,0 0,8 4,1-1,-1-1,1 0,0 0,0-1,0 0,0 0,0-1,0-1,5 0,13 0,708-14,-342 7,-318 7,1 2,0 4,-1 3,10 5,25 6,4-1,-1 5,-1 5,30 15,58 49,5 12,5 14,-196-109,313 163,-250-125,3-4,1-2,46 12,308 110,-79-13,-42-18,43 38,-198-88,2-6,52 10,503 140,-391-119,141 19,187 16,-651-141,192 38,196 12,-283-45,51 4,60 15,137 18,-160-22,76 22,-200-28,0-4,1-2,0-4,0-3,-13 1,-107-21,11 7,-1 0</inkml:trace>
  <inkml:trace contextRef="#ctx0" brushRef="#br0" timeOffset="4085.415">8624 2342,'0'0,"-1"1,0-1,1 1,-1 0,1-1,-1 1,1 0,-1 0,1-1,-1 1,1 0,0 0,0 0,-1 0,1 0,0-1,0 1,0 0,0 0,0 0,0 0,0 0,0 0,0-1,0 1,1 0,-1 0,0 0,0 0,1-1,0 2,4 7,2 0,-1 0,1 0,0-1,1 0,0 0,0-1,1 0,0-1,0 0,0 0,4 1,-2 0,110 63,-86-52,-1 1,0 1,-2 2,-1 2,-1 0,23 24,-8 18,-44-64,0 1,1-1,-1 1,0 0,-1-1,1 1,0 0,-1-1,1 1,-1 0,0 0,0 0,0 0,0-1,-1 1,1 0,-1 0,0-1,0 1,0 0,0-1,0 1,0-1,-1 1,1-1,-1 2,-7 2,-1 1,1-2,-1 1,0-1,0 0,0-1,-1 0,1-1,-1 0,0-1,0 0,0-1,-6 0,5 1,-61 7,-1-2,0-5,-23-3,110-17,1 5,-4-4,-1-1,0 1,-1-1,-1-1,-1 1,-1-1,0-1,-2 1,2-14,-4 26,9-58,-2 0,-3-1,-3-3,17 232,-21-139,1-23,1-1,0 0,-1 1,1-1,0 0,-1 0,1 1,0-1,-1 0,1 0,-1 0,1 1,-1-1,1 0,0 0,-1 0,1 0,-1 0,1 0,-1 0,1 0,0 0,-1 0,1 0,-1 0,1-1,-1 1,1 0,0 0,-1 0,1 0,0-1,-1 1,1 0,0 0,-1-1,1 1,0 0,-1-1,1 1,0 0,0-1,-1 1,1-1,0 1,0 0,0-1,-1 1,1-1,0 1,0-1,-68-133,61 132,11 20,7-2,1 0,0-1,1 0,0 0,1-2,1 0,0 0,1-2,0 1,18 7,177 112,-210-131,0 0,0 0,0 1,0-1,0 1,0-1,0 1,0-1,0 1,0 0,0-1,0 1,0 0,-1 0,1 0,0-1,-1 1,1 0,0 0,-1 0,1 0,-1 0,1 0,-1 0,0 1,1-1,-1 0,0 0,0 0,0 0,0 0,0 0,0 1,0-1,0 0,0 0,-1 0,1 0,0 0,-1 0,1 0,-1 0,1 0,-1 0,1 0,-1 0,0 0,0 0,1 0,-1 0,0-1,0 1,0 0,0-1,0 1,0-1,0 1,0-1,0 1,0-1,-1 1,-27 6,-1 0,-1-2,1-1,-1-2,-11-1,2 1,-90 11,130-13,0 0,0 0,0 1,1-1,-1 0,0 0,0 1,0-1,0 0,0 0,0 1,0-1,0 0,0 0,0 1,0-1,0 0,-1 0,1 0,0 1,0-1,0 0,0 0,0 1,0-1,-1 0,1 0,0 0,0 0,0 1,0-1,-1 0,1 0,0 0,0 0,0 0,-1 1,1-1,0 0,0 0,-1 0,1 0,0 0,24 3,6-3,-1-1,0-2,0-1,0-2,0 0,11-6,5-8,-45 19,1 0,0 1,0-1,-1 0,1 1,-1-1,1 0,0 0,-1 0,1 1,-1-1,0 0,1 0,-1 0,0 0,1 0,-1 0,0 0,0 0,0 0,0 0,0 0,0 0,0 0,0 0,0 0,-1 0,1 0,0 0,-1 1,1-1,0 0,-1 0,1 0,-1 0,1 0,-1 1,0-1,1 0,-1 0,0 1,0-1,1 1,-1-1,0 0,-93-57,43 31,-28-27,79 54,1-1,-1 0,0 1,1-1,-1 1,1-1,-1 1,1-1,0 1,-1-1,1 1,-1 0,1-1,0 1,-1 0,1 0,0-1,-1 1,1 0,0 0,-1 0,1 0,0 0,0 0,-1 0,1 0,0 0,-1 0,1 0,0 0,0 1,-1-1,1 0,0 1,-1-1,1 0,-1 1,1-1,0 0,-1 1,1-1,-1 1,1-1,-1 1,163 28,0-7,2-8,59-6,144 13,-254-6,-109-10,-18 1,-21 2,8-12,16-2</inkml:trace>
  <inkml:trace contextRef="#ctx0" brushRef="#br0" timeOffset="7312.946">1874 28,'6'17,"7"-5,0-2,1 1,0-2,0 0,1-1,6 3,14 8,0 0,-1 1,-1 1,-2 2,0 1,-1 2,-2 0,0 2,-2 2,20 28,-45-57,0 0,0 0,0 1,0-1,0 0,0 1,0-1,0 1,0-1,-1 1,1-1,0 1,-1-1,0 1,1 0,-1-1,0 1,0 0,0-1,0 1,0 0,0-1,0 1,-1 0,1-1,-1 1,1-1,-1 1,0-1,1 1,-1-1,0 1,0-1,0 1,0-1,0 0,0 0,-1 0,1 1,0-1,0 0,-1-1,0 2,-15 5,0-2,0 1,0-2,0 0,-1-1,-4-1,-5 2,-313 47,333-50,7 0,-1-1,1 1,0-1,-1 0,1 1,-1-1,1 0,0 1,-1-1,1 0,-1 0,1 1,-1-1,1 0,-1 0,1 0,-1 0,1 1,-1-1,1 0,-1 0,1 0,-1 0,1 0,-1 0,1-1,-1 1,1 0,-1 0,1 0,-1 0,1-1,-1 1,1 0,0 0,-1-1,1 1,-1 0,1-1,0 1,-1 0,1-1,0 1,-1-1,1 1,0 0,0-1,-1 1,1-1,0 1,0-1,0 1,0-1,-1 1,1-1,0 1,0-1,0 1,0-1,0 1,0-1,1 1,-1-1,0 1,0-1,0 0,14-35,-2 0,-2-1,-1-1,2-32,7-23,24-144,-57 397,14-150,0 7,0 1,1 0,1-1,0 1,1-1,1 1,1-1,5 13,-9-29,0 0,0 0,0 0,0 0,0 0,1 0,-1 0,0 0,1-1,-1 1,1 0,-1 0,1 0,-1 0,1 0,-1-1,1 1,0 0,0 0,-1-1,1 1,0-1,0 1,0 0,0-1,0 0,0 1,0-1,-1 0,1 1,0-1,0 0,0 0,1 0,-1 0,0 0,0 0,0 0,0 0,0 0,0 0,0-1,0 1,-1 0,1-1,0 1,0-1,0 1,0-1,0 1,0-1,-1 1,1-1,0 0,0 0,-1 1,1-1,-1 0,1 0,-1 0,1 0,-1 0,2-5,-1 0,0 0,-1-1,0 1,0 0,0-1,-1 1,0 0,0-1,0 1,-1 0,0 0,0 0,-1 0,1 1,-1-1,0 1,-2-2,5 7,0 0,0 1,-1-1,1 0,0 0,0 1,0-1,0 0,-1 1,1-1,0 0,0 0,-1 1,1-1,0 0,0 0,-1 0,1 1,0-1,-1 0,1 0,0 0,-1 0,1 0,0 0,-1 1,1-1,0 0,-1 0,1 0,0 0,-1 0,1 0,0 0,-1-1,1 1,0 0,-1 0,1 0,0 0,-1 0,1 0,0-1,0 1,-1 0,1 0,0 0,0-1,-1 1,6 6,1 0,0 0,-1 0,2-1,-1 0,1 0,0-1,0 1,0-1,0-1,8 3,-11-4,281 114,-232-81,-53-34,0 0,-1 0,1 0,0 0,0 0,-1 0,1 0,-1 0,1 0,-1 0,1 0,-1 0,0-1,1 1,-1 0,0 0,0 0,0-1,1 1,-1-1,0 1,0 0,0-1,0 1,0-1,0 0,0 1,0-1,0 0,0 0,-1 0,1 0,0 1,0-2,0 1,0 0,0 0,0 0,0 0,0-1,0 1,0 0,0-1,-18 0,0 0,0-1,1-1,0-1,-1-1,1-1,1 0,-1-1,1-1,1 0,-1-2,1 0,1 0,0-2,1 1,0-2,-5-6,-2-15,21 34,1-1,-1 0,0 1,1 0,-1-1,0 1,1-1,-1 1,1-1,-1 1,1 0,-1-1,1 1,-1 0,1 0,-1-1,1 1,0 0,-1 0,1 0,-1 0,1-1,0 1,-1 0,1 0,-1 0,1 1,0-1,-1 0,1 0,-1 0,1 0,0 0,-1 1,1-1,-1 0,1 1,-1-1,1 0,-1 1,1-1,145 65,-23-7,-123-58,0 0,-1 0,1 0,0 0,0 0,0 0,0 0,-1 0,1 1,0-1,0 0,0 0,0 0,0 0,-1 0,1 0,0 1,0-1,0 0,0 0,0 0,0 0,0 1,0-1,-1 0,1 0,0 0,0 0,0 1,0-1,0 0,0 0,0 0,0 1,0-1,0 0,0 0,0 0,1 1,-1-1,0 0,0 0,0 0,0 0,0 1,0-1,0 0,0 0,-21-3,-287-56,292 64,44 7,5-5,0-1,1-2,0-1,-1-2,1-1,2-2,-18-1,-17 3,-1 0,0 0,0-1,0 1,0 0,1 0,-1-1,0 1,0 0,0 0,0-1,0 1,0 0,0 0,1-1,-1 1,0 0,0-1,0 1,0 0,0 0,0-1,-1 1,1 0,0-1,0 1,0 0,0 0,0-1,0 1,0 0,-1 0,1-1,0 1,0 0,0 0,0-1,-1 1,1 0,0 0,0 0,-1 0,1-1,0 1,0 0,-1 0,1 0,0 0,0 0,-1 0,1 0,0 0,-1 0,1 0,0 0,0 0,-1 0,1 0,0 0,-1 0,1 0,0 0,0 0,-1 0,1 0,0 0,0 1,-1-1,-26-5,0 2,0 0,-1 2,1 1,0 2,-1 0,-23 6,-12 1,57-12,23-5,-13 7,43-19,-23 11,1-1,-2-2,1 0,-2-1,14-12,-35 25,0 0,-1 0,1 0,0-1,0 1,-1 0,1 0,-1-1,1 1,0-1,-1 1,1-1,-1 1,1-1,-1 1,1-1,-1 1,1-1,-1 0,1 1,-1-1,0 0,1 1,-1-1,0 0,0 1,0-1,1 0,-1 0,0 1,0-1,0 0,0 0,0 1,0-1,-1 0,1 0,0 1,0-1,0 0,-1 1,1-1,0 0,-1 1,1-1,-1 0,1 1,0-1,-1 1,1-1,-1 1,0-1,1 1,-1-1,1 1,-1 0,0-1,0 1,-45-10,-108 9,153 1,0 1,0-1,0 0,0 1,-1-1,1 0,0 0,0 0,0 0,0 0,0 0,0-1,-1 1,1 0,0 0,0-1,0 1,0-1,0 1,0-1,0 1,0-1,0 0,0 1,1-1,-1 0,0 0,0 0,1 1,-1-1,0 0,1 0,-1 0,1 0,-1 0,1 0,0 0,-1-1,1 1,0 0,0 0,-1 0,1 0,0 0,0 0,1-1,-1 1,0 0,0 0,0 0,1 0,-1 0,0 0,1 0,-1 0,1 0,0 0,-1 0,1 0,0 0,-1 0,1 0,49-53,-51 53,1 1,-1-1,1 0,-1 1,1-1,-1 0,1 1,-1-1,0 1,1-1,-1 1,0-1,0 1,1 0,-1-1,0 1,0 0,1 0,-1-1,0 1,0 0,0 0,0 0,1 0,-1 0,0 0,0 0,0 0,0 0,1 1,-1-1,0 0,0 1,1-1,-1 0,0 1,0-1,1 1,-1-1,0 1,1-1,-1 1,1-1,-1 0,0 1,1-1,-1 0,0 0,1 0,-1 0,1 1,-1-1,1 0,-1 0,1 1,-1-1,1 1,-1-1,1 0,-1 1,1-1,-1 1,1-1,0 1,-1-1,1 1,0-1,-1 1,1-1,0 1,0 0,0-1,0 1,-1-1,1 1,0 0,0-1,0 1,0 0,0-1,1 1,-1-1,0 1,0 0,0-1,0 1,1-1,-1 1,0-1,0 1,1-1,-1 1,0-1,1 1,-1-1,1 1,-1-1,1 1,-1-1,1 0,-1 1,1-1,-1 0,1 1,0-1,38 14,46-7,-69-7,0 0,0 1,-1 1,1 1,0 0,-1 1,1 0,-1 2,10 4,-21-7,0-1,0 1,-1 1,1-1,-1 0,1 1,-1 0,0 0,0 0,-1 0,1 0,-1 0,0 1,0-1,-1 1,1 0,-1-1,0 1,0 0,0 0,-1 0,0 0,0 1,0 8,-1 1,-1-1,0 0,-1 0,0 0,-1 0,-3 4,7-17,0 0,0 0,0-1,0 1,0 0,0 0,0 0,0-1,-1 1,1 0,0-1,-1 1,1 0,-1 0,1-1,-1 1,1-1,-1 1,1 0,-1-1,1 1,-1-1,0 1,1-1,-1 0,0 1,1-1,-1 0,0 1,0-1,1 0,-1 0,0 0,0 0,1 1,-1-1,0 0,0 0,0-1,1 1,-1 0,0 0,0 0,1 0,-1-1,0 1,0 0,1-1,-1 1,0 0,1-1,-1 1,0-1,1 1,-1-1,1 0,-1 1,1-1,-1 1,1-1,0 0,-1 0,1 0,-15-11,-1 0,1 1,-2 1,1 1,-2 0,1 1,-1 0,0 2,0 0,-1 1,0 1,0 1,-9 3,28 0,0 0,0 0,1 0,-1 0,0 0,1 0,-1 0,0 0,1 0,-1 0,0 0,1 1,-1-1,0 0,1 0,-1 0,0 0,1 1,-1-1,0 0,0 0,1 0,-1 1,0-1,0 0,0 0,1 1,-1-1,0 0,0 0,0 1,0-1,0 0,1 1,-1-1,0 0,0 1,0-1,0 0,0 1,0-1,0 0,0 1,0-1,0 0,0 1,0-1,-1 0,1 1,0-1,0 0,0 1,0-1,0 0,-1 0,1 1,0-1,0 0,-1 0,1 1,0-1,0 0,124 44,-97-33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3:34.49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105 518,'17'7,"1"0,0-1,0-2,1 1,-1-2,1-1,0 0,-1-1,1-1,0-1,0 0,0-2,-1 0,1-1,-1-1,0 0,0-2,-1 0,17-9,-27 13,0-1,0 0,-1 0,1 0,-1-1,0 0,0 0,0 0,-1-1,0 0,0 0,-1 0,1-1,-1 1,-1-1,1 0,-1 0,-1-1,1 1,-1 0,0-1,-1 0,0 1,0-1,0 0,-1-4,-4-5,-1-1,0 1,-1 0,-1 0,0 0,-1 1,-1 0,-1 1,0 0,-1 1,-1 0,0 0,0 1,-2 1,1 0,-2 1,1 0,-9-3,15 8,0 0,0 0,-1 1,0 1,0-1,0 1,-1 1,0-1,1 2,-1-1,0 1,0 1,0 0,0 0,-1 1,1 1,0-1,0 2,0-1,0 1,0 1,1 0,-1 0,1 1,-4 2,-1 5,2 0,0 2,0-1,1 1,1 1,0 0,1 0,0 1,1 0,1 1,0-1,2 1,-1 1,2-1,0 1,1 0,1 0,0 0,2 0,0 14,9 39,7-11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3:32.8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397 282,'3'-4,"1"-1,-1 1,0-1,-1 0,1 0,-1 0,0 0,0-1,-1 1,1 0,-1-1,0 1,-1-1,1 1,-1-1,0 1,-1-1,1 1,-1-1,0 1,0-1,-1 1,0 0,-1-4,-2 3,0-1,0 1,-1 0,0 0,0 1,0-1,-1 2,0-1,0 1,0 0,0 0,-1 1,0 0,1 0,-1 1,0 0,0 0,0 1,-1 0,1 0,0 1,0 0,0 0,-1 1,1 0,0 1,0 0,0 0,0 1,1 0,-1 0,1 1,0-1,-1 2,2-1,-6 4,-1 4,1 0,0 1,0 0,1 1,1 0,0 1,1 0,1 0,0 1,1 0,1 1,1-1,0 1,1 0,1 0,0 1,1-1,1 1,1-1,0 1,2-1,0 1,0-1,2 0,0 0,1 0,1-1,6 13,-7-19,1-1,0 1,0-1,1 0,0-1,1 1,0-2,0 1,1-1,0 0,0-1,1 0,0 0,0-1,0 0,0-1,1 0,0-1,0 0,0-1,0 0,0-1,0 0,0 0,0-1,1-1,-1 0,0-1,0 0,0 0,0-1,1-1,14-5,-1-2,0 0,-1-2,0-1,-1 0,0-2,15-15,20-18</inkml:trace>
  <inkml:trace contextRef="#ctx0" brushRef="#br0" timeOffset="637.425">838 1,'-7'7,"-1"0,1 0,0 1,1 0,0 0,0 1,1 0,0 0,0 0,1 0,0 1,1 0,0 0,1 0,-1 6,1 278,-22 191,24-473,-1-20,1-11</inkml:trace>
  <inkml:trace contextRef="#ctx0" brushRef="#br0" timeOffset="966.609">1212 108,'-62'64,"-4"-3,-2-2,-2-4,-36 19,29-34,94-37,-1 1,0 0,0 1,0 1,0 1,-1 0,0 1,0 1,-1 0,0 1,-1 0,0 1,-1 0,1 2,17 13,-5-5,1-1,1-1,1-1,1-2,6 2,-23-12,1-1,0-1,0 0,0-1,1 0,-1-1,1 0,-1-1,1-1,0 0,-1-1,1 0,12-4,79-38,-63 16</inkml:trace>
  <inkml:trace contextRef="#ctx0" brushRef="#br0" timeOffset="1219.932">1600 322,'23'0,"21"0,19-2,14-3,11-4,4-1,-5 0,-8 2,-16 5,-17 2</inkml:trace>
  <inkml:trace contextRef="#ctx0" brushRef="#br0" timeOffset="1387.897">1815 590,'20'0,"21"-2,21-8,21-7,19-7,12-4,5-2,-17 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3:35.6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1 241,'18'0,"20"-2,21-6,22-3,14-2,10-2,3 3,-5 2,-12 4,-19 7,-21 3</inkml:trace>
  <inkml:trace contextRef="#ctx0" brushRef="#br0" timeOffset="252.316">188 402,'16'11,"18"4,21 0,18-6,15-8,9-8,1-5,-16-3</inkml:trace>
  <inkml:trace contextRef="#ctx0" brushRef="#br0" timeOffset="539.548">723 1,'55'15,"-43"-14,188 13,-122-12,0 4,-1 4,0 3,39 12,0 27,-112-49,1 0,-1 0,0 0,0 1,0 0,0 0,0 0,-1 0,0 0,0 1,0-1,-1 1,1 0,-1 0,0 0,-1 0,1 0,-1 0,0 1,0-1,0 0,-1 1,-2 6,-1 0,0-1,-1 1,-1-1,1 0,-2 0,1 0,-1-1,-1 0,0 0,-1 0,0-1,0 0,-1-1,-8 7,-224 198,201-180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3:38.0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82 111,'-14'243,"13"91,1-230,-2-87,-3-37,-31-324,30 251,-12-240,24 318,5 33,114 268,-123-283,-1 1,0-1,1 1,-1-1,1 1,0-1,0 0,1 0,-1 0,1 0,-1 0,1 0,0-1,0 1,0-1,0 0,1 0,-1 0,0-1,1 1,-1-1,1 1,0-1,0 0,-1-1,1 1,0-1,0 1,0-1,-1 0,1-1,0 1,0-1,0 1,-1-1,1 0,0-1,10-8,0 0,-1-1,-1-1,0 0,-1 0,0-1,-1-1,0 0,-1 0,-1-1,0 0,2-8,60-169,-70 232,-3-17,-8 70,4 1,4 0,5 31,0-105,0-1,1 0,1 0,1 0,1 0,0-1,7 12,-9-22,0 0,1-1,0 0,0 0,0 0,1 0,0-1,0 0,0 0,1-1,0 0,0 0,1 0,-1-1,1 0,0-1,0 1,2-1,-2-1,1 0,-1 0,1-1,-1 0,1-1,-1 0,1 0,0-1,-1 0,1 0,-1-1,0 0,1 0,-1-1,0 0,0-1,-1 0,1 0,-1-1,0 1,0-2,0 1,-1-1,0 0,0 0,0-1,-1 1,0-1,0-1,-1 1,4-8,5-13,-1-1,-1-1,-2 0,-1 0,-1-1,-1 0,-1-11,-9-22,3 63,0 0,0 0,0 0,0 0,-1 0,1 1,0-1,-1 1,1-1,0 1,-1-1,1 1,-1 0,1 0,-1-1,1 1,-1 0,1 0,0 1,-1-1,1 0,-1 0,1 1,-1-1,1 1,0-1,-1 1,1-1,0 1,0 0,-1 0,1 0,0 0,0 0,0 0,0 0,0 0,0 0,0 0,0 0,1 1,-1-1,0 0,1 1,-10 8,1 2,0-1,1 1,1 0,-1 1,2-1,0 1,1 1,0-1,1 1,0 0,1 0,1 0,0 0,1 1,0-1,1 1,1-1,1 8,0-14,1-1,0 1,0-1,0 0,1 0,-1 0,2-1,-1 1,1-1,0 0,0-1,1 1,0-1,0 0,0 0,0-1,1 0,0 0,0 0,0-1,0 0,0 0,1-1,2 1,7 1,1-1,-1 0,1-1,0-1,-1 0,1-2,0 0,0-1,-1 0,3-3,32-8</inkml:trace>
  <inkml:trace contextRef="#ctx0" brushRef="#br0" timeOffset="872.14">1297 312,'-8'40,"2"0,1 1,2 31,2-66,0 0,1 0,0 0,0 0,1 0,0 0,0 0,0 0,1 0,0 0,0 0,0-1,1 1,0-1,0 0,0 0,1 0,-1 0,1 0,0-1,1 0,-1 1,1-2,0 1,0 0,0-1,0 0,0 0,1-1,0 1,0-2,1 1,-1-1,0 0,1 0,-1-1,1 0,-1 0,1 0,-1-1,0 0,1 0,-1-1,0 1,0-2,0 1,0 0,0-1,0 0,-1-1,1 1,-1-1,0 0,0 0,-1-1,2-1,3-4,0 0,-1-1,0-1,0 1,-1-1,-1-1,0 1,-1-1,0 0,-1 0,1-6,-1 4,-1-1,-1 0,0 1,-1-1,-1 0,-1-14,1 31,-1-1,1 1,-1-1,1 1,-1-1,1 1,-1-1,1 0,-1 1,1-1,-1 1,0-1,1 0,-1 0,1 0,-1 1,0-1,1 0,-1 0,0 0,1 0,-1 0,0 0,1 0,-1 0,0 0,1 0,-1 0,0-1,1 1,-1 0,0 0,1-1,-1 1,1 0,-1-1,1 1,-1-1,1 1,-1-1,1 1,-1-1,1 1,-1-1,1 1,0-1,-1 1,1-1,0 0,0 1,-1-1,1 1,0-1,0 0,0 1,0-1,0 0,0 1,0-1,0 0,0 1,0-1,0 0,0 1,1-1,-1 0,0 1,0-1,-6 14,0 1,1 0,0 1,1-1,0 1,2 0,-1 0,1 12,1-22,0 0,1 0,-1 0,1 0,0 1,0-1,1 0,0 0,0 0,0 0,0 0,1 0,0 0,0-1,0 1,0 0,1-1,0 0,0 0,0 0,0 0,1 0,-1 0,1-1,4 3,-1-3,0 0,0 0,0 0,0-1,1-1,-1 1,1-1,0 0,-1-1,1 0,0 0,-1 0,1-1,-1-1,1 1,-1-1,1 0,-1-1,0 0,0 0,0 0,0-1,-1 0,1 0,-1-1,0 0,-1 0,1 0,-1-1,0 1,0-1,-1-1,1 1,-1-1,-1 1,1-1,-1 0,1-7,1-7,0-1,-2 0,-1-1,-1 1,-1 0,-1-1,-1-5,-2 84,3-48,8 102,-6-105,1 0,-1 0,1 0,-1 0,1 0,1 0,-1-1,1 1,0-1,0 0,0 1,0-1,1-1,0 1,-1 0,1-1,1 0,-1 0,4 2,6-1,1 0,-1 0,1-2,-1 0,1 0,0-2,0 0,0 0,0-1,0-1,-1-1,1 0,-1-1,0 0,0-1,0-1,0 0,-1-1,0 0,-1-1,1-1,-1 0,5-5,-18 15,1-1,0 1,0 0,-1-1,1 1,0 0,0-1,0 1,0 0,0-1,0 1,0 0,0 0,1-1,-1 1,0 0,0-1,1 1,-1 0,0-1,0 1,1-1,-1 1,1 0,-1-1,1 1,-1-1,1 1,-1-1,1 0,-1 1,1-1,0 1,-1-1,1 0,-1 1,1-1,0 0,-1 0,1 0,0 0,0 1,-1-1,1 0,0 0,-1 0,1 0,0-1,0 1,-1 0,1 0,0 0,-1 0,1-1,0 1,-1 0,1-1,-1 1,1-1,0 1,-1 0,1-1,-1 1,1-1,-1 1,0-1,1 0,-1 1,2 7,-1-1,1 1,0 0,1-1,-1 1,1-1,1 0,-1 0,1 0,0 0,0-1,1 1,0-1,0 0,0-1,0 1,1-1,0 0,0 0,0-1,0 0,0 0,1 0,0-1,-1 0,1 0,0-1,0 1,3-1,-4 0,0 0,0-1,0 0,0 0,0 0,0-1,0 1,0-1,0-1,0 1,-1-1,1 0,0-1,-1 1,0-1,1 0,-1 0,0-1,-1 1,1-1,-1 0,1-1,-1 1,0-1,-1 1,1-1,-1 0,0-1,0 1,-1 0,0-1,1 0,-2 1,1-1,-1 0,0 0,0 0,-1 0,1-6,-2 2,0-1,0 1,-1-1,0 1,-1 0,-1 0,1 0,-1 0,-1 1,0-1,0 1,-1 1,0-1,0 1,-8-8,10 12,1 0,-1 1,0-1,-1 1,1 0,0 0,-1 0,0 1,0 0,1-1,-1 2,0-1,-1 1,1-1,0 1,0 1,-1-1,1 1,0 0,-1 0,1 0,0 1,0 0,-1 0,1 0,0 1,0 0,0 0,0 0,1 0,-1 1,0 0,-1 1,0 0,0 0,0 1,0 0,1 0,0 0,0 1,0 0,1 0,0 0,0 0,0 1,1-1,0 1,0 0,1 0,0 0,0 1,1-1,-1 0,2 1,-1-1,1 0,0 1,1-1,-1 1,2-1,-1 0,1 1,0-1,0 0,1 0,0 0,0-1,2 2,21 24</inkml:trace>
  <inkml:trace contextRef="#ctx0" brushRef="#br0" timeOffset="2137.553">2956 565,'-14'-49,"3"-1,1-1,3 1,1-22,3 45,1-97,2 123,1 1,-1-1,0 0,0 0,0 0,1 0,-1 0,0 0,1 1,-1-1,1 0,-1 0,1 1,-1-1,1 0,0 0,-1 1,1-1,0 1,-1-1,1 1,0-1,0 1,-1-1,1 1,0 0,0-1,0 1,0 0,0 0,0 0,0-1,-1 1,1 0,0 0,0 0,0 1,0-1,0 0,0 0,0 0,-1 1,1-1,1 1,41 21,-32-15,33 17,-26-15,-1 0,0 1,0 0,-1 2,-1 0,0 0,0 2,6 7,-18-15,0 0,-1 0,1 0,-1 0,-1 0,1 0,-1 0,0 1,0-1,-1 0,1 1,-2-1,1 1,-1-1,0 0,0 1,0-1,-1 0,0 0,0 0,-1 0,0 0,0-1,0 1,-1-1,0 0,0 0,0 1,-25 51,28-55,0 0,0 0,0 0,0 0,0 1,1-1,-1 0,1 0,0 1,0-1,0 0,0 1,0-1,0 0,0 1,1-1,-1 0,1 1,0-1,-1 0,1 0,0 0,0 0,1 0,-1 0,0 0,1 0,-1 0,1-1,0 1,-1 0,1-1,0 1,9 3,0 0,1-1,-1 0,1-1,0 0,0 0,0-2,0 1,1-2,-1 1,3-2,-1 2,41 0,-1-1,1-3,0-3,-1-2,0-2,-1-3,0-1,26-13,-69 24,-1-1,1 1,-1-1,0-1,0 0,0 0,-1-1,0 0,0 0,0-1,-1 0,0 0,0-1,-1 0,0 0,0-1,-1 1,0-1,0-1,-5 7,1 0,-1 0,0 0,0 0,0 0,0 0,0 0,-1 0,1 0,-1 0,0 0,0 0,0 0,0 0,0 1,-1-1,1 0,-1 1,0-1,0 1,0-1,0 1,0 0,0 0,-1 0,1 0,-1 1,1-1,-1 0,0 1,1 0,-3-1,-4-2,0 1,0 0,-1 0,1 1,-1 0,0 1,1 0,-1 0,-8 1,8 2,0 0,0 0,1 1,-1 0,1 1,0 0,0 0,0 1,0 0,1 1,0 0,0 0,1 0,-1 1,1 1,1-1,-1 1,2 0,-1 0,1 1,0-1,0 1,1 1,1-1,0 0,0 1,0 0,1-1,1 1,-1 10,2-16,0-1,0 1,0 0,0-1,1 1,-1 0,1-1,0 1,0-1,1 1,-1-1,1 0,-1 1,1-1,0 0,0 0,1 0,-1-1,0 1,1 0,0-1,0 0,0 1,0-1,0 0,0 0,0-1,0 1,1-1,-1 0,1 0,-1 0,1 0,0 0,-1-1,1 0,0 1,-1-1,1-1,0 1,-1-1,10 1,-1-2,0 0,0 0,0-1,-1-1,1 1,-1-2,0 0,0 0,0-1,-1-1,0 1,0-2,0 1,-1-1,0-1,-1 0,0 0,0-1,-1 1,0-2,-1 1,0-1,-1 0,0 0,0-2,-6 13,1 0,0 0,-1 0,1 0,0 0,-1 0,1 0,0 0,-1 0,1 0,0 0,-1 0,1 0,0 0,0-1,-1 1,1 0,0 0,-4 11,1 1,0 0,1 0,1 0,0 0,0 1,1-1,1 0,0 0,1 0,0 2,-1-9,1 0,-1 0,1 0,0 0,0 0,1 0,-1-1,1 1,0-1,0 0,1 0,-1 0,1 0,0-1,0 1,0-1,0 0,1 0,-1 0,1-1,0 0,0 0,-1 0,2 0,-1-1,4 1,-6-1,1-1,-1 1,1-1,-1 0,1 0,-1 0,1-1,-1 1,1-1,-1 0,1 0,-1 0,0 0,0-1,1 1,-1-1,0 0,0 0,-1 0,1 0,0 0,-1-1,1 1,-1-1,0 0,0 1,0-1,0 0,0 0,-1-1,1 0,3-8,0-1,-1 1,-1-1,0 0,-1 0,0 0,0-13,-15-169,13 146,0 48,1 0,-1 0,1-1,-1 1,1 0,0 0,0 0,-1 0,1 0,0 0,0 0,0 0,0 1,0-1,0 0,0 0,0 1,0-1,1 1,-1-1,0 1,0-1,0 1,1 0,-1 0,0-1,1 1,-1 0,0 0,0 0,1 0,-1 1,0-1,2 0,149 40,-126-31,7 2,0 1,0 1,-1 2,-1 1,7 7,-30-18,1 1,-1 0,0 0,-1 1,1 0,-2 1,1 0,-1 0,0 0,0 1,-1-1,0 1,-1 1,0-1,-1 0,0 1,0 0,-1 0,0 0,0 3,-1 19,-2-28,0 0,1 0,0 1,0-1,0 0,0 1,1-1,0 0,-1 0,2 0,-1 1,0-1,1 0,0-1,0 1,0 0,0 0,1-1,-1 1,1-1,0 0,0 0,1 0,8 3,0-2,1 0,0 0,0-1,0-1,0 0,0-1,0 0,0-1,1-1,-1 0,0-1,0 0,0-1,0 0,10-5,0 2,0-1,-1-2,0 0,0-1,-1-1,-1-1,9-7,-20 13,0-1,-1 0,-1 0,1 0,-1-1,0 0,-1-1,1 0,-2 0,1 0,-2 0,1-1,-1 0,0 0,-1 0,-1 0,2-9,-3 12,0 1,-1 0,0-1,0 1,0-1,-1 1,0-1,-1 1,1 0,-1-1,0 1,-1 0,0 0,1 1,-2-1,1 1,-1-1,0 1,0 0,0 0,-1 1,1-1,-1 1,0 0,-1 0,1 1,-1-1,0 1,1 1,-3-2,4 4,0-1,1 1,-1 0,0 0,1 1,-1-1,0 1,1-1,-1 1,0 0,1 1,0-1,-1 1,1-1,0 1,-1 0,1 0,0 0,0 1,1-1,-1 1,1 0,-1-1,1 1,0 0,0 0,0 1,-1 1,-4 7,1 0,0 0,1 1,1-1,0 1,0 1,1 3,1-9,0 2,1-1,0 0,1 0,0 0,1 0,-1 0,2 0,-1 0,1 0,1 0,-1 0,2 0,-1-1,1 0,0 0,1 0,0 0,0 0,1-1,0 0,0 0,1-1,-1 0,6 3,13 6,2-2,0-1,0-1,1-2,0 0,1-2,0-1,0-1,0-2,0-1,1-1,6-2,80 1,-11-5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3:42.1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297 58,'-1'-2,"0"-1,-1 1,1-1,0 1,-1-1,1 1,-1 0,0 0,0 0,0 0,0 0,0 0,0 0,-1 1,1-1,-1 1,-1-1,-3-2,1 1,-1 0,0 1,0 0,-1 0,1 0,0 1,-1 0,1 0,0 1,-1 0,1 1,-1-1,1 1,0 1,0-1,-1 1,1 1,0-1,1 1,-1 0,0 1,1-1,0 1,0 1,0-1,0 1,1 0,-1 0,1 1,1 0,-1 0,1 0,0 0,0 0,0 4,0-4,0 0,1 0,0 1,1-1,0 1,0 0,0 0,0 0,1 0,1 0,-1 0,1 0,0 0,0 0,1 0,0 0,1 0,-1-1,1 1,0 0,1-1,0 1,0-1,0 0,1 0,0 0,0 0,0 0,1-1,0 0,0 0,0 0,4 2,-3-4,0 0,0 0,0-1,1 1,-1-1,1-1,-1 1,1-1,-1 0,1-1,0 1,0-1,-1-1,1 1,0-1,-1 0,1-1,-1 0,1 0,-1 0,0 0,1-1,-2 0,1-1,0 0,-1 1,1-2,-1 1,0 0,0-1,-1 0,1 0,-1-1,-1 1,1-1,-1 0,0 0,1-1,-1-1,0 0,-1-1,0 0,0 1,-1-1,0 0,0 0,-1 1,-1-1,1 0,-1 0,-1 1,1-1,-2 0,1 1,-1 0,0-1,-1 1,0 0,-2-2,6 9,0 1,0-1,0 1,-1-1,1 1,0-1,0 1,0-1,-1 1,1 0,0-1,-1 1,1-1,0 1,-1 0,1-1,0 1,-1 0,1-1,-1 1,1 0,-1 0,1 0,-1-1,1 1,0 0,-1 0,1 0,-1 0,1 0,-1 0,1 0,-1 0,1 0,-1 0,1 0,-1 0,1 0,-1 0,1 1,-1-1,1 0,-1 0,1 0,-1 1,1-1,0 0,-1 1,1-1,-1 0,1 1,0-1,0 0,-1 1,1-1,0 1,-1-1,1 1,0-1,0 1,0-1,0 1,-5 34,6-27,0 0,1 0,0 0,0 0,1 0,0 0,0 0,0-1,1 0,1 0,-1 0,1 0,0-1,1 0,-1 0,1 0,1 0,-1-1,1 0,0-1,0 1,7 2,9 4,1-1,0 0,1-2,0-1,0-1,20 2,40 2,-7-3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3:42.4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269 517,'-5'21,"-1"15,0 9,1 5,2 2,3-4,2-8,3-8,0-10</inkml:trace>
  <inkml:trace contextRef="#ctx0" brushRef="#br0" timeOffset="504.65">1 263,'25'-6,"1"1,0 0,-1 2,1 1,1 1,-1 2,0 0,0 2,0 0,-1 2,1 1,-1 1,0 1,-1 1,0 2,0 0,-1 1,-1 1,0 2,13 10,-24-11,0 0,-2 0,1 1,-2 0,0 0,-1 1,0 0,-1 0,-1 1,-1 0,0 0,-1 0,-1 0,-1 1,0-1,-1 0,-1 1,-1-1,0 0,-3 7,5-19,-1 22,2-26,-1-1,0 0,0 1,1-1,-1 0,0 1,0-1,1 0,-1 1,0-1,1 0,-1 1,1-1,-1 0,0 0,1 0,-1 1,1-1,-1 0,0 0,1 0,-1 0,1 0,-1 0,1 0,-1 0,1 0,-1 0,0 0,1 0,-1 0,1 0,-1 0,1-1,-1 1,0 0,1 0,-1 0,1-1,-1 1,0 0,1 0,-1-1,0 1,1 0,-1-1,0 1,0 0,1-1,-1 1,0-1,0 1,0 0,1-1,16-17,0 0,-2 0,0-2,-1 0,0-1,-2 0,-1-1,1-4,32-54,-44 79,0 1,0 0,0-1,0 1,0-1,0 1,0 0,0-1,0 1,0-1,0 1,0 0,0-1,0 1,0 0,1-1,-1 1,0-1,0 1,0 0,1-1,-1 1,0 0,0-1,1 1,-1 0,0 0,1-1,-1 1,0 0,1 0,-1 0,0-1,1 1,-1 0,0 0,1 0,-1 0,1 0,-1 0,0 0,1 0,-1 0,1 0,-1 0,0 0,1 0,-1 0,1 0,-1 0,0 0,1 0,-1 1,0-1,1 0,-1 0,0 0,1 1,-1-1,0 0,1 0,-1 1,0-1,0 0,1 1,-1-1,0 0,4 31,-5 17,8 82,-6-124,1-1,-1 1,1-1,0 0,0 0,1 0,-1 0,1 0,0 0,0-1,1 0,0 1,-1-1,1 0,1-1,-1 1,0-1,1 0,0 0,0 0,2 0,-1-1,0 0,0 0,0-1,0 0,0 0,0-1,1 1,-1-1,0-1,0 1,1-1,-1 0,0-1,0 1,0-1,0 0,2-2,28-12</inkml:trace>
  <inkml:trace contextRef="#ctx0" brushRef="#br0" timeOffset="916.064">1190 397,'10'0,"0"1,0-1,0-1,-1 0,1-1,0 1,-1-2,1 0,-1 0,0 0,8-5,-2 2,11-3,0-1,0-1,-2-2,1 0,-2-1,0-2,0 0,-2-2,0 0,7-10,-23 22,0-1,0 0,-1 0,0-1,0 1,-1-1,0 0,0 0,-1 0,0 0,0 0,-1-2,-1 6,1 1,-1-1,0 0,0 1,-1-1,1 0,-1 1,0-1,0 1,0-1,0 1,0-1,-1 1,0 0,0 0,0 0,0 0,0 0,0 0,-1 0,1 1,-1-1,0 1,0 0,0 0,0 0,0 0,-2 0,0 0,1 0,-1 0,0 0,0 1,0 0,-1 0,1 0,0 1,0 0,0 0,0 0,-1 1,1-1,0 1,0 1,0-1,0 1,0-1,0 1,1 1,-1-1,1 1,-1 0,1 0,-4 3,-1 2,1 0,-1 0,2 1,-1 0,1 1,0 0,1 0,0 0,1 1,0-1,1 3,-6 28,1 0,3 1,1 0,3 0,1 1,2-1,2 0,1 0,3 0,8 28,27 145,25 171,-62-330,-1 1,-3-1,-3 1,-2-1,-10 48,12-87,-1 1,-1-1,-1 1,0-1,-1 0,-1-1,-1 0,0 0,-1-1,-1 0,-4 6,13-20,0 1,0-1,0 0,0 0,-1 0,1 1,0-1,0 0,-1-1,1 1,0 0,-1 0,1 0,-1-1,1 1,-1-1,1 1,-1-1,0 0,1 0,-1 1,1-1,-1 0,0 0,1-1,-1 1,1 0,-1 0,0-1,1 1,-1-1,1 0,-1 1,1-1,0 0,-1 0,0 0,-18-20</inkml:trace>
  <inkml:trace contextRef="#ctx0" brushRef="#br0" timeOffset="1103.591">1244 1079,'-9'-7,"-1"-2,8-2,16-4,20-3,18-4,16-2,9-2,1-1,-13 4</inkml:trace>
  <inkml:trace contextRef="#ctx0" brushRef="#br0" timeOffset="1276.647">1966 852,'3'0,"0"2,-1 3,1 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3:46.1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440 709,'-38'-8,"-1"1,-1 1,1 3,-7 1,33 2,-1 1,1 0,-1 0,1 2,0-1,0 2,0 0,0 0,1 1,0 1,-1 0,2 1,-11 7,19-12,-1 0,1 0,0 1,0-1,0 1,0 0,0 0,1 0,-1 0,1 0,0 1,0-1,0 1,0-1,0 1,1 0,0 0,0 0,0-1,0 1,1 0,-1 0,1 0,0 0,0 0,0 0,1 0,0 0,-1 0,1 0,1 0,-1 0,1 0,-1-1,1 1,0-1,0 1,0-1,3 2,5 2,1 0,-1-1,2 0,-1-1,1 0,-1-1,1 0,1-1,-1 0,0-1,1-1,-1 0,1 0,-1-1,1-1,-1 0,10-2,-8 1,0 0,0-1,0-1,0 0,0-1,-1 0,0-1,0 0,-1-1,1-1,0-1,-7 5,-1 0,0-1,0 1,-1-1,1 0,-1 0,0 0,-1-1,1 1,-1-1,0 0,0 0,-1 0,0 0,0-1,0 1,-1-1,0 1,0-1,-1 1,0-1,0 1,0-1,-1 0,0-1,1 5,0 1,-1-1,1 0,-1 0,1 0,-1 0,0 1,0-1,0 0,0 1,-1-1,1 0,-1 1,1 0,-1-1,0 1,0 0,0 0,0 0,-1 0,1 0,0 1,-1-1,1 1,-1 0,0-1,1 1,-1 0,0 0,0 1,1-1,-4 0,4 3,-1 0,1 0,0 0,0 0,0 0,0 0,0 1,1-1,-1 1,1-1,-1 1,1 0,0-1,0 1,0 0,1 0,-1 0,1-1,-1 1,1 0,0 0,0 0,0 0,0 0,1 0,0 1,0 5,0-1,1 0,1 0,-1 0,1 0,1 0,-1-1,1 1,1-1,-1 0,1 0,1-1,-1 0,1 0,0 0,0 0,1-1,4 3,3 2,1-1,-1-1,2 0,-1-1,1 0,0-1,0-1,12 1,26 3</inkml:trace>
  <inkml:trace contextRef="#ctx0" brushRef="#br0" timeOffset="766.677">801 602,'-3'7,"1"0,0 0,0 0,0 0,1 1,0-1,0 1,1-1,0 0,1 1,-1-1,1 1,1-1,-1 0,1 0,0 0,1 0,0 0,3 5,1 1,0 1,2-1,-1-1,2 1,-1-2,2 1,-1-1,2-1,0 1,-7-7,-1 1,1-1,0 0,0 0,0 0,1-1,-1 0,1 0,0 0,0-1,0 0,0 0,0-1,0 1,0-1,1 0,-1-1,0 0,1 0,-1 0,1-1,-1 0,0 0,0 0,0-1,1 0,-1 0,-1-1,1 1,0-1,-1-1,1 1,-1-1,1-1,7-12,-1 0,-1-1,0-1,-2 0,0 0,-1-1,-1 0,-1 0,0-2,-6 21,0 0,0 1,0-1,0 0,0 1,0-1,-1 0,1 1,0-1,0 0,1 1,-1-1,0 0,0 1,0-1,0 0,0 1,1-1,-1 1,0-1,1 0,-1 1,0-1,1 1,-1-1,1 1,-1-1,1 1,-1-1,1 1,-1 0,1-1,-1 1,1 0,0-1,-1 1,1 0,-1 0,1 0,0-1,-1 1,1 0,0 0,-1 0,1 0,0 0,40 103,-34-94,0-1,1 0,0 0,0-1,1 0,0 0,0-1,1 0,-1-1,1 0,1 0,-1-1,0-1,1 0,0 0,0-1,0 0,0-1,0 0,0-1,0 0,0-1,0 0,0-1,0 0,0 0,0-2,-1 1,1-1,-1-1,0 0,0 0,-1-1,0 0,0 0,0-1,0-1,-1 1,-1-1,1-1,-1 0,4-7,0 0,-1-1,-1 0,-1 0,0-1,-1-1,-1 1,-1-1,-1 0,0 0,-1 0,3-36,-3-1,-1 1,-4-14,2 30,-2 1,-1-1,-2 1,-2 0,-2 0,-8-22,-7 26,23 34,0-1,0 1,0 0,0-1,0 1,0 0,0 0,0 0,0 0,0 0,0 0,0 0,0 1,0-1,0 0,0 0,0 1,0-1,0 1,0-1,0 1,0-1,0 1,0 0,1-1,-1 1,0 0,0 0,1-1,-1 1,0 0,1 0,-1 0,1 0,0 0,-1 0,1 0,-9 15,2 1,0 0,1 0,1 1,0 0,1-1,1 1,0 13,3-28,-5 33,2 0,1 0,2 0,2-1,1 1,2 0,1-1,4 9,-5-23,2 1,1-2,0 1,2-1,0 0,1-1,1 0,1-1,0-1,2 0,0 0,0-1,18 12,-22-19,1-1,0-1,0 0,1 0,0-2,0 1,0-1,0-1,10 1,-18-4,1 0,0 0,-1 0,1-1,-1 0,1 0,0-1,-1 1,1-1,-1-1,1 1,-1-1,1 0,-1 0,0 0,0-1,0 1,0-1,-1-1,1 1,-1-1,0 1,0-1,4-5,-1-2,0-1,-1 0,0 0,-1 0,-1-1,0 0,0 0,-1 0,-1 0,0 0,-1-1,0 1,-1 0,-1-1,0-1,-14-28,15 43,-1 0,0 1,0-1,0 0,0 0,1 0,-1 0,0 1,0-1,1 0,-1 1,0-1,0 1,1-1,-1 0,0 1,1 0,-1-1,1 1,-1-1,0 1,1 0,0-1,-1 1,1 0,-1 0,1-1,0 1,-1 0,1 0,0 0,0-1,0 1,0 1,-4 7,2 0,-1 0,1 1,1-1,0 1,0 0,1-1,0 1,0 0,1-1,1 1,0 0,0-1,0 0,1 1,1-1,0 0,0-1,1 1,0-1,0 0,1 0,0 0,0-1,1 0,-1 0,2-1,-1 0,1 0,0 0,0-1,1-1,-1 1,1-1,2 0,76 11,-50-18</inkml:trace>
  <inkml:trace contextRef="#ctx0" brushRef="#br0" timeOffset="969.656">1457 295,'29'-7,"36"-4,33-1,29 2,21 3,11 4,-23 4</inkml:trace>
  <inkml:trace contextRef="#ctx0" brushRef="#br0" timeOffset="1555.081">2593 910,'15'-16,"-1"-1,0 0,-1-1,-1-1,0 0,-2-1,0 0,-1 0,-1-1,-1 0,-1-1,-1 1,-1-1,-1 0,-1 0,0-1,-2 1,-1 0,-1-4,2 18,0 1,-1-1,1 1,-2-1,1 1,-1 0,0-1,-1 1,1 0,-2 1,1-1,-1 0,0 1,0 0,0 0,-1 0,0 0,0 1,-5-4,9 8,-1 1,0-1,1 0,-1 1,0-1,0 1,0-1,1 1,-1 0,0 0,0 0,0 0,0 0,0 0,1 1,-1-1,0 0,0 1,1 0,-1-1,0 1,0 0,1 0,-1 0,1 0,-1 0,1 0,-1 0,1 1,0-1,0 0,0 1,-1-1,1 1,1 0,-1-1,0 1,0 0,0-1,1 1,-1 0,1 0,0 0,-1-1,1 1,0 0,0 0,0 0,0 0,1-1,-1 1,0 0,1 0,-1 0,1-1,0 1,-1 0,1-1,0 1,0 0,0-1,1 2,7 3,-1 0,1 0,0-1,1 0,-1-1,1 0,0 0,0-1,0-1,1 1,-1-2,0 1,1-1,0-1,2 0,1 1,64 5,-46-5,1 1,-1 2,0 1,-1 1,30 11,-57-15,0 0,0 0,0 1,-1 0,1-1,-1 1,1 0,-1 1,0-1,0 1,0-1,-1 1,1 0,-1 0,0 0,0 0,-1 0,1 1,-1-1,0 0,0 1,0-1,-1 1,1-1,-1 1,0 0,-1-1,1 1,-1-1,0 1,0-1,0 2,6 78,-1-79,0 0,-1-1,1 0,1 1,-1-2,1 1,0 0,-1-1,2 0,-1 0,0 0,0-1,1 0,0 0,-1 0,1-1,0 1,0-1,0-1,-1 1,1-1,0 0,0-1,0 1,0-1,0 0,0-1,-1 1,1-1,6-1,-1 1,1-2,-1 0,0 0,0-1,-1 0,0-1,1 0,-2-1,1 0,-1 0,0-1,-1-1,1 1,-2-1,1 0,-1-1,-1 0,0 0,0 0,-1-1,0 0,-1 0,2-9,-5 5,-7 19,-7 24,10-21,1 1,1 0,-1 0,1 0,1 0,0 0,0 0,0 1,1-1,0 0,1 0,0-1,0 1,1 0,-1-1,2 1,-1-1,1 0,0 0,1 0,-1 0,1-1,1 0,-1 0,1-1,0 1,0-1,1 0,0-1,2 2,90 32,-52-31</inkml:trace>
  <inkml:trace contextRef="#ctx0" brushRef="#br0" timeOffset="1802.934">3609 134,'-7'16,"7"12,13 6,4-3</inkml:trace>
  <inkml:trace contextRef="#ctx0" brushRef="#br0" timeOffset="2415.833">3889 763,'0'4,"0"-1,1 1,-1 0,1 0,-1-1,1 1,0 0,1-1,-1 1,0-1,1 1,0-1,0 0,0 0,0 0,1 0,-1 0,1 0,0 0,0-1,0 0,0 1,0-1,0 0,0 0,1-1,-1 1,1-1,0 0,-1 0,1 0,0 0,-1 0,1-1,0 0,0 0,0 0,-1 0,1-1,0 1,0-1,-1 0,1 0,2-1,1-5,0 0,-1-1,1 0,-2 0,1 0,-1 0,-1-1,1 0,-1 0,-1 0,0-1,0 1,-1-1,0 0,-1 1,0-1,0 0,-1 0,0 0,-2-4,3 6,0 0,-1 0,0 0,0 0,-1 0,0 0,-1 0,0 1,0-1,0 0,-1 1,0 0,-1-1,0 1,0 1,0-1,-1 0,-4-4,7 10,1 0,-1 1,0-1,0 0,1 1,-1-1,0 1,0 0,0-1,0 1,1 0,-1 0,0 0,0 1,0-1,0 0,0 1,1-1,-1 1,0 0,1-1,-1 1,0 0,1 0,-1 0,1 0,-1 0,1 0,-1 1,1-1,0 0,0 1,-1 0,-33 54,32-48,1 0,0 0,0 0,1 0,0 0,0 1,0-1,1 0,1 1,0-1,0 0,0 0,1 0,0 0,1 0,0 0,0 0,0-1,1 1,0-1,1 0,0 0,0-1,0 1,1-1,0 0,0-1,0 1,1-1,-1 0,2-1,-1 0,0 0,1 0,2 0,1 0,1 0,-1-1,1 0,0-1,0 0,0-1,-1 0,1-1,0 0,0-1,0-1,7-1,-13 2,1-1,0 0,-1 0,0-1,1 0,-1 0,0 0,0-1,-1 0,1 0,-1 0,0-1,0 0,0 0,-1 0,1 0,-1-1,-1 0,1 0,-1 0,0 0,1-3,1-11,0 0,-2 0,0 0,-1 0,-1-1,-1 1,-1-1,0 1,-2 0,0 0,-2 0,0 0,-5-11,9 27,0 0,0 0,0 0,0 0,-1 0,0 0,0 1,0-1,0 1,0-1,-1 1,1 0,-1 0,0 0,0 0,0 0,-1 1,1-1,-1 1,1 0,-1 0,0 0,0 1,-3-2,6 3,0 0,0 0,0 0,0 1,0-1,0 0,0 0,0 1,0-1,0 1,0-1,0 1,0-1,0 1,0-1,0 1,1 0,-1 0,0-1,0 1,1 0,-1 0,0 0,1 0,-1 0,1 0,-1 0,1 0,0 0,-1 0,1 0,0 0,0 0,0 0,0 0,0 0,0 0,0 0,0 1,0-1,0 0,1 0,-1 0,0 0,1 0,-1 0,1 0,-1 0,1 0,-1 0,1-1,0 1,-1 0,1 0,0 0,0-1,0 1,-1 0,2 0,10 6,0 1,0-2,1 1,0-2,0 0,0 0,1-1,-1-1,1 0,0-1,1 0,-2 0,170 28,-181-29,0 0,0 1,0-1,0 1,0 0,0-1,0 1,0 0,0 0,-1 0,1 1,-1-1,0 0,0 0,1 1,-2-1,1 1,0-1,0 1,-1-1,1 1,-1 0,0-1,0 1,0-1,0 1,0 0,-1-1,1 1,-1-1,0 1,1-1,-1 1,0-1,0 1,-1-1,1 0,-1 0,1 1,-1-1,1 0,-2 0,-6 23,7-21,1 0,-1-1,1 1,0 0,0 0,1 0,-1 0,1 0,0 0,0 0,0 0,1 0,0 0,-1 0,1 0,0 0,1 0,-1-1,1 1,0 0,0-1,0 0,0 1,0-1,1 0,0 0,-1 0,4 2,9 4,1 0,1-1,-1-1,1-1,0 0,1-2,-1 0,1 0,0-2,-1 0,6-1,5 1,-1-1,0-1,0-2,0 0,0-2,0-1,0-1,14-6,-37 10,-11 3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3:44.24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1 790,'139'-357,"-129"329,33-71,-43 98,1 0,0 0,0 0,0 0,0 0,0 0,0 0,0 1,0-1,0 0,0 0,1 1,-1-1,0 1,0-1,1 1,-1-1,0 1,1 0,-1 0,0 0,1 0,-1 0,0 0,1 0,-1 0,1 0,-1 0,0 1,0-1,1 1,-1-1,0 1,0-1,1 1,-1 0,0 0,0 0,40 38,-39-37,18 22,-1 0,-1 1,-1 1,-1 0,-1 1,7 20,-21-44,0 0,0 1,0-1,0 0,0 0,-1 0,0 0,0 1,1-1,-2 0,1 0,0 1,-1-1,0 0,1 0,-1 0,0 0,-1 0,1 0,0 0,-1 0,0 0,0-1,0 1,0-1,0 1,0-1,-1 0,1 0,-1 0,1 0,-1 0,0 0,0-1,0 1,0-1,0 0,0 0,-6 3,-1-1,0 0,0 0,0-1,0 0,0-1,0 0,0-1,-1 0,1-1,0 0,-10-2,4-7,9-3</inkml:trace>
  <inkml:trace contextRef="#ctx0" brushRef="#br0" timeOffset="675.385">829 361,'-12'-5,"0"1,-1 0,0 1,1 1,-1 0,0 0,0 1,-1 1,1 0,-2 1,9 0,1-1,0 1,-1 0,1 0,0 1,0-1,0 1,0 0,0 1,0-1,0 1,1 0,-1 0,1 0,0 1,0-1,0 1,1 0,-1 1,1-1,0 0,0 1,0 0,1-1,-1 4,1-3,0 1,1 1,0-1,0 0,1 0,0 0,0 0,0 1,1-1,0 0,0 0,0 0,1 0,0 0,0-1,1 1,-1 0,1-1,1 0,-1 1,1-1,2 3,3 2,0 1,1-1,1-1,-1 1,1-2,1 0,0 0,0-1,7 3,-4-3,1-1,0 0,1-1,-1-1,1-1,-1 0,1-1,0-1,0-1,16-1,-25 1,-1-1,1 0,-1-1,1 1,-1-2,0 1,0-1,0 0,0 0,0-1,-1 0,1 0,-1 0,0-1,-1 0,1 0,-1-1,0 1,0-1,0 0,-1-1,0 1,0-1,-1 0,1-1,0-8,0 1,-2-1,1 0,-2 0,0 1,-1-1,0 0,-2 0,0 0,0 0,-2 1,0-1,0 1,-2 0,0 0,0 0,-1 1,-1 0,-8-10,8 11,19 19,9 7,11-1,0-1,1-2,0-1,0-1,1-2,3-1,92 18,-124-21,0-1,0 1,0 0,-1 0,1 0,0 0,0 1,-1 0,1 0,-1 0,0 0,1 0,-1 1,0-1,0 1,0 0,-1 0,1 0,-1 0,0 0,0 1,0-1,0 1,0-1,-1 1,1 0,-1 0,0-1,0 2,0 67,-3-66,1 1,0 0,1 0,-1-1,1 1,1 0,-1 0,1 0,0-1,1 1,0 0,0-1,0 0,1 1,0-1,0 0,0 0,1 0,0-1,0 1,1-1,3 4,1-5,1 1,-1-1,1-1,0 0,0 0,1-1,-1 0,0-1,1 0,-1-1,1 0,-1 0,0-1,1-1,-1 0,0 0,0-1,0 0,0-1,0 0,-1 0,0-1,0-1,0 1,0-1,-1-1,0 1,-1-2,1 1,-1-1,-1 0,1 0,-1-1,4-8,-4 5,-1 0,-1 0,0 0,0-1,-1 0,-1 1,0-1,0 0,-2 0,0 0,-1-10,-7 10,-1 34,5-9,0 0,2 0,-1 1,2-1,-1 1,2-1,0 1,0-1,1 1,1-1,0 1,0-1,1 0,1 0,0 0,1 0,0-1,1 1,0-1,7 8,-11-17,1 1,0 0,0-1,0 0,0 1,0-1,0-1,1 1,-1 0,1-1,0 1,-1-1,1 0,0-1,-1 1,1-1,0 1,0-1,0 0,0 0,1-1,19-5</inkml:trace>
  <inkml:trace contextRef="#ctx0" brushRef="#br0" timeOffset="927.711">1939 0,'-21'0,"-10"5,-3 6,4 7,12 9,16 3,9-3</inkml:trace>
  <inkml:trace contextRef="#ctx0" brushRef="#br0" timeOffset="1408.936">2567 187,'-15'-5,"0"0,0 1,-1 1,1 0,-1 1,0 1,0 0,0 2,0-1,0 2,1 0,-1 1,1 0,-1 2,1 0,0 0,-13 8,25-12,1 0,-1 0,1 0,-1 1,1 0,-1-1,1 1,0 0,0 0,0 0,0 0,0 1,0-1,1 0,-1 1,1-1,-1 1,1 0,0-1,0 1,0 0,1 0,-1 0,1-1,-1 1,1 0,0 0,0 0,0 0,1 0,-1 0,1 0,-1-1,1 1,0 0,0 0,0-1,1 1,-1 0,1-1,-1 0,1 1,0-1,12 12,1-1,0 0,1-2,0 0,1 0,0-2,0 0,13 4,7 5,-23-11,10 4,0 1,0 2,-1 0,-1 1,-1 2,8 6,-28-22,0 0,0 0,0-1,0 1,1 0,-1 0,0 0,0 0,-1 0,1 0,0 1,0-1,0 0,-1 0,1 0,-1 1,1-1,-1 0,1 1,-1-1,0 1,0-1,0 0,0 1,0-1,0 1,0-1,0 0,0 1,-1-1,1 1,0-1,-1 0,1 1,-1-1,0 0,1 0,-1 1,0-1,0 0,0 0,0 0,0 0,0 0,0 0,0 0,0-1,0 1,-1 0,-12 4,0-1,0-1,0 0,0-1,-1-1,1 0,-1-1,1 0,-1-1,1-1,-11-3,16 5,0-1,0 0,1 0,-1-1,0-1,1 1,-1-1,1-1,0 0,0 0,1 0,-1-1,1 0,0 0,0-1,-5-5,12 9,0 1,1-1,-1 0,0 1,1-1,-1 0,1 1,-1-1,1 1,-1-1,1 1,0-1,0 1,0 0,0-1,0 1,0 0,0 0,1 0,-1 0,0 0,1 0,-1 0,1 0,-1 0,1 0,-1 1,1-1,-1 1,1-1,0 1,-1 0,1 0,0-1,-1 1,1 0,0 1,-1-1,1 0,-1 0,2 1,216-11,-163 11,-1-2,0-3,20-4,-68 7,1 0,0 0,-1 0,1-1,-1 0,0-1,0 0,1 0,-2 0,1-1,0 0,-1 0,0-1,0 1,0-1,0-1,-1 1,0-1,0 0,-1 0,1-1,-1 1,-1-1,1 0,-1 0,0 0,-1 0,0-1,0 1,0-1,-1 1,0-1,-1-1,-1 4,1 0,-1 0,-1 0,1 1,-1-1,0 0,0 1,0 0,-1-1,1 1,-1 0,0 0,-3-2,4 4,1 1,0-1,0 1,-1 0,1 0,-1 0,1 0,-1 0,0 0,1 0,-1 0,0 1,0-1,1 0,-1 1,0 0,0-1,0 1,0 0,1 0,-1 0,0 0,0 0,0 1,0-1,0 1,1-1,-1 1,0-1,0 1,1 0,-1 0,1 0,-1 0,0 0,1 0,-1 1,-3 5,0-1,1 1,0 0,0 0,1 1,-1-1,2 1,-1 0,1-1,0 1,1 0,0 0,0 0,0 1,1-1,1 0,0 7,0-4,0-1,1 0,0 0,1 0,0 0,0 0,1 0,0-1,1 0,0 0,0 0,1 0,0-1,1 0,0 0,0-1,0 0,1 0,0-1,1 0,8 5,8 2,1-2,1-1,-1-1,2-1,-1-1,1-1,0-2,0-1,4-1,71 4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4:29.2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 14,'-2'-7,"-1"1,0 9,-2 14,1 17,0 18,1 12,1 10,3 3,4-2,3-5,1-10,-2-14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4:30.2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3732 597,'0'-6,"0"-1,0 6,0 14,0 16,3 18,2 15,3 12,2 7,0 3,-2-13</inkml:trace>
  <inkml:trace contextRef="#ctx0" brushRef="#br0" timeOffset="1024.88">29 851,'154'11,"90"-8,-147-3,2646-1,-2787-6,32 1</inkml:trace>
  <inkml:trace contextRef="#ctx0" brushRef="#br0" timeOffset="1274.732">3144 677,'7'2,"11"6,10 6,8 4,8 7,3 4,1 0,-7 1,-9 0,-15-1,-24-1,-31 2,-39 0,-45 0,-1-6</inkml:trace>
  <inkml:trace contextRef="#ctx0" brushRef="#br0" timeOffset="2023.331">376 757,'-22'2,"-1"1,1 1,0 1,0 0,1 2,-10 4,3-1,-128 51,130-45,25-15,1-1,0 1,0-1,-1 0,1 1,0-1,0 1,0-1,0 1,-1-1,1 1,0-1,0 1,0 0,0-1,0 1,0-1,0 1,1-1,-1 1,0-1,0 1,0-1,0 1,1-1,-1 0,0 1,1-1,-1 1,0-1,1 0,-1 1,0-1,1 1,-1-1,0 0,1 0,-1 1,1-1,-1 0,1 0,-1 1,1-1,-1 0,1 0,-1 0,1 0,-1 0,1 0,-1 0,1 0,-1 0,1 0,0 0,63 17,54 23,-4 50,-113-89,0-1,-1 1,1 0,0 0,0-1,0 1,0 0,0-1,0 1,0-1,0 1,0-1,0 0,0 1,0-1,0 0,0 0,0 0,0 0,0 0,0 0,0 0,0 0,1 0,-1 0,0-1,0 1,0 0,0-1,0 1,0-1,0 1,0-1,-1 1,1-1,0 0,0 1,0-1,0 0,-1 0,1 0,0 0,-1 1,1-1,-1 0,1 0,-1 0,1 0,-1 0,0 0,0-1,1 1,-1 0,16-62,-13 40,0 1,-2 0,0-1,-1 1,-2-1,0 1,-1 0,-2 0,-1-6,1 14</inkml:trace>
  <inkml:trace contextRef="#ctx0" brushRef="#br0" timeOffset="2931.428">617 289,'13'-288,"-11"435,-3-124,0-7,0 0,1 1,1-1,0 0,1-1,1 1,1 0,0-1,1 1,0-1,6 9,4-3</inkml:trace>
  <inkml:trace contextRef="#ctx0" brushRef="#br0" timeOffset="3229.185">898 209,'-5'8,"1"1,0-1,0 1,1 0,0 0,0 0,1 0,0 0,0 8,2-14,0 0,0 0,1 0,-1 0,0 0,1-1,0 1,-1 0,1 0,1 0,-1-1,0 1,1 0,-1-1,1 1,-1-1,1 0,0 1,0-1,1 0,-1 0,0 0,1-1,-1 1,1 0,-1-1,1 0,0 1,-1-1,1 0,0-1,1 1,0 0,0 0,0 0,0 0,0-1,0 0,0 0,1 0,-1-1,0 1,0-1,0 0,0 0,0 0,0 0,0-1,0 0,-1 0,1 0,-1 0,1 0,-1-1,0 0,0 1,0-1,0 0,0-1,-1 1,1 0,-1-1,0 1,0-1,1-3,1-1,-1 0,0 0,0 0,0 0,-1 0,-1-1,1 1,-1-1,-1 0,1 1,-2-1,1 0,-1 1,0-1,-2-4,3 10,-1 0,0 0,1 1,-1-1,0 0,0 0,-1 1,1-1,-1 0,1 1,-1-1,0 1,0 0,0 0,0 0,0 0,0 0,-1 0,1 0,-1 1,1-1,-1 1,1 0,-1-1,0 1,0 1,0-1,0 0,0 1,0-1,1 1,-1 0,0 0,0 0,0 0,0 1,0-1,0 1,0 0,0 0,0 0,-1 2,0 0,0 1,0-1,1 1,-1 0,1 0,0 0,0 1,1-1,-1 1,1 0,0-1,0 1,0 0,1 0,0 0,0 1,0-1,1 0,-1 0,1 0,0 1,1-1,-1 0,1 1,6 28</inkml:trace>
  <inkml:trace contextRef="#ctx0" brushRef="#br0" timeOffset="3857.178">1379 143,'0'40,"-1"1,2-1,1 1,2-1,4 7,-8-45,0 0,0 0,0 0,1 0,-1 0,1 0,-1 0,1 0,0 0,0-1,-1 1,1 0,1-1,-1 1,0 0,0-1,1 1,-1-1,1 0,-1 1,1-1,-1 0,1 0,0 0,-1 0,1 0,0-1,0 1,0 0,0-1,0 1,0-1,0 0,0 0,0 0,0 0,0 0,0 0,0 0,0-1,0 1,-1-1,1 1,0-1,0 0,0 1,0-2,5-3,1-1,-1 0,-1-1,1 0,-1 0,0 0,-1-1,0 1,0-1,0-1,-1 1,-1-1,1 1,-1-1,-1 0,1 0,-2-1,1 1,-1 0,-1-1,0 1,0 0,-1-7,-11-26,12 41,0 0,0 1,0-1,0 0,-1 1,1-1,0 0,0 1,-1-1,1 0,-1 1,1-1,-1 1,1-1,-1 1,1-1,-1 1,1-1,-1 1,1 0,-1-1,0 1,1 0,-1-1,0 1,1 0,-1 0,0-1,1 1,-1 0,0 0,0 0,1 0,-1 0,0 0,1 0,-1 0,0 1,1-1,-1 0,0 0,0 1,1-1,-1 0,1 1,-1-1,0 0,1 1,-1-1,1 1,-1-1,1 1,-1-1,1 1,-1-1,1 2,-3 2,0 1,1-1,0 1,0 0,0 0,1 0,0 0,0 0,0 0,0 1,1-1,0 0,0 0,0 1,1-1,-1 0,1 0,1 0,-1 0,1 0,0 0,0 0,0 0,1-1,-1 1,1-1,0 0,1 0,-1 0,1 0,-1 0,5 2,-2-1,1 0,0-1,0 0,1 0,-1 0,1-1,0 0,-1-1,1 0,0 0,1-1,-1 1,4-2,-9 1,0-1,1 0,-1 0,0-1,0 1,1-1,-1 0,0 0,0 0,0 0,0 0,0-1,0 1,0-1,0 0,0 0,-1 0,1 0,-1 0,1-1,-1 1,0-1,0 1,0-1,-1 0,1 0,0 0,-1 0,0 0,0 0,0 0,0 0,0-1,-1 1,3-11,-2 0,0 1,0-1,-1 0,-1 0,0 0,-1-3,2 18,0-1,0 0,0 1,1-1,-1 0,0 1,0-1,0 0,0 1,0-1,0 0,0 1,0-1,0 0,0 1,0-1,0 0,0 1,0-1,0 0,0 1,0-1,-1 0,1 0,0 1,0-1,0 0,0 1,-1-1,1 0,0 0,0 1,-1-1,1 0,0 0,0 0,-1 1,1-1,0 0,-1 0,1 0,0 0,-1 0,1 0,0 1,-1-1,1 0,0 0,-1 0,1 0,0 0,-1 0,1 0,0-1,-1 1,1 0,0 0,-1 0,1 0,0 0,0 0,-1-1,1 1,0 0,-1 0,1 0,0-1,0 1,-3 6,1 0,0 0,1 1,0-1,0 1,0-1,1 0,-1 1,2-1,-1 1,1-1,0 1,0-1,1 0,0 1,0-1,0 0,1 0,0 0,0-1,0 1,1-1,0 0,0 1,4 2,16 12</inkml:trace>
  <inkml:trace contextRef="#ctx0" brushRef="#br0" timeOffset="4205.25">2181 169,'-13'0,"0"0,-1 1,1 1,0 0,0 1,0 1,0-1,1 2,-1 0,1 1,0 0,1 0,-3 3,13-9,0 1,0-1,0 1,0-1,1 1,-1 0,0-1,0 1,0 0,1 0,-1 0,0-1,1 1,-1 0,1 0,-1 0,1 0,-1 0,1 0,0 0,0 0,-1 0,1 0,0 0,0 0,0 0,0 0,0 1,0-1,0 0,1 0,-1 0,0 0,1 0,-1 0,0 0,1 0,-1 0,1-1,0 1,-1 0,1 0,0 0,-1 0,1-1,0 1,0 0,0 0,50 24,-50-24,190 58,-190-59,2 1,1 0,-1 0,1 0,-1 0,0 1,1-1,-1 1,0 0,0 0,0 0,0 0,-1 1,1-1,0 1,-1-1,0 1,0 0,0 0,0 0,1 2,-4-3,1 0,-1 0,0 0,0 0,0-1,0 1,-1 0,1-1,0 1,-1-1,1 1,-1-1,0 0,1 0,-1 1,0-1,0 0,1-1,-1 1,0 0,0 0,0-1,0 1,-1-1,3 0,-34 11,-1-1,0-2,-1-2,1-1,-4-2,-10 0,6-3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5:45:02.3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2561,'2'-1,"-1"0,0 0,1 0,-1-1,0 1,1 1,-1-1,1 0,-1 0,1 0,0 1,-1-1,1 1,0 0,-1-1,1 1,0 0,0 0,-1 0,1 0,0 0,1 1,0-2,168 15,217-15,-208-12,32 13,-200 1,1 1,-1-1,0 2,0 0,0 0,-1 2,10 3,-20-8,0 0,-1 0,1-1,0 1,0 0,0-1,0 1,-1-1,1 1,0-1,-1 1,1-1,0 1,-1-1,1 0,0 1,-1-1,1 0,-1 0,0 1,1-1,-1 0,1 0,-1 0,0 1,0-1,1 0,-1 0,0 0,0 0,0 0,0 0,0 0,0 1,0-1,-1 0,1 0,0 0,0 0,-1 0,1 1,0-1,-1 0,1 0,-1 1,1-1,-1 0,1 0,-1 1,0-6,-24-193,12 27,6-51,0 13,8 129,0-89,11 102,-11 65,1 1,0-1,0 1,0 0,0 0,1 0,-1 0,0 0,1 0,-1 0,1 1,0-1,0 1,-1 0,1 0,0 0,0 0,0 1,0-1,0 1,0-1,0 1,0 0,0 1,1-1,-1 0,0 1,0-1,0 1,-1 0,2 1,15-1,5-1,-17-1,0 1,1 0,-1 0,0 0,0 1,1 1,-1-1,0 1,0 0,5 3,-9-2,-1 0,0 0,0 0,0 0,0 0,-1 1,1-1,-1 1,0-1,0 1,0 0,0-1,-1 1,0 0,1-1,-1 1,-1 0,1 0,0-1,-1 1,0 0,0 0,0 11,-1 309,29-131,-22-41,0-115,-1-1,-2 1,-1 0,-3 15,0 17,5 48,-2-115,1 0,-1 0,1 0,-1 0,1 0,0-1,0 1,0-1,0 1,0-1,0 0,0 0,0 0,0 0,1 0,-1 0,0 0,1-1,-1 0,1 1,-1-1,1 0,-1 0,0 0,1 0,-1-1,1 1,-1-1,0 1,1-1,-1 0,0 0,1 0,-1 0,0 0,0-1,0 1,0-1,1 0,12-3,21-5,1 2,-1 2,1 1,0 2,0 1,18 3,484-14,-76 6,136 0,-369 9,692-2,-433 13,-427-13,426 16,-11 9,172-18,-280-9,186-4,-553 6,-1 1,0-1,1 0,-1 0,1 0,-1-1,0 1,1 0,-1 0,1-1,-1 1,0-1,0 1,1-1,-1 0,0 1,0-1,0 0,1 0,-1 0,0 0,0 0,0 0,-1 0,1 0,0 0,0 0,-1-1,1 1,0 0,-1-1,1 1,-1 0,0-1,1 1,-1 0,0-1,0 1,0-1,0 1,0 0,0-1,-1 0,0-17,-1 0,-2 1,0-1,0 1,-2 0,-4-10,-3-11,-23-76,6-2,4-1,6-1,1-46,18 158,-3-75,-4 0,-3 1,-17-60,23 120,0-1,2 0,1 0,1 0,1 0,1-4,34 55,-21-24,-1 0,1-1,0-1,1 0,-1-1,1-1,-1 0,1-1,11-1,21 1,-46 0,0 0,0 0,0-1,0 1,0 0,0 0,0 0,0 0,0 0,0 0,0 1,0-1,0 0,0 1,0-1,0 0,0 1,0-1,0 1,0-1,-1 1,1 0,0-1,0 1,0 0,-1-1,1 1,-1 0,1 0,0 0,-1 0,1 0,-1-1,0 1,1 0,-1 0,0 0,0 0,1 0,-1 0,0 0,0 0,0 0,0 0,0 0,-1 0,1 0,0 0,0 0,-1 0,1 0,0 0,-1 0,1 0,-1 0,1 0,-1 0,-4 11,1 1,1-1,0 1,1 0,0 0,1 0,0 0,1 0,1 0,0 0,0 0,1 0,1 0,1 0,1 4,15 46,-2 1,5 51,-16-76,1-1,1 0,2-1,2 0,12 23,33 111,-48-25,-2 4,-8-46,2-101,-1 0,1 0,0-1,-1 1,1 0,0-1,1 0,-1 1,0-1,1 0,-1 0,1 0,0 0,-1-1,1 1,0-1,0 1,0-1,0 0,1 0,-1-1,0 1,0-1,0 1,1-1,-1 0,0 0,2-1,3 2,140 14,1-7,75-8,107 3,325 48,650 25,-1289-75,107 6,-1 5,30 11,-131-17,-18-3,-15-3,-17-6,-5-2</inkml:trace>
  <inkml:trace contextRef="#ctx0" brushRef="#br0" timeOffset="1205.803">776 997,'-9'2,"0"0,1 1,-1 0,1 1,0 0,0 0,0 0,1 1,0 0,-1 1,2 0,-1 0,1 0,0 1,0 0,1 0,0 0,0 1,0 0,1 0,1 0,-1 0,0 5,1-1,1 1,0-1,1 1,0-1,1 1,1-1,0 1,0-1,1 0,1 1,0-1,1 0,0-1,1 1,0-1,1 1,0-1,0-1,1 0,1 0,0 0,0-1,1 0,0 0,7 3,21 14,1-1,2-3,0-1,2-1,0-3,0-2,21 4,-16-3,0-2,2-3,-1-1,1-3,1-1,-1-3,1-2,4-2,-41-1,0-1,0 0,0 0,-1-1,1-1,-1 0,0-1,0 0,-1-1,0 0,0-1,-1 0,1 0,-2-1,0-1,0 0,0 0,-1 0,-1-1,0-1,0 1,-1-1,-1 0,0 0,0-1,-1 1,-1-1,0 0,-1 0,0 0,-1-1,-1 1,0 0,-1-1,-1-5,-1 1,0-1,-2 1,0 0,-1 0,-1 0,0 1,-1 0,-1 1,-1 0,0 0,-1 1,-1 0,-1 1,0 0,0 1,-1 0,-1 2,0-1,-1 2,0 0,0 1,-1 1,0 0,-1 1,0 1,0 1,-6-1,-16-3,0 3,0 1,0 2,-1 2,1 2,-1 1,1 2,0 2,0 2,1 1,0 2,0 2,1 1,1 2,1 2,0 1,-24 19,30-16,1 1,1 1,1 2,1 0,2 2,1 1,1 1,1 1,2 0,0 2,-33 74</inkml:trace>
  <inkml:trace contextRef="#ctx0" brushRef="#br0" timeOffset="1984.857">2086 743,'0'16,"0"17,0 11,0 10,0 8,0 1,0-3,0-4,0-8,0-11</inkml:trace>
  <inkml:trace contextRef="#ctx0" brushRef="#br0" timeOffset="2203.979">2046 716,'4'16,"7"14,7 10,9 6,5 2,5-2,0-4,-1-6,-2-8,-3-8,-4-9,-7-6</inkml:trace>
  <inkml:trace contextRef="#ctx0" brushRef="#br0" timeOffset="2454.312">2460 663,'-2'-9,"-1"0,0 7,1 13,0 17,1 15,1 11,-1 5,1 5,0 0,-2-2,0-6,-1-9,5-10,2-11</inkml:trace>
  <inkml:trace contextRef="#ctx0" brushRef="#br0" timeOffset="2636.821">2634 890,'0'16,"0"10,0 4,0 3,0 0,2-2,1-3,2-6,3-8,0-5</inkml:trace>
  <inkml:trace contextRef="#ctx0" brushRef="#br0" timeOffset="2803.376">2728 623,'-12'-5,"-1"2,2 0</inkml:trace>
  <inkml:trace contextRef="#ctx0" brushRef="#br0" timeOffset="3103.574">2888 810,'130'235,"-129"-233,2 5,1 0,-1 0,2 0,-1-1,1 0,-1 0,2 0,-1 0,1-1,0 0,0 0,4 2,-9-6,0-1,1 1,-1-1,0 0,1 1,-1-1,1 0,-1 0,1 0,-1 0,0 0,1 0,-1 0,1 0,-1-1,0 1,1-1,-1 1,0-1,1 1,-1-1,0 0,0 0,1 1,-1-1,0 0,0 0,0 0,0 0,0 0,0-1,-1 1,1 0,0 0,-1 0,1-2,18-50,-16 25,0 0,-2 0,-2-1,0 1,-2-5,2 27,3-26,2 26</inkml:trace>
  <inkml:trace contextRef="#ctx0" brushRef="#br0" timeOffset="3704.052">3342 997,'37'-15,"-2"-2,0-2,-1 0,-1-3,16-13,-9-14,-39 48,0 0,0-1,-1 1,1-1,-1 1,1 0,-1-1,0 1,0-1,1 1,-1-1,0 1,0-1,0 1,-1-1,1 1,0-1,-1 1,1-1,-1 1,1-1,-1 1,1 0,-1-1,0 1,0 0,0-1,0 1,0 0,0 0,0 0,0 0,0 0,0 0,-1 0,1 1,0-1,-1 0,1 1,-8-4,0 1,1 0,-1 1,0 0,0 0,0 1,-1 0,1 1,0-1,0 2,0 0,-1 0,1 0,0 1,0 1,1-1,-1 2,-4 1,9-2,1-1,0 1,-1 0,1 0,0 0,1 0,-1 0,0 1,1-1,0 1,0-1,0 1,0 0,1 0,-1 0,1 0,0 0,1 1,-1-1,0 0,1 0,0 0,0 1,1-1,-1 0,1 0,-1 0,2 1,-1-1,0 0,1 0,-1 0,1-1,0 1,1 0,-1-1,0 1,1-1,0 0,0 0,0 0,0 0,0-1,1 1,-1-1,1 1,11 6,1-1,0 0,0-1,0-1,1 0,0-1,0-1,0-1,0 0,1-2,-1 1,1-2,0-1,-1 0,1-1,-1 0,0-2,1-1,-1 0,0-2,0 0,-1 0,0-2,-1 0,1-1,-2 0,1-1,-2-1,1 0,-2-1,0 0,0-1,-1-1,-1 0,0 0,-1-1,-1 0,0 0,-2-1,0 0,0 0,-2 0,0-1,0-3,1-2,-1 0,-1-1,-1 1,-1-1,-1 1,-2-1,0 1,-1-1,-1 1,-1 0,-7-19,10 39,1-1,0 1,-1 0,1-1,-1 1,0 0,0 0,0 0,0 1,-1-1,1 0,-1 1,0 0,0-1,0 1,0 0,0 1,0-1,0 0,0 1,-1 0,1 0,-1 0,1 0,-1 0,1 1,-1 0,0-1,1 1,-1 0,1 1,-1-1,1 1,-1 0,-1 0,-4 5,0 2,0-1,0 1,1 0,0 1,1-1,0 2,0-1,1 1,0 0,1 0,0 1,0-1,1 1,1 0,0 0,0 1,1-1,0 9,-3 6,1 0,1 0,2 1,1-1,0 0,2 1,1-1,5 17,-5-28,1 0,1 0,0-1,1 1,1-1,0-1,1 1,0-1,1-1,1 1,0-2,0 1,1-1,0-1,6 4,-1-3,0-1,1-1,0-1,1 0,0-1,0 0,0-2,1 0,0-1,0-1,10 0,24-1</inkml:trace>
  <inkml:trace contextRef="#ctx0" brushRef="#br0" timeOffset="4236.167">5001 623,'-11'-4,"-1"1,1 0,0 1,-1 0,1 1,-1 0,1 1,-1 0,1 1,-1 0,1 1,-1 0,1 1,0 0,0 0,0 2,0-1,1 1,0 1,0 0,0 0,1 1,0 0,-8 9,14-14,1 1,0-1,0 1,0 0,0 0,0 0,1 0,-1 0,1 0,0 0,0 0,0 1,0-1,1 1,-1-1,1 0,0 1,0-1,0 1,0-1,1 0,-1 1,1-1,0 0,0 1,0-1,1 0,-1 0,1 0,-1 0,1 0,0 0,0-1,1 1,-1 0,3 1,3 2,0-1,1-1,0 0,0 0,0 0,1-1,-1-1,1 1,-1-2,1 1,0-1,0-1,0 0,-1 0,1-1,0 0,0-1,-1 0,1 0,-1-1,1 0,-1-1,2-1,-6 2,0-1,0 1,-1-1,0 0,1 0,-1 0,-1-1,1 1,0-1,-1 0,0 0,0 0,-1 0,0-1,0 1,0-1,0 0,-1 1,0-1,0 0,0 0,-1 0,0 1,0-1,-1 0,1 0,-2-5,1 11,1 1,0-1,-1 1,1-1,0 1,-1-1,1 0,-1 1,1-1,0 0,-1 1,1-1,-1 0,1 0,-1 1,1-1,-1 0,1 0,-1 0,0 0,1 0,-1 0,1 1,-1-1,1-1,-1 1,1 0,-1 0,0 0,1 0,-1 0,1 0,-1-1,1 1,-1 0,1 0,-1-1,1 1,-1 0,1-1,0 1,-1 0,1-1,-1 1,1-1,0 1,-1-1,1 1,0-1,0 1,-1-1,0 7,1-1,-1 1,1-1,0 0,0 1,1-1,0 1,0-1,0 1,0-1,1 0,0 0,0 0,0 0,1 0,-1 0,1-1,0 1,1-1,-1 0,1 0,0 0,0 0,0 0,1-1,2 2,22 11</inkml:trace>
  <inkml:trace contextRef="#ctx0" brushRef="#br0" timeOffset="4888.422">5388 596,'-94'11,"90"-10,1 0,0 0,-1 0,1 0,0 1,0-1,0 1,0 0,0 0,0 0,0 0,1 0,-1 1,1-1,-1 1,1 0,0 0,0 0,1 0,-1 0,0 0,1 0,0 0,0 1,0 0,0-1,1 1,0 0,0 0,1-1,-1 1,1 0,-1 0,1-1,1 1,-1-1,0 1,1-1,0 1,-1-1,1 0,1 0,-1 0,0 0,1 0,-1 0,1-1,0 1,0-1,0 0,1 0,85 41,-78-38,0-2,0 1,1-1,0-1,-1 0,1-1,0 0,0-1,-1 0,1-1,0 0,0-1,-1 0,1-1,-1 0,0-1,0 0,0-1,0 0,-1-1,0 0,0 0,0-1,-1-1,4-4,-1-8,-1-1,-1 0,-1-1,-1 0,0-1,-2 0,-1 0,-1 0,-1 0,-1-1,-1 1,-1-1,-2-21,1-18,-2 2,-2-1,-4 0,-3-8,-16-7,27 76,0 0,-1 1,1-1,0 1,0-1,-1 0,1 1,0 0,-1-1,1 1,0 0,-1 0,1 0,0 0,-1 0,1 0,0 0,-1 0,1 0,0 1,-1-1,1 1,0-1,-1 1,1-1,0 1,0 0,0 0,0-1,0 1,0 0,0 0,0 0,0 0,0 0,0 0,0 0,1 1,-1-1,0 0,1 0,-1 1,1-1,0 0,-1 1,1-1,0 0,0 1,0-1,0 1,-9 22,1 0,2 0,0 0,1 1,2 0,1 0,0 0,2 0,1 0,1 0,5 20,-2-16,2 0,1-1,2 0,0 0,2-1,1 0,1-2,1 1,2-2,0 0,1-1,11 9,-25-26,0 0,1-1,-1 0,1 0,0 0,1-1,-1 0,1 0,0 0,0-1,1 1,-1-1,0-1,1 0,0 1,-1-2,1 1,0-1,0 0,0-1,0 1,0-2,0 1,0-1,0 0,0 0,0 0,3-2,2-8,1-1,-2 0,0-1,0 0,-1-1,-1 0,0 0,-1-1,0 0,-2-1,0 0,0 0,-1 0,0-9,1 14,-8 33,2-20,-3 14,-3 75,7-87,-1 0,1-1,-1 1,1-1,0 1,0-1,0 1,1-1,-1 0,1 0,0 0,0 0,0 0,0 0,1 0,-1 0,1-1,0 0,-1 1,1-1,0 0,0 0,2 0,23 8,2-4</inkml:trace>
  <inkml:trace contextRef="#ctx0" brushRef="#br0" timeOffset="5133.768">6270 383,'-16'-3,"-10"-2,-7-1,-4 0,-4 0,-1 0,6 2</inkml:trace>
  <inkml:trace contextRef="#ctx0" brushRef="#br0" timeOffset="5304.758">5589 222,'13'-14,"14"-6,16-3,17 1,16 4,11 5,4 9,-13 6</inkml:trace>
  <inkml:trace contextRef="#ctx0" brushRef="#br0" timeOffset="5487.269">6444 449,'0'6,"0"-1,1 1,0-1,0 1,0-1,1 1,-1-1,1 0,1 0,-1 0,1 0,0 0,0 0,0-1,1 0,-1 1,1-1,0-1,0 1,1 0,-1-1,1 0,1 1,4 1,0 0,0 0,1-1,0 0,0-1,0 0,0-1,0 0,1-1,9 1,-16-2,0 0,1-1,-1 0,0 1,0-2,0 1,1 0,-2-1,1 0,0 0,0-1,0 1,-1-1,0 0,1 0,-1-1,0 1,-1-1,1 0,-1 0,1 0,-1 0,0-1,-1 1,1-1,-1 0,0 0,0 0,0 0,-1 0,27-114,-25 96,2 1,0 0,1 0,1 1,1 0,6-12,-3 16</inkml:trace>
  <inkml:trace contextRef="#ctx0" brushRef="#br0" timeOffset="7820.105">2179 1666,'0'16,"0"14,0 13,0 12,0 7,0 4,0 0,0-4,0-6,0-10,0-11,0-11</inkml:trace>
  <inkml:trace contextRef="#ctx0" brushRef="#br0" timeOffset="8367.153">2192 1893,'-54'-172,"53"170,0 0,1 0,-1 0,0-1,1 1,-1 0,1 0,0 0,0 0,0 0,0-1,0 1,0 0,0 0,1 0,-1 0,1-1,0 1,-1 0,1 0,0 0,0 1,0-1,1 0,-1 0,0 0,1 1,-1-1,1 1,0-1,-1 1,1 0,1-1,4 0,1 1,0 0,0 0,0 0,0 1,0 1,0-1,0 1,0 1,0-1,6 3,-4-1,12 1,0 1,0 2,-1 0,0 1,-1 1,9 6,-27-15,-1 1,1-1,-1 1,0-1,1 1,-1 0,0 0,0-1,0 1,0 0,0 0,0 0,0 0,0 0,0 1,0-1,0 0,0 0,-1 0,1 1,-1-1,1 0,-1 1,1-1,-1 1,0-1,0 1,1-1,-1 0,0 1,0-1,-1 1,1-1,0 1,0-1,-1 0,1 1,-1-1,1 0,-1 1,1-1,-1 0,0 1,0-1,0 0,0 0,0 0,0 0,0 0,0 0,0 0,0 0,0-1,-1 1,1 0,0-1,-1 1,-15 6,0 0,-1-2,0 0,0-1,0 0,-1-2,1 0,-1-1,-17-2,26 3,25 0,7 1,-1-1,0 0,1-2,-1-1,1 0,-1-2,0 0,0-2,0 0,-1-1,1-1,-2-1,1-1,-1-1,0 0,-1-1,0-1,-1-1,0-1,7-8,5-39,-29 60,0 0,0-1,0 1,0-1,0 1,0 0,0-1,0 1,-1 0,1-1,0 1,-1 0,1-1,-1 1,1 0,-1 0,0 0,0-1,1 1,-1 0,0 0,0 0,0 0,0 0,0 0,0 1,-1-1,1 0,0 1,0-1,0 0,-1 1,1-1,0 1,-1 0,1 0,0-1,-1 1,1 0,-1 0,1 0,0 0,-1 0,1 1,-1-1,-6 2,0-1,0 2,1-1,-1 1,1 0,0 1,0-1,0 2,1-1,-1 1,1-1,0 2,0-1,1 1,-1 0,1 0,1 0,-1 1,1 0,0 0,1 0,-2 4,4-9,0 0,1 0,-1 0,1 0,-1 0,1 0,0 1,0-1,0 0,0 0,0 0,0 0,1 1,-1-1,1 0,-1 0,1 0,0 0,0 0,0 0,0 0,0 0,1-1,-1 1,0 0,1 0,-1-1,1 1,0-1,-1 0,1 0,0 1,0-1,0 0,0 0,0 0,0-1,0 1,0-1,0 1,93 12,65-31,-80 1</inkml:trace>
  <inkml:trace contextRef="#ctx0" brushRef="#br0" timeOffset="9583.49">3650 1546,'-15'-4,"1"2,-1 0,0 0,0 2,1 0,-1 0,0 1,1 1,-1 1,1 0,-1 1,1 0,0 1,1 1,-1 0,1 1,-9 6,-19 24,40-36,0 0,0 0,0 1,0-1,0 0,1 1,-1-1,0 0,1 1,-1-1,1 1,-1-1,1 1,0-1,0 1,0-1,0 1,0-1,0 1,0-1,0 1,0-1,1 1,-1-1,1 1,-1-1,1 0,-1 1,1-1,0 0,0 1,0-1,0 1,5 1,0 1,0-1,0 0,0 0,0-1,1 0,-1 0,1 0,0-1,-1 0,1 0,0-1,0 0,-1 0,1 0,0-1,1 0,56-8,0-2,-1-2,-1-4,-1-2,59-27,-101 38,-10 6,0 0,-1-1,0-1,0 1,0-1,0-1,-1 0,1 0,-1 0,0-1,-1 0,5-5,-10 10,-1 1,1-1,-1 0,0 0,0 1,1-1,-1 0,0 0,0 0,0 0,0 1,0-1,0 0,0 0,0 0,0 0,0 1,0-1,-1 0,1 0,0 0,0 1,-1-1,1 0,-1 0,1 1,-1-1,1 0,-1 1,1-1,-1 1,0-1,1 0,-1 1,0 0,1-1,-1 1,0-1,0 1,1 0,-1-1,0 1,0 0,0 0,0 0,-40-8,29 8,0 1,1 1,-1 0,0 1,1 0,-1 1,1 0,0 0,1 1,-1 1,1 0,0 0,0 1,1 1,0-1,0 1,1 1,0 0,-6 8,13-16,-1 0,1 0,0 0,-1 1,1-1,0 1,0-1,0 1,0-1,0 1,1 0,-1-1,0 1,1 0,-1 0,1-1,-1 1,1 0,0 0,0 0,0 0,0-1,0 1,0 0,1 0,-1 0,1-1,-1 1,1 0,0 0,-1-1,1 1,0-1,0 1,0-1,0 1,0-1,1 1,-1-1,0 0,1 0,-1 1,1-1,10 2,-1-1,1 0,-1-1,1 0,0-1,-1-1,1 1,0-2,-1 1,1-2,-1 0,0 0,0-1,0 0,0-1,0 0,-2 2,0-1,-1 0,1 0,-1-1,0 0,-1 0,1-1,-1 0,0 0,0-1,-1 0,1 0,-2-1,1 1,-1-1,1-3,-6 11,-1 1,1-1,0 1,-1-1,1 0,-1 1,1-1,-1 0,1 0,-1 1,1-1,-1 0,1 0,-1 0,1 0,-1 1,0-1,1 0,-1 0,1 0,-1 0,1 0,-1-1,1 1,-1 0,1 0,-1 0,0 0,1 0,-1-1,1 1,-1 0,1-1,0 1,-1 0,1-1,-1 1,1 0,0-1,-1 1,1-1,0 1,-1-1,1 1,0-1,0 1,-1-1,1 1,0-1,0 1,0-1,0 1,0-1,-1 1,1-1,0 1,1-1,-1 0,0 1,0-1,0 1,0-1,0 0,-2 3,-1 1,1-1,0 0,0 1,0 0,0-1,0 1,0 0,1 0,0 0,-1 0,1 0,0 0,0 0,1 0,-1 1,1-1,-1 0,1 0,0 1,0-1,1 0,-1 0,1 1,-1-1,1 0,0 0,0 0,1 0,-1 0,1 0,-1 0,1 0,0-1,0 1,0 0,0-1,0 0,1 0,-1 1,1-1,1 0,1 1,0-1,0 0,0-1,0 1,0-1,0 0,0 0,0-1,1 1,-1-1,0 0,1-1,-1 1,0-1,0 0,0 0,0-1,0 0,0 0,0 0,0 0,0-1,-1 1,0-1,1 0,-1-1,0 1,0-1,-1 0,1 0,-1 0,0 0,0-1,0 1,-1-1,1 0,-1 0,5-98,-7 42,1 60,0-1,0 0,0 0,0 0,0 1,0-1,1 1,-1-1,1 1,-1-1,1 1,-1 0,1 0,0 0,-1 0,1 0,0 0,0 0,0 0,0 1,0-1,0 1,0-1,0 1,0 0,0 0,0 0,0 0,0 0,0 0,0 1,0-1,0 1,1 0,4-1,26 0,-6-1,-1 1,1 2,-1 0,1 2,-1 1,21 6,-45-10,1 0,-1 0,1 0,-1 0,1 1,-1-1,0 1,0 0,0-1,0 1,0 0,0 0,0 0,0 0,-1 1,1-1,-1 0,0 1,0-1,0 1,0-1,0 1,0 0,-1-1,1 1,-1 0,0-1,1 1,-1 0,-1 0,1-1,0 1,-1 0,1-1,-2 3,-8 68,12-71,0 0,1 0,-1 0,1 0,-1 0,1-1,-1 1,1-1,0 0,0 0,0 0,0 0,-1 0,1-1,0 1,0-1,0 0,0 0,0 0,1 0,-1-1,-1 1,1-1,0 1,0-1,0 0,1-1,19-3,1-1,-1-2,1 0,-2-1,0-2,0 0,-1-1,0-1,-1-1,0-1,-2-1,2-2,-12 10,-1 0,0-1,-1 1,0-1,0-1,-1 1,0-1,0 0,0-4,-3 9,-1 1,0-1,0 1,0-1,0 1,-1-1,1 1,-1-1,-1 0,1 1,0-1,-1 1,0-1,0 1,-1-1,1 1,-1-1,0 1,0 0,0 0,-1 0,1 0,-1 1,0 0,1 1,-1 1,0-1,1 0,-1 1,0-1,0 1,0 0,0 0,-1 0,1 0,0 1,0-1,-1 1,1 0,0 0,0 0,-1 0,1 0,0 1,0 0,0-1,-1 1,1 1,0-1,0 0,0 1,1-1,-1 1,0 0,0 0,1 0,0 0,-1 0,1 1,0-1,0 1,0 0,0-1,1 1,-1 0,1 0,-1 0,1 0,0 0,0 0,1 1,-1 0,-1 0,0 0,0 1,1-1,-1 1,1-1,0 1,0-1,1 1,0 0,-1-1,2 1,-1 0,0-1,1 1,0 0,0-1,0 1,1-1,-1 0,1 1,0-1,1 0,-1 0,1 0,-1 0,1-1,0 1,1-1,-1 1,12 3,-1 0,1 0,1-2,-1 0,1-1,0 0,0-1,0-1,0-1,0 0,0-1,1-1,3-1,53-2,-7-2</inkml:trace>
  <inkml:trace contextRef="#ctx0" brushRef="#br0" timeOffset="11615.27">2634 2227,'85'-42,"-3"-4,44-34,-106 68,7-5,-1-1,0 0,-1-2,-2-1,4-5,-26 26,0-1,0 1,0-1,0 0,0 1,0-1,0 1,0-1,-1 0,1 0,0 0,0 0,-1 1,1-1,0 0,-1 0,1 0,-1 0,1 0,-1 0,0 0,0-1,1 1,-1 0,0 0,0 0,0 0,0 0,0 0,0 0,0-1,0 1,-1 0,1 0,0 0,-1 0,1 0,-1 0,1 0,-1 0,1 0,-1 0,0 0,0 1,1-1,-1 0,0 0,0 0,0 1,0-1,0 1,0-1,0 1,0-1,0 1,0-1,0 1,0 0,0-1,0 1,0 0,-1 0,-4 0,0 0,1 0,-1 0,0 1,0-1,1 2,-1-1,1 1,-1-1,1 1,-1 1,1-1,0 1,0 0,0 0,1 1,-1-1,1 1,0 0,0 0,0 0,0 1,1 0,0-1,0 1,0 0,0 1,1-1,0 0,0 1,0-1,1 3,-4 24,1 1,2-1,1 1,2 0,1 0,1-1,2 1,4 9,-1 13,15 93,-7 0,-7 0,-7 81,-6-173,-2-14</inkml:trace>
  <inkml:trace contextRef="#ctx0" brushRef="#br0" timeOffset="12201.517">2780 2589,'1'-12,"0"0,1 1,0-1,1 1,0 0,0 0,2 0,-1 0,1 1,1 0,0 0,0 0,1 0,0 1,0 0,1 1,4-4,8-6,1 1,0 1,1 1,0 1,2 1,-1 1,5-1,217-69,-73 29,-133 29,-39 23,1 1,-1-1,1 0,-1 1,1-1,-1 0,0 1,1-1,-1 0,0 0,1 1,-1-1,0 0,0 0,0 0,0 1,0-1,0 0,0 0,0 0,0 1,0-1,0 0,-1 0,1 0,0 1,-1-1,1 0,0 1,-1-1,1 0,-1 1,1-1,-1 0,1 1,-1-1,1 1,-1-1,0 1,1-1,-1 1,0-1,1 1,-1 0,0 0,0-1,1 1,-1 0,0 0,0 0,0-1,1 1,-2 0,-3-1,-1-1,0 1,0 0,1 0,-1 0,0 1,0 0,0 0,0 0,0 1,0 0,0 0,1 1,-1 0,0 0,1 0,-1 0,1 1,0 0,0 0,0 0,0 1,0 0,-2 3,-4 3,0 0,1 1,1 0,0 1,0 0,1 0,1 1,0 0,-3 8,9-20,0 0,0 0,0 1,1-1,-1 1,0-1,0 1,1-1,-1 1,1-1,0 1,-1-1,1 1,0 0,0-1,0 1,0-1,0 1,0 0,1-1,-1 1,0-1,1 1,-1-1,1 1,0-1,-1 1,1-1,0 1,0-1,0 0,0 1,0-1,0 0,0 0,1 0,-1 0,0 0,1 0,-1 0,1-1,-1 1,0 0,1-1,0 1,6-1,1-1,-1 0,1 0,-1-1,0 0,0 0,0-1,0 0,0-1,-1 1,1-2,-1 1,0-1,3-2,-4 3,9-5,-1 0,0 0,-1-2,0 0,0 0,-1-1,6-9,-18 22,-1-1,0 0,0 0,1 0,-1 0,0 0,0 1,0-1,1-1,-1 1,0 0,0 0,1 0,-1 0,0 0,0-1,1 1,-1 0,0-1,1 1,-1 0,0-1,1 1,-1-1,0 1,1-1,-1 1,1-1,-1 0,1 1,0-1,-1 0,1 1,-1-1,1 0,0 0,0 1,-1-1,1 0,0 0,0 1,0-1,0 0,0 0,0 1,0-1,0 0,0 0,0 0,1 1,-1-1,0 0,0 1,1-1,-1 0,0 0,1 1,-1-1,1 1,-1-1,-3 3,-1 1,1 0,0 0,-1 0,1 1,1-1,-1 1,0-1,1 1,0 0,0 0,0 0,0 0,0 2,2-5,-1 1,1 0,-1-1,1 1,0 0,0-1,0 1,0 0,0-1,0 1,0 0,0-1,1 1,-1 0,1-1,-1 1,1-1,-1 1,1-1,0 1,0-1,0 1,0-1,0 0,0 1,0-1,1 0,-1 0,0 0,1 0,-1 0,1 0,-1 0,1-1,-1 1,1 0,-1-1,2 1,9 1,1 1,-1-2,0 0,0 0,1-1,-1-1,0 0,0-1,5-1,32-5</inkml:trace>
  <inkml:trace contextRef="#ctx0" brushRef="#br0" timeOffset="12621.39">3997 1999,'-14'1,"1"0,-1 0,0 1,1 1,-1 0,1 1,0 1,-8 3,16-6,-1 1,1 0,0 0,-1 0,1 0,1 1,-1 0,0 0,1 0,0 1,0-1,0 1,1 0,0 0,-1 1,2-1,-1 1,1-1,0 1,-1 2,3-6,-1 1,1 0,-1-1,1 1,0 0,0-1,0 1,1-1,-1 1,1 0,-1-1,1 1,0-1,0 1,0-1,0 0,0 1,1-1,-1 0,1 0,-1 0,1 0,0 0,0 0,0 0,0-1,0 1,0 0,0-1,1 0,-1 0,0 0,1 0,-1 0,1 0,7 2,0 0,-1-1,1 0,0-1,0 0,0-1,0 0,9-1,2-2,0-1,-1-1,1-1,-1-1,0-1,-1 0,0-2,0 0,-1-1,-1-1,1 0,-2-1,0-1,10-13,-20 23,-1-1,-1-1,1 1,-1-1,0 1,0-1,-1 0,1-1,-1 1,-1-1,1 1,-1-1,-1 0,1 0,-1 1,0-3,-1 8,0 0,0 0,-1 0,1 0,0 0,0 1,-1-1,1 0,-1 0,1 0,-1 0,1 0,-1 1,0-1,1 0,-1 0,0 1,0-1,0 0,1 1,-1-1,0 1,0-1,0 1,0 0,0-1,0 1,0 0,0 0,0 0,0-1,0 1,0 0,0 0,0 0,0 1,0-1,0 0,0 0,-1 1,-37 15,32-11,1 0,0 0,1 1,0-1,-1 2,2-1,-1 0,1 1,-3 6,6-11,0-1,0 1,0 0,0 0,1 0,-1 0,1 0,-1-1,1 1,0 0,-1 0,1 0,0 0,1 0,-1 0,0 0,0 0,1 0,-1 0,1 0,0 0,0 0,-1 0,1-1,0 1,0 0,1-1,-1 1,0-1,1 1,-1-1,0 1,1-1,0 0,-1 0,1 0,0 0,-1 0,1 0,1 0,12 3,-1-1,1 0,0-1,0-1,0 0,0-1,0-1,0 0,0-1,-1 0,1-2,-1 1,15-7,16-4</inkml:trace>
  <inkml:trace contextRef="#ctx0" brushRef="#br0" timeOffset="13317.058">4585 1879,'-3'2,"-1"1,1 0,0-1,0 1,0 0,0 0,1 1,-1-1,1 0,-1 1,1 0,1-1,-1 1,0 0,1 0,0 0,0 0,0 0,0 0,1 1,-1-1,1 0,0 0,1 0,-1 1,1-1,-1 0,1 0,1 0,-1 0,0 0,1 0,0 0,0-1,0 1,0-1,1 1,0-1,3 2,0 0,0 0,1-1,0 0,0-1,0 1,0-1,0-1,1 1,0-1,-1 0,1-1,0 0,0 0,-1-1,1 0,0 0,0-1,0 0,0 0,-1-1,1 0,-1 0,1-1,-1 0,0 0,0-1,0 0,0 0,-1 0,0-1,0 0,0 0,0-1,-1 0,0 0,0 0,0 0,3-8,-4 4,-1-1,0 0,0-1,-1 1,-1 0,1-1,-2 1,0-6,-2 13,-2 16,-2 22,5-32,0 1,0-1,0 1,0-1,1 1,-1-1,1 1,0 0,-1-1,1 1,1 0,-1-1,0 1,1-1,-1 1,1-1,0 1,0-1,0 1,0-1,0 1,0-1,1 0,-1 0,1 0,-1 0,1 0,0 0,0 0,0 0,0-1,0 1,0-1,1 1,-1-1,0 0,1 0,-1 0,1 0,-1-1,1 1,0-1,-1 1,2-1,9-3,1 0,-1 0,1-1,-1-1,0 0,-1-1,1-1,-1 0,-1 0,1-1,-1-1,-1 0,1 0,-1-1,-1 0,0-1,-3 5,-1 1,0-1,-1 0,1 0,-1-1,0 1,-1-1,0 0,0 0,0 0,-1 0,0-1,0 1,0-4,-3 11,1-1,0 1,0-1,-1 0,1 1,0-1,-1 1,1 0,-1-1,1 1,0-1,-1 1,1-1,-1 1,1 0,-1-1,1 1,-1 0,1 0,-1 0,0-1,1 1,-1 0,1 0,-1 0,0 0,1 0,-1 0,1 0,-1 0,0 0,1 0,-1 0,1 0,-1 1,0-1,1 0,-1 0,1 0,-1 1,1-1,-1 0,1 1,-1-1,1 1,0-1,-1 0,1 1,-1-1,1 1,0-1,-1 1,1-1,0 1,0 0,-1-1,1 1,0-1,0 1,0-1,0 1,0 0,0-1,0 1,0-1,0 1,0 0,0-1,0 1,-1 1,-1 0,1 0,0 0,0 0,0 1,0-1,0 0,0 1,1-1,-1 0,1 1,-1-1,1 1,0-1,0 1,0-1,0 0,1 1,-1-1,1 1,0-1,-1 0,1 1,0-1,0 0,0 0,1 0,-1 1,0-1,1-1,-1 1,1 0,0 0,0-1,0 1,0 0,1 0,8 1,0 0,0-1,0 0,0-1,0-1,0 1,0-2,0 1,0-2,0 1,0-2,0 1,0-1,-1-1,0 0,1 0,-1-1,7-5,-10 6,0 1,-1-1,1-1,-1 1,0-1,0 0,0-1,-1 1,1-1,-2 0,1 0,0-1,-1 1,-1-1,4-6,-8 51,6-34,1 1,-1 0,1-1,-1 0,1 0,0-1,1 0,-1 0,1 0,-1-1,1 0,0 0,0-1,-1 1,1-2,0 1,0-1,7 0,-8 1,51 3,-4-2</inkml:trace>
  <inkml:trace contextRef="#ctx0" brushRef="#br0" timeOffset="13919.358">3436 3203,'26'-63,"-24"53,7-30,-8 24,1 1,1 0,1 1,0-1,1 1,0-1,1 1,1 1,0-1,1 1,0 1,1-1,1 1,7-7,-14 17,-1 0,1 0,0 1,0-1,0 1,0-1,0 1,1 0,-1 0,0 1,0-1,1 0,-1 1,0 0,1 0,-1 0,0 0,1 1,-1-1,0 1,0 0,0 0,1 0,-1 0,0 1,0-1,0 1,-1 0,1 0,0 0,-1 0,1 0,-1 0,1 2,5 3,-2 1,1 0,-1 0,0 1,-1-1,0 1,0 1,-1-1,0 1,2 7,-4-13,-1 1,0-1,1 0,-2 1,1-1,0 1,-1-1,0 1,0-1,0 1,-1-1,1 1,-1-1,0 1,-1-1,1 1,-1-1,1 0,-1 0,-1 0,1 0,0 0,-1-1,0 1,0-1,0 1,0-1,-1 0,1 0,-2 0,-1-2,4-4</inkml:trace>
  <inkml:trace contextRef="#ctx0" brushRef="#br0" timeOffset="14616.491">4158 2829,'-62'27,"46"-21,1 0,0 0,0 1,1 1,0 1,1 0,-1 0,2 2,-1-1,1 3,10-11,0 0,0 0,0 0,1 0,-1 0,1 0,0 1,-1-1,1 1,0-1,1 1,-1-1,0 1,1 0,-1-1,1 1,0 0,0 0,0-1,0 1,0 0,1-1,-1 1,1 0,0-1,0 1,0-1,0 1,0-1,0 1,1-1,-1 0,1 0,0 0,-1 0,1 0,0 0,0 0,0 0,1-1,0 1,11 6,1-1,1 0,-1-1,1-1,0-1,0 0,0-1,1 0,-1-2,1 0,-1-1,1 0,12-3,-23 3,0 1,1-2,-1 1,0-1,1 0,-1 0,0-1,0 0,0 0,0 0,0-1,-1 0,1 0,-1 0,1-1,-1 0,0 0,-1 0,1-1,-1 1,0-1,0 0,0 0,-1-1,1 1,-1-1,-1 1,2-3,-3-1,0 0,-1 0,1 0,-1 1,-1-1,0 0,0 0,-1 0,0 1,-1-1,1 1,-5-7,-4-20,12 34,-1-1,1 1,-1-1,1 1,0 0,-1-1,1 1,0 0,0-1,0 1,0 0,0 0,0 0,0 0,0 0,1 0,-1 0,0 0,1 1,-1-1,0 0,1 1,-1-1,1 1,-1 0,1-1,-1 1,1 0,-1 0,1 0,-1 0,1 0,-1 0,1 0,-1 1,1-1,-1 1,1-1,-1 1,1-1,-1 1,1 0,7-1,182 8,-186-6,0 0,0 1,0 0,-1 0,1 0,-1 0,0 1,0 0,0-1,0 2,0-1,-1 0,0 1,0-1,0 1,-1 0,1 0,-1 0,0 0,-1 1,1-1,-1 0,0 1,-1-1,1 1,-1-1,0 1,0 0,12 48,-11-52,0-1,0 1,0 0,0 0,0 0,0 0,1-1,-1 1,1-1,-1 1,1-1,-1 1,1-1,0 0,0 0,0 0,0 0,0 0,0 0,0 0,0-1,0 1,0-1,0 0,0 1,0-1,0 0,1 0,-1 0,0-1,0 1,0 0,0-1,0 1,0-1,0 0,1 0,74-36,-63 29,-1-1,0-1,0 0,-1-1,-1 0,0-1,0 0,-1-1,-1 0,0 0,1-4,-5 55,-5-32,1 0,0 0,0 1,0-1,1 0,-1 0,1-1,1 1,-1 0,1-1,0 1,1-1,-1 0,1 0,0 0,0-1,0 1,1-1,0 0,0 0,0-1,0 1,0-1,1 0,-1-1,1 1,0-1,0 0,0-1,0 1,2-1,12 0</inkml:trace>
  <inkml:trace contextRef="#ctx0" brushRef="#br0" timeOffset="14870.89">4973 2495,'-4'18,"-2"6</inkml:trace>
  <inkml:trace contextRef="#ctx0" brushRef="#br0" timeOffset="15515.682">5254 3042,'16'-21,"-1"-2,-1 0,-1 0,-1-1,-2-1,0 0,-1 0,-2-1,0 0,0-11,-7 35,1 1,0-1,-1 1,1-1,-1 1,0-1,0 1,1-1,-1 1,0-1,0 0,0 1,-1-1,1 1,0-1,-1 1,1-1,-1 1,1-1,-1 1,1-1,-1 1,0 0,0-1,0 1,0 0,0 0,0-1,0 1,0 0,-1 0,1 0,0 1,-1-1,1 0,0 0,-1 1,1-1,-1 1,1-1,-1 1,1-1,-1 1,0 0,1 0,-1 0,1 0,-1 0,0 0,-1 1,-2 3,-1 0,0 0,1 0,0 1,0 0,0 0,1 0,0 1,0-1,0 1,0 0,1 0,0 1,0-1,1 0,0 1,0 0,1-1,-1 1,2 0,-1 0,1 0,0 0,0 0,1 4,2-2,0-1,0 1,1-1,1 0,-1 0,1 0,0-1,1 0,0 0,0 0,1 0,-1-1,2 0,-1-1,0 0,1 0,0 0,0-1,1 0,-1-1,1 0,-1 0,1-1,0 0,0 0,0-1,0 0,1-1,-1 0,-5-1,-1 0,1-1,-1 1,0-1,1 0,-1 0,0 0,0 0,0 0,-1-1,1 1,0-1,-1 0,0 0,0 0,0 0,0 0,0 0,0 0,-1-1,0 1,0-1,0 1,0-1,0 1,0-1,-1 0,0 1,0-1,0-1,3-8,29-126,-30 137,0 1,-1-1,1 1,0 0,0 0,0 0,0 0,0 0,0 0,0 0,0 1,1-1,-1 1,0-1,0 1,1 0,-1 0,0 0,0 0,0 0,1 1,-1-1,0 0,0 1,0 0,0 0,0 0,0-1,0 2,0-1,0 0,0 0,0 1,-1-1,1 1,0-1,-1 1,1 0,-1 0,15 8,-6-7,-1 1,-1 1,1 0,-1 0,0 1,0 0,0 0,-1 0,0 1,0 1,-1-1,0 1,0 0,-1 0,0 1,0-1,-1 1,0 0,0 2,3 19,-7-26,0 0,1 0,-1 0,1 0,0 0,0 0,0 0,0 0,1 0,0-1,-1 1,1 0,1-1,-1 0,0 1,1-1,0 0,0 0,0 0,0-1,0 1,0-1,1 0,-1 0,1 0,0 0,-1 0,4 0,2 0,0-1,1-1,-1 1,0-1,0-1,1 1,-1-2,0 1,0-1,0-1,0 0,0 0,-1 0,1-1,-1-1,0 1,0-1,-1-1,1 1,-1-1,0-1,-1 1,1-1,-1 0,-1-1,1 1,-1-1,-1 0,0 0,0-1,0 1,-1-1,1-4,-3 10,-1 0,1 0,-1 1,0-1,0 0,0 0,0 1,0-1,-1 0,1 0,-1 1,0-1,0 0,0 1,0-1,0 1,0-1,-1 1,1 0,-1-1,0 1,1 0,-1 0,0 0,0 0,-1 1,1-1,0 0,0 1,-1 0,1-1,-1 1,1 0,-1 0,0 1,1-1,-1 0,0 1,0 0,1 0,-1-1,0 1,0 1,1-1,-1 0,0 1,-2 0,2 1,1 0,-1 0,1 1,-1-1,1 0,0 1,0 0,0-1,0 1,0 0,1 0,-1 0,1 0,0 1,0-1,0 0,0 0,0 1,1-1,0 0,0 1,0-1,0 1,0-1,0 0,1 1,0-1,0 0,0 0,0 1,0-1,0 0,1 0,0 0,-1 0,1-1,0 1,1 0,-1-1,0 0,1 1,-1-1,1 0,0 0,0 0,2 1,10 3,0 0,0-1,1 0,0-1,0-1,0 0,0-2,0 0,1 0,1-2,21 2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6T10:07:24.0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 1,'-4'14,"2"13,3 3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04:05.99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04:17.56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299 482,'8'46,"-8"-46,0 0,0 1,0-1,0 0,0 1,1-1,-1 0,0 1,0-1,1 0,-1 0,0 1,0-1,1 0,-1 0,0 0,1 1,-1-1,0 0,1 0,-1 0,0 0,1 0,-1 0,0 1,1-1,-1 0,0 0,1 0,-1 0,1 0,-1 0,0-1,1 1,-1 0,0 0,1 0,-1 0,0 0,1 0,-1-1,0 1,1 0,-1 0,0 0,0-1,1 1,-1 0,0-1,0 1,1 0,-1 0,0-1,0 1,0 0,1-1,-1 1,0 0,0-1,0 1,0-1,0 1,0 0,0-1,0 1,9-26,-7 20,0 0,0-1,-1 1,0 0,0 0,0-1,-1 1,0 0,0 0,-1-1,0 1,0 0,0 0,-1 0,0 0,0 0,-1 0,1 0,-1 0,0 1,-1 0,0 0,1 0,-2 0,1 0,0 1,-1-1,0 1,0 1,0-1,0 1,-3-2,0 3,1 0,-1 0,0 1,1 0,-1 1,0-1,0 1,0 1,1 0,-1 0,0 0,1 1,-1 0,1 1,-1-1,1 1,0 1,0 0,0 0,1 0,0 0,-1 1,1 0,1 1,-1-1,1 1,0 0,0 0,1 1,0 0,0-1,1 1,-1 0,1 1,1 0,-7 17,1 2,2-1,1 1,1 0,1 0,1 0,1 0,2 0,1 0,1 0,1 0,1 0,2-1,4 10,27 58,-36-90,0 0,1 0,-1 0,1-1,0 1,0-1,1 0,-1 1,0-1,1-1,0 1,0-1,0 1,0-1,0 0,0 0,0-1,1 1,-1-1,1 0,-1 0,18-2,0-1,-1-1,1-1,-1-1,0 0,0-2,0-1,-1 0,10-7,23-9,-7 2</inkml:trace>
  <inkml:trace contextRef="#ctx0" brushRef="#br0" timeOffset="302.195">687 468,'4'-11,"2"1,0 8,-2 12,0 16,-2 14,-1 12,-1 11,0 6,0 0,0-2,-1-8,4-10,2-11,3-11,0-11</inkml:trace>
  <inkml:trace contextRef="#ctx0" brushRef="#br0" timeOffset="637.294">1127 375,'-5'18,"0"-1,-1 0,-2 0,1-1,-2 1,0-2,-1 1,0-2,-2 1,10-12,-36 48,-3-1,-1-2,-14 9,13-22,37-34,16-10,-2 5,0 0,0 0,0 1,1 0,-1 0,1 1,-1 0,1 0,0 1,0 1,0-1,-1 1,1 1,0 0,8 1,132 44,-101-28,152 46,-138-48</inkml:trace>
  <inkml:trace contextRef="#ctx0" brushRef="#br0" timeOffset="-9121.988">2331 1324,'2'2,"3"1,6 3,7 1,8 1,8-2,10-1,8-2,8-2,2 0,0-1,-2 0,-4 0,-5-1,-6 1,-9 0,-8 0,-9 0</inkml:trace>
  <inkml:trace contextRef="#ctx0" brushRef="#br0" timeOffset="-8072.227">3000 0,'-14'311,"-17"308,26-551,3 1,3 0,3 10,-2-62,0-14,-1 1,0-1,0 1,0 0,-1 0,1-1,-1 1,0 0,0 0,0-1,-1 1,1 0,-1 0,0-1,0 1,0 0,-1-1,1 1,-1-1,0 0,0 1,0-1,0 0,0 0,-1 0,1 0,-1-1,-15-8,12-4</inkml:trace>
  <inkml:trace contextRef="#ctx0" brushRef="#br0" timeOffset="-6155.434">2972 28,'57'17,"-1"-4,1-4,0-1,0-3,44-2,265-15,-167 9,-198 3,1 0,-1 0,0 0,0 1,0-1,0 0,0 1,0-1,0 0,0 1,0-1,0 1,0 0,0-1,0 1,0 0,-1-1,1 1,0 0,0 0,-1 0,1 0,0 0,-1 0,1 0,-1 0,0 0,1 0,-1 0,0 0,1 0,-1 0,0 0,0 0,0 0,0 1,0-1,0 0,0 0,-1 0,-12 52,7-38,-5 38,1 1,3 0,3 0,1 1,3-1,3 1,2-1,4 14,-2 7,-4 0,-2 1,-4-1,-9 41,6-64,1 0,3 0,4 41,10-21,-10-69,0-1,-1 0,1 0,0 0,0 0,0 0,1 0,-1 0,0-1,1 1,-1-1,1 0,-1 0,1 0,0 0,0 0,-1 0,1-1,0 1,0-1,0 0,-1 0,1 0,0 0,0 0,0-1,-1 1,1-1,0 0,0 0,-1 0,1 0,-1 0,1-1,1 0,3 0,70-17,0 4,0 4,1 3,11 3,549-35,177 12,-57-11,70-3,416 43,-1208-8,-36 1</inkml:trace>
  <inkml:trace contextRef="#ctx0" brushRef="#br0" timeOffset="-4484.462">8533 135,'3'40,"1"0,2 0,2-1,11 34,4 19,-2 41,-5 1,-7 0,-5 1,-8 36,5-118,0-54,-1 1,0 0,0 0,0 0,0 0,0 0,1 0,-1 0,0 0,0 0,0 0,0 0,1 0,-1 0,0 0,0 0,0 0,0 0,1 0,-1 0,0 0,0 0,0 0,0 0,0 0,1 1,-1-1,0 0,0 0,0 0,0 0,0 0,0 0,0 0,3-19,-11-226,5 117,-5 0,-8-16,-34-125,50 266,-1 1,0-1,1 0,0 0,0 0,0 0,0 0,0 1,0-1,1 0,-1 0,1 0,0 0,0 1,0-1,0 0,0 1,1-1,-1 1,1-1,-1 1,1 0,0 0,0 0,0 0,1 0,-1 0,0 0,1 1,-1-1,1 1,-1 0,1-1,0 1,-1 1,1-1,0 0,0 1,0-1,-1 1,3 0,15 0,-1 1,1 0,-1 2,1 0,-1 2,0 0,-1 1,14 6,58 16,37-6,2-5,-1-6,44-4,-32-1,-46-4,-47-2,-1 3,0 1,0 2,5 3,-48-9,0 0,0 1,0 0,-1-1,1 1,0 0,0 1,0-1,-1 0,1 1,0 0,-1-1,1 1,-1 0,0 0,0 1,0-1,0 0,0 1,0-1,-1 1,1-1,-1 1,0 0,1 0,-1 0,0-1,-1 1,1 0,-1 0,1 0,-1 0,0 1,0-1,0 0,0 1,-28 147,25 186,8-287,1-1,3 1,1-2,3 1,2-2,2 0,4 3,37 145,-57-192,-1-1,1 1,0-1,0 1,0-1,0 0,0 1,0-1,0 0,1 0,0 0,-1 0,1 0,0 0,0 0,0-1,0 1,0-1,0 1,0-1,0 0,1 0,-1 0,0 0,1 0,-1 0,1-1,-1 1,1-1,0 0,-1 0,1 0,0 0,17-1,1-1,-1-1,0-1,0-1,-1-1,9-3,1-1,57-15,0 3,2 5,19 0,262-12,174 15,258 42,275-14,-251 10,-618-9,-207-15,0-1,0 1,-1 0,1 0,0 0,0 0,0 0,-1-1,1 1,0 0,0 0,0 0,0 0,-1-1,1 1,0 0,0 0,0-1,0 1,0 0,0 0,0-1,0 1,-1 0,1 0,0-1,0 1,0 0,0 0,0-1,1 1,-1 0,0 0,0-1,0 1,0 0,0 0,0-1,0 1,0 0,0 0,1 0,-1-1,0 1,0 0,0 0,1 0,-1 0,0-1,0 1,0 0,1 0,-1 0,0 0,0 0,1 0,-1-1,-21-12,2 3</inkml:trace>
  <inkml:trace contextRef="#ctx0" brushRef="#br0" timeOffset="-3142.244">14296 188,'-3'21,"1"0,1-1,1 1,1 0,0-1,2 1,1-1,0 0,4 8,-3-3,17 72,6 29,-4 2,-2 51,-14 214,-3-344,-2-63,-3-42,-4 0,-1 0,-3 1,-14-48,3 8,-94-635,113 731,1-1,-1 1,1-1,-1 1,1-1,-1 0,1 1,-1-1,1 0,-1 0,1 1,-1-1,1 0,-1 0,1 0,0 0,-1 0,1 1,-1-1,1 0,0 0,-1-1,1 1,-1 0,1 0,-1 0,1 0,0 0,-1-1,1 1,-1 0,1 0,-1-1,1 1,-1 0,1-1,-1 1,0-1,1 1,-1-1,1 1,-1-1,0 1,1-1,-1 1,0-1,0 1,1-1,-1 1,0-1,0 1,0-1,0 0,0 1,0-1,0 1,0-1,0 0,0 1,0-1,0 1,0-1,0 0,-1 1,1-1,0 1,-1-1,33 17,1-2,0-1,0-1,1-2,0-1,1-2,22 1,250 9,-184-15,-1-6,56-10,-174 13,28 0,-32 1,1 0,-1 0,1 0,-1 1,1-1,-1 0,1 1,-1-1,0 0,1 1,-1-1,1 0,-1 1,0-1,1 1,-1-1,0 1,0-1,1 1,-1-1,0 1,0-1,0 1,0-1,1 1,-1-1,0 1,0-1,0 1,0-1,0 1,0-1,-1 1,1-1,0 1,0-1,0 1,0-1,-1 1,1-1,0 1,0-1,-1 1,1-1,0 1,-1-1,1 0,0 1,-1-1,1 0,-1 1,1-1,-27 43,-33 68,53-85,1 0,2 1,0 0,2 0,0 0,2 1,1-1,3 12,43 215,-44-239,9 38,2 2,-2 1,-3 1,-2 0,-2 25,-5-74,-1-6,1 0,0 0,-1 0,1 0,0 1,0-1,0 0,0 0,0 0,1 0,-1 0,1 0,-1 1,1-1,0 0,-1 0,1-1,0 1,1 0,-1 0,0 0,0-1,1 1,-1 0,1-1,0 0,-1 1,1-1,0 0,0 0,0 0,1 1,15 0,1 0,0-1,0-1,0-1,0-1,1-1,24-1,702-16,-688 16,452-27,0 23,25 23,-210 11,-377-29,9 0</inkml:trace>
  <inkml:trace contextRef="#ctx0" brushRef="#br0" timeOffset="-989.253">3627 736,'12'6,"-1"1,-1 0,1 1,-1 0,0 1,-1 0,0 0,-1 1,0 0,0 0,-1 1,0 0,-1 1,0-1,-1 1,2 8,7 25,-2 0,-2 0,-3 1,-1 1,9 44,-9-76,-4-47,-17-459,15 484,1 3,-1 1,1-1,-1 0,1 1,-1-1,0 0,0 1,-1-1,1 1,-1-1,0 1,0-1,0 1,0-1,-1 1,1 0,-1-1,0 1,0 0,0 0,0 0,-1 1,1-1,-1 1,0-1,1 1,-1 0,0 0,-3-2,-8 0,21 5,21 2,242-24,-270 22,0-1,0 0,0 0,0 1,-1-1,1 0,0 1,0-1,0 0,0 0,0 1,0-1,0 0,0 1,0-1,0 0,0 1,0-1,0 0,1 1,-1-1,0 0,0 0,0 1,0-1,0 0,1 0,-1 1,0-1,0 0,0 0,1 1,-1-1,0 0,0 0,1 0,-1 0,0 1,1-1,-1 0,0 0,0 0,1 0,-1 0,0 0,1 0,-1 0,0 0,1 0,-1 0,0 0,0 0,1 0,-1 0,0 0,1 0,-1 0,0 0,1-1,-1 1,0 0,0 0,1 0,-25 19,17-13,-9 7,1 2,0 0,1 0,1 1,0 1,2 0,0 1,0 0,2 1,0 0,2 0,0 1,1 0,1 0,-1 8,0 8,1 0,2 1,2 0,1-1,5 25,-5-61,0 0,0 0,1 0,-1 0,0 0,1 0,-1 0,0 0,0 0,1 0,-1 0,0 0,1 0,-1 0,0 0,0 0,1 0,-1 0,0 1,0-1,1 0,-1 0,0 0,0 0,1 1,-1-1,0 0,0 0,0 0,1 1,-1-1,0 0,0 0,0 1,0-1,0 0,0 0,0 1,1-1,-1 0,0 1,0-1,0 0,0 0,0 1,0-1,8-28,-7 25,60-208,17-20,-56 183,-18 51,-30 107,8-20,3 2,1 34,16-67,9-76,7-183,-10-51,-8 250,-2-23,1 24,1 0,0 0,0 1,0-1,0 0,0 0,-1 0,1 0,0 1,0-1,0 0,-1 0,1 0,0 0,0 0,-1 0,1 1,0-1,0 0,-1 0,1 0,0 0,0 0,-1 0,1 0,0 0,0 0,-1 0,1 0,0 0,0-1,0 1,-1 0,1 0,0 0,0 0,-1 0,1 0,0 0,0-1,0 1,-1 0,1 0,0 0,0-1,0 1,0 0,0 0,-1 0,1-1,0 1,0 0,0 0,0-1,0 1,0 0,0 0,0-1,0 1,0 0,0 0,0-1,0 1,-40 118,-18 96,38-150</inkml:trace>
  <inkml:trace contextRef="#ctx0" brushRef="#br0" timeOffset="2136.988">9576 723,'8'-2,"-4"0,-1 1,1 0,0 0,0 0,0 0,0 0,0 1,0-1,0 1,0 0,0 1,0-1,0 1,0-1,0 1,-1 0,1 1,0-1,0 1,-1 0,1-1,2 3,2 7,0 0,0 0,-1 1,-1 0,0 0,0 1,-2 0,2 4,20 45,-7-28,2-1,2-1,1-1,18 17,23 29,-40-28,-25-48,-1-1,0 0,1 1,-1-1,1 0,-1 0,0 0,1 1,-1-1,0 0,1 0,-1 0,0 0,1 0,-1 0,0 0,1 0,-1-1,0 1,1 0,-1 0,1 0,-1-1,0 1,1 0,-1-1,1 1,-1 0,1-1,-1 1,1-1,-1 1,1-1,-1 1,1-1,0 1,-1-1,1 0,0 1,0-1,-1 1,1-1,0 0,0 0,-9-14,0-1,2-1,0 1,0-2,2 1,0 0,1-1,1 0,1 0,-1-18,-4-18,2 16,-3 0,-1 1,-2 0,-4-8,11 33,-1 1,-1-1,0 1,0 0,-1 1,0-1,-1 1,0 1,0 0,-1 0,-1 0,1 1,-1 1,-10-6,-41-7,113 28,1-2,0-2,41-2,-52-2,198 2,-189 7,-50-7,-1 0,1-1,-1 1,0 0,1-1,-1 1,0 0,0-1,-1 1,1 0,0 0,0-1,-1 1,1 0,-1-1,0 1,1-1,-1 1,0-1,0 1,0-1,0 1,0-1,0 0,0 1,-1-1,1 0,0 0,-1 0,1 0,-1 0,1 0,-2 2,-23 24,11-14,0 1,1 0,1 1,1 1,0 0,1 1,1 0,0 1,1 0,1 0,1 0,-5 19,11-18,0 0,1 1,0-1,2 0,0 1,2-1,0 0,1-1,7 19,7 32,-14-47</inkml:trace>
  <inkml:trace contextRef="#ctx0" brushRef="#br0" timeOffset="4042.173">15178 710,'16'35,"64"261,-70-228,-11-68,1 0,-1 1,1-1,0 0,-1 0,1 0,-1 0,1 0,0 1,-1-1,1 0,-1 0,1 0,-1 0,1 0,-1 0,1 0,0-1,-1 1,1 0,-1 0,1 0,0 0,-1 0,1-1,-1 1,1 0,0 0,-1-1,1 1,0 0,-1-1,1 1,0 0,0-1,-1 1,1 0,0-1,0 1,-1-1,1 1,0 0,0-1,0 1,0-1,0 1,0 0,0-1,0 1,0-1,0 1,0-1,0 1,0-1,0 1,0 0,0-1,0 1,1-1,-52-178,23 60,-10 12,38 107,0-1,0 1,0 0,0-1,1 1,-1 0,0-1,0 1,1 0,-1-1,0 1,0 0,1-1,-1 1,0 0,1 0,-1-1,0 1,1 0,-1 0,1 0,-1 0,0 0,1-1,-1 1,1 0,-1 0,0 0,1 0,-1 0,1 0,-1 0,0 0,1 1,-1-1,1 0,-1 0,0 0,1 0,-1 0,0 1,1-1,-1 0,0 0,1 1,-1-1,0 0,1 0,-1 1,0-1,0 0,1 1,5 1,205 18,-210-20,1 0,-1 0,1 0,0 0,-1 0,1 0,-1 0,1 0,-1 1,1-1,-1 1,1-1,-1 1,1 0,-1-1,0 1,1 0,-1 0,0 0,0 0,0 0,1 0,-1 0,0 0,0 1,-1-1,1 0,0 1,0-1,-1 0,1 1,-1-1,1 1,-1-1,1 1,-1-1,0 1,0-1,0 1,0 0,0-1,0 1,0-1,0 1,-1-1,1 1,-1-1,1 1,-1-1,0 1,1-1,-2 1,-77 147,70-131,2 2,0-1,1 1,1 0,0 0,2 1,0-1,2 1,0 0,2-1,0 1,1 0,2 5,-1-19,0-18,-1-22,25-374,-30 400,-1 18,-2 18,1 1,1 0,2 0,1 0,1 0,2 0,1 0,1 0,2 3,23 50,-29-82,0-1,0 0,0 1,1-1,-1 1,0-1,0 0,0 1,1-1,-1 0,0 1,0-1,1 0,-1 0,0 1,0-1,1 0,-1 0,1 0,-1 1,0-1,1 0,-1 0,0 0,1 0,-1 0,0 0,1 0,-1 1,1-1,-1 0,0-1,1 1,-1 0,1 0,-1 0,0 0,1 0,-1 0,0 0,1 0,-1-1,1 1,-1 0,0 0,0-1,1 1,-1 0,0 0,1-1,-1 1,0 0,0-1,1 1,-1 0,0-1,0 1,0 0,0-1,0 1,1 0,-1-1,0 0,8-28,-7 26,7-38,-2-1,-2 0,-2 0,-1-3,-8 4,6 41,0 0,0 1,0-1,0 0,0 0,0 0,0 1,0-1,1 1,-1-1,0 0,0 1,0-1,1 1,-1 0,0-1,1 1,-1 0,0-1,1 1,-1 0,1 0,-1-1,1 1,0 0,-1 0,1 0,0 0,-1 0,1 0,0 0,0-1,0 1,0 0,0 0,0 0,0 0,0 0,0 1,-6 38,1 2,2-1,2 0,2 17,-1-15,0-6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04:35.08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443 1,'-4'85,"-3"0,-12 43,-74 307,92-428,-1-4,1 0,0 0,0 0,0 0,0 0,1 0,-1 0,1 1,0-1,0 0,0 0,0 1,1-1,-1 0,1 0,0 0,0 1,0-1,0 0,0 0,1-1,-1 1,1 0,0 0,0-1,0 1,0-1,1 1,-1-1,10 1,0-1,0 0,0-1,1 0,-1-1,0 0,1-1,-1 0,9-3,-16 3,155-31,-133 23</inkml:trace>
  <inkml:trace contextRef="#ctx0" brushRef="#br0" timeOffset="293.248">1 509,'5'-2,"5"-1,9 0,10 1,11 0,10-1,11-3,10-5,7-3,2-3,-4 1,-15 3</inkml:trace>
  <inkml:trace contextRef="#ctx0" brushRef="#br0" timeOffset="750.023">750 1057,'10'-62,"3"2,3 0,2 0,4-2,-14 43,-3 34,-37 256,40-145,3-77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04:38.14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469 0,'-35'246,"26"-175,3 1,3 0,4 29,0-87,0-1,1 0,1 0,0 0,1 0,0 0,1-1,0 0,3 4,-5-11,0 0,1-1,-1 1,1-1,0 0,0 0,0 0,0 0,1-1,0 0,-1 0,1 0,0 0,1-1,-1 0,0 0,1 0,-1-1,1 1,-1-1,1-1,5 1,1-1,0-1,0 0,-1-1,1 0,0-1,-1 0,0-1,1 0,4-3,18-11</inkml:trace>
  <inkml:trace contextRef="#ctx0" brushRef="#br0" timeOffset="247.208">1 361,'22'2,"25"1,21 0,20-1,15-2,11-5,0 0,-9 0,-21 1</inkml:trace>
  <inkml:trace contextRef="#ctx0" brushRef="#br0" timeOffset="727.577">896 481,'64'0,"-21"-2,-1 2,0 2,0 2,39 9,-22 15,-58-27,1 1,-1-1,0 0,0 0,0 1,0-1,-1 0,1 1,0-1,0 1,-1-1,1 1,-1-1,0 1,1 0,-1-1,0 1,0-1,0 1,0 0,0-1,0 1,0 0,-1-1,1 1,-1-1,1 1,-1-1,1 1,-1-1,0 1,0-1,0 1,0-1,0 0,0 0,0 1,0-1,-7 6,1 1,-1-2,-1 1,1-1,-1 0,0-1,-1 0,1-1,-5 2,-46 26,59-31,1-1,0 0,-1 0,1 0,-1 1,1-1,0 0,-1 1,1-1,0 0,-1 1,1-1,0 1,-1-1,1 0,0 1,0-1,0 1,-1-1,1 1,0-1,0 1,0-1,0 1,0-1,0 0,0 1,0-1,0 1,0-1,0 1,0-1,0 1,1-1,-1 1,0-1,0 1,0-1,1 0,-1 1,0-1,0 1,1-1,-1 0,0 1,1-1,-1 0,1 1,-1-1,0 0,1 0,-1 1,1-1,-1 0,1 0,-1 0,0 0,1 0,-1 1,1-1,-1 0,1 0,-1 0,1 0,38 9,-36-8,38 6,-15-3,1 0,-1 2,-1 1,1 2,21 9,-45-17,0-1,0 1,0 0,0-1,0 1,0 0,0 0,0 0,0 1,0-1,0 0,-1 1,1-1,-1 1,1 0,-1-1,1 1,-1 0,0 0,0 0,0 0,0 0,0 0,-1 0,1 0,0 0,-1 1,0-1,1 0,-1 0,0 0,0 1,0-1,-1 0,1 0,0 0,-1 1,0-1,1 0,-1 0,0 0,0 0,0 0,0 0,0 0,-1 0,-12 9,0 0,-1 0,0-2,-1 0,0 0,0-2,-1 0,0-1,0 0,-1-2,-7 2,21-5,-48 13,1-2,-2-3,0-1,-6-3,21-6,14-4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04:36.81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481 1,'-8'20,"0"0,2 1,0 0,1 0,2 1,-2 13,1-4,-2 4,-12 84,-3 113,20-213,1 0,1-1,1 1,0-1,2 1,0-1,-3-13,0-1,1 1,-1-1,1 1,0-1,1 0,-1 1,1-1,-1-1,1 1,0 0,1-1,-1 1,1-1,-1 0,1 0,0 0,0-1,0 0,1 1,-1-1,0-1,1 1,-1-1,5 1,1-1,0 0,0-1,0 0,0-1,0 0,-1 0,1-1,0-1,-1 0,5-2,20-8</inkml:trace>
  <inkml:trace contextRef="#ctx0" brushRef="#br0" timeOffset="211.483">0 374,'25'3,"22"0,19-5,18-6,14-7,7-3,-13 2</inkml:trace>
  <inkml:trace contextRef="#ctx0" brushRef="#br0" timeOffset="579.428">722 548,'52'-6,"1"3,-1 1,1 3,23 5,-71-6,-1-1,0 2,1-1,-1 1,1-1,-1 1,0 0,1 1,-1-1,0 1,0 0,0 0,0 0,0 0,-1 1,1 0,-1-1,1 1,-1 1,0-1,0 0,-1 1,1-1,-1 1,1 0,-1 0,0 0,-1 0,1 0,-1 1,0-1,1 4,-5 4,-1 1,0-1,-1 0,-1-1,0 1,0-1,-1 0,0-1,-1 1,-1-1,1-1,-1 0,-1 0,-2 1,12-10,-70 66,57-36,48-21,129-32,314-74,-306 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04:40.98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1,'16'2,"8"8,1 11,0 11,-5 9,-6 7,-10 4,-9 3,-12-2,-10 0,-6-5,2-11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04:46.98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3 642,'-2'-28,"88"-177,-12 46,-73 156,-1 3,0-1,0 0,0 0,0 1,0-1,0 0,0 1,0-1,0 0,0 1,1-1,-1 0,0 1,0-1,1 1,-1-1,0 0,1 1,-1-1,1 1,-1-1,1 1,-1-1,1 1,-1 0,1-1,-1 1,1-1,0 1,-1 0,1 0,-1-1,1 1,0 0,-1 0,1 0,0 0,-1-1,1 1,0 0,-1 0,1 1,0-1,-1 0,1 0,0 0,-1 0,1 1,0-1,-1 0,1 0,24 114,-6-44,-13-48,0 1,-1-1,-1 1,-1 0,0 5,-4-25,0-1,0 1,0-1,0 0,0 0,-1 1,1-1,-1 0,1 0,-1-1,0 1,1 0,-1 0,0-1,0 1,-1-1,1 0,0 1,0-1,-1 0,1 0,0-1,-1 1,1 0,-1-1,1 0,-1 1,1-1,-1 0,1 0,-1 0,1-1,-1 1,1-1,-1 1,-2-2,-1 2,-19-1</inkml:trace>
  <inkml:trace contextRef="#ctx0" brushRef="#br0" timeOffset="750.964">645 334,'-20'-5,"0"1,-1 1,1 0,-1 2,0 0,0 1,16 0,1 0,-1 1,1-1,-1 1,1 0,-1 0,1 0,0 1,-1-1,1 1,0 0,0 1,0-1,0 0,1 1,-1 0,1 0,0 0,-1 1,1-1,1 1,-1-1,0 1,1 0,0 0,0 0,0 0,1 1,-1-1,1 1,0 0,0 1,1 0,-1 0,2-1,-1 1,0 0,1 0,0-1,1 1,-1-1,1 1,0-1,0 1,1-1,-1 0,1 0,0 0,1 0,-1-1,1 0,0 1,1-1,4 5,0 0,1 0,1-1,0-1,0 0,0 0,1-1,0-1,4 2,1-1,1 0,0-2,0 0,0-1,0-1,0 0,1-2,-1 0,0-1,18-3,-30 3,0-1,0 0,0-1,0 1,-1-1,1 0,-1-1,0 1,0-1,0 0,0 0,-1-1,1 1,-1-1,0 0,-1 0,1 0,-1-1,0 1,-1-1,1 0,-1 0,0 0,0 0,-1 0,0 0,0 0,0-1,-1 1,0-3,1-17,0 1,-2-1,-1 0,-1 1,-1 0,-1-1,-3-3,7 25,0 3,0 1,1-1,-1 0,0 0,1 0,-1 1,1-1,-1 0,1 0,-1 0,1 0,-1 0,1 0,0 0,0 0,-1 0,1 0,0 0,0 0,0 0,0 0,0 0,0 0,1 0,-1 0,0 0,0 0,1 0,-1 0,1 1,-1-1,1 0,-1 0,1 0,-1 0,1 1,0-1,-1 0,1 0,0 1,0-1,-1 1,1-1,0 1,0-1,0 1,0-1,0 1,0 0,0-1,0 1,0 0,0 0,0 0,0 0,0 0,0 0,0 0,0 0,0 0,162 56,-146-50,110 51,-122-54,1 1,-1 0,0 0,0 0,0 1,-1 0,0 0,0 0,0 0,0 1,-1-1,0 1,0 0,0 0,-1 0,0 0,0 1,-1-1,1 6,-24 136,22-146,0 1,1-1,-1 0,0 1,1-1,-1 1,1-1,0 0,0 1,0-1,0 0,0 0,1 0,-1 0,1 0,-1 0,1 0,0 0,0 0,-1-1,1 1,0-1,1 1,-1-1,0 0,0 0,0 0,1 0,-1 0,1-1,-1 1,2-1,83 6,-75-7,0-1,0 0,0-1,0 0,0-1,-1 0,0-1,1 0,-2-1,1 0,-1-1,0 0,0 0,-1-1,0 0,0-1,-1 0,0-1,-1 1,0-2,0 1,-1-1,-1 1,0-2,0 1,-1 0,0-1,-1 0,0 0,-9 2,-6 27,8-7,1-1,0 0,0 1,1 0,0-1,1 1,0 0,0 0,1 0,1 0,-1 0,2 0,-1 0,1-1,1 1,0-1,0 1,1-1,0 0,1 0,0-1,0 1,0-1,1 0,1 0,-1-1,1 0,1 0,-1-1,1 0,2 1,21 8</inkml:trace>
  <inkml:trace contextRef="#ctx0" brushRef="#br0" timeOffset="1019.256">1794 40,'-14'-9,"-9"-3,-4 1,1 3,6 9,6 11,9 10,14 10,4 0</inkml:trace>
  <inkml:trace contextRef="#ctx0" brushRef="#br0" timeOffset="1717.816">1847 722,'28'-6,"-1"-3,0 0,0-1,-1-2,-1-1,9-5,-25 12,0-1,0 0,-1 0,0 0,0-1,-1 0,0-1,0 1,5-11,-10 16,0 0,0 0,0-1,0 1,-1-1,0 1,0-1,0 1,0-1,0 0,-1 0,0 1,0-1,0 0,0 0,0 1,-1-1,0 0,1 0,-2 1,1-1,0 1,-1-1,1 1,-1 0,0-1,0 1,0 0,-1 0,0-1,0 1,-1-1,0 0,-1 1,1 0,0 0,-1 0,0 0,1 1,-1 0,0 0,0 0,-1 1,1-1,0 1,0 1,-1-1,1 1,0 0,-1 0,1 0,0 1,-1-1,1 1,0 1,0-1,0 1,0 0,0 0,0 0,0 1,1 0,-1 0,1 0,0 0,0 1,0-1,0 1,1 0,-1 0,1 1,0-1,0 1,-1 2,2 0,0-1,1 0,-1 1,1 0,1-1,-1 1,1 0,0-1,1 1,-1-1,1 1,1 0,-1-1,1 0,0 1,1-1,-1 0,1 0,0 0,1 0,0-1,-1 1,2-1,1 2,4 5,1-1,1 0,0-1,0 0,1-1,0 0,0-1,1 0,13 4,-16-7,0-1,1 0,-1-1,1 0,0-1,0 0,-1-1,1 0,8-1,-15 0,0-1,1 0,-1 0,0 0,0-1,1 0,-1 0,-1 0,1-1,0 1,0-1,-1 0,0 0,1-1,-1 1,-1-1,1 0,0 0,-1-1,0 1,0-1,0 0,5-13,-1 0,-1-1,-1 1,-1-1,0 0,-2 0,0-1,-1 1,-1 0,-1-1,-1-10,1-18,0 47,1 0,-1-1,1 1,0 0,0 0,0-1,0 1,0 0,0-1,0 1,0 0,1-1,-1 1,0 0,1 0,-1 0,1-1,0 1,-1 0,1 0,0 0,-1 0,1 0,0 0,0 0,0 0,0 0,0 0,0 1,0-1,0 0,0 1,1-1,-1 1,0-1,0 1,1-1,-1 1,0 0,0 0,1 0,-1 0,0 0,1 0,-1 0,0 0,1 0,-1 0,0 1,0-1,1 1,0-1,18 5,0 1,-1 1,1 1,-1 0,-1 1,0 1,7 6,-20-12,-1 1,1 0,-1 0,0 0,0 0,0 1,-1-1,0 1,0 0,0 0,-1 0,0 1,0-1,-1 1,1-1,-2 1,1-1,-1 1,0-1,0 1,0 0,-1-1,0 1,0-1,-1 1,0-1,0 0,-3 4,-6 64,11-70,0 0,1 0,-1 0,1 0,0 0,0 0,0-1,0 1,1 0,0 0,0-1,0 1,0-1,0 1,0-1,1 0,0 0,0 0,0 0,0-1,0 1,0-1,1 0,-1 0,1 0,-1 0,1 0,0-1,0 0,2 1,9 2,-1-1,1 0,1 0,-1-2,0 0,1-1,8-1,-12 1,0-1,-1 0,1-1,-1-1,0 1,1-2,-1 1,0-2,-1 1,1-2,-1 1,0-1,0-1,-1 0,0 0,0-1,-1 0,0-1,0 1,-1-1,0-1,-1 0,0 0,1-1,-3 0,0 0,0 0,-1 0,0 0,-1-1,0 1,-1-1,0-4,-1 13,0 0,0-1,0 1,0 0,-1 0,1-1,-1 1,0 0,0 0,0 0,0 0,-1 0,1 0,-1 0,0 0,0 0,0 1,0-1,0 1,0 0,-1-1,1 1,-1 0,0 0,1 1,-1-1,0 0,0 1,0 0,0 0,-1 0,-2 0,0 0,0 1,1 0,-1 1,0-1,0 1,1 0,-1 0,0 1,1 0,-1 0,1 0,0 0,0 1,0 0,0 0,0 1,1-1,-1 1,1 0,0 0,0 0,1 1,-1 0,1-1,0 1,0 0,0 0,1 1,0-1,0 0,0 1,1 0,-1-1,2 1,-1 0,0-1,1 1,0 0,1 0,-1 0,1-1,0 1,1 1,6 7,1-1,0 0,1 0,1-1,0-1,1 1,0-2,0 0,1 0,0-1,1-1,0 0,1-1,-1 0,7 0,35 19,2-2,56 14,-55-22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04:45.83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19 869,'27'-26,"0"-2,-2-1,-1-1,-2-1,-1-1,-1-1,-2-1,-1 0,-1-1,-3-1,-1-1,-1 1,-2-2,-2 1,-1-1,-2-5,0 21,-1-1,-1 1,-2-1,0 0,-1 1,-1-1,-1 1,-1-1,-1 1,-4-8,8 28,1 0,-1 0,0 0,0 0,-1 0,1 0,0 0,-1 1,1-1,-1 0,1 1,-1-1,0 1,0-1,0 1,1 0,-1 0,-1 0,1 0,0 0,0 0,0 1,0-1,0 1,-1-1,1 1,0 0,-1 0,1 0,0 0,0 0,-1 1,1-1,0 1,0-1,0 1,0 0,-1 0,1 0,0 0,0 0,-10 8,2-1,-1 1,1 1,0 0,1 0,0 1,1 0,0 0,0 1,2 0,-1 0,1 2,-8 12,1 0,1 1,1 1,2 0,1 1,1-1,1 1,1 1,2-1,1 1,2-1,0 1,2 0,2-1,0 0,2 0,1 0,1 0,2-1,1-1,1 0,1 0,1-1,2-1,0 0,6 5,-5-11,1-1,0 0,1-2,1 0,0-1,1-1,1-1,7 3,27 9</inkml:trace>
  <inkml:trace contextRef="#ctx0" brushRef="#br0" timeOffset="367.08">660 923,'0'-11,"0"-1,-1 1,0 0,-1 0,-1 0,0 0,0 0,-1 1,-1-3,3 9,0 0,0 0,0 1,-1-1,1 1,-1 0,0-1,0 1,0 0,0 1,-1-1,1 1,-1-1,0 1,1 0,-1 0,0 1,0-1,0 1,-1 0,1 0,0 0,0 0,-1 1,-1 0,0 0,0 0,-1 1,1 0,0 0,0 1,0-1,0 1,0 1,0-1,0 1,0 0,1 0,0 1,0 0,0 0,0 0,0 0,1 1,0 0,0 0,0 0,0 0,1 0,0 1,0 0,-2 5,2-4,0 1,1 0,-1-1,1 1,1 0,0 1,0-1,0 0,1 0,0 0,1 0,0 1,0-1,1 0,0 0,0 0,1-1,0 1,0 0,3 4,-3-7,0 1,1-1,0 0,-1-1,2 1,-1 0,0-1,1 0,0 0,0-1,0 1,0-1,1 0,-1 0,1-1,-1 0,1 0,0 0,0-1,0 1,0-2,1 1,-1-1,0 1,0-2,0 1,0-1,0 0,0 0,0 0,0-1,0 0,0 0,-1-1,1 0,-1 0,1 0,-1 0,0-1,0 0,-1 0,1 0,-1-1,0 1,3-5,-2 0,-1 0,1 0,-2 0,1-1,-2 1,1-1,-1 0,0 0,-1 0,0 0,-1 0,0 0,-2-9,2 19,0 1,0-1,-1 0,1 0,0 0,0 0,-1 0,1 0,0 0,0 0,-1 0,1 0,0 0,0 0,-1 0,1 0,0 0,0-1,-1 1,1 0,0 0,0 0,-1 0,1 0,0 0,0-1,0 1,-1 0,1 0,0 0,0-1,0 1,0 0,0 0,-1 0,1-1,0 1,0 0,0 0,0-1,0 1,0 0,0-1,-5 27,5-10,0 0,2 0,-1 0,2 0,0 0,1-1,1 1,0-1,1 0,1 0,0-1,1 0,0 0,6 5,9 11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04:44.36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332 114,'-10'-7,"-1"1,0 0,0 0,0 2,-1-1,1 1,-1 1,0 0,-1 1,1 0,0 1,0 0,-1 1,1 1,0 0,-1 0,1 1,0 1,0 0,0 0,1 2,-1-1,-2 2,10-2,0-1,1 1,-1-1,1 1,-1 0,1 1,0-1,1 0,-1 1,1 0,0-1,0 1,0 0,0 0,1 0,0 0,0 0,1 1,-1-1,1 0,0 0,1 1,-1-1,1 0,0 0,0 0,1 0,-1 0,1 0,0 0,0-1,1 1,0-1,-1 1,1-1,1 0,-1 0,1 0,-1 0,1-1,0 0,2 1,-1 1,1-1,0 0,0 0,0-1,0 1,0-1,1-1,0 1,-1-1,1 0,0-1,0 0,0 0,0 0,0-1,0 0,0 0,0-1,0 0,0 0,0 0,0-1,0 0,-1-1,1 0,-1 0,0 0,0 0,0-1,0 0,0-1,-1 1,0-1,0 0,0 0,4-6,-5 3,0 0,-1 0,0-1,0 1,-1-1,0 0,-1 0,0 0,0 0,-1 0,0 0,0 0,-1 0,0 1,-1-2,2 10,0 1,0-1,0 1,0-1,0 1,0-1,0 1,0-1,0 0,0 1,-1-1,1 1,0-1,0 1,0-1,-1 0,1 1,0-1,0 1,-1-1,1 0,0 1,-1-1,1 0,-1 0,1 1,0-1,-1 0,1 0,-1 1,1-1,-1 0,1 0,-1 0,1 0,0 0,-1 0,1 0,-1 0,1 0,-1 0,1 0,-1 0,1 0,-1 0,1 0,-1 0,1-1,0 1,-1 0,1 0,-1-1,1 1,0 0,-1 0,1-1,0 1,-1 0,1-1,0 1,-1-1,1 1,-1 8,-1-1,2 1,-1 0,1 0,1 0,-1 0,1-1,1 1,-1 0,1 0,1-1,-1 0,1 1,1-1,-1 0,1 0,0-1,1 1,0-1,0 0,0 0,0 0,1-1,0 0,0 0,1-1,0 1,-1-1,1-1,0 1,1-1,3 1,26 10</inkml:trace>
  <inkml:trace contextRef="#ctx0" brushRef="#br0" timeOffset="264.342">841 140,'-19'-10,"0"0,-1 2,1 0,-1 1,-1 2,1 0,-1 0,-11 1,28 4,0-1,0 1,1 0,-1 1,0-1,0 1,1-1,-1 1,0 0,1 0,-1 1,1-1,0 1,-1 0,1 0,0 0,0 0,0 1,0-1,0 1,1-1,-1 1,1 0,0 0,0 0,0 0,0 1,0-1,1 1,-1-1,1 1,0-1,0 1,1 0,-1-1,1 1,-1 0,1 1,0 2,0 0,1 0,0-1,0 1,0 0,1 0,0-1,0 1,1-1,0 1,0-1,0 0,1 0,0 0,0-1,0 1,1-1,-1 0,1 0,1-1,-1 0,4 3,6 3,2 0,-1-1,1-1,0 0,1-1,-1-1,17 3,128 14,-89-21</inkml:trace>
  <inkml:trace contextRef="#ctx0" brushRef="#br0" timeOffset="712.272">1509 86,'-10'-3,"0"1,1-1,-1 2,0-1,0 1,0 1,0 0,0 0,0 1,0 0,0 1,1 0,-3 1,7-2,0 1,0-1,0 1,1 0,-1 1,0-1,1 1,0 0,-1 0,1 0,0 1,1-1,-1 1,1 0,-1 0,1 0,1 1,-1-1,0 1,1 0,0-1,0 1,0 0,1 0,-1 4,2-4,-1 0,1-1,1 1,-1 0,1 0,0-1,0 1,0-1,0 1,1-1,0 1,0-1,0 0,0 0,1 0,-1 0,1 0,0 0,1-1,-1 1,0-1,1 0,0 0,0-1,1 2,8 4,1 0,0 0,0-2,0 0,1 0,0-2,3 1,7 2,0-2,1-1,-1-1,1-1,0-2,0 0,0-2,16-3,-29 3,0-1,-1 0,0 0,0-2,0 1,0-2,-1 0,0 0,0-1,0 0,-1 0,0-2,0 1,-1-1,0 0,-1-1,0 0,2-4,-5 6,0 0,0-1,-1 1,0-1,0 0,-1 0,0 0,0 0,-1-1,-1 1,0 0,0-1,0 0,-2 1,0-8,0 15,0 0,0 0,0-1,-1 1,1 0,-1 0,1 1,-1-1,0 0,0 0,0 1,0-1,0 1,0 0,0-1,0 1,-1 0,1 0,0 1,-1-1,1 0,-1 1,1 0,-1-1,1 1,-1 0,1 0,-1 0,1 1,-1-1,1 0,0 1,-1 0,1 0,0-1,-1 2,1-1,0 0,0 0,0 1,0-1,0 1,0-1,0 1,0 0,1 0,-1 0,1 0,-1 0,-3 4,1 0,-1 0,1 1,1-1,-1 1,1 0,0 0,1 0,-1 1,1-1,1 0,0 1,0-1,0 1,1 0,0-1,0 1,1 0,0-1,1 1,-1-1,1 0,1 1,-1-1,1 0,1 0,-1-1,1 1,0-1,1 1,-1-1,1-1,1 1,-1-1,1 0,0 0,6 4,3 0,0-1,0-1,1 0,0-1,1-1,-1 0,1-1,0-1,4 0,35 4</inkml:trace>
  <inkml:trace contextRef="#ctx0" brushRef="#br0" timeOffset="1061.939">2605 86,'-13'-10,"0"1,-1 0,0 0,0 1,-1 1,0 1,0 0,-1 1,0 0,1 1,-2 1,1 1,0 0,0 1,-5 1,19 0,0 1,0-1,0 0,0 1,0 0,0-1,0 1,0 0,0 0,1 0,-1 0,0 1,0-1,1 0,-1 1,1-1,-1 1,1-1,0 1,0 0,-1 0,1-1,0 1,1 0,-1 0,0 0,0 0,1 0,0 0,-1 0,1 0,0 1,0-1,0 0,0 0,0 0,0 0,1 0,-1 0,1 0,-1 0,1 0,0 0,0 0,0 0,0 0,1 1,9 13,1 0,0 0,1-2,1 1,0-2,1 0,1 0,0-2,13 8,-21-13,176 125,-156-99,-28-32,1 1,-1 0,0-1,1 1,-1 0,0 0,0-1,0 1,0 0,0 0,0 0,0-1,0 1,0 0,0 0,0-1,0 1,0 0,-1 0,1-1,0 1,0 0,-1-1,1 1,-1 0,1-1,-1 1,1 0,-1-1,1 1,-1-1,1 1,-1-1,0 1,1-1,-1 0,0 1,1-1,-1 0,0 0,0 1,1-1,-1 0,0 0,0 0,1 0,-1 0,-1 0,-142 7,103-8,-150-4,167 2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04:43.47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0 215,'21'2,"13"3,10 1,8-1,8-1,5-1,4-2,0 0,-2-1,-9 0,-14 0</inkml:trace>
  <inkml:trace contextRef="#ctx0" brushRef="#br0" timeOffset="347.18">374 1,'81'20,"-46"-13,-1 2,0 2,-1 1,30 14,-58-23,0-1,0 0,0 1,-1 0,1 0,-1 0,1 1,-1-1,0 1,-1 0,1 0,-1 1,1-1,-1 1,0-1,-1 1,0 0,1 0,-1 0,-1 0,1 1,-1-1,0 0,0 1,-1-1,1 1,-1-1,0 1,-1 5,-5 4,-1 1,0-1,-1 0,0-1,-1 0,-1 0,0-1,-1-1,-1 1,1-2,-12 9,-24 27,5 15,37-46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04:42.24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86 883,'0'16,"2"14,1 11,0 8,-1 5,-3-1,-5 1,-7-3,-6-5,-1-8,0-11,3-9</inkml:trace>
  <inkml:trace contextRef="#ctx0" brushRef="#br0" timeOffset="306.694">487 1,'-11'102,"3"-6,4 1,8 94,-1-153,1-1,3-1,0 1,3-1,1 0,1-1,2 0,2-1,7 9,-19-34,0-1,1 0,0 0,1 0,-1 0,2-1,-1 0,1 0,0-1,0 0,1 0,0-1,0 0,0 0,0-1,1 0,0 0,0-1,0 0,0-1,1 0,-1 0,0-1,4 0,19-5</inkml:trace>
  <inkml:trace contextRef="#ctx0" brushRef="#br0" timeOffset="556.395">126 349,'16'-7,"28"-5,33 1,32 1,24 3,10 4,-20 3</inkml:trace>
  <inkml:trace contextRef="#ctx0" brushRef="#br0" timeOffset="927.464">927 695,'18'-1,"7"-3,1 1,0 1,1 2,-1 0,0 2,0 1,-1 1,9 3,-31-6,0-1,0 1,-1 0,1 0,0 0,0 0,0 0,-1 0,1 1,-1-1,1 1,-1 0,0 0,1 0,-1 0,0 0,0 0,0 1,-1-1,1 1,-1-1,1 1,-1 0,0-1,0 1,0 0,0 0,-1 0,1 0,-1 0,1 0,-1 0,0 0,0 0,-1 0,1 1,-4 4,0-1,-1 1,0-1,0 0,0-1,-1 1,0-1,-1 0,1 0,-1-1,-6 4,-41 41,53-49,0 1,0-1,0 1,0-1,0 1,0-1,0 1,1 0,-1-1,0 1,1 0,0 0,-1-1,1 1,0 0,0 0,0 0,0-1,0 1,0 0,1 0,-1 0,1-1,-1 1,1 0,-1-1,1 1,0 0,0-1,0 1,0-1,0 1,0-1,0 0,1 0,-1 1,0-1,1 0,-1 0,1 0,-1 0,1 0,1 0,152 84,-142-77,0 0,0 1,-1 1,0 0,0 0,-1 1,-1 1,0 0,-1 0,5 8,-13-17,0 0,0-1,0 1,0 0,0 0,0 0,-1 0,0 0,0 1,0-1,0 0,0 0,0 0,-1 0,1 0,-1 0,0 0,0 0,0-1,-1 1,1 0,0 0,-1-1,0 1,0-1,0 1,0-1,0 0,0 0,0 0,-1 0,1 0,-1 0,1-1,-2 1,-101 45,3-26,84-22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04:41.39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308 1,'-19'49,"2"1,2 0,2 2,3-1,2 2,2-1,2 53,3-73,3-1,0 0,2 0,1-1,2 1,6 16,-8-32,0-1,1 1,1-1,0-1,0 1,2-1,0-1,0 0,1 0,0-1,1 0,0 0,1-1,4 1,-11-7,0 0,1-1,-1 0,1 0,0 0,0-1,0 0,0 0,0 0,1-1,-1 0,0 0,1-1,-1 0,0 0,1 0,-1-1,1 0,-1 0,0-1,3 0,14-11</inkml:trace>
  <inkml:trace contextRef="#ctx0" brushRef="#br0" timeOffset="260.303">1 483,'25'-7,"28"-5,29-4,24-2,16 2,-14 3</inkml:trace>
  <inkml:trace contextRef="#ctx0" brushRef="#br0" timeOffset="543.105">829 843,'2'-2,"-1"-1,0 1,1-1,0 1,-1 0,1-1,0 1,0 0,0 0,0 1,1-1,-1 0,1 1,-1-1,1 1,-1 0,1 0,0 0,-1 0,1 0,0 1,0-1,0 1,-1-1,1 1,0 0,0 1,0-1,0 0,0 1,-1-1,1 1,0 0,0 0,-1 0,1 0,-1 1,1-1,-1 1,1-1,-1 1,0 0,2 5,0 0,-1 1,0-1,0 1,-1 0,0 0,0 0,-1 0,0 0,-1 0,1 0,-2 0,1 1,-1-1,0 0,-1 0,0 0,0-1,0 1,-1 0,-1-1,1 1,-3 2,-9 18,-1-1,-1-1,-2-1,-13 15,-9 13,40-53,0 1,0-1,0 1,1 0,-1 0,0-1,0 1,1 0,-1 0,1 0,-1 0,1-1,-1 1,1 0,-1 0,1 0,0 0,0 0,-1 0,1 0,0 0,0 1,0-1,0 0,0 0,0 0,0 0,1 0,-1 0,0 0,1 0,-1 0,0 0,1 0,-1 0,1-1,0 1,-1 0,1 0,0 0,-1-1,1 1,0 0,0-1,-1 1,1 0,0-1,0 1,0-1,0 1,0-1,0 0,0 0,0 1,0-1,0 0,0 0,0 0,0 0,0 0,0 0,1 0,26 4,0-2,0-1,1-1,-1-1,10-2,-3 0,76-5,-4-1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04:40.20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388 0,'14'47,"-2"0,-2 1,-2 1,-2-1,-3 1,-1 0,-3 0,-3 13,-79 328,81-385,0 0,0 0,0 1,1-1,0 1,0-1,0 1,1-1,0 1,0-1,0 1,1-1,0 1,0-1,0 1,0-1,1 0,0 0,0 0,1 0,-1 0,1 0,0 0,1-1,-1 0,1 1,2 1,6-2,0-1,1-1,-1 1,1-2,0 0,-1-1,1 0,0 0,-1-2,1 1,0-2,-1 0,0 0,0-1,0-1,5-2,22-9</inkml:trace>
  <inkml:trace contextRef="#ctx0" brushRef="#br0" timeOffset="247.142">0 495,'25'-2,"22"-4,21-2,17 0,13 1,5 2,-4 4,-18 2</inkml:trace>
  <inkml:trace contextRef="#ctx0" brushRef="#br0" timeOffset="516.712">762 1043,'18'-66,"-2"-2,5-57,-24 297,-1-105,1 173,8-196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07:19.56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18836 10254,'31'-12,"1"1,0 1,0 2,0 1,1 2,0 1,0 1,15 2,-44 0,0 0,0 1,0-1,0 1,0 0,0 0,0 0,0 1,0-1,0 1,0 0,-1 0,1 0,0 1,0-1,-1 1,1 0,-1 0,1 0,-1 1,0-1,0 1,0 0,0 0,-1 0,1 0,-1 0,1 0,-1 1,0-1,-1 1,1 0,0-1,-1 1,0 0,0 0,0 0,-4 9,-1-1,0 1,-1-1,0 0,-1-1,0 1,-1-1,0-1,-1 1,0-1,0 0,-1-1,-1 0,-9 14,1-3,5-6,-1 0,2 2,0-1,1 2,0 0,1 0,1 0,1 1,1 1,-4 13,10-26,0 0,1 1,0-1,0 0,1 0,-1 0,1 1,1-1,-1 0,1 0,0 0,0-1,1 1,0-1,0 1,1 0,13 20</inkml:trace>
  <inkml:trace contextRef="#ctx0" brushRef="#br0" timeOffset="172.94">19130 11123,'-2'16,"-1"8,0 3,0 1,2-4,2-4,6-7,4-5,0-4</inkml:trace>
  <inkml:trace contextRef="#ctx0" brushRef="#br0" timeOffset="462.734">19638 9840,'9'23,"8"23,7 22,9 20,6 15,3 11,-1 9,-8 4,-16 5,-27 5,-39 2,-52 5,-8-22</inkml:trace>
  <inkml:trace contextRef="#ctx0" brushRef="#br0" timeOffset="-55198.325">628 9225,'0'-3,"2"0,8 1,11 2,13 1,13 1,9-1,7 1,4-1,-1 2,-1 0,-9 2,-8 1,-11 1,-8-1,-11 1,-4 0,-6-2</inkml:trace>
  <inkml:trace contextRef="#ctx0" brushRef="#br0" timeOffset="-53820.92">2967 9304,'16'0,"17"0,16 0,13-2,13-3,6-3,-9 0</inkml:trace>
  <inkml:trace contextRef="#ctx0" brushRef="#br0" timeOffset="-50192.329">8288 8703,'-2'14,"-1"4</inkml:trace>
  <inkml:trace contextRef="#ctx0" brushRef="#br0" timeOffset="-49458.224">9478 8596,'-18'0,"-11"5,-5 8,2 8,5 9,8 4,9 5,6-5</inkml:trace>
  <inkml:trace contextRef="#ctx0" brushRef="#br0" timeOffset="-51678.879">6724 9010,'0'16,"2"19,1 22,0 16,-1 16,0 9,-1 7,0 5,-1 4,-2-3,-4-9,0-12,-1-20,-3-21,2-19</inkml:trace>
  <inkml:trace contextRef="#ctx0" brushRef="#br0" timeOffset="-51380.059">6657 9211,'0'-4,"-2"0,1 0,0 1,0-1,0 0,0 0,1 0,-1 1,1-1,0 0,0 0,1 0,-1 0,1 0,0 1,0-1,0 0,0 0,1 1,0-1,-1 1,1 0,1-1,-1 1,0 0,1 0,-1 0,1 0,2-1,5 2,0 0,0 1,1 0,-1 1,0 0,1 0,-1 1,0 1,0-1,1 2,-2-1,1 1,0 1,0 0,-1 0,0 1,7 5,47 40,-61-48,-1 0,1 0,-1 0,1 1,-1-1,0 0,0 0,1 1,-2-1,1 1,0-1,0 1,-1-1,0 1,1 0,-1-1,0 1,0-1,0 1,-1 0,1-1,-1 1,1-1,-1 1,0-1,0 1,0-1,0 0,-1 1,-5 5,-1 0,0 0,-1-1,0 0,0 0,0-1,-1 0,0-1,0 0,-1 0,1-1,-2-1,7-1,35-16,3 0</inkml:trace>
  <inkml:trace contextRef="#ctx0" brushRef="#br0" timeOffset="-51021.262">7299 9145,'-10'-4,"0"0,-1 1,1 0,-1 1,0 0,1 1,-1 0,0 1,0 0,0 0,0 1,1 1,-1 0,0 0,1 1,0 1,-1-1,1 2,1-1,-1 1,1 1,0 0,0 0,0 1,-1 1,6-2,0-1,0 1,0 0,1 1,0-1,0 0,0 1,1 0,0-1,0 1,1 0,0 0,0 0,1 0,0 2,0-5,0 0,0-1,1 1,0 0,-1-1,1 1,1 0,-1-1,0 1,1-1,0 0,0 1,0-1,0 0,0 0,1 0,-1-1,1 1,0-1,0 1,0-1,0 0,0 0,1 0,-1 0,0-1,1 1,-1-1,1 0,2 1,-1-1,1 0,-1 0,1 0,0-1,-1 0,1 0,0 0,-1-1,1 1,0-1,-1-1,1 1,-1-1,0 0,1 0,-1-1,0 0,0 1,-1-2,1 1,0 0,-1-1,0 0,0 0,0 0,3-5,0-1,-1 0,1 0,-2 0,1-1,-1 0,-1 0,0 0,-1 0,0-1,-1 0,0 1,0-13,-2 31,0-1,0 0,1 1,-1-1,1 0,0 1,1-1,0 0,0 0,0 0,1 0,0-1,0 1,0-1,1 1,-1-1,1 0,5 4,2 0,0-1,1-1,0 0,0-1,1 0,-1 0,1-2,1 1,-1-2,0 0,10 1,41 7</inkml:trace>
  <inkml:trace contextRef="#ctx0" brushRef="#br0" timeOffset="-50440.666">7900 8971,'-7'1,"0"-1,-1 2,1-1,0 1,0 0,0 0,0 1,0 0,1 1,-1-1,1 1,0 0,0 1,0-1,1 1,0 0,0 1,0-1,0 2,-5 4,2 2,-1-1,2 1,0 0,0 1,1 0,1 0,-4 13,8-23,0 0,0 0,0-1,0 1,1 0,-1 0,1 0,0 0,0 0,1 0,-1 0,1 0,0 0,0 0,0-1,0 1,1 0,0-1,-1 1,1-1,1 1,-1-1,0 0,1 0,-1 0,1 0,0 0,0-1,0 0,1 1,-1-1,0 0,1 0,0-1,-1 1,5 0,8 3,0-1,0-1,0 0,1-1,-1-1,10-1,34 4,-59-5,0 1,-1 0,1-1,0 1,0 0,0 0,0 0,-1 0,1-1,0 1,0 1,0-1,0 0,0 0,-1 0,1 0,0 0,0 1,0-1,-1 0,1 1,0-1,0 1,-1-1,1 1,0-1,-1 1,1-1,0 1,-1 0,1-1,-1 1,1 0,-1-1,0 1,1 0,-1 0,0 0,1-1,-1 1,0 0,0 0,0 0,0 0,1-1,-1 1,0 0,-1 0,1 1,-11 5,0-1,-1 0,0-1,0 0,0 0,0-2,-1 1,-4-1,-1 2,-85 17,90-29,30-9,380-214,-348 202,-48 29,0-1,1 1,-1-1,0 1,1-1,-1 1,0 0,0-1,0 1,1 0,-1 0,0 0,0 0,0 0,0 0,-1 0,1 0,0 1,0-1,-1 0,1 0,-1 1,1-1,-1 0,1 1,-1-1,0 0,0 1,0-1,1 1,-1-1,-1 0,1 1,0-1,0 1,0-1,-1 0,1 1,-1-1,1 0,-1 1,0-1,1 5,9 109,-8-110,0-1,1 1,-1-1,1 0,0 0,0 1,1-1,-1 0,1-1,0 1,0 0,0-1,1 0,-1 0,1 0,-1 0,1 0,0-1,0 0,1 1,-1-2,0 1,1 0,14 3</inkml:trace>
  <inkml:trace contextRef="#ctx0" brushRef="#br0" timeOffset="-49976.885">8542 9010,'23'38,"-1"1,-2 0,-2 2,12 38,17 38,-47-116,0 0,0 0,0 0,0 0,0 0,0-1,1 1,-1 0,0 0,0 0,1 0,-1 0,1 0,-1-1,0 1,1 0,0 0,-1 0,1-1,-1 1,1 0,0-1,0 1,-1-1,1 1,0-1,0 1,0-1,-1 1,1-1,0 0,0 1,0-1,0 0,0 0,0 0,0 0,0 0,0 0,0 0,0 0,0 0,-1 0,1 0,0-1,0 1,0 0,0-1,0 1,0-1,-1 1,1-1,0 1,0-1,-1 1,1-1,0 0,-1 0,1 1,-1-1,1 0,-1 0,1 1,-1-1,1 0,-1 0,0 0,1 0,-1-1,121-330,-95 288,-1 10</inkml:trace>
  <inkml:trace contextRef="#ctx0" brushRef="#br0" timeOffset="-49624.821">9197 9104,'0'13,"1"-1,0 0,0 0,1 0,1 0,0-1,1 1,0-1,5 9,-7-15,0-1,1 0,-1-1,1 1,0 0,0-1,0 1,0-1,1 0,-1 0,1-1,0 1,0-1,0 1,0-1,0 0,0-1,1 1,-1-1,1 0,-1 0,1 0,-1 0,1-1,-1 0,5 0,-4-1,0 1,0-1,0 0,1 0,-2-1,1 0,0 1,0-2,0 1,-1 0,1-1,-1 0,0 0,0 0,0-1,0 1,-1-1,1 0,-1 0,0 0,0-1,-1 1,1-1,-1 1,0-1,0 0,0 0,-1 0,0 0,0 0,1-2,-1 0,0 0,-1 0,1 0,-2-1,1 1,-1 0,0 0,0 0,-1 0,0 0,0 1,0-1,-1 0,0 1,-1 0,1-1,-1 1,0 1,-1-1,-3-3,5 5,-1 1,-1-1,1 1,0 0,-1 0,1 0,-1 1,0 0,0 0,0 0,0 0,0 1,-1 0,1 0,0 0,-1 1,1-1,0 1,-1 1,1-1,-1 1,1 0,0 0,0 0,0 1,0 0,0 0,0 0,0 1,0-1,0 2,-6 3,1 0,0 1,0 0,0 1,1 0,1 1,-1 0,1 0,1 1,0-1,1 2,-3 6,6-14,0 1,1-1,0 0,0 1,1-1,-1 1,1-1,0 1,0 0,0 0,1 0,0-1,0 1,0 0,0 0,1 0,0-1,0 1,0 0,0-1,1 1,0-1,0 1,0-1,0 0,1 0,0 0,0 0,3 3,-1-4,0 0,0 0,1-1,-1 1,1-1,0 0,0-1,0 1,0-1,0-1,3 1,30 1</inkml:trace>
  <inkml:trace contextRef="#ctx0" brushRef="#br0" timeOffset="-49290.674">9598 9184,'11'14,"11"6,6 1,8-4,6-5,5-6,2-7,-3-6,-9-1</inkml:trace>
  <inkml:trace contextRef="#ctx0" brushRef="#br0" timeOffset="-53525.71">3984 9118,'2'15,"1"14,0 9,1 6,1 0,-1-2,-2-4,0-10</inkml:trace>
  <inkml:trace contextRef="#ctx0" brushRef="#br0" timeOffset="-53265.407">3797 8744,'15'4,"16"7,8 5,4 5,-4-1</inkml:trace>
  <inkml:trace contextRef="#ctx0" brushRef="#br0" timeOffset="-52702.672">4184 9038,'63'268,"-51"-224,-11-42,-1 0,0-1,0 1,0-1,0 1,0-1,0 0,0 1,1-1,-1 0,1 1,-1-1,1 0,-1 1,1-1,0 0,0 0,-1 0,1 0,0 0,0 0,0 0,0 0,0 0,1 0,-1 0,0 0,0-1,1 1,-1-1,0 1,0-1,1 1,-1-1,1 0,-1 0,0 1,1-1,-1 0,1 0,-1-1,6-4,0 0,0-1,0 0,-1 0,0 0,0-1,-1 0,0-1,0 1,0-1,-1 0,0-1,-1 5,50-113,-52 117,-1 0,0 1,0-1,0 0,1 0,-1 0,0 1,0-1,1 0,-1 0,0 0,0 0,1 0,-1 1,0-1,1 0,-1 0,0 0,0 0,1 0,-1 0,0 0,1 0,-1 0,0 0,0 0,1 0,-1 0,0-1,1 1,-1 0,0 0,0 0,1 0,-1 0,0-1,0 1,1 0,-1 0,0 0,0-1,0 1,1 0,-1 0,0 0,0-1,0 1,0 0,0-1,1 1,-1 0,0 0,0-1,0 1,0 0,0-1,0 1,0 0,0 0,0-1,0 1,0 0,0-1,0 1,-1 0,1-1,3 26,-3-15,-1-2,0 1,0 0,1-1,0 1,1 0,0 0,0-1,0 1,1-1,1 1,0-1,0 0,0 0,1 0,0 0,1-1,-1 0,2 0,-1 0,1 0,0-1,0 0,0 0,1 0,2 0,0-2,0-1,0 0,1-1,-1 0,0 0,1-1,-1 0,1-1,-1 0,1-1,-1 0,1 0,-1-1,0 0,1 0,-1-1,0-1,-1 1,1-1,0-1,-1 0,0 0,-1-1,1 1,-1-2,0 1,0-1,-1 0,0 0,0-1,0 0,-1 0,3-8,3-14,-1-1,-1 0,-2 0,-2-1,0 0,-2 0,-2 0,-1 0,-1 0,-2 0,-6-31,-44-247,30 246,13 68,-1 76,8 355,4-426,15 191,-14-188,0 0,2 1,-1-1,2-1,0 1,0-1,1 0,0 0,1 0,0-1,0 0,1 0,1-1,6 6,-10-11,0 0,1-1,-1 1,1-1,0 0,0-1,0 1,0-1,0 0,0-1,1 1,-1-1,1 0,-1-1,0 0,1 0,5-1,21-5</inkml:trace>
  <inkml:trace contextRef="#ctx0" brushRef="#br0" timeOffset="-52526.155">4424 8823,'14'0,"22"0,24 0,22 0,15 3,7 4,-14 2</inkml:trace>
  <inkml:trace contextRef="#ctx0" brushRef="#br0" timeOffset="-52063.849">5147 9385,'20'-207,"-18"179,-3 21,1 0,0 0,1 0,0 0,0 0,0 0,1 0,0 0,1 0,0-1,-2 7,0 1,0-1,1 0,-1 1,0-1,0 1,1-1,-1 1,0 0,0-1,1 1,-1 0,0 0,1 0,-1 0,0 0,1 0,-1 1,0-1,1 0,-1 1,0-1,0 1,1-1,-1 1,0-1,0 1,0 0,0 0,0 0,0-1,1 2,9 4,118 28,-125-29,1-1,-1 1,-1 0,1 0,-1 0,1 0,-1 0,-1 1,1 0,-1-1,0 1,0 0,-1 0,0 0,0 0,0 0,-1 1,0-1,0 0,0 0,-1 0,0 0,0 0,-1 0,0 1,1 5,-8 142,10-150,-1 0,1 0,0 0,0 0,1 0,-1 0,1-1,0 1,-1-1,2 1,-1-1,0 0,1 1,-1-1,1-1,0 1,0 0,0-1,0 1,1-1,-1 0,1 0,-1 0,1-1,0 1,0-1,-1 0,1 0,0 0,0 0,0-1,0 0,1 0,13 1,1-1,-1 0,0-2,0 0,-1-2,17-4,28-10,-5-1</inkml:trace>
  <inkml:trace contextRef="#ctx0" brushRef="#br0" timeOffset="-54590.932">1898 8797,'0'14,"0"15,0 15,0 11,0 9,0 9,2 2,1-3,2-3,1-8,1-6,-1-12,-1-11</inkml:trace>
  <inkml:trace contextRef="#ctx0" brushRef="#br0" timeOffset="-54192.493">1805 8716,'-8'-12,"-4"-7,20 27,151 182,101 132,-256-316,56 95,-58-97,0 0,0 0,-1 0,0 0,0 1,0-1,-1 0,1 1,-1-1,0 1,0-1,0 1,-1-1,0 0,0 1,0-1,0 0,-1 1,1-1,-1 0,0 0,0-1,-1 1,-1 2,-11 7,0-1,-1 0,-1-1,0-1,0-1,-1 0,0-1,0-1,-1-1,0 0,-1-1,-4-1,-239 47,223-41,42-7,56-9,-15-2</inkml:trace>
  <inkml:trace contextRef="#ctx0" brushRef="#br0" timeOffset="-19675.459">11377 8557,'-6'-5,"0"1,-1 0,1 0,-1 1,0 0,1 0,-1 1,-1-1,1 1,0 1,0 0,-1 0,1 0,0 1,-1 0,1 0,-1 1,1 0,0 0,-1 1,1 0,0 0,0 1,0 0,1 0,-1 0,1 1,-1 0,-1 2,-15 18,2 0,0 1,2 1,1 1,1 0,2 2,0-1,-2 13,-4 2,3 1,1 0,3 1,1 1,3 0,1 1,2 0,1 32,6-59,1-1,1 0,1 0,1 0,0 0,1-1,1 0,1 0,1 0,0-1,1 0,1 0,1-1,0 0,1-1,0-1,2 0,-1 0,2-1,14 10,13 4,1-2,1-2,1-2,1-2,0-1,1-3,1-2,17 1,27 6</inkml:trace>
  <inkml:trace contextRef="#ctx0" brushRef="#br0" timeOffset="-16959.929">12298 8957,'0'0,"1"0,-1 0,0-1,0 1,1 0,-1 0,0 0,0 0,0 0,1 0,-1 0,0 0,0 0,1 0,-1 0,0 0,0 0,0 1,1-1,-1 0,0 0,0 0,0 0,1 0,-1 0,0 0,0 1,0-1,1 0,-1 0,0 0,0 0,0 1,0-1,0 0,0 0,1 0,-1 1,0-1,0 0,0 0,0 0,0 1,0-1,0 0,0 0,0 1,0-1,0 0,0 0,0 1,0-1,0 0,0 0,0 0,0 1,-1-1,1 0,9-19,-5 9,-1-1,-1 0,0 0,-1 0,0 0,0 0,-1-1,-1 1,0 0,-1 0,0 0,0 0,-1 0,0 1,-1-1,-1 1,1 0,-2 0,1 0,-1 1,-1 0,0 0,0 0,0 1,-1 0,-2-1,6 7,0 0,1 1,-1-1,0 1,0 0,-1 0,1 0,0 0,0 1,0 0,-1-1,1 2,0-1,0 0,0 1,0 0,-1 0,1 0,0 0,0 1,1 0,-1-1,0 2,1-1,-1 0,1 1,-1-1,1 1,0 0,0 0,0 0,1 0,-1 1,1-1,0 1,0 0,-2 3,-7 17,1 0,1 0,1 1,2 0,0 0,1 1,2 0,0 0,2 0,1 0,1-1,3 11,-3-12,2 0,0-1,2 1,0-1,2 0,2 3,-6-16,1-1,0 0,1-1,0 1,0-1,1 0,0 0,1-1,-1 1,1-1,1-1,-1 0,1 0,0 0,1-1,2 1,-6-3,1-1,-1 1,1-1,0-1,0 1,0-1,0 0,0-1,0 1,0-1,1 0,-1-1,0 1,0-1,0 0,0-1,0 0,-1 0,1 0,0 0,-1-1,1 0,-1 0,0 0,0-1,0 0,1-1,87-78,7 69,-72 9,0 0,-1-3,0 0,0-1,2-3,24-24,-52 35,0 0,0 0,0-1,0 1,0 0,-1 0,1 0,0-1,-1 1,1-1,0 1,-1 0,0-1,1 1,-1-1,0 1,0-1,0 1,0-1,0 1,0-1,0 1,0-1,-1 1,1-1,0 1,-1 0,0-1,1 1,-1 0,0-1,1 1,-1 0,0 0,0-1,0 1,0 0,0 0,0 0,-1 0,-5-3,0 0,0 1,-1 0,1 0,-1 1,0 0,0 0,1 0,-1 1,0 1,0-1,0 1,0 0,0 1,0 0,0 1,0-1,0 1,0 1,1-1,-3 3,4-3,0 0,-1 1,2 0,-1 0,0 1,0-1,1 1,0 0,0 1,0 0,1-1,-1 1,1 1,0-1,0 1,1-1,0 1,0 0,0 0,1 0,0 1,0-1,0 1,1-1,0 1,0-1,1 1,0 0,0-1,1 1,-1 0,1-1,1 1,1 4,1-1,1-1,0 1,1-2,-1 1,2 0,-1-1,1 0,1-1,-1 0,1 0,1 0,-1-1,1 0,0-1,0 0,1 0,0-1,9 4,1-1,0-1,0 0,0-2,1 0,-1-2,1 0,4-1,-11-1,0-1,0 0,1-1,-1 0,0-1,-1-1,1 0,5-3,12-8</inkml:trace>
  <inkml:trace contextRef="#ctx0" brushRef="#br0" timeOffset="-14595.154">15667 8716,'21'7,"6"2</inkml:trace>
  <inkml:trace contextRef="#ctx0" brushRef="#br0" timeOffset="-15647.498">13876 9398,'103'-277,"-94"255,1 0,1 0,1 1,0 1,16-18,-28 36,1 1,0 0,0 0,-1 0,1-1,0 1,0 0,0 0,0 1,1-1,-1 0,0 0,0 0,0 1,1-1,-1 1,0-1,1 1,-1-1,0 1,1 0,-1-1,1 1,-1 0,0 0,1 0,-1 0,1 1,-1-1,0 0,1 0,-1 1,1-1,-1 1,0 0,0-1,1 1,-1 0,0-1,0 1,0 0,0 0,0 0,0 0,0 0,0 0,0 1,0-1,-1 0,1 1,8 15,-1 1,0 0,-2 1,0-1,-1 1,-1 0,0 1,-1 9,0-8,5 81,-10-100,0 0,1 0,-1-1,0 1,0-1,0 1,0-1,0 0,0 0,0 0,0 0,0 0,-1 0,1 0,0-1,-1 1,1-1,0 0,-1 0,1 0,-1 0,1 0,0 0,-1 0,1-1,0 0,-1 1,1-1,0 0,0 0,-1 0,1 0,0 0,0-1,2-1,5 0</inkml:trace>
  <inkml:trace contextRef="#ctx0" brushRef="#br0" timeOffset="-14842.521">14571 9118,'-6'-3,"1"1,-1 0,0 0,1 0,-1 1,0 0,0 0,0 1,0-1,0 1,-1 1,1-1,0 1,1 0,-1 0,0 1,0 0,0 0,1 0,-1 1,1 0,0 0,0 0,0 0,0 1,0 0,1 0,-1 0,1 1,1-1,-1 1,0 0,-1 4,3-4,-1 0,1 0,1 1,-1-1,1 1,0-1,0 1,0 0,1-1,0 1,0 0,1-1,-1 1,1 0,0-1,1 1,-1-1,1 0,0 1,1-1,-1 0,1 0,0 0,0-1,1 1,-1-1,1 0,0 1,0-2,0 1,1 0,-1-1,1 0,0 0,5 2,0 1,1-1,1 0,-1 0,1-1,-1-1,1 0,0-1,0 0,0 0,1-1,-1-1,0 0,0-1,1 0,-1-1,0-1,0 1,-1-2,1 0,-1 0,1-1,-1 0,9-7,-12 2,-1 0,0 0,-1 0,0-1,-1 0,0 0,0-1,-1 1,-1-1,0 0,-1 0,0 0,0-1,-2 1,1 0,-2-1,1 1,-2-5,2 12,0-1,0-7,0 0,0 0,-1-1,0 1,-2 1,1-1,-1 0,-1 0,-2-3,6 15,-1 0,1 0,0 0,-1 0,1 0,-1 0,1 0,-1 0,0 0,1 0,-1 0,0 0,1 0,-1 1,0-1,0 0,0 1,0-1,0 0,0 1,0-1,0 1,0 0,0-1,0 1,0 0,0 0,0-1,-1 1,1 0,0 0,0 0,0 0,0 1,0-1,0 0,0 0,0 1,0-1,-1 0,1 1,0-1,0 1,-1 1,1-1,-1 1,0 0,1 0,-1-1,1 1,0 0,-1 1,1-1,0 0,0 0,0 0,1 0,-1 1,1-1,-1 0,1 1,0-1,-1 1,1-1,1 2,-1-1,1 0,-1 1,1-1,0 0,0 0,0 0,1 0,-1 0,1 0,-1 0,1 0,0 0,0-1,1 1,-1-1,0 1,1-1,0 0,-1 0,1 0,0-1,0 1,0-1,0 1,0-1,0 0,0 0,1 0,98 15,136-26,-236 9,1 1,-1 0,1-1,-1 1,1 1,-1-1,0 0,1 1,-1-1,1 1,-1-1,0 1,1 0,-1 0,0 0,0 1,0-1,0 0,0 1,0-1,0 1,0 0,-1-1,1 1,-1 0,1 0,-1 0,0 0,0 1,0-1,0 0,0 0,0 1,0-1,-1 0,1 1,-6 73,3-68,1 0,-1 1,2-1,-1 0,1 0,0 0,1 1,0-1,0 0,2 3,-2-8,1 1,0-1,0 0,0 0,0 1,0-1,1-1,-1 1,1 0,0-1,0 1,0-1,0 0,0 0,1 0,-1 0,1 0,-1-1,1 0,-1 0,1 0,0 0,0 0,-1-1,1 0,96-7,-83 3,-1-1,1-1,-1-1,-1 0,1 0,-1-2,-1 0,0-1,0 0,0-1,-2 0,1-1,-2-1,1 0,-2-1,0 0,0 0,-1-1,-1 0,-1 0,5-14,-24 51,10-18,0 1,1 0,-1 0,1 1,0-1,0 0,1 0,-1 1,1-1,0 0,1 0,-1 1,1-1,0 0,1 0,-1 0,1 0,0 0,0 0,0 0,1-1,0 1,-1-1,2 1,-1-1,0 0,1-1,0 1,0 0,0-1,0 0,3 1,1 0,1-1,0 0,0 0,0-1,1 0,-1-1,0 0,1 0,-1-1,1 0,1-1,25-4</inkml:trace>
  <inkml:trace contextRef="#ctx0" brushRef="#br0" timeOffset="-14269.021">16002 9104,'-2'8,"0"0,0 0,1 0,0 1,1-1,0 0,0 0,1 0,0 1,0-1,1 0,0 0,0 0,1-1,0 1,0-1,1 1,0-1,0 0,1 0,0-1,0 1,1-1,0-1,0 1,0-1,0 1,6 1,-8-4,1-1,-1 0,1-1,0 1,0-1,0 0,0-1,0 1,0-1,0 0,0 0,0 0,0 0,0-1,-1 0,1 0,0-1,0 1,-1-1,1 0,0 0,-1-1,0 1,0-1,0 0,2-2,6-5,0 0,-1 0,0-1,-1-1,-1 0,1 0,-2-1,1-3,-1 3,-1 0,0-1,-1 0,-1-1,0 1,-1-1,-1 0,0 0,1-13,-4 28,0 0,1-1,-1 1,0 0,0-1,1 1,-1 0,0-1,0 1,0 0,1-1,-1 1,0 0,0-1,0 1,0-1,0 1,0-1,0 1,0 0,0-1,0 1,0-1,0 1,0 0,0-1,0 1,0-1,-1 1,1 0,0-1,0 1,0 0,-1-1,1 1,0 0,0-1,-1 1,1 0,0-1,-1 1,1 0,0 0,-1-1,1 1,0 0,-1 0,1 0,-1 0,1 0,0-1,-1 1,1 0,-1 0,1 0,0 0,-1 0,1 0,-1 0,1 0,0 1,-1-1,1 0,-1 0,1 0,0 0,-1 1,-2 7,0 0,0 0,1 1,0-1,1 1,-1 0,2-1,-1 1,1 0,1 0,0 4,0-7,0 0,1-1,0 1,0 0,0 0,1-1,-1 1,1-1,1 0,-1 0,1 0,0 0,0-1,0 1,0-1,1 0,0-1,0 1,0-1,0 0,1 0,-1 0,1-1,2 1,13 5,1-2,0 0,0-2,0 0,0-1,2-1,137-5,-91-6</inkml:trace>
  <inkml:trace contextRef="#ctx0" brushRef="#br0" timeOffset="-12444.435">17084 8650,'27'-21,"0"2,2 1,0 1,1 2,0 1,2 1,-1 1,1 2,1 2,6-1,-38 9,14-4,1 0,0 1,0 0,0 1,0 1,0 1,0 0,1 1,8 3,-22-4,0 1,0 0,0 0,-1 0,1 0,0 0,-1 1,1-1,-1 1,1 0,-1-1,0 1,0 0,0 1,0-1,0 0,0 0,0 1,-1-1,1 1,-1 0,0-1,0 1,0 0,0 0,0 0,-1 0,1-1,-1 1,0 0,0 0,0 0,0 0,0 0,-1 0,1 0,-2 2,-1 10,-2 0,0 0,0-1,-2 1,1-1,-6 7,-18 29,15-25,0 0,2 1,0 0,2 1,1 0,1 1,0 6,5-10,2 0,0 0,1 1,2-1,0 0,4 15,1-2</inkml:trace>
  <inkml:trace contextRef="#ctx0" brushRef="#br0" timeOffset="-12142.835">17526 9519,'0'5,"1"0,-1 1,1-1,1 0,-1 0,1 0,0 0,0 0,0 0,1 0,0 0,0-1,0 0,0 1,1-1,2 2,-5-6,1 0,-1 1,1-1,-1 0,1 0,-1 0,0-1,1 1,-1 0,1 0,-1-1,0 1,1-1,-1 1,0-1,1 0,-1 0,0 1,0-1,0 0,0 0,0 0,0 0,0 0,0 0,0 0,0-1,-1 1,1 0,0 0,-1-1,1 1,-1 0,1-1,-1 1,0-1,0 1,1-1,-1 1,0 0,0-1,0 1,-1-1,1 1,0 0,0-1,-1 1,1-1,-1-3,0 0,1 1,-1-1,-1 0,1 1,-1-1,0 1,0-1,0 1,0 0,-1 0,0 0,0 0,0 0,0 0,-1 1,1 0,-1 0,0 0,0 0,0 0,0 1,0 0,-1 0,1 0,-1 0,1 1,-1-1,0 1,0 0,1 1,-1-1,0 1,-1 0,2 2,1 0,-1 0,1 0,0 0,0 0,0 1,0 0,1-1,-1 1,1 0,-1 0,1 1,0-1,0 0,1 1,-1-1,1 1,-1-1,1 1,0 0,1-1,-1 1,1 0,-1 0,1 0,0 0,0-1,1 1,-1 0,1 0,0 0,0-1,0 1,1 0,-1-1,1 1,0-1,0 0,0 0,0 1,2 1,58 36,-26-29</inkml:trace>
  <inkml:trace contextRef="#ctx0" brushRef="#br0" timeOffset="-11807.398">18247 8061,'16'26,"15"25,8 28,7 24,0 21,-3 16,-9 14,-13 8,-18 6,-22 2,-28 1,-33 1,-41 0,-49-6,6-31</inkml:trace>
  <inkml:trace contextRef="#ctx0" brushRef="#br0" timeOffset="-10689.864">521 10722,'21'2,"15"1,9 0,5 0,7-2,1 0,3 2,5 0,2 2,-10 0</inkml:trace>
  <inkml:trace contextRef="#ctx0" brushRef="#br0" timeOffset="-10356.743">1724 10641,'-14'-8,"-1"0,1 0,-1 2,-1 0,1 0,-1 2,0 0,-9-1,19 4,0 0,1 1,-1-1,0 1,0 1,0-1,0 1,1 0,-1 0,0 1,1-1,-1 1,1 0,0 1,-1 0,1 0,0 0,1 0,-1 1,0-1,1 1,0 0,0 1,0-1,-1 3,1-1,1 1,-1 0,1 0,0 0,1 1,0-1,0 1,1-1,0 1,0 0,0-1,1 1,0 0,1-1,0 1,0 0,1-1,0 1,0-1,0 0,1 1,0-1,1 0,0-1,0 1,0-1,1 0,-1 0,2 0,-1 0,1-1,-1 0,1 0,1-1,-1 0,4 2,8 3,1-2,0 0,0-1,0 0,1-2,0 0,0-2,0 0,0-1,0-1,0-1,1-1,-1 0,-1-2,1 0,3-2,29-9</inkml:trace>
  <inkml:trace contextRef="#ctx0" brushRef="#br0" timeOffset="-10096.436">2205 10482,'-9'9,"-3"10,1 10,2 12,2 11,3 7,2 6,1-3,1-3,3-9,5-12,8-12,1-11</inkml:trace>
  <inkml:trace contextRef="#ctx0" brushRef="#br0" timeOffset="-9795.235">2513 10562,'-2'16,"-1"0,0 0,-2 0,0-1,0 1,-1-1,-1 0,-1-1,0 0,-1 0,0-1,-1 0,-1 0,0-1,-1 0,0-1,0-1,-1 0,-1-1,1 0,-3 0,9-5,-15 10,42 0,399 67,-367-68,-8-2</inkml:trace>
  <inkml:trace contextRef="#ctx0" brushRef="#br0" timeOffset="-9467.099">3462 10882,'23'2,"18"2,19-1,15-1,10-3,7-3,-12-1</inkml:trace>
  <inkml:trace contextRef="#ctx0" brushRef="#br0" timeOffset="-9204.758">4906 10682,'5'16,"1"14,-1 14,0 8,-4 4,-2-2,-3-6,-1-12</inkml:trace>
  <inkml:trace contextRef="#ctx0" brushRef="#br0" timeOffset="-8512.026">4825 10454,'38'-1,"-1"2,0 1,0 1,0 3,-1 0,1 3,-2 1,9 4,-32-8,-1 1,0 0,-1 0,0 1,0 0,0 1,-1 0,-1 0,1 1,-1 0,-1 1,0 0,-1 0,0 0,0 1,-1 0,-1 0,0 0,-1 0,0 1,-1-1,0 1,-1 0,0 7,1 17,-1-22,-1-1,2 0,0 1,1-1,0 0,1-1,3 8,-6-19,0 0,0 0,0 0,0-1,0 1,1 0,-1-1,0 1,1-1,0 1,-1-1,1 0,0 0,-1 0,1 0,0 0,0 0,0 0,0 0,0-1,0 1,0-1,0 0,0 1,0-1,0 0,1 0,-1 0,0-1,0 1,0 0,0-1,0 1,0-1,0 0,0 0,0 0,65-44,-50 26,-1 0,-1-2,0 1,-2-2,3-6,-15 25,12-16,-12 19,-1-1,0 1,0 0,0 0,0 0,1-1,-1 1,0 0,0 0,1 0,-1 0,0 0,0 0,1-1,-1 1,0 0,0 0,1 0,-1 0,0 0,0 0,1 0,-1 0,0 0,1 0,-1 0,0 0,0 0,1 0,-1 1,0-1,0 0,1 0,-1 0,0 0,0 0,1 1,-1-1,0 0,0 0,0 0,1 0,-1 1,0-1,0 0,0 0,0 1,0-1,0 0,1 0,-1 1,0-1,0 0,0 1,0-1,0 0,0 0,0 1,0-1,0 0,0 0,0 1,0-1,0 0,0 0,-1 1,1-1,0 0,7 49,-7-36,2 1,0-1,0 0,1 0,1-1,0 1,1-1,6 12,-7-18,0 0,1 0,-1-1,1 1,0-1,1 0,-1-1,1 1,0-1,0 0,1-1,-1 1,1-1,-1 0,1-1,0 0,0 0,0 0,0-1,1 0,-1-1,0 1,0-1,1-1,-1 1,0-1,0-1,0 1,0-1,0 0,0-1,0 0,-1 0,1 0,-1-1,0 0,0 0,0 0,-1-1,1 0,-1 0,0 0,3-7,5-12,-2-1,-1 0,-1-1,-2 0,0 0,-2-1,0 1,-2-1,-1-1,-1 1,-3-16,3 28,-2-419,-2 393,3 41,-1 0,1 1,0-1,-1 0,1 0,0 1,-1-1,1 0,-1 0,1 0,0 0,-1 1,1-1,-1 0,1 0,0 0,-1 0,1 0,-1 0,1 0,0 0,-1 0,1 0,-1 0,1-1,-1 1,1 0,0 0,-1 0,1 0,0-1,-1 1,1 0,0 0,-1-1,1 1,0 0,-1-1,1 1,0 0,0-1,-1 1,1 0,0-1,0 1,0 0,0-1,-1 1,1-1,0 1,0 0,0-1,0 0,-8 20,1 0,1 0,0 0,1 1,2 0,-1 7,0-4,-5 22,1 0,3 0,2 0,2 1,1-1,3 1,2-1,6 23,-8-55,0 0,1 0,1-1,0 0,1 0,0 0,1-1,0 0,1 0,0-1,0 0,2 0,-1-1,1 0,0-1,1 0,-1-1,2 0,-1 0,1-1,0-1,0 0,1 0,-1-2,1 1,0-2,0 1,2-2,15-2</inkml:trace>
  <inkml:trace contextRef="#ctx0" brushRef="#br0" timeOffset="-8259.675">5655 10521,'27'-2,"27"-1,23 0,14 1,6 2,-15 2</inkml:trace>
  <inkml:trace contextRef="#ctx0" brushRef="#br0" timeOffset="-7861.496">6269 11043,'-8'-36,"1"1,2-1,1 0,2 0,2 0,1-9,-1 43,0 0,-1-1,1 1,0-1,0 1,0-1,1 1,-1-1,1 1,-1-1,1 1,0 0,0-1,0 1,0 0,0 0,1-1,-1 1,0 0,1 0,0 1,0-1,-1 0,1 1,0-1,0 1,0-1,0 1,1 0,-1 0,0 0,1 0,0 0,16 0,0 1,0 1,-1 1,1 1,0 0,-1 2,0 0,0 0,7 5,-20-8,-1 0,1 0,-1 0,0 0,1 1,-1 0,0 0,-1 0,1 1,0-1,-1 1,0 0,0-1,0 2,0-1,-1 0,1 0,-1 1,0 0,-1-1,1 1,-1 0,0 0,0 0,0-1,-1 1,0 2,0 137,0-142,1 0,-1 0,1 0,0 1,0-1,0 0,0 0,0-1,0 1,0 0,1 0,-1 0,1-1,-1 1,1-1,0 1,0-1,-1 0,1 0,0 0,0 0,0 0,0 0,0 0,1-1,-1 1,0-1,0 1,0-1,2 0,70-5,-72 5,104-26,-55 9</inkml:trace>
  <inkml:trace contextRef="#ctx0" brushRef="#br0" timeOffset="-7336.899">7740 10762,'-16'-2,"-1"1,1 1,0 0,0 1,0 1,0 0,-12 5,22-6,0 1,-1 0,1 1,0 0,0 0,1 0,-1 0,1 1,-1 0,1 0,0 1,1-1,-1 1,1 0,0 0,0 1,1-1,-1 1,1 0,0 1,1-4,1-1,0 1,0 0,0 0,0 0,1-1,-1 1,1 0,0 0,0 0,0 0,0 0,0 0,1 0,-1 0,1 0,0 0,0 0,0-1,0 1,0 0,1-1,-1 1,1-1,-1 1,1-1,0 0,0 0,0 1,1-1,-1-1,0 1,1 0,-1-1,1 1,-1-1,2 1,4 0,1 0,-1-1,1 1,0-2,0 1,-1-1,1-1,0 1,-1-1,1-1,0 0,-1 0,0-1,1 0,-1 0,0-1,-1 0,1 0,-1-1,1 0,-2 0,1-1,0 0,-1 0,0 0,-1-1,1 0,-1 0,-1 0,1-1,-1 0,0 0,-1 0,0 0,0 0,-1-1,0 1,0-6,-1 13,-1 1,0-1,1 0,-1 1,0-1,1 0,-1 1,0-1,0 0,1 0,-1 1,0-1,0 0,0 0,0 1,0-1,0 0,0 0,0 1,-1-1,1 0,0 0,0 1,-1-1,1 0,0 1,-1-1,1 0,-1 1,1-1,-1 1,1-1,-1 0,1 1,-1-1,1 1,-1 0,0-1,1 1,-1-1,0 1,1 0,-1 0,0-1,0 1,1 0,-1 0,0 0,0 0,1 0,-1 0,0 0,0 0,1 0,-1 0,0 0,0 0,1 1,-1-1,0 0,1 0,-1 1,0-1,1 1,-1-1,0 1,0-1,-2 7,0-1,0 1,0-1,0 1,1 0,0 0,1 0,0 0,0 1,0-1,1 0,0 0,0 0,1 1,0-1,0 0,1 0,0 0,0 0,1 0,0-1,2 5,0-4,0 0,1-1,-1 0,1 0,1 0,-1-1,1 0,0 0,0-1,0 0,1 0,0-1,-1 0,1 0,0-1,1 0,1 0,45 10</inkml:trace>
  <inkml:trace contextRef="#ctx0" brushRef="#br0" timeOffset="-6668.314">8355 10749,'-19'0,"0"0,-1 2,1 1,0 0,0 1,-11 5,25-8,0 1,0 0,0 0,0 0,1 0,-1 1,1 0,-1 0,1 0,0 1,0-1,1 1,-1 0,1 0,0 0,0 0,0 1,1-1,-1 1,1 0,0 0,0 0,1 0,-1 0,1 0,0 3,1-4,0 1,0-1,0 1,1-1,-1 0,1 0,0 1,1-1,-1 0,1 0,0 0,0 0,0 0,0-1,0 1,1-1,0 1,0-1,0 0,0 0,0 0,1 0,-1-1,1 0,0 1,-1-1,1 0,3 0,6 4,0-2,0 0,1 0,-1-1,1-1,0 0,0-1,6 0,-2-1,0 0,0-2,-1 0,1-1,-1-1,1 0,-1-1,-1-1,1-1,-1 0,0-1,-1-1,1-1,-2 0,0 0,0-2,-1 0,0 0,-1-1,0-1,-1 0,-1 0,0-1,1-4,1-16,-1-1,-2 0,-1 0,-2-1,-2 0,-1 0,-2 0,-3-35,2 61,0-31,1-25,-3 0,-10-57,3 89,9 36,0-1,0 1,0-1,0 1,0-1,0 1,0-1,0 1,0-1,0 1,0-1,0 1,-1-1,1 1,0-1,0 1,-1-1,1 1,0-1,-1 0,1 1,0-1,-1 1,1-1,-1 0,1 1,0-1,-1 0,1 0,-1 1,1-1,-1 0,1 0,-1 0,1 0,-1 0,1 1,-1-1,1 0,-1 0,1 0,-1 0,0-1,1 1,-1 0,1 0,-1 0,1 0,-1 0,1-1,0 1,-1 0,1 0,-1-1,1 1,-1 0,1-1,0 1,-1-1,1 1,0 0,-1-1,1 1,0-1,0 1,-1-1,1 1,0-1,0 1,-7 19,1 0,0 1,2 0,1 0,0 0,0 19,2-22,-5 33,2 0,3 0,1 0,3 0,2-1,3 1,1-1,2 0,3-1,2-1,11 23,-20-56,1-1,1 1,0-2,0 1,1-2,1 1,3 1,-11-10,0 0,0 0,1 0,-1 0,1-1,0 0,0 1,0-2,0 1,0 0,0-1,1 0,-1 0,0 0,1 0,-1-1,1 1,-1-1,0-1,1 1,-1 0,1-1,-1 0,0 0,1 0,-1-1,0 0,10-7,0-2,-1 1,-1-2,0 0,0 0,-1-1,-1 0,0-1,0 0,-2-1,4-7,0 2,16-27,-28 47,0 0,0 1,0-1,0 0,1 0,-1 1,0-1,0 0,0 0,0 0,0 0,0 1,1-1,-1 0,0 0,0 0,0 0,0 0,1 1,-1-1,0 0,0 0,0 0,1 0,-1 0,0 0,0 0,1 0,-1 0,0 0,0 0,0 0,1 0,-1 0,0 0,0 0,1 0,-1 0,0 0,0 0,0 0,1 0,-1 0,0 0,0-1,0 1,1 0,-1 0,0 0,0 0,0-1,0 1,0 0,1 0,-1 0,0 0,0-1,0 1,0 0,0 0,0-1,0 22,-4 18,1-21,1 0,1 0,1 0,0 0,2 0,0 4,-1-18,1 0,-1 0,1-1,-1 1,1 0,0-1,0 0,1 0,-1 1,1-1,0 0,-1-1,1 1,0-1,1 1,-1-1,0 0,1 0,-1 0,1 0,0-1,-1 0,1 0,0 0,0 0,0 0,0-1,0 1,0-1,29 4</inkml:trace>
  <inkml:trace contextRef="#ctx0" brushRef="#br0" timeOffset="-6431.397">9291 10575,'-16'-7,"-8"-2,-1-2,3 1</inkml:trace>
  <inkml:trace contextRef="#ctx0" brushRef="#br0" timeOffset="-6256.867">8675 10414,'-13'0,"-7"0,4 0,14 0,19 0,25-4,27-5,26-1,19-1,10 3,-16 2</inkml:trace>
  <inkml:trace contextRef="#ctx0" brushRef="#br0" timeOffset="-6009.528">9478 10762,'1'12,"0"0,1 0,1 0,0 0,0 0,1-1,1 1,0-1,1 0,0-1,0 1,1-1,0 0,1-1,0 0,1 0,0-1,0 0,1 0,0-1,0 0,1-1,-1 0,1-1,1 0,-1-1,1 0,0-1,0 0,3 0,-7-3,0 0,0 0,1-1,-1 0,0-1,0 1,0-2,0 1,0-1,-1 0,1-1,-1 0,0 0,0 0,0-1,-1 0,1-1,-1 1,-1-1,1 0,-1-1,0 1,4-7,6-11,0-1,-2 0,-1-1,-1 0,-1-1,1-9,18-71,-23 86</inkml:trace>
  <inkml:trace contextRef="#ctx0" brushRef="#br0" timeOffset="-5643.281">10227 10776,'-2'9,"-1"81,3-87,1-1,0 1,0 0,0 0,0 0,0-1,0 1,1 0,-1-1,1 1,0-1,0 0,0 0,0 1,0-1,0 0,1-1,-1 1,1 0,-1-1,1 1,-1-1,1 0,0 0,0 0,0 0,0-1,1 1,3 0,0-1,0 0,0-1,-1 1,1-1,0-1,0 1,-1-1,1 0,-1-1,1 1,-1-1,0-1,0 1,0-1,-1 0,1 0,-1-1,0 0,0 0,-1 0,0 0,1-1,-2 1,1-1,-1 0,1 0,-2-1,1 1,-1 0,0-1,0 0,-1 1,0-1,0 0,0 0,-1 0,0 0,-1 0,1 1,-1-1,-2-4,2 6,-1 0,0-1,0 1,-1 0,1 0,-1 1,0-1,0 1,-1-1,0 1,1 0,-1 0,-1 0,1 1,0 0,-1 0,0 0,0 0,0 1,0-1,0 1,0 0,0 1,-1 0,1-1,-1 2,1-1,-1 1,1-1,-1 2,0-1,1 0,-1 1,1 0,0 1,-1-1,1 1,0 0,0 0,0 1,0-1,0 1,0 0,0 1,0 0,-1 0,0 0,1 1,0 0,0 0,0 0,1 0,0 1,0 0,0 0,0 0,1 0,0 0,1 1,-1 0,1-1,1 1,-1 0,1 0,0 0,1 0,0 0,0 0,0 0,2 6,-1-10,0 0,1-1,0 1,-1 0,1-1,0 1,1-1,-1 1,0-1,1 0,-1 0,1 0,-1 0,1-1,0 1,0-1,2 1,24 9</inkml:trace>
  <inkml:trace contextRef="#ctx0" brushRef="#br0" timeOffset="-5379.926">10441 10334,'-16'7,"-8"7,1 0</inkml:trace>
  <inkml:trace contextRef="#ctx0" brushRef="#br0" timeOffset="-5122.625">10521 10882,'16'16,"12"5,10 2,10-4,9-5,9-9,9-7,-10-4</inkml:trace>
  <inkml:trace contextRef="#ctx0" brushRef="#br0" timeOffset="-4876.051">12111 10081,'-13'-3,"-14"0,-10 5,-4 10,-5 18,1 22,1 19,7 20,8 11,12 4,18-1,23-8,22-9,22-12,16-13,9-12,-11-15</inkml:trace>
  <inkml:trace contextRef="#ctx0" brushRef="#br0" timeOffset="-3676.026">13315 10535,'-43'87,"50"-138,-8 42,0 1,-1 0,0 0,0 0,-1 0,0 0,-1 1,1-1,-1 1,-1 0,0 0,1 0,-2 1,1 0,-1 0,0 0,0 0,-7-3,9 6,0 0,-1 0,1 1,-1 0,0 0,1 0,-1 0,0 1,0 0,0 0,0 0,0 0,0 1,-1 0,1 0,0 0,0 1,0 0,0 0,0 0,0 0,0 1,0 0,1 0,-1 0,1 1,-1-1,1 1,0 0,-4 3,-5 10,1 0,0 1,1 0,1 0,1 1,0 1,1-1,1 1,1 1,1-1,1 1,0 0,1 0,2 0,0 6,-2-12,1 1,0-1,1 1,1-1,1 0,0 1,0-1,2 0,0 1,0-1,1-1,1 1,0 0,1-1,1 0,0-1,0 1,1-2,1 1,0-1,1 0,0-1,6 5,-5-8,1 0,1 0,-1-2,1 1,0-2,0 0,1 0,-1-1,1-1,0 0,-1-1,1 0,0-1,0-1,0 0,-1-1,1-1,-1 0,7-2,-9 1,-1 1,1-1,-1-1,0 0,0 0,-1-1,0 0,0-1,0 0,0 0,-1-1,-1 0,1 0,-1-1,-1 0,0 0,0-1,-1 0,0 0,0 0,-1 0,-1-1,1 0,-1-1,7-54,-11 92,-1-14,1 0,0 1,1-1,1 0,0 0,0 0,1 0,1 0,0 0,1 0,0-1,0 1,1-1,5 6,-7-13,1 0,0-1,1 1,-1-1,0 0,1 0,0-1,-1 1,1-1,0 0,1-1,-1 1,0-1,0 0,0 0,1 0,-1-1,1 0,-1 0,0 0,1-1,-1 0,4-1,-1 1,0-1,0-1,0 1,0-1,0-1,-1 1,0-1,1 0,-2-1,1 0,0 0,-1 0,0-1,0 0,0-1,-3 3,0 0,0-1,-1 1,0-1,0 1,0-1,0 0,-1 1,1-1,-1 0,0 0,-1 0,1 0,-1 0,0 0,-1-1,1 1,-1 0,0 0,0 1,0-1,-1 0,0 0,0 1,0-1,0 0,-1 1,1 0,-1 0,-1 0,1 0,0 0,-1 1,0-1,0 1,0 0,0 0,0 1,0-1,-1 1,0 0,1 0,-1 0,0 1,0-1,0 1,0 1,-3-1,1 1,-1 0,1 0,-1 0,1 1,-1 1,1-1,0 1,0 1,0-1,0 1,0 0,0 1,1-1,-1 1,1 1,0-1,1 1,-1 0,1 0,0 1,0 0,0 0,1 0,0 0,0 1,1-1,-1 1,2 0,-1 0,1 0,0 1,0-1,1 0,0 1,0-1,1 1,0-1,0 1,1-1,0 3,0-6,1 0,-1 0,1 0,-1 0,1 0,1-1,-1 1,0-1,1 1,0-1,0 0,0 0,0 0,3 2,19 12</inkml:trace>
  <inkml:trace contextRef="#ctx0" brushRef="#br0" timeOffset="-3282.642">13609 10495,'-11'14,"37"-15,-17-2,-1-1,0 0,0-1,0 1,0-1,-1-1,0 0,0 0,0 0,-1-1,0 0,0 0,0 0,-1-1,-1 0,1 0,-1 0,0 0,-1-1,0 0,0 1,-1-1,0 0,-1 0,0-1,0 1,-1 0,0 0,-1 0,0 0,0 0,-1 0,0 0,-1 0,-2-6,4 13,1 1,-1-1,1 1,-1 0,0-1,1 1,-1 0,0-1,0 1,0 0,0 0,0 0,0 0,0 0,-1 0,1 0,0 0,0 1,-1-1,1 0,0 1,-1-1,1 1,-1-1,1 1,-1 0,1 0,-1 0,1 0,-1 0,1 0,-1 0,1 0,-1 0,1 1,-1-1,1 0,-1 1,1 0,0-1,-1 1,1 0,0-1,0 1,-1 0,1 0,-5 9,0 0,1 0,1 1,-1-1,2 1,-1 0,2 0,-1 0,2 0,-1 1,1-1,1 0,0 1,1-1,0 1,1 8,1-1,1 0,1-1,0 1,1-1,1 0,1 0,1-1,0 0,1-1,1 1,1-1,15 19</inkml:trace>
  <inkml:trace contextRef="#ctx0" brushRef="#br0" timeOffset="-3122.066">13876 10802,'0'18,"0"11,0 5,0 3,0 0,0-1,0-3,2-5,6-4,3-5,5-4,1-6,3-4,1-8,-2-5,0-6,0-7,-3-1</inkml:trace>
  <inkml:trace contextRef="#ctx0" brushRef="#br0" timeOffset="-2730.244">14157 10789,'1'30,"2"0,1 0,1 0,2-1,1 0,5 12,21 24,-33-63,1 0,-1-1,1 1,-1 0,1-1,0 0,0 1,0-1,-1 0,1 0,0 0,1 0,-1 0,0 0,0-1,0 1,0-1,1 1,-1-1,0 0,0 0,1 0,-1 0,0 0,0-1,0 1,1-1,-1 1,0-1,0 0,0 0,12-7,-1-2,0 0,-1 0,0-1,0 0,-1-1,-1-1,0 1,-1-2,0 1,3-10,39-83,-55 122,2-11,1-1,-1 0,1 0,0 0,0 1,1-1,-1 0,1 1,0-1,0 1,0-1,1 1,0-1,-1 0,1 1,1-1,-1 0,1 0,0 0,0 0,0 0,0 0,1-1,1 3,7 1,0-1,1 0,0-1,0 0,0-1,0 0,0-1,1-1,0 0,-1 0,1-2,0 1,0-1,3-2,-7 3,61-2,-5-2</inkml:trace>
  <inkml:trace contextRef="#ctx0" brushRef="#br0" timeOffset="-2287.376">15133 10843,'-12'-5,"0"2,-1 0,1 0,-1 1,1 1,-1 0,0 1,-4 1,13-1,-1 0,1 1,-1 0,1 0,0 0,-1 0,1 1,0-1,0 1,0 0,0 1,0-1,1 1,-1-1,1 1,-1 0,1 1,0-1,0 0,1 1,-1 0,1-1,-1 1,1 0,1 0,-1-1,1-1,0 1,0-1,1 1,-1 0,0-1,1 1,0 0,0-1,-1 1,2 0,-1-1,0 1,0 0,1-1,0 1,-1 0,1-1,0 1,0-1,0 1,1-1,-1 0,1 0,-1 1,1-1,0 0,-1 0,1 0,0-1,1 1,-1 0,0-1,0 1,1-1,-1 0,1 0,-1 0,1 0,-1 0,6 2,-1-1,1 0,-1 0,1-1,0 0,0 0,0-1,0 0,-1 0,1-1,0 0,0 0,5-2,-6 0,1 0,0-1,-1 0,0 0,1-1,-2 0,1 0,-1-1,0 1,0-2,0 1,-1 0,0-1,0 0,-1 0,1-1,-2 1,1-1,-1 0,0 0,0-2,6-23,-2-1,-1 1,-1-1,-1-21,19-390,-25 414,-6 26,-24 71,13-3,2 0,4 1,1 1,4 0,2 23,3-73,2 1,-1-1,2 1,0-1,1 1,1-1,0 0,1 0,1 1,0-2,1 1,1-1,0 1,1-1,0-1,1 0,1 0,0 0,1-1,0-1,8 8,34 12,-2-9</inkml:trace>
  <inkml:trace contextRef="#ctx0" brushRef="#br0" timeOffset="-1779.135">16096 10976,'15'-75,"4"1,3 1,9-14,-27 75,38-71,-40 83,0-1,-1 0,1 0,0 1,0-1,0 1,0-1,0 1,-1 0,1 0,0 0,0 0,0 0,0 0,0 0,0 1,0-1,-1 1,1 0,0-1,0 1,0 0,-1 0,1 0,-1 0,1 0,-1 0,1 1,-1-1,1 0,-1 1,0-1,0 1,0-1,0 1,0 0,0-1,0 1,-1 0,1 0,0 0,-1 0,0 0,11 16,-1 1,-2-1,0 2,0-1,-2 1,-1 0,0 1,-2-1,0 1,0 14,-3-32,0-1,1 0,-1 0,0 1,0-1,-1 0,1 1,0-1,-1 0,1 1,-1-1,0 0,0 0,0 0,0 0,0 0,0 0,-1 0,1 0,-1 0,1-1,-1 1,0 0,1-1,-1 1,0-1,0 0,0 0,0 0,0 0,0 0,-1 0,1 0,0-1,0 1,-1-1,1 1,0-1,-1 0,1 0,0 0,-1-1,1 1,0 0,0-1,-1 1,1-1,0 0,-1 0,-11-10,3-1</inkml:trace>
  <inkml:trace contextRef="#ctx0" brushRef="#br0" timeOffset="-1030.129">16710 10669,'-3'-2,"-79"-24,80 25,-1 1,0 0,0-1,1 1,-1 0,0 1,0-1,1 0,-1 1,0-1,1 1,-1 0,0 0,1 0,-1 0,1 1,0-1,-1 1,1-1,0 1,0 0,0 0,0 0,0 0,0 0,1 0,-1 0,1 1,-1-1,0 5,-1 1,1-1,0 1,0-1,1 1,0 0,1-1,0 1,0 0,0 0,1-1,0 1,1 0,-1-1,1 1,1-1,0 0,0 0,0 0,1 0,0 0,0-1,1 0,0 0,0 0,0 0,1-1,-1 0,1 0,1 0,-1-1,1 0,-1 0,1 0,0-1,1 0,-1-1,6 2,-7-2,0 0,0-1,0 1,1-1,-1 0,1-1,-1 1,1-1,-1-1,1 1,-1-1,0 0,1-1,-1 1,0-1,0-1,0 1,0-1,0 0,0 0,-1-1,0 1,0-1,0-1,0 1,0-1,-1 1,0-1,0-1,0 1,-1 0,1-1,-1 0,1-3,2-15,0-1,-1 1,-2-1,-1 0,0 0,-2-1,-1 1,-2-9,-11-72,34 127,-9-13,1 0,0-1,0-1,1 0,0 0,0-2,0 1,1-2,-1 1,1-2,6 1,96 30,-110-30,-1 1,0 1,0-1,0 1,0-1,-1 2,0-1,0 0,0 1,-1-1,0 1,0 0,0 0,-1 1,0-1,0 0,0 1,-1-1,0 1,0 0,-1-1,0 1,0-1,0 1,-1 0,-1 2,2-8,0 5,-1-1,1 0,0 1,0-1,0 0,1 1,0-1,0 0,0 0,1 0,0 0,0 0,0 0,0 0,1 0,0-1,0 1,0-1,0 0,1 0,0 0,-1 0,1-1,1 0,-1 0,0 0,1 0,0 0,0-1,0 0,3 1,-1-2,-1 0,1-1,-1 1,1-2,0 1,-1-1,1 0,-1 0,0-1,1 1,-1-2,0 1,0-1,0 1,0-2,-1 1,1-1,-1 0,0 0,0 0,0-1,2-2,6-6,-1-2,-1 1,0-1,-1-1,0 0,-2-1,3-5,3-4,-7 43,-6 12,-3-21,1-1,1 1,-1-1,1 1,0-1,1 1,0-1,0 1,0-1,1 0,0 1,1-1,0 0,0 0,0-1,1 1,0-1,0 1,0-1,1 0,0-1,1 1,-1-1,1 0,0-1,0 1,0-1,28 7,-1-6</inkml:trace>
  <inkml:trace contextRef="#ctx0" brushRef="#br0" timeOffset="-766.828">17700 10294,'-16'0,"-6"4,2 7,11 8,13 5,13 3,4-3</inkml:trace>
  <inkml:trace contextRef="#ctx0" brushRef="#br0" timeOffset="-496.05">17967 10575,'-11'254,"11"-250,0-1,0 0,0 1,0-1,1 1,-1-1,1 0,0 1,0-1,0 0,0 0,1 1,-1-1,1 0,0-1,0 1,0 0,0 0,0-1,1 1,-1-1,1 0,0 0,-1 0,1 0,0 0,0-1,3 2,4-3,0-1,0-1,0 1,-1-2,1 1,-1-1,1-1,-1 1,0-2,0 1,-1-1,1-1,-1 1,0-1,-1-1,0 1,5-7,-3 5,-1-1,-1 0,0 0,0 0,-1-1,0 0,0 0,-1-1,-1 0,0 0,0 0,-1 0,0 0,-1-1,0-9,-6-12,4 33,0-1,-1 1,1-1,0 1,0-1,0 1,-1-1,1 1,0 0,-1-1,1 1,0-1,-1 1,1 0,0-1,-1 1,1 0,-1-1,1 1,-1 0,1-1,-1 1,1 0,-1 0,1 0,-1 0,1 0,-1-1,1 1,-1 0,1 0,-1 0,0 0,1 0,-1 1,1-1,-1 0,1 0,-1 0,1 0,-1 1,1-1,-1 0,1 0,-1 1,1-1,0 0,-1 1,1-1,-1 0,1 1,0-1,-1 1,1-1,0 1,0-1,-4 4,0 1,1 0,0-1,0 1,0 0,1 0,0 1,0-1,0 0,1 1,-1-1,1 1,0 0,1-1,0 1,-1 0,2-1,-1 1,1-1,0 1,0 0,0-1,1 1,0-1,0 0,0 0,2 2,3 2,0 0,1-1,0 0,0 0,1-1,0 0,0-1,1 0,-1 0,1-1,1 0,-1-1,1 0,0 0,50 17</inkml:trace>
  <inkml:trace contextRef="#ctx0" brushRef="#br0" timeOffset="6229.511">695 12914,'14'3,"11"0,12 0,10-1,8 0,8-1,5 2,-1 0,-1 0,-4 1,-6 1,-7-1,-10-2,-9 0,-8 1,-5 3,-5 0</inkml:trace>
  <inkml:trace contextRef="#ctx0" brushRef="#br0" timeOffset="6808.011">2072 12581,'-32'29,"2"3,2 0,1 2,1 1,2 0,1 2,3 1,0 1,-2 12,13-31,1 0,0 0,1 1,2 0,0 1,1-1,1 1,1 9,2-27,0 1,0-1,1 1,0-1,0 1,0-1,0 0,1 1,0-1,0 0,0 0,0 0,0 0,1-1,0 1,0-1,0 1,0-1,1 0,-1 0,1 0,-1-1,1 0,0 1,0-1,0 0,1-1,-1 1,0-1,1 0,-1 0,0 0,1 0,-1-1,1 0,0 0,0 0,7-1,0 0,0-1,-1-1,1 0,0 0,-1-1,1 0,-1-1,-1-1,1 1,-1-2,0 1,0-2,0 1,2-5,7-6,-1 0,0-1,-2-2,0 1,-2-2,10-17,-2-6,-2 0,-2-1,-3-1,-1-1,-2 0,-3-1,-1 0,0-41,-6 73,-1 1,0-1,-2 1,0-1,0 1,-2-1,0 1,-1 0,-5-14,8 28,0-1,0 0,0 1,0-1,-1 1,1-1,-1 1,0 0,0-1,0 1,0 0,0 0,0 0,-1 1,1-1,0 0,-1 1,1 0,-1 0,0-1,0 1,1 1,-1-1,0 0,0 1,0-1,0 1,1 0,-1 0,0 0,0 1,0-1,0 1,0-1,-1 1,-8 6,0 0,1 0,0 1,1 0,0 1,0 0,0 1,2 0,-1 1,1-1,1 1,-1 1,2 0,0 0,0 0,1 0,1 1,-1 3,2-2,-1-1,2 1,-1 1,2-1,0 0,1 0,0 1,1-1,1 0,0 0,1 0,1 0,0 0,3 7,13 25,1 0,3-1,15 20,-2-3,-4 0,-3 2,22 67,-3-18,-36-90</inkml:trace>
  <inkml:trace contextRef="#ctx0" brushRef="#br0" timeOffset="9524.642">3449 12968,'9'2,"12"3,17 1,16 0,19-2,12-1,7-2,3 0,-3-1,-6 0,-19 0</inkml:trace>
  <inkml:trace contextRef="#ctx0" brushRef="#br0" timeOffset="10081.162">4786 12633,'-7'-11,"0"-2,6 4,7 10,8 10,1 3</inkml:trace>
  <inkml:trace contextRef="#ctx0" brushRef="#br0" timeOffset="11160.083">6323 12353,'14'14,"4"4</inkml:trace>
  <inkml:trace contextRef="#ctx0" brushRef="#br0" timeOffset="13956.29">12887 12193,'91'614,"-83"-536,-7-78,-1 1,1-1,0 0,0 1,0-1,0 0,0 0,0 0,0 0,0 0,0 0,0 0,-1 0,1 0,0-1,0 1,0 0,0-1,0 1,0 0,0-1,-1 1,1-1,0 1,0-1,-1 0,1 1,0-1,-1 0,1 1,-1-1,1 0,-1 0,1 0,-1 1,1-1,-1 0,0 0,1 0,-1 0,0 0,0 0,0 0,0 0,0 0,0 0,4-5,8-11,1 1,1 0,0 0,1 2,1-1,0 2,1 0,0 1,11-5,-26 16,0-1,0 1,0 0,0 0,0 0,1 0,-1 0,0 0,0 0,1 1,-1-1,0 1,1 0,-1 0,1 0,-1 0,0 0,1 0,-1 1,1-1,-1 1,0-1,0 1,1 0,-1 0,0 0,0 0,0 0,0 1,0-1,0 1,0-1,-1 1,1 0,0 0,-1-1,0 1,1 0,-1 0,0 1,0-1,0 0,0 1,1 6,-1-1,0 0,0 1,-1-1,0 0,-1 1,0-1,0 1,-1-1,0 0,0 0,-1 0,0 0,-1 0,1-1,-1 0,-1 1,0-1,0-1,0 1,0-1,-1 0,-4 3,8-7,0-1,0 1,0-1,0 1,0-1,-1 0,1 0,0 0,-1 0,1 0,-1-1,1 1,-1-1,1 1,-1-1,0 0,1 0,-1 0,1 0,-1-1,1 1,-1-1,1 0,-1 1,1-1,-1 0,1 0,0-1,-1 1,1 0,0-1,0 1,0-1,0 0,1 0,-1 0,0 0,1 0,-1 0,1 0,0 0,-1-1,1 1,0 0,0-1,0-2,0 0,0 0,0-1,0 1,0-1,1 1,0-1,1 1,-1-1,1 1,0-1,0 1,0 0,1-1,0 1,0 0,0 0,1 0,0 1,0-1,0 0,0 1,1 0,0 0,0 0,2-2,4-3,1 1,0 0,0 1,0 0,1 1,0 0,0 1,1 0,-1 1,4-1,-7 2,0 1,0-1,0 1,0 1,1 0,-1 0,0 0,1 2,-1-1,0 1,1 0,-1 1,0 0,0 0,0 1,0 1,-1-1,1 1,-1 1,0-1,0 2,0-1,-1 1,0 0,0 0,0 1,-1 0,2 2,46 151,-52-158,0 1,0 0,0-1,0 0,0 1,1-1,-1 0,1 0,-1 0,1-1,0 1,0-1,0 1,0-1,0 0,0 0,0 0,0-1,0 1,0-1,0 1,1-1,-1 0,0 0,0-1,0 1,0-1,1 1,-1-1,0 0,21-7</inkml:trace>
  <inkml:trace contextRef="#ctx0" brushRef="#br0" timeOffset="14225.185">13515 12380,'2'13,"2"6</inkml:trace>
  <inkml:trace contextRef="#ctx0" brushRef="#br0" timeOffset="14698.92">14184 12487,'-34'-1,"-92"10,123-8,0-1,1 1,-1 0,0 0,1 0,-1 0,0 1,1-1,-1 1,1 0,0-1,0 1,-1 0,1 0,1 1,-1-1,0 0,0 1,1-1,-1 1,1-1,0 1,0 0,0-1,0 1,0 0,1 0,-1 0,1 0,0-1,0 1,0 0,0 0,0 0,1 1,1 7,1 0,0 0,1 0,1 0,-1-1,2 0,-1 0,1 0,1-1,0 1,0-2,1 1,0-1,115 98,-98-90,-19-12,1 0,-1 0,1 1,-1 0,-1 0,1 1,-1-1,0 1,0 0,1 2,-6-7,0 0,0 0,-1 0,1 0,0 0,0 0,-1 0,1 0,0 0,-1 0,1-1,-1 1,1 0,-1 0,0 0,1-1,-1 1,0 0,0-1,1 1,-1-1,0 1,0-1,0 1,0-1,1 1,-1-1,0 0,0 0,0 1,0-1,0 0,0 0,0 0,0 0,0 0,0 0,0 0,0 0,0-1,0 1,0 0,0-1,1 1,-1 0,0-1,0 1,0-1,0 1,1-1,-1 0,0 1,1-1,-1 0,-4-3,1 0,0 0,0-1,0 1,0-1,1 0,0 0,0 0,0 0,1-1,0 1,0-1,0 1,1-1,0 0,0 0,0 1,0-1,1 0,0 0,1 0,-1 0,1 0,0 0,1 1,-1-1,1 0,0 1,0-1,1 0,20-58,3 1,33-57,-19 39,26-61,-5-4,22-91,-100 305,3 0,4 1,2 0,2 38,5-59,1-1,3 1,2-1,1 1,3-2,13 41,-13-59,1-1,1-1,1 0,1 0,2-1,1-1,0 0,2-2,0 0,2 0,20 16,-39-37,4 3,-1 1,1-1,1 0,-1 0,1-1,-1 1,1-1,0-1,0 1,0-1,2 1,-7-3,0 0,1-1,-1 1,0 0,0 0,0 0,0-1,1 1,-1-1,0 1,0-1,0 1,0-1,0 0,0 1,0-1,0 0,0 0,0 0,-1 0,1 0,0 0,-1 0,1 0,0 0,-1 0,1 0,-1 0,0 0,1-1,-1 1,0 0,0 0,0 0,1-1,-1 0,3-26</inkml:trace>
  <inkml:trace contextRef="#ctx0" brushRef="#br0" timeOffset="15739.195">14411 12446,'150'36,"1"-8,0-6,15-5,-6-10,-221-1,42-3,-1 1,1 1,0 0,1 1,0 1,-1 1,-2 2,15-6,-1-1,1 1,0 1,0-1,1 1,-1 0,1 0,0 0,0 1,1 0,-1 0,1 0,1 0,-1 1,1-1,0 1,1 0,0 0,0 0,-1 6,2-9,1-1,0 1,0 0,0 0,0-1,1 1,-1 0,1-1,0 1,0-1,0 1,1-1,-1 1,1-1,0 0,0 0,0 1,0-1,0-1,1 1,-1 0,1-1,0 1,0-1,0 0,0 0,0 0,0 0,1 0,-1-1,1 0,-1 1,1-1,7 2,0 0,0-1,0 0,1-1,-1 0,0 0,1-1,-1-1,0 0,6-1,-3-1,-1 0,1-1,0 0,-1-1,0 0,0-1,0-1,-1 0,0 0,0-1,-1-1,0 0,-1-1,1 0,-2 0,0-1,0 0,-1-1,0 0,-1 0,2-5,-13 28,1-1,0 2,1-1,0 0,1 0,0 1,1-1,1 2,-1-8,0-1,0 0,1 0,0 0,-1 0,2 0,-1 0,0 0,1 0,0 0,0 0,0-1,0 1,1-1,-1 1,1-1,0 0,0 0,0 0,0-1,0 1,1-1,-1 0,1 1,0-2,2 2,0-1,0-1,1 1,-1-2,0 1,0-1,0 0,1 0,-1 0,0-1,0 0,0 0,0-1,0 0,0 0,0 0,0-1,-1 0,1 0,-1 0,4-4,5-3,-1 0,0-1,-1-1,0 0,-1 0,-1-2,3-3,6-16,-3-1,0-1,-2 0,-2-1,-1 0,-2-1,-2 0,-1-1,-1 0,-3-1,9-75,-6-1,-5-35,-2 147,0 22,-10 170,11 77,19-29,-8-201,-10-36,1 1,-1-1,0 1,0-1,1 1,-1 0,0-1,1 1,-1-1,1 0,-1 1,0-1,1 1,-1-1,1 1,-1-1,1 0,-1 0,1 1,0-1,-1 0,1 0,-1 1,1-1,0 0,-1 0,1 0,-1 0,1 0,0 0,-1 0,1 0,-1 0,1 0,0 0,-1-1,1 1,-1 0,1 0,-1-1,1 1,0 0,-1-1,1 1,-1 0,0-1,1 1,-1-1,1 1,-1-1,1 1,-1-1,22-21,-15 13,1 1,0-1,1 2,0-1,0 1,0 1,1 0,0 0,0 1,10-4,-10 7,1 1,0 0,-1 1,1 0,-1 1,1 0,-1 0,1 1,-1 1,0 0,0 0,0 1,0 0,-1 1,1 0,-1 0,0 1,-1 0,1 1,-1 0,-1 0,1 1,-1-1,0 2,-1-1,0 1,-1 0,1 0,-2 1,1-1,-1 1,-1 0,1 3,-4-12,1 1,0-1,-1 1,0-1,1 0,-1 1,0-1,0 1,0-1,1 1,-2-1,1 1,0-1,0 1,0-1,-1 1,1-1,-1 1,1-1,-1 0,0 1,1-1,-1 0,0 1,0-1,0 0,0 0,0 0,0 0,0 0,0 0,0 0,-1 0,1 0,0-1,-1 1,1 0,0-1,-1 1,1-1,-1 0,1 1,-1-1,1 0,-1 0,1 0,-1 0,1 0,-1 0,1 0,-1-1,1 1,-1-1,-7 0,-1 0,1-1,0-1,-1 0,1 0,1 0,-1-1,0-1,1 1,0-1,0-1,0 0,1 0,0 0,0-1,0 0,1 0,0 0,0-2,5 7,-1 0,1 0,0-1,0 1,0-1,0 1,0-1,0 0,1 1,-1-1,1 0,0 1,0-1,0 0,0 1,0-1,0 0,1 0,-1 1,1-1,0 1,0-1,0 1,0-1,0 1,1-1,-1 1,1 0,-1 0,1 0,0 0,0 0,0 0,0 0,11-7,1 2,0-1,0 2,0 0,0 0,1 2,0 0,0 0,0 1,1 1,-1 1,15 0,-14 0,-1 0,0 1,1 1,-1 1,0 0,1 1,7 2,-18-3,0 0,0 0,0 0,0 0,0 1,0 0,-1 0,1 0,-1 0,0 1,0-1,0 1,-1 0,1 1,-1-1,0 1,0-1,0 1,-1 0,0 0,0 0,1 4,3 115,-7-123,1 0,0 0,-1-1,1 1,0 0,0 0,0 0,0 0,0 0,0-1,0 1,0 0,0 0,0 0,0 0,0 0,0-1,1 1,-1 0,0 0,1 0,-1-1,1 1,-1 0,1 0,-1-1,1 1,0 0,-1-1,1 1,0-1,-1 1,1-1,0 1,-1-1,1 1,0-1,0 0,0 1,0-1,-1 0,1 0,0 0,0 0,0 0,0 0,0 0,12-6</inkml:trace>
  <inkml:trace contextRef="#ctx0" brushRef="#br0" timeOffset="16296.314">16242 12179,'61'20,"0"-3,1-3,1-3,0-2,0-3,1-3,35-3,-73-1,0 0,0-2,0-1,0-1,15-5,-34 8,0-1,0 1,0-1,-1 0,1-1,-1 0,0 0,0 0,0-1,-1 1,1-2,-1 1,0 0,-1-1,1 0,-1 0,0 0,-1-1,0 1,0-1,2-7,-2 6,0 0,-1-1,0 1,0-1,-1 1,0-1,-1 0,0 1,0-1,-1 0,0 1,-1-1,0 0,0 1,-1 0,0 0,0 0,-1 0,0 0,0 0,-1 1,0 0,0 0,-1 0,1 1,-2 0,1 0,-1 0,0 1,0 0,0 0,-1 1,1 0,-1 0,0 1,-1 0,1 1,-1 1,1 0,-1 1,1-1,-1 2,0-1,1 1,-1 0,1 1,0 0,-1 1,1-1,0 1,0 1,1 0,-1 0,1 0,0 1,0 0,-1 2,-3 2,0 1,1 1,0-1,0 2,2-1,-1 1,2 1,-1 0,2 0,-1 0,-1 9,1 6,0 1,2-1,2 2,0-1,2 0,1 0,2 1,1-1,0 0,3 0,0-1,2 0,1 0,1 0,1-1,2-1,1 0,0 0,9 7,7 18,-1 0,-3 2,19 55,-43-106,0 1,1 0,-1-1,0 0,1 1,-1-1,1 0,0 0,-1-1,1 1,0 0,0-1,0 0,1 0,-1 0,0 0,0 0,1-1,-1 1,0-1,1 0,-1 0,0 0,1 0,-1-1,0 1,0-1,1 0,-1 0,0 0,0 0,0-1,0 1,0-1,0 0,0-1,8 0,155-57,-112 41</inkml:trace>
  <inkml:trace contextRef="#ctx0" brushRef="#br0" timeOffset="12682.592">10387 12740,'-22'-5,"0"1,0 1,-1 1,1 1,-1 0,-19 4,36-3,0 1,0 0,1 0,-1 1,0-1,0 1,1 1,-1-1,1 1,0 0,0 0,0 1,0-1,0 1,1 0,0 0,0 1,0-1,0 1,0 0,1 0,0 0,0 0,1 1,0-1,-1 1,0 4,2-6,0 0,1 0,-1 0,1 0,-1-1,1 1,0 0,1 0,-1 0,1 0,0 0,0 0,0-1,0 1,0 0,1-1,0 1,0-1,0 1,0-1,0 0,1 0,-1 0,1 0,0 0,0-1,0 1,0-1,0 0,1 0,-1 0,1 0,-1-1,1 1,0-1,0 0,-1 0,1 0,0-1,0 1,0-1,0 0,0 0,3-1,7-2,0-1,0-1,0-1,0 1,-1-2,0 0,0-1,-1 0,0-1,0 0,-1-1,-1 0,1-1,-2 0,1 0,-1-1,-1-1,4-8,0-1,-1-1,-1 0,0 0,-2-1,-2 0,0 0,-1-1,-1 0,-1 0,-2 0,0 0,-2 0,-1 0,-1 0,0 0,-2 1,-4-10,-21-40,29 73,1 0,-1 0,1 1,0-1,-1 0,0 1,1-1,-1 1,1-1,-1 1,0-1,1 1,-1-1,0 1,0-1,1 1,-1 0,0 0,0-1,1 1,-1 0,0 0,0 0,0 0,0 0,1 0,-1 0,0 0,0 0,0 0,1 0,-1 1,0-1,0 0,0 1,1-1,-1 0,0 1,1-1,-1 1,0-1,1 1,-1-1,0 1,1 0,-1-1,-20 38,7 4,3 2,1-1,2 1,2 1,1 40,5-84,-3 35,1 0,2 0,2 0,4 24,-5-52,0 1,1-1,0 0,1 0,-1 0,2 0,-1 0,1 0,0-1,1 0,0 0,0 0,0 0,1-1,0 0,0 0,1-1,-1 0,1 0,0 0,1-1,4 3,-1-4,0 0,1-1,-1 0,1-1,-1 0,1-1,0 0,-1-1,1 0,-1-1,1 0,-1-1,0 0,0-1,0 0,0-1,-1 0,0 0,0-1,0-1,-1 0,0 0,0-1,0 0,-1 0,-1-1,1 0,-1 0,-1-1,0 0,0 0,-1 0,0-1,-1 0,0 0,-1 0,1-7,-5 7,-6 39,0 76,8-100,-1 1,1-1,0 1,0-1,0 0,1 1,0-1,-1 0,1 0,1 0,-1 0,1-1,-1 1,1 0,0-1,0 0,1 0,-1 0,1 0,-1 0,4 1,19 8</inkml:trace>
  <inkml:trace contextRef="#ctx0" brushRef="#br0" timeOffset="13103.496">10788 12393,'104'84,"-80"-68,0 1,-1 1,-1 1,-1 0,-1 2,-1 1,0 0,-2 2,-1 0,0 0,-2 2,9 21,8 63,-29-108,0 0,1-1,-1 1,1-1,-1 1,1-1,-1 0,1 0,0 0,0 0,-1 0,1-1,0 0,0 1,0-1,0 0,0 0,0 0,-1-1,1 1,0-1,0 0,0 1,-1-1,1 0,0-1,-1 1,1 0,-1-1,1 1,-1-1,0 0,0 0,0 0,2-2,7-3,-1-1,1-1,-2 0,1 0,-1-1,0 0,-1-1,-1 0,1 0,-2 0,0-1,0 0,-1-1,0 1,2-12,-9-9,1 34,0-1,0 0,0 0,-1 1,1-1,0 1,0-1,0 1,0-1,0 1,0 0,1-1,-1 1,0 0,0 0,0-1,1 1,-1 0,0 0,1 0,-1 0,1 0,-1 0,1 0,-1 0,1 1,0-1,0 0,-1 0,1 0,0 0,0 0,0 1,-2 4,1 0,-1 0,1 0,1 0,-1 1,1-1,0 0,0 0,1 1,0-1,0 0,0 0,1 0,0 0,0 0,1 0,-1-1,1 1,0-1,1 1,0-1,-1 0,1-1,1 1,-1-1,1 1,0-1,0-1,0 1,0-1,2 1,16 7,0 0,1-2,0 0,0-2,1-1,0-1,0 0,13-1,50 5</inkml:trace>
  <inkml:trace contextRef="#ctx0" brushRef="#br0" timeOffset="10904.729">5922 12687,'-17'-1,"1"2,-1 0,1 1,0 0,-1 2,1 0,1 0,-1 2,1 0,0 0,0 2,-1 1,14-8,0 0,0 0,0 0,0 0,0 1,0-1,0 1,1-1,-1 1,1 0,-1 0,1 0,-1 0,1 0,0 0,0 0,0 0,0 0,1 1,-1-1,0 0,1 1,0-1,-1 0,1 1,0-1,0 0,0 1,1-1,-1 0,1 1,-1-1,1 0,0 0,0 1,-1-1,2 0,-1 0,0 0,0 0,9 7,0-1,1 1,0-2,0 0,0 0,1-1,0-1,0 0,1 0,0-1,2 0,-4 0,31 9,80 37,-120-50,-1 1,1 0,0 0,0 0,-1 0,1 0,-1 0,1 1,-1-1,1 1,-1-1,0 1,0-1,0 1,1-1,-2 1,1 0,0 0,0 0,0-1,-1 1,1 0,-1 0,0 0,0 0,1 0,-1 0,0 0,-1 0,1 0,0 0,0 0,-1 0,1 0,-1 0,0-1,0 1,1 0,-1 0,0-1,-1 1,1 0,0-1,0 1,-1 0,-7 5,1-1,-1 0,0 0,0-1,-1 0,1-1,-1 0,0 0,-1-1,1 0,-10 0,19-2,-1 0,1 0,-1-1,1 1,-1-1,1 1,-1-1,0 0,1 0,-1 1,0-1,1 0,-1-1,0 1,1 0,-1 0,1-1,-1 1,1-1,-1 1,0-1,1 0,0 1,-1-1,1 0,-1 0,1 0,0 0,0 0,0-1,-1 1,1 0,0-1,1 1,-1 0,0-1,0 1,0-1,1 1,-1-1,1 1,-1-1,1 0,0 1,0-1,0 0,0 1,0-1,0 1,0-1,0 0,0 1,1-1,-1 0,1 1,0-2,9-15,2 1,0 0,1 0,1 1,0 0,1 2,0 0,2 0,-1 2,7-4,3-4,0 1,1 2,1 0,0 2,1 1,30-10,-57 23,0 0,0 0,0 0,0 1,0-1,0 0,0 1,1 0,-1-1,0 1,0 0,0 0,0 0,0 0,1 0,-1 1,0-1,0 1,0-1,0 1,0 0,0 0,0 0,0 0,0 0,-1 0,1 1,0-1,-1 0,1 1,-1 0,1-1,-1 1,0 0,2 1,4 86,-8-48,14 34,-12-73,-1 0,1 0,0 0,0 0,0-1,0 1,0 0,0 0,0-1,0 1,1-1,-1 1,0-1,1 1,0-1,-1 0,1 0,0 0,0 0,-1 0,1 0,0 0,0 0,0-1,0 1,0-1,0 0,0 1,0-1,0 0,0 0,0 0,0-1,0 1,1 0,17-9,-1-3</inkml:trace>
  <inkml:trace contextRef="#ctx0" brushRef="#br0" timeOffset="11675.912">6711 13008,'8'-30,"-2"0,-1 0,-2-1,-1 1,-1-1,-1 0,-4-19,-15-47,14 91,12 19,5-2,1-2,0 1,0-2,1 0,1 0,-1-1,1-1,0 0,0-1,1-1,0-1,9 2,-6-1,-4-2,-1 1,0 0,-1 1,1 0,-1 2,0-1,0 1,0 1,-1 0,0 1,0 0,-1 1,0 0,-1 1,0 0,0 1,-1 0,7 11,32 103,-46-122,-1 0,1 0,1 0,-1 0,0 0,1 0,-1-1,1 1,0-1,0 0,0 0,0 0,0 0,0 0,1-1,-1 1,0-1,1 0,-1 0,1 0,0-1,-1 1,1-1,0 0,-1 0,1 0,0 0,-1-1,4 0,104-36,-95 30,0 0,-1-1,0-1,0 0,-1-1,0-1,-1 0,0-1,-1 0,0-1,-1 0,-1-1,0 0,0 0,-2-1,0-1,1-3,-8 14,0 0,0-1,-1 1,0-1,0 1,0-1,-1 0,1 1,-1 0,-1-1,1 1,-2-4,2 7,1 0,-1 0,1 1,-1-1,0 0,0 1,0-1,0 1,0-1,0 1,0-1,-1 1,1 0,0 0,-1-1,1 1,-1 0,0 0,1 1,-1-1,0 0,1 0,-1 1,0-1,0 1,1 0,-1-1,0 1,0 0,0 0,0 0,1 0,-1 0,0 1,0-1,0 1,1-1,-3 1,0 3,-1-1,1 1,0 0,0 0,0 0,0 1,1-1,-1 1,1 0,1 0,-1 0,1 0,-1 0,2 1,-1-1,0 1,1-1,0 1,1-1,-1 4,0-3,0 1,0-1,1 1,0-1,0 1,1-1,-1 1,2-1,-1 1,1-1,-1 0,2 1,-1-1,1 0,0 0,0-1,1 1,-1-1,1 0,0 1,1-2,-1 1,1 0,0-1,0 0,1 0,-1-1,1 1,0-1,0 0,6 1,20 5,1-2,0-2,0 0,0-3,0 0,0-3,1 0,-1-2,0-2,8-3,35-4</inkml:trace>
  <inkml:trace contextRef="#ctx0" brushRef="#br0" timeOffset="12038.943">8448 12834,'-11'-7,"-1"0,0 0,0 1,-1 1,1 0,-1 1,0 0,-1 1,1 0,0 1,-1 0,0 2,1-1,-14 3,23-2,0 1,0 0,0 0,0 0,0 0,0 1,0 0,1-1,-1 1,1 1,-1-1,1 0,0 1,0 0,0 0,0 0,0 0,1 0,-1 0,1 1,0-1,0 1,1 0,-1 0,1-1,-1 1,1 0,0 0,1 0,-1 0,1 1,-1-1,1 0,1 0,-1 0,0 0,1 0,0 0,0 0,0 0,1 0,-1 0,1-1,0 1,0 0,0-1,0 0,1 1,-1-1,1 0,0 0,0 0,3 1,2-1,1-1,0 0,0 0,0-1,0 0,1-1,-1 0,0 0,0-1,0 0,0-1,0 0,0 0,-1-1,1 0,0 0,-1-1,0 0,0-1,0 0,-1 0,0-1,0 0,6-6,-8 9,-1 0,1 0,-1-1,0 1,-1-1,1 0,0 0,-1 0,0 0,0-1,0 1,-1-1,0 0,1 0,-2 0,1 0,0 0,-1 0,0 0,-1-1,1 1,-1 0,0-4,-1 9,1-1,-1 0,0 1,0 0,0-1,0 1,0-1,0 1,0 0,0 0,0-1,0 1,0 0,0 0,0 0,0 0,0 0,0 1,0-1,0 0,0 0,0 1,0-1,0 0,0 1,0-1,0 1,0-1,0 1,0 0,1-1,-1 1,0 0,0 0,1-1,-1 1,1 0,-1 0,1 0,-1 0,1 0,-1 0,1 0,0 0,-1 0,1 0,0 0,0 0,0 0,0 0,0 0,0 0,0 1,0 2,0 0,1 0,-1 0,1 0,0 0,0 0,0 0,0 0,1 0,-1-1,1 1,0 0,0-1,1 0,-1 1,1-1,0 0,-1 0,1-1,0 1,1-1,-1 1,0-1,1 0,-1 0,1 0,0-1,0 1,0-1,0 0,-1 0,1 0,0-1,1 1,0-1,38 8,1-1,0-2,0-2,0-2,17-3,46-1</inkml:trace>
  <inkml:trace contextRef="#ctx0" brushRef="#br0" timeOffset="9907.626">4772 12834,'0'21,"0"15,0 11,2 5,4-1,2-1,2-8,0-8,-2-10</inkml:trace>
  <inkml:trace contextRef="#ctx0" brushRef="#br0" timeOffset="10395.148">5106 13049,'10'-2,"0"1,-1-1,1-1,-1 1,0-2,1 1,-2-1,1-1,0 0,-1 0,0 0,0-1,0 0,-1-1,0 0,0 0,-1 0,0-1,0 0,-1 0,0-1,0 1,-1-1,0 0,0 0,-1-1,-1 1,1-1,-1-5,-1 13,-1-1,1 1,-1-1,0 1,0 0,0-1,0 1,0-1,-1 1,1-1,-1 1,1 0,-1-1,0 1,0 0,0-1,0 1,-1 0,1 0,-1 0,1 0,-1 0,1 1,-1-1,0 0,0 1,0-1,0 1,0 0,0-1,-1 1,1 0,0 0,0 1,-1-1,1 0,-1 1,1 0,0-1,-1 1,1 0,-1 0,1 0,-1 1,1-1,-1 0,1 1,0 0,-1 0,0 0,-7 5,0 0,1 1,0 1,0 0,0 0,1 0,0 1,1 1,0-1,0 1,1 0,0 1,1-1,0 1,1 0,0 0,1 1,0-1,0 1,2 0,-1 5,1-12,0 0,1 0,0 1,0-1,0 0,1 0,-1 0,1 0,0 0,1 0,-1-1,1 1,0 0,0-1,1 1,-1-1,1 0,0 1,0-1,0-1,1 1,0 0,-1-1,1 0,0 0,0 0,1 0,-1-1,1 1,2 0,3 0,0 0,1-1,-1 0,1-1,0 0,-1 0,1-1,7-2,36-3</inkml:trace>
  <inkml:trace contextRef="#ctx0" brushRef="#br0" timeOffset="63095.143">15373 509,'-150'8,"-105"37,-38 36,254-70,1 2,0 2,1 1,1 2,0 2,1 1,2 2,-15 13,39-30,-37 31,1 2,1 2,-29 37,56-51,0 0,2 2,1 0,1 0,1 1,2 0,0 4,-14 38,-24 122,22-69,12 54,0 117,5-99,-4-41,14 839,1-958,2 0,2-1,1 0,2 0,2 3,6 26,10 118,-17-139,-4-17,1 0,1 0,2-1,9 21,1-9,71 116,-64-122,2-2,1 0,1-2,2-1,0-2,21 11,29 8,2-4,2-3,2-4,1-4,1-4,1-3,13-3,-22 0,-36-6,0-3,0-2,26 0,8-3,-30-1,1-2,-1-2,1-2,25-6,270-58,-184 30,-2-8,93-40,-164 44,-1-3,51-37,-74 43,-11 2,-2-2,-1-2,-2-2,-1-3,37-44,-60 58,-1-1,-2-1,-1-1,-1-1,-2-1,-2-1,-1-1,-2 0,-1 0,7-38,6-57,-6-2,-2-52,-6 59,-1 18,-5-1,-5 0,-8-50,-55-200,51 279,-5 0,-2 1,-26-65,4 43,-5 2,-5 3,-3 1,-34-40,-24-12,-7 5,-90-82,192 208,-14-14,-2 2,-1 2,-1 0,-1 3,-23-12,-189-119,211 138,-1 2,-1 1,0 2,-1 2,0 1,-1 2,0 2,0 2,-11 1,24-1,-24-1,0 2,0 2,-28 5,35 4,0 3,0 1,1 3,1 1,0 2,2 1,0 3,-3 4,-25 12,-127 63,90-48</inkml:trace>
  <inkml:trace contextRef="#ctx0" brushRef="#br0" timeOffset="106493.515">23929 1110,'1'3,"-1"0,0 1,1-1,0 0,-1 0,1 0,1 0,-1 0,0 0,1 0,-1 0,1-1,0 1,0-1,0 1,0-1,0 1,1-1,-1 0,1 0,-1 0,1-1,0 1,0-1,0 1,0-1,0 0,0 0,3 1,95 6,-80-10,-1-1,1-2,-1 0,0-1,-1-1,1 0,-1-2,-1 0,0-1,0-1,-1-1,0-1,-1 0,-1-1,0 0,-1-1,0-1,-1 0,3-7,-11 16,-1 0,0-1,0 1,-1-1,0 1,0-1,-1 0,1 0,-2 0,1 0,-1-1,-1 1,0 0,0 0,0-1,-1 1,0 0,-1 0,0 0,0 0,0 0,-1 0,-1 0,1 1,-1 0,0-1,-1 2,0-1,0 0,-3-2,2 6,1 1,0 0,-1 0,1 0,-1 1,1-1,-1 2,0-1,1 0,-1 1,0 0,0 1,1-1,-1 1,0 0,1 1,-1-1,1 1,-1 0,1 0,0 1,0 0,0-1,0 2,1-1,-1 1,1-1,0 1,0 0,0 1,0-1,1 1,0-1,0 1,0 1,-13 20,1 1,2 1,0 1,2 0,2 0,0 1,2 0,1 0,2 1,1 0,1 0,1 0,2 0,2 0,4 26,10 42,4-2,5 0,4 0,-2-7,-4 1,-3 1,2 51,-20-113,-1-1,-2 1,0-1,-2 1,-2-1,0 0,-5 10,-9 16</inkml:trace>
  <inkml:trace contextRef="#ctx0" brushRef="#br0" timeOffset="107052.616">24037 1604,'70'-13,"105"-29,-83 19,0 3,29 1,-120 19,2-1,0 0,0 0,-1 0,1 1,0-1,0 1,0 0,0-1,0 1,0 1,0-1,-1 0,1 1,0 0,0-1,0 1,-1 0,1 0,0 1,-1-1,1 1,-1-1,1 1,-1 0,0-1,0 1,0 1,0-1,0 0,0 0,-1 1,2 0,1 33,-4-32,0 0,0-1,0 1,0 0,0 0,1 0,0-1,0 1,0 0,0-1,1 1,-1-1,1 1,0-1,0 0,0 1,0-1,1 0,-1-1,1 1,0 0,0-1,0 1,0-1,7 1,-1-1,1 0,0 0,0-1,0-1,-1 1,1-2,0 1,0-1,0-1,-1 0,1 0,-1-1,1 0,-1-1,0 0,0 0,-1-1,1 0,-1 0,0-1,0 0,-1-1,0 0,0 0,-1 0,5-7,-5 6,0-1,0 0,0-1,-2 1,1-1,-1 0,0 0,-1-1,1-6,-24 111,19-87,0 0,1-1,0 1,1-1,-1 1,1-1,0 1,1-1,0 1,0-1,0 0,0 0,1 0,0 0,1-1,-1 1,1-1,0 0,0 0,1 0,0 0,0-1,0 0,0 0,0 0,3 1,26 8,-3-6</inkml:trace>
  <inkml:trace contextRef="#ctx0" brushRef="#br0" timeOffset="107419.663">25359 1471,'-1'1,"-1"1,1 0,-1 0,1 0,0 0,0 0,0 0,0 1,0-1,0 0,1 0,-1 1,1-1,0 0,-1 1,1-1,0 0,0 1,1-1,-1 0,0 1,1-1,-1 0,1 1,0-1,0 0,0 0,0 0,0 0,0 0,1 0,-1 0,1 0,-1 0,1-1,0 1,71 51,-67-50,1-1,-1 0,1 0,-1-1,1 0,0 0,0-1,-1 1,1-1,0-1,0 1,-1-1,1-1,0 1,-1-1,1 0,-1-1,0 1,1-1,-1-1,-1 1,1-1,0 0,-1 0,0 0,0-1,0 0,-1 0,2-1,-3 2,1 1,-1-1,0 0,0 0,0 0,0 0,0 0,-1 0,0-1,0 0,0 1,-1-1,1 0,-1 0,0 0,-1 1,1-5,-1 9,0 0,0-1,-1 1,1-1,0 1,0-1,0 1,-1 0,1-1,0 1,-1 0,1-1,0 1,-1 0,1-1,0 1,-1 0,1 0,0-1,-1 1,1 0,-1 0,1 0,0 0,-1-1,1 1,-1 0,1 0,-1 0,1 0,-1 0,1 0,0 0,-1 0,1 0,-1 1,1-1,-1 0,1 0,-1 0,1 0,0 1,-1-1,1 0,0 0,-1 1,1-1,0 0,-1 1,1-1,0 0,-1 1,1-1,0 0,0 1,-1-1,1 1,-19 21,18-20,-1 1,1-1,-1 0,1 1,0-1,0 1,0 0,1-1,-1 1,1-1,-1 1,1 0,0 0,0-1,0 1,0 0,1-1,-1 1,1 0,-1-1,1 1,0-1,0 1,0-1,0 1,1-1,-1 1,1-1,-1 0,1 0,0 0,0 0,0 0,0 0,0-1,73 28,-32-20</inkml:trace>
  <inkml:trace contextRef="#ctx0" brushRef="#br0" timeOffset="108055.954">26309 1458,'-10'-2,"-15"-1,0 1,0 0,0 2,0 1,-17 3,40-4,0 0,-1 0,1 0,0 0,-1 0,1 1,0-1,0 1,-1-1,1 1,0 0,0 0,0 0,0 0,0 0,0 0,0 1,0-1,1 1,-1-1,0 1,1 0,0 0,-1-1,1 1,0 0,0 0,0 0,0 1,0-1,0 0,1 0,-1 0,1 1,-1-1,1 0,0 1,0-1,0 0,0 0,0 1,1-1,-1 0,1 0,0 1,-1-1,1 0,0 0,0 0,0 0,0 0,1 0,-1 0,10 4,-1 0,1-1,0-1,0 0,0 0,0-1,1 0,-1-1,1-1,0 0,0 0,-1-1,1-1,9-1,-3 1,0-2,0 0,0-1,0-1,-1 0,1-2,-1 0,-1 0,0-2,0 0,0-1,-1 0,-1-2,0 1,0-2,-1 0,-1 0,0-1,-1-1,0 0,-2-1,1 1,-2-2,0 1,1-8,7-27,-4 0,-1 0,-2-1,-3 0,-2-1,-3-41,1 49,-1 1,-3 0,-1 0,-3 0,-1 1,-2 0,-11-29,19 69,1-1,-1 1,0 0,0-1,0 1,0 0,-1 0,1 0,-1 0,0 0,0 0,0 0,0 1,-1-1,1 1,0-1,-1 1,0 0,0 0,0 0,0 0,0 1,0-1,0 1,0 0,0 0,-1 0,1 0,-1 1,1-1,0 1,-1 0,1 0,-1 0,0 0,-4 6,0-1,0 1,1 0,0 1,0 0,1 0,0 0,0 1,0 0,1 0,0 0,1 1,0-1,0 1,1 0,-2 8,-7 23,2 0,1 0,3 1,1 0,2 0,1 0,3 0,1 1,2-1,2-1,1 1,3-1,1 0,2-1,1 0,3-1,9 15,-18-35,1 0,1-1,0 0,1-1,1 0,0-1,1-1,1 1,0-2,1 0,1-1,0-1,0 0,17 8,-28-18,0 1,0-1,0 0,1 0,-1 0,0-1,1 1,-1-1,1-1,-1 1,0-1,1 0,-1 0,0-1,0 1,0-1,0 0,0-1,0 1,-1-1,1 0,-1 0,0 0,1-1,-2 1,1-1,0 0,-1 0,3-3,8-14,-1 1,0-2,-2 1,0-2,5-16,3-3,-24 79,2-31,2 1,-1 0,1 0,0 0,0 0,1 0,0 0,0 0,0 0,1 0,0 0,1-1,-1 1,1 0,1 0,-1-1,1 0,0 1,1-1,0 0,0 0,3 3,-1-4,-1-1,1 0,1 0,-1-1,0 0,1 0,0 0,-1-1,1 0,0 0,0-1,0 0,0 0,1 0,-1-1,33-1</inkml:trace>
  <inkml:trace contextRef="#ctx0" brushRef="#br0" timeOffset="108310.583">27178 1150,'-13'-4,"-10"-5,-1 0</inkml:trace>
  <inkml:trace contextRef="#ctx0" brushRef="#br0" timeOffset="108476.143">26242 869,'27'-6,"32"-6,31 0,30 3,23 4,16 5,5 10,-25 3</inkml:trace>
  <inkml:trace contextRef="#ctx0" brushRef="#br0" timeOffset="109999.461">27432 1297,'15'65,"17"48,-29-108,0-1,0 1,0-1,0 0,1 0,-1 0,1 0,0 0,0-1,0 0,1 0,-1 0,1 0,0-1,0 0,0 0,0 0,0-1,0 1,0-1,0 0,1-1,-1 1,0-1,1 0,-1-1,0 1,1-1,-1 0,0 0,0-1,0 1,0-1,0 0,0-1,0 1,-1-1,1 0,-1 0,0 0,0-1,0 1,0-1,-1 0,1 0,-1-1,0 1,0-1,-1 1,1-1,-1 0,0 0,1-3,-2 2,-1-1,1 1,-1 0,0-1,-1 1,1 0,-1-1,-1 1,1 0,-1 0,0 0,0 0,-1 0,1 0,-1 1,-1-1,1 1,-1 0,0 0,0 0,-1 0,1 1,-6-4,-2-2,0 1,-1 0,0 1,0 0,-1 1,0 1,0 0,0 0,-7 0,11 3,0 0,0 1,-1 0,1 1,0 0,-1 0,1 1,-1 0,-3 2,13-3,0 1,0 0,1 0,-1 0,0 0,0 1,0-1,1 0,-1 0,0 0,0 1,1-1,-1 0,0 1,1-1,-1 0,0 1,1-1,-1 1,0-1,1 1,-1 0,1-1,-1 1,1-1,-1 1,1 0,0 0,-1-1,1 1,0 0,-1 0,1-1,0 1,0 0,0 0,0-1,0 1,0 0,0 0,0 0,0-1,0 1,0 0,0 0,1 0,-1-1,0 1,1 0,-1 0,0-1,1 1,-1 0,1-1,-1 1,1-1,-1 1,1 0,0-1,-1 1,1-1,-1 0,1 1,0-1,10 6,0 0,0-1,1-1,-1 0,1 0,0-1,0-1,0 0,1-1,2 0,-8 0,85 6,0-4,1-4,-1-3,15-7,-105 10,0 1,-1-1,1 0,-1 0,1 1,-1-1,1 1,-1 0,1-1,-1 1,1 0,0 0,-1 0,1 0,-1 0,1 0,0 0,-1 1,1-1,-1 0,1 1,-1 0,1-1,-1 1,1 0,-1 0,0-1,1 1,-1 0,0 0,0 1,0-1,1 0,-1 0,0 1,-1-1,1 0,0 1,0-1,-1 1,1-1,-1 1,1-1,-1 1,1 1,-6 25,3-25,1-1,0 0,0 1,0-1,0 1,0-1,1 1,-1 0,1-1,0 1,0 0,0-1,0 1,0 0,0-1,1 1,-1 0,1-1,0 1,0-1,0 1,0-1,0 1,1-1,-1 0,1 0,-1 1,1-1,0 0,0-1,0 1,0 0,0 0,0-1,0 1,1-1,-1 0,3 1,5 1,0-1,1 0,0-1,-1 0,1-1,-1 0,1-1,0 0,-1 0,0-1,1-1,-1 0,0 0,0-1,0 0,-1-1,1 0,-1 0,0-1,-1 0,1-1,-1 0,-1 0,1-1,-1 0,-1 0,1-1,3-7,28-57,-55 88,15-11,0 0,1 0,0 0,-1 0,1 0,0 0,1 1,-1-1,1 0,0 1,0-1,0 0,1 1,-1-1,1 0,0 0,0 1,1-1,-1 0,1 0,0 0,0-1,0 1,1 0,-1-1,1 1,0-1,0 0,0 0,0 0,1 0,-1-1,1 1,0-1,-1 0,1 0,1 0,22 10,1-2,0-1,1 0,0-3,0 0,1-2,-1-1,18-1,-21 2,-1-2,1-2,0 0,-1-1,1-2,0 0,-1-2,0-1,21-8,-43 14,0-1,0 0,0 0,0 0,-1 0,1 0,0-1,0 1,-1-1,1 1,-1-1,0 0,1 0,-1-1,0 1,0 0,0-1,0 1,-1-1,1 1,-1-1,0 0,1 0,-1 0,0 1,-1-1,1 0,0 0,-1 0,0 0,0-1,0 1,0 0,0 0,0 0,-1 0,0 0,1 0,-2-1,-4-2,-1 1,1 0,-1 1,0-1,0 1,-1 1,1-1,-1 1,0 1,0-1,0 1,0 1,0-1,0 2,-1-1,1 1,0 0,-1 1,1-2,0 0,0 1,0 0,0 1,0 0,0 0,0 1,1 0,-1 0,0 1,1 0,0 0,-1 1,1 0,1 0,-1 0,0 1,1 0,0 1,0-1,1 1,-1 0,6-4,-1-1,1 0,-1 0,1 0,-1 1,1-1,0 0,-1 1,1-1,0 0,0 1,0-1,0 0,0 0,0 1,1-1,-1 0,0 1,1-1,-1 0,1 0,-1 1,1-1,0 0,-1 0,1 0,0 0,0 0,0 0,0 0,0 0,0 0,0 0,0-1,0 1,0 0,0-1,0 1,52 16,-24-15,-1 0,1-2,0-2,0 0,-1-2,26-6,-3 1,-50 8,0 1,0-1,0 1,0-1,1 1,-1 0,0-1,0 1,0 0,1 0,-1 0,0 0,0 0,1 0,-1 0,0 0,0 1,0-1,0 0,1 1,-1-1,0 1,0-1,0 1,0 0,0-1,0 1,0 0,0 0,0 0,0-1,-1 1,1 0,0 0,-1 0,1 0,0 0,-1 1,1-1,-1 0,0 0,1 0,-1 0,0 1,0-1,0 0,0 0,0 0,0 1,0-1,0 1,0 1,-1 0,1 0,0 0,0 0,0 0,1-1,-1 1,1 0,-1 0,1 0,0 0,0 0,0-1,1 1,-1 0,1-1,-1 1,1-1,0 0,0 1,0-1,0 0,0 0,1 0,-1-1,1 1,1 1,12 2,0 0,0-1,1-1,0 0,-1-1,1-1,0-1,0 0,-1-1,14-3,-13 3,0-1,0-1,0-1,0-1,-1 0,0-1,0 0,-1-2,1 0,-2 0,1-1,-1-1,0-1,-1 0,-1 0,0-1,0-1,-1 0,1-3,7-19,-2-2,-1 0,-2-1,-1 0,-2-1,-2 0,-1 0,-3-1,-1 0,-2-1,-1 1,-3-7,3 13,-1-1,-2 0,-2 1,-1 0,-1 0,-2 0,-2 1,-5-12,13 39,0 0,0 0,-1 0,0 1,0-1,0 1,-1 0,0 0,0 0,0 0,0 0,-1 1,0 0,0 0,0 0,0 1,0 0,-1 0,0 0,1 1,-1-1,0 1,0 1,-1-1,1 1,0 0,0 1,-1-1,0 1,-1 2,0 0,0 1,0 0,0 0,1 1,-1 0,1 0,0 1,0-1,0 2,1-1,0 1,0 0,0 0,1 1,-5 5,-1 5,0 0,1 0,1 1,1 0,0 1,-3 12,4-2,1 0,2 0,1 0,1 1,1-1,2 1,1-1,1 1,2-1,1 0,1 0,1-1,2 0,0 0,2-1,1-1,2 0,0-1,1 0,2-1,1-1,0-1,2-1,0 0,1-2,1 0,1-2,1-1,2 1,-13-9,0-1,1-1,0 0,0-1,0 0,1-1,0-1,-1-1,13 1,-20-3,1 0,-1 0,0-1,0 0,0-1,0 1,0-2,0 1,-1-1,1 0,-1-1,0 0,0 0,0 0,0-1,-1 0,1 0,-1-1,3-4,8-18,-38 43,19-12,0-1,1 1,-1 0,1 0,-1-1,1 1,0 0,0 0,0 0,0 0,1 0,-1 1,1-1,0 0,-1 0,2 0,-1 0,0 0,1 1,-1-1,1 0,0 0,0 0,0 0,0 0,1-1,-1 1,1 0,0 0,-1-1,1 1,1-1,-1 0,0 0,0 0,1 0,-1 0,1 0,0 0,0-1,0 1,8 2,0 0,0-1,0 0,1-1,-1 0,1 0,-1-2,1 1,-1-2,1 1,-1-1,1-1,-1 0,8-3,-15 3,0 0,0 0,0 0,0 0,0-1,0 0,-1 0,1 0,-1 0,0 0,0-1,0 1,-1-1,1 0,-1 0,0 0,0 0,0 0,0-1,-1 1,0-1,0 1,0-1,0 1,-1-1,1 1,-1-1,-1 1,1-1,0 0,-1 1,0-1,0 1,-1 0,1-1,-1 1,0 0,0 0,0 0,-1 0,0-1,-3-2,0 0,0 0,-1 0,1 1,-2 0,1 0,-1 1,1 0,-1 0,-1 1,1 0,-1 1,1 0,-1 0,0 0,0 1,-1 1,1 0,0 0,0 0,-1 1,1 1,0 0,0 0,0 0,-1 1,1 1,1 0,-1 0,0 0,1 1,0 1,0-1,0 1,0 1,1-1,-4 5,8-8,0 1,1-1,0 1,-1-1,1 1,0 0,1 0,-1 0,0 0,1 0,0 0,-1 0,1 0,0 1,1-1,-1 0,1 1,-1-1,1 0,0 1,0-1,1 1,-1-1,1 0,-1 1,1-1,0 0,0 1,1-1,-1 0,1 0,-1 0,1 0,0-1,0 1,0 0,1-1,2 3,29 18,5-6</inkml:trace>
  <inkml:trace contextRef="#ctx0" brushRef="#br0" timeOffset="110254.571">30507 923,'-16'-2,"-12"1,-11 3,-4 6,1 9,7 5,8 6,10 6,11 7,15 7,11 6,10 3,0-8</inkml:trace>
  <inkml:trace contextRef="#ctx0" brushRef="#br0" timeOffset="110509.401">30493 1498,'14'18,"13"13,12 6,10 0,8-2,6-7,3-6,-2-9,-5-5,-11-5,-14-2</inkml:trace>
  <inkml:trace contextRef="#ctx0" brushRef="#br0" timeOffset="104701.863">21403 1056,'17'438,"-17"-418,2 0,1 1,1-1,0-1,7 19,-9-32,1 0,0 1,0-1,0 0,1 0,0-1,0 1,1-1,-1 0,1 0,0 0,1-1,-1 1,1-1,0-1,0 1,0-1,6 3,-3-4,-1 1,1-1,0 0,0-1,0 0,0-1,0 0,0 0,0 0,0-2,0 1,0-1,0 0,-1-1,1 0,-1 0,3-2,25-13</inkml:trace>
  <inkml:trace contextRef="#ctx0" brushRef="#br0" timeOffset="104931.249">21296 1404,'20'0,"17"0,12 0,10 0,6-2,1-3,-2-4,-4-1,-6-5,-10-1,-12 2</inkml:trace>
  <inkml:trace contextRef="#ctx0" brushRef="#br0" timeOffset="105151.974">21456 949,'11'2,"13"4,17 0,14-1,14-1,11-1,5 3,-11 1</inkml:trace>
  <inkml:trace contextRef="#ctx0" brushRef="#br0" timeOffset="105493.572">22285 1578,'-3'-7,"-1"1,-1 0,1 0,-1 0,0 1,-1 0,1 0,-1 0,0 0,0 1,0 0,-1 0,1 1,-1 0,0 0,0 0,0 1,0 0,-1 1,1-1,-1 2,1-1,-5 1,1-1,0 1,0 1,1 0,-1 0,0 1,1 1,-1 0,1 0,0 1,0 0,0 1,0 0,1 1,0-1,0 2,0 0,6-5,0 1,0 0,0 0,1 0,-1 0,1 0,0 1,0-1,0 1,0-1,0 1,1 0,0-1,0 1,0 0,0 0,0 0,1 0,0 0,0 0,0 0,0 0,1 0,-1 0,1 0,0 0,0 0,0 0,1-1,0 1,-1-1,1 1,0-1,1 1,-1-1,1 0,-1 0,1 0,0 0,0-1,0 1,1-1,14 10,1-1,0 0,0-2,1 0,1-1,-1-1,1-1,0-1,1-1,-1-1,1-1,0 0,-1-2,15-1,77-11,-68 2</inkml:trace>
  <inkml:trace contextRef="#ctx0" brushRef="#br0" timeOffset="105709.568">22766 1685,'7'0,"7"-2,0-1</inkml:trace>
  <inkml:trace contextRef="#ctx0" brushRef="#br0" timeOffset="111625.959">23916 3477,'-16'-5,"-1"2,0 0,0 1,0 0,0 1,0 1,0 1,0 1,0 0,0 1,0 1,0 0,1 2,0 0,0 0,1 2,-13 7,0 6,2 2,0 2,1 0,2 1,0 2,2 0,1 1,1 1,2 1,1 0,2 2,0-1,3 2,0 1,2-7,0 0,2 1,2 0,-2 22,6-43,0 1,1 0,0 0,1 0,-1-1,2 1,-1 0,1-1,1 1,0-1,0 0,0 0,1 0,0 0,1-1,0 1,4 4,-4-7,0-1,-1 0,1 0,1 0,-1-1,1 0,-1 0,1 0,0 0,0-1,0 0,0-1,0 1,0-1,1 0,-1-1,0 0,1 0,-1 0,3-1,7-1,-1-1,0 0,0-1,0-1,0 0,-1-1,13-7,2-3,-1-2,0-1,-1-2,-1 0,-1-2,-1 0,-2-2,0-1,-1 0,-2-2,-1 0,-1-1,2-7,2-6,-3-2,-1 0,-2-1,-3 0,-1-1,-2-1,-2 1,-3-1,-1-7,-14-93,9 140,1 0,-1 0,0 0,-1 0,0 1,0-1,0 1,-1 0,0 0,0 0,0 0,-1 1,0 0,0-1,0 2,-1-1,0 1,1 0,-2 0,1 1,-1 1,1 0,-1 0,1 0,-1 1,0 0,0 0,1 1,-1 0,0 0,0 1,0 0,1 0,-1 0,0 1,1 0,-1 0,1 1,-2 0,-8 5,1 0,0 0,1 2,0 0,0 0,1 1,-2 4,2-2,0 0,1 1,0 1,1 0,1 0,0 1,1 0,1 1,1 0,0 0,1 1,1 0,1 0,0 0,1 1,2-1,-1 1,2-1,1 1,0-1,1 1,4 15,8-2,1 0,1-2,2 0,1 0,2-2,0-1,2 0,1-2,1 0,1-2,20 14,-10-5,-21-18,25 21,-1 3,-2 0,16 26,-43-52,-1 1,-1 0,-1 0,1 1,-2-1,0 2,-1-1,0 1,-1 0,-1 0,0 0,-1 0,-1 0,0 11,-4-1,-2-8</inkml:trace>
  <inkml:trace contextRef="#ctx0" brushRef="#br0" timeOffset="111943.871">24303 3396,'21'0,"17"0,17-2,12-4,9-4,5-4,-3 2,-7-1,-11 3,-17 3</inkml:trace>
  <inkml:trace contextRef="#ctx0" brushRef="#br0" timeOffset="112195.237">24584 3061,'-2'16,"-1"15,5 15,6 13,4 11,3 7,-2 4,-2-1,-4-2,-5-5,-3-15</inkml:trace>
  <inkml:trace contextRef="#ctx0" brushRef="#br0" timeOffset="112556.27">25200 3877,'20'2,"21"1,19 0,15-2,9-3,1 0,-7 0,-12 1,-18 0</inkml:trace>
  <inkml:trace contextRef="#ctx0" brushRef="#br0" timeOffset="112812.58">25226 4131,'20'7,"21"2,17 0,17-3,13-1,11-2,3-3,2-3,-18 1</inkml:trace>
  <inkml:trace contextRef="#ctx0" brushRef="#br0" timeOffset="113005.067">26483 3503,'5'20,"0"19,3 13,0 12,-2 9,-2 5,-3 1,-5-3,-1-11,-3-12,1-15</inkml:trace>
  <inkml:trace contextRef="#ctx0" brushRef="#br0" timeOffset="113320.227">26443 3276,'217'222,"-157"-168,-3 3,-2 2,-2 3,-4 2,-2 1,35 67,-77-124,-1-1,1 1,-1 0,0 1,-1-1,0 1,0-1,-1 1,0 0,0 0,-1 0,-1 0,1 0,-1 0,-1 0,0 0,0 0,-1 0,0 0,0 0,-1-1,0 1,-1-1,0 0,0 0,-3 4,-11 4,-1-2,-1 0,0-2,0 0,-1-1,-1-1,0-1,0-1,-1-1,0-1,0-1,-22 2,-135 20,109-22</inkml:trace>
  <inkml:trace contextRef="#ctx0" brushRef="#br0" timeOffset="115393.276">28154 2781,'-27'764,"1"97,44-429,-17-422,1 11,0 0,-2 0,0 0,-1 0,-2 0,0 0,-1-1,-1 1,0-1,-2 0,-5 10,6-24,1-1,-1 0,0-1,0 1,-1-1,1 0,-1 0,0-1,0 0,-1-1,1 1,0-1,-1 0,1-1,-1 0,0 0,1-1,-1 0,0 0,1-1,-1 0,0 0,1-1,-1 0,-1-1,-4 2,-353-28,-420 29,-256 68,661-34,-727 12,993-46,-644 11,489 1,-422 26,505-20,185-18,0-1,0 0,0 1,0-1,0 0,0 0,1 0,-1 0,0 0,1-1,-1 1,1 0,-1-1,1 1,0-1,-1 0,1 1,0-1,0 0,0 0,0 0,1 0,-1 0,0 1,1-1,0 0,-1 0,1-1,0 1,0 0,0 0,0 0,0 0,1 0,-1 0,0 0,1 0,0 0,0-1,-1-13,-4-44,-4 0,-2 0,-2 1,-14-36,10 36,-85-354,-39-370,133 730,-66-413,71 457,-5-20,1-1,1 0,1 0,2 0,1 0,3-25,-2 51,1-1,0 1,1 0,-1-1,1 1,0 0,0 0,0 0,1 0,-1 0,1 0,0 1,0-1,0 1,0 0,1 0,-1 0,1 0,0 1,0 0,0-1,0 1,0 1,0-1,1 1,-1-1,1 1,-1 0,1 1,-1-1,1 1,0 0,33-3,-1 1,0 2,1 1,-1 2,32 8,38 1,171-1,0-13,103-20,-115 7,1648-25,-323 20,-207 14,-1319 8,-50 1</inkml:trace>
  <inkml:trace contextRef="#ctx0" brushRef="#br0" timeOffset="205736.093">19985 0,'-38'39,"1"2,2 1,2 2,1 1,3 1,2 2,2 0,2 2,2 1,3 1,1 0,2 7,-22 109,8 1,6 2,9 0,7 156,-1-65,1-85,8 1,20 133,-7-199,4-1,6 0,4-2,6-1,4-1,4-3,5-1,43 67,-6-37,-18-30,-4 3,46 109,-77-138,-3 2,-4 0,-3 2,8 70,-24-82,-4 0,-2 1,-4-1,-3 0,-2 0,-16 50,-6 69,8 2,9 0,8 83,3-178,4 0,5-1,4 1,3-2,5 1,4-2,15 36,15-9,57 95,11 22,-80-155,-4 1,-3 2,-4 1,-4 2,-4 0,-3 1,-4 1,-4 14,-12 90,-19 112,6-107,1-14,-1-9,9 163,9-289,3 0,2 0,2 0,2-1,2 0,2-1,3-1,1 0,5 4,82 131,-65-115,-3 1,-3 2,7 24,-14-13,-3 2,-4 1,-3 0,-5 1,-3 1,-3 0,-4 0,-4 0,-9 52,-6-34,-5-1,-5-1,-30 75,-33 133,74-250,2 0,4 1,1 0,4 0,2 1,3-1,2 0,3 1,6 21,49 131,-38-140,-2 0,-4 1,-3 0,-1 25,-5 251,14 12,-14-180,-9-101</inkml:trace>
  <inkml:trace contextRef="#ctx0" brushRef="#br0" timeOffset="120122.924">20721 7473,'135'-202,"-123"190,1 1,0 0,0 0,1 1,1 1,0 1,0 0,0 0,1 2,0 0,0 1,11-2,32-5,1 2,55-1,-106 11,375-13,0 17,251 40,442 75,-681-71,60-2,2-20,301-27,-591-6,-2-8,0-7,-1-8,-1-6,75-32,-61 5,-52 17,1 5,23 2,-73 23,0 4,1 4,1 3,-1 3,1 4,-1 3,27 7,512 90,-94-46,2-23,318-28,-674-10,0-8,-1-8,-2-6,0-8,133-47,-215 50,-17 5</inkml:trace>
  <inkml:trace contextRef="#ctx0" brushRef="#br0" timeOffset="126324.461">22793 8463,'-13'-4,"0"1,0 1,0 0,0 1,0 1,0 0,0 0,0 1,0 1,0 0,0 1,1 0,-1 1,1 1,0 0,0 0,0 1,1 1,0 0,0 0,-8 9,-15 9,2 3,1 0,1 3,2 0,1 1,1 2,2 1,2 0,1 2,1 1,3 0,1 1,1 1,3 0,1 1,2 1,1 5,5-26,1 0,1 0,0-1,2 1,1 0,2 13,-3-28,1 1,-1 0,1-1,0 1,1-1,0 0,0 1,0-1,1 0,0-1,0 1,0-1,1 0,-1 0,1 0,1-1,-1 1,1-1,-1-1,1 1,5 2,-2-3,0 0,1 0,-1-1,1 0,0-1,-1 0,1 0,0-1,-1 0,1-1,0 0,-1-1,1 0,-1 0,1-1,-1 0,0-1,0 0,0 0,-1-1,0 0,4-3,9-7,-1-1,0-1,-1-1,-1 0,-1-2,-1 1,-1-2,1-2,12-27,-1-2,-3 0,-3-2,-1-1,-3 0,-3-2,-2 1,-2-2,-3 1,-2-1,-3 0,-3-8,3 45,-2 0,0 0,-2 0,0 0,-1 0,-1 1,-1-1,-1 1,-1 0,-1 1,-5-11,11 27,0 0,-1-1,1 1,-1 0,1 0,-1 0,0 0,0 1,-1-1,1 1,0 0,-1 0,0 0,1 1,-1-1,0 1,0-1,0 1,0 1,0-1,0 0,0 1,0 0,0 0,0 0,0 1,0-1,0 1,0 0,0 0,1 0,-1 1,0-1,0 1,1 0,-1 0,1 0,0 0,-1 1,1-1,0 1,-2 3,-2 2,0 1,0 0,1 0,0 0,1 1,0 0,1 0,0 0,0 1,1-1,1 1,0 0,0 0,-9 145,13-107,1 0,3 0,2-1,2 0,3 0,17 44,26 48,46 78,-93-198,28 59,-4 2,-4 1,1 18,-2-7,-17-63</inkml:trace>
  <inkml:trace contextRef="#ctx0" brushRef="#br0" timeOffset="126789.218">23462 9171,'15'0,"18"0,16-2,16-3,10-1,4-2,0 1,0 2,-2 1,0 1,-14 2</inkml:trace>
  <inkml:trace contextRef="#ctx0" brushRef="#br0" timeOffset="127622.48">24919 9211,'-2'-22,"60"-99,7-13,-65 133,1-1,0 1,-1 0,1-1,0 1,0 0,0 0,0 0,1 0,-1 0,0 0,0 0,0 0,1 0,-1 1,1-1,-1 0,0 1,1 0,-1-1,1 1,-1 0,1-1,-1 1,1 0,-1 0,1 0,-1 0,1 1,0-1,-1 0,0 1,1-1,-1 1,1-1,-1 1,1-1,-1 1,0 0,0 0,1 0,-1 0,0 0,0 0,0 0,0 0,0 0,0 1,0-1,-1 0,1 1,0-1,-1 1,19 26,-2 1,-1 1,-1 1,-1 0,-2 1,1 8,-10-32,1 3,0-1,0 1,-1-1,0 1,-1-1,0 1,0 0,-1 0,-1 7,1-17,-1 0,-1 0,1 0,0 0,0 0,0 0,0 1,-1-1,1 0,0-1,-1 1,1 0,-1 0,1 0,-1 0,0 0,1 0,-1-1,0 1,0 0,1 0,-1-1,0 1,0-1,0 1,0-1,0 1,0-1,0 1,0-1,0 0,0 1,0-1,0 0,0 0,0 0,0 0,0 0,0 0,0 0,0 0,0-1,0 1,0 0,-1-1,-37-27,36 22,0 1,0 0,1 0,0-1,0 1,1-1,-1 0,1 0,0 1,1-1,0 0,0 0,0 0,0 0,1 1,0-1,0 0,1 0,-1 1,1-1,0 1,1 0,2-5,7-10,0 2,1 0,1 1,0 0,13-10,-1 3,0-2,-1-1,-2-1,-1-1,-1 0,-2-2,0 0,-3-2,0 1,0-8,-8 10,-1-1,-1 0,-2 0,-1 0,-2 0,0 0,-3-1,0 1,-3-8,-13-13,17 50,1 1,-1 0,1 0,-1 0,0 0,0 0,1 0,-1 0,0 0,0 0,0 0,0 0,0 0,0 1,0-1,-1 0,1 1,0-1,0 1,0-1,-1 1,1 0,0-1,-1 1,1 0,0 0,-1 0,1 0,0 0,-1 0,1 0,0 1,0-1,-1 0,1 1,0-1,-1 1,-4 4,2-1,-1 1,0-1,1 1,0 1,0-1,1 0,-1 1,1 0,0 0,1 0,-1 0,1 0,1 1,-2 4,-5 22,1 0,1 0,2 0,2 1,1 0,1 0,2-1,3 14,11 58,29 102,-43-198,6 28,2 1,1-2,2 1,2-1,9 14,-22-45,0 0,1-1,-1 0,1 0,0 1,0-2,1 1,-1 0,1-1,0 1,0-1,0 0,0 0,0-1,1 1,-1-1,1 0,0 0,-1-1,1 1,0-1,0 0,0 0,1-1,14-4</inkml:trace>
  <inkml:trace contextRef="#ctx0" brushRef="#br0" timeOffset="127850.87">25065 8703,'28'7,"33"2,32 0,27 0,18 1,7 4,-4 6,-26-1</inkml:trace>
  <inkml:trace contextRef="#ctx0" brushRef="#br0" timeOffset="128717.04">26068 9078,'-1'-3,"1"0,-1 0,0 0,0 0,0 0,-1 0,1 1,-1-1,1 0,-1 1,0-1,0 1,0 0,0-1,0 1,-1 0,1 0,-1 1,1-1,-1 0,0 1,0 0,0-1,1 1,-1 0,0 1,0-1,-1 0,1 1,0 0,0-1,0 1,0 1,0-1,0 0,0 1,0-1,0 1,0 0,-3 1,-2 5,-1 1,1 0,1 0,-1 0,1 1,1 0,0 1,0-1,1 1,0 0,0 0,1 1,1 0,0-1,0 1,1 0,0 5,1-13,0 1,0-1,0 1,0-1,1 0,-1 1,1 0,0-1,0 1,1-1,-1 1,1-1,0 0,-1 1,1-1,1 1,-1-1,0 0,1 0,0 0,0 0,0 0,0 0,0-1,1 1,-1 0,1-1,-1 0,1 0,0 0,0 0,0 0,3 1,3-2,0-1,0 1,0-2,0 1,0-2,0 1,0-1,0 0,0-1,-1 0,0 0,1-1,-1 0,0-1,-1 1,1-1,-1-1,0 0,0 0,-1 0,1-1,-1 0,-1 0,0 0,0-1,0 0,-1 0,3-8,-3 9,0-1,-1 1,-1-1,1 0,-1 0,-1 0,1-1,-1 1,-1 0,0-1,0 1,-1-8,1 17,0-1,0 0,0 0,0 1,0-1,0 0,0 0,0 1,0-1,-1 0,1 0,0 1,0-1,0 0,0 0,0 0,-1 1,1-1,0 0,0 0,0 0,0 0,-1 1,1-1,0 0,0 0,-1 0,1 0,0 0,0 0,-1 0,1 0,0 0,0 1,-1-1,1 0,0 0,0 0,-1 0,1-1,0 1,0 0,-1 0,1 0,0 0,0 0,-1 0,1 0,0 0,0 0,0-1,-1 1,1 0,0 0,0 0,0-1,-1 1,1 0,0 0,0 0,0-1,0 1,0 0,0 0,-1-1,-6 23,4-13,0-1,1 1,1-1,-1 1,1-1,1 1,-1 0,2 0,-1-1,1 1,0 0,1-1,0 1,1-1,-1 0,2 0,-1 0,1 0,0 0,1-1,-1 0,2 0,-1 0,1 0,0-1,0 0,1 0,-1-1,1 1,7 2,-8-5,0-1,0 0,0-1,0 0,0 0,0 0,1 0,-1-1,0 0,0-1,1 1,-1-1,0 0,0-1,0 0,0 1,0-2,-1 1,1-1,0 0,-1 0,0 0,0-1,0 0,0 0,-1 0,1-1,-1 1,0-1,0 0,-1 0,0-1,1 1,-2-1,1 0,1-4,3-14,-1-1,-1-1,-1 1,-2-1,0 0,-1 0,-2 1,-1-3,1-20,1 43,-1 4,1-1,-1 1,1-1,-1 0,1 1,0-1,0 0,-1 1,1-1,0 0,1 1,-1-1,0 0,0 1,1-1,-1 0,1 1,-1-1,1 1,0-1,0 1,0-1,-1 1,1-1,1 1,-1 0,0-1,0 1,0 0,1 0,-1 0,0 0,1 0,-1 0,1 1,-1-1,1 0,0 1,-1-1,1 1,0 0,0-1,9 5,1 1,-1-1,0 2,0 0,-1 0,0 1,0 0,3 3,1 0,22 16,-18-16,-2 1,1 1,-1 0,-1 2,0-1,-1 2,-1 0,0 1,-1 0,0 1,2 7,-9-13,-3-6,0 1,0-1,0 1,1-1,-1 0,1 0,0 0,1 0,-1-1,1 1,0-1,0 0,1 0,-1-1,1 1,0-1,0 0,0 0,0 0,5 1,2-3,0 0,1-1,-1 0,0-1,1-1,-1 0,0 0,0-1,0-1,0 0,-1 0,0-1,0-1,0 0,0 0,-1-1,0-1,0 0,-1 0,0 0,7-11,-6 9,-1-1,-1 0,0 0,0-1,-1 0,-1 0,0-1,0 0,-1 0,-1 0,-1 0,1-1,-2 0,0 0,-1 0,0-9,-1 22,1 0,-1-1,0 1,0 0,0 0,0-1,0 1,0 0,0 0,-1-1,1 1,0 0,-1 0,1 0,-1-1,1 1,-1 0,1 0,-1 0,0 0,0 0,1 0,-1 0,0 0,0 1,0-1,0 0,0 0,0 1,0-1,0 0,-1 1,1-1,0 1,0 0,0-1,-1 1,1 0,0 0,0 0,-1 0,1 0,0 0,0 0,-1 0,1 0,0 1,0-1,0 0,-1 1,1-1,0 1,0-1,0 1,0 0,0 0,0-1,-1 2,-4 4,0 1,0 0,0 1,1 0,0-1,0 2,1-1,0 0,1 1,0 0,0 0,1 0,0 0,0 0,1 0,1 1,-1-1,1 0,2 7,0-9,2 0,-1 0,1-1,0 1,0-1,1 0,0 0,0 0,0-1,1 0,-1 0,1 0,1-1,-1 0,1 0,-1 0,1-1,0 0,0-1,1 1,-1-1,0 0,1-1,-1 0,1 0,7-1,50 8,1-4,-1-2,1-3,33-5,-17-2</inkml:trace>
  <inkml:trace contextRef="#ctx0" brushRef="#br0" timeOffset="129040.139">28007 9051,'-8'-5,"0"0,0 1,0 0,0 1,-1 0,0 0,1 1,-1 0,0 0,0 1,0 1,0-1,0 1,0 1,-1-1,1 2,1-1,-1 1,0 1,0-1,1 2,-1-1,1 1,0 0,0 1,1 0,-1 0,1 0,0 1,0 0,1 1,0 0,0 0,0 0,-2 6,6-10,0-1,0 1,1 0,-1 1,1-1,0 0,0 0,0 0,1 1,-1-1,1 1,-1-1,1 0,0 1,1-1,-1 1,0-1,1 0,0 1,0-1,0 0,0 0,0 0,1 0,-1 0,1 0,0 0,0 0,0 0,0-1,1 1,-1-1,1 0,-1 1,1-1,0-1,0 1,0 0,2 0,4 0,1-1,0 0,-1-1,1 0,0-1,-1 1,1-2,-1 0,1 0,-1 0,0-2,0 1,0-1,0 0,-1 0,0-1,1-1,-2 1,1-1,-1-1,0 1,0-1,-1 0,6-8,-3 4,0-1,0-1,-1 1,-1-1,0-1,-1 1,0-1,1-7,-8 26,0 0,0 0,1 0,0 0,0 0,0-1,1 1,-1 0,1 0,0 0,1 0,-1 0,1-1,0 1,0-1,0 1,1-1,0 0,-1 0,2 0,-1 0,0-1,6 7,1 0,0-1,0-1,1 0,0 0,0-1,11 5,7 0,1 0,1-1,-1-2,23 3,40 5</inkml:trace>
  <inkml:trace contextRef="#ctx0" brushRef="#br0" timeOffset="129547.774">29544 8797,'-9'53,"2"0,2 0,3 0,4 46,-2-70,9 198,-1-68,-10 68,-9-152,10-75,1 0,0 1,-1-1,1 0,-1 0,1 1,-1-1,1 0,0 0,-1 1,1-1,-1 0,1 0,-1 0,1 0,-1 0,1 0,-1 0,1 0,-1 0,1 0,-1 0,1 0,-1 0,1 0,-1 0,1 0,-1-1,1 1,0 0,-1 0,1-1,-1 1,1 0,0-1,-1 1,1 0,0-1,-1 1,1 0,0-1,-1 1,1-1,0 1,0 0,0-1,-1 1,1-1,0 1,0-1,0 1,0-1,0 1,0-1,0 1,0-1,0 1,0-1,0 1,0-1,0 1,0-1,1 1,-1-1,-19-164,12 83,-14-176,12-198,10 439,-2 7,1 0,0 0,1 0,0 0,0 0,2 0,-1 0,1 1,0-1,1 1,0 0,0 0,2-1,-5 9,0 0,0-1,0 1,0 0,0 0,0 0,0 0,0 1,1-1,-1 0,0 0,1 1,-1-1,1 1,-1-1,0 1,1 0,-1-1,1 1,-1 0,1 0,-1 0,1 0,-1 0,1 0,-1 1,1-1,-1 0,1 1,-1-1,0 1,1 0,-1-1,0 1,1 0,0 0,37 43,-33-33,-1 0,0 0,-1 1,0-1,-1 1,0 0,-1 0,0 0,-1 0,0 0,-1 0,-1 1,-1 7,2-13,-1-1,-1 1,0-1,1 1,-2-1,1 0,-1 0,0 0,0 0,-1 0,0-1,0 1,0-1,0 0,-1 0,0-1,0 0,0 1,-1-2,1 1,-1-1,0 1,0-2,0 1,-3 0,-14 4</inkml:trace>
  <inkml:trace contextRef="#ctx0" brushRef="#br0" timeOffset="130127.301">29785 9025,'-1'-380,"-4"333,2 64,6-11,1 1,0-1,0 0,0 0,1-1,0 1,0-1,1 0,-1 0,1-1,0 1,0-1,1-1,-1 1,1-1,0 0,0-1,0 0,0 0,0 0,2 0,2 1,19 7,89 41,-115-48,1 0,-1 1,1-1,-1 1,0 0,-1 0,1 0,-1 1,0-1,0 1,0 0,0-1,-1 1,0 1,0-1,0 0,-1 0,0 1,0-1,0 1,0 4,-12 121,10-129,1 1,0-1,0 1,0-1,1 1,-1-1,0 1,1-1,0 0,-1 1,1-1,0 0,0 1,0-1,1 0,-1 0,0 0,1 0,0 0,-1 0,1-1,0 1,0 0,0-1,0 1,0-1,0 0,0 0,1 0,-1 0,0 0,1 0,-1-1,0 1,1-1,-1 0,1 1,-1-1,2 0,7-2,0 1,0-2,0 0,0 0,0-1,0 0,-1 0,0-2,0 1,0-1,0-1,-1 1,0-2,-1 1,0-1,0-1,0 1,-1-1,-1 0,1-1,-2 0,2-2,-2 3,0-1,0 0,-1 0,0-1,-1 1,0-1,0 0,-2 0,1 0,-1 0,-1 0,0-6,0 16,0 0,-1 0,1 0,0 0,-1 0,1 0,-1 0,1 0,-1 0,0 0,1 0,-1 0,0 0,0 0,1 0,-1 0,0 1,0-1,0 0,0 1,0-1,0 1,0-1,0 1,0-1,-1 1,1 0,0 0,0-1,0 1,0 0,-1 0,1 0,0 0,0 0,0 1,0-1,0 0,-1 0,1 1,0-1,0 1,0-1,0 1,0-1,0 1,0 0,0 0,0-1,1 1,-1 0,0 0,0 0,1 0,-1 0,0 0,1 0,-1 0,1 0,-1 0,1 0,0 0,-1 1,-3 4,-1 2,1-1,1 0,-1 1,1 0,1-1,-1 1,1 0,1 1,-1-1,1 0,1 0,0 1,0-1,0 0,1 0,0 1,1-1,0 0,0 0,1 0,0-1,0 1,1-1,0 1,0-1,1 0,0-1,0 1,0-1,1 0,0 0,0-1,1 1,-1-1,5 2,-1-1,-1 0,1-1,0 0,1-1,-1 0,1 0,0-1,0 0,0-1,0 0,11-1,16-2</inkml:trace>
  <inkml:trace contextRef="#ctx0" brushRef="#br0" timeOffset="131364.392">30733 8783,'33'-51,"-32"51,0 0,0-1,0 1,0 0,0 0,0 0,1-1,-1 1,0 1,0-1,0 0,0 0,0 0,0 0,1 1,-1-1,0 1,0-1,0 1,0-1,0 1,0 0,0-1,-1 1,1 0,0 0,0-1,0 1,-1 0,1 0,0 0,-1 0,1 0,-1 0,1 0,-1 0,0 0,1 0,-1 1,0-1,0 0,0 0,1 0,-1 0,-1 0,1 1,0 0,6 32,-1-1,-1 2,-3-1,0 13,0 12,2 60,4 0,6-1,5-1,13 32,-27-130,1 0,1 0,0-1,1 0,1 0,1-1,1 0,0 0,1-1,1-1,0 0,1 0,6 4,-18-18,1 0,-1 0,0 0,0 0,1 0,-1-1,1 1,-1 0,1-1,-1 1,1-1,-1 1,1-1,-1 0,1 1,0-1,-1 0,1 0,-1 0,1-1,0 1,-1 0,1 0,-1-1,1 1,-1-1,1 0,-1 1,1-1,-1 0,0 0,1 0,-1 0,0 0,0 0,0 0,0 0,0 0,0-1,0 1,0 0,0-1,0 1,4-14,0 1,-1-1,0 1,-2-1,1 0,-2 0,0 0,-1-1,0 1,-1 0,-1 0,-2-11,-3-13,-1 0,-1 1,-3 0,-1 0,-1 1,-3 1,0 1,-3 0,0 1,-3 2,0 0,-2 1,-2 2,0 0,-2 2,-1 1,-8-4,-45-33,84 63,-1 0,1 0,-1 0,1 0,-1 1,1-1,-1 0,1 0,0 0,-1 0,1 0,-1-1,1 1,-1 0,1 0,-1 0,1 0,-1-1,1 1,-1 0,1 0,-1-1,0 1,1 0,-1-1,1 1,-1 0,0-1,1 1,-1-1,0 1,1-1,-1 1,0-1,0 1,1-1,-1 1,0-1,0 1,0-1,0 1,0-1,0 1,0-1,0 1,0-1,0 1,0-1,0 0,0 1,0-1,-1 1,1-1,0 1,0-1,0 1,-1 0,1-1,0 1,-1-1,1 1,0-1,-1 1,1 0,-1-1,1 1,-1 0,1 0,-1-1,163-1,-143 3,0-1,0-1,0-1,0 0,0-1,-1-1,1-1,-1-1,0-1,-1 0,3-2,-17 7,-1 0,1 1,-1-1,1-1,-1 1,0 0,0 0,0-1,0 1,0-1,0 0,-1 0,1 1,-1-1,0 0,0 0,0 0,0 0,-1-1,1 1,-1 0,0 0,0 0,0 0,0-1,0 1,-1 0,1 0,-1 0,0 0,0 0,0 0,-1 0,1 0,-1 0,1 1,-1-1,0 1,-2-3,1 1,0 0,-1 0,1 0,-1 0,0 1,0-1,-1 1,1 0,-1 1,1-1,-1 1,0 0,0 0,0 0,0 1,0 0,-1 0,1 0,0 0,0 1,-1 0,1 0,0 0,-1 1,1 0,0 0,0 0,0 1,0 0,0 0,0 0,0 0,1 1,-1-1,1 1,-1 1,1-1,0 1,0-1,0 2,0 1,0-1,0 1,1 0,0 0,0 0,0 0,1 0,0 1,0-1,1 1,0 0,0-1,0 1,1 0,0-1,0 1,0 0,1 0,0-1,1 1,0-1,0 1,0-1,0 0,1 1,0-1,1-1,-1 1,1 0,0-1,1 0,-1 0,1 0,0 0,0-1,2 1,1 2,0 0,0-1,1 0,0-1,0 0,0 0,1-1,0 0,-1-1,1 0,1 0,-1-1,0-1,0 1,1-2,-1 1,1-2,-1 1,1-1,-1-1,0 0,0 0,0-1,0-1,0 1,-1-1,1-1,-1 0,0 0,0-1,-1 0,0-1,0 0,0 0,3-5,-5 1,1 0,-1-1,-1 0,0-1,-1 1,0-1,-1 0,-1 0,0 0,0 0,-1 0,-1-13,-6 4,-2 33,6-5,1 1,0-1,0 1,0 0,1-1,0 1,0-1,1 1,0 0,0-1,0 1,1-1,0 0,0 1,1-1,0 0,0 0,0-1,1 1,-1-1,2 1,-1-1,0-1,1 1,0 0,0-1,0 0,1 0,2 1,-1-1,0-1,-1 0,1 0,0-1,0 0,0 0,1-1,-1 1,0-2,1 1,-1-1,1 0,-1 0,0-1,1 0,-1-1,0 1,0-1,0-1,0 1,0-1,0-1,-1 1,0-1,1 0,-1 0,-1-1,1 0,-1 0,3-4,0 0,-1 0,-1 0,0-1,0 0,-1 0,0-1,-1 1,0-1,-1 0,0 0,0-1,-2 1,1-8,-2 39,-1-8,0-1,0 1,1-1,1 1,0-1,0 1,1-1,1 1,0-1,0 0,1 0,0-1,1 1,0-1,1 0,0 0,1-1,0 0,5 6,-7-11,0 0,0-1,0 1,0-1,1 0,-1 0,1-1,0 0,0 0,0 0,0-1,0 0,0 0,0 0,0-1,0 0,1 0,-1 0,0-1,0 0,0 0,0-1,0 1,0-1,0-1,-1 1,1-1,-1 0,0 0,1-1,-2 1,1-1,0 0,-1-1,1 1,0-3,8-12,-1 0,-1-1,-1 0,-1-1,-1 0,-1 0,0-1,-2 0,0 0,-2-1,0 1,-2-1,0-1,5-61,-3 0,-4-1,-3 1,-4 0,-17-72,22 144,0-1,-1 1,-1 0,0 0,0 0,-1 0,-3-3,8 15,1 0,-1-1,1 1,-1 0,0 0,1 0,-1 0,0 0,0 0,0 0,0 0,0 0,0 0,0 1,0-1,0 0,0 1,0-1,0 0,-1 1,1 0,0-1,0 1,-1 0,1-1,0 1,-1 0,1 0,0 0,0 0,-1 0,1 1,0-1,-1 0,1 1,0-1,0 0,-1 1,1 0,0-1,0 1,0 0,0-1,0 1,0 0,0 0,0 0,0 1,-29 60,26-27,1 0,2-1,1 1,2 0,2 0,1 0,2-1,1 0,1 0,13 27,39 110,69 132,-93-239,-24-51</inkml:trace>
  <inkml:trace contextRef="#ctx0" brushRef="#br0" timeOffset="131807.423">31776 8356,'36'22,"0"-2,1-1,1-1,10 1,14 7,-44-18,22 7,-2 3,0 1,-1 2,-1 1,30 26,-60-44,-1 1,1 0,-2 0,1 0,0 0,-1 1,0 0,0 0,-1 0,0 0,0 1,0-1,-1 1,0 0,0 0,-1-1,0 1,0 0,0 0,-1 1,0-1,-1 2,-9 36,8-41,0 0,0 1,0-1,1 0,0 1,-1-1,2 1,-1 0,0-1,1 1,0 0,0-1,0 1,1 0,-1-1,1 1,0-1,1 1,-1-1,1 1,0-1,0 0,0 0,0 0,1 0,0 0,0 0,0-1,0 1,2 1,0-3,0 1,-1-1,1 0,0 0,0 0,1 0,-1-1,0 0,0 0,1-1,-1 1,1-1,-1 0,0-1,1 1,-1-1,0 0,1-1,-1 1,0-1,0 0,0 0,0 0,-1-1,1 0,-1 0,1 0,-1 0,0-1,0 0,0 0,-1 0,0 0,1 0,-1-1,-1 1,1-1,-1 0,2-3,-2-1,1 0,-1-1,-1 1,1-1,-2 1,1-1,-1 1,-1-1,0 0,0 1,-1-1,0 1,-1 0,0-1,0 1,-5-8,6 12,-1-1,0 1,0 0,0 0,-1 0,1 1,-1-1,-1 1,1 0,0 0,-1 1,0-1,0 1,0 0,0 0,0 0,-1 1,1 0,-1 0,0 1,1-1,-1 1,0 0,0 1,0-1,0 1,0 0,0 1,-1 0,0 1,0 0,0 0,1 0,-1 1,1 0,-1 1,1-1,0 1,0 0,1 1,-1-1,1 1,0 0,0 0,1 1,-1 0,1 0,1 0,-1 0,1 0,0 1,0-1,1 1,0 0,0 0,0 0,1 0,0 0,1 0,0 0,0 0,0 0,1 1,0-1,0 0,2 5,-1-8,0 0,0 0,0 0,0-1,1 1,0 0,0-1,0 0,0 0,0 0,1 0,-1 0,1 0,0-1,23 12</inkml:trace>
  <inkml:trace contextRef="#ctx0" brushRef="#br0" timeOffset="132054.767">32645 8302,'-15'-2,"-11"3,-5 7,1 8,5 9,7 9,11 7,6-2</inkml:trace>
  <inkml:trace contextRef="#ctx0" brushRef="#br0" timeOffset="132225.31">32712 8957,'0'0</inkml:trace>
  <inkml:trace contextRef="#ctx0" brushRef="#br0" timeOffset="132843.665">30707 8823,'2'-2,"-3"-1,-7 0,-8 1,-9 3,-8 3,0 1</inkml:trace>
  <inkml:trace contextRef="#ctx0" brushRef="#br0" timeOffset="134986.767">25253 10281,'-11'-2,"0"0,0 1,-1 0,1 1,-1 1,1-1,0 2,0 0,0 0,0 1,0 0,0 1,0 0,1 1,0 0,0 1,0 0,1 0,0 1,0 0,1 1,0 0,0 0,0 0,1 1,1 1,-3 4,7-12,0 1,1 0,-1-1,1 1,-1 0,1 0,0 0,0 0,0 0,1 0,-1 1,1-1,0 0,0 0,0 0,0 0,0 0,1 1,-1-1,1 0,0 0,0 0,0 0,1 0,-1 0,0-1,1 1,0 0,0-1,0 1,0-1,0 0,0 1,1-1,3 1,0 0,0 0,0-1,0 1,0-2,0 1,1-1,-1 0,1 0,-1 0,1-1,0 0,-1 0,1-1,-1 0,1 0,-1-1,0 1,1-2,-1 1,0 0,0-2,7-1,-1-2,0 0,-1 0,0-1,0 0,0-1,-1 0,-1-1,1 0,0-3,-4 6,-1 0,0-1,-1 0,1 0,-2 0,1-1,-1 1,0-1,-1 0,0 0,0 0,-1 0,0 0,-1-5,0 14,0 1,0-1,-1 0,1 0,0 0,0 0,0 0,-1 0,1 1,0-1,0 0,-1 0,1 0,0 0,0 0,-1 0,1 0,0 0,0 0,-1 0,1 0,0 0,0 0,-1-1,1 1,0 0,0 0,-1 0,1 0,0 0,0 0,0 0,-1-1,1 1,0 0,0 0,0 0,0-1,-1 1,1 0,0 0,0 0,0-1,0 1,0 0,0 0,-10 25,9-19,0 1,1-1,-1 0,1 1,0-1,1 0,0 1,0-1,0 0,0 0,1 0,0 0,1 0,-1 0,1 0,0-1,1 1,-1-1,1 0,0 0,0 0,1-1,-1 1,1-1,0 0,0-1,3 2,21 9,0-2,0-1,1-1,1-2,0-1,0-2,0 0,0-3,1 0,2-2,37 3</inkml:trace>
  <inkml:trace contextRef="#ctx0" brushRef="#br0" timeOffset="135804.436">26630 9826,'-9'64,"4"1,2-1,3 1,8 55,-1 2,-5-43,4-65,5-31,-7 6,1-1,1 1,0 0,0 0,1 1,1 0,-1 0,2 0,-1 1,1 0,1 1,0 0,0 1,0 0,2-1,-9 7,1 0,-1 0,0 1,0-1,0 1,1-1,-1 1,0 0,0 0,1 1,-1-1,0 1,0-1,0 1,0 0,0 0,0 1,0-1,0 1,0-1,0 1,-1 0,1 0,0 0,-1 0,0 0,0 1,0-1,0 1,0 0,0-1,0 1,-1 0,0 0,1 0,0 3,0-2,0 0,-1 1,1-1,-1 1,0-1,0 1,0 0,-1 0,0-1,0 1,0 0,0 0,-1-1,1 1,-1 0,-1-1,1 1,0-1,-1 1,0-1,0 0,-1 0,1 0,-1 0,-1 2,-1-2,0 0,0 0,0-1,0 0,-1 0,1 0,-1-1,0 0,1 0,-1 0,0-1,0 0,0 0,0 0,-1-1,1 0,0 0,0-1,0 1,0-1,0 0,0-1,0 0,0 0,1 0,-1-1,4 2,0 0,1-1,-1 0,1 1,0-1,-1 0,1 1,0-1,0 0,0 0,0 0,0 0,0 0,1 0,-1 0,1 0,-1 0,1-1,0 1,0 0,0 0,0 0,0 0,1-1,-1 1,0 0,1 0,0 0,0 0,-1 0,1 0,0 0,0 0,1 0,-1 1,0-1,1 0,-1 1,2-2,68-54,-60 50,1 2,-1 0,1 0,1 1,-1 0,0 1,1 1,0 0,-1 0,1 2,0-1,0 2,0 0,0 0,-1 1,1 1,3 1,-10-1,-1 1,1 1,-1-1,0 1,0 0,0 0,-1 1,1-1,-1 1,-1 0,1 0,-1 0,0 1,-1-1,1 1,-1-1,-1 1,1 0,-1 0,0 0,-1 0,1 0,-2 4,18 68,-16-78,-1 1,0-1,1 1,0 0,-1-1,1 1,0-1,0 0,0 1,0-1,0 0,0 1,0-1,0 0,0 0,1 0,-1 0,0 0,1 0,-1 0,1-1,-1 1,1-1,-1 1,1-1,-1 1,2-1,7-2</inkml:trace>
  <inkml:trace contextRef="#ctx0" brushRef="#br0" timeOffset="136057.272">27018 10000,'0'13,"9"6,3-2</inkml:trace>
  <inkml:trace contextRef="#ctx0" brushRef="#br0" timeOffset="136576.203">27579 10120,'-36'2,"0"2,1 1,-1 1,1 3,-10 4,38-12,1 0,0 1,-1-1,1 1,0 1,0-1,0 1,0 0,1 1,-1-1,1 1,0 0,0 0,0 1,1 0,-1-1,1 1,0 1,-1 2,4-6,1 0,-1 0,1 0,0 0,0 1,0-1,0 0,0 0,0 0,0 0,1 0,-1 0,1 0,0 0,-1 0,1-1,0 1,0 0,0 0,0-1,1 1,-1 0,0-1,1 1,-1-1,1 0,-1 1,1-1,0 0,1 1,60 28,-62-30,290 96,-244-68,-46-27,0 0,-1-1,1 1,0 0,0 0,0 0,-1 0,1 0,0 0,-1 0,1 0,-1 0,0 0,1 0,-1 0,0 0,1 1,-1-1,0 0,0 0,0 0,0 0,0 0,0 1,0-1,-1 0,1 0,0 0,-1 0,1 0,0 0,-1 1,1-1,-1 0,0 0,1-1,-1 1,0 0,0 0,0 0,1 0,-2 0,-7 5,-1 0,0 0,-1-1,1 0,-1-1,0 0,0-1,0 0,-1 0,1-1,0-1,-12 0,21 0,1 0,-1-1,1 1,-1-1,1 1,-1-1,1 1,-1-1,1 0,-1 0,0 0,1 0,-1 0,1 0,-1 0,0-1,1 1,-1 0,1-1,-1 1,1-1,-1 0,1 0,0 1,-1-1,1 0,0 0,-1 0,1 0,0 0,0-1,0 1,0 0,0-1,0 1,1 0,-1-1,0 1,1-1,-1 1,1-1,-1 1,1-1,0 1,-1-1,1 0,0 1,0-1,0 1,1-2,4-9,2 1,-1 0,2 0,0 0,0 1,0 0,2 1,-1-1,5-2,10-11,12-10,-2-1,-1-2,-1-2,-3 0,-1-2,-2-1,-1-1,-3-2,10-26,-24 49,-2 0,0 0,-1-1,-1 1,-2-1,0 0,-1 0,-1 0,0 0,-3-4,4 25,-1 0,0 0,0 0,0 0,0-1,0 1,0 0,0 0,0 0,0 0,0 0,0-1,-1 1,1 0,-1 0,1 0,0 0,-1 0,0 0,1 0,-1 0,0 0,1 0,-1 0,0 1,0-1,0 0,0 1,0-1,0 0,0 1,0-1,0 1,0-1,0 1,0 0,0-1,0 1,0 0,-1 0,1 0,0 0,0 0,0 0,0 0,-1 0,1 0,0 1,0-1,-1 1,-20 66,18-21,3-1,1 1,3-1,1 0,2 0,2 0,3-1,1 0,2-1,2 0,2-1,1-1,6 4,-22-38,3 7,1-2,0 1,1-1,1 0,-1 0,11 9,-19-21,1 1,-1-1,0 1,1-1,-1 1,1-1,-1 1,1-1,-1 1,1-1,-1 0,1 1,0-1,-1 0,1 1,-1-1,1 0,0 0,-1 0,1 0,0 0,-1 1,1-1,-1 0,1 0,0-1,-1 1,1 0,0 0,-1 0,1 0,0 0,-1-1,1 1,-1 0,1-1,-1 1,1 0,-1-1,1 1,-1-1,1 1,-1-1,1 1,-1-1,1 1,5-15</inkml:trace>
  <inkml:trace contextRef="#ctx0" brushRef="#br0" timeOffset="136813.571">27820 9907,'20'4,"23"4,23 1,17 1,14 1,5 3,-14-1</inkml:trace>
  <inkml:trace contextRef="#ctx0" brushRef="#br0" timeOffset="137723.563">28475 10134,'-66'5,"48"-4,-1 0,1 1,-1 1,1 0,0 2,0 0,-2 2,17-6,-1 1,0 0,1 0,0 0,-1 0,1 1,0 0,0-1,1 1,-1 0,1 0,-1 0,1 1,0-1,0 0,0 1,0 0,1-1,0 1,0 0,0 0,0 0,0-1,1 1,-1 0,1 0,0 0,1 0,-1 0,0 0,1 0,0 0,0 0,0 0,1-1,-1 1,1-1,0 1,0-1,0 1,1-1,-1 0,1 0,-1 0,1 0,0-1,0 1,0-1,1 0,2 2,2 0,0-1,-1-1,1 1,1-2,-1 1,0-1,0 0,0 0,1-1,-1 0,0-1,1 0,-1 0,0-1,0 0,0 0,0-1,-1 0,1 0,-1-1,4-2,4-3,0 0,-1-1,0-1,0 0,-1-1,-1 0,0-1,-1-1,7-10,6-15,-22 71,-3-23,-2 109,4-115,-1 1,1 0,0-1,0 1,0-1,1 1,-1-1,1 1,0-1,0 0,0 0,0 0,0 0,1 0,-1 0,1-1,0 1,0-1,0 0,0 1,0-2,1 1,-1 0,0-1,1 1,-1-1,1 0,0 0,1 0,5-1,0-1,0 0,0 0,0-1,0 0,-1-1,1 0,-1-1,0 0,0 0,0-1,-1 0,1 0,-1-1,0 0,-1-1,0 0,0 0,0 0,-1-1,0 0,0 0,-1-1,0 1,-1-1,3-6,9-28,-3-1,-1-1,-2 1,-2-2,-2 1,-1-1,-3 0,-2 0,-4-19,4 39,-8-106,4 125,2 19,1 32,2 0,1 0,3 0,1-1,11 34,-7-24,28 200,-35-232,4-18,0-20,-5 12,0-2,0 0,1 0,0 0,1 0,0 1,0-1,0 1,0 0,1 0,0 1,1 0,-1-1,1 2,0-1,0 1,0 0,1 0,-1 0,1 1,0 0,0 1,0-1,0 1,1 1,-1-1,1 1,-1 1,0-1,1 1,-1 1,1-1,-1 1,2 1,1 2,0 1,0 0,-1 1,0 0,0 1,-1 0,1 0,-1 1,-1 0,0 0,0 1,0 0,-1 0,-1 0,1 1,-2 0,1 0,-1 0,-1 0,0 1,0 0,-1 0,0-1,-1 1,-1 0,1 0,-2 0,1 1,-1-6,-1 0,1-1,-1 1,0 0,0 0,-1-1,0 0,0 1,0-1,0 0,-1-1,0 1,0 0,0-1,0 0,1-2,1 0,0 0,-1 0,1 0,-1 0,0-1,1 1,-1-1,0 0,0 0,0 0,0 0,0 0,0-1,0 1,0-1,0 0,0 0,0 0,0 0,-1-1,1 1,0-1,0 0,0 0,1 0,-1 0,0 0,-1-2,1 1,0 0,0 0,0 0,1-1,-1 1,1-1,-1 0,1 0,0 0,0 0,1 0,-1 0,0 0,1-1,0 1,0-1,0 1,0-1,1 1,-1-1,1 1,0-1,0 1,0-1,1 0,-1 1,1-1,0-3,0 0,1 0,0 0,1 1,0-1,0 1,0-1,0 1,1 0,0 0,1 0,-1 1,2-2,5-2,1 0,-1 1,1 0,1 1,0 0,0 1,0 0,1 1,-1 1,1 0,0 1,1 0,-1 1,0 1,1 0,-1 1,1 1,-11-1,-1 0,1 0,-1 1,1-1,-1 1,1 0,-1 0,0 0,1 1,-1-1,0 1,0 0,0-1,0 1,0 1,-1-1,1 0,-1 1,1-1,-1 1,0 0,0 0,0 0,0 0,-1 0,1 0,-1 0,0 1,0-1,0 1,0-1,0 2,6 39,-8-39,1 1,0 0,1 0,-1 0,1 0,1 0,-1-1,1 1,0 0,0-1,0 1,1-1,0 0,0 0,0 0,1 0,-1-1,1 1,0-1,1 0,-1 0,1 0,0-1,0 0,0 0,3 2,44-3,-29-10</inkml:trace>
  <inkml:trace contextRef="#ctx0" brushRef="#br0" timeOffset="137971.226">29624 9826,'0'16,"4"12,10 8,1-2</inkml:trace>
  <inkml:trace contextRef="#ctx0" brushRef="#br0" timeOffset="139291.219">29918 10120,'18'-3,"1"-1,-1-1,0 0,-1-2,1 0,-1-1,-1 0,0-2,0 0,0 0,-1-1,-1-1,0-1,-1 0,0-1,5-8,-3 3,-1-1,0-1,-2 0,0 0,-2-1,0-1,-1 0,-2 0,0-1,-2 1,0-1,-1-10,-3 30,0 0,0 0,0 0,-1 0,0 0,1 0,-2-1,1 1,0 0,-1 0,0 0,0 0,0 0,0 0,-1 0,0 0,1 0,-1 1,-1-1,1 0,0 1,-1 0,0 0,0 0,0 0,0 0,0 0,-1 1,1 0,-1-1,1 1,-1 1,0-1,0 0,0 1,-4 2,0 1,0 0,1 1,-1-1,0 2,1-1,0 1,0 0,0 0,0 1,1 0,0 0,0 0,0 1,0 0,1 0,0 1,0 0,1-1,0 1,0 1,1-1,-3 7,-4 12,0 1,2 0,1 0,1 1,1-1,1 2,2-1,1 0,1 0,1 0,2 0,1 0,1 0,1 0,2-1,0 0,2-1,3 5,-8-18,1 1,0-1,1 1,0-2,1 1,0-1,1 0,1-1,0 0,0-1,1 0,0 0,1-1,0 0,6 2,-15-10,0 0,1 0,-1-1,0 1,0-1,1 0,-1 0,0 0,1 0,-1 0,0-1,1 1,-1-1,0 0,0 0,0 0,0-1,0 1,0-1,0 1,0-1,0 0,-1 0,1 0,-1-1,1 1,-1-1,1 0,51-82,-54 85,49-116,-59 166,8-45,0 0,1 0,-1 0,1 1,0-1,1 0,-1 0,1 1,0-1,0 0,1 1,0-1,0 0,0 0,0 0,1 1,0-2,0 1,0 0,1 0,0-1,-1 1,2-1,-1 0,0 0,1 0,0 0,0 0,0-1,0 0,4 3,-2-4,0 0,0 0,0-1,-1 0,1 0,0 0,1 0,-1-1,0 0,0-1,0 1,0-1,0 0,0-1,-1 1,1-1,0 0,-1-1,1 1,-1-1,1 0,-1-1,0 1,-1-1,1 0,1-2,8-6,-1-2,0 0,-1-1,-1 0,0 0,-1-2,7-14,5-19,-22 51,0-1,0 0,0 0,-1 0,1 0,0 0,0-1,0 1,0 0,0 0,-1 0,1 0,0 0,0 0,0 0,0 0,0 0,-1 0,1 0,0 0,0 0,0-1,0 1,0 0,0 0,0 0,0 0,-1 0,1 0,0-1,-11 19,7-14,1 1,0 0,0 0,0 1,1-1,-1 1,1-1,1 1,-1 0,1-1,0 1,0 0,1 0,-1 0,1 0,1 0,-1 0,1 0,0-1,0 1,1 0,0 0,0-1,0 1,3 3,4-1,1-1,0-1,0 0,1 0,0-1,0 0,0-1,0 0,1-1,-1 0,1-1,0 0,0-1,0 0,0-1,5-1,17 3,0-3,0 0,1-2,-2-2,1-1,0-2,-1-1,12-6,-24 7,-1 0,-1-2,0 0,0-1,-1 0,-1-2,0 0,0-1,-1-1,-1 0,-1-1,0-1,10-16,-8 3,0-1,-2 0,-2-1,-1-1,-1 0,-2-1,-1 1,-1-2,-3 1,0 0,-2-1,-2-3,0 25,0 0,0 0,-1 0,-1 1,0-1,-1 1,-1 0,1 0,-3-3,5 12,0-1,0 1,-1-1,1 1,-1-1,1 1,-1 0,0 0,0 1,-1-1,1 1,0-1,-1 1,0 0,1 0,-1 0,0 1,0 0,0-1,0 1,0 1,0-1,0 1,-1-1,1 1,0 0,0 1,0-1,0 1,0-1,-6 3,0 0,1 0,0 1,0 0,0 1,0 0,1 0,0 1,0 0,0 0,1 1,0 0,0 0,1 1,0 0,-2 3,-6 9,1 1,1 1,1 0,1 0,2 1,-2 4,3-6,0 1,1-1,1 1,1 0,1 0,1 0,1 0,1 1,1-1,1 0,0 0,2 0,1 0,1 0,0-1,2 0,0-1,2 1,0-1,1-1,1 0,1-1,0 0,9 7,-8-12,0 0,1-2,0 0,1 0,0-2,1 0,9 4,-19-10,1 0,-1 0,1-1,0 0,0 0,0-1,0 0,0 0,0-1,0 0,0-1,0 0,0 0,0 0,0-1,-1 0,1-1,5-2,-5-1,1-1,-1-1,0 0,-1 0,0 0,0-1,-1 0,0 0,-1-1,0 1,0-1,-1 0,0-1,-1 1,0-1,-1 0,0 1,-1-1,0 0,0-3,-3 19,1 0,0 0,1 0,-1 0,1 1,0-1,0 0,0 0,1 0,0 0,0 0,0 0,1 0,-1 0,1 0,0 0,1-1,-1 1,1-1,0 1,0-1,0 0,1 0,-1-1,1 1,1 0,1-2,-1-1,1 1,-1-1,1-1,-1 1,1-1,-1 0,1 0,-1-1,1 1,-1-1,1 0,-1-1,0 1,1-1,-1 0,0-1,0 1,0-1,4-3,2-2,0 1,-1-2,0 0,0 0,-1-1,0 0,0 0,1-4,20-41,-25 84,-6-24,-1-1,2 0,-1 1,1-1,-1 0,1 1,0-1,1 1,-1-1,1 1,0-1,0 0,0 0,0 1,1-1,0 0,0 0,0 0,0-1,1 1,-1 0,1-1,0 0,0 1,0-1,1 0,-1-1,1 1,0-1,-1 1,1-1,1 0,1-1,0-1,0 0,0 0,0-1,0 1,0-1,0-1,0 1,0-1,-1 0,1 0,-1-1,1 1,-1-1,0-1,0 1,0-1,0 0,-1 0,0 0,1-1,74-104,-72 93,1-1,-7 21,-4 4,0 0,0 0,1 0,1 0,-1 0,1 0,0 0,1 1,0-1,1 0,-1 1,1-1,1 0,0 0,0 0,0 0,1 0,1-1,-1 1,1-1,0 0,1 0,-1 0,2 0,-1-1,3 2,10 3</inkml:trace>
  <inkml:trace contextRef="#ctx0" brushRef="#br0" timeOffset="139543.582">32231 9693,'0'0</inkml:trace>
  <inkml:trace contextRef="#ctx0" brushRef="#br0" timeOffset="144626.63">22204 12139,'-10'2,"-1"-1,1 2,-1 0,1 0,0 1,0 0,0 0,1 1,0 1,0 0,0 0,-7 7,-20 14,1 2,1 1,2 2,1 1,2 2,1 1,2 1,1 1,3 1,-16 35,29-54,0 0,2 1,0 0,1 0,2 0,0 0,1 1,1 0,1 0,1 0,2 19,-1-36,-1-1,1 1,0-1,0 1,0-1,0 0,1 0,0 0,0 1,0-1,0-1,1 1,-1 0,1-1,0 1,0-1,0 0,1 0,-1 0,1 0,-1-1,1 1,0-1,0 0,0 0,1-1,-1 1,0-1,1 0,-1 0,0 0,1-1,3 1,3-4,-1 0,1-1,-1 0,1-1,-1 0,-1-1,1 0,-1 0,0-1,0 0,-1-1,0 0,0 0,-1-1,0 0,-1 0,4-7,44-66,-5-3,-3-1,-3-3,-5-1,8-37,-45 125,8-22,6-12,-2 0,-2 0,-1-1,3-29,-12 63,0 0,0 0,0 0,-1 0,0 0,0-1,0 1,0 0,0 0,0 0,-1 0,1 0,-1 0,0 0,0 0,0 0,0 1,-1-1,1 0,-1 1,0-1,0 1,0-1,0 1,0 0,0 0,0 0,-1 0,1 0,-1 0,1 1,-1-1,0 1,0 0,0-1,0 1,0 1,0-1,0 0,0 1,-1 0,-12 1,0 1,0 1,0 0,0 1,1 1,-1 0,1 1,0 1,1 1,-1 0,-4 4,-1 0,0 1,0 1,2 0,0 2,0 0,-1 3,13-12,0 0,0 0,1 1,0-1,0 1,1 0,0 1,0-1,1 1,0 0,1 0,-1 0,2 0,-1 0,2 0,-1 0,1 3,5 10,0 0,2 0,0-1,2 0,0-1,1 0,1 0,1-1,1 0,0-1,2-1,3 3,12 19,-8-11,-2 0,0 2,-2 0,-1 1,-1 1,-2 0,-1 1,-2 1,-1-1,1 15,1 173,-11-198</inkml:trace>
  <inkml:trace contextRef="#ctx0" brushRef="#br0" timeOffset="145369.031">22526 12006,'9'-3,"10"0,13-2,12-3,11 1,4-2,2 2,-3 1,-7 2,-7 2,-10 1,-10 0</inkml:trace>
  <inkml:trace contextRef="#ctx0" brushRef="#br0" timeOffset="145623.873">22779 11725,'3'9,"2"10,3 13,1 15,-2 15,-2 13,-4 9,-5 7,-3 2,-2-16</inkml:trace>
  <inkml:trace contextRef="#ctx0" brushRef="#br0" timeOffset="146538.797">23448 12861,'14'0,"15"0,20 0,16 0,14-3,4 0,0 1,-5-1,-12 2,-14 0,-14 0,-14 3,-10 1</inkml:trace>
  <inkml:trace contextRef="#ctx0" brushRef="#br0" timeOffset="147559.231">24932 12901,'2'30,"7"-45,15-58,-20 54,2 0,0 1,1-1,1 2,0-1,2 1,0 0,1 1,7-9,-16 22,1 0,-1 0,1 1,0-1,0 1,0-1,0 1,0 0,1 0,-1 0,0 1,1-1,0 1,-1 0,1 0,0 0,-1 0,1 1,0 0,0-1,0 1,-1 1,1-1,0 1,0-1,-1 1,1 0,0 0,-1 0,1 1,-1 0,1-1,-1 1,1 1,6 7,-1 0,-1 1,0 0,0 0,-1 0,0 1,-1 0,-1 1,0-1,0 1,-2 0,1 0,-2 1,1-1,-2 1,0 2,-8 18,7-34,0 1,-1-1,1 1,0 0,0-1,-1 1,1-1,0 1,-1-1,1 0,0 1,-1-1,1 1,-1-1,1 0,-1 1,1-1,-1 0,1 1,-1-1,1 0,-1 0,1 0,-1 1,0-1,1 0,-1 0,1 0,-1 0,1 0,-1 0,0 0,1 0,-1 0,1-1,-1 1,1 0,-1 0,0 0,1-1,-1 1,1 0,-1 0,1-1,-1 1,1-1,0 1,-1 0,1-1,-1 1,1-1,0 1,-1-1,1 1,0-1,-4-5,2 0,-1-1,0 1,1-1,0 1,1-1,0 0,0 0,0 0,1 1,0-1,0 0,0 0,1 0,0 0,1 1,0-1,0 0,0 1,0-1,1 1,3-4,111-175,-88 135,-2-1,-3-2,-2-1,-2 0,-3-2,-2 0,-3-1,-2 0,-1-11,-6 43,-1 1,0 0,-2-1,-1 1,-1-1,-1 1,-1 0,-6-20,10 42,0 1,0-1,0 1,-1 0,1-1,0 1,-1-1,1 1,-1 0,1-1,-1 1,1 0,-1 0,0-1,0 1,0 0,0 0,0 0,0 0,0 0,0 0,0 0,0 1,0-1,-1 0,1 0,0 1,-1-1,1 1,0 0,-1-1,1 1,-1 0,1 0,0-1,-1 1,1 0,-1 1,1-1,-1 0,1 0,-1 1,-2 4,0 1,0 0,1 1,0-1,0 1,0-1,1 1,0 0,0 0,1 0,0 0,0 0,0 0,1 7,-1-7,0 64,2 0,3 1,3-2,4 1,6 13,-15-73,6 46,3 0,3-1,2-1,2 0,3-1,5 5,-20-48,0 0,1-1,0 0,0 0,2 0,-1-1,1 0,0-1,8 6,6 0</inkml:trace>
  <inkml:trace contextRef="#ctx0" brushRef="#br0" timeOffset="147806.57">25106 12233,'18'0,"27"2,30 3,30 1,-3-1</inkml:trace>
  <inkml:trace contextRef="#ctx0" brushRef="#br0" timeOffset="148961.788">26376 12513,'-127'-7,"94"3,-1 2,0 1,0 1,0 2,0 2,-3 1,28-2,1 0,0 1,0 0,0 0,0 1,1 0,-1 0,1 0,1 1,-1 0,1 1,0-1,0 1,1 1,0-1,0 1,1-1,0 1,0 1,1-1,0 0,1 1,-1 0,2-1,-1 1,1 0,1 0,-1 0,1 0,2 6,-2-11,1 0,-1 0,1 0,1 0,-1 0,0 0,1 0,0-1,0 1,0 0,0-1,1 0,-1 1,1-1,0 0,0 0,0-1,0 1,1-1,-1 1,1-1,-1 0,1 0,0-1,0 1,0-1,0 0,0 0,0 0,0 0,0-1,0 1,0-1,0 0,0-1,1 1,-1-1,0 0,0 0,8-2,0 0,0-1,0 0,-1-1,1-1,-2 0,1 0,0-1,-1 0,0-1,-1 0,0-1,0 0,-1 0,0-1,-1 0,0-1,0 1,-1-1,0 0,-1-1,-1 1,0-1,0 0,-1 0,1-12,-4 14,-3 34,3-12,0 0,0 0,1 0,0 0,1 0,1 0,0-1,1 1,0-1,0 0,1 0,1 0,-1-1,2 0,0 0,0 0,1-1,0 0,0 0,10 6,-15-13,0 0,0-1,0 1,0-1,0 0,1 0,-1 0,1-1,-1 1,0-1,1 0,-1 0,1 0,-1 0,1 0,-1-1,0 0,1 1,-1-1,0-1,0 1,1 0,-1-1,0 1,0-1,-1 0,1 0,0 0,-1-1,1 1,-1-1,1 1,-1-1,0 0,0 0,-1 0,1 0,-1 0,1 0,-1 0,0 0,1-2,4-17,-1 1,0-1,-1 0,-2 0,0 0,-1 0,-2 0,-1-14,3-82,-1 116,0 0,0 0,0 0,0 0,0 0,0 0,0 0,1 0,-1 0,1 0,-1 0,1 0,0 0,0 0,0 1,0-1,0 0,0 1,0-1,1 1,-1-1,1 1,-1-1,1 1,-1 0,1 0,0 0,-1 0,1 0,0 0,0 0,0 1,0-1,0 0,0 1,0 0,13 2,0 1,0 1,-1 0,0 1,0 0,0 2,9 5,4 0,95 56,-116-63,0 0,0 0,0 0,-1 1,0-1,0 2,0-1,-1 0,0 1,0 0,0 0,-1 0,0 0,-1 1,1-1,0 6,1 25,-4-32,-1 0,1 0,1 0,-1 0,1 0,0 0,0 0,1 0,0 0,0-1,0 1,1-1,0 1,0-1,0 0,1 0,-1 0,1-1,0 1,1-1,-1 0,1 0,0 0,1 0,4-1,0 0,0-1,0 0,0-1,0 0,1 0,-1-1,0-1,1 0,-1 0,0-1,0 0,0 0,0-2,0 1,0-1,-1 0,0-1,0 0,0-1,8-6,-9 6,0-1,-1-1,0 1,0-1,0 0,-1 0,0-1,-1 0,0 0,0-1,-1 1,-1-1,1 0,-1 0,-1 0,0 0,0 0,-1-1,0 1,-1-1,0 1,-1 0,0-1,-1 1,0 0,-1-4,2 12,0-1,1 1,-1-1,0 1,0 0,-1 0,1 0,0 0,-1 0,1 0,-1 0,0 0,1 0,-1 0,0 1,0-1,0 1,0 0,0 0,-1-1,1 1,0 0,-1 1,1-1,0 0,-1 1,1-1,-1 1,1 0,-1 0,1 0,-1 0,1 0,-1 1,1-1,0 1,-1-1,1 1,0 0,-1 0,1 0,0 0,0 0,0 1,0-1,0 1,0-1,0 1,0 0,1 0,-1 0,1 0,-1 0,-2 3,1 0,0-1,0 1,1 0,-1 1,1-1,0 0,1 1,-1-1,1 1,0-1,0 1,1 0,0-1,0 1,0 0,0-1,1 1,0 0,1-1,-1 1,1-1,0 1,0-1,0 0,1 0,0 0,0 0,0-1,1 1,0-1,-1 0,2 0,1 2,13 6,0 0,1-1,1-1,0 0,0-2,1-1,0-1,0 0,1-2,-1 0,1-2,0 0,0-2,5-1,-13 3,0-1,1-1,-1-1,0 0,0-1,0 0,0-1,-1-1,1 0,-1-1,0-1,0 0,0-1,-1-1,0 0,-1 0,8-8,-17 13,0 0,-1-1,0 1,0-1,0 1,0-1,-1 0,1 0,-1 0,0 0,0 0,0 0,-1 0,1 0,-1 0,0 0,0 0,-1 0,1 0,-1 0,0 0,0 0,0 0,-1 0,1 0,-1 0,0 1,0-1,0 1,0-1,-1 1,0 0,1 0,-1 0,0 0,0 1,-1-1,1 1,-1 0,1 0,-1 0,0 0,1 0,-1 1,-2-1,-1 1,0-1,-1 2,1-1,0 1,0 0,0 0,0 1,0 0,0 0,0 1,0 0,0 0,0 1,1-1,-1 1,1 1,0-1,0 1,0 0,1 1,-1 0,1-1,-3 5,3-5,1 0,0 1,0-1,0 1,1 0,0 0,0 1,0-1,0 1,1-1,0 1,0 0,1 0,-1 0,1 0,0 0,1 0,0 0,0 0,0 0,0 0,1 0,0 0,1 0,-1 0,1-1,2 6,0-6,1 1,0-1,0-1,0 1,0-1,1 0,-1 0,1 0,0-1,0 0,1 0,-1-1,0 1,1-1,0-1,-1 1,1-1,0-1,0 1,0-1,-1 0,1 0,0-1,0 0,0-1,-1 1,1-1,-1 0,1-1,-1 1,0-1,0-1,0 1,0-1,-1 0,4-3,-2 0,-1-1,0 1,0-1,0 0,-1 0,-1-1,1 1,-2-1,1 0,-1 0,0-1,-1 1,0-1,-1 1,1-1,-2 0,0-4,1 20,0 0,0 0,1 0,-1 0,1 0,1 0,-1 0,1-1,0 0,0 1,1-1,-1 0,1 0,0-1,0 1,1-1,0 0,3 2,107 67,-31-38,-2-6</inkml:trace>
  <inkml:trace contextRef="#ctx0" brushRef="#br0" timeOffset="149300.219">28902 12446,'0'18,"1"0,0 0,1 0,1 0,1 0,0-1,2 0,-1 0,2 0,1-1,0 0,1 0,0-1,1 0,1 0,0-1,2-1,3 4,-14-15,1 1,0 0,-1 0,1-1,0 0,1 1,-1-1,0 0,1-1,-1 1,1 0,-1-1,1 0,0 0,-1 0,1 0,0-1,0 0,0 1,-1-1,1-1,0 1,0 0,0-1,0 0,-1 0,1 0,0 0,-1-1,1 1,-1-1,0 0,1 0,-1 0,0-1,0 1,0-2,6-10,0 0,-1-1,-1 0,-1-1,0 1,-1-1,-1-1,0 1,-1 0,-1-1,-1 0,0 1,-1-5,0 1,0 15,0-1,0 0,0 1,1-1,-1 1,1-1,1 0,-1 1,1 0,0-1,0 1,0 0,1 0,0 0,2-2,8-5</inkml:trace>
  <inkml:trace contextRef="#ctx0" brushRef="#br0" timeOffset="149561.416">29557 12513,'-11'16,"-4"10,0 7,4 3,7 1,10 0,7-2,7-5,5-8,-1-7,-3-6</inkml:trace>
  <inkml:trace contextRef="#ctx0" brushRef="#br0" timeOffset="149724.977">29450 12193,'-16'-9,"-5"1,8 7,15 8,16 7,5 2</inkml:trace>
  <inkml:trace contextRef="#ctx0" brushRef="#br0" timeOffset="149915.468">29812 12446,'-5'18,"-1"11,0 5,1 1,2 1,3 0,7-2,3-5,4-7,1-8,-3-5</inkml:trace>
  <inkml:trace contextRef="#ctx0" brushRef="#br0" timeOffset="150176.77">29745 12099,'-14'-7,"-2"0,4 4,4 2</inkml:trace>
  <inkml:trace contextRef="#ctx0" brushRef="#br0" timeOffset="150421.142">30186 11712,'0'20,"0"23,2 22,1 21,2 16,1 11,-2 4,0-1,-2-7,-1-11,0-13,1-13,1-18,2-15,2-15,0-15,-1-10</inkml:trace>
  <inkml:trace contextRef="#ctx0" brushRef="#br0" timeOffset="150711.35">29971 12326,'225'50,"-137"-35,-39-6,2 0,0 2,-1 2,48 19,-95-31,0-1,0 1,1 0,-1 0,-1 1,1-1,0 1,0-1,0 1,-1 0,1 0,-1 0,1 0,-1 0,0 1,0-1,0 1,0-1,-1 1,1 0,-1 0,1 0,-1 0,0 0,0 0,0 0,-1 0,1 0,-1 0,1 1,-1-1,0 0,-1 0,1 0,0 1,-1-1,0 1,-25 51,-7 29,33-82,0 1,0 0,1-1,-1 1,1 0,-1-1,1 1,0 0,0-1,0 1,0-1,1 1,-1-1,0 0,1 0,0 1,0-1,-1 0,1-1,0 1,1 0,-1 0,0-1,0 1,1-1,-1 0,1 0,-1 0,1 0,0 0,-1 0,1-1,0 0,0 1,3 0,1 0,0 0,0 0,-1-1,1 0,0 0,0-1,-1 0,1 0,0-1,-1 0,0 0,5-2,-7 2,0-1,0 1,0-1,0 0,0-1,0 1,-1-1,1 0,-1 1,0-1,-1-1,1 1,-1 0,1-1,-1 1,-1-1,1 0,0 0,-1 1,0-1,-1 0,1 0,-1 0,0 0,0 0,0 0,0 0,-1-1,-1-2,1 0,-1 1,0 0,0-1,-1 1,0 0,-1 0,1 0,-1 1,0-1,-1 1,0 0,0 0,0 1,-1-1,1 1,-1 0,-2 0,1 1,0 0,0 0,-1 1,0 0,1 1,-1 0,0 0,0 0,-1 1,1 0,0 1,0 0,-6 1,10-1,0 0,0 1,0 0,0 0,0 0,0 0,0 0,0 1,1 0,-1-1,1 2,-1-1,1 0,0 1,0-1,0 1,0 0,0 0,1 0,-1 0,1 1,0-1,0 1,0-1,0 1,1 0,-1-1,1 2,0 0,1 0,0-1,0 1,0-1,1 1,0 0,0-1,0 1,0-1,0 0,1 1,0-1,0 0,0 0,1 0,-1 0,1-1,0 1,0-1,0 1,1-1,-1 0,1 0,-1 0,1-1,1 1,36 26</inkml:trace>
  <inkml:trace contextRef="#ctx0" brushRef="#br0" timeOffset="151603.868">31135 12647,'0'-13,"0"-1,-1 1,-1 0,0-1,0 1,-2 0,1 0,-2 0,0 1,0 0,-7-12,10 22,1 0,0 0,-1 1,1-1,-1 0,1 1,-1-1,0 1,0 0,0 0,0 0,0 0,0 0,0 0,0 0,0 0,0 1,0-1,0 1,-1 0,1 0,0 0,0 0,0 0,-1 0,1 0,0 1,0-1,0 1,0-1,-1 1,1 0,0 0,0 0,-59 48,54-43,1 0,1 1,-1 0,1 0,0 0,1 1,-1 0,2-1,-1 1,1 1,0-1,1 0,0 1,0 0,1-1,0 1,0 0,1 0,1-1,-1 1,2 7,0-12,1-1,-1 1,1-1,-1 0,1 0,0 0,0 0,0-1,0 1,1-1,-1 0,1 0,0 0,-1 0,1-1,0 1,0-1,0 0,0 0,0 0,0-1,1 1,92-4,-89 2,0-1,0 0,0-1,0 0,-1 0,1 0,-1-1,0 0,0-1,0 1,-1-1,0-1,1 1,-2-1,1 0,-1-1,0 1,0-1,-1 0,0 0,2-4,2 70,-7-55,0 0,0 1,1-1,0 0,0 1,0-1,1 0,-1-1,1 1,0 0,0-1,0 1,0-1,1 0,-1 0,1-1,0 1,0-1,0 1,0-1,0-1,1 1,-1 0,0-1,1 0,-1 0,1 0,0-1,-1 0,1 1,-1-2,1 1,0 0,-1-1,1 0,-1 0,1 0,-1-1,0 1,1-1,-1 0,0-1,0 1,2-2,2-7,0 0,-1 0,0-1,-1 0,-1 0,0 0,0-1,-1 1,-1-1,0 0,-1 0,0-1,-1 1,0 0,-1-1,-1-3,3-22,-1 30,-2 4,1 0,-1 0,1 1,1-1,-1 0,1 0,-1 1,1-1,1 0,-1 1,1-1,0 1,0-1,0 1,0 0,1 0,0 0,0 0,0 1,0-1,0 1,1-1,-1 1,1 0,0 1,2-2,7 3,0 0,0 1,-1 1,1 0,0 0,0 1,-1 1,0 0,1 1,-1 1,0-1,-1 2,10 5,-16-9,0 0,-1 0,1 0,-1 0,0 1,1 0,-1 0,-1 0,1 0,0 1,-1-1,1 1,-1 0,0 0,-1 0,1 1,-1-1,0 1,0-1,0 1,0 0,-1-1,1 6,-5 47,1-51,1 0,-1-1,2 1,-1 0,1 0,0 0,0 0,0 0,1 0,0 0,0 0,1-1,0 1,-1 0,2-1,-1 1,1-1,0 0,0 0,0 0,2 2,0-3,-1 0,1-1,0 1,0-1,1 0,-1 0,0-1,1 1,0-1,0 0,-1-1,1 1,0-1,0-1,0 1,0-1,0 0,0 0,0-1,0 1,0-1,0-1,0 1,3-2,0 0,0-1,0 0,0 0,0-1,-1 0,0-1,0 0,0 0,-1-1,0 1,0-2,-1 1,0-1,4-6,-2 0,0-1,-2 1,0-1,-1 0,0 0,-1-1,-1 1,0-1,-1 0,-1-3,0 18,-1 0,1 0,-1 0,1 0,-1-1,0 1,1 0,-1 0,0 0,0 0,0 0,0 0,0 0,0-1,0 1,0 0,0 0,-1 0,1 0,0 0,-1 0,1 0,-1 0,1 0,-1 0,1 0,-1 0,0 0,1 0,-1 1,0-1,0 0,0 0,0 1,0-1,1 0,-1 1,0-1,-1 1,1-1,0 1,0 0,0 0,0-1,0 1,0 0,0 0,0 0,0 0,-1 0,1 0,0 0,0 0,0 1,0-1,0 0,0 1,0-1,0 1,0-1,-1 1,-6 8,1 0,1 0,-1 1,1-1,1 1,0 1,0-1,1 1,1 0,-1 0,2 0,-1 0,2 0,0 0,0 12,0-14,2 1,-1-1,1 0,1 0,-1 1,2-1,-1 0,1-1,1 1,-1-1,2 1,-1-1,1 0,0 0,1-1,-1 0,1 0,1 0,0 0,2 1,7 4,-1-1,1 0,1-2,0 0,0 0,1-2,0 0,0-1,6 1,34 6</inkml:trace>
  <inkml:trace contextRef="#ctx0" brushRef="#br0" timeOffset="152778.53">25213 13783,'-5'-5,"-1"0,1 0,-1 0,0 1,0 0,-1 0,1 1,-1 0,0 0,1 0,-1 1,-1 0,1 0,0 1,0 0,-1 0,1 0,0 1,-1 0,1 1,-1 0,1 0,0 1,0-1,0 1,0 1,-7 3,7-2,-1 1,1 0,0 1,0 0,0 0,1 0,0 1,0 0,1 0,0 1,0-1,1 1,0 0,0 0,0 1,1-1,1 1,0 0,0-1,0 1,1 0,1 0,-1 6,3-10,0 0,0 0,1 0,-1 0,1 0,0 0,1-1,-1 1,1-1,0 0,0 0,0 0,0-1,1 1,0-1,-1 0,1-1,0 1,0-1,1 0,-1 0,0 0,1-1,-1 0,1 0,-1 0,1-1,0 0,-1 0,1 0,0-1,-1 1,1-1,-1-1,1 1,-1-1,0 0,0 0,4-3,-1 0,1-1,-1 0,0-1,-1 0,1 0,-1 0,-1-1,1 0,-2-1,1 1,-1-1,0 0,-1 0,0-1,0 0,-1 1,0-1,-1 0,0 0,-1-1,0 1,0 0,-1 0,-1-1,0 1,0 0,-1 0,0 0,0 0,-2-1,-5-11,9 22,0 0,0 0,0 0,0 0,-1 1,1-1,0 0,0 0,0 0,0 0,0 0,-1 1,1-1,0 0,0 0,0 0,0 0,-1 0,1 0,0 0,0 0,0 0,-1 0,1 0,0 0,0 0,0 0,-1 0,1 0,0 0,0 0,0 0,-1 0,1 0,0 0,0 0,0 0,-1 0,1-1,0 1,0 0,0 0,0 0,-1 0,1 0,0-1,2 13,-1-1,2 1,0-1,0 0,1 0,0 0,1-1,0 1,1-1,0 0,1-1,0 1,0-1,1-1,0 1,0-1,8 5,1 1,1-2,0 1,1-2,0-1,0 0,1-1,0-1,12 2,32 8</inkml:trace>
  <inkml:trace contextRef="#ctx0" brushRef="#br0" timeOffset="153387.902">26028 13249,'12'231,"-35"149,29-366,7-30,-9 9,74-97,-76 101,1 0,0 1,1-1,-1 0,0 1,1 0,-1-1,1 1,0 1,0-1,0 1,0-1,0 1,0 0,0 1,0-1,0 1,0-1,1 1,-1 0,0 1,0-1,0 1,0 0,0 0,0 0,0 1,3 0,-2 2,0 0,0 0,0 0,-1 0,0 1,0 0,0 0,0 0,-1 0,0 0,0 1,0 0,-1-1,0 1,0 0,0 0,-1 0,0 0,0 1,0-1,-1 0,0 0,0 1,-1-1,1 0,-2 0,1 0,0 0,-1 0,0 0,-1 0,1 0,-1-1,0 1,-1-1,1 0,-1 0,0 0,0-1,-1 1,1-1,-1 0,-1 1,2-2,0-1,0 1,0-1,0 0,-1 0,1 0,0-1,-1 0,1 1,-1-2,0 1,1 0,-1-1,0 0,1 0,-1 0,0-1,1 0,-1 1,1-2,-1 1,1 0,-1-1,1 0,0 0,0 0,0-1,0 1,0-1,1 0,-1 0,1 0,-1-1,1 1,0-1,1 0,-1 1,1-1,-1-1,1 1,1 0,-1-1,-1 1,1 0,1-1,-1 1,0-1,1 0,0 1,0-1,1 0,-1 0,1 1,0-1,0 0,0 0,1 0,0 1,0-1,0 0,1 1,-1-1,1 1,0-1,0 1,1 0,-1 0,1 0,0 0,0 0,1 0,10-6,1 0,1 2,0-1,0 2,1 0,0 1,0 0,0 2,1 0,-1 1,13-1,-25 4,10-5,1 2,0 0,0 1,0 1,0 0,0 1,0 1,0 0,0 1,0 1,0 0,0 1,-1 1,0 1,2 1,-12-3,0 1,-1-1,1 1,-1 0,0 1,0-1,-1 1,0 0,0 0,0 0,-1 0,1 0,-2 0,1 1,-1-1,0 1,0-1,0 1,-1 0,0-1,-1 1,1 0,4 47,-3-52,-1-1,0 1,1 0,-1 0,1-1,0 1,0 0,-1-1,1 1,0 0,0-1,0 1,1-1,-1 0,0 1,0-1,1 0,-1 0,1 0,-1 0,1 0,0 0,-1 0,1 0,0-1,-1 1,1-1,0 1,0-1,0 0,-1 0,1 0,0 0,0 0,0 0,0 0,19-2</inkml:trace>
  <inkml:trace contextRef="#ctx0" brushRef="#br0" timeOffset="153640.982">26537 13369,'0'0</inkml:trace>
  <inkml:trace contextRef="#ctx0" brushRef="#br0" timeOffset="155171.849">27218 13543,'-202'-9,"200"8,0 1,0 0,-1 0,1 0,0 0,-1 0,1 0,0 1,-1-1,1 1,0 0,0-1,0 1,0 0,0 0,0 1,0-1,0 0,0 1,0-1,0 1,1-1,-1 1,1 0,-1 0,1 0,0 0,0 0,0 0,0 0,0 0,0 0,0 0,1 1,-1-1,1 0,0 1,-1-1,1 0,0 0,1 1,-1-1,0 0,1 1,-1-1,1 0,-1 0,2 3,7 10,0 0,1-1,1 1,0-2,0 0,2 0,0-1,12 9,-11-9,0 0,-1 0,0 1,-1 1,-1 0,0 1,-1 0,1 3,-9-16,-1 0,0 0,0 0,0 0,0 0,0 0,-1 0,1 0,0 0,-1 0,0 0,1 0,-1 1,0-1,0 0,0 0,-1 0,1 0,0 1,-1-1,0 0,1 0,-1 0,0 0,0 0,0 0,0 0,0-1,-1 1,1 0,0-1,-1 1,1 0,-1-1,0 0,1 1,-1-1,0 0,0 0,0 0,0 0,0 0,0-1,0 1,0-1,0 1,-2-1,2 1,0-1,0 0,1 0,-1 0,0 0,0-1,0 1,1 0,-1-1,0 1,0-1,1 0,-1 1,0-1,1 0,-1 0,1 0,-1 0,1-1,0 1,-1 0,1 0,0-1,0 1,0-1,0 1,0-1,0 1,0-1,1 0,-1 1,0-1,1 0,0 0,-1 0,1 1,0-2,5-71,13 26,2 1,1 1,3 1,2 1,16-19,-6 6,231-380,-262 427,-11 22,-12 30,1 0,2 2,2 0,2 0,2 1,2 1,2-1,2 1,2 0,2 2,1-17,0-1,2 0,2 1,1-2,1 1,1-1,1 0,2-1,1 0,1-1,2 0,0-2,2 0,1 0,11 10,22 6,-50-41,-1 0,0 0,1 0,-1 0,1 0,-1 0,0-1,1 1,-1-1,0 1,0-1,1 1,-1-1,0 0,0 1,0-1,0 0,1 0,-1 0,0 0,-1 0,1 0,0 0,0 0,0 0,-1-1,1 1,0 0,-1 0,1-1,-1 1,0 0,1-1,-1 1,0 0,0-1,0 1,0-1,0 1,0 0,0-1,-1 1,1 0,-1-2,1-18,-2 0,-1-1,-1 1,0 0,-2 0,0 1,-2-1,0 2,-1-1,-1 1,-1 0,-7-9,8 11,-1-1,0 2,-2 0,0 0,0 1,-2 1,1 0,-2 1,0 1,0 0,-1 1,-1 1,0 0,0 2,-1 0,0 1,-9-2,-17 12,45-2,0 0,0 1,0-1,0 0,0 0,0 0,0 0,0 0,1 0,-1 1,0-1,1 0,-1 0,1 0,-1 0,1 0,0 0,-1 0,1 0,0-1,0 1,-1 0,1 0,0-1,0 1,0 0,0-1,0 1,0-1,0 1,0-1,1 1,16 8,0-1,0 0,1-2,0 0,0-1,0-1,1-1,5 0,-17-1,118 13,1-5,0-5,31-7,-146 3,-24 2,-1-1,-1 2,0 0,-1 1,2 0,-1 1,1 1,0 0,0 1,1 0,0 1,0 0,1 1,0 0,1 1,0 0,1 0,0 1,1 1,0-1,1 1,0 1,1-1,1 1,0 0,-1 8,5-19,1 1,-1-1,1 0,-1 1,1-1,0 1,1-1,-1 0,0 1,1-1,0 0,0 1,0-1,0 0,0 0,1 0,0 0,-1 0,1 0,0 0,0-1,1 1,-1-1,0 1,1-1,-1 0,1 0,0 0,0 0,0-1,0 1,0-1,0 1,0-1,1 0,-1-1,0 1,1 0,-1-1,0 0,1 0,-1 0,3 0,1-1,-1-1,1 0,-1 0,1 0,-1 0,0-1,0 0,0-1,0 1,-1-1,1 0,-1-1,0 1,0-1,0 0,-1 0,0-1,0 1,3-6,0-2,0 0,-1-1,0 0,-1 0,-1 0,0 0,-1 0,1-10,-1-58,-6 128,2-24,1 1,2-1,0 0,1 0,1-1,6 17,-9-33,1 1,0-1,0 1,0-1,1 0,-1 0,1 0,1 0,-1-1,1 1,-1-1,1 0,1 0,-1 0,0-1,1 0,0 1,0-1,0-1,0 1,0-1,0 0,1 0,-1-1,1 1,-1-1,1 0,4 0,-3-2,0 1,0-1,0 0,0 0,-1 0,1-1,-1 0,1-1,-1 1,0-1,0-1,0 1,0-1,0 0,-1 0,0-1,0 1,0-1,0 0,-1-1,0 1,0-1,0 1,-1-1,2-6,5-8,-1-2,-1 1,-1-1,-1 0,-1-1,-1 1,-1-6,6-84,-5 0,-7-62,3 154,0 9,0 0,-1 0,0-1,0 1,-1 1,-1-1,0 0,-2-6,4 17,1 0,0-1,-1 1,1 0,0-1,-1 1,1 0,0 0,-1-1,1 1,-1 0,1 0,0 0,-1 0,1 0,-1 0,1 0,-1-1,1 1,0 0,-1 0,1 1,-1-1,1 0,-1 0,1 0,-1 0,1 0,0 0,-1 1,1-1,-1 0,1 0,0 0,-1 1,1-1,0 0,-1 1,1-1,0 0,0 1,-1-1,1 0,0 1,0-1,-1 1,1-1,0 0,0 1,0-1,0 1,0-1,0 1,0-1,0 0,0 1,0-1,0 1,0-1,0 1,0-1,0 1,0-1,0 0,-6 24,1-1,1 1,1 0,1 0,1 0,2 0,2 20,7 41,4-1,4 0,3-2,9 14,-29-92,-1-2,-1-1,1 0,0 0,0 0,0 0,0 0,1 0,-1 0,0 0,0 0,1 0,-1 0,0 0,1 0,-1 0,1 0,-1 0,1 0,0 0,-1 0,1 0,0 0,0-1,-1 1,1 0,0-1,0 1,0-1,0 1,0-1,0 1,0-1,0 1,0-1,0 0,0 0,0 0,1 1,-1-1,53-68,-51 63,1 0,0-1,0 1,1 1,-1-1,1 1,0-1,0 1,1 1,-1-1,1 1,0 0,0 0,0 1,0-1,0 1,0 1,1-1,-1 1,1 0,-1 1,1-1,-1 1,1 1,-1-1,1 1,-1 0,0 1,1-1,5 4,-6-1,0 0,0 1,-1-1,1 2,-1-1,0 0,-1 1,1 0,-1 0,0 0,-1 1,1 0,-2-1,1 1,0 0,-1 0,-1 0,1 1,-1-1,0 0,-1 1,0-1,0 0,-1 6,0-11,0 0,0 0,0 0,0 0,-1 0,1 0,0 0,-1 0,0 0,0-1,1 1,-1-1,0 1,0-1,0 0,0 0,-1 1,1-2,0 1,0 0,-1 0,1-1,0 1,-1-1,1 0,-1 0,1 0,0 0,-1 0,1 0,0 0,-2-1,0 0,-1 1,1-1,0 0,0 0,0-1,0 1,0-1,0 0,0 0,0 0,0-1,1 1,-1-1,1 0,0 0,0 0,-2-3,4 3,-1 0,1 0,0 0,0 0,0 0,0-1,1 1,-1 0,1 0,0-1,0 1,0 0,0-1,1 1,-1 0,1-1,0 1,0 0,0 0,0 0,0 0,1 0,0 0,-1 0,1 0,0 0,3-2,67-61,-58 58,0-1,0 2,0-1,1 2,0 0,0 1,1 1,0 0,-1 1,1 0,0 2,-13 1,0-1,-1 1,1 1,0-1,-1 0,1 1,0-1,-1 1,1 0,-1 0,1 0,-1 0,1 0,-1 1,0-1,0 1,0-1,0 1,0 0,0 0,0 0,0 0,-1 0,1 0,-1 1,1-1,-1 0,0 1,0-1,0 1,0-1,-1 1,1-1,-1 1,1 0,-1-1,0 2,0 53,8 30,-6-85,-1 1,1-1,-1 0,1 0,0 0,0 1,0-2,0 1,0 0,0 0,1-1,-1 1,1-1,-1 0,1 0,-1 1,1-2,0 1,-1 0,1-1,0 1,0-1,0 0,-1 0,1 0,0 0,0 0,0-1,-1 1,1-1,0 0,1 0,22-7</inkml:trace>
  <inkml:trace contextRef="#ctx0" brushRef="#br0" timeOffset="155427.169">28795 13289,'21'9,"17"8,17 2,-1-1</inkml:trace>
  <inkml:trace contextRef="#ctx0" brushRef="#br0" timeOffset="156845.061">29290 13396,'8'0,"0"-1,0 0,-1 0,1-1,-1 0,1 0,-1-1,0 0,0 0,0-1,0 1,0-2,-1 1,0-1,0 0,0 0,-1 0,1-1,-1 0,-1 0,1-1,-1 1,0-1,0 0,-1 0,0 0,0 0,1-8,-2-3,-1 1,0-1,-1 0,-1 0,-1 1,0-1,-1 1,-1 0,-1-1,-1 2,0-1,-5-9,10 24,1-1,-1 0,0 0,0 0,0 1,0-1,0 0,0 1,-1-1,1 1,-1 0,0-1,0 1,0 0,0 0,0 0,0 0,-1 1,1-1,0 1,-1-1,0 1,1 0,-1 0,0 0,1 0,-1 0,0 1,0-1,0 1,0 0,1-1,-1 1,0 1,0-1,0 0,0 1,0 0,1-1,-1 1,0 0,-1 1,-5 7,0 0,1 0,0 0,1 1,0 0,0 1,1-1,1 1,0 0,0 1,1 0,-2 10,-8 25,3 0,2 1,2 0,2 0,2 0,3 1,1-1,6 32,-5-57,1-1,0 1,2 0,1-1,0 0,2-1,1 1,0-1,1-1,2 0,0-1,1 0,1 0,0-2,1 1,2-2,-1 0,2-1,0-1,0-1,19 10,-34-21,1 0,-1 0,1 0,-1-1,1 1,0-1,0 0,-1 0,1 0,0 0,0-1,0 0,0 0,0 0,0 0,0 0,0-1,0 0,0 0,-1 0,1 0,0 0,0-1,-1 0,1 0,-1 0,0 0,0 0,1-1,-1 1,-1-1,1 0,0 0,0-1,5-12,0 0,-1 0,-1 0,0-1,-1 0,-1 0,-1-1,0 1,-1-1,-1-4,13-70,-11 126,-4-12,0 0,1 0,1 0,1 0,4 14,-5-31,0 0,0 0,1 0,-1-1,1 1,0-1,0 1,1-1,-1 0,1 0,0 0,0 0,1 0,-1-1,1 1,0-1,-1 0,1 0,1-1,-1 1,0-1,1 0,-1 0,1 0,0-1,-1 1,1-1,2 0,-1-1,0 1,0-1,1-1,-1 1,0-1,0-1,0 1,0-1,0 0,0 0,-1 0,1-1,-1 0,1 0,-1-1,0 1,0-1,0 0,-1-1,0 1,1-1,-2 0,2-1,6-8,-2 0,0 0,-1-1,0 0,-1-1,-1 0,0 0,-1 0,12-44,-10 70,3 41,-10-45,0 1,0-1,0 1,1-1,0 0,0 1,1-1,0 0,0 0,0 0,1 0,0-1,0 1,0-1,1 1,0-1,0 0,0 0,1-1,-1 1,1-1,0 0,1-1,-1 1,0-1,1 0,0 0,0-1,0 1,9-3,0 1,0-2,0 0,-1-1,1-1,0 0,-1-1,0 0,0-1,0-1,0 0,-1-1,0 0,0-1,-1 0,0-1,-1-1,0 0,0 0,-1-1,0-1,6-10,46-83,46-5,-92 85,-1-1,-2-1,0 0,-2-1,-1 0,-1-1,-1 0,-2 0,-1 0,-1-1,-1 0,-2 0,-1 0,-2-8,1 8,0 1,-2 0,-1 0,-1 1,-4-9,7 26,-1 1,-1 0,0-1,-1 2,0-1,0 0,-1 1,0 0,-1 0,0 1,0 0,-1 0,0 1,0-1,-6-2,10 7,-1 0,0 1,0-1,0 1,0 0,0 1,0-1,0 1,-1 0,1 0,-1 1,1 0,0 0,-1 0,1 0,-1 1,1 0,0 0,-1 0,1 1,0 0,0 0,0 0,0 1,1-1,-1 1,0 1,-6 4,1 0,1 1,0 0,0 0,0 1,1 0,1 0,0 1,0 0,1 0,0 3,-4 11,1 0,1 1,1 0,1 0,2 1,0 0,2 0,1 0,1 0,2 0,0 0,2 0,1-1,5 18,1-6,2 0,1-1,1 0,3-2,1 0,1-1,2 0,1-2,19 20,-32-40,-1-1,2 0,-1 0,2-1,-1-1,1 0,0 0,1-1,0-1,1 0,-1-1,11 3,-19-8,0-1,0 0,0 0,0 0,0 0,0-1,0 0,0 0,0 0,0-1,-1 0,1 0,-1 0,1 0,-1-1,0 1,1-1,-1 0,-1-1,1 1,2-3,64-87,-8-23,-61 141,-2-19,0-1,0 1,1 0,-1-1,1 1,0 0,1 0,0-1,0 1,0 0,0-1,1 1,0-1,0 0,0 1,1-1,0 0,0 0,0-1,0 1,1-1,0 1,3 1,1 0,1-1,0-1,1 0,-1 0,1-1,-1 0,1 0,0-1,0 0,0-1,0-1,1 1,-1-1,0-1,0 0,0 0,0-1,0-1,0 1,-1-2,1 1,-1-1,0-1,0 0,0 0,-1 0,1-1,-2-1,1 1,0-1,53-92,-72 159,11-57,-1 0,0 0,0 1,1-1,0 0,0 1,0-1,0 0,0 0,0 1,1-1,0 0,0 0,0 1,0-1,0 0,0 0,1 0,0 0,-1-1,1 1,0 0,0-1,1 1,-1-1,0 0,1 0,0 0,-1 0,1 0,1 0,7 1,0-1,0 0,1 0,-1-1,0-1,1 0,-1-1,1 0,-1-1,0 0,0 0,0-1,0-1,-1 0,1 0,-1-1,8-5,-7 3,1 0,-1-2,0 1,-1-1,0 0,0-1,-1-1,-1 1,1-1,-2-1,1 1,-2-1,6-12,-12 23,0 1,0 0,0-1,0 1,0-1,0 1,0-1,0 1,0-1,0 1,0 0,0-1,0 1,1-1,-1 1,0 0,0-1,1 1,-1 0,0-1,0 1,1 0,-1-1,0 1,1 0,-1-1,0 1,1 0,-1 0,1 0,-1-1,0 1,1 0,-1 0,1 0,-1 0,1 0,-1 0,1 0,-1 0,0 0,1 0,-1 0,1 0,-1 0,1 0,-1 0,0 1,1-1,-1 0,1 0,-1 0,0 1,1-1,-1 0,0 0,1 1,-1-1,0 0,1 1,-1-1,0 0,1 1,9 31,-8-25,9 38,-7-25,2 1,-1-1,2 0,1-1,1 0,1 2,-9-19,1 1,0 0,0 0,0-1,0 1,0-1,1 0,-1 1,1-1,-1 0,1-1,0 1,0 0,0-1,0 0,0 1,0-1,3 0,11 1</inkml:trace>
  <inkml:trace contextRef="#ctx0" brushRef="#br0" timeOffset="157095.445">31737 13249,'0'0</inkml:trace>
  <inkml:trace contextRef="#ctx0" brushRef="#br0" timeOffset="182764.415">507 14425,'173'-20,"251"11,-182 9,692-25,83 15,1 9,-719 15,763 24,-70-10,-947-25,1009 46,3-46,-436 38,-204-8,967 7,-1191-29,244 12,40-20,458-42,197-15,1064 6,-1652 53,261-4,-48-21,543-29,-695 11,-241 33,-406-7,-2 3,-3-1</inkml:trace>
  <inkml:trace contextRef="#ctx0" brushRef="#br0" timeOffset="183825.47">333 15133,'-16'28,"2"0,0 0,2 1,1 1,1 0,2 1,0 0,3 0,-1 13,5-27,0 0,1 0,1 0,1-1,0 1,1-1,1 1,1-1,3 8,-5-17,0 0,0 0,0 0,1-1,0 1,1-1,-1 0,1-1,0 1,0-1,1 0,0 0,0 0,0-1,0 0,1 0,-1-1,1 0,0 0,0-1,0 1,3-1,-3-1,0 0,1 0,-1-1,1 0,-1 0,0-1,1 0,-1 0,0-1,0 0,1 0,-2-1,1 1,0-2,0 1,-1-1,0 0,0 0,0-1,0 1,-1-1,1-1,-1 1,0-2,5-5,-1-1,0 0,-1 0,-1 0,0-1,-1-1,0 1,-1-1,-1 1,0-2,0-3,-2-4,0 0,-1 0,-1-1,-2 1,0 0,-1 0,-2 0,0 0,-1 1,-2 0,0 0,-1 1,-1 0,-1 0,-11-15,20 33,0-1,0 0,0 1,0-1,-1 1,1 0,-1 0,0 0,0 0,0 0,0 1,-1-1,1 1,-1 0,1 0,-1 0,0 1,0-1,0 1,0 0,0 0,0 0,0 0,0 1,0 0,0 0,-3 0,2 3,0-1,1 2,-1-1,1 0,-1 1,1 0,0 0,0 0,1 1,-1-1,1 1,0 0,0 0,1 0,-2 4,-9 20,2 0,1 1,1 0,2 1,1 0,1 0,2 0,1 0,2 30,1-41,0 0,2-1,0 1,1-1,1 0,8 19,12 16</inkml:trace>
  <inkml:trace contextRef="#ctx0" brushRef="#br0" timeOffset="184307.525">855 14987,'-15'68,"3"0,-3 61,10-79,-15 242,24-235,-4-57,0 0,1 1,-1-1,0 0,1 0,-1 0,0 1,1-1,-1 0,0 0,1 0,-1 0,0 0,1 0,-1 0,0 0,1 0,-1 0,0 0,1 0,-1 0,0 0,1 0,-1 0,0 0,1 0,-1 0,0-1,1 1,-1 0,0 0,1 0,-1-1,0 1,0 0,1 0,-1-1,0 1,0 0,1 0,-1-1,0 1,0 0,0-1,0 1,0 0,1-1,-1 1,0 0,0-1,0 1,0-1,0 1,0 0,0-1,0 1,0 0,0-1,-1 1,2-1,31-75,-29 63,1 1,1-1,0 1,1 0,0 0,1 0,0 1,1 0,0 1,1-1,0 2,0-1,3 0,-10 8,1 1,-1-1,1 1,-1 0,1 0,0 0,-1 0,1 0,0 1,0-1,0 1,0-1,0 1,0 0,-1 0,1 1,0-1,0 1,0-1,0 1,-1 0,1 0,0 0,-1 0,1 1,-1-1,1 1,-1-1,1 1,-1 0,1 2,4 2,-1 1,0 0,0 0,-1 0,0 1,-1-1,1 1,-2 1,4 6,-4-9,1 1,-1 0,-1 1,1-1,-1 0,0 1,-1-1,0 1,0 0,0-1,-1 1,0 0,-1-1,0 1,0 0,0-1,-1 1,-1-1,1 0,-1 0,0 1,0-2,-1 1,0 0,0-1,-1 0,0 0,0 0,0 0,-1-1,0 0,-3 2,-1-2,0-1,-1 0,1-1,-1 0,1 0,-1-2,0 1,0-1,0-1,1 0,-1 0,0-1,0 0,0-1,0 0,-4-3,15 5,-1 0,1 0,-1 0,1 0,0 0,-1 0,1 0,0 0,-1 0,1 0,0 0,-1 0,1 0,0-1,-1 1,1 0,0 0,-1 0,1-1,0 1,-1 0,1 0,0-1,0 1,0 0,-1-1,1 1,0 0,0-1,0 1,0 0,-1-1,1 1,0 0,0-1,0 1,0-1,0 1,0 0,0-1,0 1,0 0,0-1,0 1,0 0,0-1,1 1,-1-1,0 1,0 0,0 0,0-1,1 1,-1 0,0-1,1 1,8-8</inkml:trace>
  <inkml:trace contextRef="#ctx0" brushRef="#br0" timeOffset="184697.508">1684 15281,'-18'1,"1"1,0 0,0 1,1 1,-1 1,1 0,0 1,0 1,0 0,1 2,0-1,1 2,0 0,-11 10,15-13,0 0,0 0,1 1,0 1,0-1,1 2,0-1,0 1,0 2,7-11,0 0,1 0,-1 0,1 0,-1 0,1 1,-1-1,1 0,0 0,-1 0,1 0,0 1,0-1,0 0,0 0,0 1,0-1,0 0,0 0,1 0,-1 0,0 1,1-1,-1 0,1 0,-1 0,1 0,-1 0,1 0,0 0,0 0,-1 0,1 0,0 0,0-1,0 1,0 0,0-1,1 2,49 11,48-9,-74-5,-1 2,1 0,0 2,-1 0,0 2,0 1,1 1,-21-6,0 0,0 0,0 1,-1-1,1 1,-1 0,1 0,-1 0,0 1,1-1,-1 1,-1 0,1 0,0 0,-1 0,1 0,-1 0,0 1,0-1,0 1,-1-1,1 1,-1 0,0 0,0 0,0 0,0 0,-1 0,0 0,1 0,-2 1,-3 7,0-1,-2 0,1 0,-1-1,-1 0,0 0,0 0,-1-1,0 0,-1 0,0-1,0 0,-1 0,0-1,0-1,-1 0,-117 60,67-43</inkml:trace>
  <inkml:trace contextRef="#ctx0" brushRef="#br0" timeOffset="185088.504">0 16230,'3'-3,"1"1,-1 0,0 0,1 0,0 1,-1-1,1 1,0 0,0 0,0 0,0 0,0 1,0-1,0 1,1 0,6-1,405-9,321-34,224-3,-913 46,0 3,0 2,17 5,-20 5,-41-10,-6-2</inkml:trace>
  <inkml:trace contextRef="#ctx0" brushRef="#br0" timeOffset="185425.603">2967 15521,'-4'59,"5"-57,-1-1,0 0,0 0,0 1,0-1,1 0,-1 0,1 1,-1-1,1 0,-1 0,1 0,0 0,-1 0,1 0,0 0,0 0,0 0,0 0,0 0,0 0,0 0,0-1,0 1,0-1,1 1,-1-1,0 1,0-1,1 1,-1-1,0 0,0 0,1 0,-1 0,0 0,1 0,-1 0,0 0,0 0,1-1,-1 1,0 0,1-1,0-1,0 1,0 0,0 0,0-1,-1 1,1-1,-1 0,1 1,-1-1,0 0,1 0,-1 0,0 0,0 0,-1 0,1 0,0 0,-1 0,1-1,-1 1,1 0,-1 0,0-1,0 1,0 0,-1 0,1 0,0-1,-1 1,1 0,-1 0,0 0,0 0,0 0,0 0,0 0,0 0,0 0,-1 0,1 1,-1-1,1 0,-1 1,0-1,1 1,-1 0,0 0,0-1,-1 1,0 1,0-1,0 1,0 0,0 0,0 0,0 0,0 0,0 0,0 1,0-1,1 1,-1 0,0 0,0 0,1 1,-1-1,0 0,1 1,-1 0,1-1,0 1,0 0,-1 0,1 1,1-1,-1 0,0 1,0-1,1 1,0-1,-1 1,1 0,0 0,0-1,1 1,-1 0,0 1,-9 25</inkml:trace>
  <inkml:trace contextRef="#ctx0" brushRef="#br0" timeOffset="185674.419">3088 15949,'4'1,"0"-1,0 1,0-1,0 1,0-1,0-1,0 1,0 0,0-1,-1 0,1 0,0 0,0 0,-1-1,1 1,0-1,-1 0,0 0,1-1,-1 1,0 0,0-1,0 0,-1 0,1 0,-1 0,1 0,-1-1,0 1,0 0,-1-1,1 0,-1 1,1-1,-1 0,-1 0,1 0,0 0,-1 0,0 0,0 0,0 1,0-1,-1 0,1 0,-1 0,0 0,-1-2,0 3,0-1,0 1,0 0,0 0,0 0,-1 0,1 1,-1-1,0 1,0 0,0-1,0 1,0 0,-1 1,1-1,0 1,-1-1,0 1,1 0,-1 0,1 1,-1-1,0 1,0-1,1 1,-1 1,0-1,0 0,1 1,-1 0,0 0,1 0,-1 0,1 0,-1 1,1 0,0-1,0 1,0 1,0-1,0 0,-1 2,1-1,-1 1,2-1,-1 1,0 0,1 0,0 0,-1 0,2 0,-1 1,0-1,1 1,0-1,0 1,0-1,1 1,-1 0,1-1,0 1,1 0,-1-1,1 1,0-1,0 1,0-1,1 1,-1-1,1 1,0-1,1 0,-1 0,1 0,-1-1,1 1,0 0,1-1,2 3,25 16</inkml:trace>
  <inkml:trace contextRef="#ctx0" brushRef="#br0" timeOffset="186827.608">4986 15214,'-18'-11,"-1"2,0 0,-1 0,0 2,0 0,-1 2,1 0,-1 1,0 2,0 0,-1 1,1 1,-7 1,13 0,0 1,0 0,0 1,0 1,0 0,1 1,0 1,0 0,0 1,1 0,0 1,1 1,-1 0,2 1,-1 0,1 0,1 1,-8 11,14-16,-1-1,1 2,0-1,0 0,1 1,0 0,0 0,1 0,-1 0,2 0,-1 0,1 1,0-1,0 1,1-1,0 0,1 1,-1-1,1 1,1-1,0 0,0 0,0 0,0 0,1 0,1 0,0 1,10 8,1 0,0-2,1 0,0 0,1-2,1 0,0 0,1-2,0-1,0 0,1-1,3 0,23 12,-34-15,14 6,0 1,0 1,-2 1,0 1,0 1,-1 1,5 7,-25-22,0 0,-1 0,1 1,-1-1,0 1,0 0,0-1,0 1,0 0,0 0,-1 0,1 0,-1 0,0 1,0-1,0 0,0 1,-1-1,0 1,1-1,-1 0,0 1,-1-1,1 1,0-1,-1 0,0 1,0-1,0 0,0 0,-1 1,1-1,-1 0,0 0,1-1,-1 1,-1 0,1 0,0-1,-1 1,-9 4,-1 0,0 0,0-2,0 1,-1-2,1 0,-1 0,0-1,0-1,-1 0,1-1,0-1,-1 0,1-1,0-1,-6-1,-46-16,65 18,0 1,1-1,-1 0,0 0,1 0,-1 0,1 0,-1 0,1 0,0 0,-1 0,1 0,0 0,0 0,0 0,0 0,0 0,0-1,0 1,0 0,0 0,0 0,0 0,1 0,-1 0,0 0,1 0,-1 0,1 0,-1 0,1 0,0 0,-1 1,1-1,0 0,0 0,-1 0,1 1,0-1,0 1,0-1,0 0,0 1,0 0,0-1,0 1,0 0,0-1,0 1,0 0,0 0,0 0,0 0,1 0,-1 0,0 0,42-15,-1 3,2 1,23-2,-13 2,233-51,-279 60,-2 1,-1 0,1-1,0 1,0-1,-1 0,1-1,-1 0,0 1,1-2,-1 1,-1 0,1-1,0 0,-1 0,0-1,1 0,-5 2,0 0,0 1,-1-1,1 0,-1 0,1 0,-1 1,0-1,0 0,0 1,0-1,-1 0,1 1,-1 0,1-1,-1 1,0 0,0 0,0 0,0 0,0 0,-1 0,1 1,0-1,-1 1,1 0,-1-1,0 1,1 0,-1 1,0-1,0 0,0-1,0 0,0 0,-1 0,1 0,-1 1,1-1,-1 1,1 0,-1 0,0 0,0 1,1-1,-1 1,0 0,0 0,0 0,1 1,-1-1,0 1,0 0,1 0,-1 0,0 1,1-1,-1 1,1 0,0 0,0 0,0 0,0 0,0 1,0-1,0 1,1 0,-1 0,0 2,0 3,0 0,1 0,0 1,0-1,1 0,0 1,0-1,1 1,0-1,1 1,0-1,0 1,1-1,0 0,0 0,1 1,0-2,0 1,1 0,0-1,0 1,1-1,0 0,1-1,-1 1,1-1,0 0,1-1,-1 1,1-1,0-1,0 1,1-1,5 2,-3-2,1-1,-1 0,0 0,1-2,0 1,-1-1,1-1,0 1,-1-2,1 0,0 0,-1-1,1 0,-1-1,0 0,1-1,-1 0,-1 0,1-1,-1 0,0-1,0 0,0-1,-1 1,0-2,0 1,-1-1,0 0,-1-1,1 1,-2-1,1-1,-1 1,0-1,-1 0,-1 0,1 0,1-9,6-115,1 180,39 210,-12 3,-3 102,-34-146,-8-187,6-28,-1 0,1 0,-1 1,1-1,0 0,-1 0,1 0,-1 0,1 0,-1 0,1 0,-1 0,1 0,-1 0,1 0,-1 0,1 0,-1 0,1-1,-1 1,1 0,-1 0,1 0,0-1,-1 1,1 0,-1-1,1 1,0 0,-1-1,1 1,0 0,0-1,-1 1,1-1,0 1,0-1,-1 1,1 0,0-1,0 1,0-1,0 1,0-1,0 1,0-1,0 1,0-1,0 1,0-1,0 1,0-1,0 1,0-1,0 1,1-1,-1 1,-11-48,2 0,3 0,1-1,2-3,2 26,-12-525,13 522,0 4,0 0,2 0,0 0,2 1,1-1,1-1,-6 24,1 0,-1-1,1 1,0 0,0 0,0-1,0 1,0 0,0 0,0 0,1 0,-1 0,1 1,0-1,-1 0,1 1,0-1,0 1,0 0,0-1,0 1,0 0,0 0,0 0,1 1,-1-1,0 0,1 1,-1 0,0-1,1 1,-1 0,0 0,1 0,-1 1,0-1,1 1,-1-1,0 1,1 0,-1-1,0 1,0 0,0 1,0-1,1 1,13 8,0 1,-1 0,0 1,-1 0,0 2,-1-1,-1 2,7 9,-17-23,-1 0,1 1,-1-1,1 0,-1 1,0-1,1 1,-1-1,0 1,0 0,0-1,-1 1,1 0,0 0,0 0,-1 0,1-1,-1 1,0 0,0 0,0 0,0 0,0 0,0 0,0 0,0 0,-1 0,1 0,-1 0,1 0,-1-1,0 1,0 0,0 0,0-1,0 1,0-1,-1 1,-2 1,-1 0,-1 0,1 0,0-1,0 0,-1 0,1 0,-1-1,0 0,0 0,1 0,-1-1,-3 0,-1-1</inkml:trace>
  <inkml:trace contextRef="#ctx0" brushRef="#br0" timeOffset="188343.162">6363 15749,'-29'-11,"-1"1,-1 2,1 1,-1 1,-1 2,-18 0,44 3,0 0,-1 0,0 0,1 1,-1 0,1 0,-1 1,1 0,-1 0,1 0,0 1,-1 0,1 0,0 0,0 1,0 0,1 0,-1 1,1 0,-1 0,1 0,0 0,1 1,-1 0,1 0,0 0,0 0,1 1,0 0,-1-1,2 1,-1 0,1 2,0-5,1 0,0 1,0-1,1 1,-1-1,1 1,-1-1,1 1,0-1,1 1,-1 0,1-1,-1 1,1-1,0 1,0-1,1 0,-1 1,1-1,-1 0,1 0,0 0,0 0,0 0,1-1,-1 1,1-1,0 1,-1-1,1 0,0 0,0 0,0 0,1-1,-1 1,0-1,3 1,5-2,0 0,0-1,0 0,0 0,0-2,0 1,-1-1,1-1,-1 1,0-2,0 0,0 0,0-1,-1 0,0 0,-1-1,1 0,-1-1,0 0,44-51,-52 59,1 0,0 0,0 0,0 0,0 0,0 0,0 0,0 0,0 0,-1 0,1 0,0 0,0 1,0-1,0 0,0 1,-1-1,1 1,0-1,0 1,-1-1,1 1,0 0,-1-1,1 1,0 0,-1-1,1 1,-1 0,1 0,-1-1,0 1,1 0,-1 0,0 0,0 0,1 0,-1 0,0-1,0 1,0 0,0 0,0 0,0 0,0 0,0 0,-1 0,1 0,0-1,-1 1,1 0,-1 1,3 7,0 0,-1 0,1 0,1-1,0 1,0-1,1 1,0-1,0 0,1 0,0-1,0 1,1-1,0 0,0 0,0-1,1 0,0 0,1-1,-1 0,1 0,0-1,0 0,0 0,1 0,-1-1,1-1,0 0,0 0,6 0,-10-2,1 0,-1 0,1-1,-1 0,1 0,-1-1,0 1,1-1,-1 0,0-1,0 1,-1-1,1 0,0 0,-1-1,0 1,0-1,0 0,0 0,-1 0,1-1,-1 1,0-1,0 0,-1 0,0 0,1 0,-2 0,3-5,0-7,0 1,-1-1,0 1,-2-1,0 0,0 0,-2 0,0 0,-2-3,0-1,43 52,-21-18,0-1,1-1,1-1,0-1,0-1,0-1,1 0,14 1,61 21,-93-28,0 0,0 1,0-1,-1 1,1 0,0 0,-1 0,1 0,-1 1,0-1,0 1,0 0,0 0,0 0,-1 0,1 1,-1-1,0 1,0-1,0 1,-1 0,1 0,-1 0,0-1,0 2,0-1,0 0,-1 0,0 0,0 0,0 0,0 1,-25 93,25-97,0 1,-1-1,1 1,1-1,-1 1,0 0,0-1,0 1,1-1,-1 1,1-1,0 1,-1-1,1 1,0-1,0 0,-1 1,1-1,0 0,1 0,-1 0,0 0,0 0,0 0,1 0,-1 0,0 0,1 0,-1-1,1 1,-1-1,1 1,-1-1,1 1,59 5,-5-10,0-3,0-3,0-2,31-12,-79 22,80-21,-1-4,73-33,-154 57,1 1,1-1,-1 0,0-1,0 0,0 0,-1 0,1-1,-1 0,0 0,0 0,-1-1,0 0,0 0,4-7,-8 12,-1-1,1 1,-1-1,0 1,0-1,1 1,-1-1,0 1,0-1,0 1,-1-1,1 1,0-1,-1 1,1-1,0 1,-1-1,0 1,1-1,-1 1,0 0,0-1,0 1,0 0,0 0,0 0,0 0,0 0,0 0,-1 0,1 0,0 0,-2 0,-49-19,42 18,0 0,1 0,-1 1,0 0,0 1,0 0,1 1,-1 0,0 0,0 1,1 0,-1 1,1 0,0 0,0 1,0 1,0-1,1 1,0 1,0 0,0 0,1 0,-1 1,2 0,-1 0,1 1,0 0,0 0,1 0,1 1,-1 0,1 0,-2 7,5-14,0 0,0 0,1 0,-1 1,1-1,-1 0,1 0,0 1,0-1,0 0,0 0,0 1,1-1,-1 0,1 0,-1 1,1-1,0 0,0 0,0 0,0 0,0 0,0 0,1 0,-1-1,1 1,-1 0,1-1,-1 1,1-1,0 1,0-1,0 0,0 0,0 0,0 0,0 0,0 0,0-1,1 1,-1-1,0 1,0-1,1 0,-1 0,0 0,0 0,2 0,10-3,0 0,0 0,0-2,-1 0,0 0,0-1,0-1,-1 0,0-1,0 0,-1 0,0-2,0 1,-1-1,0-1,-1 0,6-9,-13 17,-2 2,1 0,-1 1,0-1,0 0,0 0,1 1,-1-1,0 0,1 0,-1 1,0-1,1 0,-1 1,1-1,-1 0,1 1,-1-1,1 1,0-1,-1 1,1-1,0 1,-1 0,1-1,0 1,0 0,-1-1,1 1,0 0,0 0,-1 0,1 0,0 0,0 0,0 0,-1 0,1 0,0 0,0 0,0 0,-1 1,1-1,0 0,0 0,0 1,19 108,-17-102,0-1,0 1,1-1,0 0,1 0,-1-1,1 1,0-1,1 0,-1 0,1 0,5 2,-8-5,0 0,0 0,0 0,0-1,0 1,1-1,-1 0,1 0,-1 0,1-1,-1 1,1-1,-1 0,1 0,-1 0,1 0,-1 0,1-1,-1 0,1 0,-1 0,1 0,-1 0,0-1,0 1,3-3,-1-1,-1-1,1 0,-2 0,1-1,-1 1,0-1,0 1,-1-1,0 0,0 0,0 0,-1 0,0 0,-1-1,1 1,-1 0,-1 0,1 0,-1-1,-2-2,-14-95,17 104,-1-1,1 0,0 0,0 0,0 1,0-1,0 0,0 0,0 0,1 1,-1-1,1 0,-1 1,1-1,0 0,0 1,-1-1,1 0,0 1,0 0,1-1,-1 1,0 0,0-1,1 1,-1 0,1 0,-1 0,1 0,-1 0,1 0,0 1,-1-1,1 0,0 1,-1 0,1-1,0 1,0 0,0 0,-1 0,1 0,0 0,0 0,0 0,-1 1,2-1,32 2,0 1,-1 2,1 1,-1 2,0 1,0 1,11 7,-38-14,0-1,0 1,0 0,0 1,-1 0,0 0,0 0,0 0,0 1,-1 0,0 1,0-1,0 1,0 0,-1 0,0 0,0 1,-1-1,0 1,0 0,-1 0,1 0,-2 0,1 0,0 6,-8 118,6-129,0 1,0-1,1 0,0 1,-1-1,1 1,0-1,0 0,0 0,0 0,1 1,-1-1,0 0,1-1,0 1,-1 0,1 0,0-1,0 1,0-1,0 1,0-1,0 0,0 0,1 0,-1 0,0 0,1-1,-1 1,1-1,75 3,-55-6,-1 0,0-2,0-1,0 0,-1-2,0 0,0-2,-1 0,0-1,-1-1,-1-1,0-1,0 0,-1-1,1-3,-14 14,0 0,0 0,0-1,-1 1,1-1,-1 0,0 0,0 0,-1-1,0 1,0-1,0 1,0-1,-1 0,0 1,0-1,-1 0,1 0,-1 0,-1 0,1 1,-1-1,0 0,0 0,-1 1,0-1,0 1,0-1,0 1,-1 0,0 0,0 0,0 0,-1 0,0 1,0-1,0 1,0 0,-1 1,-3-4,4 5,1 0,-1 0,0 0,0 1,0-1,0 1,0 0,0 0,0 0,-1 1,1-1,0 1,0 0,0 1,-1-1,1 1,0-1,0 1,0 0,0 1,0-1,0 1,0 0,1 0,-1 0,0 0,1 1,0-1,0 1,-1 0,2 0,-1 0,0 0,0 1,1-1,0 1,0-1,0 1,0 0,0 0,0 2,0 1,0-1,0 0,1 1,0 0,0-1,1 1,0 0,0-1,0 1,1 0,0-1,1 1,-1-1,1 1,0-1,1 0,-1 1,1-1,0-1,1 1,0 0,0-1,3 4,3 2,0-1,0 0,1-1,1 0,-1 0,1-2,1 1,-1-2,1 1,1-2,3 2,27 4,0-1,0-2,1-2,0-2,0-2,0-2,45-6,8-3</inkml:trace>
  <inkml:trace contextRef="#ctx0" brushRef="#br0" timeOffset="188693.362">9799 15923,'-19'-9,"0"1,-1 1,0 1,0 1,0 0,-1 2,1 0,-19 1,-67 8,102-6,1 1,-1 0,0 0,1 0,-1 1,1-1,0 1,-1 0,1 0,0 0,0 1,0-1,0 1,0-1,1 1,-1 0,1 0,0 0,0 0,0 0,0 1,1-1,-1 1,1-1,0 1,-1 1,2-1,-1-1,1 0,0 1,0-1,1 1,-1-1,1 0,-1 1,1-1,0 0,0 0,1 1,-1-1,0 0,1 0,0 0,0-1,0 1,0 0,0-1,1 1,-1-1,1 0,0 0,-1 0,1 0,0 0,0-1,1 1,4 2,-1 0,2-1,-1 0,0-1,1 0,-1 0,1 0,-1-1,1-1,0 1,0-2,3 0,0 0,-1-2,1 1,-1-2,0 1,0-1,0-1,0 0,-1-1,0 0,0 0,0-1,-1 0,0-1,-1 0,1-1,0-2,7-20,-19 28,-4 18,5-10,0 0,1 0,0 1,0-1,1 0,-1 1,1-1,0 1,1-1,-1 0,1 1,0-1,0 0,1 0,-1 0,1 0,0 0,1 0,-1 0,1-1,0 1,0-1,1 1,-1-1,1-1,0 1,0 0,0-1,0 0,1 0,-1 0,1 0,0-1,2 1,21 7,0-2,1-1,-1-2,2 0,-1-2,0-1,1-2,15-1,64-1</inkml:trace>
  <inkml:trace contextRef="#ctx0" brushRef="#br0" timeOffset="189354.727">12111 15936,'-24'-6,"-4"-1,0 2,-1 0,1 2,-1 1,-3 1,25 1,0 0,0 1,0 0,0 0,1 1,-1 0,0 0,1 0,-1 1,1 0,0 0,0 1,0 0,0 0,1 0,-1 0,1 1,0 0,0 0,1 1,0-1,0 1,-1 2,-20 67,25-72,-1-1,1 1,0-1,0 0,0 1,0-1,0 1,0-1,1 1,-1-1,1 0,0 1,0-1,0 0,0 0,0 1,0-1,0 0,1 0,-1 0,1 0,-1-1,1 1,0 0,0-1,0 1,0-1,0 1,0-1,2 1,3-2,0 0,0-1,0 0,0 0,0-1,0 1,0-1,-1-1,1 1,-1-1,1-1,-1 1,0-1,0 0,-1 0,1-1,-1 1,0-1,0-1,0 1,-1-1,0 0,14-16,-2 0,0-2,-2 0,0 0,-2-1,-1-1,-1 0,-1 0,-1-1,-1 0,-2-1,-1 1,-1-1,-1 0,-1 0,-2 0,-1 0,-2-4,4 17,-1 1,-1-1,0 1,-1 0,-1 0,0 0,-1 0,-1 1,-4-10,10 22,-1 0,1-1,-1 1,1 0,-1 0,0 0,1-1,-1 1,0 0,0 0,0 0,0 0,0 0,0 1,0-1,0 0,0 0,0 1,0-1,-1 1,1-1,0 1,0-1,-1 1,1 0,0-1,-1 1,1 0,0 0,-1 0,1 0,0 0,-1 0,1 1,0-1,0 0,-1 1,1-1,0 1,0-1,-1 1,1 0,0-1,0 1,0 0,0 0,0 0,0 0,0 0,0 0,1 0,-1 0,0 0,0 0,-5 11,1 0,-1 0,2 1,0-1,0 1,1 0,1 0,0 0,1 0,0 5,1-12,-4 20,1 0,2 0,0 0,2 1,1-1,1 0,1 0,1-1,1 1,2-1,0-1,2 1,1-1,7 11,-12-27,0-1,1 1,0-1,1 0,-1 0,1-1,1 0,-1-1,1 0,0 0,0-1,0 0,1 0,-1-1,1-1,0 1,0-2,0 1,0-1,0-1,0 0,1 0,-1-1,0 0,0-1,0 0,-1-1,1 0,0 0,-1-1,0 0,0-1,1 0,1-2,0 0,0-1,-1 0,0-1,-1 0,0-1,0 0,-1 0,0 0,-1-1,0-1,0 1,-2-1,1 0,-2 0,1-1,-2 1,0-1,0 0,0-5,0 142,-2-119,0 0,0 1,1-1,0 0,0 0,0 0,1 0,-1 0,1 0,0-1,0 0,1 1,-1-1,1 0,0 0,0-1,1 1,-1-1,1 0,-1 0,4 0,17 7</inkml:trace>
  <inkml:trace contextRef="#ctx0" brushRef="#br0" timeOffset="190142.46">12379 15508,'53'7,"-1"3,0 2,0 1,-1 4,42 19,-82-31,-1 1,1 0,-1 1,0 0,0 0,-1 1,0 0,0 1,-1 0,0 0,-1 1,0 0,0 0,-1 1,-1 0,0 0,0 0,-1 1,0-1,-1 1,1 10,4 120,-8-140,1 0,-1 0,0 0,1 0,-1 0,1 0,0 0,0 0,0-1,0 1,0 0,0-1,0 1,0-1,1 1,-1-1,0 1,1-1,0 0,-1 0,1 0,0 0,-1 0,1 0,0 0,0-1,0 1,0 0,0-1,0 0,-1 1,1-1,0 0,0 0,0 0,0 0,0-1,0 1,0 0,0-1,1 0,10-3,-1-1,0 0,0 0,0-2,0 1,-1-2,0 1,-1-1,0-1,0 0,-1 0,0-1,0-1,-1 1,-1-1,0 0,0-1,-1 0,-1 0,2-3,4-26,-2 100,-8-45,2 0,-1-1,2 0,-1 1,2-1,0-1,0 1,1-1,1 0,0 0,1 0,0-1,1-1,0 1,0-1,1-1,1 0,-1 0,1-1,1 0,0-1,0-1,0 1,6 0,-8-4,0 0,1-1,-1 0,1-1,0 0,-1 0,1-1,-1-1,1 0,0 0,-1-1,0-1,1 1,-1-2,0 1,0-1,-1-1,1 0,-1 0,0-1,0 0,-1-1,0 0,0 0,6-8,6-12,-1 0,-2-2,0 0,-2-1,-2 0,0-1,-2 0,-2-1,-1-1,-1 0,-1-4,6-13,116-523,-115 454,-13 120,0-1,-1 1,1-1,-1 0,1 1,0-1,-1 0,1 1,-1-1,1 0,-1 0,1 1,-1-1,1 0,-1 0,0 0,1 0,-1 0,1 0,-1 0,1 0,-1 0,1 0,-1 0,1 0,-1 0,0 0,1 0,-1-1,1 1,-1 0,1 0,-1-1,1 1,0 0,-1-1,1 1,-1 0,1-1,0 1,-1-1,1 1,0-1,-1 1,1-1,0 1,0-1,-1 1,1-1,0 1,0-1,0 1,0-1,0 1,0-1,0 1,0-1,0 0,0 1,0-1,0 1,0-1,0 0,-48 97,24-28,2 1,4 0,2 2,4 0,3 0,3 1,3 66,4-106,1 0,2 0,1 0,1 0,2-1,11 28,-14-44,2 0,0-1,1 1,0-1,1-1,0 0,1 0,1-1,0 0,1-1,0 0,0-1,1 0,9 4,-13-8,1 0,-1-1,1 0,1-1,-1 0,1-1,-1 0,1 0,0-1,0-1,0 1,0-2,1 0,-1 0,0-1,0 0,0-1,0-1,3 0,21-15</inkml:trace>
  <inkml:trace contextRef="#ctx0" brushRef="#br0" timeOffset="190389.895">13475 15401,'21'2,"27"4,25-1,26 3,21-1,-10-1</inkml:trace>
  <inkml:trace contextRef="#ctx0" brushRef="#br0" timeOffset="190907.569">14304 16137,'12'-32,"-1"0,-1 0,-2-1,-2 0,-1-1,-1 1,-3 17,0 0,-1 0,-1 0,0 0,-2 0,1 1,-2-1,0 1,-1 0,0 0,-2 0,1 1,-7-9,-22-18,57 53,1-1,0-1,1-1,0-1,0-1,1-1,0-1,25 2,-26-3,15 1,-24-3,1-1,-1 2,0 0,0 1,0 0,-1 1,1 1,-1 1,7 4,-17-8,-1 1,0 0,0 1,0-1,-1 0,0 1,1-1,-1 1,-1 0,1-1,-1 1,0 0,0 0,0 0,-1 0,0 0,0 0,0 0,0 0,-1 0,0 0,0 0,0 0,-1 0,0 0,1-1,-2 1,1 0,0-1,-1 0,0 0,-11 36,13-38,0 0,0 0,0 0,0 0,0 0,0 0,0 1,1-1,-1 0,1 0,0 1,0-1,0 0,0 0,0 1,0-1,0 0,1 1,-1-1,1 0,0 0,0 0,-1 0,1 1,1-1,-1 0,0-1,0 1,1 0,-1 0,1 0,0-1,-1 1,1-1,0 0,0 1,0-1,0 0,0 0,0 0,0 0,0 0,1-1,-1 1,1-1,6 1,0-1,-1 0,1 0,0-1,0-1,0 1,0-2,-1 1,1-1,-1 0,0-1,0 0,0 0,0 0,-1-1,1-1,0-1,8-5,-1-2,-1 0,0-1,-1 0,0-1,-1-1,0-3,-4 10,-1-1,-1-1,0 1,-1-1,0 0,0-1,-1 1,-1-1,1-10,-3 23,-1-1,0 1,0-1,0 1,0-1,1 0,-1 1,0-1,0 1,0-1,0 1,0-1,0 1,0-1,0 1,-1-1,1 1,0-1,0 1,0-1,-1 1,1-1,0 1,0-1,-1 1,1-1,0 1,-1 0,1-1,0 1,-1 0,1-1,-1 1,1 0,-1-1,1 1,-1 0,1 0,-1 0,1-1,-1 1,1 0,-1 0,1 0,-1 0,1 0,-1 0,1 0,-1 0,1 0,-1 0,1 0,-1 0,0 1,1-1,-1 0,1 0,0 0,-1 1,1-1,-1 0,1 1,-1-1,1 0,0 1,-1-1,1 1,-29 26,24-21,1 0,-1 0,1 0,1 0,-1 0,1 1,0 0,1 0,-1-1,2 2,-1-1,1 0,0 0,0 0,0 1,1-1,1 0,-1 0,1 1,0-1,1 0,0 0,0 0,0 0,1 0,0-1,0 1,1-1,3 5,6 0,0-1,0-1,1-1,0 0,1 0,0-2,0 0,0 0,1-1,0-1,0-1,0 0,0-2,12 1,97 9,-2-7</inkml:trace>
  <inkml:trace contextRef="#ctx0" brushRef="#br0" timeOffset="191472.615">17579 15455,'-26'13,"0"1,0 2,2 0,0 2,1 1,0 0,2 2,1 0,0 2,2 0,0 1,2 1,0 0,2 1,1 1,1 0,2 1,0 0,2 0,1 1,1 0,2 1,0 2,4-21,1 1,0-1,0 0,1 0,0 0,1 0,1 0,-1 0,2-1,-1 1,2-1,-1 0,3 2,-5-8,0 1,1-1,0 0,0 0,0 0,0 0,1 0,-1-1,1 0,0 0,0 0,0-1,0 0,1 0,-1 0,1 0,-1-1,1 0,-1 0,1-1,0 1,-1-1,1-1,0 1,-1-1,6-1,-1 0,-1-2,0 1,0-1,0 0,-1-1,1 0,-1 0,0-1,-1 0,1 0,-1-1,-1 0,1 0,-1-1,2-3,8-12,-1 0,-2-1,0 0,8-24,-4 2,-2-1,-2 0,-2-1,-2-1,-2 1,-2-1,-2-49,-3 77,-2 0,0 1,-1-1,0 0,-2 1,-4-12,7 26,0 0,0 1,-1-1,0 1,0-1,0 1,-1 0,1 0,-1 0,0 0,-1 1,1 0,-1 0,0 0,0 0,0 1,0 0,-1 0,1 0,-1 1,0 0,0 0,1 0,-3 0,-1 1,-1 1,1 0,0 0,-1 1,1 0,0 1,0 0,0 1,0-1,0 2,0-1,1 1,0 0,0 1,0 0,0 0,-2 4,-4 1,1 1,1 1,0 0,0 1,1 1,1-1,0 2,1-1,0 3,3-6,1 0,1 1,0 0,1-1,0 1,0 0,1 0,1 1,0-1,1 0,0 0,1 0,0 1,1-1,0 0,1 0,1 0,0-1,0 1,1-1,0 0,1 0,4 4,17 22,1-2,2 0,2-2,1-1,7 3,7 8,48 49,81 104,-139-157,-25-30</inkml:trace>
  <inkml:trace contextRef="#ctx0" brushRef="#br0" timeOffset="192776.73">19157 16363,'-9'-44,"1"-1,3 0,2 0,1 0,3 0,1 0,6-22,7-53,-15 119,0 1,0-1,0 0,1 0,-1 1,0-1,0 1,1-1,-1 0,0 1,1-1,-1 1,0-1,1 1,-1-1,1 1,-1-1,1 1,-1-1,1 1,0-1,-1 1,1 0,-1-1,1 1,0 0,-1 0,1 0,0-1,-1 1,1 0,0 0,-1 0,1 0,0 0,-1 0,1 0,0 0,-1 1,1-1,0 0,-1 0,1 0,0 1,-1-1,1 0,-1 1,1-1,0 1,-1-1,1 0,-1 1,1-1,-1 1,1 0,30 34,-27-31,24 32,-1 0,-2 2,-2 1,-1 0,-3 2,11 30,-30-70,3 5,-1-1,0 1,0 0,0 0,-1 0,0 0,0 0,-1 0,1 1,-1-1,-1 0,1 0,-1 0,0 0,-2 5,2-10,1 0,-1 0,0 0,1 0,-1 0,0 0,0 0,1-1,-1 1,0 0,0-1,0 1,0-1,0 1,0-1,0 1,0-1,0 0,0 1,0-1,0 0,-1 0,1 0,0 0,0 0,0 0,0 0,0 0,0 0,0 0,0-1,-1 1,1-1,0 1,0 0,0-1,0 0,1 1,-1-1,0 0,-1 0,-35-33,30 25,1-1,0 0,0 0,1 0,0-1,1 0,0 0,1 0,0 0,-1-12,3 18,1 1,-1-1,1 0,0 0,1 0,-1 0,1 0,0 1,0-1,0 0,1 0,-1 1,1-1,0 1,1 0,-1 0,1-1,0 2,0-1,0 0,0 0,1 1,-1 0,1 0,0 0,0 0,1 0,5-2,0 1,0 0,1 0,-1 1,1 0,0 1,0 1,0-1,0 2,1-1,-1 2,0-1,0 1,0 1,0 0,0 1,-1 0,1 1,-1 0,6 3,-9-2,-1 1,1 0,-1 1,0 0,-1-1,0 2,0-1,0 1,-1-1,0 1,-1 1,0-1,0 0,-1 1,0-1,0 1,-1 0,0 0,0-1,-1 1,0 0,-1 0,0 0,-1 3,2-10,6 42,-6-43,1-1,-1 1,0 0,1 0,-1-1,1 1,-1 0,1 0,-1-1,1 1,0-1,-1 1,1 0,0-1,-1 1,1-1,0 0,0 1,-1-1,1 0,0 1,0-1,0 0,0 0,0 1,-1-1,1 0,0 0,0 0,0 0,0 0,0-1,-1 1,1 0,0 0,0-1,0 1,0 0,-1-1,1 1,0 0,0-1,-1 1,1-1,0 0,-1 1,1-1,-1 1,45-44,-23 16</inkml:trace>
  <inkml:trace contextRef="#ctx0" brushRef="#br0" timeOffset="193024.254">19478 15508,'-5'16,"8"12,17 8,19 2,2-4</inkml:trace>
  <inkml:trace contextRef="#ctx0" brushRef="#br0" timeOffset="193691.708">20854 15802,'-7'-3,"-1"1,0-1,1 1,-1 1,0-1,0 1,-1 1,1-1,0 1,0 1,0 0,0 0,0 0,0 1,0 0,0 1,1 0,-1 0,1 0,0 1,0 0,-6 5,-3 3,0 1,1 0,1 1,0 1,1 1,0-1,1 2,-7 13,8-12,-1 1,2 0,1 0,0 1,2 1,0-1,1 1,1 1,1-1,1 1,1-1,1 1,1 2,0-19,1 1,0-1,0 1,0-1,1 0,0 1,0-1,0 0,1 0,-1 0,1-1,0 1,1-1,-1 1,1-1,0 0,0 0,0-1,0 1,1-1,-1 0,1 0,0-1,0 1,0-1,0 0,0 0,1-1,-1 0,0 0,1 0,-1 0,1-1,-1 0,3 0,8-3,0 0,1-2,-2 1,1-2,0 0,-1-1,0-1,-1 0,0-1,0 0,-1-2,0 1,-1-1,0-1,0 0,-2-1,1 0,-2-1,0 0,4-9,-1 3,-2-1,-1 0,0 0,-2-1,0 0,-2 0,0-1,-2 1,2-23,-5 30,1 0,-2 0,0 0,0 1,-2-1,0 0,0 1,-1 0,-1 0,-1 0,0 0,0 1,-1 0,-1 0,-7-8,11 16,0 0,1 1,-2 0,1 0,0 0,-1 0,0 1,0 0,0 0,0 0,0 1,-1-1,1 1,-1 1,1-1,-1 1,0 0,0 0,1 0,-1 1,0 0,0 0,0 1,0 0,1 0,-1 0,0 0,1 1,-1 0,1 0,-2 2,-5 4,1 0,0 1,0 1,1 0,0 0,1 1,1 0,-1 0,2 1,-1 0,2 1,0 0,0 0,1 0,1 1,0-1,1 1,0 0,1 0,1 0,0 14,1-19,0 0,1 0,-1 0,2 0,-1-1,1 1,1 0,0-1,0 1,0-1,1 0,1 0,-1 0,1-1,0 0,1 0,0 0,0 0,0-1,1 0,0 0,0-1,5 3,32 18,1-1,2-3,0-1,11 1,93 42,-19 16,-124-75,-1 2,0-1,0 1,0 0,-1 1,0 0,0 0,-1 0,0 0,-1 1,0 0,0 0,-1 0,2 6,-1 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1:05.43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427 563,'-14'-8,"0"0,-1 1,1 0,-1 1,0 1,-1 0,0 1,1 1,-1 0,0 1,0 1,-1 1,1 0,0 1,0 1,0 0,0 1,1 1,-1 0,1 1,0 1,0 0,-4 3,-23 27,41-35,0 0,0 0,0 0,0 0,0 0,1 0,-1 1,0-1,1 0,-1 1,1-1,-1 0,1 1,0-1,0 0,-1 1,1-1,0 1,0-1,1 1,-1-1,0 0,0 1,1-1,-1 1,0-1,1 0,0 1,-1-1,1 0,0 0,-1 0,1 1,0-1,0 0,0 0,6 3,-1-1,1 1,-1-1,1 0,0-1,0 0,1 0,-1 0,0-1,1 0,-1-1,0 1,1-1,-1-1,6 0,4 1,0-1,0-1,0 0,0-1,0-1,-1-1,0 0,0-1,0 0,0-2,-1 0,0 0,-1-2,0 0,0 0,-1-1,-1-1,0 0,0-1,-1 0,-1-1,0 0,-1 0,0-1,1-6,-2-2,-1-1,0 0,-2 0,-1-1,-1 1,-1-1,-1 0,-1 0,-2 0,0 0,-1 1,-6-19,-27-29,34 71,0-1,1 0,-1 1,0-1,0 1,1-1,-1 1,0 0,0 0,-1 0,1 0,0 0,0 0,0 1,-1-1,1 1,0-1,-1 1,1 0,0 0,-1 0,1 0,0 1,-1-1,1 1,0-1,-1 1,1 0,0-1,0 1,0 1,-1-1,-5 5,0 1,1 0,0 0,0 0,1 1,0 0,0 0,1 1,0 0,0 0,1 0,0 0,1 1,0-1,-1 6,-3 7,2 0,0 0,2 0,0 1,1-1,2 1,0-1,1 1,1-1,2 1,0-1,6 17,-6-26,0 1,1-1,1 0,0-1,1 1,0-1,1-1,1 1,-1-1,2-1,-1 0,2 0,-1-1,1 0,0-1,1 0,0 0,1-2,-1 0,1 0,1-1,-1-1,0-1,0 0,1-1,-1 0,1-2,0 1,-1-2,1 0,0 0,-1-1,1-1,-1 0,0-1,0 0,0-1,-1-1,0 0,0-1,0 0,-1 0,0-1,0-1,-1 0,0 0,-1-1,0-1,0 1,-1-1,0-1,-1 0,1 1,-2 0,1 0,-1-1,-1 0,0 0,0 0,-2-1,1 1,-2-1,1 0,-1-6,-3 20,1 0,-1-1,1 1,-1 0,1-1,-1 1,0-1,1 1,-1-1,0 1,1-1,-1 1,0-1,0 0,1 1,-1-1,0 0,0 0,0 1,1-1,-1 0,0 0,0 0,0 0,0 0,0 0,1 0,-1-1,0 1,0 0,0 0,1-1,-1 1,0 0,0-1,1 1,-1-1,0 1,1-1,-1 1,0-1,1 1,-1-1,1 0,-1 1,1-1,-1 0,1 0,0 1,-1-1,1 0,0 0,-1 1,1-1,0 0,0 0,0 0,0 0,0 1,0-1,0 0,0 0,-6 9,0 1,0 0,1 1,0 0,1-1,0 1,0 1,1-1,1 0,0 1,0 0,1-1,0 1,1 0,0 0,1-1,0 1,0 0,1-1,1 1,0-1,0 0,1 0,1 0,-1 0,2-1,-1 0,1 0,0 0,1 0,0-1,4 3,9 1,0 0,1-1,0-2,0 0,1-1,0-1,1-1,-1-1,1-1,0-1,0-2,0 0,1-1,-1-1,5-2,39-4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1:02.03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324 712,'-6'-5,"-1"0,1 0,-1 0,0 1,0 0,-1 1,1 0,-1 0,0 0,0 1,0 0,0 1,0 0,0 0,0 1,0 0,0 0,0 1,0 0,0 0,0 1,0 0,0 0,0 1,1 0,-1 0,1 1,-1 0,-1 5,0 0,0 0,1 0,0 1,1 0,0 1,1-1,0 2,0-1,1 0,1 1,0 0,0 0,2 0,-1 1,0 7,3-18,-1 1,0-1,1 0,0 1,-1-1,1 0,0 1,0-1,0 0,0 1,1-1,-1 0,1 1,-1-1,1 0,0 1,0-1,0 0,0 0,0 0,1 0,-1 0,0 0,1 0,0-1,-1 1,1-1,0 1,0-1,0 1,0-1,0 0,0 0,0 0,0 0,1 0,-1-1,0 1,0 0,1-1,-1 0,0 0,1 0,-1 0,2 0,8-5,-1 0,1 0,-2-2,1 1,-1-1,0-1,0 0,-1 0,0-1,0 0,-1 0,0-1,-1 0,0-1,5-11,6-17,-2-1,-2 0,-1-2,-2 1,-2-1,-2-1,-1 0,-3 1,-1-2,-5-40,4 54,-3-233,-10 240,-7 44,3 19,1 1,3 1,1 0,2 1,2-1,2 2,1 0,2-14,0 0,2 0,1 0,2 0,1-1,1 1,1-1,6 13,-8-29,0-1,1 0,1-1,0 1,0-1,1 0,1-1,0 0,0 0,1 0,0-1,0-1,1 1,0-2,1 1,0-1,0-1,1 0,-1-1,11 4,-12-6,0 1,0-2,0 1,1-1,-1-1,0 0,1-1,-1 0,1 0,-1-1,1 0,-1-1,0 0,0-1,0 0,0 0,0-1,-1-1,1 0,-1 0,-1 0,1-1,-1-1,0 1,4-5,-4 2</inkml:trace>
  <inkml:trace contextRef="#ctx0" brushRef="#br0" timeOffset="1952.179">859 739,'-9'-2,"1"-1,-1 2,1-1,-1 1,1 0,-1 1,0 0,1 0,-1 1,0 0,1 1,-1 0,1 0,0 1,0 0,0 0,0 1,0 0,1 0,-1 1,1 0,0 0,1 1,0 0,-1 0,2 0,-3 4,6-8,-1 1,1-1,1 1,-1 0,0 0,1-1,-1 1,1 0,0 0,0 0,0 0,0 0,1 1,-1-1,1 0,0 0,0 0,0 1,0-1,0 0,1 0,0 0,-1 1,1-1,0 0,1 0,-1 0,0-1,1 1,0 0,-1 0,1-1,0 1,1-1,-1 0,0 1,1-1,0 1,3-1,-1-1,1 1,-1-1,1 0,-1 0,1-1,0 1,-1-1,1-1,0 1,-1-1,1 0,-1 0,1 0,-1-1,1 0,-1 0,0-1,0 1,0-1,0 0,-1 0,1-1,-1 1,0-1,1 0,-2 0,1-1,-1 1,1-1,-1 0,0 0,-1 0,1 0,-1 0,0 0,0-1,-1 1,1-4,-1 7,-1-1,1 0,-1 0,1 0,-1 0,0 0,0 0,-1 0,1 0,0 0,-1 0,0 1,0-1,0 0,0 0,0 1,-2-4,3 6,-1 1,0-1,0 0,1 0,-1 0,0 0,1 1,-1-1,0 0,0 1,1-1,-1 0,1 1,-1-1,0 1,1-1,-1 1,1-1,-1 1,1-1,-1 1,1 0,-1-1,1 1,0 0,-1-1,1 1,0 0,0 0,0-1,-1 1,1 0,0 0,0-1,0 1,0 0,0 0,0-1,1 1,-1 0,0 0,0-1,1 1,-1 4,0 0,1 0,-1 0,1 0,1 0,-1 0,1-1,-1 1,1-1,1 1,-1-1,1 0,0 1,-1-1,2-1,-1 1,0 0,1-1,0 0,0 0,0 0,0 0,0 0,0-1,1 0,2 1,5 2,0 0,0-1,1-1,0 0,-1-1,1 0,0-1,0 0,11-1,-11-1,1 0,-1 0,0-2,0 0,0 0,0-1,0 0,-1-1,1-1,-1 0,-1-1,1 0,-1-1,-1 0,1 0,-1-1,-1-1,0 0,0 0,-1-1,0 1,-1-2,0 1,4-11,1-16,-2 0,-1-1,-2 0,-2 0,-2 0,-1-1,-4-38,2 66,-6-196,6 203,0 0,-1-1,0 1,0 0,0 0,-1 0,0 0,1 1,-2-1,1 0,-1 1,0-2,2 6,1-1,-1 0,1 1,-1-1,0 1,1 0,-1-1,0 1,0-1,1 1,-1 0,0 0,0-1,1 1,-1 0,0 0,0 0,0 0,0 0,1 0,-1 0,0 0,0 0,0 0,1 0,-1 1,0-1,0 0,1 1,-1-1,0 0,0 1,1-1,-1 1,0-1,1 1,-1-1,1 1,-1 0,1-1,-1 1,1 0,-1 0,-19 33,6 8,1 1,3 0,1 1,3 0,1 0,2 0,3 9,-2-17,2-1,2 0,1 1,2-1,9 33,-10-55,0 0,0 0,1 0,1 0,0-1,1 0,0-1,1 1,0-1,1-1,0 0,1 0,0-1,0 0,1 0,10 5,-15-10,1-1,0 1,0-1,0-1,0 1,0-1,0-1,1 1,-1-1,1 0,24-2</inkml:trace>
  <inkml:trace contextRef="#ctx0" brushRef="#br0" timeOffset="2210.524">912 498,'18'6,"22"6,25 0,22 0,18-2,10 0,2 1,-20-3</inkml:trace>
  <inkml:trace contextRef="#ctx0" brushRef="#br0" timeOffset="2401.012">1794 779,'-1'3,"0"1,1 0,-1 0,1 0,-1 0,1 0,0 0,1-1,-1 1,1 0,0 0,0 0,0 0,0-1,0 1,1 0,0-1,0 1,0-1,0 0,0 0,1 0,-1 0,1 0,0 0,0-1,0 1,0-1,0 0,1 0,-1 0,1 0,-1-1,1 1,3 0,-3-1,0 0,0-1,0 1,0-1,1 0,-1 0,0 0,0 0,0-1,0 0,0 0,0 0,0 0,-1-1,1 1,0-1,-1 0,1 0,-1 0,1-1,-1 1,0-1,0 0,0 0,0 0,-1 0,1 0,-1-1,0 1,0-1,0 1,0-1,-1 0,0 0,1 0,-1 0,-1 0,1 0,-1 0,1 0,-1 0,0 0,0 0,-1 0,1 0,-1 0,0 0,0 0,-1-2,-1 0,-1 0,1 0,-1 0,0 1,0-1,-1 1,0 0,0 0,0 1,0 0,-1 0,1 0,-1 0,0 1,0 0,0 0,-1 1,1 0,-1 0,0 0,1 1,-1 0,0 0,0 1,1-1,-1 2,0-1,0 1,0 0,1 0,-1 1,1 0,-1 0,1 1,-1-1,1 1,0 1,1-1,-1 1,0 0,1 0,0 1,0 0,0-1,1 2,-1-1,1 0,-1 4,3-5,0 0,0 0,0 0,0 0,1 0,-1 1,1-1,0 1,1-1,-1 1,1-1,0 1,0-1,0 1,1-1,-1 1,1-1,0 1,1-1,-1 0,1 0,0 1,0-1,0 0,0-1,1 1,-1 0,1-1,0 1,0-1,1 0,-1 0,1 0,-1 0,1-1,0 1,0-1,0 0,4 1,34 11,0-5</inkml:trace>
  <inkml:trace contextRef="#ctx0" brushRef="#br0" timeOffset="2571.558">1982 324,'-16'0,"-12"2,-8 6,0 8,3 5,8 5,10 4,8-3</inkml:trace>
  <inkml:trace contextRef="#ctx0" brushRef="#br0" timeOffset="2737.112">2036 765,'11'14,"13"6,14 5,19 0,21-4,26-5,25-6,19-7,-15-4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0:56.66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341 0,'-11'41,"2"50,4 1,3 0,5 0,4 8,-5-70,-7 18,-1-42</inkml:trace>
  <inkml:trace contextRef="#ctx0" brushRef="#br0" timeOffset="360.133">6 267,'-4'-2,"2"1,9 1,13 3,16 1,17 0,17-6,12-4,7-7,1 0,-6 2,-13 3,-17 2,-19 3,-18 1,-14 4,-10 4,-3 0</inkml:trace>
  <inkml:trace contextRef="#ctx0" brushRef="#br0" timeOffset="2846.581">1357 855,'7'1,"-1"0,1 0,-1-1,0 0,1 0,-1 0,1-1,-1 0,1 0,-1-1,0 0,0 0,0 0,0-1,0 0,0 0,-1 0,1-1,-1 0,0 0,0 0,-1-1,1 1,2-4,-3 4,22-19,0 0,-2-2,-1-1,-1-1,-1-1,-1 0,10-23,-30 51,2-1,-1-1,0 1,1-1,-1 0,0 1,0-1,0 0,0 0,0 0,-1 0,1 0,-1 0,1 0,-1 0,1 0,-1 0,0 0,0 0,0 0,0 0,-1 0,1 0,-1 0,1 0,-1 0,1 0,-1 0,0 0,0 0,0 0,-1-1,-2 4,0 0,0 1,1-1,-1 1,1 0,-1 0,1 0,0 0,0 0,-1 1,2 0,-1-1,0 1,1 0,-1 0,1 1,0-1,0 0,0 1,0 0,0 1,-2 3,0-1,0 0,1 1,0 0,0 0,1 0,0 0,0 0,1 1,0-1,1 0,0 1,0-1,0 1,1-1,1 0,-1 0,1 1,1-1,0 0,0-1,0 1,1 0,0-1,0 0,1 0,0 0,0-1,1 0,0 1,0-2,0 1,1-1,0 0,3 2,-6-5,0 0,0-1,0 1,0-1,1 0,-1 0,0 0,1-1,-1 0,0 0,1 0,-1 0,0 0,1-1,-1 0,0 0,1 0,-1 0,0-1,0 0,0 1,0-1,0-1,78-71,-40 31,-38 39,0 0,0 0,1 1,0-1,-1 1,1 0,0 0,1 0,-1 1,0 0,1 0,-1 0,1 1,0 0,-1 0,1 0,0 1,0-1,0 1,0 1,-1-1,1 1,0 0,-1 1,1-1,0 1,0 0,2 2,0 0,0 0,0 0,-1 1,1 0,-1 1,0 0,-1 0,1 0,-1 1,-1 0,1 0,-1 0,0 1,-1 0,0 0,0 0,0 0,-1 1,-1-1,2 8,-4-12,-1 0,1 0,-1 0,0 0,0-1,-1 1,1 0,-1-1,0 1,0-1,0 1,0-1,-1 0,1 0,-1 0,0 0,0 0,0-1,0 0,0 1,-1-1,1 0,-1 0,1-1,-1 1,0-1,0 0,1 0,-1 0,0 0,0-1,0 1,0-1,0 0,0 0,0-1,-1 1,4-1,-1 1,1 0,-1 0,1 0,-1-1,1 1,0-1,-1 1,1-1,0 1,-1-1,1 0,0 0,0 1,0-1,-1 0,1 0,0 0,0-1,0 1,1 0,-1 0,0 0,0-1,1 1,-1 0,1-1,-1 1,1 0,-1-1,1 1,0-1,0 1,0-1,0 1,0-1,0 1,0 0,0-1,0 0,26-54,-5 33,0 1,2 1,1 0,22-13,5-6,-26 20,-1-1,0-1,-2-1,-1-1,-1-1,6-10,-20 27,-1-1,0 0,0 0,-1-1,0 1,-1-1,0 0,0 0,-1 0,-1 0,1 0,-2-1,1 1,-1 0,-1-1,0 1,-1 0,1 0,-2 0,0 0,-2-5,-17-20,22 34,-1 1,1-1,-1 0,1 1,-1-1,1 1,-1-1,0 1,1-1,-1 1,0 0,1-1,-1 1,0 0,0-1,1 1,-1 0,0 0,0 0,1 0,-1-1,0 1,0 0,0 1,1-1,-1 0,0 0,0 0,1 0,-1 1,0-1,0 0,1 0,-1 1,0-1,1 1,-1-1,0 1,1-1,-1 1,1-1,-1 1,1-1,-1 1,1 0,-1-1,1 1,-3 6,0-1,1 1,0-1,1 1,-1 0,1 0,0 0,1 0,0 0,0-1,0 1,1 0,1 4,-2-4,41 330,-39-322,-1 4,0-1,2 0,0-1,1 1,1 0,0-1,1 0,1 0,1-1,1 0,0 0,1-1,2 3,-7-14,-1-1,1 1,0 0,0-1,0 0,1 0,-1-1,1 0,0 0,0 0,-1 0,1-1,0 0,0 0,0-1,0 1,1-2,-1 1,0 0,0-1,0 0,0-1,-1 1,1-1,4-2,6-2,-1-1,0-1,-1 0,0-1,0 0,-1-1,0-1,10-11,-9 8,-1-2,0 0,-1 0,-1-1,0 0,-1-1,-1 0,-1-1,-1 0,0 0,-1-3,-8 0,-17 38,7 1,1 0,0 1,2 0,0 1,1 0,1 1,0-1,2 1,0 0,2 1,0-1,1 5,2-17,1 1,1-1,-1 0,1 0,1 0,0 0,0-1,0 1,1-1,0 0,0 0,1 0,0 0,0-1,0 0,1 0,0 0,0-1,1 0,-1 0,1 0,0-1,1 0,-1-1,1 0,-1 0,1 0,0-1,8 2,15 4,1-2,0-1,0-1,15-1,35-1</inkml:trace>
  <inkml:trace contextRef="#ctx0" brushRef="#br0" timeOffset="6060.909">2226 481,'-2'-2,"3"-1,9-2,16 0,22-4,26-3,24-1,26 1,19 3,10 3,-20 2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1:00.8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42,'242'-22,"-126"13,1 5,-1 4,11 7,505 62,249-55,-604-16,569 1,-285-12,-386 10,98-16,143-26,-322 36,-1 5,37 4,-81 5,-43 6,-12-7</inkml:trace>
  <inkml:trace contextRef="#ctx0" brushRef="#br0" timeOffset="5767.494">4827 108,'108'10,"0"-5,1-5,22-7,45 1,809 5,-561 7,796-13,58-34,-354 34,-416-9,-426 14,-112 12,-5-5,-2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1:11.24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515 117,'-18'-13,"-1"1,0 1,0 1,-2 0,1 2,-1 0,0 1,0 2,-1 0,0 1,0 1,0 1,0 1,-1 0,1 2,0 1,-3 1,18-1,0 0,0 0,0 1,0 0,1 0,-1 1,1 0,-1 0,1 0,1 1,-1 0,1 0,0 0,0 1,0-1,1 1,-1 0,1 1,1-1,0 1,0 0,0-1,0 1,1 1,0-1,1 0,0 0,0 1,0-1,1 0,0 4,2-8,-1 1,0-1,1 0,0 1,0-1,0 0,0 0,0 0,1-1,-1 1,1 0,0-1,0 0,0 1,0-1,0-1,0 1,0 0,1-1,-1 1,1-1,-1 0,1 0,-1-1,4 1,4 1,0-1,1-1,-1 1,0-2,0 0,0 0,0-1,1-1,3 0,1-1,-1-1,0 0,-1-1,1-1,-1 0,0-1,-1-1,0 0,0 0,-1-2,-1 1,1-1,-2-1,1 0,-2-1,0 0,1-3,-8 14,0-1,-1 0,1 1,-1-1,0 0,0 0,0 0,0 0,-1 0,1 0,-1 0,0 0,0 0,0 0,0 0,0 0,-1 0,1-1,-1 1,0 1,0-1,0 0,0 0,-1 0,1 0,-1 1,-1-3,1 5,-1 0,1 0,0 1,-1-1,1 0,0 1,0 0,-1-1,1 1,0 0,0 0,0 0,0 0,0 1,0-1,0 1,0-1,0 1,1-1,-1 1,1 0,-1 0,1 0,0 0,0 0,0 0,0 0,0 0,0 1,0-1,1 0,-1 1,1-1,-1 2,-1 2,1 0,-1 0,1 1,0-1,0 1,1-1,-1 1,2-1,-1 1,1-1,0 1,0-1,0 0,1 0,0 1,1-1,-1 0,1 0,0-1,1 1,-1-1,1 0,0 1,0-2,1 1,0 0,-1-1,1 0,1 0,-1-1,1 1,-1-1,2 0,13 6,0-1,1-1,0 0,0-2,1-1,5 0,59 8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1:07.8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281 709,'1'0,"0"1,1-1,-1 0,0 1,0-1,0 0,1 1,-1-1,0 0,0 0,1 0,-1 0,0-1,0 1,0 0,1 0,-1-1,0 1,0-1,0 1,0-1,0 1,0-1,0 0,0 1,0-1,0 0,0 0,0 0,0 0,0 0,-1 0,1 0,0 0,-1 0,1 0,23-44,-6-11,-2-1,-2 0,-4-2,-1 1,-4-1,-1-55,-1 53,3-58,-3 113,0 25,-3-17,24 218,-14-109,5-1,12 39,-23-132,1 0,1-1,0 1,1-1,0 0,2-1,7 11,-13-21,1 0,0-1,0 1,0-1,0 0,1 0,0 0,0 0,0-1,0 0,0 0,1 0,-1-1,1 0,0 0,-1 0,1-1,0 1,0-2,0 1,0-1,0 0,4 0,30-9,-5-6</inkml:trace>
  <inkml:trace contextRef="#ctx0" brushRef="#br0" timeOffset="200.464">81 294,'-16'0,"-7"0,-3 0,11 0,16 0,25 0,29-2,32-3,25-3,19 0,8 1,-20 2</inkml:trace>
  <inkml:trace contextRef="#ctx0" brushRef="#br0" timeOffset="1468.572">1017 816,'7'-11,"-1"0,-1 0,1 0,-2-1,1 0,-2 0,0 0,0-1,-1 1,0 0,-1-1,-1 0,0 1,-1-1,0 1,-1-1,0 1,-1 0,0 0,-1 0,0 0,-1 0,-1 1,0 0,0 0,-1 0,-4-4,3 7,10 8,5 4,13 3,1-1,0 0,0-2,0 0,19 1,-21-4,0 1,0 1,-1 1,1 1,-1 0,0 1,-1 2,2 0,-14-4,0-1,0 1,-1 1,1-1,-1 1,0-1,-1 1,1 0,-1 1,0-1,0 0,0 1,-1 0,0 0,0 0,-1 0,1 0,-1 0,0 0,-1 0,0 3,3 9,-2-15,0 0,-1 0,1 1,1-1,-1 0,0 0,1 0,-1-1,1 1,0 0,0-1,0 1,0-1,0 1,1-1,-1 0,1 0,0 0,-1 0,1-1,0 1,0-1,0 0,0 0,0 0,0 0,1 0,-1 0,0-1,0 0,1 0,-1 0,0 0,0 0,1 0,1-1,31-4,-1 0,0-3,0 0,-1-3,4-2,-3 2,316-99,-344 107,1 1,0 0,-1-1,0 0,1 0,-1-1,0 0,0 0,-1-1,1 0,-1 0,4-5,-9 10,-1-1,1 0,-1 0,1 0,-1 0,0 0,1 1,-1-1,0 0,1 0,-1 0,0 0,0 0,0 0,0 0,0 0,0 0,0 0,-1 0,1 0,0 0,0 0,-1 0,1 0,-1 1,1-1,0 0,-1 0,0 0,1 1,-1-1,1 0,-1 0,0 1,0-1,1 1,-1-1,0 1,0-1,0 1,0-1,0 1,1 0,-1-1,-1 1,-45-14,36 13,-1 0,1 1,-1 0,1 1,0 0,-1 1,1 0,0 1,0 0,0 1,0 0,1 1,-1 0,1 1,0 0,1 0,0 1,0 0,0 1,1 0,0 0,0 1,1 0,0 0,1 1,0 0,1 0,0 0,0 1,-2 8,6-17,0 1,0-1,0 1,0 0,1 0,-1-1,1 1,-1 0,1 0,0-1,0 1,1 0,-1 0,1 0,-1-1,1 1,0 0,0-1,0 1,0-1,0 1,1-1,-1 1,1-1,-1 0,1 0,0 0,0 0,0 0,0 0,0 0,1-1,-1 1,1-1,-1 1,1-1,1 0,8 1,-1-1,1 0,0-1,0 0,0-1,0 0,0-1,-1-1,1 0,-1 0,0-1,0-1,0 1,0-2,-1 0,0 0,0-1,0 0,-1 0,5-6,-7 7,0 0,0 0,-1 0,0-1,0 0,-1 0,0-1,0 1,-1-1,1 0,-2 0,1-1,-1 1,-1-1,0 0,0 0,0-3,-2 12,0 0,-1 0,1 1,0-1,-1 0,1 0,0 0,-1 0,1 0,0 0,-1 0,1 0,0 0,-1 0,1-1,0 1,-1 0,1 0,0 0,-1 0,1 0,0-1,-1 1,1 0,0 0,0 0,-1-1,1 1,0 0,0 0,-1-1,1 1,0 0,0-1,0 1,0 0,0 0,-1-1,1 1,0 0,0-1,0 1,0-1,0 1,0 0,0-1,0 1,0 0,0-1,0 1,0 0,0-1,1 1,-1 0,0-1,0 1,0 0,-2 7,1 0,-1 0,1 0,0 0,1 1,0-1,0 0,1 0,0 1,0-1,0 0,1 0,0 0,0 0,1-1,0 1,0 0,1-1,0 1,-1-3,-1 0,1-1,0 1,-1-1,2 0,-1 1,0-1,1-1,-1 1,1-1,0 1,0-1,-1 0,2 0,-1-1,0 1,0-1,1 0,-1 0,0 0,1-1,-1 1,1-1,-1 0,1-1,-1 1,0-1,1 0,-1 0,0 0,4-1,1-4,0-1,0 1,0-1,-1-1,0 0,0 0,-1 0,0-1,-1 0,1-1,-2 1,0-1,0 0,0-1,-1 1,-1-1,0 1,0-1,-1 0,0-9,-2 20,0-1,-1 1,1-1,0 1,0-1,0 1,-1-1,1 1,0-1,0 1,0-1,0 0,0 1,0-1,0 1,1-1,-1 1,0-1,0 1,0-1,0 1,1-1,-1 1,0-1,0 1,1-1,-1 1,0-1,1 1,-1 0,1-1,-1 1,1 0,-1-1,0 1,1 0,-1-1,1 1,-1 0,1 0,-1 0,1-1,0 1,-1 0,1 0,0 0,4 71,-6-59,1-1,0 1,1-1,1 1,0-1,0 0,1 0,1 0,-1 0,5 7,-6-15,-1-1,0 0,1 0,-1 0,1 0,0 0,-1 0,1 0,0 0,0-1,0 1,1-1,-1 1,0-1,0 0,1 0,-1 0,1 0,-1-1,1 1,-1-1,1 1,-1-1,1 0,0 0,-1 0,1 0,-1 0,1-1,-1 1,1-1,-1 0,1 0,-1 0,1 0,1-1,77-59,-51 28,-1-1,-2-2,20-33,-45 67,-3 1,1 1,0-1,0 0,0 1,0-1,0 0,0 1,0-1,0 0,0 1,1-1,-1 0,0 1,0-1,1 0,-1 1,0-1,1 1,-1-1,0 1,1-1,-1 1,1-1,-1 1,1-1,-1 1,1-1,-1 1,1 0,-1-1,1 1,0 0,-1-1,1 1,0 0,-1 0,1 0,0 0,-1 0,1 0,0 0,-1 0,1 0,0 0,-1 0,1 0,0 0,-1 0,1 1,0-1,-1 0,1 0,-1 1,1-1,0 1,-9 112,8-108,-1 0,1 0,1 0,-1 0,1 0,0 0,0 0,0 0,1-1,0 1,0 0,0-1,0 1,1-1,0 0,0 0,0 0,0 0,0 0,1-1,0 1,0-1,0 0,0 0,0-1,0 1,1-1,-1 0,1 0,0 0,1 0,13 1,0 0,0-1,1-1,-1 0,0-2,0 0,0-2,0 0,0-1,8-3,28-7</inkml:trace>
  <inkml:trace contextRef="#ctx0" brushRef="#br0" timeOffset="2067.972">3436 375,'9'-3,"1"0,-1 0,1 1,0 0,0 1,0 0,0 0,0 1,0 0,-1 1,1 0,0 1,0 0,-1 1,1-1,-1 2,1 0,-1 0,-1 0,1 1,0 0,-1 1,0 0,-1 0,1 1,-1 0,4 5,-1 10,-1 1,-1 0,0 0,-2 0,-1 1,-1 0,-1 0,-1 1,-1-1,-1 0,-1 1,-1-1,-4 10,4-1,2-23,3 98,-2-105,-1 1,1-1,0 1,0-1,1 0,-1 1,1-1,-1 0,1 0,0 0,0 0,0 0,1 0,-1-1,1 1,0-1,-1 0,1 0,0 0,0 0,0 0,1 0,-1-1,0 1,1-1,-1 0,3 0,0-1,-1 0,1 0,-1 0,0-1,1 0,-1 0,0 0,0-1,0 0,0 0,0 0,0-1,0 1,-1-1,1 0,-1 0,0-1,0 0,0 1,-1-1,1 0,-1-1,0 1,0-1,0 1,-1-1,1 0,-1 0,-1 0,1 0,0 0,-1-1,0 1,-1 0,1 0,-1-1,0 1,0-1,-1 1,1 0,-1-1,-2-3,-3-7,-1 1,-1 0,0 0,-1 1,-1 0,0 1,-1 0,0 1,-1 0,0 0,-1 2,-1-1,1 2,-1 0,-1 0,-6-2,-191-82,189 80,23 13,0-1,0 0,0 1,0-1,0 0,0 1,0-1,0 0,0 1,0-1,0 0,1 1,-1-1,0 0,0 1,1-1,-1 0,0 1,1-1,-1 1,1-1,-1 1,1-1,-1 1,1-1,-1 1,1 0,-1-1,1 1,0-1,-1 1,1 0,-1 0,1-1,0 1,-1 0,1 0,0 0,-1 0,1 0,0 0,0 0,-1 0,1 0,0 0,-1 0,1 0,42-10,0 2,0 2,38-1,-50 5,76-7,1 5,65 7,-170-3,1-1,-1 1,1 0,0 0,-1 1,1-1,-1 1,1 0,-1 0,1 0,-1 0,0 0,1 1,-1 0,0-1,0 1,0 0,0 1,0-1,-1 0,1 1,-1 0,0-1,1 1,-1 0,0 0,0 2,5 64,-7-62,0 0,0 0,0 1,1-1,0 0,0 0,1-1,-1 1,2 0,-1 0,1-1,3 6,-5-10,0-1,0 1,1-1,-1 1,0-1,1 0,-1 0,1 0,-1 0,1 0,0 0,-1 0,1 0,0-1,0 1,0 0,-1-1,1 0,0 1,0-1,0 0,2 0,7-2</inkml:trace>
  <inkml:trace contextRef="#ctx0" brushRef="#br0" timeOffset="2322.322">4212 241,'9'14,"13"6,1 0</inkml:trace>
  <inkml:trace contextRef="#ctx0" brushRef="#br0" timeOffset="2640.448">4706 0,'-7'13,"0"1,1 0,1 0,0 0,1 0,0 1,1-1,1 1,0 0,1 0,1 4,-4 67,3 1,5-1,3 0,10 39,16-15,-31-106,-1-1,1 0,1 0,-1 0,0 0,1 0,-1 0,1 0,0-1,0 1,0-1,0 0,0 0,1 0,-1 0,1-1,-1 0,1 1,-1-1,1 0,0-1,0 1,-1-1,1 1,0-1,0 0,0-1,2 1,12-6,0 0,0-1,0 0,-1-2,0 0,-1-1,0-1,0 0,-1-1,-1-1,0 0,-1-1,0 0,-1-1,4-7,-5 9,-11 14,0-1,0 0,0 1,0-1,0 1,0-1,0 0,0 1,0-1,0 0,0 1,0-1,0 1,0-1,0 0,0 1,1-1,-1 0,0 1,0-1,0 0,0 1,1-1,-1 0,0 0,1 1,-1-1,0 0,0 0,1 1,-1-1,0 0,1 0,-1 0,0 0,1 0,-1 1,0-1,1 0,-1 0,1 0,-1 0,0 0,1 0,-1 0,0 0,1 0,-1 0,1-1,-1 1,0 0,1 0,-1 0,0 0,1 0,-1-1,0 1,1 0,-1 0,0-1,0 1,1 0,-1 0,0-1,0 1,1 0,-1-1,0 42,-1-31,1-7,-1 1,0 0,1-1,0 1,0 0,0 0,1-1,-1 1,1 0,0 0,0-1,0 1,0-1,1 1,-1-1,1 0,0 1,0-1,0 0,0 0,1 0,-1 0,1-1,0 1,0-1,0 0,0 0,0 0,0 0,1 0,-1 0,1-1,0 0,26 3,0-5</inkml:trace>
  <inkml:trace contextRef="#ctx0" brushRef="#br0" timeOffset="2883.843">5174 429,'-18'-7,"-11"-7,-4-3,-2-1,5 2</inkml:trace>
  <inkml:trace contextRef="#ctx0" brushRef="#br0" timeOffset="3051.93">4560 187,'23'-2,"25"-3,25-3,21 0,19-1,16 1,-15 2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1:19.57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236 0,'-11'1,"0"0,0 0,0 1,1 0,-1 1,0 0,1 1,-1 0,1 0,1 1,-1 1,0 0,1 0,0 0,1 2,0-1,0 1,0 0,1 0,0 1,1 0,-1 0,2 1,0-1,-3 8,7-15,0 1,1 0,-1 0,0-1,1 1,0 0,0 0,0 0,0 0,0-1,0 1,1 0,0 0,-1 0,1-1,0 1,0 0,0-1,1 1,-1-1,1 1,-1-1,1 0,0 1,0-1,0 0,0 0,0 0,0-1,1 1,-1 0,1-1,-1 0,1 1,0-1,-1 0,1-1,0 1,0 0,-1-1,1 1,0-1,1 0,29 6,0-2,0-2,0-1,1-1,-1-2,0-1,0-2,0-1,9-4,-25 6,0 0,0-1,-1 0,1-1,-1-1,0-1,-1 0,0-1,0-1,-1 0,-1-1,5-5,-16 15,0-1,0 0,0 0,0 0,0 0,0 0,-1 0,1-1,-1 1,1-1,-1 1,0-1,0 1,0-1,-1 0,1 1,-1-1,1 0,-1 1,0-1,0 0,0 0,0 1,-1-1,1 0,-1 0,1 1,-1-1,0 1,0-1,0 1,0-1,-1 1,1-1,-1 1,0 0,1 0,-1 0,0 0,0 0,-1 0,-1 0,-1 0,0 0,0 0,0 1,0 0,0 0,0 0,0 0,0 1,0 0,0 0,0 1,0-1,-1 1,1 0,0 0,1 1,-1-1,0 1,0 0,1 1,-1-1,1 1,-1 0,1 0,-1 1,2-2,0 1,0-1,0 1,1-1,-1 1,0 0,1 0,0 0,0 1,0-1,0 0,0 1,1-1,0 1,-1 0,1 0,1-1,-1 1,0 0,1 0,0 0,0-1,0 1,0 0,1 0,-1 0,1 0,0-1,0 1,1 0,-1-1,1 1,0-1,0 0,0 1,8 7,1-1,0-1,0 0,1-1,0 0,0-1,1 0,0-1,0 0,1-1,0 0,0-2,0 1,0-2,0 0,11 0,13 5,1-2,0-2,1-2,-1-1,0-2,0-2,0-1,8-4,35-32,-79 39,-1 0,0 0,0 0,0 0,0 0,0-1,0 1,-1 0,1-1,-1 0,1 1,-1-1,0 0,0 0,0 0,-1 0,1 1,-1-1,1 0,-1 0,0 0,0 0,-1 0,1 0,0 0,-1 0,0 0,0 0,0-1,-3-2,-1 1,0-1,0 1,-1 0,1 0,-1 1,0 0,0 0,0 0,-1 0,1 1,-1 0,0 1,0 0,0 0,0 0,-1 1,1 0,0 0,0 1,-1 0,1 0,0 0,-1 1,-2 1,3-1,-1 0,1 0,1 0,-1 1,0 0,0 1,1 0,-1-1,1 2,0-1,-1 2,5-4,-1 1,1-1,0 1,0 0,0 0,0 0,0 0,1 1,-1-1,1 0,-1 1,1-1,0 1,0-1,0 1,0-1,0 1,1 0,-1 0,1-1,0 1,0 0,0 0,0 0,0-1,1 1,-1 0,1 0,0 1,3 2,0 1,0-1,1 0,0 0,0 0,0 0,1-1,0 0,0-1,0 1,1-1,0 0,-1 0,1-1,1 0,-1 0,0-1,1 0,-1 0,1-1,-1 0,1 0,0-1,-1 0,1 0,0-1,-1 0,6-1,33 14,-26-2,-7-6,0 0,0-1,0-1,0 0,0-1,1 0,-1-1,0 0,1-2,0 1,-6-3,0-1,0 0,0 0,0 0,-1-1,0 0,0-1,-1 1,1-1,-1-1,-1 1,0-1,0 0,0 0,-1-1,0 1,-1-1,0 0,2-6,-1 4,44-94,-46 104,-1-1,0 1,0-1,1 1,-1-1,1 1,-1 0,1 0,0 0,-1 0,1 0,0 0,0 0,-1 1,1-1,0 0,0 1,0 0,0-1,0 1,0 0,0 0,0 0,0 0,0 1,0-1,0 0,0 1,-1 0,2 0,57 29,-48-23,231 154,-205-123,-38-38,0 1,1 0,-1-1,0 1,0 0,0-1,0 1,-1-1,1 1,0 0,0-1,0 1,0-1,-1 1,1 0,0-1,0 1,-1-1,1 1,-1-1,1 1,0-1,-1 1,1-1,-1 1,1-1,-1 0,1 1,-1-1,1 0,-1 0,0 1,1-1,-1 0,1 0,-1 0,0 1,1-1,-1 0,1 0,-1 0,0 0,1 0,-1 0,0-1,0 1,-74-5,28-7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1:14.98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0 819,'2'-26,"2"0,0 1,2-1,1 1,1 0,1 0,1 1,1-1,-7 14,1 0,0 0,1 0,0 0,0 1,1 0,1 1,-1 0,2 0,-1 0,1 1,9-7,-15 14,1-1,-1 1,0 0,0 0,1 0,-1 0,1 1,-1-1,1 1,-1 0,1 0,-1 0,1 0,-1 1,1-1,-1 1,0 0,1 0,-1 0,0 1,0-1,0 1,0 0,0 0,0 0,0 0,0 0,-1 0,3 3,4 5,0-1,-1 2,0-1,-1 1,0 0,-1 0,3 7,-2-5,-1 1,-1 0,0 0,-1 0,0 1,-1-1,-1 1,-1 0,1 11,-2-23,-1 0,1 0,-1-1,1 1,-1 0,0-1,0 1,0-1,0 1,-1-1,1 1,-1-1,1 0,-1 0,0 0,0 0,0 0,0 0,0 0,0 0,-1-1,1 1,-1-1,1 0,-1 0,1 0,-1 0,0 0,1-1,-1 1,0-1,1 1,-1-1,0 0,0 0,0 0,1-1,-1 1,0-1,0 1,1-1,-1 0,1 0,-1 0,1 0,-1-1,1 1,-1-1,-1-1,-2-1,-1-1,1 0,0-1,0 1,1-1,0 0,0 0,0-1,1 0,0 1,0-1,-2-5,6 11,-1 0,1 0,0 0,-1 0,1 0,0 0,-1 0,1 0,0 0,0 0,0-1,0 1,0 0,0 0,0 0,0 0,1 0,-1 0,0 0,1 0,-1 0,1 0,-1 0,1 0,-1 0,1 0,0 0,-1 0,1 1,0-1,0 0,0 0,0 1,-1-1,1 1,0-1,0 1,0-1,0 1,0-1,0 1,1 0,50-6,-46 5,0 1,49 0,1-2,-1-3,0-2,0-2,5-5,-57 13,1 1,0-1,1 0,-1-1,0 1,-1-1,1 1,0-1,0-1,-1 1,1 0,-1-1,0 0,0 1,0-1,3-3,-6 5,0 0,0 0,0 1,0-1,0 0,0 0,0 0,0 1,0-1,0 0,0 0,-1 1,1-1,0 0,0 0,-1 1,1-1,-1 0,1 1,0-1,-1 1,1-1,-1 0,0 1,1-1,-1 1,1-1,-1 1,0 0,1-1,-1 1,0 0,1-1,-1 1,0 0,0 0,1-1,-1 1,0 0,0 0,0 0,-36-7,37 7,-6-1,-1 0,1 0,-1 1,0-1,1 1,-1 1,1-1,-1 1,1 0,0 1,-1 0,1 0,0 0,0 0,0 1,0 0,0 1,1-1,-1 1,1 0,0 0,0 1,1-1,-1 1,1 0,0 0,1 1,-1-1,1 1,0 0,0 0,1 0,-1 1,2-3,1 0,-1 0,1 0,-1 0,1 0,1 0,-1 1,0-1,1 0,0 0,0 0,0 0,1 0,-1-1,1 1,0 0,0-1,0 1,1-1,-1 1,1-1,-1 0,1 0,0 0,1-1,-1 1,0-1,1 1,6 3,1 0,0-1,0 0,0 0,0-1,1-1,0 0,0-1,1 1,112-2,-67-8</inkml:trace>
  <inkml:trace contextRef="#ctx0" brushRef="#br0" timeOffset="571.113">1056 552,'-4'10,"0"0,0 0,1 1,0 0,1-1,0 1,1 0,1 0,-1 0,1 0,1 0,0 0,1 0,0 0,1 0,0-1,0 1,3 4,-4-13,-1 1,0-1,1 0,-1 0,1 0,-1 0,1 0,0 0,0-1,0 1,0 0,0-1,0 0,1 1,-1-1,0 0,1 0,-1 0,1-1,-1 1,1-1,-1 1,1-1,-1 0,1 0,-1 0,1 0,0 0,-1-1,1 1,-1-1,1 1,-1-1,0 0,3-1,2-2,0 1,0-1,0-1,0 1,-1-1,1-1,-1 1,-1-1,1 0,4-6,32-82,-45 150,3-52,0 0,-1 0,2 0,-1-1,0 1,1 0,0 0,-1-1,1 1,1 0,-1-1,1 1,-1-1,1 1,0-1,0 0,1 0,-1 0,0 0,1 0,0-1,0 1,0-1,0 1,0-1,0 0,1 0,-1-1,1 1,-1-1,1 0,-1 1,1-2,0 1,0 0,-1-1,3 1,3-2,-1 0,1 0,-1 0,1-1,-1-1,0 1,0-1,0-1,0 1,-1-1,0-1,1 1,-1-1,-1 0,6-6,83-99,-68 67,-26 44,0 0,0 0,0 0,0 0,0 0,0 0,-1 0,1 0,0 0,-1 1,1-1,-1 0,1 0,-1 1,1-1,-1 0,0 0,0 1,0-1,0 0,0 1,0-1,0 0,0 1,0-1,-1 0,1 1,0-1,0 11,10 110,-9-118,0 0,0 0,0 0,1 0,-1 0,1 0,0 0,0-1,0 1,1-1,-1 1,1-1,0 0,0 0,0 0,0 0,0-1,1 1,-1-1,1 0,0 0,0 0,0-1,0 1,0-1,3 1,15 0</inkml:trace>
  <inkml:trace contextRef="#ctx0" brushRef="#br0" timeOffset="2649.145">1844 605,'1'0,"0"-1,0 1,0 0,0-1,0 1,0 0,0 0,0 0,0-1,0 1,0 0,0 1,0-1,0 0,0 0,0 0,0 0,0 1,0-1,0 1,0-1,-1 0,1 1,0-1,0 1,0 0,-1-1,1 1,0 0,0-1,-1 1,1 0,-1 0,1 0,-1 0,1 0,0 0,6 9,0 0,-1 0,0 1,-1-1,0 1,0 0,-1 1,-1-1,1 5,25 62,-28-77,-1 1,1-1,-1 0,1 1,0-1,-1 0,1 0,0 1,0-1,0 0,0 0,0 0,0 0,0 0,1 0,-1-1,0 1,0 0,1 0,-1-1,0 1,1-1,-1 0,1 1,-1-1,0 0,1 0,-1 1,1-1,-1 0,1-1,-1 1,1 0,-1 0,1-1,-1 1,0-1,1 1,-1-1,0 1,1-1,-1 0,0 0,0 0,0 1,1-1,-1 0,0-1,0 1,0 0,-1 0,1 0,0 0,0-1,-1 1,113-176,-113 177,0 0,0-1,0 1,0-1,1 1,-1 0,0-1,0 1,0 0,1-1,-1 1,0 0,0-1,1 1,-1 0,0 0,1-1,-1 1,0 0,1 0,-1-1,0 1,1 0,-1 0,0 0,1 0,-1 0,1-1,-1 1,0 0,1 0,-1 0,1 0,-1 0,1 0,-1 0,0 1,1-1,-1 0,1 0,-1 0,0 0,1 0,-1 1,0-1,1 0,-1 0,0 1,1-1,-1 0,0 0,0 1,1-1,7 26,-5-12,2-6,1-1,0 1,0-1,0 0,1-1,0 0,0 0,1 0,0-1,-1 0,2 0,-1-1,1 0,-1-1,1 0,0 0,0-1,0 0,1-1,-1 1,0-2,1 0,1 0,36 4,1-3,-1-2,0-1,0-3,0-2,0-2,-1-2,42-16,-81 25,0 0,1 0,-1-1,0 0,0 0,0 0,0-1,0 0,-1 0,0 0,0-1,0 0,0-1,-1 1,1-2,-6 6,1 0,-1 0,1-1,-1 1,1 0,-1 0,0-1,0 1,0 0,0-1,0 1,0 0,0-1,0 1,0 0,-1 0,1-1,0 1,-1 0,1 0,-1-1,0 1,1 0,-1 0,0 0,0 0,1 0,-1 0,0 0,0 0,0 0,0 1,0-1,-1 0,1 1,0-1,0 0,-1 1,-49-20,40 17,-1 0,1 0,0 1,-1 0,0 1,1 1,-1 0,1 0,-1 1,0 1,1 0,-1 0,1 1,0 0,0 1,0 1,1 0,-1 0,1 1,7-4,1 0,-1 0,1 0,0 1,0-1,0 1,0-1,0 1,1 0,-1 0,1 0,0 0,0 0,0 0,0 0,0 0,1 0,-1 0,1 1,0-1,0 0,0 0,0 0,1 1,0-1,-1 0,1 0,0 0,0 0,0 0,1 0,-1 0,1 0,0-1,0 1,-1-1,2 1,-1-1,0 1,0-1,1 0,7 0,-1 0,1 0,0-1,0 0,0-1,0 0,0 0,0-1,0-1,0 1,0-2,-1 1,1-1,-1-1,0 0,0 0,0-1,0 0,-1 0,0-1,0 0,0-1,-1 1,0-2,0 1,0-1,-7 8,0-1,0 1,0-1,0 1,0-1,1 1,-1 0,0-1,0 1,0-1,1 1,-1 0,0-1,1 1,-1 0,0 0,1-1,-1 1,0 0,1 0,-1-1,1 1,-1 0,0 0,1 0,-1 0,1 0,-1-1,1 1,-1 0,1 0,-1 0,0 0,1 0,-1 1,1-1,-1 0,1 0,-1 0,0 0,1 0,-1 0,1 1,-1-1,0 0,1 0,-1 1,0-1,1 0,-1 1,0-1,1 0,-1 1,4 27,-2-11,-1-13,1 1,-1 0,1 0,0-1,1 0,-1 1,1-1,0 0,0 0,0 0,1-1,-1 1,1-1,0 1,0-1,0-1,0 1,1 0,-1-1,1 0,-1 0,1-1,3 2,7 1,0-1,0 0,0-1,0-1,0 0,0-1,6-1,-2 0,0 0,0-1,-1-1,1-1,-1-1,0 0,0-1,0-1,-1-1,0-1,-1 0,0-1,0 0,-1-2,0 0,-1 0,-1-1,0-1,0 0,-2-1,0 0,0-1,6-14,-9 9,-1-1,-1 0,-1 0,-1-1,-1 1,-1-1,-1 0,-1 0,-1 0,-1 0,0 1,-2-1,-1 1,-3-6,6 19,-1 1,-1 0,1 0,-1 1,-1-1,1 1,-1 0,0 0,-5-4,8 9,0-1,-1 1,1 1,0-1,-1 0,0 0,1 1,-1 0,0-1,0 1,1 0,-1 0,0 1,0-1,0 0,0 1,0 0,0 0,-1 0,1 0,0 0,0 1,0-1,0 1,0 0,1 0,-1 0,-1 1,-6 4,1 0,0 1,0 0,1 1,0 0,0 0,1 1,0 0,1 0,0 0,0 1,1 0,0 0,1 0,-2 7,-4 8,2 0,0 1,2-1,0 2,2-1,1 0,1 1,2-1,0 1,3 8,-2-23,0 0,1 0,1 0,0 0,0-1,1 1,1-1,0 0,1 0,0-1,0 1,1-1,0-1,1 1,0-1,1-1,-1 1,2-2,-1 1,1-1,0 0,1-1,7 3,-11-5,0-1,0 0,1 0,0-1,-1 0,1 0,0 0,0-1,0-1,0 1,0-1,0-1,0 1,0-1,0-1,-1 1,1-1,0-1,-1 1,1-1,-1-1,0 1,0-1,0-1,-1 1,1-1,-1 0,0-1,-1 1,1-1,3-5,48-96,-57 107,0-1,1 1,-1 0,0-1,0 1,0 0,1-1,-1 1,0 0,0-1,1 1,-1 0,0-1,1 1,-1 0,0 0,1 0,-1-1,0 1,1 0,-1 0,1 0,-1 0,0 0,1-1,-1 1,1 0,-1 0,0 0,1 0,-1 0,1 0,-1 1,0-1,1 0,-1 0,1 0,-1 0,0 0,1 1,-1-1,0 0,1 0,-1 0,0 1,1-1,-1 0,0 1,1-1,-1 0,0 1,0-1,0 0,1 1,-1-1,0 0,0 1,0-1,0 1,0-1,1 0,-1 1,7 30,-7-26,3 13,15 58,-17-73,0-1,0 0,0 1,0-1,1 0,-1 0,1 0,0 0,-1 0,1 0,0 0,0-1,0 1,0-1,1 1,-1-1,0 0,1 0,-1 0,0 0,1-1,-1 1,1 0,-1-1,1 0,0 1,1-1,8-3,-2 0,1 0,0-1,-1-1,1 0,-1 0,-1-1,1 0,-1 0,0-1,0-1,-1 1,0-2,-1 1,1-1,0-2,-4 7,33-36,-37 39,0 1,0 0,0-1,1 1,-1 0,0-1,1 1,-1 0,0 0,0 0,1-1,-1 1,1 0,-1 0,0 0,1 0,-1-1,0 1,1 0,-1 0,0 0,1 0,-1 0,1 0,-1 0,0 0,1 0,-1 0,1 0,-1 1,0-1,1 0,-1 0,0 0,1 0,-1 1,0-1,1 0,-1 0,0 0,0 1,1-1,-1 0,0 1,0-1,1 0,-1 1,0-1,0 0,0 1,0-1,1 0,-1 1,0-1,0 0,0 1,0-1,0 1,0-1,0 0,0 1,0-1,0 0,0 1,1 31,-1-28,-1 1,1-1,-1 1,1-1,0 1,0-1,1 1,-1-1,1 0,0 1,0-1,1 0,-1 1,1-1,0 0,0 0,0 0,1 0,-1-1,1 1,0-1,0 0,0 1,0-1,1 0,-1-1,1 1,0-1,0 0,0 1,3 0,10-1,0 0,0-1,0 0,0-2,0 0,0-1,0 0,0-2,0 0,0-1,-1 0,0-1,0-1,-1-1,9-6,1 2,0-1,-1-1,0-2,-1 0,-1-2,-1 0,0-1,-2-1,0-1,-1-1,-1-1,-1 0,-2-1,0 0,-1-1,-1-1,-1-2,-4 8,1 0,-2 0,-1-1,-1 0,0 0,-2-1,0 1,-2 0,0-1,-1 1,-1 0,-1-1,-6-18,8 35,-1 0,0 0,-1 0,1 0,-1 1,0-1,0 1,0 0,-1 0,0 0,1 0,-1 0,0 1,-1 0,1 0,-1 0,1 0,-1 1,0 0,0 0,0 0,0 0,0 1,-1 0,1 0,0 0,-1 1,1 0,-4 0,-7 3,1 2,-1-1,1 2,0 0,1 1,-1 0,1 1,1 1,-1 0,1 1,1 0,0 1,1 0,0 1,0 0,1 1,-7 13,3-7,1 1,1 0,1 1,1 1,1-1,1 1,1 1,-3 15,8-27,0 1,0 0,1-1,1 1,0 0,0-1,1 1,1-1,0 1,1-1,0 1,0-1,1 0,1 0,0-1,0 1,1-1,3 3,7 3,0 0,2-2,0 0,0-1,2-1,-1 0,2-2,-1 0,1-1,0-1,1-1,0-1,0-1,1-1,-1-1,1-1,15-1,-22 1,0-1,-1-1,1 0,0-1,0 0,-1-1,1-1,-1-1,1 0,-1-1,-1 0,1-2,-1 1,0-2,0 0,-1-1,0 0,-1 0,0-2,0 0,-1 0,-1-1,0 0,0 0,0-3,1-6,-14 30,-1-1,1 1,1 1,0-1,0 0,1 1,0-1,1 1,0 5,0-11,0 0,0 0,1 0,-1 0,1-1,0 1,0 0,1 0,-1-1,1 1,-1-1,1 1,0-1,0 0,1 1,-1-1,1 0,0-1,-1 1,1 0,0-1,1 0,-1 0,0 1,1-2,-1 1,1 0,-1-1,2 1,8-1,0 1,-1-2,1 0,0 0,0-1,-1-1,1 0,-1 0,1-2,-1 1,0-2,0 1,-1-2,0 0,1 0,-2-1,1 0,-1-1,0 0,-1 0,0-1,1-1,-5 4,0-1,-1 1,1-1,-2 0,1 0,-1 0,0 0,0-1,0 0,-1 1,-1-1,1-5,-14 54,11-37,-1 1,1-1,-1 1,1 0,1-1,-1 1,1 0,0 0,0 0,0-1,0 1,1 0,0 0,0-1,0 1,1 0,0-1,0 0,0 1,0-1,0 0,1 0,0 0,0 0,0 0,0-1,1 0,-1 1,1-1,0 0,0-1,1 1,8 0,0-2,0 0,0-1,0 0,-1-1,1 0,0-1,0 0,0-1,-1-1,0 0,0-1,0 0,0 0,-1-2,0 1,0-1,0-1,-1 0,4-5,53-47,-67 59,1 1,-1 0,0 0,1-1,-1 1,0 0,1 0,-1 0,0 0,1 0,-1 0,1 0,-1-1,0 1,1 0,-1 0,1 1,-1-1,0 0,1 0,-1 0,1 0,-1 0,0 0,1 0,-1 1,0-1,1 0,-1 0,0 0,1 1,-1-1,0 0,1 1,-1-1,0 0,0 0,0 1,1-1,-1 1,0-1,0 0,0 1,0-1,1 0,-1 1,0-1,0 1,0-1,0 0,0 1,0-1,0 1,0-1,0 0,0 1,-1 0,2 30,-1-25,0 2,0 1,0-1,1 0,0 0,0 0,1 0,0 0,1 0,0-1,0 1,0-1,1 1,0-1,0-1,1 1,5 5,-9-11,0 1,1-1,-1 0,0 0,1 0,-1 0,1-1,0 1,-1 0,1-1,0 1,-1-1,1 1,0-1,-1 0,1 0,0 0,0 0,-1 0,1 0,0 0,0-1,-1 1,1 0,0-1,-1 0,2 0,12-6</inkml:trace>
  <inkml:trace contextRef="#ctx0" brushRef="#br0" timeOffset="2926.437">5762 351,'-16'0,"-5"3,5 4,13 7,17 5,7-1</inkml:trace>
  <inkml:trace contextRef="#ctx0" brushRef="#br0" timeOffset="3497.029">6765 725,'-12'-11,"-2"-4,0 0,-1 1,-1 0,-1 2,1 0,-2 1,0 0,-14-5,25 14,-1 1,1 0,0 0,-1 1,1 0,-1 0,1 1,0 0,-1 0,1 0,0 1,0 0,0 1,0 0,0 0,1 0,-1 1,1 0,0 0,0 1,0-1,1 1,-1 1,1-1,1 1,-1 0,1 0,0 0,0 0,1 1,-1 0,2-1,-1 1,1 1,1-6,0-1,1 1,0 0,-1 0,1 0,0 0,0 0,0 0,0 0,0 0,1 0,-1 0,0 0,1 0,0-1,-1 1,1 0,0 0,0-1,0 1,0 0,0-1,0 1,1-1,-1 1,0-1,1 0,-1 1,1-1,-1 0,1 0,0 0,0 0,-1 0,1-1,0 1,0-1,0 1,0-1,0 1,0-1,0 0,0 0,88-4,-72 0,0-1,-1-1,1 0,-1-1,-1-1,1-1,-1 0,-1-1,0-1,0 0,-1-1,0-1,-1 0,-1 0,0-2,-1 1,0-2,-1 1,-1-1,0-1,-2 0,0 0,0 0,-1-2,0-5,-1-1,-1 1,-1-1,-1 0,-2 0,0 0,-1 0,-5-23,-17-4,22 51,0 0,0 0,1 1,-1-1,0 0,0 1,0-1,0 1,0-1,0 1,0-1,0 1,0 0,0-1,0 1,0 0,0 0,0 0,0 0,0 0,0 0,0 0,0 0,0 0,0 1,0-1,0 0,0 0,0 1,0-1,0 1,0-1,0 1,0 0,0-1,0 1,1 0,-1-1,0 1,1 0,-1 0,0 0,1 0,-1 0,1 0,-1 0,1 0,-1 0,1 0,-8 15,0-1,1 2,1-1,0 1,1 0,1 0,1 0,-1 11,4-28,-5 29,1 1,2 0,1 0,1-1,1 1,4 17,-3-35,0 0,1-1,0 1,1-1,0 0,1 0,0 0,0-1,2 0,-1 0,1 0,0-1,1 0,0 0,1-1,0 0,8 6,-10-9,1 0,-1 0,1-1,-1 0,1 0,0-1,0 0,1 0,-1-1,1 0,-1 0,1-1,0-1,-1 1,1-1,0-1,-1 1,1-2,0 1,-1-1,1 0,-1-1,0 0,0 0,0-1,0 0,-1 0,1-1,-1 0,0-1,-1 1,1-1,-1 0,4-5,-4 2,-1 0,0 0,0 0,0 0,-2-1,1 0,-1 0,0 0,-1-1,0 1,-1 0,0-1,-1 1,0-1,0 1,-1-1,-1 1,0-5,2 14,0 1,0-1,0 0,0 0,0 0,0 0,0 1,0-1,-1 0,1 0,0 0,0 1,-1-1,1 0,0 0,-1 1,1-1,-1 0,1 1,-1-1,1 0,-1 1,0-1,1 1,-1-1,0 1,1-1,-1 1,0 0,0-1,1 1,-1 0,0-1,0 1,1 0,-1 0,0 0,0 0,0 0,0 0,1 0,-1 0,0 0,0 0,0 0,1 1,-1-1,0 0,0 0,1 1,-1-1,0 1,0-1,1 1,-1-1,0 1,1-1,-1 1,1-1,-1 1,1 0,-1-1,1 1,-1 0,1 0,0 0,-3 4,0 1,1 0,0 0,1 0,-1 0,1 0,0 0,1 0,-1 0,1 0,0 1,1-1,0 0,0 0,0 0,0 0,1 0,0 0,0-1,1 1,0 0,0-1,0 0,0 0,1 0,0 0,0 0,1-1,-1 0,1 0,3 3,15 4,0 0,1-2,0 0,0-2,1-1,0 0,0-2,0-1,1-1,16-1,42 3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1:57.14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32 0,'-14'0,"-4"0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2:18.60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 99,'0'0,"-1"-1,0 1,0 0,1-1,-1 1,0-1,0 1,1-1,-1 1,1-1,-1 1,0-1,1 0,-1 1,1-1,-1 0,1 1,0-1,-1 0,1 0,0 0,-1 1,1-1,0 0,0 0,0 0,0 1,0-1,0 0,0 0,0 0,0 0,0 1,0-1,0 0,1 0,-1 0,0 1,1-1,-1 0,0 0,1 1,-1-1,1 0,-1 1,1-1,0 0,-1 1,1-1,-1 1,1-1,41-20,-4 12,1 2,0 2,0 1,0 3,24 1,-26 0,597 14,122-1,-290-38,-159 6,289 20,-150 18,-179-8,-26-1,11-10,531-23,-139 15,-480 4,105 13,155 37,-186-32,-229-26,-12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1:43.72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2820 2020,'-36'19,"0"2,1 2,1 1,1 1,1 2,2 1,-23 28,32-34,1 1,0 1,2 0,2 2,0 0,1 0,2 2,0 0,2 0,2 1,-7 29,14-51,1 0,0-1,0 1,0 0,1 0,0 0,1 0,-1 0,1 0,1-1,-1 1,1 0,0-1,0 1,1-1,0 0,0 0,1 0,0 0,0 0,0-1,0 0,1 1,0-2,0 1,0-1,1 1,5 2,2-2,1 0,-1-1,1 0,0-1,0 0,0-1,1-1,-1-1,0 0,0 0,1-1,-1-1,0-1,0 0,0-1,-1 0,1-1,-1 0,0-1,0-1,-1 0,0-1,0 0,-1-1,0 0,-1-1,1 0,-2 0,0-1,0-1,-1 1,6-12,1-9,-2 0,-2 0,-1-2,-1 1,-2-1,-1 0,-2-1,-1 1,-2-1,-1 1,-4-24,5 39,-1 0,-1 0,-1 0,0 0,-2 0,0 0,-1 0,-1 1,0 0,-2 0,0 0,6 15,0 1,0 0,0-1,0 1,-1 0,1 0,0 1,-1-1,1 0,-1 1,0-1,0 1,1 0,-1 0,0 0,0 0,0 1,0-1,0 1,0 0,0 0,0 0,0 0,0 0,0 0,0 1,0 0,0 0,0-1,0 2,0-1,1 0,-1 0,0 1,1 0,-1-1,1 1,0 0,-1 0,1 1,-1 1,-12 9,2 1,0 1,0 0,1 1,1 0,1 1,0 0,1 0,1 1,1 1,1-1,0 1,1 0,1 0,1 1,-1 12,4-15,1 1,0-1,1 0,0 0,2-1,0 1,1-1,1 1,0-1,1-1,1 0,0 0,1 0,0-1,2 0,27 34,2-1,3-3,25 21,-57-54,-1-2,6 3,-1 0,0 2,-1-1,0 2,-1 0,-1 1,-1 0,0 1,-1 0,0 0,-2 1,0 0,-1 1,-1 0,0 0,0 9,-7 16,-4-8</inkml:trace>
  <inkml:trace contextRef="#ctx0" brushRef="#br0" timeOffset="-1351.118">681 2033,'5'21,"1"22,2 19,0 19,-2 10,-4 9,-4 0,-3-5,1-9,0-18,1-20</inkml:trace>
  <inkml:trace contextRef="#ctx0" brushRef="#br0" timeOffset="-981.261">655 1980,'28'13,"-1"1,0 1,-1 2,-1 1,-1 1,0 0,-1 2,1 4,8 7,-1 1,-1 1,-2 2,-2 1,-1 0,6 17,-21-35,-1 0,0 0,-2 1,0 0,-1 0,-1 1,-1 0,-1 0,-1 0,-1 0,-1 0,0 1,-2-1,-2 13,2-24,0 0,0-1,-1 1,-1-1,1 0,-1 0,-1 0,0 0,0-1,-1 0,0 0,0 0,0-1,-1 0,-1 0,1-1,-1 0,0 0,0 0,-1-1,0-1,1 1,-2-2,1 1,0-1,-1 0,1-1,-1 0,-4-1,-6-1,0 0,0-2,0-1,0 0,0-2,1 0,0-1,0-1,-7-4,-11-3,45 18,8 1</inkml:trace>
  <inkml:trace contextRef="#ctx0" brushRef="#br0" timeOffset="1520.37">80 3303,'39'-8,"1"1,-1 2,1 2,0 2,1 1,-1 2,-1 2,33 7,71 0,-1-6,1-6,0-7,6-7,17 2,615-14,-149 3,330 8,-639 17,22-11,-189 9,-141-1,-15-1</inkml:trace>
  <inkml:trace contextRef="#ctx0" brushRef="#br0" timeOffset="2679.685">4237 1418,'12'199,"49"422,-41-455,4 144,-16 220,-1-33,61 302,3 145,-42-514,33 282,-23-380,-15 5,36 259,-41-437,0 18,-5-29,6-2,38 137,23-3,-53-165,-28-114,0 0,0 0,0 0,0-1,0 1,0 0,0 0,1-1,-1 1,0 0,0 0,1-1,-1 1,0 0,1 0,-1-1,1 1,-1-1,1 1,-1 0,1-1,0 1,-1-1,1 1,0-1,-1 0,1 1,0-1,0 0,-1 1,1-1,0 0,0 0,-1 0,1 0,0 1,0-1,0 0,-1 0,1-1,0 1,0 0,0 0,-1 0,1 0,0-1,0 1,-1 0,1-1,0 1,-1-1,1 1,0-1,-1 1,1-1,-1 1,1-1,-1 1,1-1,-1 0,1 1,-1-1,3-14,-1-2</inkml:trace>
  <inkml:trace contextRef="#ctx0" brushRef="#br0" timeOffset="3728.818">4438 3196,'253'12,"536"55,231-39,-177-10,-697-10,-1 7,-1 6,0 7,108 36,-190-45,-60-23,-9-3</inkml:trace>
  <inkml:trace contextRef="#ctx0" brushRef="#br0" timeOffset="5318.421">2500 148,'-18'21,"6"-9,1 0,0 1,1 0,0 1,1 0,0 1,2 0,-1 0,2 0,-1 3,7-4,0-1,1 1,1 0,0-1,1 1,0-1,1 0,0 0,1 0,1-1,0 1,0-1,1 0,1-1,0 0,1 0,0-1,5 5,2 5,-4-4,4 4,-1 0,-1 0,-1 2,-1 0,-1 0,2 8,-12-29,0 1,-1-1,0 0,1 1,-1-1,0 1,0-1,1 1,-1-1,0 1,0-1,-1 1,1-1,0 0,0 1,-1-1,1 1,-1-1,1 0,-1 1,0-1,0 0,1 1,-1-1,0 0,0 0,0 0,0 0,0 0,0 0,-1 0,1 0,0 0,0-1,-1 1,1-1,0 1,-1 0,1-1,-1 0,1 1,-1-1,1 0,0 0,-1 0,1 0,-1 0,1 0,-1 0,1-1,-1 1,1 0,0-1,-1 1,0-1,-4-3,0 1,1-1,-1 0,1 0,0 0,0-1,1 0,-1 0,1 0,0-1,0 1,1-1,0 0,0 0,0 0,1 0,-1 0,1-1,1 1,0-1,0 1,0-1,0 0,1 0,0 1,1-1,0 0,0 1,0-1,0 1,1-1,1 1,-1 0,2-2,9-19,3 1,0 0,1 1,2 1,0 1,19-17,0-2,-37 40,13-12,0 0,-1-1,-1 0,-1-1,0 0,-1-1,-1 0,0 0,-2-1,0 0,0-1,-2 0,0-3,-5 23,-1 0,1-1,-1 1,0-1,1 0,-1 1,1-1,-1 1,0-1,0 0,1 1,-1-1,0 0,1 0,-1 0,0 0,0 0,1 0,-1 0,0 0,0 0,1 0,-1 0,0 0,0 0,1 0,-1-1,0 1,1 0,-1-1,0 1,1 0,-1-1,0 1,1-1,-1 1,1-1,-1 1,1-1,-1 1,1-1,-1 0,1 1,0-1,-1 0,1 1,0-1,0 0,-1 0,1 1,0-1,0 0,0 0,0 1,0-1,0 0,0 0,0 1,0-1,0 0,0 0,1 1,-1-2,-6 15,0 0,0 0,1 0,1 0,0 1,1 0,1 0,0 0,0 0,2 13,-1 13,2-1,2 0,1 1,2-2,2 1,1-1,2 0,2-1,1 0,8 10,-19-38,1-1,0 0,1 0,0 0,0 0,1-1,-1 1,2-1,-1-1,1 0,0 1,7 3,-13-9,0-1,0 1,1 0,-1-1,0 0,0 1,1-1,-1 0,0 1,1-1,-1 0,0 0,0 0,1 0,-1 0,0-1,1 1,-1 0,0 0,0-1,1 1,-1-1,0 1,0-1,0 0,0 1,0-1,0 0,0 0,0 0,0 0,0 0,0 0,0 0,8-13</inkml:trace>
  <inkml:trace contextRef="#ctx0" brushRef="#br0" timeOffset="5564.751">2606 469,'-2'0,"6"-2,16-4,18-4,19-6,15-2,7 0,2 0,-14 3</inkml:trace>
  <inkml:trace contextRef="#ctx0" brushRef="#br0" timeOffset="5746.325">3181 495,'5'2,"3"4,1 2,-6 5,-3 0</inkml:trace>
  <inkml:trace contextRef="#ctx0" brushRef="#br0" timeOffset="6045.069">2366 1151,'4'23,"2"20,0 18,-1 13,-2 9,-3 1,-4-5,-1-9,-1-16</inkml:trace>
  <inkml:trace contextRef="#ctx0" brushRef="#br0" timeOffset="6330.308">2219 1284,'4'-7,"1"0,-1 1,1-1,0 1,1 0,0 1,0-1,0 1,0 0,1 0,0 1,0 0,0 0,0 1,1 0,0 0,4-1,7-1,-1 1,1 0,0 2,1 0,-1 1,17 2,-30-2,0 1,0 1,0-1,-1 1,1 0,0 0,0 1,0 0,-1 0,1 0,-1 1,1 0,-1 0,0 0,4 3,-9-5,1 1,0-1,0 0,0 1,0-1,-1 1,1-1,-1 1,1-1,-1 1,0-1,0 1,1-1,-1 1,0-1,0 1,0 0,-1-1,1 1,0-1,-1 1,1-1,-1 1,1-1,-1 1,1-1,-1 0,0 1,0-1,0 0,0 0,0 1,0-1,-1 1,-42 37,-66 24,80-51</inkml:trace>
  <inkml:trace contextRef="#ctx0" brushRef="#br0" timeOffset="6930.708">2647 1364,'5'-25,"2"-5,-1 0,-2 0,-1 0,-1-1,-1 1,-4-26,-7 27,10 29,0 0,0-1,0 1,0-1,0 1,0-1,0 1,0 0,-1-1,1 1,0 0,0-1,-1 1,1 0,0-1,0 1,-1 0,1-1,0 1,-1 0,1 0,0-1,-1 1,1 0,-1 0,1 0,0-1,-1 1,1 0,-1 0,1 0,0 0,-1 0,1 0,-1 0,1 0,0 0,-1 0,1 0,-1 0,1 0,-1 0,1 1,0-1,-1 0,1 0,0 0,-1 1,1-1,-1 0,1 0,0 1,0-1,-1 0,1 1,0-1,0 0,-1 1,1-1,0 0,0 1,0-1,-1 1,0 0,0 1,1 0,-1-1,0 1,0 0,1 0,-1 0,1-1,0 1,-1 0,1 0,0 0,0 0,0 0,0 0,0-1,1 1,-1 0,1 0,-1 0,1 0,0-1,-1 1,1 0,0-1,0 1,0 0,0-1,1 1,-1-1,0 0,1 1,-1-1,1 0,-1 0,1 0,0 0,68 26,90-16,-157-11,-1 0,1 1,0-1,-1 1,1 0,-1 0,1 0,-1 0,1 0,-1 1,1-1,-1 1,0 0,0-1,0 1,0 0,0 0,0 0,-1 0,1 1,-1-1,1 0,-1 1,0-1,0 1,0-1,0 1,-1 0,1-1,-1 1,1 0,-1-1,0 1,0 0,0 0,-13 169,13-169,1 0,-1-1,0 1,1-1,-1 1,1-1,0 1,0-1,0 0,0 1,0-1,1 0,-1 0,1 0,-1 0,1 0,0 0,0 0,0 0,0-1,0 1,0-1,0 0,0 1,1-1,-1 0,1 0,-1 0,1-1,-1 1,1-1,-1 1,1-1,-1 0,1 0,-1 0,1 0,0 0,-1-1,1 1,-1-1,1 0,-1 1,0-1,1 0,-1-1,2 0,11-6,0-1,-1-1,0-1,0 0,-1 0,-1-1,0-1,0 0,-1-1,-1 0,0-1,2-6,-6 12,0 0,-1 0,0-1,0 0,-1 0,0 0,-1 0,0-1,-1 0,0 1,-1-1,1-5,-2 15,0 0,0 0,0 0,0 0,0 0,0 0,0 0,-1 0,1 0,0 0,0 0,-1 1,1-1,-1 0,1 0,0 0,-1 0,0 1,1-1,-1 0,1 1,-1-1,0 0,0 1,1-1,-1 1,0-1,0 1,0-1,1 1,-1-1,0 1,0 0,0 0,0-1,0 1,0 0,0 0,0 0,0 0,0 0,0 0,1 0,-1 1,0-1,0 0,-34 29,30-20,0 1,1-1,0 1,1 0,0 1,1-1,0 0,1 1,0 0,0-1,1 1,1-1,-1 1,2-1,0 1,2 9,-1-15,-1-1,1 1,0-1,0 0,0 0,1 0,-1 0,1 0,0-1,0 0,0 0,1 0,-1 0,1-1,-1 0,1 0,0 0,0 0,0-1,0 1,0-1,0-1,0 1,1-1,-1 0,0 0,2 0,30-3</inkml:trace>
  <inkml:trace contextRef="#ctx0" brushRef="#br0" timeOffset="7395.902">3436 1084,'5'-1,"0"0,0 0,1 0,-1 1,0 0,0 0,1 0,-1 1,0-1,0 1,1 0,-1 1,0 0,0-1,0 1,-1 1,1-1,0 1,-1 0,0 0,0 0,0 1,0-1,0 1,0 0,-1 0,0 0,0 1,0-1,0 1,-1-1,0 1,0 0,0 0,-1 0,1 1,6 25,-1 0,-1 1,-2-1,-1 1,-1 0,-3 25,2 22,0-75,-2 27,3 1,0-1,2 0,1 0,2 0,1 0,1-1,7 12,-13-35,1-1,0 1,0-1,0 0,1 0,0 0,0 0,1-1,-1 0,1 0,0-1,1 0,-1 0,1 0,-1-1,1 1,5 0,-10-3,0-1,0 0,0 1,0-1,0 0,0 0,0 0,0-1,0 1,-1 0,1-1,0 1,0-1,0 1,-1-1,1 0,0 0,0 0,-1 0,1 0,-1 0,1-1,-1 1,0 0,1-1,-1 1,0-1,0 1,0-1,0 0,0 1,0-1,-1 0,1 0,0 0,8-68,-10 56,-2-1,0 1,0 0,-2 1,1-1,-2 1,0 0,0 0,-1 0,-1 1,0 0,-1 1,0 0,0 0,-1 1,-1-1,-9-6,1 0,-2 2,0 0,-1 1,-1 1,0 1,0 1,-13-4,-145-27,174 37,18-1,-10 6,237-74,-13 11,-173 50</inkml:trace>
  <inkml:trace contextRef="#ctx0" brushRef="#br0" timeOffset="9567.686">5681 2033,'-11'2,"0"1,0 0,1 1,-1 0,1 1,0 0,0 0,0 1,1 1,0-1,0 2,1-1,0 1,0 0,0 1,1 0,-13 17,1 2,2 0,0 1,-9 25,12-27,2 0,0 1,2 0,2 1,0 0,2 0,-3 28,9-54,-1-1,1 1,-1 0,1 0,0 0,0 0,1-1,-1 1,0 0,1 0,0 0,-1-1,1 1,0 0,1-1,-1 1,0-1,1 1,-1-1,1 1,0-1,0 0,0 0,0 0,0 0,0 0,1-1,-1 1,0-1,1 1,-1-1,1 0,0 0,-1 0,1 0,0-1,0 1,0-1,-1 1,1-1,0 0,0 0,0 0,0-1,1 1,12-7,0 0,0 0,0-1,-1-1,0-1,0 0,-1-1,-1-1,0 0,0-1,-2 0,1 0,-2-2,0 1,1-3,6-9,0-1,-2 0,-2-1,0-1,-2 0,0-1,-3 0,0 0,-2-1,-1 0,-2 0,-1 0,-1 0,-2 0,-1-1,-2-5,-26-51,29 86,0 0,0 0,0 0,0 0,-1 1,1-1,-1 0,1 1,-1-1,0 1,0 0,1-1,-1 1,0 0,0 0,0 0,0 0,0 1,-1-1,1 0,0 1,0 0,0-1,-1 1,1 0,0 0,0 0,-1 0,1 1,0-1,0 1,0-1,0 1,-1 0,1 0,0 0,0 0,0 0,0 0,-7 7,0 1,0 0,0 0,1 0,1 1,0 0,0 1,1-1,0 1,1 1,0-1,1 1,0-1,1 1,0 1,1-1,0 0,1 0,0 1,1-1,1 5,3 7,2-1,0 1,1-1,1-1,2 1,0-2,1 1,1-1,1-1,1 0,1-1,0 0,12 9,41 60,-53-69,-1 1,-1 0,-1 1,-1 0,0 1,-2 0,-1 1,6 20,-14-41,1 0,0 1,-1-1,0 0,1 0,-1 1,0-1,0 0,0 1,0-1,-1 0,1 1,-1-1,1 0,-1 0,0 0,0 1,0-1,0 0,0 0,0 0,-1-1,1 1,-1 0,1 0,-1-1,0 1,1-1,-1 1,0-1,-1 0,-7 1</inkml:trace>
  <inkml:trace contextRef="#ctx0" brushRef="#br0" timeOffset="9961.649">5909 1739,'4'0,"4"0,8 0,7 0,10 0,7 0,7 0,4 0,3 0,-1 0,-6 0,-5 0,-11 0</inkml:trace>
  <inkml:trace contextRef="#ctx0" brushRef="#br0" timeOffset="10213.972">6162 1538,'0'14,"0"13,0 16,0 12,3 11,2 6,3 6,1 1,-3-2,-1-14</inkml:trace>
  <inkml:trace contextRef="#ctx0" brushRef="#br0" timeOffset="11331.864">5855 1,'-7'0,"0"1,0 0,0 1,0 0,0 0,0 0,1 1,-1 0,1 0,0 0,-1 1,2 0,-1 0,0 1,1 0,0 0,0 0,0 0,1 1,-4 6,1-3,1 1,0 0,1 0,0 1,1 0,0-1,1 2,0-1,1 0,0 1,0-1,1 7,1-10,1 0,0 0,0 0,1 0,0 0,0 0,1-1,0 1,0-1,1 1,0-1,0-1,1 1,0 0,0-1,0 0,1 0,113 85,-44-38,-71-51,0 1,-1-1,1 1,0 0,-1 0,0 0,0 0,0 0,0 1,-1 0,1-1,-1 1,0 0,0 0,0 0,-1 0,1 1,-1-1,0 0,0 1,0-1,-1 1,0-1,0 1,0-1,0 1,-1-1,0 0,0 3,-4 0,0 0,0 0,-1-1,0 0,0 0,0 0,-1-1,0 0,0 0,0-1,-1 0,1 0,-1-1,0 0,0 0,0 0,-1-1,1-1,-4 1,11-2,-1 1,0-1,1 0,-1 0,0 0,1 0,-1 0,0 0,1 0,-1 0,0-1,1 1,-1-1,1 1,-1-1,0 0,1 1,0-1,-1 0,1 0,-1 0,1 0,0-1,0 1,-1 0,1 0,0-1,0 1,1 0,-1-1,0 1,0-1,1 1,-1-1,0 0,1 1,0-1,-1 0,1 1,0-1,11-70,8 24,2 2,2 0,19-25,6-15,-21 35,-3-2,-2-1,1-10,-20 90,-3-23,-2 82,4 0,3 0,11 54,-11-111,-2-2,2-1,0 0,2 0,1-1,2 4,21 10,-30-37,0 0,-1 0,1-1,0 1,0 0,0-1,0 1,0-1,0 1,0-1,1 1,-1-1,0 0,0 0,0 0,0 1,0-1,1 0,-1 0,0 0,0-1,0 1,0 0,0 0,0-1,1 1,-1 0,0-1,0 1,0-1,0 0,0 1,0-1,-1 0,1 1,0-1,0 0,0 0,0 0,8-16,-2-2</inkml:trace>
  <inkml:trace contextRef="#ctx0" brushRef="#br0" timeOffset="11581.196">5975 349,'-15'-5,"-13"-1,-4 0,2 1,8 2,17 1,18 0,23 0,21-3,19-5,18-4,8 0,-14 1</inkml:trace>
  <inkml:trace contextRef="#ctx0" brushRef="#br0" timeOffset="12082.304">6818 482,'24'89,"4"-1,24 50,-30-100,-22-37,1-1,-1 1,1-1,-1 1,1-1,-1 1,1-1,-1 1,1-1,0 0,-1 1,1-1,0 0,-1 1,1-1,0 0,0 0,-1 0,1 0,0 0,-1 0,1 0,0 0,0 0,-1 0,1 0,0 0,-1-1,1 1,0 0,-1 0,1-1,0 1,-1 0,1-1,0 1,-1-1,1 1,-1-1,1 1,-1-1,1 1,-1-1,0 1,1-1,-1 0,0 1,1-1,-1 0,0 1,0-1,1 0,-1 0,0 1,0-2,5-12,-1-1,0 1,-1-1,-1 0,0 0,-1-1,-1 1,0 0,-1-1,1-26,0 34,0 0,-1 1,1-1,1 1,-1 0,1-1,1 1,-1 0,1-1,0 1,1 0,0 0,0 1,0-1,1 1,0-1,1 0,10-6</inkml:trace>
  <inkml:trace contextRef="#ctx0" brushRef="#br0" timeOffset="12336.494">7299 549,'-5'16,"-1"12,0 6,2 3,0 4,5-2,3 0,4-3,2-5,0-7</inkml:trace>
  <inkml:trace contextRef="#ctx0" brushRef="#br0" timeOffset="12582.829">7232 349,'10'9,"8"5,3 0</inkml:trace>
  <inkml:trace contextRef="#ctx0" brushRef="#br0" timeOffset="12748.384">7593 629,'-4'16,"-5"12,0 6,2 4,1-3,2-2,4-7,5-7,1-8</inkml:trace>
  <inkml:trace contextRef="#ctx0" brushRef="#br0" timeOffset="12917.934">7486 255,'0'0</inkml:trace>
  <inkml:trace contextRef="#ctx0" brushRef="#br0" timeOffset="13088.478">7928 81,'-10'43,"3"1,2 0,1 0,3 1,1 9,0-39,-1 55,3 0,3 0,3 0,4-1,13 47,-23-106,1 0,0 0,1-1,0 1,0-1,1 0,0 0,0 0,1-1,0 0,1 0,0 0,0-1,1 0,-1-1,4 3,-9-8,1 0,-1 0,1-1,0 1,-1 0,1-1,0 0,-1 1,1-1,0 0,-1 0,1-1,0 1,-1 0,1-1,-1 0,1 0,0 1,-1-1,0-1,1 1,-1 0,0-1,1 1,-1-1,0 0,0 1,0-1,0 0,15-19</inkml:trace>
  <inkml:trace contextRef="#ctx0" brushRef="#br0" timeOffset="13259.031">7847 469,'14'0,"15"0,17 0,15-2,11-4,-5 1</inkml:trace>
  <inkml:trace contextRef="#ctx0" brushRef="#br0" timeOffset="15899.239">882 4012,'-9'6,"1"1,0 1,0-1,1 1,-1 0,2 1,-1 0,1 0,1 0,0 1,0 0,0 0,2 0,-1 1,1-1,1 1,-2 8,2 0,0-1,1 0,0 1,2-1,0 1,1-1,1 0,1 0,0 0,2 3,-1-8,0-1,1 1,0-1,1-1,0 1,1-1,0-1,1 1,6 4,-11-10,0-1,1 0,0-1,0 1,0-1,0 0,0 0,0 0,1-1,0 1,-1-2,1 1,0 0,0-1,0 0,0-1,0 1,0-1,0 0,0-1,0 1,3-2,-2-2,0 1,-1-1,1-1,-1 1,0-1,0-1,-1 1,1-1,-1 0,0 0,-1 0,0-1,0 1,0-1,0 0,-1 0,-1-1,1 1,0-3,4-6,-1 1,0-1,-1 0,-1-1,-1 1,0-1,-1 0,0 1,-2-1,0 0,-1 0,0 0,-2 0,0 1,0-1,-2 1,0 0,-1 0,-1 0,0 1,-1 0,-5-6,7 11,-1 0,-1 1,0 0,0 0,-1 1,0 0,0 0,-1 1,0 0,-1 1,1 0,-1 1,0 0,0 0,-1 1,1 1,-2 0,10 3,0-1,0 1,0 1,0-1,0 0,0 1,0 0,0-1,0 1,0 0,1 1,-1-1,0 0,1 1,-1 0,1-1,-1 1,1 0,0 0,0 0,0 1,0-1,0 0,0 1,0 1,-32 73,33-74,-42 180,34-126</inkml:trace>
  <inkml:trace contextRef="#ctx0" brushRef="#br0" timeOffset="16680.11">908 5121,'-7'7,"0"0,1 1,-1-1,1 1,1 1,-1-1,2 1,-1 0,1 0,0 0,1 1,0-1,1 1,0-1,0 1,1 0,0 0,1 1,-1 10,2 0,1-1,0 1,1-1,2 0,0 0,1 0,3 6,-8-20,1 1,0-1,0 0,0 0,1 0,0 0,1 0,-1 0,1-1,0 1,0-1,1 0,-1-1,1 1,0-1,0 0,1 0,-1 0,1-1,0 0,0 0,0 0,0-1,1 0,-1 0,1-1,-1 1,1-2,0 1,-1-1,1 0,-1 0,1 0,6-2,0-4,1-1,-1 0,0-1,-1-1,0 0,0 0,-1-1,0-1,-1 0,0 0,-1-1,0 0,-1 0,0-1,3-9,-1 4,-1 0,-1 0,0-1,-1 0,-2 0,0-1,-1 1,0-4,-3 15,0 0,0 0,-1 0,-1 0,1 0,-1 1,0-1,-1 0,0 0,0 1,-1-1,0 1,0-1,-1 1,0 0,0 1,0-1,-1 1,0 0,0 0,-5-4,1 3,-1 1,0 0,0 0,-1 1,0 0,0 1,0 0,0 1,0 0,-1 1,0 0,1 1,-1 0,0 1,0 0,1 1,-1 0,0 1,1 0,-1 1,1 0,0 1,0 0,0 1,1 0,-1 1,1 0,0 0,1 1,0 1,0 0,0 0,1 0,1 1,-1 0,1 1,0 0,-3 11,0 1,2 0,0 0,1 1,2 0,0 0,1 0,2 1,0-1,1 4,-1 31</inkml:trace>
  <inkml:trace contextRef="#ctx0" brushRef="#br0" timeOffset="18204.98">0 5976,'45'-3,"0"-2,0-1,-1-3,0-2,9-4,57-14,-7 8,0 5,2 5,31 3,389-42,-314 24,369-31,-379 30,1 9,35 8,258-2,596 12,-556-14,822 15,-737-15,-458 11,116-19,-234 17,23-5,0 3,1 4,-1 2,50 6,15 15,-132-20,0 0,-1 0,1 1,0-1,0 0,0 0,0 1,0-1,0 0,0 0,0 1,0-1,0 0,0 0,0 1,0-1,0 0,0 0,0 1,0-1,0 0,0 0,1 1,-1-1,0 0,0 0,0 0,0 1,0-1,1 0,-1 0,0 0,0 1,0-1,1 0,-1 0,0 0,0 0,1 0,-1 0,0 1,0-1,0 0,1 0,-1 0,0 0,0 0,1 0,-1 0,0 0,-11 2</inkml:trace>
  <inkml:trace contextRef="#ctx0" brushRef="#br0" timeOffset="22200.26">2887 3877,'-1'-1,"0"0,0 0,-1 0,1 0,0 0,-1 0,1 0,0 0,-1 0,1 1,-1-1,0 1,1-1,-1 1,1 0,-1-1,0 1,1 0,-1 0,0 0,1 0,-1 0,0 1,0-2,-7 0,0 1,0 0,1 0,-1 0,0 1,0 0,0 1,1 0,-1 0,1 1,0 0,0 1,0 0,0 0,0 0,1 1,0 0,0 1,0 0,-3 3,-29 79,38-84,-2 9,0 1,0-1,1 1,1 0,0-1,1 1,1 0,1 7,4 3,1 0,1-1,1 1,1-2,1 1,5 6,-12-24,0 0,0 0,1 0,-1-1,1 0,0 0,0 0,1-1,-1 0,1 0,-1 0,1-1,0 1,0-1,0-1,0 1,0-1,1 0,-1 0,0-1,1 0,-1 0,0-1,0 1,1-1,-1-1,0 1,0-1,0 0,0-1,0 1,-1-1,1 0,3-3,0-2,0 1,-1-1,0-1,-1 1,0-1,0-1,-1 1,0-1,-1 0,0 0,-1-1,0 0,0 1,-1-2,0 1,-1-2,4-120,-8 81,3 42,-1 1,0-1,0 1,-1 0,0-1,-1 1,0 0,0 0,-1 0,0 0,-1 0,0 0,0 1,-1 0,0 0,-4-5,6 10,0 0,-1 0,1 0,-1 0,0 0,1 1,-1 0,-1-1,1 2,0-1,0 0,-1 1,1 0,-1 0,1 0,-1 0,1 1,-1 0,0 0,1 0,-1 1,1-1,-4 2,0-1,1 2,-1-1,1 1,-1 0,1 0,0 1,0 0,1 0,-1 1,1 0,0 0,0 0,-5 7,-12 8,14-12</inkml:trace>
  <inkml:trace contextRef="#ctx0" brushRef="#br0" timeOffset="24607.263">2767 4907,'20'-41,"22"-46,-29 55,2 1,1 1,2 1,9-11,-27 40,0 1,0-1,0 1,0-1,0 1,0-1,0 1,0-1,1 1,-1-1,0 0,0 1,1-1,-1 1,0-1,1 0,-1 1,0-1,1 0,-1 1,1-1,-1 0,0 1,1-1,-1 0,1 0,-1 0,1 1,-1-1,1 0,-1 0,1 0,-1 0,1 0,-1 0,1 0,-1 0,1 0,-1 0,1 0,-1 0,1-1,-1 1,0 0,1 0,-1 0,1-1,-1 1,1 0,-1 0,0-1,1 1,-1 0,0-1,1 1,-1-1,0 1,1 0,-1-1,0 1,0-1,1 1,-1-1,0 1,0-1,0 1,0-1,0 1,2 44,-2-38,-2 281,-24-16,26-267,1-1,-1 1,-1 0,1 0,0 0,-1-1,0 1,0 0,0-1,0 1,-1-1,1 1,-1-1,0 1,0-1,0 0,0 0,-1 0,1 0,-1-1,0 1,0-1,0 1,0-1,0 0,0 0,-1 0,1-1,-1 1,1-1,-1 0,0 0,1 0,-1 0,0-1,0 1,1-1,-1 0,0 0,0-1,0 1,0-1,4 1,1 0,-1-1,1 1,-1 0,1-1,-1 1,1 0,-1-1,0 1,1 0,-1-1,0 1,1-1,-1 1,0-1,1 1,-1-1,0 1,0-1,0 1,0-1,1 1,-1-1,0 1,0-1,0 1,0-1,0 1,0-1,0 1,0-1,0 0,-1 1,1-1,0 1,0-1,0 1,-1-1,1 1,0 0,0-1,-1 1,1-1,0 1,-1-1,1 1,-1 0,1-1,-1 1,1 0,0-1,-1 1,1 0,-1 0,0-1,37-5,-1 0,1 2,0 2,0 2,22 2,4-1,12 12,-66-9</inkml:trace>
  <inkml:trace contextRef="#ctx0" brushRef="#br0" timeOffset="26504.797">668 6738,'25'-64,"-17"49,43-67,4 2,39-41,-85 109,6-7,47-45,-61 64,0 0,0 0,0 0,0 0,-1 0,1 1,0-1,0 0,0 1,0-1,0 1,0-1,0 1,-1-1,1 1,0-1,0 1,-1 0,1 0,0-1,-1 1,1 0,-1 0,1 0,-1 0,1-1,-1 1,0 0,1 0,-1 0,0 0,0 0,0 0,0 0,0 0,0 0,0 0,0 0,0 0,0 0,0 0,-1 0,1 0,0 0,-1 0,1 0,-1 0,-33 271,25-140,8 88,1-217,-1-2,1-1,-1 1,1 0,0 0,-1-1,1 1,0 0,0 0,0 0,0-1,-1 1,1 0,0 0,0 0,1 0,-1-1,0 1,0 0,0 0,0 0,1-1,-1 1,0 0,1 0,-1-1,1 1,-1 0,1-1,-1 1,1 0,-1-1,1 1,0-1,-1 1,1-1,0 1,-1-1,1 0,0 1,0-1,-1 0,1 1,0-1,0 0,0 0,-1 0,1 0,0 0,0 0,7-6</inkml:trace>
  <inkml:trace contextRef="#ctx0" brushRef="#br0" timeOffset="27682.153">722 8143,'34'-54,"3"1,34-36,-25 32,19-18,-64 75,0 0,0 0,-1 0,1 0,0 1,0-1,0 0,-1 0,1 0,0 1,0-1,0 0,-1 1,1-1,0 0,-1 1,1-1,0 1,-1 0,1-1,-1 1,1-1,-1 1,1 0,-1-1,1 1,-1 0,0 0,1-1,-1 1,0 0,1 0,-1-1,0 1,0 0,0 0,0 0,0 0,0-1,0 1,0 0,0 0,0 0,-1-1,1 1,0 0,0 0,-1 0,1 0,1 247,7 122,-8-355,0 0,-1-1,-1 1,0-1,-1 1,0-1,-1 0,-1 0,-6 13,10-25,0-1,-1 1,1-1,0 0,-1 1,1-1,0 0,-1 1,0-1,1 0,-1 0,0-1,1 1,-1 0,0 0,0-1,0 1,0-1,0 0,0 1,1-1,-1 0,0 0,0 0,0-1,0 1,0 0,0-1,0 1,0-1,1 1,-1-1,0 0,0 0,1 0,-1 0,1 0,-1 0,1-1,-2 0,3 1,0 1,0-1,0 1,0-1,0 1,0-1,0 1,0-1,0 0,0 1,0-1,1 1,-1-1,0 1,0-1,1 1,-1-1,0 1,0 0,1-1,-1 1,1-1,-1 1,0 0,1-1,-1 1,1 0,-1-1,1 1,-1 0,1 0,-1 0,1-1,-1 1,1 0,-1 0,1 0,-1 0,1 0,0 0,-1 0,1 0,-1 0,1 0,-1 0,1 0,-1 1,1-1,-1 0,1 0,-1 0,1 1,195 13,41 19,-205-30</inkml:trace>
  <inkml:trace contextRef="#ctx0" brushRef="#br0" timeOffset="29853.138">2807 6364,'-4'-2,"0"0,0 0,-1 0,1 1,-1 0,1-1,-1 2,0-1,1 0,-1 1,0 0,0 0,1 0,-1 1,0 0,-1 0,-3 2,0 1,1 0,-1 1,1-1,0 2,0-1,1 1,0 0,0 1,0 0,1 0,-1 0,2 1,-1-1,1 1,1 1,-1-1,1 1,1 0,0 0,0 0,0 1,-1 10,1 1,1 0,1 0,1 0,0 0,3 13,0-9,1 0,1 0,1 0,1-1,1 0,1 0,6 8,-11-24,1-1,-1 1,1-1,1-1,-1 1,1-1,1 0,-1 0,1-1,0 0,0 0,0 0,1-1,-1 0,1-1,0 0,1 0,-1 0,0-1,1-1,-1 1,1-1,-1-1,1 1,0-2,-1 1,1-1,-1 0,1-1,-1 0,0 0,1-1,4-2,-5 1,0 1,1-1,-1-1,-1 0,1 0,-1 0,0-1,0 0,0 0,-1-1,0 0,-1 0,1 0,-1-1,0 0,-1 0,0 0,-1-1,2-3,41-175,-43 176,-1-1,0 0,0 1,-1-1,-1 0,0 0,0 0,-1 1,-1-1,0 0,-1 1,0-1,0 1,-5-8,7 17,0-3,0 1,0-1,0 1,-1 0,0-1,0 1,0 0,0 0,0 0,-1 1,0-1,0 0,0 1,0 0,-1 0,1 0,-1 0,0 0,0 1,0 0,0 0,0 0,0 0,-1 0,1 1,-4-1,-114-5,116 7,1 0,-1 1,0-1,1 1,-1 0,0 0,1 1,0 0,-1 0,1 0,0 0,0 1,0 0,0 0,1 0,-1 1,1-1,0 1,0 0,0 1,-2 2,0 2</inkml:trace>
  <inkml:trace contextRef="#ctx0" brushRef="#br0" timeOffset="30947.182">722 7167,'0'0,"0"0,0 0,1 0,-1 0,0 0,0 0,1 0,-1 0,0 0,0 1,0-1,1 0,-1 0,0 0,0 0,0 1,1-1,-1 0,0 0,0 0,0 1,0-1,0 0,1 0,-1 1,0-1,0 0,0 0,0 1,0-1,0 0,0 0,0 1,0-1,0 0,0 0,0 1,0-1,0 0,0 0,0 1,0-1,-1 0,1 0,0 1,0-1,0 0,0 0,0 0,-1 1,1-1,0 0,0 0,31 2,-29-1,281-1,-251 5,-53 10,4-8,0-1,0-1,0 0,-1-1,1-1,-1 0,-3-1,20-2</inkml:trace>
  <inkml:trace contextRef="#ctx0" brushRef="#br0" timeOffset="31403.092">975 7100,'3'99,"-3"-99,0 0,0 0,1 0,-1 0,0 0,0 0,1 0,-1 0,0 0,0 0,1 0,-1 0,0 0,0 0,1 0,-1 0,0 0,0 0,1 0,-1 0,0 0,0 0,0 1,1-1,-1 0,0 0,0 0,0 0,1 0,-1 1,0-1,0 0,0 0,0 0,0 1,1-1,-1 0,0 1,3-27,-2-72,10 191,-10-77</inkml:trace>
  <inkml:trace contextRef="#ctx0" brushRef="#br0" timeOffset="31655.421">975 7100,'-1'19,"1"-16,-1 0,0 0,1 0,-1 0,1 0,0 0,0 1,0-1,1 0,-1 0,1 0,0 0,-1 0,1 0,1 0,-1 0,0 0,1 0,-1 0,1-1,0 1,0-1,0 1,0-1,1 0,-1 0,2 1,10 0,1 0,0-1,-1 0,1-2,0 1,0-2,0 0,0-1,0 0,10-4,-13 4,85-17,-97 20,0-1,-1 0,1 0,0 0,0 1,-1-1,1 0,0 1,0-1,0 0,-1 0,1 1,0-1,0 0,0 1,0-1,0 0,0 1,0-1,0 0,0 1,0-1,0 0,0 1,0-1,0 0,0 1,0-1,0 0,0 1,0-1,0 0,1 1,-1-1,0 0,0 0,0 1,1-1,-1 0,0 0,0 1,1-1,-1 0,0 0,0 1,1-1,-1 0,0 0,1 0,-1 0,0 0,1 0,-1 1,0-1,1 0,-1 0,0 0,1 0,-1 0,0 0,1 0,-1 0,0-1,1 1,-1 0,0 0,1 0,-1 0,-20 18,6-9</inkml:trace>
  <inkml:trace contextRef="#ctx0" brushRef="#br0" timeOffset="32934.128">2593 8169,'44'-86,"-3"-3,6-28,16-38,-31 98,-32 57,0 0,1 0,-1 0,0 0,1-1,-1 1,0 0,1 0,-1 0,1 0,-1 0,0 0,1 0,-1 0,1 0,-1 0,0 0,1 0,-1 0,1 0,-1 1,0-1,1 0,-1 0,0 0,1 0,-1 1,0-1,1 0,-1 0,0 1,1-1,-1 0,0 1,0-1,1 0,-1 1,0-1,0 0,0 1,0-1,0 1,1-1,-1 0,0 1,0-1,0 0,0 1,0-1,0 1,0-1,0 0,0 1,0-1,-1 1,1-1,0 0,0 1,0-1,0 1,0-1,-1 0,1 1,0-1,-9 233,3 106,5-315,-1 0,-1 0,-1 0,-2-1,0 0,-1 0,-4 6,10-27,0 0,0 1,0-1,0 0,-1 0,1-1,-1 1,1 0,-1 0,0-1,1 1,-1-1,0 1,0-1,0 0,0 0,0 0,0 0,-1 0,1 0,0-1,0 1,-1-1,1 1,0-1,-1 0,1 0,0 0,-1 0,1 0,0-1,-1 1,1-1,0 1,0-1,-1 0,1 0,0 0,2 1,1 0,-1 0,0 0,1 0,-1 0,1 0,-1 0,1 0,-1 0,0 0,1 0,-1 0,1 0,-1 0,0 0,1 0,-1-1,0 1,1 0,-1 0,1 0,-1-1,0 1,0 0,1 0,-1-1,0 1,1 0,-1-1,0 1,0 0,0-1,1 1,-1-1,0 1,0 0,0-1,0 1,0-1,0 1,0 0,0-1,1 1,-2-1,1 1,0 0,0-1,0 1,0-1,0 1,0 0,0-1,0 1,-1-1,1 1,0 0,0-1,-1 1,1 0,0-1,0 1,-1 0,1 0,0-1,-1 1,1 0,0 0,48-19,1 3,1 1,1 3,16 0,-62 11,26-7,0 2,0 1,1 2,0 1,0 1,-1 2,1 1,23 5,-35 7,-26-12</inkml:trace>
  <inkml:trace contextRef="#ctx0" brushRef="#br1" timeOffset="52300.689">1524 3838,'1'-7,"-1"1,1-1,-1 0,-1 0,1 1,-1-1,0 0,-1 1,1-1,-1 1,-1-1,1 1,-1 0,0 0,-1 0,1 1,-1-1,0 1,0 0,-1 0,0 0,-4-4,-119-40,106 42,-21-8,0 2,-1 2,0 2,0 2,-1 2,0 2,0 1,0 3,0 2,-17 3,32 2,1 0,-1 2,2 1,-1 2,1 0,1 2,-20 15,21-13,0 1,2 1,1 1,0 1,1 1,1 1,-12 18,13-15,0 1,2 1,0 0,2 2,2-1,0 2,2 0,2 1,1 0,-5 31,9 210,7-166,-3-32,4-1,3 1,3-1,3 0,6 7,13 34,2 13,6-3,32 65,-60-164,2-1,1-1,1 0,1 0,1-2,0 0,2-1,1-1,1-1,0 0,1-2,1 0,1-2,0-1,1 0,0-2,18 5,-2-1,1-2,1-2,0-2,0-2,1-2,0-2,10-1,-23-7,0-2,0-1,-1-1,0-2,0-1,-1-1,0-2,-1-1,-1-1,-1-1,0-1,21-20,-13 11,-1-2,-2-1,0-1,-3-1,0-2,-2-1,-2 0,-1-2,-2-1,-2-1,-1-1,-2 0,-2-1,-2 0,-1-2,-2 1,-2-2,2-42,-3 0,-4-1,-4 1,-3 0,-4 0,-4 0,-4 2,-3 0,-4 1,-4 1,-18-35,2 16,-4 3,-5 2,-36-46,76 122,-1 1,-1 0,0 1,-2 1,0 1,-18-14,29 25,-1 1,1 0,-1 1,0-1,0 1,0 0,0 1,0-1,0 2,-1-1,1 1,-1 0,1 0,-1 1,0 0,1 1,-1-1,1 2,-1-1,1 1,0 0,-1 0,-3 3,-20 11,0 2,1 1,1 2,0 0,2 2,-18 20,16-16,-63 58</inkml:trace>
  <inkml:trace contextRef="#ctx0" brushRef="#br1" timeOffset="53565.109">5428 3611,'-10'2,"1"1,-1 0,1 1,0 0,0 1,1 0,-1 0,1 0,0 1,1 1,0-1,0 1,0 1,0-1,1 1,1 0,-1 0,1 1,1-1,0 1,0 1,0-1,1 0,1 1,-1-1,0 10,1 3,1 0,0 1,2-1,0 0,2 0,0 0,2 0,0 0,1-1,2 0,0 0,1-1,3 5,-6-16,0 0,0 0,1 0,0-1,1 0,-1-1,2 0,-1 0,1 0,6 3,-11-8,1 1,-1-1,0 0,1-1,-1 1,1-1,0 1,-1-1,1-1,0 1,0-1,0 0,-1 0,1 0,0 0,0-1,0 0,-1 0,1-1,0 1,-1-1,1 0,-1 0,0 0,1-1,6-7,0-1,0 0,-1-1,-1-1,0 1,0-1,-1-1,-1 0,0 0,-1 0,-1 0,0-1,-1 0,0 0,0-13,1 5,0 0,-2 0,-1-1,0 1,-2 0,-1-1,0 1,-2 0,-1 0,-1 0,-1 0,0 1,-2 0,-1 0,0 1,-8-11,15 28,0 0,-1 0,1 1,-1-1,0 0,0 1,0 0,-1 0,1 0,-1 0,1 1,-1-1,0 1,0 0,0 0,0 0,-1 0,1 1,0 0,-1 0,1 0,-1 1,1-1,-1 1,0 0,1 0,-1 0,1 1,-3 0,-9 6,1 0,0 1,0 1,1 0,1 1,-1 1,1 0,1 1,0 0,1 0,0 1,1 1,1 0,-5 8,5-5,1 1,1 0,0 0,1 0,1 1,1 0,0 0,2 0,0 1,1-1,1 4,1 31</inkml:trace>
  <inkml:trace contextRef="#ctx0" brushRef="#br1" timeOffset="54284.278">5467 4746,'-12'22,"0"-1,2 1,1 1,0 0,2 0,1 1,0 0,2 0,1 0,1 0,0 1,3 10,-1-25,1 1,0 0,1 0,0-1,1 1,0-1,1 0,0 0,1 0,-1 0,2-1,0 0,0 0,0 0,1-1,0 0,1 0,0-1,0 0,1 0,-1-1,2 0,-1-1,0 0,1 0,0-1,0 0,6 1,-7-1,1-1,0 1,0-2,0 1,0-1,0-1,0 0,0 0,1-1,-1-1,0 1,0-2,1 1,-1-1,0-1,-1 0,1 0,0-1,-1 0,0-1,0 0,0 0,-1-1,1 0,4-5,-2-6,-1 0,-1 0,0-1,-1 0,-1-1,-1 1,0-1,-1-1,-2 1,0-1,-1 1,0-1,-2 0,-1-4,3 5,-2 0,-1 1,0-1,-1 0,-1 0,-1 0,0 1,-1 0,-2 0,1 0,-2 1,-1 0,0 0,-1 1,0 0,-1 1,-1 0,-2-1,7 12,1-1,0 1,-1 0,0 1,0 0,0 0,0 0,0 1,-1 0,1 0,-1 1,0 0,1 0,-1 1,0 0,1 0,-1 1,0 0,1 1,-1-1,1 1,0 1,0-1,-1 1,2 1,-1-1,0 1,1 0,-1 1,1-1,-1 2,-16 18,1 0,2 2,0 0,1 1,2 1,1 0,1 2,1 0,2 0,1 1,-2 13,-13 36</inkml:trace>
  <inkml:trace contextRef="#ctx0" brushRef="#br2" timeOffset="86760.198">1951 6645,'-14'-31,"-2"0,0 1,-3 1,0 0,-2 1,-1 2,-1 0,-1 1,-1 2,-1 0,-2 2,0 1,-21-11,15 16,0 1,-1 1,0 2,-1 2,-1 1,1 2,-1 1,-19 1,-55 2,1 5,-24 6,95-7,1 1,-1 2,1 2,0 1,1 2,0 2,0 1,-26 14,26-6,1 3,1 0,1 3,1 0,2 2,0 2,2 1,2 1,1 1,2 1,1 1,1 2,3 0,1 1,1 0,-6 28,4 4,3 0,2 1,4 1,4 0,2 0,3 0,4 1,3-1,3-1,3 1,12 32,138 458,-136-473,4-1,5-1,10 13,-31-71,2-2,2 0,0-1,2 0,1-2,0-1,2 0,1-2,1 0,26 16,-23-20,1-2,1-1,0-2,1-1,1-1,0-1,0-2,1-1,-1-2,1-1,1-2,-1-1,9-2,4-2,0-2,0-2,0-2,-1-2,0-2,-1-1,-1-3,0-2,8-6,-28 12,-1-1,0-1,-1-1,0 0,-2-2,0 0,-1-2,-1 0,0 0,-2-2,5-9,27-45,-4-2,-2-1,24-74,-46 84,-3 0,-3-1,-3-1,-3 0,-4 0,-2-12,2-5,-2 66,8-217,-17-182,1 343,-3 0,-3 1,-4 0,-3 2,-4 0,-15-31,29 83,0 1,-2 0,-1 1,0 1,-1 0,-2 0,0 2,0 0,-2 1,0 0,-1 2,-1 0,0 1,-1 1,-1 1,0 1,0 1,-1 1,0 1,0 1,-1 1,-1 0,15 5,-1 0,0 1,1 0,-1 1,0 0,1 0,-1 1,1 1,0 0,-1 0,1 1,1 0,-1 1,0 0,1 0,0 1,1 1,-1-1,1 1,-44 45,4 4</inkml:trace>
  <inkml:trace contextRef="#ctx0" brushRef="#br2" timeOffset="86926.756">5454 6792,'41'-148,"7"2,6 3,12-12,-30 93,-27 66,-5 72,-22 374,13-298,-21 114,18-215</inkml:trace>
  <inkml:trace contextRef="#ctx0" brushRef="#br2" timeOffset="87649.88">5521 8343,'-1'-39,"3"1,1-1,1 1,3 0,1 0,2 0,1 1,2 1,1 0,2 1,20-31,-7 25,-18 70,-13 270,-6-92,-21 107,27-300,2-10,0 1,0-1,0 0,0 0,-1 1,0-1,0 0,0 0,0 0,0 0,-1 0,0 0,0 0,0-1,0 1,-1-1,0 1,1-1,-1 0,0 0,0 0,-4 2,-72 27,79-32,0-1,1 1,-1 0,1 0,-1-1,0 1,1 0,-1 0,1 0,-1 0,1-1,-1 1,0 0,1 0,-1 0,1 0,-1 0,1 0,-1 0,1 0,-1 0,1 1,-1-1,0 0,1 0,-1 0,1 0,-1 1,0-1,1 0,-1 0,1 1,-1-1,0 0,1 1,-1-1,0 0,0 1,1-1,-1 0,0 1,0-1,0 1,1-1,-1 0,0 1,0-1,0 1,0-1,0 1,0-1,0 1,0-1,0 1,0-1,0 0,0 1,0-1,0 1,0-1,-1 1,1-1,0 0,0 1,114-41,-104 36,1 0,0 1,0 0,0 1,0 0,0 1,1 0,-1 1,0 0,1 0,-1 1,0 1,0 0,6 2,5 8</inkml:trace>
  <inkml:trace contextRef="#ctx0" brushRef="#br2" timeOffset="87896.229">6243 8811,'-5'0,"-5"0,-2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5:09.57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1,'0'0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5:12.9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94 129,'10'52,"-3"0,-1 1,-3-1,-3 12,1-31,6 222,-6-247,1-1,-1 1,1-1,1 0,-1 0,1 0,1 0,-1 0,1-1,0 0,1 1,0-1,0-1,0 1,0-1,1 0,0 0,0-1,0 1,1-1,-1-1,1 1,0-1,0 0,2 0,9 1,-1 0,1-1,0 0,0-2,0 0,0-1,0-1,0 0,0-2,0 0,-1-1,1-1,8-3,30-13</inkml:trace>
  <inkml:trace contextRef="#ctx0" brushRef="#br0" timeOffset="254.19">81 477,'13'0,"17"0,14 0,15-3,12-4,7-6,-1-6,-6-4,-15 3</inkml:trace>
  <inkml:trace contextRef="#ctx0" brushRef="#br0" timeOffset="499.047">121 22,'16'-2,"21"-1,27-2,30-1,28 2,22 3,-15 2</inkml:trace>
  <inkml:trace contextRef="#ctx0" brushRef="#br0" timeOffset="704.5">1244 637,'-5'-6,"-1"-1,0 1,0 0,-1 0,1 0,-1 1,0 0,-1 0,1 1,-1 0,0 1,0-1,0 2,0-1,-1 1,1 0,-1 1,1 0,-1 0,1 1,-1 0,0 0,1 1,-1 0,1 1,-1 0,1 0,-2 1,-1 1,0-1,1 2,-1 0,1 0,0 0,1 2,-1-1,1 1,1 0,-1 1,1 0,0 0,1 1,0 0,0 0,1 1,1 0,-1 0,2 0,-2 3,5-9,0-1,1 1,-1-1,1 1,-1-1,1 1,0-1,0 1,1-1,-1 1,1-1,0 0,0 1,0-1,0 0,0 1,1-1,-1 0,1 0,0 0,0 0,0-1,1 1,-1 0,1-1,-1 0,1 1,0-1,2 1,5 3,0-1,0 0,0-1,1 0,0 0,0-1,0-1,8 1,49 3,-1-4,1-2,-1-4,0-2,0-4,-1-2,15-7,-4 2</inkml:trace>
  <inkml:trace contextRef="#ctx0" brushRef="#br0" timeOffset="915.93">1952 785,'-2'0,"-8"0,-2 0</inkml:trace>
  <inkml:trace contextRef="#ctx0" brushRef="#br0" timeOffset="1431.907">1 1801,'28'3,"0"-2,1 0,-1-2,0-1,1-1,-1-1,-1-2,1-1,-1-1,0-1,-1-1,0-2,0-1,-1 0,-1-2,-1-1,0-1,-1-1,0 0,3-7,-16 17,-1-1,1 1,-1-2,-1 1,0-1,0 0,-1 0,0-1,-1 0,-1 0,2-4,-6 14,1 0,-1 0,1 0,-1 0,1 0,-1 0,0-1,0 1,0 0,0 0,0 0,0 0,0 0,0 0,0-1,0 1,0 0,-1 0,1 0,-1 0,1 0,0 0,-1 0,0 0,1 0,-1 0,0 0,1 0,-1 0,0 1,0-1,0 0,0 1,0-1,0 0,0 1,0-1,0 1,0-1,0 1,0 0,0-1,0 1,0 0,0 0,-1 0,1 0,0 0,0 0,0 0,0 0,0 0,0 1,-1-1,1 0,0 1,0-1,0 1,-8 4,1 0,-1 1,1 1,0-1,1 1,-1 0,2 1,-1 0,1 0,0 1,0-1,1 1,1 0,-3 6,-10 28,2 2,2-1,2 2,1 0,3 0,2 1,2-1,2 1,2 0,2 0,6 26,4 61,-2-52,-4 0,-4 1,-3 0,-3 0,-4-1,-4 3,-5-19</inkml:trace>
  <inkml:trace contextRef="#ctx0" brushRef="#br0" timeOffset="1946.913">349 2041,'37'-8,"0"2,0 1,1 2,34 2,-51 1,13-2,0 1,0 2,0 1,0 2,0 1,-1 2,0 1,18 8,-47-14,0 0,0 0,0 0,0 1,-1-1,1 1,-1 0,1 0,-1 1,0-1,0 1,-1-1,1 1,-1 0,0 0,0 0,0 0,0 0,-1 1,0-1,0 1,0-1,0 1,-1-1,1 1,-1-1,0 1,-1-1,0 4,1-4,0-2,-1-1,1 1,-1 0,1-1,0 1,0 0,-1 0,1-1,0 1,1 0,-1 0,0-1,1 1,-1 0,0-1,1 1,0 0,-1-1,1 1,0-1,0 1,0-1,0 1,0-1,0 0,1 0,-1 1,0-1,1 0,-1 0,1 0,-1 0,1-1,-1 1,2 0,6-1,0 0,0-1,0 0,-1-1,1 0,0 0,-1-1,1 0,-1-1,0 0,0 0,-1 0,1-1,-1 0,0-1,0 0,5-6,0 0,-1 0,0-1,-1-1,-1 0,0 0,0-1,-2 0,0-1,0-1,-7 17,0 0,0 1,1-1,-1 0,0 0,0 0,0 1,0-1,1 0,-1 0,0 0,0 0,1 1,-1-1,0 0,0 0,1 0,-1 0,0 0,0 0,1 0,-1 0,0 0,0 0,1 0,-1 0,0 0,0 0,1 0,-1 0,0 0,1 0,-1 0,0 0,0 0,0 0,1-1,-1 1,0 0,0 0,1 0,-1 0,0-1,0 1,0 0,1 0,-1 0,0-1,0 1,0 0,0 0,0-1,0 1,0 0,1 0,-1-1,0 1,0 0,0-1,6 32,-5-23,1 4,-1-1,1 1,1 0,0-1,1 0,0 1,1-2,0 1,1 0,0-1,0 0,1-1,1 1,-1-1,2-1,-1 1,1-1,0-1,10 7,-15-12,0-1,0 1,0-1,0 0,0 0,0 0,0-1,0 1,1-1,-1 0,0 0,0-1,0 1,1-1,-1 0,0 0,0 0,0-1,0 1,0-1,21-12</inkml:trace>
  <inkml:trace contextRef="#ctx0" brushRef="#br0" timeOffset="2264.547">1592 2041,'-1'0,"1"0,0 1,0-1,0 0,0 0,0 1,0-1,0 0,0 0,-1 1,1-1,0 0,0 0,0 1,0-1,0 0,0 1,1-1,-1 0,0 0,0 1,0-1,0 0,0 0,0 1,0-1,0 0,1 0,-1 0,0 1,0-1,0 0,1 0,-1 0,0 0,0 1,0-1,1 0,-1 0,0 0,0 0,1 0,-1 0,0 0,0 1,1-1,-1 0,0 0,0 0,1 0,-1 0,0 0,0 0,1-1,-1 1,0 0,0 0,1 0,-1 0,0 0,0 0,1 0,-1 0,0-1,0 1,3 26,-4-20,1-1,-1 0,1 0,0 1,0-1,1 0,-1 0,1 1,0-1,1 0,-1 0,1 0,0 0,0-1,0 1,1 0,0-1,0 1,0-1,0 0,1 0,0-1,0 1,0-1,0 1,0-1,0 0,1-1,0 1,-1-1,1 0,2 0,0-1,0-1,0 0,0 0,0-1,0 0,0 0,0-1,0 0,0 0,0-1,-1 1,1-1,-1-1,0 1,0-1,0 0,1-2,84-88,-44 5,-50 94,1 1,1 0,-1 0,1 0,0 0,0 0,1 0,-1 0,1 0,1 0,-1 0,1 0,0 0,1 0,-1-1,1 1,0 0,1-1,-1 1,1-1,0 0,0 0,1 0,0 0,0 0,6 1,0 0,0 0,1-1,0-1,0 0,1 0,-1-1,1 0,-1-1,1 0,11-1,34 5</inkml:trace>
  <inkml:trace contextRef="#ctx0" brushRef="#br0" timeOffset="2894.211">2621 1894,'-10'0,"-1"0,0 0,1 1,-1 0,1 1,-1 0,1 1,0 0,0 1,0 0,0 0,1 1,0 0,0 1,0 0,0 0,1 1,0 0,1 1,-3 2,8-7,1-1,-1 1,0 0,1 0,0 0,-1 0,1 0,0 0,1 1,-1-1,1 0,-1 0,1 1,0-1,0 0,0 0,1 1,-1-1,1 0,0 0,0 0,0 1,0-1,0 0,1-1,-1 1,1 0,0 0,0 0,0-1,0 1,0-1,1 0,-1 0,1 0,-1 0,2 1,6 4,1-1,-1 0,1 0,0-1,1 0,-1-1,1-1,-1 0,11 2,-3-4,1 0,-1-1,1-1,-1-1,1 0,-1-2,0 0,0-1,-1-1,1-1,-1 0,0-2,-1 0,0 0,-1-2,0 0,0-1,-1-1,-1 0,0-1,-1 0,0-1,-2-1,1 0,-2-1,0 0,-1 0,-1-1,3-10,6-25,-3-1,-3 0,-1-1,-4 0,-1 0,-3-44,-1 47,-2-1,-2 1,-3 0,-9-41,13 85,1 0,-1 0,-1 1,0-1,0 0,0 1,-1-1,0 1,0 0,-1 0,0 1,-4-5,7 10,-1 0,0 0,1-1,-1 2,0-1,0 0,0 1,1-1,-1 1,0 0,0 0,0 0,0 0,0 0,0 1,0 0,0-1,1 1,-1 0,0 0,1 0,-1 1,0-1,1 1,0-1,-1 1,1 0,0 0,0 0,0 0,0 0,0 1,0-1,1 0,-1 1,1 0,0-1,-1 1,1 0,0 0,-10 20,1 1,1 0,0 1,2 0,1 0,1 0,2 1,0 0,2 0,0-1,2 7,0 20,2 1,2 0,3-1,1 0,4 0,1-1,2-1,3-1,24 46,-38-83,1 0,1 0,0 0,1-1,0 0,0 0,1-1,1 0,0 0,0-1,1-1,0 0,0 0,1-1,6 3,-13-9,0 0,0 0,0 0,-1-1,1 0,0 0,0 0,0-1,0 1,0-1,-1 0,1-1,0 1,-1-1,1 0,-1 0,0 0,1-1,-1 1,0-1,0 0,-1 0,3-2,69-90,-13-15,-62 110,0 0,0 0,0 1,0-1,0 0,0 0,0 1,0-1,0 0,0 0,0 0,0 1,0-1,0 0,0 0,0 1,0-1,0 0,0 0,1 0,-1 1,0-1,0 0,0 0,0 0,0 1,1-1,-1 0,0 0,0 0,0 0,1 0,-1 0,0 1,0-1,0 0,1 0,-1 0,0 0,0 0,1 0,-1 0,0 0,0 0,1 0,-1 0,0 0,-3 30,3-29,0 2,-3 5,1-1,0 1,1 0,0 0,0 0,1 0,0 0,0 0,1 0,0 0,0 0,1 0,0-1,1 1,-1 0,1-1,1 0,0 0,0 0,0 0,0 0,1-1,6 6,-3-7,0-1,0 0,0 0,1-1,-1 0,1-1,0 0,0 0,0-1,0 0,0 0,0-1,4 0,29-3</inkml:trace>
  <inkml:trace contextRef="#ctx0" brushRef="#br0" timeOffset="3050.793">3409 1707,'-15'-10,"-13"-6,-8-9,2 1</inkml:trace>
  <inkml:trace contextRef="#ctx0" brushRef="#br0" timeOffset="3214.868">2594 1319,'16'-6,"23"-4,26 0,29 0,26 2,21 2,13 3,-20 1</inkml:trace>
  <inkml:trace contextRef="#ctx0" brushRef="#br0" timeOffset="4769.013">3596 1854,'4'13,"-1"-1,2 0,-1 0,2 0,-1 0,2-1,0 0,0 0,1 0,0-1,0-1,1 1,1-1,0-1,0 0,0 0,1-1,0 0,1-1,0 0,-1-1,2-1,-1 0,0 0,1-1,0-1,10 1,-20-2,1 0,-1-1,1 0,-1 0,1 0,-1 0,1-1,-1 1,1-1,-1 0,0 0,1 0,-1-1,0 1,0-1,0 1,0-1,0 0,0 0,-1-1,1 1,0 0,-1-1,0 0,0 1,0-1,0 0,0 0,0 0,-1 0,1-1,-1 1,0 0,0-1,0 1,-1-1,1 1,-1-1,0 1,0-1,0 1,-4-8,-1 1,0-1,0 1,-1 0,0 1,-1-1,0 1,-1 1,1-1,-2 1,1 1,-1-1,0 1,-1 1,0 0,0 0,0 1,-5-2,2 0,0 1,0 0,0 0,-1 1,1 1,-1 0,0 1,-1 1,-8-1,10 9,31 4,13-2,1-2,0-1,0-2,0-1,12-1,-15-1,283 3,-310-3,0 0,0-1,-1 1,1 0,0 0,0 0,0 0,-1 0,1 0,0 0,0 1,0-1,-1 1,1-1,0 1,-1 0,1-1,0 1,-1 0,1 0,-1 0,0 1,1-1,-1 0,0 0,0 1,1-1,-1 1,0-1,0 1,-1-1,1 1,0-1,0 1,-1 0,1 0,-1-1,0 1,1 0,-1 0,0 0,-1 25,0-24,0 1,1 0,-1-1,1 1,0-1,0 1,0-1,1 1,-1 0,1-1,0 1,0-1,0 0,1 1,-1-1,1 0,-1 0,1 0,0 0,0 0,2 1,2 0,1 0,0 0,-1-1,1 1,1-2,-1 1,0-1,1 0,-1-1,1 0,-1 0,1-1,0 1,-1-2,1 1,0-1,-1 0,1-1,-1 0,0 0,1 0,-1-1,0 0,0-1,3-1,-2-2,1 1,-1-2,0 1,-1-1,0 0,0-1,-1 1,0-1,0-1,-1 1,-1-1,1 0,-1 0,-1 0,0-1,-1 1,0-1,0 1,-1-1,0-5,-11 60,10-35,1 0,0 0,1 0,0-1,0 1,0-1,1 1,1-1,-1 0,2 0,-1-1,1 1,0-1,0 0,1 0,0 0,0-1,0 0,1 0,0-1,0 0,1 0,-1 0,1-1,0-1,0 1,1-1,-1 0,1-1,1 0,10 5,-1-1,1-2,0 0,0-1,0-1,1 0,-1-2,0 0,1-2,-1 0,0-1,0-1,0-1,-1-1,17-7,-31 11,-1 0,1-1,-1 0,0 0,0 0,0 0,0-1,0 1,-1-1,0 0,1 0,-2 0,1-1,0 1,-1-1,0 1,0-1,0 0,0 0,-1 0,0 0,0 0,0 0,-1 0,0 0,0 0,0-1,0 1,-1 0,0 0,0 0,0 0,-1 0,0 0,0 1,0-1,0 0,-1 1,1 0,-2-2,-1 0,-1 0,1 1,-1 0,0 0,0 0,0 1,-1 0,0 0,1 0,-1 1,-1 0,1 1,0-1,-1 2,1-1,-1 1,1 0,-1 0,0 1,1 0,-1 0,0 1,1 0,-1 0,0 1,1 0,0 0,-1 1,1 0,0 0,1 1,-1 0,0 0,1 1,-2 1,5-4,1 0,0 0,0 0,0 1,0-1,0 0,0 1,1-1,-1 1,1 0,0-1,0 1,0 0,0 0,0 0,1 0,-1 0,1 0,-1 0,1 0,0 0,1 0,-1 0,0 0,1 0,0 0,-1 0,1-1,0 1,1 0,-1 0,0-1,1 1,0-1,-1 1,1-1,0 0,0 1,0-1,1 0,-1 0,0-1,1 1,-1 0,1-1,0 1,2 0,7 2,1 1,-1-2,1 0,0 0,0-1,0-1,0 0,0-1,0 0,0-1,0-1,0 0,-1-1,1 0,0 0,8-5,-20 8,0 0,-1 0,1 1,0-1,0 0,-1 1,1-1,0 1,-1-1,1 1,0-1,-1 1,1-1,-1 1,1 0,-1-1,1 1,-1 0,1 0,-1-1,0 1,1 0,-1 0,0-1,0 1,0 0,1 0,-1 0,0-1,0 1,0 0,0 0,0 0,-1 0,1-1,0 1,0 0,0 0,-1-1,1 1,0 0,-1 0,2 17,0-15,0 0,1 0,0 0,0 0,0 0,0 0,0 0,0 0,1-1,-1 1,1-1,0 0,0 0,0 0,0 0,0 0,0-1,0 1,1-1,-1 0,1 0,-1 0,1-1,-1 1,1-1,6 2,-1-1,1-1,-1 0,1 0,-1-1,1 0,-1-1,10-2,-10 0,-1 1,1-1,0-1,-1 0,0 0,0 0,-1-1,1 0,-1-1,-1 1,1-1,-1-1,0 1,-1-1,0 0,3-7,55-145,-25 26,-7-2,-5-1,6-125,-31 251,1-4,-1 0,-1-1,0 1,-1-1,0 1,-4-14,5 28,0 0,0 0,-1 0,1 0,-1 0,1-1,-1 1,1 0,-1 0,1 0,-1 0,0 0,0 1,1-1,-1 0,0 0,0 0,0 1,0-1,0 0,0 1,0-1,0 1,0-1,0 1,0 0,-1-1,1 1,0 0,0 0,0 0,0 0,-1 0,1 0,0 0,0 0,0 0,0 0,-1 1,1-1,0 0,0 1,0-1,0 1,0 0,0-1,0 1,0 0,0-1,0 1,0 1,-11 7,0 1,1 0,1 1,0 0,0 1,1 0,-3 7,-7 10,2 1,0 1,3 0,0 1,2 0,2 1,1 1,1 0,2 0,2 0,-1 26,4-33,1 1,1-1,1 0,2 1,1-1,1-1,1 1,1-1,1 0,2-1,0 0,2-1,0 0,2-1,2 2,-8-13,1 0,0-1,1 0,0-1,0 0,1 0,0-1,1-1,0 0,0-1,1 0,0-1,0-1,0 0,1-1,0 0,0-2,0 1,0-2,0 0,0-1,0 0,15-3,-24 2,-1 0,1-1,-1 0,1 0,-1 0,0-1,0 0,0 0,0 0,0 0,-1-1,0 0,1 0,-1 0,-1-1,1 1,-1-1,1 0,-1 1,-1-2,1 1,-1 0,0 0,0-1,0 0,-1 1,0-1,0 0,0 1,-1-1,0 0,0 0,-1 5,1 1,-1-1,1 0,-1 0,0 1,0-1,1 1,-1-1,0 0,0 1,1 0,-1-1,0 1,0-1,0 1,0 0,0 0,0-1,0 1,0 0,0 0,0 0,1 0,-1 0,0 0,0 0,0 0,0 1,0-1,0 0,0 1,0-1,0 0,1 1,-1-1,0 1,0-1,0 1,1 0,-1-1,0 1,1 0,-1-1,0 1,1 0,-1 0,1-1,0 1,-1 0,1 0,-1 0,1 0,0 0,0 0,0 0,0 0,-1 0,1 0,-2 3,-1-1,1 0,-1 1,1-1,0 1,0 0,1 0,-1 0,1 0,-1 0,1 0,1 0,-1 0,1 0,-1 0,1 1,0-1,1 0,-1 0,1 0,0 0,0 1,0-1,0 0,1 0,-1-1,1 1,0 0,1-1,-1 1,0-1,1 1,0-1,0 0,2 2,1-2,1 1,-1-1,1 0,0 0,0-1,0 0,0 0,0 0,1-1,-1 0,0-1,1 0,-1 0,0 0,1-1,-1 0,0 0,0-1,0 0,0-1,0 1,0-1,0 0,-1-1,0 0,1 0,-1 0,-1-1,1 1,-1-2,0 1,0 0,0-1,-1 0,0 0,0 0,0-1,-1 1,1-4,-2 5,-1 0,0-1,0 1,0 0,-1 0,0-1,0 1,0 0,-1-1,1 1,-1 0,-1 0,1 0,-1-1,0 2,0-1,0 0,-1 0,1 1,-1-1,0 1,-1 0,1 0,-1 0,0 0,0 1,0-1,0 1,-1 0,1 0,-1 1,1-1,-1 1,0 0,0 0,0 1,-1 0,1-1,0 2,0-1,-4 0,0 1,0 0,0 1,1-1,-1 2,0-1,0 1,1 0,-1 1,1 0,0 1,0-1,0 2,0-1,1 1,-1 0,1 0,1 1,-1 0,1 0,0 1,0 0,1 0,0 0,0 1,-2 5,6-11,0 1,0-1,0 1,0-1,0 1,1 0,-1 0,1-1,0 1,0 0,0 0,0-1,1 1,-1 0,1-1,-1 1,1 0,0-1,0 1,0-1,0 1,1-1,-1 1,1-1,-1 0,1 0,0 0,0 0,0 0,0 0,0 0,0-1,0 1,1-1,-1 0,1 1,-1-1,3 0,28 6,0-5</inkml:trace>
  <inkml:trace contextRef="#ctx0" brushRef="#br0" timeOffset="4941.606">6124 1373,'-18'-11,"-11"-2,-5 6,-1 11,5 12,10 9,14 8,6-1</inkml:trace>
  <inkml:trace contextRef="#ctx0" brushRef="#br0" timeOffset="5130.954">6163 1974,'16'16,"15"10,12 2,16 0,14-4,9-5,6-11,-13-6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2:22.10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3393 1110,'-58'364,"57"-360,-5 36,-1 1,-3-1,-1-1,-8 16,19-87,30-206,-1-238,-28 458,9-35,-8 53,0 0,-1 0,1 1,-1-1,1 0,-1 0,1 1,-1-1,0 1,1-1,-1 1,1 0,-1-1,0 1,0 0,1 0,-1 0,0 0,0 0,0 0,0 0,0 1,0-1,0 0,0 1,3 2,97 101,62 87,-139-165,-1 2,-2 0,-1 1,-1 1,-2 0,-1 2,-2 0,-1 1,-1 0,-2 1,-1 0,-2 0,-1 6,-6-32,1-1,-1 1,0 0,-1-1,0 1,-1-1,0 1,0-1,0 0,-1 0,0 0,-1 0,0 0,0-1,-1 1,0-1,0 0,-1-1,1 1,-2-1,1 0,0-1,-1 0,0 0,-1 0,1-1,-8 4,-13 0,0-2,0-1,0-1,-1-1,0-2,1 0,-1-2,-4-2,-11 1,-74-1,72 1</inkml:trace>
  <inkml:trace contextRef="#ctx0" brushRef="#br0" timeOffset="-1434.231">1401 949,'-32'8,"0"2,1 2,0 0,1 2,0 2,1 0,1 2,1 1,0 1,2 2,0 0,-3 6,12-12,1 0,0 2,2-1,0 1,1 1,1 0,0 1,2 0,0 1,2 0,0 0,1 0,1 1,1 0,1 0,1 0,1 1,2 15,-1-33,1 1,0-1,0 1,0-1,1 1,0-1,0 0,0 1,0-1,1 0,0-1,0 1,1 0,-1-1,1 0,0 0,0 0,0 0,0 0,1-1,0 0,0 0,0 0,0-1,0 0,0 0,0 0,1 0,-1-1,1 0,-1 0,1 0,0-1,-1 0,1 0,0 0,0-1,16-5,-1-2,0 0,0-1,-1-1,0-1,-1-1,0-1,-1 0,0-2,-1 0,-1 0,0-2,7-10,-1 2,0-1,-2 0,-1-2,-1 0,-2-1,0-1,-2 0,-2-1,0-1,-2 0,-2 0,-1-1,-1 0,-2 0,-1-7,-2 29,-1-1,0 1,-1 0,0 0,-1 0,0-1,0 1,-2 1,1-1,-1 0,-1 1,0 0,0 0,-1 0,0 1,-1 0,-2-3,7 11,-1-1,1 0,0 1,-1-1,1 1,-1-1,0 1,1 0,-1 0,0 1,0-1,1 0,-1 1,0 0,0 0,0 0,0 0,0 0,0 0,1 1,-1-1,0 1,0 0,1 0,-1 0,0 0,1 0,-1 1,1-1,-1 1,1 0,0-1,-2 3,-3 3,-1 0,1 1,0 0,0 0,1 1,0 0,0 0,-1 5,-5 16,1 0,2 1,1-1,1 2,2-1,1 1,2-1,1 1,2 17,2-2,3 1,1-1,3-1,2 1,1-2,3 0,2 0,1-2,21 33,-37-70,8 12,-2 0,0 1,0 0,-2 1,0 0,-2 0,0 0,-1 1,1 18,-8-15,-3-6</inkml:trace>
  <inkml:trace contextRef="#ctx0" brushRef="#br0" timeOffset="-1187.317">1762 1029,'21'-2,"17"-4,17-2,12-2,8-2,1 1,-6 0,-10 0,-13-3,-15 1</inkml:trace>
  <inkml:trace contextRef="#ctx0" brushRef="#br0" timeOffset="-920.032">2190 695,'-16'14,"-8"11,1 12,4 15,5 11,5 9,4 5,3 2,2-14</inkml:trace>
  <inkml:trace contextRef="#ctx0" brushRef="#br0" timeOffset="-751.482">2337 1417,'16'0,"16"0,15-2,10-1,7 0,0 0,-8 2,-12 0</inkml:trace>
  <inkml:trace contextRef="#ctx0" brushRef="#br0" timeOffset="-584.787">2297 1644,'20'9,"19"3,15 0,14-3,7-2,3-5,-2-5,-15-3</inkml:trace>
  <inkml:trace contextRef="#ctx0" brushRef="#br0" timeOffset="1115.879">2123 1136,'0'2,"0"3,-2 6,-1 5,0 7,1 3,2 1,2-5</inkml:trace>
  <inkml:trace contextRef="#ctx0" brushRef="#br1" timeOffset="-89696.9">64 133,'-22'388,"17"-230,-9 124,-8 527,33-630,7-1,42 173,18 64,-78-412,1 1,-1 0,1 0,0-1,0 1,0-1,1 1,-1-1,1 1,0-1,0 0,0 1,0-1,1 0,-1-1,1 1,-1 0,1-1,0 1,0-1,1 0,-1 0,0 0,1-1,-1 1,1-1,-1 0,1 0,0 0,30 3,1-2,0-2,0-1,8-3,9 1,816-17,-550 17,746-3,592-13,-1424 11,667-5,-744 18,-122-7,-20-1</inkml:trace>
  <inkml:trace contextRef="#ctx0" brushRef="#br1" timeOffset="-88573.269">37 0,'2202'41,"135"36,-2278-75,228 9,230 39,-447-33,-69-17,-1 0,1 1,-1-1,1 1,-1-1,0 1,1 0,-1-1,0 1,1-1,-1 1,0 0,0-1,1 1,-1 0,0-1,0 1,0 0,0-1,0 1,0 0,0-1,0 1,0 0,-1-1,1 1,0-1,0 1,0 0,-1-1,1 1,0-1,-1 1,1 0,-1-1,1 1,0-1,-1 1,1-1,-1 0,0 1,1-1,-1 1,1-1,-1 0,1 0,-1 1,0-1,1 0,-7 7,2 3,0-1,0 1,1 0,1 1,0-1,0 0,1 1,0 0,0 5,-2 9,-24 149,7 1,8 1,7 0,8 0,8 0,24 114,8-60,-19-121,-5 1,-4 1,-5 0,-5 54,-7-124,-3 0,-1-1,-1 1,-9 19,13-41,4-20,0 1,0 0,0 0,0 0,1 0,-1 0,0 0,0 0,0 0,0 0,1 0,-1 0,0 0,0 0,0 0,0 0,1 0,-1 0,0 0,0 0,0 0,0 0,0 0,1 0,-1 0,0 0,0 0,0 0,0 0,0 0,1 0,-1 0,0 1,0-1,0 0,0 0,0 0,0 0,1 0,-1 0,0 1,0-1,0 0,0 0,0 0,0 0,11-16,1-4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5:24.608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2382 866,'14'-216,"-53"103,30 85,-1 1,-2 0,0 1,-2 0,-1 1,0 0,-2 2,-1 0,-1 0,-1 2,-19-16,-127-88,156 116,0 1,0 1,-1-1,0 2,0-1,-1 2,1-1,-1 2,0-1,-1 2,1 0,-1 0,0 1,1 1,-1 0,-12 0,-142-10,154 8,-1 0,1 1,-1 0,0 1,1 1,-1 0,0 1,0 1,1 0,-1 0,1 1,-13 5,-308 155,305-149,1 1,0 1,2 2,0 0,0 2,-20 21,-27 22,41-39,2 1,1 2,1 1,2 1,0 1,2 1,2 1,-3 7,5 0,-27 48,5 2,3 2,-9 41,-9 52,8-30,6 2,-20 150,28-86,12-89,6 0,4 22,-26 584,24-208,5-420,5 0,5 0,4 1,6-1,17 78,56 221,-68-363,3 0,1-1,2-1,3-1,8 10,55 107,-72-127,-6-7,2-2,0 1,2-2,0 1,1-2,2 0,0 0,1-2,1 0,11 8,197 122,-197-131,0-1,1-1,1-2,0-1,1-1,1-2,0-2,0 0,0-2,10-1,246 12,-261-18,0 0,-1-3,1 0,0-2,-1 0,0-2,-1-1,0-2,0 0,13-9,114-67,-3-6,58-53,-188 131,-1-1,0 0,-1-2,-1 0,-1-1,0 0,-2-2,0 0,-1 0,-1-1,1-5,31-91,-4-1,-6-2,18-122,-30 136,15-64,-7-1,2-115,-28-97,-39-308,33 663,-18-648,18 592,-3 0,-4-1,-4 2,-4 0,-16-47,-60-67,6 16,11-88,-8 88,78 135,6 30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5:37.961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2111 350,'-9'-8,"0"0,0 0,-1 1,0 0,-1 1,1 0,-1 1,0 0,-3-1,-8-4,0-2,2 0,-1-2,1 0,-7-8,-53-36,44 40,0 1,-1 2,-1 1,-1 2,-10-1,13 3,-11-2,-1 2,0 2,0 2,-1 2,-22 2,11 3,1 2,-1 3,1 3,0 2,1 3,0 2,-8 6,27-3,1 2,0 1,2 2,0 2,2 1,1 1,2 2,-22 26,36-39,1 1,1 1,1 0,0 1,1 0,2 1,0 0,1 1,-2 9,-53 165,-9 72,40-103,7 1,5 35,20-185,-17 216,9 1,12 25,7 155,-28 143,18-456,5 0,4 0,15 65,-9-54,-1 106,-7-90,36 166,-17-143,-13-73,3 0,3-1,4-1,4 3,-9-25,-1 1,-3 1,-1 11,6 22,-12-59,2-1,1 0,1-1,12 23,4 8,-20-42,1 0,0 0,1-1,1 0,0-1,1 0,7 7,2-4,1-1,0-2,2 0,-1-1,19 7,-21-11,1-2,-1 0,1-2,0 0,1-1,-1-1,1-1,0 0,-1-2,20-2,180 20,-170-10,0-3,0-2,1-2,37-4,-34-4,0-2,-1-2,0-3,-1-2,-1-2,-1-2,0-3,-2-2,-1-1,0-3,-3-2,0-2,-2-1,-2-3,-1-1,22-29,-30 24,-3-2,-1-1,-2 0,-3-2,-1-1,-3-1,8-35,0-28,-5 0,-6-1,2-113,-10 122,12-212,37-360,-26 469,27-194,-14-64,-41 424,-2-1,-3 1,-1-1,-1 1,-6-15,-20-81,-10-122,32 146,6 45,-4 1,-3 0,-3 0,-8-21,-5 8,4-2,-1-26,-4-102,24 196,-1 0,-1 0,-1 1,0-1,0 1,-2 1,-3-6,8 14,-96-201,42 136,48 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5:38.870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24,'1009'-24,"-884"25,0 6,-1 5,122 27,-152-20,-88-12,-12-4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5:39.226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1,'278'221,"-254"-204,17 10,-2 2,-1 1,-2 3,9 11,-36-35,0 1,-1 1,0-1,-1 1,0 1,-1-1,0 1,-1 0,0 1,-1-1,0 1,-1 0,-1 0,0 0,0 0,-2 0,0 0,0 4,-5 4,-1 0,0 0,-2 0,0-1,-1 0,-1-1,-1 0,-1-1,-1 0,0 0,-1-2,-1 0,-1 0,0-1,-17 11,-32 30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5:40.043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712 0,'-16'18,"-14"18,-12 16,-11 13,-11 11,-11 6,-5 4,-2-5,5-7,11-8,12-12,15-10,14-8,17-8,8-9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5:40.340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1,'2'0,"6"4,10 7,14 7,12 8,13 7,10 4,5 2,2 2,-3 1,-7-3,-9-5,-14-8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5:40.586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1,'12'29,"7"38,7 48,-1 52,-3 52,-11 50,-6-20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01.51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1472 202,'-21'-15,"0"0,-1 1,0 1,-1 1,0 1,-1 1,-1 1,1 1,-16-3,-28-1,-1 3,0 3,-20 3,59 1,0 1,-1 1,1 2,0 0,-1 3,2 0,-1 2,1 1,0 2,0 1,1 0,-20 14,13 1,1 2,2 2,1 1,1 1,2 2,1 0,2 2,-2 7,-130 253,137-246,3 0,1 1,3 1,2 0,2 1,3 0,1 33,2-50,1 0,2 0,2-1,1 1,2-1,1 1,2-1,1-1,2 0,9 17,12 18,4-2,2-1,3-2,3-2,26 26,-29-44,3-3,1-1,2-2,2-2,1-3,50 26,-50-31,1-1,1-3,1-2,1-2,1-3,1-2,0-2,1-3,22-1,98 0,176-14,-287 4,-1-3,1-3,-1-2,-1-4,0-2,-1-3,-1-3,0-2,-2-4,12-8,-23 4,-2-1,-1-3,-1-1,-3-3,0-1,-3-2,-2-2,-1-2,-3-1,-1-1,3-12,-16 12,-2 0,-3-1,-1-1,-2 0,-3 0,-2-1,-2 0,-3 0,-4-44,3 83,1-17,0-24,-2-1,-2 1,-2 0,-4-5,6 45,-14-72,-4 2,-3 1,-16-33,29 94,-1 1,-1 0,-1 0,-1 2,0 0,-2 0,1 2,-2 0,-1 1,0 0,0 2,-1 0,-18-7,-210-118,206 111,-2 2,0 1,-2 3,0 2,-1 1,-1 3,0 2,-41-5,17 13,0 3,0 4,-1 2,1 4,1 3,-11 5,-5 3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02.55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344 317,'-3'-3,"1"1,-1-1,1 1,-1 0,0 0,0 0,0 0,0 1,0-1,-1 1,1 0,0 0,-1 0,1 0,0 0,-1 1,1 0,-1 0,1 0,-1 0,1 0,-1 0,1 1,-1 0,1 0,0 0,-1 0,1 0,0 1,0-1,0 1,0 0,0 0,0 0,1 0,-1 1,-1 1,-17 17,1 1,1 0,0 2,2 0,1 1,1 0,-11 27,14-30,1 0,1 1,1 0,0 1,2 0,-3 22,9-43,0 1,1-1,0 1,0-1,0 1,0-1,0 1,1-1,-1 0,1 1,0-1,0 1,0-1,1 0,-1 0,1 0,0 0,-1 0,2 0,-1 0,0 0,0-1,1 1,-1-1,1 0,0 0,0 0,0 0,0 0,0 0,0-1,0 0,1 0,-1 0,0 0,1 0,-1 0,2-1,4 1,1-1,0 0,-1-1,1 0,-1-1,1 0,-1 0,0-1,0 0,0-1,0 0,0 0,-1-1,0 0,7-5,3-4,-1 0,-1-1,0-1,-1 0,0-1,4-8,0-6,-1-1,-1-1,-2 0,-1-2,-2 1,-1-2,-2 1,-1-1,-2-1,-2 1,-1-1,-2-11,0 44,0-6,0 0,0 0,-1 0,0 0,-1 0,0 0,-1 0,0 0,0 1,-1-1,0 0,-1 1,0 0,0 0,-1 0,-1 0,3 7,1 0,0 0,-1 0,0 0,1 1,-1-1,0 1,0 0,0 0,0 0,0 0,0 1,0-1,0 1,0 0,0 0,-1 0,1 0,0 0,0 1,0-1,0 1,0 0,0 0,0 0,0 0,0 0,1 1,-3 1,-3 1,0 1,1 1,-1-1,1 1,0 1,0-1,1 1,0 1,-2 2,0 3,1-1,1 1,0 1,0-1,2 1,-1 0,2 0,0 0,1 1,0-1,1 1,1-1,0 1,1 0,2 11,3 11,2 0,1 0,2-1,2 0,9 17,83 188,-52 4,-52-241,18 46,-12-45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02.86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42,'14'0,"11"0,11-3,5-2,4-1,-1-2,1 1,-4 2,-6 1,-7 2,-8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03.10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1,'15'2,"16"1,12 0,11-1,8 0,2-1,-1-1,-4 1,-5-1,-12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03.50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193 409,'-8'14,"2"-1,-1 1,2 0,0 0,0 1,2 0,0 0,0 2,2-12,0 0,1 1,0-1,0 0,0 0,1 1,0-1,0 0,0 0,0 0,1 0,0 0,0 0,0 0,1-1,-1 1,1-1,0 0,1 1,-1-1,1-1,0 1,-1 0,6 2,-4-3,0 0,1-1,-1 0,1 0,0 0,-1 0,1-1,0 0,0 0,0-1,0 0,0 0,0 0,0-1,0 1,-1-1,1-1,0 1,0-1,-1 0,1-1,-1 1,2-2,10-5,0-1,-1 0,0-1,-1-1,0-1,7-8,-9 7,0 0,-2-1,0 0,0-1,-2 0,0-1,-1 0,0 0,-1-1,-2 0,1 0,-2-1,-1 1,2-18,-4 24,0 0,-1 0,-1-1,0 1,0 0,-1 0,-1 0,0 1,0-1,-1 1,-1-1,0 1,0 0,-1 1,-1-1,1 1,-2 1,1-1,-2 1,1 1,-1-1,0 1,-6-3,5 5,-2 0,1 0,-1 1,1 0,-1 1,-1 0,1 1,0 1,-1 0,1 0,-1 1,0 1,0 0,1 1,-1 0,1 1,-1 0,1 1,0 1,0 0,0 0,0 1,1 1,-1 0,1 1,1 0,0 0,0 1,0 0,1 1,0 0,1 1,0-1,0 2,-1 2,1 2,0 0,1 1,0 0,1 0,1 0,1 1,0 0,1 0,1 0,1 4,-1 31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05.18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1771 100,'-28'-16,"0"2,-2 1,1 2,-1 0,-1 2,1 2,-2 0,1 2,-1 2,1 1,-1 1,0 2,-27 3,-19 1,1 3,0 3,1 4,1 3,-19 9,42-6,1 3,2 1,1 3,1 2,1 1,2 3,1 2,2 1,1 3,2 0,3 3,1 1,1 2,3 0,2 3,-18 44,19-25,2 1,4 1,3 1,3 1,4 0,2 1,4 0,2 1,6 42,-3-57,2-1,3 0,3 0,2 0,2-1,3-1,3 0,1-1,4-1,1-1,18 26,-12-35,2-1,2-2,2-1,2-2,1-1,2-2,1-2,1-2,2-1,1-3,2-2,0-2,1-2,2-2,0-2,13 0,32 7,0-5,1-3,1-5,0-5,1-3,0-5,-47-1,1-2,-1-3,-1-1,0-3,0-2,-1-3,-1-1,-1-3,-1-1,13-11,52-39,-2-6,83-79,-187 152,38-28,-2-1,-1-2,-2-2,-2-2,-1-1,-3-2,-1-1,-2-2,-2-1,-3-1,5-13,-10-5,-2 0,-3-1,-3 0,-3-1,-3 0,-3-1,-2 1,-4 0,-11-62,5 68,-4 1,-2 0,-2 1,-3 1,-3 1,-10-15,18 42,-1 2,-1 0,-2 1,-1 1,-1 1,-1 1,-2 1,0 1,-1 0,-1 2,-2 2,-14-9,-22-3,-2 4,0 2,-2 4,0 2,-1 3,-47-3,-14-3,-2 5,0 7,0 5,-104 11,29 23,116-10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05.9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279 420,'-9'-1,"-1"0,1 1,-1 0,1 1,-1 0,1 0,-1 1,1 0,0 1,0 0,0 0,0 1,1 0,-1 1,1-1,0 2,1-1,-1 1,1 0,0 1,0 0,1 0,0 0,0 1,1 0,-4 7,1 0,0 1,0 0,2 0,0 1,1 0,0 0,1 0,2 1,-1-1,2 1,0 0,2-1,0 6,0-12,0-1,1 1,0-1,1 0,0 0,1 0,0 0,1 0,0-1,0 1,1-1,0-1,0 1,1-1,0 0,1-1,0 0,0 0,0 0,1-1,0 0,4 1,-1-1,0 0,0-1,1-1,-1 0,1-1,0 0,0-1,0-1,0 0,0 0,0-1,1-1,-1 0,0-1,0-1,-1 0,1 0,0-1,-1-1,0 0,0-1,0 0,-1-1,0 0,0 0,-1-2,4-2,6-15,0 0,-1-1,-2 0,-1-2,-1 0,-1-1,-2 0,-1-1,-1 0,0-8,6-19,-3 0,-2 0,-2-1,-4-1,-1-1,-4 43,0 1,-2-1,0 1,0 0,-2-1,0 1,-1 1,-3-6,6 16,0 1,-1-1,0 1,0 0,0 0,0 0,-1 0,0 1,0 0,-1-1,1 1,-1 1,0-1,1 1,-2 0,1 0,0 0,-1 1,1-1,-1 1,0 1,1-1,-1 1,0 0,-4 0,2 1,0 0,-1 0,1 1,0 0,0 1,0 0,1 0,-1 1,0-1,1 2,-1-1,1 1,0 0,0 1,1-1,-1 1,1 1,0-1,1 1,-2 2,-2 3,0 0,1 1,0 0,1 1,0-1,1 1,1 1,0-1,0 1,2 0,-1 2,-1 17,2 0,1 0,1 1,2-1,1 0,2 0,1 0,2-1,1 0,5 10,23 59,5-2,30 50,-17-36,-46-97,0 0,-2 1,0 0,-1 0,0 0,-2 0,0 1,-1-1,0 8,-4-8,-2-6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06.2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41,'3'0,"2"0,5 0,6-3,6 0,7-2,5-1,6 0,3-1,-1 2,-4 2,-5 0,-9 5,-8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06.52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0,'5'12,"5"3,11 2,11-3,9-2,8-3,6-1,2-3,1-3,-3 0,-11-2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06.89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0 331,'6'-20,"8"-37,4 1,1 1,4 0,4-3,-8 28,-16 35,-30 104,13-34,4 1,2 0,4 67,4-107,2 1,2-1,1-1,9 33,0-17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23.45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3243 2110,'-105'80,"-4"-5,-103 51,53-25,106-64,-2-2,-46 20,-83 34,116-52,-1-3,-2-3,-1-3,-1-3,-1-4,-1-3,-1-3,-20-1,18-5,-53 5,-2-5,-9-6,111-6,1-2,1-2,-1 0,1-2,1-1,-1-1,2-2,-24-14,-36-14,55 29,1-2,0 0,1-3,1 0,0-2,1 0,2-3,0 0,-15-18,-3-18,2-3,3-1,3-2,-11-31,-5-18,5-1,-28-105,58 139,3-1,4-1,3 0,4 0,4-1,3-2,-2-68,-2 109,-1-1,1 0,3 1,1-1,2 1,9-28,-2 25,0-4,3-1,1 2,3 0,2 1,16-24,-21 47,2 1,0 0,2 2,1 0,0 1,2 1,100-55,44-1,47 29,-185 39,-8 1,0 1,0 1,1 1,0 1,0 1,1 1,-1 1,0 1,6 1,128 9,-118-10,-1 1,0 2,-1 2,31 8,17 10,1-4,42 3,-86-18,0 2,0 3,0 1,-1 1,20 11,94 48,-71-30,2-4,50 13,-125-46,8 1,0 2,-1 0,1 1,-1 0,0 2,-1 0,0 1,-1 1,9 7,68 33,-11-9,-65-30,1-2,0 0,0-1,1-1,1-1,11 3,1 1,-28-14,-10-3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25.24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502 33,'-113'87,"-91"90,168-139,2 1,1 2,2 1,-20 38,141-199,70-117,-149 217,2-3,0 0,1 1,2 0,0 1,19-17,-33 35,-1 0,1 0,0 1,0-1,0 1,1 0,-1-1,0 1,0 0,1 0,-1 0,1 1,-1-1,0 0,1 1,-1 0,1-1,0 1,-1 0,1 1,-1-1,1 0,-1 1,1-1,-1 1,0 0,1 0,-1 0,1 0,-1 0,0 0,0 0,0 1,0-1,0 1,0 0,0 0,-1 0,1 0,0 0,-1 0,0 0,1 1,21 38,-15-25,0 0,2 0,0-1,0 0,2-1,0 0,3 2,341 249,-275-186,-80-78,-1-1,1 0,-1 1,1-1,-1 1,1-1,-1 1,1-1,-1 1,0 0,1-1,-1 1,0-1,1 1,-1 0,0-1,0 1,0 0,0-1,1 1,-1 0,0-1,0 1,0 0,0 0,-1-1,1 1,0 0,0-1,0 1,0 0,-1-1,1 1,0-1,-1 1,1 0,0-1,-1 1,1-1,-1 1,1-1,-1 1,1-1,-1 1,1-1,-1 0,0 1,1-1,-1 0,0 1,1-1,-1 0,0 0,1 0,-1 1,-42 1,38-2,-341 11,275-11,0 4,0 2,0 4,1 3,-51 16,71-11,72-16,0 5,-14-2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26.05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1,'2'16,"3"12,3 10,3 11,1 7,1 9,1 6,0 6,0 2,-3-1,0-1,0-6,-2-7,0-11,-2-14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26.44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42 1,'31'16,"-1"1,-1 2,-1 0,-1 2,0 1,-2 2,-1 0,9 13,-1-3,-1 2,-2 1,13 23,-33-45,0 0,-1 0,-1 1,0 0,-1 0,-1 1,0 0,-1 0,-1 0,-1 0,0 5,-3-9,0-1,0 0,-1 0,-1 0,0-1,0 1,-2-1,1 1,-1-1,-1-1,0 1,0-1,-1 0,-1 0,-6 6,-7 7,-1-1,-2-1,0-1,-1-2,-15 9,19-13,-1-1,0-1,0-1,-1 0,0-2,-1-1,0-1,0-1,-4-1,27-4,0-1,0 1,1-1,-1 0,0 1,0-1,0 0,0 1,0-1,1 0,-1 0,0 0,0 0,0 0,0 0,0 0,0 0,0 0,0-1,0 1,1 0,-1 0,0-1,0 1,0-1,0 1,1-1,-1 1,0-1,1 1,-1-1,0 0,1 1,-1-1,1 0,-1 0,1 1,-1-1,1 0,-1 0,1 0,0 1,-1-1,1-1,8-7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26.7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1 107,'11'-4,"11"-5,8-4,9-3,4 0,1-1,1 3,-4 4,-5 4,-8 5,-8 5,-8 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27.02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52,'16'4,"12"3,10-4,8-4,3-6,2-4,0-1,-3 0,-4 2,-6 2,-9 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27.4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84 176,'-2'19,"1"0,0 0,1 0,1 0,1-1,1 1,1 0,0-1,1 1,2-1,-4-9,1 0,0-1,0 1,1-1,0 0,0-1,1 1,0-1,0 0,1-1,0 1,0-1,1-1,0 1,-1-1,2-1,-1 1,1-1,-1-1,1 0,1 0,-2-1,-1-1,0 0,0-1,1 1,-1-2,0 1,1-1,-1 0,0 0,0-1,0 0,0 0,0-1,0 0,-1 0,1 0,-1-1,0 0,0 0,0-1,-1 0,4-4,2-1,-1-1,0-1,0 1,-2-2,0 1,0-1,-1-1,0 1,-1-1,2-11,-6 18,0-1,0 1,-1-1,-1 1,1 0,-1-1,0 0,-1 1,0 0,0-1,0 1,-1-1,0 1,-1 0,0 0,0 0,0 1,-1-1,0 1,0-1,0 1,-1 0,0 1,-6-6,-3-3,-1 0,0 0,-1 1,-1 1,0 1,0 0,-1 1,-1 1,1 1,-1 0,-1 2,0 0,-9-1,22 7,1-1,-1 1,1 1,-1-1,1 1,-1 0,1 0,0 1,-1 0,1 0,0 1,0-1,0 1,1 1,-1-1,1 1,0 0,0 0,0 0,0 1,1 0,-1 0,1 0,1 0,-1 1,1-1,0 1,0 0,0 0,-1 5,-18 52,5-1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37.94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2347,'0'0,"0"1,-1-1,1 0,0 0,-1 0,1 1,0-1,-1 0,1 0,0 0,-1 0,1 0,-1 0,1 0,0 0,-1 0,1 0,-1 0,1 0,0 0,-1 0,1-1,0 1,-1 0,1 0,0 0,-1 0,1-1,0 1,-1 0,1 0,0-1,0 1,-1 0,1 0,0-1,0 1,-1 0,1-1,0 1,0 0,0-1,0 1,0-1,-1 1,1 0,0-1,0 1,0 0,0-1,0 1,0-1,0 1,0 0,1-1,-1 1,0 0,0-1,0 1,0-1,0 1,6-27,64-157,68-126,-123 279,40-82,4 2,6 3,4 3,4 3,77-81,-82 109,2 4,3 3,3 3,3 3,3 4,2 3,2 4,85-34,-32 29,2 6,2 7,40-3,443-69,-31 26,228 10,-690 71,-120 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38.68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1,'5'16,"3"14,5 11,5 11,4 4,3 3,-1 0,0-3,-1-5,-3-3,-2-8,-5-9,-3-7,-5-13,-2-11,-2-7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39.0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 14,'-21'-13,"22"13,-1 0,0 0,0 1,1-1,-1 0,0 0,0 1,0-1,0 0,1 0,-1 1,0-1,0 0,0 1,0-1,0 0,0 1,0-1,0 0,0 0,0 1,0-1,0 0,0 1,0-1,0 0,0 1,0-1,0 0,0 0,0 1,-1-1,1 0,0 1,0-1,0 0,0 0,-1 0,1 1,0-1,0 0,-1 0,1 0,0 1,0-1,-1 0,1 0,0 0,0 0,-1 0,1 0,0 1,-1-1,1 0,0 0,-1 0,1 0,0 0,-1 0,1 0,0 0,0-1,-1 1,1 0,5 9,1-1,0 1,0-1,1-1,0 1,1-1,0-1,0 1,0-1,7 3,-5-2,52 33,2-3,2-2,25 7,-19-9,-1 3,51 37,-111-67,0 0,-1 2,1-1,-2 1,1 1,-1 0,-1 0,1 0,-1 1,-1 1,0-1,-1 1,0 0,0 1,-1-1,-1 1,0 0,-1 0,0 1,0-1,-2 1,1-1,-2 1,1 0,-2-1,0 5,-3 0,-1-1,0 0,-1 0,-1 0,0-1,-1 0,-1-1,0 1,-1-2,-1 1,0-2,-1 1,0-2,0 1,-2-2,1 0,-1 0,-1-1,-4 2,-15 6,0-1,-2-1,0-2,0-2,-1-1,0-2,-1-1,-3-2,37-5,-14 3,1-1,-1-1,0 0,0-2,1 0,-1 0,-5-3,2-5,9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39.54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52,'7'0,"8"0,12 0,10-2,10-4,6-2,3 0,-1-1,-5 1,-9 2,-12 2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39.81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36,'14'7,"11"2,8-1,7-1,5-4,3-8,2-4,2-4,-1-2,-2 0,-10 3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40.2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1 302,'8'-23,"6"-22,1 1,3 0,1 2,2 0,7-6,-16 35,-8 18,-9 29,2-21,1 32,1-1,2 0,3 1,1-1,2 0,2-1,13 36,2 23,-21-91,7 64,-9-73,-1 1,0-1,0 1,-1-1,1 1,-1-1,1 0,-1 1,0-1,1 1,-1-1,-1 0,1 0,0 1,0-1,-1 0,1 0,-1 0,0-1,0 1,0 0,1-1,-1 1,-1-1,1 1,-2 0,-16 4,1-4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40.4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69,'21'-4,"15"-5,11 1,7-2,5 1,2 0,-1 2,-5 1,-6 3,-8 1,-12 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47.1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3,'57'-1,"-8"0,1 1,-1 3,0 2,0 2,1 2,358 92,-42 22,-226-79,-68-24,-1 4,-1 3,4 5,308 169,-313-163,-2 3,-2 3,34 31,-95-71,75 60,2-3,19 7,-43-34,-2 3,-1 2,-2 2,45 47,-43-30,-17-17,1-1,2-3,26 19,1-2,-2 2,14 21,18 15,-78-75,30 38,-25-16,0 0,3-1,21 22,-45-57,39 67,-41-69,0-1,-1 0,1 0,-1 0,1 1,-1-1,1 0,0 0,-1 0,1 0,-1 0,1 0,0 0,-1 0,1-1,-1 1,1 0,-1 0,1 0,0-1,-1 1,1 0,-1 0,1-1,-1 1,1 0,-1-1,0 1,1-1,-1 1,1-1,-1 1,0-1,1 1,-1-1,0 1,0-1,1 1,-1-1,0 0,0 1,0-1,1 0,7-12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6:49.7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260 1,'27'39,"227"179,222 182,-470-395,8 6,-24-7,-282-2,-395 8,685-9,1 0,0-1,0 1,-1-1,1 1,0-1,-1 0,1 0,-1 0,1 0,0 1,-1-2,1 1,-1 0,1 0,0 0,-1-1,1 1,0-1,-1 1,1-1,0 1,0-1,0 0,-1 1,1-1,0 0,0 0,0 0,0 0,0 0,0 0,1 0,-1-1,0 1,1 0,-1 0,0 0,1-1,-1 1,1 0,0-1,-1 1,1-1,0 1,0 0,0-2,62-131,-23 52,3-4,-3-2,-4-1,10-52,-34 100,-1 82,-3-19,1 0,1 0,0-1,2 0,1-1,0 0,1-1,1-1,1 0,1 0,11 9,20 15,1-2,2-3,41 23,60 31,-127-74,-24-17,-1 0,1 0,-1 0,1 0,0 0,-1 0,1 0,0 0,-1 0,1 0,-1 0,1 0,0 0,-1 0,1 0,0 0,-1 0,1 1,0-1,-1 0,1 0,0 0,-1 1,1-1,0 0,0 0,-1 1,1-1,0 0,0 1,-1-1,1 0,0 1,0-1,0 0,0 1,-1-1,1 0,0 1,0-1,0 0,0 1,0-1,0 1,0-1,0 0,0 1,0-1,0 0,1 1,-1-1,0 1,0-1,0 0,0 1,0-1,1 0,-1 1,0-1,0 0,1 0,-1 1,0-1,0 0,1 0,-1 1,0-1,1 0,-134-14,-315-88,422 97,19 8,18 5,28 10,1-2,1-1,0-2,39 6,-48-11,140 36,-146-36,-45 0,-42-11,-1-3,2-2,-1-3,-37-13,1 2,13 4,74 15,15 1,19 1,-21 1,259 3,-264-3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7:02.1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5200 1,'-68'93,"45"-71,-1-2,-1 0,-1-2,-1-1,-1-1,0-1,0-1,-2-2,-2 0,-57 27,2 2,-2-3,-2-5,0-4,-2-3,-27 0,-477 44,309-42,84-11,-116-7,-127-3,297-1,0-7,0-7,-2-6,-150-18,-58 13,317 14,0-1,0-3,1-2,0-1,-3-4,0 2,-2 3,1 1,-2 2,-1 2,18 2,-2-3,0-2,1-1,0-1,0-2,-16-9,-58-23,85 37,10 5,-1-1,1 0,0-1,1 0,-1 0,1-1,0-1,0 0,1 0,-7-7,-81-68,96 77,6 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7:02.9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1 213,'48'0,"0"-2,0-2,0-3,25-7,190-65,-172 48,1 4,1 4,40-3,-73 27,-59 0,-1-1,0 0,1 1,-1-1,0 0,0 1,1-1,-1 1,0-1,0 1,0-1,1 1,-1-1,0 0,0 1,0-1,0 1,0-1,0 1,0-1,0 1,0-1,0 1,0-1,-1 1,1-1,0 1,0-1,0 1,0-1,-1 0,1 1,0-1,-1 1,1-1,0 0,-1 1,1-1,0 0,-1 1,1-1,-1 0,1 0,0 0,-1 1,1-1,-1 0,1 0,-1 0,1 0,-1 0,1 1,-1-1,-96 34,58-24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7:03.4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1 338,'87'32,"-1"4,-1 3,-3 4,17 15,-62-36,-9-2,2-2,0 0,1-3,1 0,0-2,1-1,0-2,17 2,-46-11,0 0,0 0,0-1,0 1,0-1,1 0,-1 0,0-1,0 1,0-1,0 0,0 0,0 0,0-1,-1 1,1-1,0 0,-1 0,1 0,-1-1,0 1,1-1,-1 0,0 0,-1 0,1 0,-1 0,1-1,-1 1,0-1,0 1,0-1,-1 0,0 0,1 0,-1 0,0-10,0 1,-1 0,0 0,-1 0,-1 0,0 0,-1 0,0 0,-1 1,0-1,-2-1,-2-13,-7-17,3-1,1-1,3 0,1 0,3-1,1 0,3-14,13-5,-13 67,0-1,0 1,1-1,-1 1,0-1,0 1,0-1,0 1,1-1,-1 1,0-1,0 1,1-1,-1 0,0 1,1-1,-1 1,0-1,1 0,-1 1,1-1,-1 0,1 0,-1 1,1-1,-1 0,1 0,-1 0,1 0,-1 1,1-1,-1 0,1 0,-1 0,1 0,-1 0,1 0,-1 0,1-1,-1 1,1 0,-1 0,1 0,-1 0,1-1,-1 1,1 0,-1 0,0-1,1 1,-1 0,1-1,-1 1,0 0,1-1,-1 1,4 40,-1 1,-3 0,-1 0,-2-1,-3 6,2 0,2-20,-11 106,6 0,10 111,2-184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7:03.88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1,'0'20,"0"16,0 12,0 8,0 6,2 1,1 3,0-3,1 1,1-4,-1-6,-1-7,-1-7,-3-11,-2-9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7:04.2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0,'5'11,"0"-1,2 0,-1 0,1 0,1-1,-1 0,2 0,-1-1,1 0,2 0,-1 1,130 108,-91-79,-1 2,-2 2,-2 2,23 31,-61-69,0 1,0 0,0 1,-1-1,0 1,-1 0,1 0,-2 1,1-1,-1 1,0 0,-1-1,0 1,-1 0,0 1,0-1,0 0,-2 0,1 0,-1 0,0 1,-1-1,0-1,0 1,-1 0,0 0,-1-1,0 0,0 1,-2 0,-11 8,-1-1,-1-1,0 0,-2-2,1 0,-1-1,-1-1,0-1,-1-1,-4 1,-150 40,150-49,26-7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7:04.8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82,'7'-3,"9"-2,9-4,8-1,7-2,5-2,1 3,-2 2,-1 3,-7 3,-7 4,-7 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7:05.1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57,'14'2,"13"1,10-3,9-3,6-3,3-4,2-1,-1 0,-2 3,-6 2,-4 2,-5 2,-5 2,-8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7:05.5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87 405,'0'5,"0"1,1-1,0 1,0-1,1 0,-1 0,1 0,0 0,1 0,-1 0,1 0,0-1,0 0,1 1,-1-1,1 0,0 0,0-1,0 1,0-1,1 0,-1 0,1-1,0 1,1 0,8 3,1 0,0 0,1-2,-1 0,1 0,-1-2,1 0,1-1,0 0,-1-1,1-2,-1 1,1-2,-1 0,0-1,0 0,0-2,-1 0,0 0,0-2,3-1,-9 3,1 1,-1-2,0 0,0 0,0 0,-1-1,-1 0,1-1,-1 0,-1 0,1 0,-2-1,1 0,-1 0,-1 0,0-1,0 1,0-5,-3 6,0 0,-1 0,0 0,0-1,-1 1,0 0,0 0,-1 0,-1 1,1-1,-1 0,-1 1,0 0,0 0,0 0,-1 0,-5-5,-1-3,-2 1,0 1,-1 0,0 0,-1 2,0 0,-15-9,21 15,1 0,-1 0,0 1,0 0,-1 0,0 1,0 1,0-1,0 2,0-1,0 1,-1 1,1 0,-1 0,1 1,-1 1,1-1,-1 2,1 0,-1 0,1 0,0 2,0-1,0 1,1 0,-1 1,1 0,0 1,-3 3,-6 11,0 1,2 1,1 0,0 1,2 0,0 2,2-1,1 1,1 1,1 0,1 0,1 0,2 1,0 4,-5 37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7:12.09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1259,'0'7,"0"-24,3-41,3 1,2 0,9-25,1 0,5 2,2 1,4 0,4 3,38-66,-40 87,3 2,2 1,3 2,1 2,23-19,-45 52,0 1,1 1,1 0,0 2,0 0,1 2,0 0,1 1,0 1,0 1,1 1,-1 1,1 1,0 2,0 0,6 1,25-1,-1 2,0 2,0 3,0 2,-1 2,48 17,-41-10,-1 3,-1 2,-1 3,0 2,-2 3,19 16,-21-8,-2 3,-2 2,-2 2,-2 2,-2 2,-2 1,-3 3,-2 0,5 15,-19-26,-3 1,-1 0,-2 2,-2-1,-2 2,-2 0,-2 0,-2 0,5 105,-8 123,-4-176,2-35,-3 0,-3 0,-3-1,-2 0,-3 0,-11 27,10-42,-3 0,-1-1,-2-1,-2-2,-2 0,-2-1,-2-2,-1 0,-2-2,-2-2,-1-1,-2-2,-18 12,-21 5,-3-4,-2-4,-2-2,-1-5,-2-3,-2-4,39-14,0-2,-1-2,0-2,-1-2,0-3,-7-1,-27-3,23-1,-1 3,-53 8,117-8,-1-1,0 0,0 0,0 1,0-1,0 0,1 0,-1 1,0-1,0 0,0 0,0 1,0-1,0 0,0 1,0-1,0 0,0 0,0 1,0-1,0 0,0 0,0 1,0-1,-1 0,1 0,0 1,0-1,0 0,0 0,0 1,-1-1,1 0,0 0,0 0,0 1,-1-1,1 0,0 0,0 0,-1 0,1 0,0 1,0-1,-1 0,1 0,0 0,0 0,-1 0,1 0,0 0,-1 0,25 9,-6-4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7:12.74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396 0,'-5'14,"-1"0,-1 0,0-1,-1 0,0 0,-1-1,0 0,-1-1,0 0,-1 0,0-1,-1-1,-9 7,-22 11,0-2,-2-1,-19 5,50-23,-33 23,46-29,1 1,-1-1,1 1,-1-1,1 1,0-1,-1 1,1 0,0-1,-1 1,1-1,0 1,0 0,0-1,-1 1,1 0,0 0,0-1,0 1,0 0,0-1,0 1,1 0,-1-1,0 1,0 0,0-1,1 1,-1 0,0-1,1 1,-1-1,0 1,1-1,-1 1,1 0,-1-1,1 0,-1 1,1-1,-1 1,1-1,-1 0,1 1,0-1,-1 0,1 1,0-1,-1 0,1 0,0 0,-1 0,1 0,0 0,42 12,-40-11,55 10,5-1,-1 4,0 2,-1 3,5 5,43 29,-75-34,1-2,0-1,1-2,2-1,-37-13,0 1,0 0,0 0,1-1,-1 1,0 0,0-1,1 1,-1-1,0 0,1 0,-1 1,0-1,1 0,-1 0,0 0,1 0,-1 0,1-1,-1 1,0 0,1-1,-1 1,0 0,0-1,1 0,-1 1,0-1,0 0,0 0,0 1,0-1,0 0,0 0,0 0,0 0,0-1,0 1,-1 0,1 0,0 0,-1-1,1 1,-1 0,0 0,1-1,-1 1,0-1,0 1,0-1,-3-14,-1 1,0 0,-1 1,-1-1,-1 1,0 0,-4-5,-5-13,-173-321,154 306,29 46,4 7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7:13.57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1,'0'11,"0"15,0 17,0 17,3 15,0 12,-1 7,1 4,-2-4,0-8,0-10,1-13,1-13,0-15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7:13.94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153 1,'19'5,"1"1,-1 1,-1 1,1 1,-1 1,-1 0,0 1,0 1,-1 1,5 6,-16-16,30 25,-2 1,-1 2,-2 0,-1 3,-1 0,-2 1,1 6,-15-22,-1 1,0 0,-2 1,0 0,-1 1,-2-1,0 1,-1 1,-1-1,-1 1,-1 0,-2 0,0-1,-2 14,-1-20,0 0,-2 0,0-1,0 0,-2 0,0 0,0-1,-1 0,-1-1,-1 1,0-2,0 1,-1-2,-1 1,0-1,0-1,-1 0,0-1,-1-1,0 0,0 0,-1-2,0 0,-9 3,-10 3,0-2,-1-1,0-2,-1-1,1-2,-1-1,0-2,0-1,-13-4,15-1,9-2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7:14.30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1,'2'2,"6"1,10 2,12 0,6 0,7-2,1-1,-5 2,-9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7:14.57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1,'14'7,"15"4,12 1,11-2,5-3,3-2,-5-3,-12-1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7:14.84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 0,'0'7,"-3"11,0 12,1 12,-1 11,2 6,0 6,0 3,1-1,2-5,1-7,0-10,0-10,-2-12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7:15.0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247 0,'-18'5,"-13"10,-8 14,-1 15,-2 13,0 5,7-9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7:15.99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246 54,'0'-4,"-2"-3,-1-1,-2 1,-3 0,-2 3,-1 1,-2 2,0-2,-3 0,-3 0,-3 2,-5-1,-4 2,-4-1,4 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4:03.4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2235 10402,'-29'23,"2"1,0 1,2 2,1 1,1 0,2 2,0 1,2 0,2 1,1 1,-11 33,2-4,3 0,2 2,4 0,2 1,3 1,3 0,2 21,4-80,1 0,0 0,1 0,0 0,0 0,1 0,-1 0,2 0,-1 0,1 0,0 0,0 0,1-1,0 1,0-1,0 0,1 0,0 0,0 0,1-1,-1 1,1-1,0 0,1-1,3 4,2-6,0 0,0 0,0-1,-1-1,1 0,0 0,0-1,0 0,0-1,0 0,-1-1,1 0,-1-1,0 0,0-1,0 1,0-2,-1 0,0 0,0 0,2-4,23-20,-1-1,-1-2,-1-2,-3 0,0-2,-3-1,-1-1,-2-1,-1-1,-3-1,-1-1,10-42,-8 32,-3-1,-2 0,-3-1,-2-1,-3 0,-1 0,-4-27,0 75,-1-1,0 1,-1 0,0 0,0 0,-1 0,0 0,0 0,-1 0,0 1,0-1,-1 1,0 0,0 0,-1 0,0 1,0-1,-1 1,1 0,-1 1,0-1,-1 1,0 0,1 1,-1 0,-1 0,1 0,-7-1,5 3,-1 1,1 0,0 0,0 1,0 1,-1 0,1 0,0 0,0 1,0 1,0 0,1 0,-1 0,1 1,-1 0,1 1,1 0,-1 0,1 1,0 0,-1 1,-6 6,1 0,0 0,2 2,-1-1,2 2,0-1,0 1,2 1,0 0,0 2,1 0,0 1,2-1,0 1,2 0,0 1,1-1,1 0,0 1,2-1,1 1,0-1,2 0,0 0,1 0,5 10,12 21,2-1,3-2,1 0,18 19,62 110,65 234,-165-393</inkml:trace>
  <inkml:trace contextRef="#ctx0" brushRef="#br0" timeOffset="1824.429">1847 9238,'2'23,"1"19,0 13,0 9,-1 7,-4 5,-3-1,0-4,-3-10,1-17,1-17</inkml:trace>
  <inkml:trace contextRef="#ctx0" brushRef="#br0" timeOffset="2087.356">1754 9198,'15'-11,"1"0,1 1,-1 1,2 1,-1 0,1 1,0 1,1 1,-1 1,1 0,0 1,0 1,0 1,7 1,67 10,-91-10,0 1,0-1,0 1,0 0,0 0,0-1,0 1,0 0,0 1,0-1,0 0,0 1,-1-1,1 0,0 1,-1 0,0-1,1 1,-1 0,0 0,0 0,0 0,0 0,0 0,0 0,-1 0,1 0,-1 1,1-1,-1 0,0 0,0 1,0-1,0 0,0 0,-1 0,1 1,-1-1,1 1,-6 7,0 0,0 0,-1 0,0-1,0 0,-1 0,-1-1,1 0,-1-1,-1 0,1 0,-1-1,0 0,-9 4,-110 44,99-46</inkml:trace>
  <inkml:trace contextRef="#ctx0" brushRef="#br0" timeOffset="2767.889">2141 9519,'17'-12,"-1"-2,0 0,0-1,-2 0,0-1,-1-1,0 0,-1-1,-2 0,1-1,-2 0,-1 0,0-1,-1 0,-1-1,-1 1,-1-1,-1 0,-1 0,-1-10,-1 29,1-2,0 1,-1-1,0 1,0-1,0 1,0-1,-1 1,0-1,1 1,-1-1,0 1,0 0,-1 0,1-1,-1 1,0 0,0 0,0 0,0 0,1 4,-1-1,1 1,0-1,0 1,-1-1,1 1,0 0,0 0,0 0,0 0,0 0,0 0,0 0,0 0,0 0,0 0,1 0,-1 1,1-1,-1 0,1 0,-1 1,1-1,-1 0,1 1,0-1,0 1,0-1,0 0,0 2,-3 6,2 1,-1 0,1-1,0 1,1 0,0 0,1-1,0 1,0 0,1-1,2 9,-1-15,0 1,0-1,0 0,1 0,-1 0,1-1,-1 1,1-1,0 0,0 0,0 0,0-1,0 1,0-1,1 0,-1 0,0 0,1-1,-1 0,1 0,-1 0,1 0,-1 0,0-1,3 0,32 2,-37-1,-1 0,1 1,0-1,0 1,0-1,-1 1,1 0,0 0,-1 0,1 0,-1 0,1 0,-1 0,1 1,-1-1,0 0,1 1,-1-1,0 1,0 0,0-1,-1 1,1 0,0-1,0 1,-1 0,1 0,-1 0,0-1,1 1,-1 0,0 0,0 0,0 0,-11 69,9-62,0 1,-19 134,21-138,0 0,0-1,1 1,0 0,0 0,0 0,0 0,1-1,0 1,1-1,-1 1,1-1,0 0,0 0,1 0,-1-1,1 1,0-1,0 0,1 0,-1 0,6 3,-4-4,-1 0,1-1,0 0,1 0,-1 0,0-1,0 1,1-1,-1-1,1 0,-1 0,0 0,1 0,-1-1,1 0,-1-1,0 1,0-1,0 0,0-1,0 1,0-1,-1-1,1 1,0-1,7-5,-1 0,0 0,-1-1,0-1,0 0,-1-1,0 1,-1-2,-1 1,2-5,-3 1,0 0,-2 0,0-1,-1 1,0-1,-1 0,-1 0,-1-1,0 1,-2 0,-1-13,2 29,1 1,-1-1,0 1,0 0,1-1,-1 1,0-1,0 1,0-1,0 1,0-1,1 1,-1-1,0 1,0 0,0-1,0 1,0-1,-1 1,1-1,0 1,0-1,0 1,0-1,0 1,-1-1,1 1,0 0,0-1,-1 1,1-1,0 1,-1 0,1-1,0 1,-1 0,1-1,0 1,-1 0,1 0,-1 0,1-1,-1 1,1 0,-1 0,1 0,0 0,-1 0,1 0,-1-1,1 1,-1 0,1 1,-1-1,1 0,-1 0,1 0,-1 0,-14 27,-3 90,17-96</inkml:trace>
  <inkml:trace contextRef="#ctx0" brushRef="#br0" timeOffset="3286.501">2836 9211,'-9'3,"0"1,1 0,0 1,-1-1,1 1,1 1,-1 0,1 0,0 0,0 1,1 0,0 0,0 1,1-1,0 1,0 1,1-1,0 1,0-1,1 1,0 0,1 1,0-1,0 0,1 1,0-1,1 0,0 1,0-1,1 1,0-1,1 0,0 1,0-1,1 0,1 0,-1-1,1 1,1-1,-1 1,2-1,0 1,2 0,0 0,0 0,0-1,1 0,1-1,-1 0,1 0,1-1,-1 0,1-1,0 0,0-1,0 0,1-1,-1 0,1-1,3 1,10-3</inkml:trace>
  <inkml:trace contextRef="#ctx0" brushRef="#br0" timeOffset="4596.925">3077 9211,'20'2,"1"1,0 1,-1 0,1 2,-1 0,10 6,-24-9,0 0,0 0,0 0,-1 1,1 0,-1 0,0 0,-1 1,1 0,-1 0,0 0,0 0,0 1,-1-1,1 1,-1 0,-1 0,1 0,-1 0,-1 1,1-1,0 6,-1 7,-1 1,0 0,-2 0,0-1,-2 1,0-1,-4 10,4-10,-16 59,5-21,3 0,2 1,-2 43,11-95,0 1,0 0,1 0,0-1,0 1,0 0,1-1,0 1,0 0,1-1,0 1,0-1,1 0,-1 1,1-1,1-1,-1 1,1 0,0-1,0 0,1 1,-1-2,1 1,0-1,0 1,1-1,0-1,-1 1,1-1,0 0,1 0,-1-1,0 0,3 1,-5-3,1 1,0-1,0 0,0 0,-1-1,1 0,0 1,0-2,-1 1,1 0,-1-1,1 0,-1 0,0 0,1-1,-1 1,0-1,-1 0,1 0,0 0,-1-1,0 1,0-1,0 0,2-4,1 0,-2-1,1 0,-1 0,-1-1,1 1,-2-1,1 0,-1 0,-1 0,0 0,0 0,-1-1,-1-7,0 0,-1 0,0 0,-2 0,0 0,-1 1,-1-1,-1 1,0 1,-1-1,0 1,-2 1,0 0,-1 0,0 1,-1 0,0 1,-2 0,1 1,-1 1,-1 0,0 1,-1 1,1 0,-2 1,1 0,-1 2,-10-3,19 7,1 0,-1 0,1 0,0 1,-1 0,0 0,1 1,-1 0,1 0,-1 1,-7 1,16 3,8-3,1 1,-1-1,1-1,0 1,0-2,0 1,-1-2,1 1,7-2,-3 1,49-5,0-2,-1-3,0-2,-1-4,-1-2,34-16,-79 30,-1-1,0-1,0 0,0-1,-1-1,-1 1,1-2,4-5,-16 14,0 1,0-1,0 0,0 1,-1-1,1 0,0 0,0 0,-1 0,1 0,-1 0,1 0,0 0,-1 0,0 0,1 0,-1 0,0 0,0 0,1-1,-1 1,0 0,0 0,0 0,0 0,-1 0,1 0,0-1,0 1,-1 0,1 0,0 0,-1 0,1 0,-1 0,0 0,1 0,-1 0,0 0,1 0,-1 1,0-1,0 0,0 0,0 1,0-1,0 1,0-1,0 1,-1-1,-57-14,53 14,0 0,0 0,0 1,0 0,0 0,0 1,0 0,0 0,0 0,0 1,0 0,1 0,-1 0,1 1,-1-1,1 2,0-1,0 0,0 1,1 0,-1 0,1 0,0 1,0-1,0 1,1 0,0 0,0 1,0-1,0 1,1-1,0 1,0 0,1-1,-1 1,1 0,1 0,-1 4,2 2,1 0,0-1,1 1,0-1,1 1,1-1,-1 0,2 0,-1-1,2 0,-1 0,1 0,1-1,0 0,0 0,1-1,0 0,0-1,0 0,1 0,1-1,-1 0,1-1,0 0,0-1,0 0,1-1,7 2,-12-5,-1 1,0-1,1 0,-1 0,0-1,0 0,1 0,-1-1,0 1,0-1,0-1,-1 1,1-1,0 0,-1 0,0-1,0 1,0-1,0 0,0-1,-1 1,0-1,0 0,0 0,-1 0,1-1,-1 1,-1-1,1 1,-1-1,2-5,1-5,0 0,-1 0,0-1,-2 0,0 0,0 0,-2-16,-2 81,0-31,1 0,0 0,2 0,0-1,1 1,0 0,2 2,-3-17,-1 1,1-1,0 0,0 0,0 0,1 0,-1 0,0 0,1-1,-1 1,1 0,-1-1,1 1,0-1,0 1,0-1,0 0,0 0,0 0,0 0,0 0,0 0,0-1,1 1,-1-1,0 1,0-1,1 0,-1 0,0 0,1 0,-1 0,0-1,0 1,1-1,-1 0,77-35,-67 28,-1-1,0 0,-1 0,0-1,0-1,-1 1,-1-1,0-1,0 0,-1 0,-1 0,0-1,-1 0,0 0,1-6,-7 24,-2 3,0-1,1 1,1 0,-1 0,1 0,0 0,1 0,0 0,0 0,1 0,0 0,0 0,1 0,0 0,0-1,1 1,0-1,0 1,1-1,0 0,0 0,1 0,0-3,-1 0,1 0,0-1,0 1,1-1,-1 0,1-1,0 1,-1-1,1 0,0-1,0 1,1-1,-1 0,0-1,0 1,0-1,0-1,1 1,-1-1,0 0,0 0,0-1,5-1,0-1,-1 0,1-1,-1 0,0 0,-1-1,1 0,-1-1,-1 0,1-1,-1 1,3-5,1-4,0 0,0-1,-2-1,0 0,-1 0,-1-1,-1 0,0 0,-1-1,-2 0,0 0,0-6,3-44,-3 0,-4-63,-1 105,1-4,1 15,-1 1,-1 0,0-1,-2 1,1 0,-4-7,6 23,0 1,0-1,0 1,0-1,0 0,0 1,0-1,-1 1,1-1,0 1,0-1,0 0,-1 1,1-1,0 0,0 1,-1-1,1 0,0 1,-1-1,1 0,0 1,-1-1,1 0,-1 0,1 0,0 1,-1-1,1 0,-1 0,1 0,-1 0,1 0,0 0,-1 0,1 0,-1 0,1 0,-1 0,1 0,-1 0,1 0,0 0,-1 0,1 0,-1-1,1 1,0 0,-1 0,1 0,-1-1,1 1,0 0,-1-1,1 1,0 0,0-1,-1 1,1 0,0-1,0 1,-1-1,-10 35,2-1,1 2,2-1,1 1,0 33,4-59,-3 40,2 0,2 0,6 35,-4-66,1 1,0-1,2 0,0 0,1 0,1-1,0 0,2 0,0-1,0 0,5 4,7 3,-3-7</inkml:trace>
  <inkml:trace contextRef="#ctx0" brushRef="#br0" timeOffset="4854.516">4360 9091,'23'2,"28"1,30 0,28-3,26-4,-10 0</inkml:trace>
  <inkml:trace contextRef="#ctx0" brushRef="#br0" timeOffset="5995.619">3237 11056,'230'15,"-47"-9,0-7,107-18,-105 1,-9-2,0 7,0 9,24 8,-50 16,-138-18</inkml:trace>
  <inkml:trace contextRef="#ctx0" brushRef="#br0" timeOffset="6351.614">4935 10816,'28'0,"86"28,0 5,7 7,-120-39,1 0,35 10,0 3,-1 1,-1 1,31 20,-63-35,0 1,0-1,0 1,0 0,-1 0,1 0,0 0,-1 0,0 1,1-1,-1 1,0 0,0-1,-1 1,1 0,0 0,-1 0,0 0,0 1,0-1,0 0,0 0,-1 1,1-1,-1 0,0 1,0-1,0 0,-1 1,1-1,-1 0,1 1,-1-1,0 0,-2 3,-8 9,-1 0,-1-1,0-1,-1 0,-1 0,0-2,0 0,-1 0,-10 3,8-2,-237 146,236-141,10-6</inkml:trace>
  <inkml:trace contextRef="#ctx0" brushRef="#br0" timeOffset="6968.548">6419 10589,'-12'2,"0"0,0 1,0 1,0 0,1 1,-1 0,1 1,0 0,1 1,-1 0,1 0,1 1,0 1,0 0,0 0,-5 8,-6 10,1 1,2 0,0 2,2 0,-7 22,5-10,1 0,2 2,2-1,2 2,2-1,0 16,19 29,-10-87,0 1,0-1,0 0,1 1,-1-1,1 0,-1 0,1 0,0 0,0 0,0 0,0 0,0-1,1 1,-1-1,0 0,1 1,-1-1,1 0,-1-1,1 1,-1 0,1-1,0 1,0-1,-1 0,1 0,0 0,-1 0,1 0,0-1,13-2,-1-2,0 0,0 0,-1-2,0 1,0-2,0 0,-1-1,0 0,-1-1,0 0,2-4,27-24,-2-2,-2-1,-2-2,-2-2,-2-1,-2-2,-1 0,-4-2,-1-1,-2-1,-3 0,9-43,-20 74,-1 0,-1-1,-1 0,-1 0,-1 0,0 0,-2 0,-1 0,0 0,-2-1,0 2,-2-1,0 0,-3-3,5 19,0 1,-1-1,0 1,0 0,-1 0,1 0,-1 0,0 1,0 0,-1 0,1 0,-1 1,0 0,0 0,0 0,0 1,0 0,0 0,-1 0,1 1,-1 0,0 0,1 1,-1 0,1 0,-1 0,0 1,1 0,-1 0,1 1,0 0,-1 0,1 1,-1 0,-10 4,1 1,-1 0,2 2,0 0,0 0,0 1,2 1,-1 1,1 0,1 0,1 1,0 1,0 0,2 0,0 1,1 0,0 1,1 0,1 0,1 1,0-1,2 1,0 0,0 0,2 0,0 0,2 1,1 17,5-16,1 0,0-1,2 0,0 0,1-1,1 0,0-1,1-1,1 0,1 0,0-1,1-1,5 2,28 31,-26-24,0 2,-2 0,0 2,-2 0,-1 1,-1 1,-2 0,0 1,-2 1,-2 0,-1 1,5 26,8 89,-23-147,0 1,-1 0,1-1,0 1,0 0,1 0,-1-1,0 1,0 0,0 0,0-1,1 1,-1 0,0-1,1 1,-1-1,0 1,1 0,-1-1,1 1,-1-1,1 1,-1-1,1 1,0-1,-1 1,1-1,-1 0,1 1,0-1,-1 0,1 0,0 1,0-1,-1 0,1 0,0 0,-1 0,1 0,0 0,0 0,-1 0,11-8</inkml:trace>
  <inkml:trace contextRef="#ctx0" brushRef="#br0" timeOffset="7387.431">7061 10108,'16'2,"14"1,14 0,10-1,5-3,5-1,-1-2,-3-2,-6-1,-7 1,-9 1,-9-1,-9 0</inkml:trace>
  <inkml:trace contextRef="#ctx0" brushRef="#br0" timeOffset="8001.472">7368 9760,'-2'16,"-3"21,-1 20,1 21,1 15,1 13,2 8,-2 3,-5 0,-6-4,0-21</inkml:trace>
  <inkml:trace contextRef="#ctx0" brushRef="#br0" timeOffset="8722.037">6553 8610,'3'44,"3"0,1 0,2 0,2-1,2 0,3 3,-5-11,0 0,3-1,0 0,3-2,0 1,2-2,2-1,17 21,-37-50,-1 0,0 0,0 0,1 0,-1 0,1 0,-1 0,1 0,-1-1,1 1,-1 0,1 0,0-1,-1 1,1 0,0-1,-1 1,1-1,0 1,0-1,0 1,0-1,0 1,0-1,-1 0,1 1,0-1,0 0,0 0,0 0,0 0,0 0,0 0,0 0,0 0,0 0,0-1,0 1,0 0,0-1,0 1,0 0,-1-1,1 1,0-1,0 1,0-1,-1 0,1 1,0-1,-1 0,1 1,0-1,-1 0,1 0,-1 0,1 0,-1 0,0 1,1-1,-1 0,0 0,0 0,1 0,-1-1,5-30,-1 0,-2 0,-1 0,-2-19,0 5,11-157,-10 200,0 1,0-1,1 1,-1-1,1 1,-1 0,1-1,0 1,0 0,0-1,0 1,0 0,1 0,-1 0,1 0,-1 0,1 0,0 0,0 1,0-1,0 0,2 0,6 1</inkml:trace>
  <inkml:trace contextRef="#ctx0" brushRef="#br0" timeOffset="8971.371">7074 9052,'-4'15,"-2"13,0 6,2 1,0 0,2-2,1-4,1-5,0-6</inkml:trace>
  <inkml:trace contextRef="#ctx0" brushRef="#br0" timeOffset="9162.854">7074 8878,'2'0,"1"0</inkml:trace>
  <inkml:trace contextRef="#ctx0" brushRef="#br0" timeOffset="9338.407">7288 9052,'-4'18,"-5"12,-2 9,1 4,1 0,3-6,3-4,3-8,4-8,2-7</inkml:trace>
  <inkml:trace contextRef="#ctx0" brushRef="#br0" timeOffset="9582.765">7208 8730,'13'7,"6"2</inkml:trace>
  <inkml:trace contextRef="#ctx0" brushRef="#br0" timeOffset="9748.923">7596 8449,'0'18,"-3"18,0 16,-2 13,-2 9,-1 5,-1 4,2 0,1 1,2-4,2-5,1-7,0-6,4-8,0-12,3-16,-1-18,0-10</inkml:trace>
  <inkml:trace contextRef="#ctx0" brushRef="#br0" timeOffset="9933.99">7368 8930,'12'3,"14"0,17 0,15-1,13 0,7-1,-2 0,-13-1</inkml:trace>
  <inkml:trace contextRef="#ctx0" brushRef="#br0" timeOffset="10423.93">7810 9211,'-5'27,"2"0,0 0,2 0,1 0,1 0,2 0,0 0,4 11,-6-35,-1 0,1 0,0 0,0 0,0 0,1 0,-1 0,1-1,-1 1,1-1,0 1,0-1,0 1,0-1,0 0,1 0,-1 0,1 0,-1-1,1 1,0-1,0 1,-1-1,1 0,0 0,0 0,0 0,0-1,0 1,1-1,-1 0,0 0,0 0,0 0,0-1,0 1,0-1,0 0,0 0,0 0,0 0,0 0,0 0,2-3,5-3,1-2,-1 1,-1-1,0-1,0 0,-1 0,0-1,-1 0,0 0,-1 0,0-1,-1 0,0 0,-1-1,0 1,-1-1,-1 0,0 0,0-1,-2 6,1 1,-2-1,1 0,-1 1,0-1,-1 1,0-1,0 1,0 0,-1 0,0 0,-1-1,3 6,0 0,-1 0,1-1,0 1,-1 0,0 0,1 1,-1-1,0 0,0 1,0-1,0 1,0-1,0 1,-1 0,1 0,0 0,-1 0,1 0,-1 1,1-1,-1 1,1-1,-1 1,1 0,-1 0,1 0,-1 1,1-1,-1 0,1 1,-1 0,1-1,0 1,-1 0,1 0,-1 1,-3 2,1-1,-1 1,1 0,0 1,1-1,-1 1,1 0,0 0,0 1,0-1,1 1,0 0,0 0,1 0,-1 0,1 0,0 0,1 1,0-1,0 1,0-1,1 1,0-1,0 1,0-1,1 1,0-1,2 6,9 21</inkml:trace>
  <inkml:trace contextRef="#ctx0" brushRef="#br0" timeOffset="10815.911">8197 9398,'14'-263,"-14"262,0-1,0 1,0-1,0 1,1-1,-1 1,0-1,1 1,-1 0,1-1,0 1,-1 0,1-1,0 1,0 0,0 0,0 0,0 0,0 0,0 0,0 0,0 0,0 0,1 0,-1 1,0-1,0 0,1 1,-1-1,1 1,-1-1,0 1,1 0,-1 0,1 0,-1 0,2 0,58 11,-48-7,111 34,-121-37,0 0,-1 1,1-1,0 1,0-1,-1 1,1 0,-1 0,0 1,1-1,-1 0,0 1,0-1,-1 1,1 0,-1 0,1-1,-1 1,0 0,0 0,0 0,0 1,0-1,-1 0,0 0,1 0,-1 0,0 1,-1-1,1 0,0 0,-1 0,0 0,0 0,0 0,0 1,-43 91,36-83,1 1,1 0,0 1,0-1,1 1,1 0,0 0,1 1,-1 13,4-23,0 0,1 0,0-1,-1 1,1 0,1 0,-1-1,1 1,0-1,0 1,0-1,0 0,1 0,0 0,0 0,0 0,0-1,1 1,-1-1,1 0,0 0,0 0,0-1,0 1,3 0,8 4,0 0,0-2,1 0,-1-1,1 0,0-1,2-1,31 3,-1-2,1-2,0-3,3-1,-10-1</inkml:trace>
  <inkml:trace contextRef="#ctx0" brushRef="#br0" timeOffset="12330.784">804 12273,'73'-18,"1"4,1 3,0 3,0 3,1 3,-1 4,66 11,-16-6,164-2,246-28,873-6,-1027 31,-64-1,640-7,133-61,-1019 64,925-55,-632 29,8 16,24 12,408-9,-117-4,-647 6,-44 3</inkml:trace>
  <inkml:trace contextRef="#ctx0" brushRef="#br0" timeOffset="13379.909">9320 9452,'11'848,"-13"-695,9 614,29-46,2 330,-22-441,-37 213,18-629,8 0,16 73,-8-152,11 107,-7 80,-16 560,11-706,8-2,11 25,-10-17,-7 2,-7 76,-6-210,-1-16,-1-4,1 0,0-1,1 1,0 0,1-1,0 1,0 0,1-1,0 0,0 0,1 0,1 1,5 1</inkml:trace>
  <inkml:trace contextRef="#ctx0" brushRef="#br0" timeOffset="14753.301">10203 12059,'110'-10,"0"5,1 5,25 7,49 0,368-6,433 15,-76 4,-432-26,-430 9,1 2,-1 2,-1 2,1 3,-43-10</inkml:trace>
  <inkml:trace contextRef="#ctx0" brushRef="#br0" timeOffset="17264.687">10536 9559,'5'18,"1"-33,-4 6,-1-1,0 0,-1 1,0-1,0 0,-1 1,-1-1,1 0,-1 1,-1-1,0 1,0 0,-1 0,0 0,-1 1,0-1,0 1,-1 0,0 0,0 1,-1 0,0 0,0 0,0 1,-1 0,0 1,0 0,-1 0,0 0,1 1,-1 1,-4-2,10 5,-1-1,1 0,-1 1,1 0,-1 0,1 0,-1 0,1 0,-1 1,1 0,-1-1,1 1,0 1,-1-1,1 0,0 1,0 0,0-1,0 1,0 0,1 1,-1-1,0 0,1 1,0 0,0-1,-1 1,2 0,-2 1,-1 5,-1-1,1 1,1 0,0 1,0-1,1 1,0-1,0 1,1 0,1 1,0 17,1 1,2-1,0 0,2-1,1 1,2-1,0 0,2-1,1 0,1 0,1-1,1-1,1 0,2 1,-12-18,0 0,0 0,1 0,-1 0,1-1,1 0,-1 0,1-1,0 0,1 0,-1 0,1-1,0 0,0-1,0 0,0 0,0-1,1 0,0 0,-1-1,1 0,0 0,-1-1,1 0,0-1,-1 0,4-1,12-6,-1-1,0-1,0-1,-1-2,0 0,-1-1,-1-1,-1 0,0-2,-1 0,0-2,-2 1,0-2,8-14,-18 28,-1-1,1-1,-2 1,1-1,-1 0,0 0,0 0,-1 0,0-1,-1 1,0-1,0 1,-1-1,0 0,-1-3,-1 10,0 0,0-1,0 1,-1 0,1 0,-1 0,1 1,-1-1,0 0,0 0,0 1,0-1,0 1,0 0,0 0,0-1,0 1,-1 1,1-1,0 0,-1 0,1 1,-1 0,1-1,-1 1,1 0,-1 0,1 0,-1 1,1-1,0 1,-1-1,1 1,-1 0,1 0,0 0,0 0,-1 0,1 0,0 1,0-1,0 1,0-1,1 1,-1 0,-5 4,0 1,1 1,0-1,0 1,1 0,0 0,0 1,1-1,0 1,0 0,1 0,1 1,-1-1,1 0,1 1,0 0,0-1,1 1,0-1,1 1,0 0,0-1,1 1,0-1,1 0,0 0,1 0,0 0,0 0,0-1,2 2,5 2,1-1,0 0,0 0,1-2,0 1,1-2,0 0,0 0,1-1,0-1,0-1,0 0,1-1,0 0,0-1,0-1,0-1,0 0,0-1,8-1,25-2</inkml:trace>
  <inkml:trace contextRef="#ctx0" brushRef="#br0" timeOffset="25169.507">12074 9599,'107'258,"-68"-205,-38-52,0 0,1 0,-1 0,1 0,-1-1,1 1,-1 0,1-1,-1 1,1-1,0 0,-1 1,1-1,0 0,-1 0,1 0,0 0,-1 0,1 0,0-1,-1 1,1-1,-1 1,1-1,-1 1,1-1,-1 0,1 0,-1 0,1 0,-1 0,0 0,0 0,0 0,1 0,-1-1,0 0,8-11,-1-1,0 0,-1-1,-1 0,0 0,-1 0,-1-1,0 0,-1 1,-1-1,0 0,-2 0,1-1,3-110,-4 125,0 1,-1 0,1 0,0 0,-1 0,1 0,0 0,0 0,0 0,0 0,0 0,0 0,0 0,0 0,0 0,0 0,1 0,-1 0,0 0,1 0,-1 0,1 0,-1 0,1 0,-1 0,1 0,0 1,-1-1,1 0,0 0,0 1,0-1,-1 0,1 1,0-1,0 1,0-1,0 1,0 0,0-1,0 1,0 0,0 0,0 0,0-1,1 1,83 59,-51-33</inkml:trace>
  <inkml:trace contextRef="#ctx0" brushRef="#br0" timeOffset="26063.377">12755 9693,'2'-4,"10"-59,-12 61,1 1,-1-1,0 1,0-1,0 1,0-1,-1 1,1-1,0 1,-1-1,1 1,-1-1,1 1,-1-1,1 1,-1 0,0-1,0 1,0 0,0 0,0 0,0 0,0 0,0 0,0 0,0 0,-1 0,1 0,0 1,-1-1,1 0,-1 1,1-1,0 1,-1 0,1-1,-1 1,0 0,-7 2,0-1,0 2,1 0,-1 0,1 0,0 1,0 0,0 1,0 0,1 0,0 0,0 1,0 0,1 1,0-1,-1 3,-2-1,0 1,0 0,1 1,0 0,1 1,0-1,1 1,0 0,1 1,0-1,0 2,5-12,0 0,0 1,-1-1,1 0,0 1,0-1,0 0,0 1,0-1,1 0,-1 1,0-1,1 0,-1 1,0-1,1 0,0 0,-1 1,1-1,0 0,0 0,-1 0,1 0,0 0,0 0,0 0,0 0,0-1,1 1,-1 0,0-1,0 1,0 0,1-1,-1 1,0-1,0 0,1 0,0 1,53-5,-43-1,0 0,0 0,-1-1,0-1,0 0,0-1,-1 0,0 0,-1-1,5-5,-14 13,0 1,0-1,0 1,1 0,-1-1,0 1,0-1,0 1,1 0,-1-1,0 1,0 0,1-1,-1 1,0 0,1 0,-1-1,0 1,1 0,-1 0,1 0,-1-1,0 1,1 0,-1 0,1 0,-1 0,0 0,1 0,-1 0,1 0,-1 0,1 0,-1 0,0 0,1 0,-1 0,1 0,-1 0,1 1,-1-1,0 0,1 0,-1 0,0 1,1-1,-1 0,0 1,1-1,-1 0,0 0,0 1,1-1,-1 1,0-1,0 0,1 1,-1-1,0 0,0 1,0-1,0 1,0-1,3 36,-2-22,-1-11,0 1,0-1,0 1,1-1,0 1,0-1,0 1,0-1,0 0,1 0,-1 1,1-1,0 0,0-1,0 1,0 0,1 0,-1-1,1 0,0 1,-1-1,1 0,0 0,0 0,0-1,1 1,-1-1,0 0,1 0,-1 0,0 0,1 0,-1-1,1 1,3-1,5-4,0 0,0-1,0-1,-1 0,0 0,0-1,0 0,-1-1,0 0,-1-1,0 0,0 0,-1-1,0 0,0-1,-1 1,5-12,8-13,-2 0,-1-1,-2-1,-1-1,-2 0,-2 0,-1-1,-2-1,-2 1,-1-1,-3-16,-1 55,1-4,0-1,0 0,-1 0,0 0,-1 0,1 0,-1 0,0 0,-1 1,1-1,-1 0,0 1,-1-1,1 1,-1 0,0 0,0 0,-1 0,0 0,0 0,0 4,0 1,1 0,-1-1,0 2,0-1,1 0,-1 1,0-1,1 1,-1 0,0 1,1-1,-1 0,1 1,0 0,0 0,-1 0,1 0,0 0,1 1,-1-1,0 1,1 0,-1 0,1 0,0 0,0 0,0 0,1 1,-1 1,-13 20,1 1,1 1,1 0,2 1,1 0,1 0,1 1,2 0,1 0,1 1,1-1,2 17,1-19,0 0,1 0,2-1,1 1,1-1,1 0,2 2,-5-17,0-1,1 0,0 1,0-2,1 1,0-1,1 0,0 0,0-1,1 0,0 0,1 0,-1-1,1-1,1 0,-1 0,1 0,3 0,-7-4,1 0,0 0,1-1,-1 0,0 0,0 0,0-1,1 0,-1-1,0 1,0-1,0-1,1 1,-1-1,-1-1,1 1,0-1,-1 0,1-1,-1 1,0-1,0-1,0 1,-1-1,0 0,1 0,-2-1,1 1,-1-1,0 0,0 0,0-1,-1 1,0-1,1-2,20-60,-21 111,4 36,-7-76,1 0,0 1,0-1,0 0,0 0,0 0,0 0,1 0,-1 0,1 0,-1 0,1-1,0 1,-1-1,1 1,0-1,0 1,0-1,0 0,0 0,1 0,-1 0,0-1,0 1,1 0,-1-1,0 0,1 0,-1 1,1-1,0-1,5 0,-1-1,1 0,-1-1,1 1,-1-1,0-1,-1 0,1 0,0 0,-1-1,0 1,0-2,-1 1,1-1,-1 1,0-1,-1-1,1 1,-1-1,0 0,-1 0,0 0,0-1,-1 4,0 0,0-1,0 1,-1-1,0 0,0 1,0-1,-1 0,0 0,0 1,0-1,0 0,-1 0,1 1,-1-1,0 0,-1 1,1-1,-1 1,0-1,0 1,-1 0,1 0,-1 0,0 0,0 0,0 1,0-1,-1 1,1 0,-1 0,0 0,0 1,0-1,0 1,0 0,-5-2,1 3,-1 1,1 0,-1 0,1 1,-1 0,1 0,-1 1,1 0,0 0,0 1,0 0,0 1,1 0,-1 0,1 0,0 1,0 0,0 1,1-1,0 1,0 1,0-1,1 1,0 0,3-4,0-1,0 1,0-1,0 1,0 0,1 0,-1-1,1 1,0 0,0 0,0 1,0-1,1 0,-1 0,1 0,0 0,0 1,0-1,0 0,0 0,1 0,-1 1,1-1,0 0,0 0,0 0,1 0,-1 0,1-1,-1 1,2 1,19 18</inkml:trace>
  <inkml:trace contextRef="#ctx0" brushRef="#br0" timeOffset="26953.324">13933 9813,'-180'-106,"179"105,-1 0,1-1,-1 1,0 1,1-1,-1 0,0 0,0 1,0-1,1 1,-1-1,0 1,0 0,0-1,0 1,0 0,0 1,0-1,1 0,-1 0,0 1,0-1,0 1,0 0,1-1,-1 1,0 0,1 0,-1 0,1 0,-1 0,1 1,-1-1,1 0,0 1,-1-1,1 1,0-1,0 1,0-1,0 1,0 1,-3 13,1 1,1 0,0 0,1 0,1 0,0 0,1 0,4 15,-5-28,0-1,0 0,0 1,1-1,0 0,-1 0,1 1,0-1,1 0,-1 0,0 0,1 0,0 0,0-1,0 1,0 0,0-1,0 1,1-1,-1 0,1 0,-1 0,1 0,0 0,0-1,0 1,0-1,0 0,0 0,0 0,1 0,-1 0,0-1,0 1,1-1,-1 0,0 0,1 0,-1-1,0 1,1-1,-1 0,5-3,0-1,0 1,-1-2,0 1,0-1,0 0,-1-1,0 1,0-1,0 0,-1-1,0 1,-1-1,1 0,-2-1,4-7,-4 52,-3-32,-1-1,1 1,0 0,0-1,0 1,0-1,1 1,-1 0,1-1,0 1,0-1,0 1,1-1,-1 0,1 0,0 1,0-1,0 0,0-1,0 1,1 0,-1-1,1 1,0-1,0 0,0 0,0 0,0 0,0 0,0-1,1 1,-1-1,1 0,-1 0,1 0,-1-1,1 1,0-1,-1 0,1 0,1 0,1-2,0 0,0 0,0-1,0 1,0-2,0 1,-1 0,0-1,1 0,-1-1,-1 1,1-1,-1 0,0 0,0 0,0 0,0-1,-1 0,1-2,4-8,-1-2,0 1,-1-1,-1 0,-1 0,1-5,6-114,-10 136,0 1,-1 0,1-1,0 1,-1-1,1 1,0 0,-1 0,1-1,0 1,-1 0,1 0,0 0,0 0,-1 0,1 0,0 0,0 0,-1 0,1 0,0 0,-1 1,1-1,0 0,0 0,-1 1,1-1,0 0,-1 1,1-1,-1 1,1-1,-1 1,1-1,-1 1,1-1,-1 1,1 0,-1-1,0 1,1 0,-1-1,0 1,1 0,-1-1,0 1,0 0,0-1,0 1,7 5,4 2,1-1,0-1,0 0,1 0,0-1,-1-1,2 0,-1-1,0 0,1-1,0-1,-1 0,8-1,-19 0,-1 0,1 0,0 0,-1 0,1 0,-1 0,1 1,0-1,-1 0,1 1,0-1,-1 1,1 0,-1 0,0-1,1 1,-1 0,1 0,-1 0,0 0,0 1,0-1,0 0,0 0,0 1,0-1,0 1,0-1,0 1,-1-1,1 1,-1-1,1 1,-1 0,0-1,0 1,1 0,-1-1,0 1,0 0,-1 0,-9 56,8-52,0 0,0 0,0 0,1 0,0 0,0 0,0 1,1-1,0 0,0 0,1 1,0-1,0 0,0 0,1 0,0 0,0 0,0 0,1-1,0 1,0-1,0 1,1-1,-1 0,7 1,0 0,-1-1,2 0,-1-1,0 0,1 0,0-1,0 0,0-1,0-1,0 1,0-2,1 0,-1 0,7-1,-4 0,0-1,0 0,-1 0,1-2,-1 0,0 0,0-1,0-1,0 0,-1 0,0-1,6-6,-12 9,0-1,0-1,0 1,0-1,-1 0,0 0,0-1,-1 0,0 1,0-2,0 1,-1 0,0-1,-1 1,0-1,0 0,0 0,-1 1,0-1,-1 0,0 0,0-3,-1 4,0 0,0 0,-1 0,0 1,-1-1,1 1,-1-1,-1 1,1 0,-4-5,6 10,0-1,0 0,0 1,0-1,0 1,-1 0,1-1,0 1,-1 0,1 0,-1 0,0 0,1 0,-1 0,0 0,1 0,-1 1,0-1,0 1,0-1,1 1,-1 0,0 0,0 0,0 0,0 0,0 0,0 0,1 1,-1-1,0 1,0-1,0 1,1 0,-1-1,0 1,1 0,-1 0,1 0,-1 1,0 0,-3 2,1 0,1 0,-1 1,1-1,0 1,0 0,0 0,1 0,-1 1,1-1,0 0,1 1,0-1,-1 1,2 0,-1-1,1 1,0 0,0-1,0 1,1 0,0-1,0 1,0 0,1-1,0 0,0 1,0-1,3 4,3-1,0 1,1-2,-1 1,2-1,-1-1,1 1,0-2,0 1,1-1,-1-1,1 0,0-1,0 0,1 0,5 0,182 26,-100-22</inkml:trace>
  <inkml:trace contextRef="#ctx0" brushRef="#br0" timeOffset="27301.676">15844 9104,'18'123,"-5"1,-5 0,-6 23,-1-97,-1-37,11 102,-10-110,0 0,1 0,-1 0,1 0,0 0,0-1,1 1,0 0,-1-1,2 0,-1 0,0 0,1 0,0 0,0-1,0 1,0-1,0 0,1 0,0 0,6 0,-1 0,0-1,1 0,-1-1,1 0,-1 0,1-1,0-1,-1 0,1 0,-1-1,0 0,1-1,-1 0,0 0,6-4,28-12</inkml:trace>
  <inkml:trace contextRef="#ctx0" brushRef="#br0" timeOffset="27568.815">15590 9439,'14'-3,"22"-2,23-3,23 0,17-2,11 2,-3 4,-19 3</inkml:trace>
  <inkml:trace contextRef="#ctx0" brushRef="#br0" timeOffset="28089.342">16339 9840,'17'-76,"-2"-1,-4 0,-4-1,-2-43,-12 90,7 30,0 1,-1 0,1-1,0 1,-1 0,1-1,0 1,-1 0,1 0,-1-1,1 1,-1 0,1 0,-1 0,1-1,-1 1,1 0,-1 0,1 0,-1 0,1 0,-1 0,1 0,0 0,-1 0,1 0,-1 1,1-1,-1 0,1 0,-1 0,1 0,-1 1,1-1,0 0,-1 1,1-1,-1 0,1 1,0-1,-1 0,1 1,0-1,-1 1,1-1,0 0,0 1,0-1,-1 1,1-1,0 1,0-1,0 1,0-1,0 1,0-1,-3 3,1 0,0 0,0 0,1 1,-1-1,1 0,-1 1,1-1,0 1,0 0,1-1,-1 1,1 0,0-1,0 1,0 0,0-1,0 1,1 0,0-1,0 1,0-1,0 1,0-1,1 1,0-1,-1 0,1 0,1 0,-1 0,0 0,1 0,-1 0,1-1,0 1,0-1,0 0,0 0,0 0,0 0,0-1,3 2,182 25,-183-25,-1 1,0 0,0 0,0 0,0 0,0 1,-1-1,0 1,0 0,0 0,-1 0,0 0,0 1,0-1,0 1,-1-1,0 1,0 0,-1-1,1 1,-1 0,-1-1,1 1,-1 0,0-1,0 1,-1 2,1 7,0-10,0 0,1-1,-1 1,1 0,0 0,0 0,0-1,1 1,0 0,-1 0,2-1,-1 1,1-1,-1 1,1-1,1 1,-1-1,0 0,1 0,0 0,0-1,0 1,1-1,-1 1,1-1,-1 0,1 0,2 0,2-1,1-1,0 0,-1 0,1-1,0 0,-1-1,1 0,-1 0,1 0,-1-2,1 1,-1-1,0 0,0 0,0-1,0 0,-1-1,0 1,0-2,0 1,0-1,-1 0,0 0,0 0,-1-1,0 0,0 0,4-8,-3 5,0 1,-1-2,0 1,-1-1,0 1,-1-1,0 0,0-1,-1 1,-1 0,0-1,0 1,-1 0,-1-1,-1-6,2 17,0 0,0 0,0 0,0 0,0 0,-1 0,1 0,0 0,-1 0,1 0,-1 0,1 0,-1 0,1 0,-1 1,0-1,1 0,-1 0,0 1,1-1,-1 0,0 1,0-1,0 1,0-1,0 1,0-1,0 1,0 0,0-1,0 1,0 0,0 0,0 0,0 0,0 0,0 0,0 0,0 0,0 0,0 0,0 1,0-1,0 0,0 1,0-1,1 1,-1-1,0 1,0-1,0 1,0-1,1 1,-1 0,0 0,0-1,1 1,-1 0,1 0,-1 0,1 0,-1 0,1 0,0 0,-1 0,1 0,-5 7,0 0,1 0,-1 0,2 1,-1-1,1 1,1 0,0 0,0 0,1 0,0 1,0-1,1 0,0 0,1 0,0 1,0-1,1 0,0 0,1 0,0 0,0-1,1 1,0-1,1 0,0 0,0 0,0-1,1 0,0 0,1 1,6-1,0 1,0-2,1 0,-1 0,1-1,0-1,1-1,-1 0,1 0,4-1,35 3</inkml:trace>
  <inkml:trace contextRef="#ctx0" brushRef="#br0" timeOffset="29101.956">17341 9118,'-5'18,"1"1,1-1,1 1,0 0,2 0,0 0,1 0,0-1,2 1,0 0,1-1,2 4,0 4,42 306,-42-302,-6-30,1 0,-1 1,1-1,-1 0,1 0,-1 0,1 1,-1-1,1 0,-1 0,1 0,-1 0,1 0,-1 0,1 0,0 0,-1 0,1 0,-1 0,1 0,-1-1,1 1,-1 0,1 0,-1-1,1 1,-1 0,1 0,-1-1,0 1,1 0,-1-1,1 1,-1-1,0 1,1-1,-1 1,0-1,0 1,1-1,-1 1,0-1,0 1,0-1,1 1,-1-1,0 1,0-1,43-62,-33 46,1 0,1 1,0 1,1 0,0 0,1 2,4-3,-17 15,0 0,0 0,0 0,0 0,0 0,0 0,0 0,0 1,0-1,1 0,-1 1,0-1,1 0,-1 1,0 0,1-1,-1 1,0 0,1 0,-1 0,1 0,-1 0,1 0,-1 0,0 0,1 1,-1-1,0 0,1 1,-1-1,0 1,1 0,-1-1,0 1,0 0,0 0,0 0,1-1,-1 1,0 0,-1 1,1-1,0 0,0 0,0 0,3 12,-1-1,0 1,-1-1,-1 1,0 0,0 0,-1 0,-1 0,0-1,-1 1,0 0,-1-1,-4 12,-22 47,28-69,0 1,0-1,-1 0,1 0,-1 1,0-1,0 0,0-1,0 1,0 0,0 0,0-1,0 1,-1-1,1 0,-1 0,1 0,-1 0,1 0,-1 0,1-1,-1 1,0-1,0 0,1 0,-3 0,4 0,-1-1,0 1,1-1,-1 0,1 0,-1 0,1 1,-1-2,1 1,-1 0,1 0,0 0,0-1,-1 1,1 0,0-1,0 1,1-1,-1 1,0-1,0 0,1 1,-1-1,1 0,-1 0,1 1,0-1,0 0,0 0,0-1,6-55,0 44,1 0,0 0,1 1,0 0,1 1,0-1,1 2,1-1,0 2,0-1,1 2,0-1,1 2,0-1,0 2,1 0,0 0,11-2,-24 8,1 0,-1 0,1 0,-1 0,1 0,-1 0,1 1,-1-1,1 1,0-1,-1 1,1 0,0-1,0 1,-1 0,1 0,0 0,-1 0,1 1,0-1,-1 0,1 1,0-1,-1 1,1 0,-1-1,1 1,-1 0,1 0,-1 0,1 0,-1 0,0 0,0 0,1 1,-1-1,0 0,0 1,0-1,-1 1,1-1,0 1,0 0,-1 175,1-176,-1 1,0-1,1 1,-1 0,1-1,0 1,0-1,-1 0,1 1,0-1,0 0,0 1,0-1,1 0,-1 0,0 0,0 0,1 0,-1 0,1 0,-1 0,0-1,1 1,0 0,-1-1,1 1,-1-1,1 0,0 0,-1 1,1-1,0 0,-1 0,1-1,-1 1,1 0,1-1,60-18,-53 15,1-2,-1 1,0-1,-1-1,1 0,-1 0,-1 0,1-2,-1 1,-1-1,0 0,0 0,0-1,-1 0,-1 0,0 0,0-1,-1 0,0 0,1-10,-17 141,12-116,0 0,0 0,1 0,0 0,0 0,0 0,0 0,1 0,-1 0,1 0,0-1,0 1,0-1,1 1,-1-1,1 0,0 0,0 0,0 0,0 0,1-1,-1 0,1 1,-1-1,1 0,0-1,3 2,0-1,1-1,-1 0,1 0,-1-1,1 1,-1-2,1 1,-1-1,1 0,-1-1,1 0,-1 0,0 0,0-1,0 0,0-1,-1 1,1-1,4-4,3-2,0-1,-1 0,-1-1,0 0,-1-1,0-1,-1 1,3-6,20-56,-31 137,-3-57,0 1,1-1,-1 1,1 0,1-1,-1 1,1-1,0 1,0-1,1 1,-1-1,1 0,1 0,-1 0,1 0,-1 0,1 0,1-1,-1 1,1-1,0 0,0 0,0 0,0 0,1-1,-1 0,1 0,0 0,0-1,0 1,5 1,20 1,-1-4</inkml:trace>
  <inkml:trace contextRef="#ctx0" brushRef="#br0" timeOffset="29349.267">18425 9172,'-5'11,"6"11,9 8,2-1</inkml:trace>
  <inkml:trace contextRef="#ctx0" brushRef="#br0" timeOffset="29604.858">18651 9653,'15'-3,"0"-1,0 0,-1-1,1 0,-1-2,0 1,-1-2,0 0,0 0,0-1,-1-1,-1 0,1 0,-2-2,0 1,0-1,-1 0,0-1,-1 0,-1-1,5-10,0-48,-12 70,0 0,0 0,-1 0,1 0,-1 0,1 0,-1 0,0 0,0 0,0 0,0 0,0 0,0 0,-1 1,1-1,0 1,-1-1,1 1,-1-1,0 1,1 0,-1 0,0 0,0 0,0 0,0 0,0 0,0 1,0-1,0 1,0-1,-2 1,-3 1,1 0,-1 1,1-1,0 1,0 1,-1-1,1 1,1 0,-1 1,0-1,1 1,0 0,0 1,0-1,0 1,1 0,-1 0,2 0,-1 1,0-1,1 1,0 0,0 0,1 0,0 1,0-1,0 1,-2 1,0 1,1-1,0 1,1 0,-1 0,2 0,-1 0,2 0,-1 0,1 1,0-1,1 0,0 0,0 0,1 0,1 0,-1 0,1 0,1-1,-1 1,2-1,-1 0,1 0,0-1,1 1,-1-1,2 0,-1-1,4 4,8-3,-1 0,1-1,0-1,0-1,0 0,1-1,-1-1,1-1,0-1,-1-1,1 0,-1-1,1-1,-1-1,0 0,1-2,39-9</inkml:trace>
  <inkml:trace contextRef="#ctx0" brushRef="#br0" timeOffset="30848.628">10149 10869,'93'-219,"-88"208,1-3,0-1,1 1,1 0,0 0,1 1,0 0,1 0,1 1,-10 10,1 1,-1 0,0 0,1 0,-1 0,1 0,-1 0,1 1,-1-1,1 0,0 1,-1-1,1 1,0 0,-1-1,1 1,0 0,0 0,-1 0,1 0,0 1,-1-1,1 0,0 1,-1-1,1 1,0-1,-1 1,1 0,-1 0,1 0,-1 0,1 0,-1 0,1 1,41 50,-37-43,2 2,0 1,0-1,-1 2,-1-1,0 1,-1 0,0 0,-1 0,2 14,-6-24,-1 0,0 1,0-1,-1 0,1 1,-1-1,1 0,-1 0,0 0,0 0,0-1,0 1,-1-1,1 1,-1-1,0 0,1 0,-1 0,0 0,0 0,0 0,-1-1,1 0,0 0,-1 0,1 0,0 0,-1-1,1 1,-1-1,1 0,-1 0,1 0,-1 0,1-1,-1 0,1 1,0-1,-2-1,3 1,1 1,-1-1,0 0,1 0,-1 0,0 0,1-1,0 1,-1 0,1-1,0 1,0-1,-1 1,1-1,0 1,1-1,-1 0,0 0,0 1,1-1,-1 0,1 0,-1 0,1 0,0 1,0-1,0 0,0 0,0 0,0 0,1 0,-1 0,0 0,1 1,0-1,-1 0,1 0,0 1,0-1,0 0,0 1,0-1,0 1,1-1,-1 1,0 0,1-1,-1 1,1 0,-1 0,2 0,10-7,0 0,1 1,0 0,0 1,0 1,1 1,0 0,0 0,0 2,0 0,1 0,-1 2,0 0,1 0,10 3,-19-3,0 1,0-1,0 2,0-1,-1 1,1-1,0 2,-1-1,1 1,-1 0,0 1,0-1,0 1,0 0,0 1,-1-1,0 1,0 0,0 1,-1-1,0 1,0 0,3 5,-6-8,0 0,0-1,1 1,-1 0,1-1,-1 1,1-1,0 1,0-1,0 0,0 0,1 0,-1 0,1 0,-1-1,1 1,-1-1,1 1,0-1,0 0,0 0,0 0,-1-1,1 1,0-1,0 1,1-1,1 0,4-1,0-1,-1 0,1-1,-1 1,1-2,-1 1,0-1,0 0,-1-1,1 0,-1 0,0-1,0 1,-1-2,0 1,0-1,0 0,-1 0,0 0,0-1,-1 0,0 1,1-5,-4 10,0 0,-1 0,1 0,-1 0,1 0,-1 0,0 0,0 0,0 0,0 0,0 0,0 0,0 0,-1 0,1 0,-1 0,0 1,1-1,-1 0,0 0,0 0,0 1,0-1,-1 0,1 1,0-1,-1 1,1 0,-1-1,1 1,-1 0,0 0,1 0,-1 0,0 0,0 0,-1 0,-4-1,0 0,0 0,0 1,1 0,-1 0,0 1,0-1,0 2,0-1,-4 1,2 1,0 0,1 0,-1 0,1 1,0 0,0 1,0 0,0 0,1 0,-1 1,1 0,0 1,1 0,-1 0,1 0,1 1,-1 0,1 0,0 0,0 1,1-1,0 1,1 0,-1 2,3-7,0-1,1 0,0 0,-1 1,1-1,0 0,0 1,0-1,0 0,0 0,1 1,-1-1,1 0,0 0,-1 1,1-1,0 0,0 0,0 0,1 0,-1 0,0 0,1-1,-1 1,1 0,0-1,-1 1,1-1,0 1,0-1,0 0,0 0,0 0,0 0,1 0,-1-1,0 1,0 0,0-1,1 0,-1 1,0-1,3 0,33-1,0-4</inkml:trace>
  <inkml:trace contextRef="#ctx0" brushRef="#br0" timeOffset="31101.916">11031 10228,'-15'-3,"-11"3,0 2,1 6,6 8,6 7,5-2</inkml:trace>
  <inkml:trace contextRef="#ctx0" brushRef="#br0" timeOffset="31263.481">11004 10629,'3'18,"0"11,2 4,3 2,4-3,7-5,9-7,10-6,8-11,12-10,-5-4</inkml:trace>
  <inkml:trace contextRef="#ctx0" brushRef="#br0" timeOffset="31838.409">12341 10668,'-9'-4,"-1"1,0 0,0 0,0 1,-1 0,1 0,0 1,-1 1,1 0,-1 0,1 1,0 0,-1 1,1 0,0 1,0 0,0 1,1 0,-1 0,1 1,0 0,0 0,-3 4,-32 59,43-66,0 1,1-1,-1 0,0 0,1 0,-1 1,1-1,0 0,0 0,0 1,0-1,0 0,0 1,1-1,-1 0,1 0,-1 0,1 1,0-1,0 0,0 0,0 0,0 0,1 0,-1 0,1-1,-1 1,1 0,-1-1,1 1,0-1,0 0,1 1,0 0,1-1,-1 1,1-1,0 0,-1-1,1 1,0-1,0 1,-1-1,1 0,0 0,0-1,0 1,-1-1,1 0,0 0,-1 0,1 0,0-1,-1 1,0-1,1 0,1-2,67-58,-63 51,-1-1,-1 0,1 0,-2-1,0 0,0 0,-2-1,1 1,-2-1,2-10,-6 43,-1-6,1 0,0 0,1 0,1 0,0 0,0 0,1-1,3 9,-2-18,0 1,0-1,1 0,-1 0,1 0,-1 0,1-1,0 1,0-1,0 0,1 0,-1-1,0 1,1-1,-1 0,1 0,-1-1,1 1,-1-1,1 0,0 0,-1 0,1-1,-1 0,1 0,-1 0,1 0,-1-1,0 1,0-1,1 0,7-3,0 0,-1 0,1-1,-1-1,0 0,-1 0,1-1,-1 0,-1-1,0 0,0-1,-1 0,0 0,-1 0,0-1,6-12,-6 9,-1 39,-7 7,-1-22,2 1,-1-1,1 0,1 0,0 0,0 0,1 0,2 6,-3-14,0 0,0 0,0-1,0 1,0 0,0-1,0 1,1-1,-1 1,1-1,-1 0,1 1,0-1,-1 0,1 0,0 0,0 0,0 0,-1-1,1 1,0-1,0 1,0-1,0 0,0 1,1-1,13-1</inkml:trace>
  <inkml:trace contextRef="#ctx0" brushRef="#br0" timeOffset="32108.418">12622 10387,'0'0</inkml:trace>
  <inkml:trace contextRef="#ctx0" brushRef="#br0" timeOffset="32767.738">12996 10241,'-2'48,"1"0,3 1,7 41,-2-17,8 133,-15-206,0 1,-1-1,1 1,0 0,0-1,0 1,0 0,-1-1,1 1,0 0,0 0,0-1,0 1,1 0,-1-1,0 1,0 0,0-1,0 1,1 0,-1-1,0 1,1-1,-1 1,0 0,1-1,-1 1,1-1,-1 1,1-1,-1 1,1-1,-1 0,1 1,0-1,-1 1,1-1,-1 0,1 0,0 1,-1-1,1 0,0 0,-1 0,1 0,0 0,0 0,-1 0,1 0,0 0,-1 0,1 0,0 0,-1-1,1 1,0 0,-1 0,1-1,0 1,-1 0,1-1,0 0,39-60,-36 52,0 0,1 1,1 0,-1 0,1 0,0 1,1 0,0 0,0 0,6-3,-10 7,0 1,1 0,-1-1,0 1,1 1,0-1,-1 0,1 1,0 0,0 0,0 0,0 0,0 1,0-1,0 1,0 0,0 1,0-1,0 1,0-1,0 1,0 0,0 0,0 1,-1-1,1 1,0 0,-1 0,0 0,1 1,-1-1,0 1,0-1,0 1,-1 0,1 0,-1 1,1-1,1 3,-2-2,0-1,0 1,-1-1,1 1,-1 0,0 0,0-1,0 1,0 0,-1 0,1 0,-1 0,0 0,0 0,-1 0,1 0,-1 0,0 0,0-1,0 1,-1 0,1 0,-1-1,0 1,0-1,0 1,0-1,0 0,-1 0,0 0,0 0,1-1,-1 1,-1-1,1 1,0-1,-1 0,1-1,-1 1,0 0,1-1,-1 0,-61-10,64 8,-1 0,1 1,-1-1,1 0,-1 0,1 0,0 0,-1 0,1 0,0 0,0-1,0 1,0 0,0-1,0 1,0-1,0 1,1-1,-1 1,1-1,-1 1,1-1,-1 0,1 1,0-1,0 0,0 1,0-1,0 0,0 1,0-1,1 0,-1 1,0-1,1 1,0-1,0 0,3-4,0 0,1 1,0 0,0 0,1 0,-1 1,1-1,0 1,0 1,0-1,1 1,-1 0,1 1,0-1,-1 1,1 1,4-1,0-1,0 0,0 1,0 0,1 1,-1 0,0 1,0 0,3 1,-11 0,1-1,0 1,-1 0,1 0,-1 0,1 0,-1 1,1-1,-1 1,0 0,0 0,0 0,0 1,0-1,0 1,-1-1,1 1,-1 0,0 0,0 0,0 0,0 1,-1-1,1 0,-1 1,1 1,3 13,-4-13,0-1,0 1,0 0,0-1,1 1,0-1,0 0,0 0,0 0,1 0,0 0,-1 0,1 0,1-1,-1 1,0-1,1 0,0 0,0-1,0 1,0-1,5 1,1-1,-1-1,1 0,-1 0,1-1,-1 0,1-1,0 0,-1-1,1 1,-1-2,0 1,0-2,0 1,0-1,-1 0,1-1,-1 0,0 0,0-1,-1 0,4-4,-7 7,-1-1,0 0,1 0,-2 0,1 0,0-1,-1 1,0-1,0 1,0-1,-1 0,0 0,0 0,0 0,0 0,-1 0,1 0,-1 0,-1 0,1 0,-1 0,0 0,0 0,0 0,-1 1,1-1,-1 0,0 1,-1-1,1 1,-2-2,0 0,0 1,0 0,0 0,0 0,-1 1,0-1,0 1,0 0,0 1,-1-1,1 1,-1 0,0 1,0-1,0 1,0 0,0 0,-1 1,1 0,0 0,-1 1,1 0,-1 0,-3 0,4 2,-1-1,0 1,1 0,-1 1,1 0,0 0,0 0,0 1,0 0,1 0,-1 0,1 1,0 0,0 0,1 0,0 0,-1 1,2 0,-1 0,1 0,0 0,0 0,1 1,-1-1,1 1,1 0,0-1,0 1,0 0,0 6,2-9,-1 0,1 0,0 0,0 0,1-1,-1 1,1 0,0-1,0 1,0-1,0 1,1-1,-1 0,1 0,0 0,0 0,0-1,0 1,0-1,0 0,1 0,-1 0,1 0,0 0,0-1,-1 0,1 0,0 0,0 0,4 0,24 5</inkml:trace>
  <inkml:trace contextRef="#ctx0" brushRef="#br0" timeOffset="33037.489">13759 10348,'-12'18,"-3"11,1 4,2 0,8-2,5-6</inkml:trace>
  <inkml:trace contextRef="#ctx0" brushRef="#br0" timeOffset="33221.546">13933 10749,'16'9,"11"3,16 0,14-3,13-7,10-6,-8-3</inkml:trace>
  <inkml:trace contextRef="#ctx0" brushRef="#br0" timeOffset="34051.92">11980 11217,'-4'21,"-4"17,-4 14,2 8,1 2,3 0,3-6,1-9,1-11</inkml:trace>
  <inkml:trace contextRef="#ctx0" brushRef="#br0" timeOffset="34426.646">11660 11043,'278'78,"-175"-54,-2 6,-1 3,28 18,-113-45,0 0,0 1,-1 0,0 1,0 1,-1 0,0 1,-1 0,0 1,-1 1,0 0,0 0,-1 1,-1 0,-1 1,0 0,0 0,1 7,-7-15,-1 0,-1 0,1 0,-1 0,0 1,0-1,-1 0,0 0,0 0,0 0,-1 0,0 0,0 0,0 0,-1 0,0-1,0 0,0 1,-1-1,0 0,0-1,0 1,0-1,-1 1,0-2,0 1,0 0,-1-1,-13 10,0-2,-1-1,-1 0,0-1,0-2,0 0,-6 0,-44 9,-1-4,0-3,0-3,-51-3,83-3</inkml:trace>
  <inkml:trace contextRef="#ctx0" brushRef="#br0" timeOffset="36292.802">2087 13115,'-4'4,"-1"0,1 0,0 1,0-1,1 1,-1 0,1 0,0 0,0 1,1-1,0 1,0-1,0 1,1 0,-1 4,1-9,-5 25,1-1,0 1,3 0,0 0,1 0,2 0,0 0,2 5,1-12,1 1,0-1,2 0,0 0,1-1,1 1,0-2,2 0,0 0,1 0,0-2,1 0,1 0,3 1,-14-13,0 0,1 0,-1-1,1 1,0-1,-1 0,1 0,0 0,0-1,0 1,1-1,-1 0,0 0,0-1,1 1,-1-1,0 0,1 0,-1 0,0-1,0 0,1 1,-1-1,0-1,0 1,0-1,0 1,0-1,0 0,0-1,9-3,0 0,-1-2,1 1,-1-2,-1 1,1-2,-2 1,1-2,-1 1,-1-1,0-1,0 0,-1 0,-1 0,0-1,-1 0,0-1,-1 1,-1-1,0 0,-1 0,0-1,-1-2,0-27,-3 0,-1 0,-2 0,-7-25,0-7,11 71,0 0,-1 0,0 0,0 0,-1 0,1 0,-1 0,0 1,-1-1,1 1,-1-1,1 1,-1 0,-1 0,1 0,-1 0,1 1,-1-1,0 1,0 0,0 0,-1 1,1-1,-1 1,1 0,-1 0,-1 0,-3-2,-4-1,0-1,0 2,-1 0,0 0,1 1,-1 1,-3 0,12 4,-1 0,1 1,0 0,0 0,0 0,0 0,1 1,-1 0,1 0,0 0,0 0,1 1,-1-1,1 1,0 0,0 0,0 0,1 1,0-1,0 0,0 1,1 0,0 0,0-4,-55 173,49-161</inkml:trace>
  <inkml:trace contextRef="#ctx0" brushRef="#br0" timeOffset="37390.1">3518 13276,'43'0,"241"-2,33-15,-212 7,25-3,126 4,-225 10,-1 1,1 1,-1 2,0 1,15 6,-42-11,1 0,-1 0,0 0,0 0,0 1,0-1,0 1,0 0,0 0,0 0,-1 0,1 1,-1-1,0 1,1-1,-1 1,0 1,2 7</inkml:trace>
  <inkml:trace contextRef="#ctx0" brushRef="#br0" timeOffset="37852.857">4681 12982,'25'19,"1"0,1-1,0-1,19 7,-10-4,11 6,-3-3,-2 2,0 1,30 28,-70-53,0 0,0 0,0 0,0 1,0-1,0 1,0-1,0 1,0 0,-1 0,1-1,-1 1,0 0,1 1,-1-1,0 0,0 0,0 0,-1 1,1-1,0 0,-1 1,0-1,1 1,-1-1,0 1,0-1,0 0,-1 1,1-1,-1 1,1-1,-1 0,0 1,0-1,0 0,0 0,0 0,0 1,-122 93,97-79,-112 73,123-79,21-10,7-8</inkml:trace>
  <inkml:trace contextRef="#ctx0" brushRef="#br0" timeOffset="39527.157">5684 13061,'-21'127,"17"-101,2 0,1 1,0-1,2 0,1 0,2 0,0 0,2 0,0-1,2 1,1-2,4 8,-11-27,1 1,1-1,-1 0,1 0,0-1,0 1,0-1,0 0,1 0,-1 0,1-1,0 1,1-1,-1-1,0 1,1-1,0 1,-1-2,1 1,0-1,3 1,11 1,0-1,0-1,1 0,-1-2,16-2,-26 0,0 0,-1-1,1 0,-1-1,0 0,0 0,-1-1,0 0,0 0,0-1,-1 0,1-1,-2 0,1 0,2-5,2 1,-1 0,-1 0,0-1,-1-1,0 1,-1-1,-1-1,0 1,-1-1,0 0,-1 0,-1-1,0 1,-1-3,0-17,-2 1,-1 0,-2-1,-3-15,3 40,0-1,0 0,-1 1,-1 0,0 0,0 0,-1 1,0 0,0 0,-1 0,0 1,-1 0,0 0,0 1,-1 0,0 1,0-1,0 2,-1-1,0 1,0 1,0 0,-1 0,1 1,-1 1,0 0,0 0,0 1,-1 0,-9 1,15-1,1 0,-1 1,0 0,1 0,-1 0,0 1,1 0,-1 0,1 0,-1 1,1 0,-1 0,1 0,0 0,0 1,0 0,1 0,-1 1,1-1,-1 1,1 0,-15 19,-30 53,42-48,1 1,1-1,1 1,2 0,1 0,1 0,2 0,2 10,55 196,-55-209</inkml:trace>
  <inkml:trace contextRef="#ctx0" brushRef="#br0" timeOffset="43852.638">10951 12834,'-6'0,"1"1,0 0,0 0,-1 0,1 1,0-1,0 1,1 1,-1-1,0 1,1-1,-1 1,1 1,0-1,0 0,0 1,0 0,1 0,0 0,-1 1,2-1,-1 1,-2 4,-41 118,41-93,1 1,1 0,2-1,3 34,0 2,-1-53,1 0,0 0,2 0,0 0,0 0,2 0,0-1,1 0,0-1,2 1,0-1,0-1,10 11,-16-21,0 1,0-2,0 1,1 0,-1-1,1 1,0-1,0 0,0 0,1-1,-1 1,0-1,1 0,0 0,0 0,-1-1,1 0,0 0,0 0,0-1,0 1,1-1,7 0,-2 1,0 0,-1-1,1-1,0 1,-1-2,1 1,-1-1,1-1,-1 0,0-1,0 0,0 0,-1-1,1 0,5-5,-3 0,0-2,0 0,-1 0,0-1,-2-1,7-9,-10 7,0-1,-1 1,0-1,-1 0,-1-1,-1 1,-1 0,0-1,-1 1,-1-1,-2-6,2-29,-15-56,-2 51,15 42,-1 0,-1 1,-1 0,0 0,-1 1,0-1,-1 2,-6-9,7 17,-1 0,0 0,1 1,-2 0,1 0,0 1,-1 0,1 1,-1 0,0 0,0 1,0 0,1 0,-1 1,0 0,0 1,-8 1,6 0,0 0,0 0,0 1,1 1,-1 0,1 0,0 1,0 1,1-1,0 1,0 1,0 0,-23 32,20-26</inkml:trace>
  <inkml:trace contextRef="#ctx0" brushRef="#br0" timeOffset="53044.815">2209 14585,'-7'2,"1"1,0-1,1 1,-1 0,0 1,1 0,0-1,0 1,0 1,0-1,1 1,0 0,0 0,0 0,0 1,1-1,0 1,0 0,0 0,0 3,-31 128,28-113,2 0,0 1,2 0,1-1,1 1,0 0,3 0,0-1,1 1,1-1,1 0,4 7,-6-24,0-1,0 0,0 0,1 0,0 0,0-1,0 0,1 0,0 0,0-1,0 0,0 0,1 0,-1-1,1 0,0 0,0-1,0 0,0 0,1 0,-1-1,1 0,-1-1,0 0,1 0,-1 0,1-1,-1 0,0-1,1 1,-1-1,0-1,0 0,0 0,-1 0,1 0,3-4,-1 1,0-1,0 0,0-1,-1 0,-1-1,1 1,-1-1,-1-1,1 1,-2-1,1 0,-1-1,-1 1,3-10,0-4,0-1,-2 1,-1-1,-1-1,-1 1,-1-5,0 11,-1 1,-1-1,-1 1,-1-1,0 1,-1 0,-1 0,-1 1,0-1,-2 1,0 0,0 1,-2 0,0 1,-1-1,0 2,-1 0,-1 0,0 1,-1 1,0 0,-11-6,21 16,0 0,0 0,0 1,0-1,0 1,0 0,-1 0,1 1,-1-1,1 1,0 0,-1 0,1 0,-1 1,1-1,0 1,-1 0,1 0,0 1,0 0,0-1,0 1,0 0,0 1,1-1,-1 1,1 0,-1 0,1 0,0 0,0 0,0 1,-8 14,0-1,1 2,1-1,1 2,1-1,0 1,2 0,0 0,1 0,1 1,1-1,1 1,1 17,-1 24</inkml:trace>
  <inkml:trace contextRef="#ctx0" brushRef="#br0" timeOffset="54407.053">3331 14786,'33'6,"0"-2,0-1,0-1,21-3,-11 1,322-20,-77 0,382 19,-498-11,-191 32,11-13</inkml:trace>
  <inkml:trace contextRef="#ctx0" brushRef="#br0" timeOffset="54753.126">4708 14532,'135'41,"-91"-31,-16-5,0 1,0 1,-1 1,1 2,-2 0,0 2,0 1,-1 1,0 2,-2 0,0 1,1 3,-19-16,-1 1,0 0,-1 0,1 0,-1 0,0 1,0-1,-1 1,0 0,1 0,-2 0,1 0,-1 0,0 0,0 0,-1 0,0 1,0-1,0 0,-1 0,0 1,0-1,-1 0,1 0,-1 0,-1-1,1 1,-1 0,0-1,0 0,-1 1,-2 2,-10 9,0 0,-1-2,-1 0,-1-1,0 0,-1-2,-11 5,-84 63,100-65,10-3</inkml:trace>
  <inkml:trace contextRef="#ctx0" brushRef="#br0" timeOffset="55473.992">5937 14786,'-2'-23,"0"-1,1 1,1-1,2 1,0-1,1 1,2-1,0 1,1 1,2-1,0 1,10-18,71-119,-72 139,-9 39,-8 299,8 36,-7-339,-2 0,0 0,-1-1,0 1,-1-1,0 1,-2-1,1 0,3-13,1 0,-1 1,1-1,-1 0,1 0,-1 1,0-1,0 0,1 0,-1 0,0 0,0 0,0 0,0 0,0 0,-1 0,1-1,0 1,0 0,0-1,-1 1,1-1,0 1,-1-1,1 0,0 1,-1-1,1 0,-1 0,1 0,0 0,-1 0,1 0,0-1,-1 1,1 0,0-1,-1 1,1-1,0 1,0-1,-1 0,0 0,2 1,0-1,0 1,-1-1,1 1,0-1,0 1,0-1,0 0,0 1,0-1,0 1,0-1,0 1,0-1,0 1,0-1,1 1,-1-1,0 0,0 1,0 0,1-1,-1 1,0-1,1 1,-1-1,0 1,1-1,-1 1,0 0,1-1,-1 1,1 0,-1-1,1 1,-1 0,1 0,-1 0,1-1,-1 1,1 0,-1 0,1 0,0 0,-1 0,1 0,-1 0,1 0,-1 0,1 0,-1 0,1 0,-1 0,1 1,-1-1,1 0,181-22,-124 13,17-3,0 3,46 1,-86 13,-33-2,-5 0</inkml:trace>
  <inkml:trace contextRef="#ctx0" brushRef="#br0" timeOffset="57281.066">10884 14519,'-1'-9,"1"0,0 0,1 0,0 0,0 0,1 0,0 1,0-1,1 1,0-1,1 1,0 0,4-6,-5 7,145-263,-135 253,-12 18,-1-1,1 0,0 0,0 1,0-1,-1 1,1-1,0 1,-1-1,1 1,0-1,-1 1,1-1,0 1,-1 0,1-1,-1 1,0 0,1-1,-1 1,1 0,-1 0,0 0,0-1,1 1,-1 0,0 0,0 0,0 0,0-1,0 1,0 0,0 0,0 0,0 0,-1 0,1-1,0 1,-1 0,1 0,0-1,-1 2,1-1,-5 448,6-396,0-25,0 0,-2-1,-1 1,-1 0,-1-1,-2 0,-3 8,9-33,0-1,0 1,-1 0,1 0,-1-1,0 1,1-1,-1 1,0 0,0-1,0 0,0 1,0-1,0 1,0-1,-1 0,1 0,0 0,-1 0,1 0,-1 0,1 0,-1 0,0-1,1 1,-1 0,0-1,1 0,-1 1,0-1,0 0,1 0,-1 0,0 0,0 0,1 0,-1 0,0-1,1 1,-1-1,0 1,1-1,-26-19,27 20,0-1,-1 1,1-1,0 1,0-1,0 1,-1-1,1 1,0-1,0 1,0-1,0 1,0-1,0 1,0-1,0 1,0-1,0 1,1-1,-1 1,0-1,0 1,0-1,1 1,-1-1,0 1,0 0,1-1,-1 1,0-1,1 1,-1 0,0-1,1 1,-1 0,1-1,-1 1,1 0,-1 0,1-1,-1 1,1 0,-1 0,1 0,-1 0,1 0,-1 0,1 0,-1 0,1 0,-1 0,1 0,-1 0,1 0,-1 0,1 0,-1 0,1 1,-1-1,1 0,111-11,0 5,63 7,-116 0,-43-1,-7 0</inkml:trace>
  <inkml:trace contextRef="#ctx0" brushRef="#br0" timeOffset="58768.313">2048 16244,'1'-1,"1"1,-1-1,1 1,-1-1,1 1,-1-1,1 0,-1 0,0 0,0 0,1 0,-1 0,0 0,0 0,0 0,0 0,0-1,0 1,-1 0,1-1,0 1,0 0,-1-1,1 0,0 0,142-254,-16 54,-126 201,18-22,-19 23,0-1,1 1,-1 0,0-1,0 1,1 0,-1-1,0 1,1 0,-1 0,0 0,1-1,-1 1,0 0,1 0,-1 0,1 0,-1-1,0 1,1 0,-1 0,1 0,-1 0,0 0,1 0,-1 0,1 0,-1 0,0 1,1-1,-1 0,1 0,-1 0,0 0,1 0,-1 1,0-1,1 0,-1 0,0 1,1-1,-1 0,0 1,1-1,-1 0,0 1,0-1,0 0,1 1,-1-1,0 0,0 1,0-1,0 1,0-1,0 0,0 1,0-1,0 1,4 107,-2 392,1-342,-4-156,-1 0,1 0,-1 1,1-1,-1 0,0 0,0 0,0-1,0 1,0 0,0-1,-1 1,1-1,0 0,-1 0,1 0,-1 0,1 0,-1 0,0-1,1 1,-1-1,0 0,1 0,-1 0,0 0,1 0,-1-1,0 1,1-1,-1 0,1 1,-1-1,1 0,-1-1,0 1,-19-2,15 2,2 0,0 1,0-1,0 1,0 0,0 0,0 1,0-1,1 1,-1 0,0 0,0 1,-2 0,18 7,5-7,0 0,0-1,0-1,0-1,0 0,0-1,0-1,1-1,11-1,31-5,2-2,1 3,1 2,-1 3,1 3,56 6,-107-3</inkml:trace>
  <inkml:trace contextRef="#ctx0" brushRef="#br0" timeOffset="59381.26">4012 16083,'17'4,"0"-1,0-1,0 0,0-1,0-1,15-2,-3 1,601-21,-339 21,-251-6,-32 1</inkml:trace>
  <inkml:trace contextRef="#ctx0" brushRef="#br0" timeOffset="59735.318">4949 15789,'-1'3,"0"0,-1 0,2 0,-1 0,0 0,1 0,-1 0,1 0,0 1,0-1,0 0,0 0,1 0,-1 1,1-1,0 0,0 0,0 0,0 0,0 0,1-1,0 1,-1 0,1 0,0-1,0 0,0 1,1-1,-1 0,0 0,1 0,0 0,-1 0,1-1,0 1,0-1,0 0,0 0,0 0,3 1,158 41,-135-38,1 1,-1 1,0 2,-1 1,9 4,-31-11,-1-1,0 0,1 1,-1 0,-1 1,1-1,0 1,-1 0,1 0,-1 0,0 0,-1 1,1 0,-1 0,0 0,0 0,0 0,-1 1,0-1,0 1,0-1,-1 1,0 0,0 0,0-1,-1 1,0 0,0 0,0 2,-6 9,-1 0,-1 0,0-1,-1 0,-1-1,0 0,-1 0,-1-1,0-1,-1 0,-1 0,1-2,-2 0,-2 1,-99 69,120-83</inkml:trace>
  <inkml:trace contextRef="#ctx0" brushRef="#br0" timeOffset="60155.227">5750 16123,'-3'7,"0"0,1 0,-1 1,1-1,1 1,-1-1,1 1,0-1,1 1,0 0,0-1,1 1,0-1,0 1,1-1,0 1,0-1,1 0,0 0,0 0,0 0,1 0,0-1,1 0,-1 1,1-1,7 3,-1-1,1 0,0 0,1-1,0-1,0 0,0-1,1 0,0-1,0-1,0 0,0-1,0 0,1-1,-1-1,1 0,-1-1,0 0,0-2,1 1,-2-2,1 0,8-3,-10 1,-1 0,1 0,-1-1,0 0,-1-1,0 0,0-1,-1 0,0-1,0 0,-1 0,-1 0,1-1,-2-1,0 1,0-1,-1 0,0 0,2-12,-2 7,-1 0,0-1,-1 1,-1-1,-1 0,-1 1,0-1,-1 0,-1 0,0 1,-2-1,0 1,-1 0,-3-7,4 15,0 0,0 0,-1 1,0-1,-1 1,0 1,0-1,-1 1,0 0,0 0,0 1,-1 0,0 0,0 1,0 0,-1 1,0-1,0 2,0-1,0 1,-1 1,1 0,-1 0,0 1,1 0,-3 0,-4 2,0 1,0 0,0 1,0 0,1 2,0 0,0 1,0 0,0 1,1 0,0 2,1-1,-10 9,-1 2,0 2,2 1,0 0,1 2,1 0,-9 18,15-22,2 1,0 0,1 0,1 2,-2 9,9-23,1-1,-1 0,2 1,-1-1,1 1,1-1,-1 1,1-1,1 1,0-1,0 1,1-1,-1 1,2-1,-1 0,4 5,19 28</inkml:trace>
  <inkml:trace contextRef="#ctx0" brushRef="#br0" timeOffset="61864.726">10751 15641,'-10'22,"1"1,1 0,1 0,1 0,1 1,2 0,0 0,1 0,2 8,1-20,0 0,1 0,1-1,0 1,0 0,1-1,1 0,0 0,0 0,1 0,0-1,1 0,0 0,1-1,0 0,1 0,5 3,0 1,0-1,1-1,1-1,0 0,0-1,1-1,0 0,1-1,-1-1,19 4,-22-9,0 1,0-2,0 0,0-1,0 0,0-1,0 0,0-1,-1-1,1 0,-1-1,0-1,-1 0,1 0,-1-1,0-1,-1 0,0-1,0 0,-1 0,0-1,0-1,-2 1,1-1,-1-1,-1 0,0 0,0-1,-1 1,-1-1,0-1,1-6,-1 0,-1 0,-1-1,0 0,-2 0,0 1,-1-1,-1 0,-1 0,-1 0,-1 1,-1 0,-1-1,0 2,-2-1,0 1,-1 0,-1 1,-1 0,0 0,-1 1,-1 1,-6-5,13 15,-1 1,1 1,-1-1,0 1,0 0,-1 1,1 0,-1 0,0 1,0-1,0 2,0-1,0 1,0 0,0 1,0 0,0 0,-1 1,1 0,-3 1,-3 1,1 0,-1 0,1 2,0-1,0 2,0 0,1 0,0 1,0 1,1 0,-6 6,7-4,2 0,-1 1,2 0,-1 0,1 1,1 0,0 0,1 0,1 1,-1 0,2 0,0 0,0 0,2 1,-1-1,2 1,0-1,0 1,1-1,1 1,0-1,1 0,1 0,0 0,0 0,4 5,6 20</inkml:trace>
  <inkml:trace contextRef="#ctx0" brushRef="#br0" timeOffset="63012.784">2301 17634,'68'-219,"30"-79,-86 269,-12 29,0 0,1 1,-1-1,0 0,0 0,0 0,1 0,-1 1,0-1,0 0,0 0,1 0,-1 0,0 0,0 0,1 0,-1 0,0 0,1 1,-1-1,0 0,0 0,1 0,-1-1,0 1,0 0,1 0,-1 0,0 0,0 0,1 0,-1 0,0 0,0 0,1-1,-1 1,0 0,0 0,0 0,1-1,-1 1,0 0,0 0,0 0,0-1,0 1,1 0,-1 0,0-1,0 1,0 0,0 0,0-1,0 1,0 0,2 26,-2-24,0 178,-2-78,4 1,14 83,14-85,-11-68</inkml:trace>
  <inkml:trace contextRef="#ctx0" brushRef="#br0" timeOffset="63432.746">3424 17594,'1112'8,"-768"-3,-322-4,-18 4,-18 4,9-6,-6 5</inkml:trace>
  <inkml:trace contextRef="#ctx0" brushRef="#br0" timeOffset="63799.774">4855 17246,'0'6,"-1"-1,1 1,0-1,1 1,0-1,0 1,0-1,0 0,1 1,0-1,0 0,0 0,0 0,1 0,0-1,0 1,1-1,-1 1,1-1,0 0,0-1,1 2,105 66,-38-40,-49-22,0 1,-1 0,0 2,0 0,-2 2,20 15,-36-25,0-1,-1 1,1 0,-1 0,0 0,0 1,0-1,-1 1,0-1,0 1,0 0,0 0,-1 0,1 0,-1 0,-1 0,1 0,-1 1,0-1,0 0,0 0,-1 0,1 1,-1-1,-1 0,1 0,-1 0,0-1,0 1,0 0,-2 2,-9 13,-1-1,-1-1,-1-1,0 0,-1-1,0 0,-2-2,0 0,0-1,-1-1,-1 0,-5 0,-15 6,35-16,10-6,7-2</inkml:trace>
  <inkml:trace contextRef="#ctx0" brushRef="#br0" timeOffset="64273.079">6192 17634,'5'-20,"0"1,2 0,0 0,1 0,1 1,3-5,5-11,11-21,29-62,30-91,-86 206,10-25,-7 45,-16 670,15-522,14-124,-7-36</inkml:trace>
  <inkml:trace contextRef="#ctx0" brushRef="#br0" timeOffset="65600.891">10991 17099,'0'0,"0"0,-1 0,1 0,0 0,-1 0,1 1,0-1,0 0,-1 0,1 0,0 0,-1 0,1 0,0 0,0 0,-1 0,1 0,0 0,-1 0,1 0,0 0,-1 0,1-1,0 1,0 0,-1 0,1 0,0 0,0 0,-1-1,1 1,0 0,0 0,-1-1,1 1,0 0,0 0,0-1,0 1,0 0,-1 0,1-1,0 1,0 0,0-1,0 1,0 0,0 0,0-1,0 1,0 0,0-1,0 1,0 0,0-1,0 1,0 0,0 0,0-1,1 1,-1 0,0-1,0 1,0 0,0 0,0-1,1 1,-1 0,0 0,9-27,-9 26,31-68,2 1,27-39,-44 86,-16 21,0 0,1-1,-1 1,0 0,1 0,-1 0,0 0,1 0,-1 0,0 0,1-1,-1 1,0 0,1 0,-1 0,1 1,-1-1,0 0,1 0,-1 0,0 0,1 0,-1 0,0 0,1 1,-1-1,0 0,0 0,1 0,-1 1,0-1,0 0,1 0,-1 1,0-1,0 0,0 0,1 1,-1-1,0 0,0 1,0-1,0 0,0 1,0-1,0 0,0 1,0-1,1 0,-2 1,1-1,0 1,0-1,0 0,0 1,0-1,0 0,0 1,0-1,0 0,-1 0,1 1,0-1,0 0,-1 1,-1 247,2-143,1 9,-5-1,-16 100,18-201,2-9,-1 1,1 0,-1 0,1 0,-1 0,0-1,-1 1,1-1,0 1,-1-1,0 1,0-1,0 0,0 0,-1 1,2-4,1 1,0-1,-1 1,1-1,0 0,-1 1,1-1,-1 0,1 1,0-1,-1 0,1 0,-1 0,1 1,-1-1,1 0,-1 0,1 0,-1 0,1 0,-1 0,1 0,-1 0,1 0,-1 0,1 0,-1 0,1 0,-1 0,1 0,-1-1,1 1,-1 0,1 0,-1-1,1 1,0 0,-1-1,1 1,0 0,-1-1,1 1,0 0,-1-1,1 1,0-1,-1 1,1-1,0 1,0-1,0 1,0-1,-1 1,1-1,0 1,0-1,0 1,0-1,0 1,0-1,0 1,0-1,1 1,-1-1,0 1,91-19,318-60,-381 73</inkml:trace>
  <inkml:trace contextRef="#ctx0" brushRef="#br0" timeOffset="66367.384">9587 17647,'-2'14,"-1"11,0 10,1 7,0 4,1 2,1 0,0-3,2-3,3-7,4-9,-1-10</inkml:trace>
  <inkml:trace contextRef="#ctx0" brushRef="#br1" timeOffset="-208617.935">457 2367,'-16'8,"0"1,0 0,1 2,0-1,1 2,0 0,1 1,0 0,1 1,0 0,1 1,1 0,-3 7,-36 73,-39 99,14 81,56-197,3 2,4 0,4 1,3 0,4 24,4 392,6-389,4-1,25 90,-2 7,-5 29,-22-148,5 2,3 0,3-2,5 0,3-1,4-2,29 51,100 206,-123-252,5-2,2-2,5-2,10 7,179 252,-178-248,3-2,4-3,68 64,181 158,-200-193,-59-56,2-2,2-3,16 7,83 42,71 29,-162-94,2-4,1-3,1-3,2-4,68 13,-5-15,1-6,1-7,0-6,20-6,-72-4,1-4,-1-3,0-5,-2-3,0-5,-2-3,39-20,31-14,-3-7,105-66,195-156,-383 247,-2-2,-3-4,-1-2,-3-3,6-12,50-77,-7-4,-6-5,16-43,-93 152,-10 17,23-32,-3-2,-3-1,-3-1,-3-2,-2-1,2-21,-3-50,-7 0,-5-1,-6-131,-8-443,-5 524,-8 1,-9 0,-36-139,27 186,-7 2,-5 1,-6 3,-68-128,55 141,-5 3,-5 3,-5 3,-5 3,-85-85,102 133,-2 3,-3 4,-2 2,-2 3,-30-11,-51-21,-4 7,-43-8,92 44,-2 5,-1 5,-1 5,-1 5,0 5,-1 6,-1 4,-17 6,-580 54,510-32,1 10,-73 26,12 11,3 12,-210 98,363-129,1 4,3 6,3 4,-60 52,-108 89,232-168,38-38,0 0,0 0,0 0,0-1,0 1,0 0,0 0,0 0,1-1,-1 1,0 0,1 0,-1-1,1 1,-1 0,1-1,-1 1,1-1,-1 1,1 0,-1-1,1 1,0-1,-1 1,1-1,0 0,0 1,-1-1,1 0,0 1,0-1,-1 0,1 0,0 0,0 0,0 0,-1 0,1 0,0 0,0 0,0 0,0 0,26 2</inkml:trace>
  <inkml:trace contextRef="#ctx0" brushRef="#br1" timeOffset="-207913.001">5403 2006,'18'-2,"22"-4,23-4,23-6,24-6,23-7,18-6,14-2,5-3,-3 1,-12 5,-21 6,-24 8,-28 7,-27 6,-24 4,-22 3,-13 1</inkml:trace>
  <inkml:trace contextRef="#ctx0" brushRef="#br1" timeOffset="-207622.203">6660 1431,'137'2,"1"5,54 14,-170-20,1 2,-1 0,1 1,-1 2,-1 0,1 1,-1 2,0 0,-1 1,0 1,-1 0,0 2,-1 0,2 3,-16-11,-1-1,1 1,-1 0,0 0,-1 0,1 0,-1 1,0-1,0 0,0 1,-1 0,0-1,0 1,-1 0,1 0,-1-1,-1 1,1 0,-1 0,0-1,0 1,0 0,-1-1,0 1,0-1,-1 1,-5 10,-1 1,-1-1,0 0,-1-1,-1 0,-1-1,-5 5,-210 185,186-158,40-35</inkml:trace>
  <inkml:trace contextRef="#ctx0" brushRef="#br1" timeOffset="-207021.475">9106 1511,'-5'-7,"-1"1,0-1,-1 1,0 0,0 1,0 0,-1 0,1 0,-1 1,0 0,0 1,-1 0,1 0,-1 0,0 1,1 1,-1 0,0 0,0 0,0 1,0 0,0 1,0 0,1 1,-1 0,0 0,1 0,-1 1,1 1,0-1,0 1,0 1,1 0,-1 0,1 0,0 1,1 0,-5 5,6-7,1-1,1 2,-1-1,0 0,1 1,0 0,0 0,0 0,1 0,0 0,0 0,0 1,0-1,1 1,0-1,0 1,1-1,-1 1,1 0,1-1,-1 1,1 0,0-1,0 1,0-1,1 1,0-1,0 0,0 0,1 1,0-2,0 1,0 0,0-1,1 1,0-1,-1 0,2 0,-1 0,0-1,2 1,1-1,0 0,0-1,1 0,-1-1,0 1,1-1,-1-1,1 1,-1-1,0-1,1 1,-1-1,1-1,-1 1,0-1,0-1,0 1,0-1,0 0,-1-1,1 1,3-4,-1 1,1-1,-1 0,0-1,0 1,-1-2,0 1,-1-1,0-1,0 1,-1-1,0 0,-1-1,0 1,0-3,-2 3,0 1,0-1,-1 0,-1 0,0 0,0 0,-1 0,0 0,-1 0,0 0,-1-5,1 15,1 0,0 0,0 1,-1-1,1 0,0 0,-1 0,1 0,0 0,-1 0,1 0,0 0,0 0,-1 0,1 0,0 0,-1 0,1 0,0 0,0 0,-1-1,1 1,0 0,-1 0,1 0,0 0,0 0,-1-1,1 1,0 0,0 0,0 0,-1-1,1 1,0 0,0 0,0-1,0 1,-1 0,-2 32,1-20,1 0,0 1,1-1,1 0,0 0,0 0,1 0,1 0,0 0,1-1,0 1,0-1,2 0,-1 0,1 0,1-1,0 0,8 9,9-1</inkml:trace>
  <inkml:trace contextRef="#ctx0" brushRef="#br1" timeOffset="-206707.317">9400 1284,'-2'10,"0"0,0 1,0-1,2 0,-1 1,1-1,1 1,0-1,0 1,1-1,0 0,1 1,0-1,1-1,0 1,0 0,1-1,1 0,-1 0,1-1,1 1,0-1,0-1,0 1,1-1,0 0,0-1,4 2,-3-1,0-1,1 0,-1-1,1 0,0-1,1 0,-1 0,1-1,0 0,-1-1,1-1,8 1,-16-2,0 0,0-1,-1 1,1-1,0 0,-1 0,1 0,0 0,-1-1,1 1,-1 0,0-1,0 0,1 0,-1 1,0-1,0-1,-1 1,1 0,0 0,-1-1,1 1,-1 0,0-1,0 0,0 1,0-1,0-1,8-80,-33-62,24 145,0 0,-1 0,1 0,0 0,0 0,0 0,0 0,0 0,0 0,0 0,0 0,1 0,-1 0,0 0,1 0,-1 0,0 1,1-1,-1 0,1 0,0 0,-1 0,1 0,-1 1,1-1,0 0,0 1,0-1,-1 1,1-1,0 1,0-1,0 1,0-1,0 1,0 0,0-1,0 1,0 0,0 0,16-3</inkml:trace>
  <inkml:trace contextRef="#ctx0" brushRef="#br1" timeOffset="-206411.108">9975 1511,'18'-6,"-1"-2,0 0,0 0,-1-2,0 0,-1-1,0-1,-1 0,0 0,-1-2,0 0,-1 0,-1-1,0-1,3-6,-12 19,1-1,-1 0,0 0,1 0,-2 0,1 0,0 0,-1-1,0 1,0 0,0-1,-1 1,1-1,-1 1,0-1,-1 1,1-1,-1 1,1-1,-2 1,1 0,0-1,-1 0,-1 4,-1 0,1 0,0 1,0-1,-1 1,1-1,-1 1,1 1,0-1,-1 0,1 1,0-1,0 1,-1 0,1 0,0 0,0 1,0-1,0 1,0 0,0 0,1 0,-1 0,1 0,-1 0,1 1,0-1,0 1,0 0,-1 1,-5 5,1 0,0 1,0 0,1 0,0 1,1-1,0 1,1 0,0 1,1-1,-2 10,4-16,0 0,0 1,1-1,0 1,-1-1,2 1,-1-1,1 0,0 1,0-1,0 0,1 1,-1-1,2 0,-1 0,0 0,1 0,0-1,0 1,0-1,1 0,-1 0,1 0,0 0,0 0,3 1,4 1,0-1,0 0,1-1,0 0,-1-1,1 0,0-1,1 0,-1-1,0 0,2-1,35 0</inkml:trace>
  <inkml:trace contextRef="#ctx0" brushRef="#br1" timeOffset="-205845.083">10550 1191,'-7'11,"1"1,0 0,0 1,1-1,1 1,0 0,1 0,0 0,1 1,0-1,1 1,1-1,0 4,1-12,0 0,1 1,-1-1,1 0,0 0,0 0,0 0,1-1,0 1,0 0,0-1,0 0,1 0,-1 0,1 0,0-1,1 1,-1-1,0 0,1 0,0 0,0-1,-1 0,1 0,1 0,-1-1,2 1,3 1,0-1,0 0,0 0,0-1,0-1,0 1,1-2,-1 1,0-2,0 1,0-1,0-1,0 0,2-1,-5-1,1 0,-1-1,0 1,0-2,0 1,-1-1,0 0,0 0,-1 0,0-1,-1 0,1 0,-1 0,-1-1,0 0,0 1,0-1,-1 0,-1 0,1 0,-2 0,1 0,-1-1,0 1,-1 0,-1-5,1-7,1 21,-1 0,1 1,0-1,0 0,0 0,0 0,0 1,0-1,0 0,0 0,0 0,-1 0,1 0,0 1,0-1,0 0,0 0,-1 0,1 0,0 0,0 0,0 0,0 0,-1 0,1 0,0 0,0 1,0-1,-1 0,1 0,0 0,0 0,0-1,0 1,-1 0,1 0,0 0,0 0,0 0,-1 0,1 0,0 0,0 0,0 0,0 0,-1-1,1 1,0 0,0 0,0 0,0 0,-7 20,3-5,0 1,1 0,1-1,0 1,1 0,1 0,0 0,3 13,-2-26,-1 0,1 0,0 0,1 0,-1-1,0 1,1 0,0 0,-1-1,1 1,0-1,0 0,1 1,-1-1,0 0,1 0,-1-1,1 1,0 0,-1-1,1 0,0 1,0-1,0 0,0-1,0 1,0 0,0-1,0 0,1 1,-1-1,0-1,1 1,6-1,0 0,0-1,0 0,0 0,0-1,-1 0,1-1,-1 0,7-5,-6 3,0-1,0 0,-1 0,0-1,-1 0,0 0,0-1,-1 0,0-1,0 0,-1 0,0 0,-1-1,0 1,-1-1,0-1,-1 1,0 0,-1-1,0 1,-1-1,0-11,-1 24,0-1,-1 0,1 0,0 0,-1 0,1 1,0-1,-1 0,1 0,0 0,-1 0,1 0,0 0,-1 0,1 0,0 0,-1 0,1 0,0 0,-1 0,1 0,0 0,-1 0,1-1,0 1,-1 0,1 0,0 0,0 0,-1-1,1 1,0 0,-1 0,1-1,0 1,0 0,0 0,-1-1,1 1,0 0,0-1,0 1,0 0,0-1,-1 1,1 0,0-1,0 1,0 0,0-1,0 1,0 0,0-1,0 1,0 0,0-1,1 1,-1 0,0-1,0 1,0 0,0-1,0 1,-13 27,11-20,1 0,0-1,0 1,0 0,1 0,0 0,1 0,-1-1,1 1,0 0,1 0,0-1,0 1,0-1,1 0,0 1,0-1,1-1,-1 1,1 0,1-1,-1 0,1 0,0 0,0 0,0-1,6 4,109 57,-56-40</inkml:trace>
  <inkml:trace contextRef="#ctx0" brushRef="#br1" timeOffset="-205044.558">12341 1017,'13'3,"-1"1,1 0,-1 1,0 0,-1 1,1 0,-1 1,0 0,-1 1,0 0,0 1,0 0,-2 1,1-1,-1 2,0-1,-1 1,0 0,-1 1,0-1,-1 1,0 1,-1-1,-1 0,2 11,-3-15,-3-7,1-1,0 1,-1 0,1-1,0 1,-1 0,1-1,0 1,0 0,0 0,0-1,0 1,0 0,0 0,0-1,0 1,0 0,0-1,0 1,1 0,-1 0,0-1,0 1,1 0,-1-1,0 1,1-1,-1 1,1 0,-1-1,1 1,-1-1,1 1,-1-1,1 0,0 1,-1-1,1 1,0-1,-1 0,1 0,0 1,-1-1,1 0,0 0,-1 0,1 0,0 0,0 0,0 0,73-135,-61 112,1 0,0 1,2 1,1 0,10-9,-27 29,1 0,-1 0,1 0,-1 0,1 1,-1-1,1 0,0 0,-1 1,1-1,0 0,0 1,0-1,0 1,-1-1,1 1,0-1,0 1,0 0,0-1,0 1,0 0,0 0,0 0,0 0,0 0,0 0,0 0,0 0,0 0,0 0,0 0,0 1,0-1,0 0,0 1,0-1,0 1,0-1,-1 1,1 0,0-1,0 1,0 0,-1-1,1 1,0 0,-1 0,1-1,-1 1,1 0,-1 0,1 0,-1 0,11 94,-12-88,0 1,1-1,0 1,0-1,1 0,0 1,0-1,0 0,1 0,0 0,1 0,0 0,0 0,0-1,1 1,0-1,0 0,0 0,1-1,3 4,3-4,0 0,0 0,0-1,1-1,0 0,-1 0,1-1,0-1,1 0,-1 0,0-2,0 1,0-1,0-1,0 0,0-1,-1 0,1-1,4-2,0 1,1 0,-1-1,0 0,-1-1,1-1,-1-1,-1 0,0-1,0 0,-1-1,0-1,-1 0,0 0,-1-2,-1 1,0-1,3-7,-11 19,-1 0,0-1,0 1,0 0,0-1,0 1,0-1,0 1,-1-1,0 1,1-1,-1 0,0 1,0-1,0 0,-1 1,1-1,-1 1,1-1,-1 1,0-1,0 1,0-1,0 1,0 0,-1 0,1-1,-1 1,1 0,-1 0,0 0,0 1,0-1,0 0,0 1,0-1,0 1,-2-1,-4 0,0 1,0-1,0 2,-1-1,1 1,0 0,-1 1,1 0,0 0,0 1,0 0,0 0,0 1,0 0,1 1,-1-1,1 1,0 1,0-1,0 1,1 1,0-1,0 1,0 0,1 0,0 1,0 0,0 0,1 0,0 0,0 1,1-1,0 1,-1 5,3-10,1 0,-1 1,1-1,0 1,0-1,0 1,0-1,0 1,1-1,0 0,0 1,0-1,0 0,0 1,1-1,-1 0,1 0,0 0,0 0,0-1,0 1,0 0,1-1,-1 0,1 1,-1-1,1 0,0 0,0-1,0 1,8 4,0-1,1-1,-1 0,1 0,0-1,0 0,0-1,0-1,56 5,-3-5</inkml:trace>
  <inkml:trace contextRef="#ctx0" brushRef="#br1" timeOffset="-204731.82">13705 910,'8'22,"1"0,1-1,0 0,2-1,0 0,1 0,1-2,1 0,1 0,0-1,2-1,-1-1,2-1,1 0,-19-12,0-1,1 1,-1-1,1 0,0 0,-1 0,1 0,0 0,0 0,-1-1,1 1,0-1,0 1,0-1,0 1,0-1,0 0,0 0,0 0,0 0,0 0,-1-1,1 1,0-1,0 1,0-1,0 1,0-1,-1 0,1 0,0 0,-1 0,1 0,-1 0,1-1,-1 1,1 0,-1-1,0 1,0-1,0 0,0 1,1-3,2-8,0 0,-1-1,0 0,-1 1,0-1,-1 0,-1 0,0-5,-1 6,1-1,1 1,0-1,1 1,0 0,1 0,0 0,1 0,2-5,11-8,0 5</inkml:trace>
  <inkml:trace contextRef="#ctx0" brushRef="#br1" timeOffset="-204371.783">14333 923,'-11'23,"5"-12,0 1,0 0,1 0,1 0,0 1,0 0,2-1,-1 1,2 0,-1 1,2-1,0 0,1 4,0-13,1 0,-1 0,1 0,0 0,0 0,1-1,-1 1,1-1,-1 1,1-1,0 0,1 0,-1 0,0-1,1 1,0-1,-1 0,1 0,0 0,0 0,0-1,0 1,1-1,1 0,4 2,1-1,0-1,-1 0,1 0,0-1,0-1,-1 0,1 0,4-2,-6 1,0 0,-1-1,0 0,1-1,-1 0,0 0,-1-1,1 0,-1 0,0 0,0-1,-1 0,0-1,1 0,-5 4,1-1,0 0,-1 0,1 0,-1 0,0 0,-1-1,1 1,-1 0,1-1,-1 1,-1-1,1 1,-1-1,1 0,-2 1,1-1,0 0,-1 1,0-1,0 1,0-1,0 1,-1-1,0 1,0 0,-2-3,-1-1,-1 0,-1 0,1 1,-1 0,-1 0,1 1,-1 0,0 0,-1 0,1 1,-1 1,0 0,0 0,0 0,-1 1,0 1,1-1,-1 2,-4-1,7 1,1 0,0 0,0 1,0 0,-1 0,1 0,0 1,0 0,0 0,0 1,0-1,0 1,0 1,0-1,1 1,-1 0,1 0,0 1,0-1,0 1,0 0,1 1,-1-1,1 1,0 0,1 0,-1 0,1 1,0-1,0 1,0 0,3-3,-1 1,1 0,-1-1,1 1,0 0,0 0,1-1,-1 1,1 0,-1-1,1 1,1-1,-1 1,0-1,1 0,-1 1,1-1,0 0,0 0,1 0,-1 0,1 0,-1-1,1 1,0-1,0 0,0 0,0 0,0 0,0 0,1-1,-1 1,1-1,-1 0,1 0,-1 0,1 0,2-1,38 13</inkml:trace>
  <inkml:trace contextRef="#ctx0" brushRef="#br1" timeOffset="-203123.945">14828 816,'-2'9,"-1"14,2 13,4 9,4 6,2 1,3-1,1-3,-2-7,0-11,0-12,-2-10</inkml:trace>
  <inkml:trace contextRef="#ctx0" brushRef="#br1" timeOffset="-202862.646">14815 496,'4'13,"9"12,11 6,11 2,-1-4</inkml:trace>
  <inkml:trace contextRef="#ctx0" brushRef="#br1" timeOffset="-202634.529">15189 1017,'144'20,"-138"-20,0 0,1 0,-1 0,0-1,0 0,0-1,0 1,-1-1,1 0,0-1,-1 1,1-1,-1 0,0-1,0 1,0-1,0 0,-1 0,0 0,0-1,0 0,2-1,-4 3,0 0,0 0,-1 0,1 0,-1 0,1 0,-1 0,0 0,0-1,0 1,0 0,-1-1,0 1,1-1,-1 1,0-1,-1 1,1 0,-1-1,1 1,-1 0,0-1,0 1,0 0,-1 0,1 0,-1 0,0 0,0 0,0 0,0 0,0 1,-1-1,1 1,-1 0,1 0,-1 0,0 0,0 0,0 0,0 1,0-1,0 1,-2 0,-3 2,0 1,1 0,-1 0,1 1,-1 0,1 0,0 0,0 1,1 0,-1 1,1 0,0 0,0 0,0 1,1-1,0 1,0 1,0-1,1 1,0-1,0 1,1 1,0-1,0 0,-1 6,1-7,1 0,0 0,0 0,0 0,1 1,0-1,0 0,1 1,-1-1,1 1,1-1,-1 1,1-1,0 1,1-1,0 0,0 0,0 0,0 0,1 0,0 0,0 0,1-1,0 0,0 0,0 0,0 0,1 0,0-1,1 1,7 3,1-1,0 0,0 0,1-2,0 0,0 0,0-2,9 2,58 8</inkml:trace>
  <inkml:trace contextRef="#ctx0" brushRef="#br1" timeOffset="-201964.736">17234 790,'-13'-4,"0"1,0 1,0 1,0-1,0 2,-1 0,1 1,-8 1,16-1,-1 0,1 0,0 1,0-1,0 1,1 1,-1-1,0 0,1 1,-1 0,1 0,0 1,0-1,0 1,1 0,-1 0,1 0,0 0,0 1,0-1,1 1,-2 3,3-2,-1 0,1 0,0 0,1 0,-1 0,1 1,0-1,1 0,0 0,0 0,0 0,0 0,1 0,0 0,1 0,-1 0,1-1,0 0,0 1,1-1,0 0,0 0,0-1,0 1,1-1,-1 0,1 0,0-1,0 1,1-1,-1 0,1-1,0 1,-1-1,1 0,0 0,0-1,0 0,1 0,-1 0,0-1,4 0,0 1,0-1,0 0,0-1,0 0,0 0,0-1,0 0,0-1,-1 0,1 0,-1-1,0-1,0 1,0-2,-1 1,1-1,-1 0,-1-1,1 0,-1 0,0 0,-1-1,5-7,1-3,0-2,-1 1,-1-1,-1-1,-1 0,-1 0,-1 0,0-1,-2 0,0-8,0 10,-1-1,-1 0,-2 0,0-1,-1 1,0 0,-2 0,-1 1,-1-1,0 1,-2 0,-5-12,12 31,0 0,-1 0,1-1,0 1,-1 0,1 0,-1 0,0 0,1 0,-1 0,0 0,0 0,1 1,-1-1,0 0,0 0,0 0,0 1,0-1,0 1,0-1,0 1,0-1,-1 1,1 0,0-1,0 1,0 0,0 0,-1 0,1 0,0 0,0 0,0 0,-1 0,1 0,0 1,0-1,0 0,0 1,0-1,0 1,0-1,0 1,0 0,0-1,0 1,0 0,0 0,0 0,0 0,1 0,-1 0,0 0,1 0,-1 0,1 0,-1 0,0 0,-7 16,1-1,0 1,2 0,-1 1,2-1,0 1,2 0,-1 13,-1 2,1 0,2 0,2 0,1 1,1-1,2 2,-2-19,0 0,1-1,1 1,1-1,0 0,1 0,0 0,1-1,1 0,0-1,1 0,0 0,5 3,-8-9,0-1,0 0,1-1,0 0,0 0,0 0,0-1,1 0,0-1,0 0,0 0,0-1,0 0,0-1,1 0,-1 0,0-1,1 0,-1-1,0 0,1-1,-1 1,0-2,0 1,0-1,0-1,-1 0,1 0,-1 0,0-1,0 0,-1-1,7-6,-5 2,-1 0,0-1,0-1,-1 1,-1-1,0 0,0-1,-1 1,-1-1,0 0,-1 0,-1 0,0-1,0 1,-1-1,-1 1,0-1,-1 1,-1-1,-1-4,-13-22,15 39,1 1,0-1,-1 0,1 0,-1 1,1-1,-1 0,0 1,1-1,-1 0,1 1,-1-1,0 1,0-1,1 1,-1-1,0 1,0 0,0-1,1 1,-1 0,0 0,0-1,0 1,0 0,0 0,1 0,-1 0,0 0,0 0,0 1,0-1,0 0,0 0,1 1,-1-1,0 0,0 1,1-1,-1 1,0-1,0 1,1-1,-1 1,-3 4,0 0,1 0,0 1,0-1,0 1,1 0,0-1,0 1,0 0,1 1,0-1,0 0,0 2,0 1,-1-2,0 1,1 0,0-1,0 1,1 0,0 0,0 0,1-1,0 1,0 0,1-1,0 1,0-1,1 1,0-1,0 0,1 0,-1 0,2-1,-1 1,1-1,4 4,1-3,-1 0,2-1,-1 0,1-1,-1 0,2-1,-1 0,0 0,1-1,-1-1,1 0,6-1,141 3,-61-10</inkml:trace>
  <inkml:trace contextRef="#ctx0" brushRef="#br1" timeOffset="-201246.493">19801 642,'-9'0,"-1"0,1 1,0 0,-1 1,1 0,0 0,0 1,0 0,1 1,-1-1,1 2,0-1,0 1,0 1,1-1,0 1,0 1,0-1,1 1,0 0,0 1,1-1,-1 1,2 0,-4 7,7-12,0 0,0 0,1 1,-1-1,1 0,-1 1,1-1,0 0,1 1,-1-1,0 0,1 1,0-1,0 0,0 0,0 1,0-1,1 0,-1 0,1-1,0 1,0 0,0 0,0-1,0 1,1-1,-1 0,1 0,0 0,-1 0,1 0,0 0,0-1,3 2,2 1,1-1,1 1,-1-2,0 1,1-1,0 0,-1-1,1-1,0 1,-1-1,8-1,-5-1,-1 1,1-2,-1 1,0-2,1 1,-2-1,1-1,0 0,-1-1,0 0,0 0,-1-1,1-1,-2 1,1-1,-1-1,0 0,-1 0,0 0,0-1,-1 0,0 0,-1-1,0 1,-1-1,0 0,1-9,-4 17,-1 0,0 1,1-1,-1 0,-1 1,1-1,0 0,0 1,-1-1,0 1,1-1,-1 1,0-1,0 1,-1-1,1 1,0 0,-1 0,1-1,-1 1,0 0,0 0,0 1,0-1,0 0,0 1,0-1,0 1,-1 0,1 0,-1 0,1 0,-1 0,1 0,-1 0,1 1,-1 0,0-1,1 1,-1 0,0 0,1 0,-1 1,0-1,1 1,-1-1,1 1,-1 0,1 0,-1 0,1 0,0 1,-1-1,1 1,0-1,0 1,0 0,-1 0,-1 6,-1-1,1 1,1 0,0 0,0 0,0 0,1 1,0-1,1 0,0 1,0 0,1-1,0 1,1 0,-1-1,2 1,-1-1,1 1,0-1,1 0,0 0,0 0,1 0,1 1,-1-2,0 0,1-1,0 1,0-1,0 0,1-1,-1 1,2-1,-1 0,0 0,1-1,0 0,0 0,0-1,1 0,-1 0,1 0,0-1,-1 0,1-1,0 0,0 0,0-1,0 1,5-2,25-4</inkml:trace>
  <inkml:trace contextRef="#ctx0" brushRef="#br1" timeOffset="-200273.178">20550 629,'-6'-3,"0"0,1 1,-1 0,0 0,0 0,0 1,-1 0,1 0,0 0,0 1,-1 0,1 0,0 1,0 0,-1 0,1 0,0 1,0 0,0 0,0 0,1 1,-1 0,1 0,-1 0,1 1,0 0,0 0,1 0,-1 0,-1 4,3-3,0 1,0-1,1 1,0 0,0 0,1 0,0 0,0 1,0-1,1 0,0 0,0 0,0 1,1-1,0 0,0 0,1 0,-1 0,1 0,1 0,-1 0,1-1,0 1,0-1,1 0,-1 0,1 0,0 0,1-1,-1 1,1-1,0 0,0-1,0 1,0-1,1 0,5 2,3 1,0-1,0-1,1 0,-1-1,1 0,0-1,0-1,0 0,0-1,0-1,0 0,0-1,-1-1,12-3,5-3,0-1,-1-2,0-1,-1-1,-1-1,10-8,-25 15,0 0,0 0,-1-1,-1-1,1 0,-1-1,-1 0,0-1,-1 0,0 0,-1-1,2-3,-9 14,0 1,-1-1,1 1,0-1,0 1,-1-1,1 1,-1-1,0 0,1 1,-1-1,0 0,0 1,0-1,0 0,0 1,-1-1,1 0,0 1,-1-1,1 1,-1-1,0 0,1 1,-1-1,0 1,0 0,0-1,0 1,0 0,0-1,0 1,-1 0,1 0,0 0,-1 0,1 0,0 0,-1 1,0-1,1 0,-1 1,1-1,-1 1,0 0,1-1,-1 1,0 0,1 0,-2 0,-4 0,-1 0,1 0,-1 1,1 0,-1 1,1-1,0 1,-1 1,1 0,1 0,-1 0,0 0,1 1,-1 0,1 1,0 0,1 0,-2 0,4-1,-1-1,1 1,0-1,0 1,0 0,0 0,1 0,-1 0,1 1,0-1,1 1,-1-1,1 1,0-1,0 1,0 0,1 0,-1 0,1-1,0 1,1 0,-1 0,1 0,0-1,0 1,1 0,-1-1,3 4,3 2,0-1,1 0,1 0,0-1,0 0,0-1,1 0,0 0,0-1,1-1,0 0,0 0,0-1,0 0,1-1,0 0,-1-1,1 0,0-1,0 0,12-2,-5 2,1-1,0-2,-1 0,1-1,-1 0,0-2,0 0,0-2,-1 0,0-1,0 0,-1-2,0 0,0-1,-1 0,-1-1,0-1,6-8,-14 14,-1-1,-1 1,1-1,-1 0,-1-1,1 1,-1-1,-1 0,0 0,0 0,-1-1,0 1,0-1,-1 1,0-1,-1 0,0 9,0 1,-1-1,1 0,0 0,0 0,0 0,0 0,1 0,-1 1,0-1,0 0,0 0,1 0,-1 0,1 1,-1-1,0 0,1 0,-1 1,1-1,0 0,-1 1,1-1,-1 0,1 1,0-1,0 1,-1-1,1 1,0 0,0-1,-1 1,1 0,0-1,0 1,0 0,0 0,0 0,-1 0,1 0,0 0,0 0,0 0,0 0,0 0,0 0,-1 0,1 1,0-1,0 0,0 1,-1-1,1 1,0-1,0 1,-1-1,1 1,0-1,-1 1,1 0,0 0,167 107,-71-41,-98-67,0-1,0 1,1 0,-1 0,0 0,0 0,0 0,0 0,1 0,-1 0,0 0,0 1,0-1,0 0,1 0,-1 1,0-1,0 0,1 1,-1-1,0 1,1-1,-1 1,0 0,1-1,-1 1,1-1,-1 1,1 0,-1 0,1-1,-1 1,1 0,0 0,-1-1,1 1,0 0,0 0,0 0,0 0,0-1,0 1,0 0,0 0,0 0,0 0,0-1,0 1,0 0,1 0,-1 0,0-1,1 1,-1 0,1 0,-1-1,1 1,-1 0,1-1,-1 1,1 0,-1-1,1 1,0-1,-1 1,1-1,0 0,0 1,-1-1,1 1,-4-2,-1 1,1-1,-1 0,1 0,0 0,-1 0,1 0,0-1,0 0,-1 0,1 1,1-2,-1 1,0 0,0-1,1 1,0-1,-1 0,1 1,0-1,0 0,1 0,-1-1,0 1,1 0,0-1,0 1,0 0,0-1,1 1,-1-1,1 0,0 1,0-1,0 1,1-1,-1 1,1-1,0 1,-1-1,2 1,-1 0,0-1,2-2,127-163,-101 130,-2-2,-2-1,-2 0,-2-2,-1-1,-3 0,9-36,-14-3,-12 83,0 1,1-1,-1 1,0-1,0 1,0-1,0 0,0 1,0-1,0 1,0-1,0 1,0-1,0 0,0 1,0-1,-1 1,1-1,0 1,0-1,-1 1,1-1,0 1,-1-1,1 1,0 0,-1-1,1 1,-1-1,1 1,-1 0,1-1,0 1,-1 0,0 0,1-1,-1 1,1 0,-1 0,1 0,-1 0,1 0,-1 0,1-1,-1 1,0 1,1-1,-1 0,1 0,-1 0,0 0,-22 22,10-1,1 0,2 1,0 1,1 0,2 0,0 1,1 0,2 0,0 0,2 0,0 1,2 6,0-5,1 0,1-1,1 1,1-1,2 0,0 0,2 0,0-1,2 0,1-1,1 0,0 0,2-2,1 1,0-2,2 0,0-1,1-1,1 0,0-2,2 1,42 12,-43-29</inkml:trace>
  <inkml:trace contextRef="#ctx0" brushRef="#br1" timeOffset="-200090.662">21700 335,'20'0,"28"0,32 0,35 0,32 0,-10 0</inkml:trace>
  <inkml:trace contextRef="#ctx0" brushRef="#br1" timeOffset="-199672.268">23611 0,'-3'16,"0"19,1 19,-3 17,0 12,2 8,2 1,4-2,5-6,4-8,3-13,3-9,2-12,1-14,2-10,1-14,1-17,-3-5</inkml:trace>
  <inkml:trace contextRef="#ctx0" brushRef="#br1" timeOffset="-199406.976">23157 442,'27'7,"32"4,33 1,33-2,27-3,12-2,-21-3</inkml:trace>
  <inkml:trace contextRef="#ctx0" brushRef="#br1" timeOffset="-198276.608">24359 588,'-20'1,"0"0,-1 1,1 1,0 1,0 0,1 2,-1 0,1 2,-10 4,22-8,0 0,0 0,0 0,0 0,1 1,0 0,0 1,0 0,0-1,1 2,0-1,1 1,-1-1,1 1,0 0,1 1,0-1,0 1,1-1,0 1,0 0,0 0,1 0,1 0,-1 2,1-5,0-1,1 0,0 1,0-1,0 1,0-1,0 0,1 0,0 0,0 0,0 0,0 0,0 0,1-1,0 1,0-1,0 0,0 0,0 0,1 0,-1 0,1-1,0 0,0 1,0-1,0-1,0 1,0-1,0 1,1-1,-1 0,1-1,-1 1,0-1,1 0,-1 0,1 0,-1-1,1 1,-1-1,2-1,10-4,0-1,-1 0,0-1,0-1,-1-1,0 0,-1 0,0-2,0 1,-1-2,-1 0,0 0,-1-1,-1 0,0 0,0-1,-2-1,0 1,-1-1,2-7,-12 36,1 0,1 0,-1 1,2-1,0 1,1-1,0 1,2 7,-2-14,1 0,0 0,0 0,1-1,0 1,0 0,0-1,1 1,0-1,1 0,-1 0,1 0,0-1,0 1,1-1,0 0,0 0,0 0,5 2,-6-4,0-1,0 0,1-1,-1 1,0-1,1 0,-1 0,1 0,0-1,-1 1,1-1,0 0,-1-1,1 1,-1-1,1 0,-1 0,1 0,-1-1,1 1,-1-1,0 0,4-3,3-2,0 0,0 0,-1-2,-1 1,1-1,-1 0,0-1,-1-1,13-22,-2-1,-1 0,-2-2,-2 0,-1 0,-1-1,-2-1,-2 0,-2 0,-1-1,0-37,0-40,-7 85,2 30,0 1,-1-1,1 1,0-1,0 1,0-1,-1 1,1 0,0-1,-1 1,1-1,0 1,-1 0,1-1,0 1,-1 0,1 0,-1-1,1 1,-1 0,1 0,-1-1,1 1,-1 0,1 0,-1 0,1 0,-1 0,1 0,0 0,-1 0,1 0,-1 0,1 0,-1 0,1 0,-1 1,1-1,-1 0,1 0,-1 0,1 1,-1-1,1 0,0 0,-1 1,1-1,-1 0,1 1,0-1,0 1,-1-1,1 0,0 1,0-1,-1 1,1-1,0 1,0-1,0 1,0-1,-1 1,1-1,0 1,0-1,0 1,0-1,0 1,1-1,-16 27,2 0,1 1,1 1,1-1,2 2,0-1,3 1,0 0,1 10,1-23,1 1,1 0,0 0,2 0,0-1,1 1,0 0,2-1,0 1,1-1,0 0,1-1,2 1,4 7,-11-22,0 0,0 0,0 0,0 0,1 0,-1-1,1 1,-1 0,1-1,0 1,0-1,-1 0,1 1,0-1,0 0,0 0,1 0,-1 0,0-1,0 1,0-1,1 1,-1-1,0 0,0 0,1 0,-1 0,0 0,0 0,1-1,-1 1,0-1,0 1,1-1,-1 0,0 0,45-42,-44 38,0 1,1-1,-1 1,1 0,0 0,0 0,1 1,-1 0,1 0,-1 0,1 0,0 0,0 1,1 0,-1 0,0 1,1-1,-1 1,1 0,-1 1,1-1,1 1,-2 3,0 0,0 0,0 1,0 0,-1-1,1 1,-1 1,0-1,0 1,-1 0,1 0,-1 0,0 0,0 0,-1 1,0-1,0 1,0-1,0 1,-1 0,0 0,0 0,-1 0,0 0,0 1,2 5,0 0,-1 0,0 0,-1 0,-1 0,1 0,-2 0,-1 5,2-13,0 0,0 0,-1-1,1 1,-1 0,0-1,0 1,0-1,0 0,-1 0,1 0,-1 0,0 0,0 0,0-1,0 1,-1-1,1 0,-1 0,1 0,-1 0,1-1,-1 0,0 1,0-1,0-1,0 1,-1 0,1-1,-1 1,0-1,0 0,1-1,-1 1,0-1,1 0,-1 0,1 0,-1-1,1 1,-1-1,1 0,0-1,0 1,0-1,0 0,0 1,1-2,-1 1,1 0,0-1,-3-3,7 4,-1 1,0 0,1 0,-1-1,1 1,0 0,-1 0,1 0,0 0,1 0,-1 0,0 0,0 0,1 0,-1 0,1 1,0-1,-1 1,1-1,0 1,0 0,0-1,0 1,0 0,0 0,0 1,1-1,-1 0,0 1,0-1,1 1,-1 0,0 0,1-1,1 2,0-3,127-30,-88 24,0-3,0-1,-1-3,30-14,-63 24,1 0,-1 0,0-1,0 0,0 0,-1-1,0-1,-1 1,0-1,0 0,0-1,-1 0,3-5,-8 13,-1 0,1 0,0 0,-1 0,1-1,-1 1,0 0,1 0,-1 0,0 0,0-1,1 1,-1 0,0 0,0-1,-1 1,1 0,0 0,0-1,-1 1,1 0,0 0,-1 0,1 0,-1 0,1 0,-1-1,0 1,0 0,1 1,-1-1,0 0,0 0,0 0,0 0,0 1,0-1,0 0,0 1,0-1,0 1,-1-1,1 1,-1-1,-56 1,49 3,0 0,0 1,0 0,0 0,0 1,1 0,0 0,0 1,0 0,1 1,0 0,0 0,1 1,2-5,1 1,0 0,0 1,1-1,-1 0,1 1,0-1,0 1,1 0,-1 0,1-1,0 1,0 0,1 0,-1 0,1 0,0 0,1 0,-1 0,1 0,0 0,0 0,1 0,-1 0,1-1,1 2,1 1,0-1,0 0,1 0,0 0,0-1,0 0,1 0,0 0,0 0,0-1,0 0,1-1,0 1,-1-1,1-1,0 1,5 0,127 18,-124-20,1 0,-1-1,0-1,0 0,0-2,0 1,0-2,0 0,-1 0,0-1,0-1,0-1,0 0,-1 0,0-2,-1 1,0-2,0 1,-1-2,0 0,-1 0,0 0,-1-2,-1 1,6-10,0-14,-1 0,-2-1,-2-1,-1 1,-2-1,-1-1,-3 1,-1-1,-1-4,0 42,1-17,-1-1,0 0,-1 0,-1 1,-1-1,-1 1,0 0,-2 0,0-2,5 18,0 0,0-1,0 1,-1 0,1 0,0 0,-1 0,1 0,-1 1,0-1,1 0,-1 1,0-1,0 1,0 0,0 0,0-1,-1 1,1 1,0-1,0 0,-1 0,1 1,0-1,-1 1,1 0,-1 0,1 0,0 0,-1 0,1 0,-1 1,1-1,0 1,-1 0,1 0,0 0,0 0,0 0,0 0,-1 0,2 1,-2-1,-9 9,0 1,1 0,0 1,1 0,0 0,1 1,0 0,1 1,1 0,0 0,1 1,0-1,1 1,1 1,-1 5,2-4,0 0,1 1,1-1,0 0,1 0,1 1,1-1,0 0,2 0,-1 0,2-1,1 1,0-1,0 0,2-1,0 0,1 0,0 0,1-1,1-1,0 0,1 0,9 6,8 6,2-1,0-2,1-2,1 0,1-3,1 0,0-3,21 6,62 18</inkml:trace>
  <inkml:trace contextRef="#ctx0" brushRef="#br1" timeOffset="-197464.564">27795 883,'126'-172,"-97"127,-2-1,-2-1,-2-2,-2 0,-3-1,-1-1,-3-1,3-26,-19 16,2 61,-1-1,1 1,-1 0,0-1,1 1,-1 0,0 0,0 0,0 0,0 0,0 0,0 0,0 0,0 0,0 0,0 1,-1-1,1 0,0 1,-1-1,1 1,0-1,-1 1,1 0,0-1,-1 1,1 0,-1 0,1 0,0 0,-1 0,1 1,-1-1,1 0,0 1,-1-1,1 1,0-1,0 1,-2 0,-10 6,-1 1,1 1,1 0,0 0,0 1,1 1,0 0,1 1,0 0,1 0,0 1,1 0,0 0,0 3,2-6,0 2,0-1,1 1,1-1,0 1,0 0,1 1,1-1,0 1,0-1,2 1,-1 0,2-1,-1 1,2-1,0 1,0-1,1 1,1-1,0 0,1 0,4 8,2-3,0-1,1-1,0 0,1-1,1 0,1-1,-1-1,2 0,0-1,0-1,1 0,0-1,2-1,9 5,1-2,0-1,1-2,0 0,1-2,0-2,25 2,-40-5,0 0,0-1,0-1,0 0,0-1,0-1,0 0,-1-1,0-1,1-1,-2 0,1 0,-1-2,0 0,0 0,-1-2,0 1,-1-1,3-5,-12 13,-1-1,1 1,-1-1,0 0,0 0,0 0,0 0,0 0,-1 0,1-1,-1 1,0-1,0 1,0-1,-1 1,1-1,-1 1,0-1,0 0,0 1,0-1,-1 1,1-1,-1 1,0-1,0 1,0-1,-1 1,1 0,-1-1,0 1,0 0,0 0,0 1,0-1,-1 0,1 1,-1-1,0 1,1 0,-1 0,0 0,-3-2,-5 1,0-1,0 1,0 1,-1 0,1 1,-1 0,1 1,0 0,-1 0,1 1,-1 1,1 0,0 1,0 0,0 0,0 2,1-1,-1 1,1 0,0 1,-6 5,13-9,1 0,-1 0,0 0,1 0,-1 0,1 0,-1 1,1 0,0-1,0 1,1 0,-1 0,0 0,1 0,0 0,0 0,0 0,0 1,0-1,0 0,1 1,0-1,0 0,0 1,0-1,0 1,1-1,-1 0,1 0,0 1,0-1,0 0,0 0,1 0,0 2,6 2,0 0,0 0,0-1,0 0,1-1,0 0,1 0,-1-1,1 0,0 0,0-1,0-1,0 0,0 0,0-1,1 0,-1-1,1 0,-1 0,2-2,-5 3,0-1,0-1,0 1,0-1,0 0,0-1,0 0,-1 0,1 0,-1-1,1 0,-1 0,0 0,0-1,0 0,-1 0,1-1,-1 0,0 0,0 0,-1 0,1-1,-1 0,0 0,-1 0,0 0,0 0,1-3,-1-6,24 38,-6-5,1-2,1-1,0-1,1 0,0-2,2-1,-1-1,1-1,0-1,1-2,0 0,0-2,0-1,0-1,13-1,88-10,-84-3</inkml:trace>
  <inkml:trace contextRef="#ctx0" brushRef="#br1" timeOffset="-196221.544">20897 2393,'0'8,"9"-26,13-46,-3-2,7-44,3-12,-26 112,-3 6,1 1,-1-1,1 1,0-1,0 1,0-1,1 1,-1 0,1-1,0 1,0 0,0 0,0 0,0 0,1 1,-1-1,3-1,-2 4,-1 1,0-1,0 1,1 0,-1 0,0 0,0 0,0 0,0 0,0 0,-1 1,1-1,0 1,0-1,-1 1,1 0,-1 0,0 0,1 0,-1 0,0 0,0 0,0 0,0 0,0 2,0-2,11 22,-1 0,-1 1,-1 0,-1 1,-1-1,-2 1,0 1,0 22,-5-46,1-1,-1 0,0 0,0 0,0 1,0-1,-1 0,1 0,0 0,-1 0,0 0,1 1,-1-1,0 0,0-1,0 1,0 0,-1 0,1 0,0-1,-1 1,1 0,-1-1,0 1,1-1,-1 0,0 0,0 0,0 0,0 0,0 0,0 0,0 0,0-1,0 1,0-1,-1 0,1 1,0-1,0 0,0 0,-1-1,1 1,0 0,0-1,0 1,-1-2,1 0,-1 0,1-1,0 1,0 0,0-1,0 1,0-1,1 0,-1 0,1 1,0-1,0 0,0 0,0 0,0 0,0-1,1 1,0 0,0 0,-1 0,2 0,-1 0,0-1,1 1,-1 0,1 0,0 0,0 0,0 0,2-2,5-8,2 1,-1 0,2 1,-1 0,1 0,1 1,0 1,0 0,1 0,0 2,1-1,0 2,0 0,0 0,9-1,6-3,1 0,0 2,0 1,1 2,0 1,13 1,-41 2,-1 0,1 1,0-1,-1 1,1 0,0 0,0 0,0 0,-1 0,1 1,0-1,-1 1,1 0,0 0,-1 0,1 0,-1 0,1 1,-1-1,0 1,1-1,-1 1,0 0,0 0,0 0,0 0,-1 0,1 0,-1 1,1-1,-1 1,0-1,0 1,0-1,0 1,0 0,-16 179,16-180,-1 1,0-1,1 1,-1-1,1 1,0-1,0 0,0 1,0-1,1 0,-1 0,0 0,1 0,-1 0,1 0,0 0,0 0,0-1,0 1,0-1,0 1,0-1,0 0,1 0,-1 0,0 0,1 0,-1-1,1 1,-1-1,1 1,-1-1,1 0,-1 0,3 0,19-3</inkml:trace>
  <inkml:trace contextRef="#ctx0" brushRef="#br1" timeOffset="-195285.149">21406 1712,'417'93,"-408"-91,-1 0,1 0,-1 1,0 0,0 1,0 0,0 0,-1 0,1 1,-1 0,-1 1,1 0,-1 0,1 0,-2 1,1-1,-1 1,0 1,0-1,2 8,-3-1,-2 0,0 1,-1-1,0 0,-1 1,0-1,-3 12,5 79,-2-102,1 0,-1 0,1-1,0 1,-1 0,1 0,1-1,-1 1,0-1,1 1,-1-1,1 0,0 1,0-1,0 0,0 0,0 0,0-1,0 1,1 0,-1-1,1 1,-1-1,1 0,-1 0,1 0,0 0,0 0,-1-1,1 1,0-1,0 0,0 0,0 0,0 0,-1 0,1-1,0 1,0-1,0 0,-1 0,1 0,0 0,-1 0,1-1,-1 1,0-1,2 0,7-9,0 1,-1-2,0 1,-1-1,0-1,-1 0,0 0,-1-1,-1 1,0-1,-1-1,-1 1,0-1,0 0,0-10,-2 16,3 0,-4 28,-1 4,1 1,1-1,1 0,1 0,6 16,-8-31,1 0,0 0,1-1,-1 1,1-1,1 0,0 0,0 0,0 0,1-1,-1 0,2 0,-1-1,1 1,-1-1,2-1,4 3,-3-3,1-1,0 0,0 0,0-1,0 0,1-1,-1 0,1-1,-1 0,0-1,1 0,-1 0,0-1,0 0,0-1,0 0,0-1,-1 0,1-1,-1 0,0 0,-1-1,1 0,-1 0,0-1,-1 0,1 0,-1-1,-1 0,0-1,0 1,0-1,-1 0,4-9,11-30,-1 0,-2-1,-3-1,-2 0,-2-1,-2 0,-2-1,-2-13,6-137,-9 199,-1-1,0 0,0 1,0-1,-1 1,1-1,-1 0,0 1,0-1,0 1,-1-1,1 1,-1 0,0 0,1 0,-2-1,2 4,-1-1,1 1,0 0,-1 0,1 0,-1 0,1 0,0 0,-1 0,1 1,-1-1,1 0,0 1,-1-1,1 1,0-1,0 1,-1 0,1 0,0-1,0 1,0 0,0 0,0 0,0 0,0 0,0 1,1-1,-1 0,0 0,1 0,-1 1,-11 17,1 0,1 1,1 0,1 0,0 1,2 0,0 0,1 1,2 0,-1 14,1-3,1 0,2 0,2 1,0-1,3 0,1-1,1 1,1-1,2 0,2-1,0-1,2 1,8 9,-14-26,0-1,1-1,1 1,0-1,1-1,0 0,1 0,5 2,-13-9,1-1,-1 0,1 0,0-1,0 0,0 1,0-2,0 1,1 0,-1-1,0 0,1 0,-1-1,1 0,-1 0,1 0,-1 0,1-1,-1 0,1 0,-1-1,0 1,0-1,1 0,-1-1,7-6,-1 0,0-1,0 0,-1-1,0 0,-1-1,-1 1,1-2,-2 1,0-1,-1-1,0 1,0-1,-2 0,0 0,0 0,-2-1,0 1,1-14,0-49,-3 76,1 1,-1-1,0 1,0-1,1 1,-1-1,0 0,0 1,0-1,0 1,0-1,0 0,0 1,0-1,0 1,0-1,0 0,-1 1,1-1,0 1,0-1,0 1,-1-1,1 0,0 1,-1-1,1 1,-1 0,1-1,0 1,-1-1,1 1,-1 0,1-1,-1 1,1 0,-1-1,1 1,-1 0,0 0,1-1,-1 1,1 0,-1 0,0 0,1 0,-1 0,1 0,-1 0,0 0,1 0,-1 0,1 0,-1 1,1-1,-1 0,0 0,1 0,-1 1,1-1,-1 0,1 1,-1-1,1 1,-1-1,1 1,-26 36,19-23,1 0,0 0,1 1,1-1,0 1,1 0,1 1,0-1,1 0,1 1,0-1,1 0,1 1,2 8,-1-17,1 0,-1-1,1 1,1-1,-1 0,1 0,0-1,0 0,1 0,0 0,0 0,0-1,0 0,1 0,-1-1,1 1,0-1,0-1,0 0,1 0,-1 0,0-1,1 0,-1 0,1-1,-1 0,1 0,4-1,30-3</inkml:trace>
  <inkml:trace contextRef="#ctx0" brushRef="#br1" timeOffset="-195027.835">22635 1645,'19'-3,"25"3,32 0,26 0,22 3,13 3,-18 1</inkml:trace>
  <inkml:trace contextRef="#ctx0" brushRef="#br1" timeOffset="-194295.919">23464 1912,'18'-4,"0"0,0 1,0 0,0 2,1 0,0 1,-14 0,1 1,0 0,0 0,0 0,0 1,-1 0,1 0,-1 0,1 1,-1-1,0 1,0 1,0-1,-1 1,1 0,-1 0,0 0,0 0,0 1,1 2,6 15,-2 0,-1 1,0 0,-2 1,0-1,-2 1,-1 0,-1 0,-1 0,0 1,-2-1,-1 0,-1 0,-4 9,-16 114,12-95,3 1,2 0,3 0,1 3,2-48,0 0,0-1,1 1,0-1,0 1,1-1,0 1,0-1,1 0,-1 0,2 0,-1 0,1 0,0-1,0 0,1 0,0 0,0 0,0-1,1 0,0 0,0 0,0-1,0 1,1-2,0 1,-1-1,1 0,1 0,-1-1,0 0,1 0,-1-1,1 0,1 0,-5-1,0 0,0-1,1 1,-1-1,0 0,0 0,0 0,0-1,0 0,0 0,0 0,0 0,-1 0,1-1,-1 1,1-1,-1 0,0 0,0 0,-1 0,1-1,-1 1,1-1,-1 0,0 0,0 0,0-1,2-6,-1 0,0 0,0 0,-2 0,1 0,-1-1,-1 1,0 0,-1-11,-4-6,0 0,-2 1,-2 0,0 1,-1 0,-2 0,-1 1,-1 0,-1 1,-1 1,0 1,-2 0,-1 1,-1 1,0 1,-2 0,0 2,-20-12,-10-10,51 39,1-1,0 0,0 0,0 1,0-1,1 0,-1 1,0-1,0 0,0 1,1-1,-1 0,0 1,0-1,1 0,-1 1,1-1,-1 1,0-1,1 1,-1-1,1 1,0-1,-1 1,1-1,-1 1,1-1,0 1,-1 0,1 0,0-1,-1 1,1 0,0 0,-1 0,1 0,0 0,-1 0,1 0,0 0,0 0,-1 0,1 0,0 0,-1 0,1 0,1 0,265-36,-218 29,2 0,0-1,-1-2,0-3,-1-2,8-5,-55 20,-1 0,1-1,0 1,0 0,-1-1,1 1,0-1,-1 1,1-1,-1 0,1 0,0 0,-1 0,0 0,1 0,-1 0,0 0,1-1,-1 1,0 0,0-1,0 1,0-1,0 1,-1-1,1 1,0-1,-1 0,1 0,-1 1,0-1,1 0,-1 1,0-1,0 0,0 0,0 0,0 1,-1-1,1 0,0 0,-1 1,1-1,-1 0,0 1,0-1,0 1,1-1,-1 1,-1-1,0 0,-7-4,0 0,-1 1,1 0,-1 1,-1 0,1 0,0 1,-1 1,0 0,1 0,-1 1,0 0,0 1,0 0,-3 1,8-1,1 1,-1-1,1 1,-1 0,1 0,0 1,0-1,0 1,0 0,0 1,0-1,0 1,1 0,-1 0,1 1,0-1,0 1,0 0,0 0,1 0,0 0,-1 1,2 0,-1-1,0 1,1 0,0 0,0 0,1 1,-1-1,1 0,0 1,1-1,-1 0,1 1,0-1,0 1,2 0,-1 0,1 0,0 0,0-1,1 1,-1-1,1 0,0 1,1-1,-1-1,1 1,0 0,0-1,1 0,-1 0,1 0,0-1,0 1,0-1,1 0,-1-1,1 1,-1-1,1 0,0-1,0 1,0-1,0 0,0 0,0-1,0 0,0 0,0-1,0 1,0-1,0-1,0 1,0-1,-1 0,1 0,-1 0,1-1,-1 0,0 0,2-2,0-1,0 0,-1 0,1-1,-2 0,1 0,-1 0,0-1,0 1,-1-1,0 0,0-1,-1 1,0-1,-1 0,0 1,0-1,-1 0,0 0,-1 0,1 0,-2-8,-2 0,3 17,0 0,0-1,-1 1,1 0,0 0,0 0,0-1,-1 1,1 0,0 0,0 0,-1 0,1 0,0 0,-1 0,1 0,0 0,0 0,-1 0,1 0,0 0,0 0,-1 0,1 0,0 0,-1 0,1 0,0 0,0 0,-1 0,1 0,0 1,0-1,-1 0,1 0,0 0,0 0,0 1,-1-1,1 0,0 0,0 0,0 1,0-1,-1 0,1 0,0 1,0-1,0 0,0 0,0 1,0-1,0 0,0 1,0-1,0 0,0 0,0 1,0-1,0 0,0 1,0-1,0 0,0 0,0 1,0-1,1 0,-3 8,0 0,1 0,0 0,1 0,-1 0,2 0,-1 0,1 0,0 0,1 0,0 0,0 0,1-1,0 1,0-1,0 1,1-1,0 0,1-1,0 1,0-1,0 0,1 0,0 0,0-1,0 0,0 0,1-1,0 0,0 0,0 0,5 1,59 25,0-7</inkml:trace>
  <inkml:trace contextRef="#ctx0" brushRef="#br1" timeOffset="-193206.601">25523 1886,'-7'-1,"0"1,1-1,-1 1,0 1,1-1,-1 1,1 0,-1 1,1 0,0 0,-1 0,1 0,0 1,0 0,1 1,-1-1,1 1,-1 0,1 0,0 1,1 0,-1-1,1 2,0-1,0 0,1 1,-1 0,1 0,1 0,-1 0,1 0,0 0,0 2,2-3,0 0,0 0,1 0,-1 0,1 0,0-1,1 1,-1 0,1-1,0 1,0-1,1 1,-1-1,1 0,0 0,0 0,0 0,0-1,1 1,0-1,-1 0,1 0,0 0,1-1,-1 1,0-1,1 0,-1 0,1-1,0 1,0-1,-1 0,1-1,0 1,0-1,0 1,0-2,0 1,0 0,0-1,-1 0,2 0,3 0,-1-1,1 0,0 0,-1 0,0-1,1 0,-1-1,-1 0,1 0,0-1,-1 0,0 0,0 0,0-1,-1 0,0-1,0 1,-1-1,0 0,0-1,0 1,-1-1,0 0,-1 0,1 0,-2-1,1 1,-1-1,0 1,-1-3,-1 10,1-1,-1 0,0 1,0-1,1 0,-1 0,-1 1,1-1,0 0,0 0,-1 1,1-1,-1 0,1 1,-1-1,0 1,1-1,-1 1,0-1,0 1,0-1,0 1,-1 0,1-1,0 1,0 0,-1 0,1 0,-1 0,1 0,-1 0,1 1,-1-1,0 0,1 1,-1-1,0 1,1 0,-1 0,0-1,0 1,1 0,-1 0,0 1,0-1,1 0,-1 0,0 1,1-1,-1 1,0 0,1-1,-1 1,1 0,-1 0,1 0,-1 0,1 0,0 0,0 1,-1-1,1 0,0 1,0 0,-3 3,1 1,0 0,0 0,0 0,1 0,0 0,0 0,1 0,0 1,0-1,0 1,1-1,0 1,0-1,1 1,-1-1,1 0,1 1,-1-1,1 0,0 0,1 0,0 0,-1 0,2 0,-1-1,1 1,0-1,0 0,0 0,1-1,-1 1,1-1,0 0,1 0,-1-1,1 0,0 0,-1 0,1 0,0-1,1 0,-1 0,0-1,1 0,1 1,-3-3,1 1,0-1,0 1,-1-2,1 1,-1-1,1 1,-1-1,1-1,-1 1,0-1,0 0,0 0,-1-1,1 1,-1-1,0 0,0 0,0-1,0 1,-1-1,0 0,0 1,0-2,0 1,0-3,5-10,-1-1,-1 0,-1 0,-1 0,-1 0,0 0,-1-4,-2 32,1 0,-1 0,2 0,-1 0,2 0,-1 0,1 0,0-1,1 1,0-1,0 0,1 0,0 0,0-1,1 0,0 0,0 0,0 0,1-1,0-1,7 5,-7-6,0 0,0 0,1-1,-1 0,1-1,0 0,0 0,0-1,0 1,0-2,0 1,0-1,1-1,-1 1,0-1,0-1,0 1,0-1,0-1,-1 0,1 0,-1 0,0-1,0 0,0 0,0-1,0 0,-1 0,0 0,0-1,-1 0,0 0,5-7,28-73,-40 93,1 0,0 1,0-1,1 0,0 0,0 1,0-1,1 0,0 0,1 1,0-1,0 0,0-1,1 1,0 0,0-1,1 1,0-1,0 0,0 0,1-1,-1 1,1-1,1 0,-1 0,1-1,0 1,0-1,0-1,1 1,-1-1,1 0,0-1,0 1,1-1,4 0,0 0,0-1,0-1,0 0,0 0,0-1,0-1,0 0,-1 0,1-1,0-1,-1 0,0 0,0-1,0-1,-1 0,0 0,0-1,0-1,-1 1,0-1,0-1,-1 0,0 0,-1 0,0-1,0 0,-1-1,-1 1,0-1,0-1,-1 1,2-8,7-24,-3-2,-1 1,-2-1,-3 0,-1 0,-2 0,-2 0,-3-7,4 27,-2 0,-1 0,0 1,-2 0,-1 0,-1 0,-6-14,13 37,0 0,0 0,-1-1,1 1,0 0,0 0,-1 0,1 0,0 0,-1 0,1 0,-1 0,1 0,-1 0,0 0,0 0,1 0,-1 1,0-1,0 0,0 0,0 1,1-1,-1 1,0-1,0 1,0-1,-1 1,1-1,0 1,0 0,0 0,0-1,0 1,0 0,0 0,-1 0,1 0,0 1,0-1,0 0,0 0,0 1,0-1,0 0,0 1,0-1,0 1,0-1,0 1,0 0,0 0,0-1,0 1,1 0,-1 0,0 0,1 0,-1-1,0 1,1 0,-1 0,1 1,-1-1,-5 20,1 0,1 1,1 0,1-1,1 1,1 0,1 14,-1-28,2 41,2-1,2 1,2-2,2 1,2-1,3-1,1 0,2-1,21 36,-34-71,0-1,1 0,0 0,0-1,1 1,0-1,0-1,1 0,0 0,0 0,1-1,12 5</inkml:trace>
  <inkml:trace contextRef="#ctx0" brushRef="#br1" timeOffset="-193043.043">26512 1538,'14'3,"20"2,25 1,25 1,19 5,7 1,-14 0</inkml:trace>
  <inkml:trace contextRef="#ctx0" brushRef="#br1" timeOffset="-192239.191">27127 1818,'-3'20,"1"-1,1 0,0 1,2-1,0 1,3 15,-3-30,1 1,-1 0,1 0,0 0,0-1,0 1,1-1,0 0,0 1,0-1,1-1,-1 1,1 0,1-1,-1 0,0 0,1 0,0-1,0 1,0-1,0 0,1-1,4 3,-7-4,-1 0,1 0,0-1,0 1,0 0,0-1,0 0,1 0,-1 0,0 0,0 0,0-1,0 1,0-1,0 0,0 0,-1 0,1 0,0 0,0-1,-1 1,1-1,-1 0,1 0,-1 0,0 0,1 0,-1 0,0-1,-1 1,1-1,0 1,-1-1,1 0,-1 0,2-3,0 0,-1-1,0 0,0 1,-1-1,0 0,0 0,0 0,-1 0,0 0,0 1,-1-1,0 0,0 0,-1-3,-2 0,1 0,-1 1,-1-1,0 1,0 0,-1 0,0 0,-1 1,0 0,0 0,-1 0,1 1,-2 0,1 1,-1 0,0 0,0 1,-1 0,1 1,-1 0,0 0,0 1,0 1,-1-1,-3 1,14 2,1 1,-1-1,0 0,0 0,0 0,0 1,0-1,0 0,0 0,0 1,0-1,0 0,0 0,0 1,0-1,0 0,0 0,0 1,0-1,0 0,0 0,0 0,0 1,0-1,0 0,0 0,0 1,-1-1,1 0,0 0,0 0,0 0,0 1,0-1,-1 0,28 8,1 0,0-2,0-2,0 0,2-2,12 3,7 0,-6-1,-1 2,0 1,0 3,2 2,-40-11,1 0,-1 1,1-1,-1 1,1 0,-1 1,0-1,0 1,0-1,0 1,-1 1,1-1,-1 0,0 1,0 0,0-1,0 1,-1 1,1-1,-1 0,0 0,-1 1,1-1,-1 1,0 0,1 2,-7 103,5-108,0-1,0 1,0-1,0 1,1 0,-1-1,0 1,1-1,-1 1,1-1,0 1,-1-1,1 0,0 1,0-1,0 0,0 1,0-1,0 0,0 0,0 0,1 0,-1 0,0 0,1 0,-1-1,1 1,-1 0,0-1,1 1,0-1,-1 1,1-1,-1 0,1 0,-1 0,1 0,0 0,-1 0,1 0,-1 0,1 0,0-1,68-21,-61 17,-1 0,1-1,-1 0,0 0,-1-1,0 0,0 0,0-1,-1 0,0 0,-1-1,1 1,-2-1,1 0,-1-1,-1 1,0-1,0 1,-1-1,1-9,-2 19,-1-1,1 0,-1 0,1 0,-1 1,0-1,0 0,1 0,-1 0,0 0,0 0,0 1,0-1,0 0,0 0,0 0,0 0,-1 0,1 0,0 0,0 1,-1-1,1 0,0 0,-1 0,1 1,-1-1,1 0,-1 0,0 1,1-1,-1 1,0-1,1 0,-1 1,0-1,0 1,1 0,-1-1,0 1,0 0,0-1,0 1,0 0,-3 5,1 0,0 1,0-1,0 1,1 0,0 0,0-1,0 2,1-1,0 0,0 0,1 0,-1 1,1-1,1 0,-2-1,1 0,-1 0,1 0,1 0,-1 0,1 0,0 0,0 0,0-1,1 1,-1 0,1-1,0 1,1-1,-1 0,1 1,0-1,0 0,0-1,0 1,1 0,-1-1,1 0,0 0,0 0,0 0,1-1,-1 0,1 0,-1 0,1 0,0-1,-1 1,1-1,0 0,1-1,0 0,0-1,0 0,0 0,0 0,0-1,0 0,0 0,0-1,0 0,-1 0,0 0,1 0,-1-1,0 0,-1 0,1 0,-1-1,0 0,0 0,0 0,2-4,5-8,-1-1,-1 1,0-2,-1 1,-1-1,0-4,3-27,-10 50,0 0,-1 0,1 1,0-1,0 0,0 0,0 0,0 1,-1-1,1 0,0 0,0 0,0 0,-1 1,1-1,0 0,0 0,0 0,-1 0,1 0,0 0,0 0,-1 0,1 0,0 0,0 0,0 0,-1 0,1 0,0 0,0 0,-1 0,1 0,0 0,0 0,-1 0,1 0,0 0,0 0,0 0,-1-1,1 1,0 0,0 0,0 0,-1 0,1-1,0 1,0 0,0 0,0 0,0-1,0 1,-1 0,1 0,0 0,0-1,0 1,0 0,0 0,0-1,0 1,0 0,0-1,-13 19,11-14,-1 0,1 0,0 0,1 0,-1 0,1 0,-1 0,1 1,0-1,1 1,-1-1,1 0,0 1,0-1,0 1,1-1,0 1,-1-1,2 0,-1 1,0-1,1 0,0 0,0 0,0 0,0 0,1 0,-1-1,1 1,0-1,0 0,0 0,2 1,10 4,0 0,1-2,0 0,0 0,1-2,-1 0,1-1,0 0,0-1,0-1,14-2,-31 1,58 2</inkml:trace>
  <inkml:trace contextRef="#ctx0" brushRef="#br1" timeOffset="-191644.238">28718 1953,'0'-4,"1"0,-1 0,0-1,0 1,0 0,-1 0,0 0,1 0,-1 0,-1 0,1 1,-1-1,1 0,-1 1,0-1,0 1,-1-1,1 1,-1 0,1 0,-1 0,0 0,0 0,-1 1,1 0,0-1,-1 1,1 0,-1 1,0-1,0 1,0-1,-1 1,-4-2,0 0,-1 1,1 0,-1 1,1 0,-1 0,0 1,1 1,-1-1,0 1,1 1,-1 0,-6 2,12-3,1 0,0 0,-1 0,1 1,0-1,0 1,0-1,0 1,0 0,0 1,0-1,0 0,1 1,-1-1,1 1,0 0,0 0,0 0,0 0,1 0,-1 0,1 0,-1 1,1-1,0 1,1-1,-1 1,1-1,-1 1,1-1,0 1,0-1,0 1,1-1,0 1,-1-1,1 1,0-1,0 1,2 1,3 1,1 0,0-1,0 0,1 0,-1 0,1-1,0 0,0-1,0 0,1 0,-1-1,1 0,0 0,0-1,-1 0,1 0,0-1,6-1,-4 2,0-1,1-1,-1 0,0-1,1 0,-1 0,0-1,0-1,-1 0,1 0,-1-1,0 0,0-1,0 0,-1-1,0 0,-8 6,0 1,0-1,0 0,0 0,0 0,-1 0,1 1,0-1,-1-1,1 1,-1 0,1 0,-1 0,1 0,-1 0,0 0,1 0,-1-1,0 1,0 0,0 0,0 0,0-1,0 1,0 0,0 0,-1 0,1 0,-1-1,-1 3,-1 0,0 0,1 1,-1-1,1 1,0 0,0 0,-1 0,1 0,0 0,1 0,-1 0,0 1,1-1,-1 1,1-1,0 1,0 0,0-1,0 1,0 0,0 1,0-2,0 0,1 1,-1-1,1 1,-1 0,1-1,0 1,0-1,0 1,0-1,0 1,1-1,-1 1,1 0,-1-1,1 0,0 1,0-1,0 1,0-1,1 0,-1 0,1 0,-1 0,1 0,0 0,0 0,0 0,0-1,0 1,0-1,0 0,2 2,4 0,-1 0,1 0,-1-1,1 1,0-2,0 1,0-1,1 0,-1-1,3 0,3-1,0 0,1-1,-1 0,-1-2,1 1,0-1,-1-1,0-1,0 0,0 0,-1-2,0 1,0-1,-1-1,0 0,9-10,-2-1,-1 0,-1-1,-1 0,-1-1,-1-1,0-1,-2 1,7-22,8-37,-4-1,-3 0,-4-2,2-48,-12 6,-19 91,13 35,0 1,0-1,0 1,1-1,-1 1,0 0,0-1,0 1,0 0,0 0,0 0,0 0,0 0,0 0,0 0,0 0,0 0,0 0,0 0,0 1,0-1,0 0,0 1,1-1,-1 0,0 1,0 0,0-1,1 1,-1-1,0 1,0 0,1 0,-1-1,1 1,-1 0,0 0,-11 15,1 0,0 0,1 2,1-1,1 1,0 0,1 1,2 0,-1 0,-1 19,-1-5,1 1,2-1,2 1,1 0,1 0,2 1,1-1,2-1,1 1,2 0,1-1,2-1,1 1,2-2,1 1,1-2,1 0,13 16,-19-34,-1-1,2 0,-1 0,1-1,1-1,0 0,0 0,7 2,-13-7,0-1,0 0,1-1,-1 0,0 0,1 0,0 0,-1-1,1 0,0-1,0 1,-1-1,1-1,0 1,0-1,-1 0,1-1,-1 0,4-1,23-14</inkml:trace>
  <inkml:trace contextRef="#ctx0" brushRef="#br1" timeOffset="-191391.91">28905 1498,'20'0,"26"2,29 1,27 0,17-1,6 0,-18-1</inkml:trace>
  <inkml:trace contextRef="#ctx0" brushRef="#br1" timeOffset="-190648.382">29613 1953,'10'-3,"-1"-1,0 0,0 0,-1-1,1 0,-1 0,0-1,-1 0,1-1,-1 0,0 0,-1 0,0-1,0 0,0 0,-1 0,0-1,-1 0,0 0,0 0,-1 0,0 0,-1-1,0 0,0-3,-2 11,1 0,-1 0,0 0,0 0,0 0,0 0,0 0,0 0,0 0,-1 0,1 0,-1 0,0 1,1-1,-1 0,0 0,0 0,0 1,0-1,0 0,-1 1,1-1,0 1,-1 0,1-1,-1 1,1 0,-1 0,0 0,0 0,1 0,-1 0,0 0,0 1,0-1,0 1,0-1,0 1,0 0,0 0,0 0,0 0,0 0,0 0,0 0,0 1,0-1,-2 3,-1 0,0 0,1 0,0 1,0 0,0-1,0 1,1 1,-1-1,1 0,0 1,0 0,1-1,0 1,-1 0,2 1,-1-1,0 0,1 0,0 1,0-1,1 1,0-1,0 1,0-1,0 0,1 1,0-1,0 1,0-1,1 0,0 0,0 0,0 0,1 0,-1 0,2 0,1 2,0 0,1 0,0-1,0 0,0 0,1-1,0 0,0 0,0 0,1-1,0 0,-1-1,1 0,1 0,-1 0,0-1,1-1,-1 1,1-1,-1-1,1 1,-1-1,6-1,0 0,0-1,0 0,0-1,0 0,0-1,-1 0,1-2,-1 1,0-2,-1 1,0-2,0 0,0 0,-1-1,1-3,-1 0,-1 0,0-1,0 0,-1-1,-1 0,0-1,-2 1,1-2,-2 1,4-13,27-179,-25-39,-10 239,-1 0,-1 0,1 1,-1-1,0 0,-1 1,0-1,0 1,0 0,-1-1,0 1,0 0,-1 0,3 5,0 0,-1 0,1 0,-1 0,0 0,1 0,-1 1,0-1,1 1,-1-1,0 1,1 0,-1-1,0 1,0 0,0 0,1 0,-1 1,0-1,0 0,1 1,-1-1,0 1,1-1,-1 1,0 0,1 0,-1 0,1 0,-1 0,1 0,0 0,-1 0,1 1,0-1,-12 12,0 0,1 1,1 1,0-1,1 2,1-1,0 2,1-1,1 1,0 0,2 0,0 1,0 0,2 0,0 0,2 0,0 0,1 17,0-13,2 0,0 1,2-1,0 0,2-1,0 1,1-1,1 0,2-1,0 0,0 0,2-1,0 0,2-1,0-1,1 0,0-1,1-1,1 0,1-1,13 8,-26-19,0-1,0 1,0-1,0 0,1 0,-1-1,0 0,1 0,0 0,-1 0,1-1,-1 0,1 0,0-1,-1 0,1 0,-1 0,0 0,1-1,-1 0,0 0,0 0,0-1,0 0,0 0,0 0,-1 0,0-1,0 0,1 0,43-52,-52 66,0 0,1 1,1-1,0 1,0 0,1-1,1 1,0 0,0 0,1-1,0 2,1-8,-1 0,0 0,1 0,0-1,0 1,0 0,1-1,-1 0,1 1,-1-1,1 0,0-1,0 1,1 0,-1-1,0 0,1 1,0-1,-1-1,1 1,0-1,0 1,0-1,0 0,0 0,2-1,1 2,1-2,-1 1,1-1,-1 0,1-1,-1 0,1 0,-1 0,0-1,1 0,-1-1,0 1,-1-1,2-1,-1 0,0-1,-1 1,0-1,0 0,0-1,-1 1,0-1,0 0,0-1,-1 1,0-1,0 0,0 0,-1 0,0 0,-1-1,0 1,0-1,0 0,-1 0,0 1,-1-1,1 0,-2 0,1 0,-1 0,-1-4,1 9,0 0,1 1,-2-1,1 0,0 1,0-1,-1 1,1-1,-1 1,0 0,0 0,0-1,0 1,0 1,0-1,-1 0,1 0,-1 1,1 0,-1-1,1 1,-1 0,0 0,0 0,0 1,1-1,-1 1,0-1,0 1,0 0,0 0,0 0,0 1,0-1,-2 1,0 0,0 1,0-1,1 1,-1 0,0 0,1 0,0 1,-1-1,1 1,0 0,1 0,-1 1,0-1,1 1,0 0,0 0,0 0,-1 3,2-3,0 0,0 0,1 0,0 0,0 0,0 0,0 1,1-1,0 0,-1 1,2-1,-1 0,0 0,1 1,6 26</inkml:trace>
  <inkml:trace contextRef="#ctx0" brushRef="#br1" timeOffset="-190245.616">30843 2019,'11'-41,"-2"-2,-2 1,-1-1,-3 0,-1 0,-3-1,-2-14,3 54,0-1,0 1,-1 0,0 0,1-1,-2 1,1 0,0 0,-1 0,1 0,-1 0,0 0,-1 1,1-1,-1 1,1-1,-1 1,0 0,0 0,-1 0,1 1,-2-2,4 4,0 1,-1-1,1 1,0-1,0 1,0-1,0 1,0 0,0-1,0 1,0 0,0 0,0 0,0 0,1 0,-1 0,0 0,1 0,-1 0,0 0,1 0,-1 1,1-1,0 0,-1 0,1 0,0 1,0-1,0 0,0 0,0 1,0-1,0 0,0 0,1 1,-1-1,0 0,1 0,-1 0,1 0,-1 1,1-1,-1 0,1 0,0 0,0 0,0 0,-1 0,1-1,0 1,0 0,12 12,0-2,0 1,1-1,0-1,1-1,0 0,0-1,1 0,0-2,1 0,-1 0,1-2,0 0,4 0,201 41,-221-45,0 0,0-1,0 1,0 0,0 0,0 0,0 0,0 0,1 1,-1-1,0 0,0 0,0 1,0-1,0 0,0 1,0-1,-1 1,1 0,0-1,0 1,0 0,0-1,-1 1,1 0,0 0,-1 0,1 0,0-1,-1 1,1 0,-1 0,0 0,1 0,-1 0,0 0,1 0,-1 1,0-1,0 0,0 0,0 0,0 0,0 0,0 0,-1 0,1 0,0 0,0 0,-1 0,1 0,-1 0,1 0,-92 102,89-99,1 0,-1 0,1 1,0-1,0 1,0-1,1 1,0 0,0 0,0 0,0-1,1 1,-1 0,1 0,1 0,-1 0,1 0,0 0,0 0,0 0,0-1,1 1,0-1,0 1,0-1,1 1,0-1,-1 0,1 0,1 0,12 9,0-1,0-1,1-1,1 0,0-1,0-1,0-1,1 0,0-2,1 0,-1-1,12 1,200 23,-175-25</inkml:trace>
  <inkml:trace contextRef="#ctx0" brushRef="#br1" timeOffset="-188931.708">21352 3556,'-14'-1,"1"-1,-1 2,0 0,1 0,-1 1,0 1,1 1,-1 0,1 0,0 1,-10 5,17-6,-1 0,1 1,-1-1,1 2,1-1,-1 1,1-1,-1 1,1 1,1-1,-1 1,1 0,0 0,0 0,1 1,-1-1,2 1,-1 0,1 0,0 0,0 0,0 5,2-5,0 0,0 0,1 0,0 0,0 0,1 0,0 0,0-1,1 1,0-1,0 1,0-1,1 0,0 0,0-1,0 1,1-1,0 0,0 0,0 0,0-1,1 0,0 0,0 0,0-1,0 0,1 0,-1 0,1-1,0 0,-1 0,1-1,0 0,0 0,0-1,0 1,0-2,3 1,4 0,-1 0,1-1,0 0,0-1,-1-1,1 0,-1-1,0 0,0-1,0 0,-1-1,0-1,0 0,0-1,-1 0,0 0,-1-1,0-1,0 0,-1 0,0-1,-1 0,0 0,-1-1,0 0,-1 0,0-1,-1 0,0 0,-1 0,-1 0,2-14,-6 12,-2 40,1-4,1-1,2 1,0 0,1-1,3 13,-5-29,1 0,0 0,0 0,1 0,-1 0,1 0,0 0,0 0,0-1,0 1,1-1,-1 0,1 1,0-1,0 0,0-1,1 1,-1 0,1-1,-1 0,1 0,0 0,0 0,-1-1,1 1,1-1,-1 0,0 0,0-1,4 1,-1-1,0 0,0-1,0 0,0-1,0 1,0-1,0 0,0-1,0 0,-1 0,1 0,-1-1,0 0,0 0,-1-1,1 0,-1 0,0 0,3-4,1-2,1-1,-2 0,0 0,0-1,-1 0,-1 0,0-1,-1 0,0-1,-3-15,-5 34,0 1,1 0,0 0,0-1,0 2,0-1,1 0,0 0,0 0,0 1,1-1,0 0,0 1,0-1,1 0,-1 1,1-1,1 0,-1 0,1 0,0 0,0 0,0 0,1 0,-1-1,1 1,0-1,1 0,1 3,4 0,1-1,-1 0,1 0,1-1,-1 0,0 0,1-2,0 1,6 0,48 12</inkml:trace>
  <inkml:trace contextRef="#ctx0" brushRef="#br1" timeOffset="-188242.955">23331 3837,'26'-30,"-1"-1,-1-1,-2-1,-1-2,0-4,43-99,-64 137,1 0,-1 0,1 0,-1 0,1 0,-1 0,1 0,0 0,-1 0,1 1,0-1,0 0,0 1,0-1,-1 0,1 1,0-1,0 1,0 0,0-1,0 1,0 0,0-1,1 1,-1 0,0 0,0 0,0 0,0 0,0 0,0 0,0 0,0 1,0-1,0 0,0 1,0-1,0 1,0-1,0 1,0-1,0 1,0-1,0 1,-1 0,1 0,0-1,0 1,-1 0,1 0,-1 0,1 0,-1 0,1 0,-1 0,1 0,-1 0,0 1,12 9,0 1,-2 1,1 0,-2 0,0 1,0 0,-1 1,-1 0,-1 0,0 1,1 7,-6-20,-1 1,0-1,0 1,0 0,0-1,0 1,-1 0,0-1,0 1,0-1,0 1,0-1,-1 0,0 0,1 1,-1-1,-1 0,1-1,0 1,-1 0,1 0,-1-1,0 0,1 1,-1-1,0 0,-1-1,1 1,0 0,0-1,-1 0,1 0,-1 0,1 0,-1 0,0-1,1 1,-1-1,1 0,-3 0,5-1,-1 1,0 0,1-1,-1 1,1 0,-1-1,1 0,-1 1,1-1,-1 0,1 0,-1 0,1 0,0 0,0 0,-1 0,1 0,0-1,0 1,0 0,0-1,1 1,-1-1,0 1,1-1,-1 1,0-1,1 1,0-1,-1 0,1 1,0-1,0 0,0 1,0-1,0 0,1 0,15-62,115-222,-118 252,-1 0,-2-1,-2 0,-1-1,-2 0,-1 0,-2-30,-18 18,15 48,0-1,0 0,1 0,-1 1,0-1,0 0,0 1,0-1,0 1,0-1,0 1,0-1,0 1,0 0,0-1,0 1,0 0,-1 0,1 0,0 0,0 0,0 0,0 0,0 0,0 1,0-1,0 0,-1 1,1-1,0 1,0-1,0 1,1-1,-1 1,0-1,0 1,0 0,0 0,1 0,-1-1,0 2,-5 6,0 0,1 0,0 1,0-1,1 1,0 1,1-1,0 0,0 1,1-1,0 1,1 0,0 0,0 0,1 0,1 0,-1-1,2 1,0 1,5 20,2 0,1-1,1 0,2-1,1 0,1-1,2-1,0 0,2-1,1-1,8 7,62 90,-47-42,-33-53</inkml:trace>
  <inkml:trace contextRef="#ctx0" brushRef="#br1" timeOffset="-187731.254">23344 3222,'11'7,"1"0,0-1,1 0,0-1,-1 0,1-1,1-1,5 1,-11-2,119 23,1-6,43-3,119 18,-138 4,-149-38,0 1,-1 0,1-1,0 1,-1 1,1-1,-1 0,1 0,-1 1,1 0,-1-1,0 1,0 0,0 0,0 0,0 0,-1 1,1-1,0 0,-1 1,0-1,0 1,0-1,0 1,0 0,0-1,0 1,-1 0,0 0,1 0,-1-1,0 1,0 0,-1 0,1 0,-1 1,-48 79,43-76,-1 2,1-1,1 1,-1 0,1 0,1 1,0-1,0 1,1 0,-2 9,5-17,0 1,0-1,0 1,0-1,0 1,1-1,-1 1,1-1,0 0,0 1,0-1,0 0,0 0,0 1,0-1,1 0,-1 0,1 0,0-1,-1 1,1 0,0-1,0 1,0-1,0 1,0-1,1 0,-1 0,0 0,0 0,1 0,-1-1,3 1,83 3,-83-4,-1-1,0 1,0-1,0-1,0 1,0 0,0-1,0 0,0 0,0 0,-1 0,1-1,-1 1,0-1,0 0,0 0,0 0,0 0,0-1,-1 1,0-1,0 0,0 1,0-1,0 0,-1 0,0 0,0 0,0 0,0-1,0 1,-1 0,0 0,0-1,0 1,-1 0,1 0,-1 0,0-1,0 1,0 0,-1 0,1 0,-1 0,0 1,-2-3,-3 0,0 1,-1 0,0 0,0 1,0 0,0 0,-1 1,1 0,-1 1,0 0,0 0,0 1,0 0,0 0,0 1,0 1,0-1,0 1,0 1,0 0,0 0,0 1,1 0,-1 0,-1 1,-57 46,65-48,0 0,1 0,-1-1,1 1,0 0,0 0,0 0,0 1,0-1,0 0,0 0,0 1,1-1,0 0,-1 1,1-1,0 0,0 1,0-1,0 0,0 1,1-1,-1 0,1 1,0-1,-1 0,1 0,0 1,0-1,1 0,-1 0,0 0,2 1,3 2,1 0,-1-1,1 0,0-1,0 1,0-1,0 0,1-1,-1 0,1 0,0-1,-1 0,1 0,0-1,0 0,1 0,-6 0,51 2</inkml:trace>
  <inkml:trace contextRef="#ctx0" brushRef="#br1" timeOffset="-187010.031">24761 3102,'-13'-5,"-1"0,1 1,0 1,-1 0,0 1,0 0,0 1,1 1,-1 0,0 1,0 0,0 1,0 1,1 0,-1 1,1 0,0 1,0 1,1 0,-1 0,-4 5,13-7,0 0,0 0,1 1,0 0,-1-1,1 1,1 0,-1 0,1 1,0-1,0 0,1 1,-1-1,1 1,0 0,1-1,-1 1,1 0,1-1,-1 1,1 0,-1-1,2 1,-1 0,1-1,0 0,0 1,0-1,1 0,-1 0,4 4,15 23,1 0,2-2,1-1,1-1,28 23,41 46,-72-70,-2 0,-1 2,-2 1,6 12,-23-40,-1-1,1 1,0 0,0-1,-1 1,1-1,0 0,0 1,1-1,-1 0,0 1,0-1,1 0,-1 0,0 0,1 0,-1 0,1-1,0 1,-1 0,1-1,0 1,-1-1,1 1,0-1,-1 0,1 0,0 0,0 0,-1 0,1 0,0 0,-1-1,1 1,0 0,-1-1,1 0,0 1,0-2,9-6,-1 0,0-1,-1 0,0-1,0 0,-1 0,-1-1,0 0,0 0,-1-1,0 0,-1 0,0 0,-1-1,-1 0,0 1,0-1,-2 0,1-13,0 13,0-1,-1 0,-1 1,0-1,-1 0,0 1,-1-1,-1 1,0 0,-4-11,56 50,158 53,-203-77,0 1,0-1,0 0,0 1,-1 0,1 0,-1 0,0 0,0 0,0 1,0-1,-1 1,1 0,-1 0,0 0,0 0,0 0,-1 0,1 1,-1-1,0 0,-1 1,1-1,-1 1,1-1,-2 3,1-4,0 0,-1-1,1 1,-1 0,1 0,0 0,0 0,0-1,0 1,1 0,-1 0,1 0,0-1,-1 1,1 0,0-1,1 1,-1-1,0 1,1-1,0 1,-1-1,1 0,0 0,0 0,0 0,0 0,1 0,-1-1,0 1,1-1,-1 0,1 1,0-1,-1 0,9 0,0 1,0-2,0 1,0-2,0 1,0-1,-1-1,1 0,0-1,-1 0,1 0,-1-1,0-1,0 0,-1 0,1 0,-1-1,-1-1,1 0,-1 0,0 0,0-1,-1-1,0 1,-1-1,0 0,0 0,-1-1,0 0,0 0,1-7,-1 1,-5 16,-7 19,1-1,1 1,1 0,0 0,1 0,1 2,2-16,-1-1,1 0,1 0,-1 0,0 0,1 0,0 0,0 0,0 0,1 0,-1 0,1 0,0-1,0 1,0-1,1 1,-1-1,1 0,-1 0,1 0,0 0,1 0,-1-1,0 1,1-1,-1 0,1 0,0 0,0-1,-1 1,1-1,1 0,59 1,-36-10</inkml:trace>
  <inkml:trace contextRef="#ctx0" brushRef="#br1" timeOffset="-186750.843">25670 3169,'-14'-4,"-8"-2,-6 2,-1 5,6 8,11 10,14 8,6 0</inkml:trace>
  <inkml:trace contextRef="#ctx0" brushRef="#br1" timeOffset="-186305.04">26713 3142,'-11'26,"0"1,2 0,1 1,1-1,2 1,1 1,1-1,1 1,1-1,2 1,4 27,25 67,-15-104,-11-36,-36-59,26 61</inkml:trace>
  <inkml:trace contextRef="#ctx0" brushRef="#br1" timeOffset="-186004.843">26767 2754,'-11'8,"1"-1,0 2,1 0,0 0,1 0,0 1,0 0,1 1,0 0,1 0,0 0,1 1,0 0,1 0,0 0,1 0,0 1,1 0,1 0,-12 55,3 0,3 1,4 0,2 0,8 60,17 85,18 45,-17-118,-21-114,24 208,-28-215,0 1,-1-1,-1 0,-1 0,0 0,-2 0,0 0,-2-1,0 0,-4 7,6-17,0-1,0 1,-1-1,0 0,-1 0,0 0,0-1,-7 5,-16 9</inkml:trace>
  <inkml:trace contextRef="#ctx0" brushRef="#br1" timeOffset="-185652.703">26458 3570,'104'-31,"173"-50,-211 66,-64 16,-1 0,1 0,0 1,-1-1,0 0,1 1,-1-1,0 1,1-1,-1 1,0 0,0 0,0-1,-1 1,1 0,0 0,-1 0,1 0,-1 0,0 0,1 0,-1 0,0 0,0 0,0 0,-1 0,1 0,0 0,-1 0,1 0,-1 0,0 0,0-1,1 1,-1 0,-1 1,0 8,0-6,0 0,0 0,1 1,0-1,0 1,1-1,0 1,0-1,0 1,0-1,1 1,0-1,0 1,0-1,1 1,0-1,0 0,0 0,1 0,-1 0,1-1,0 1,1-1,-1 1,1-1,0 0,0 0,0-1,1 1,-1-1,1 0,0 0,-1-1,1 1,2-1,25 2,-1-7</inkml:trace>
  <inkml:trace contextRef="#ctx0" brushRef="#br1" timeOffset="-185044.91">26900 3209,'242'36,"-221"-31,1 1,-2 1,1 1,-1 1,0 1,-1 0,0 1,-1 1,17 15,-27-18,0 0,0 0,-1 1,-1 0,1 1,-2 0,0-1,0 2,0-1,-2 0,1 1,-2 0,1 0,-2 0,0 0,0 0,-1 0,0 0,-1 0,0 0,-3 9,3-19,1 0,0-1,-1 1,1-1,0 1,0 0,0-1,0 1,0 0,1-1,-1 1,0-1,1 1,0-1,-1 1,1-1,0 1,-1-1,1 1,0-1,0 0,0 0,0 1,0-1,1 0,-1 0,0 0,0 0,1 0,-1 0,1-1,-1 1,1 0,-1-1,1 1,-1-1,1 1,-1-1,1 0,0 0,-1 0,2 0,8-1,0-1,0-1,0 1,0-2,0 0,-1 0,0-1,0 0,0-1,0 0,-1 0,0-1,0 0,-1-1,0 0,0 0,-1-1,4-5,36-55,-47 69,0 0,0 0,0 1,0-1,0 0,0 0,0 0,0 0,0 1,0-1,0 0,0 0,0 0,0 1,1-1,-1 0,0 0,0 0,0 0,0 0,0 0,1 1,-1-1,0 0,0 0,0 0,0 0,1 0,-1 0,0 0,0 0,0 0,0 0,1 0,-1 0,0 0,0 0,0 0,1 0,-1 0,0 0,0 0,0 0,1 0,-1 0,0 0,0 0,0 0,0 0,1 0,-1-1,0 1,0 0,0 0,0 0,0 0,0 0,1-1,-1 1,0 0,0 23,0-18,0-1,1 0,0 0,-1 0,1 1,1-1,-1 0,1 0,-1-1,1 1,0 0,1-1,-1 1,1-1,-1 1,1-1,0 0,0 0,0-1,1 1,-1-1,1 1,-1-1,1 0,0 0,0-1,0 1,0-1,0 0,0 0,0 0,0 0,0-1,1 0,-1 0,1 0,9 1,0 0,0-2,0 1,-1-2,1 0,0 0,-1-1,0-1,0-1,0 1,0-2,-1 0,1 0,-2-1,1-1,-1 0,0-1,-1 0,0 0,0-1,-1 0,0-1,-1 0,0 0,4-9,-38 68,22-38,0 1,1 0,0 0,1 0,0 1,1-1,0 0,1 1,0 3,0-10,1-1,-1 1,1-1,0 0,0 0,1 1,-1-1,1 0,0 0,0 0,0-1,1 1,-1 0,1-1,0 0,0 1,0-1,0 0,1 0,-1-1,1 1,-1-1,1 0,0 0,2 1,17 4</inkml:trace>
  <inkml:trace contextRef="#ctx0" brushRef="#br1" timeOffset="-184777.651">28117 2968,'0'0</inkml:trace>
  <inkml:trace contextRef="#ctx0" brushRef="#br1" timeOffset="-184455.119">28504 2835,'-19'176,"18"-137,0-17,-4 57,3 1,4 0,3 0,7 24,-8-87,0 0,1 0,0 0,2 0,0-1,1 0,7 11,-12-22,0 0,0-1,1 1,0 0,0-1,0 0,1 0,-1 0,1-1,0 1,0-1,0 0,0 0,1-1,-1 0,1 0,0 0,-1-1,1 1,0-1,0-1,0 1,0-1,2 0,-1-1,0 0,-1-1,1 1,0-1,-1-1,1 1,-1-1,0 0,0-1,0 1,0-1,-1-1,1 1,-1-1,0 1,0-1,-1-1,0 1,0-1,0 0,0 0,-1 0,0-1,4-8,0 0,-2 0,0-1,-1 1,0-1,-1 0,-1 0,-1 0,0-7,0 22,0-1,-1 1,1-1,-1 1,0-1,1 1,-1-1,0 1,0-1,0 1,0-1,0 1,0-1,-1 1,1-1,0 1,-1-1,1 1,-1 0,1-1,-1 1,0 0,0-1,1 1,-1 0,0 0,0 0,0-1,0 1,-1 0,1 0,0 1,0-1,-1 0,1 0,0 1,-1-1,1 0,-1 1,1 0,-1-1,1 1,-1 0,1 0,-1 0,1 0,-1 0,1 0,-5 4,1 1,0 1,0-1,1 1,-1 0,1 0,1 0,-1 0,1 1,0-1,0 1,1 0,0 0,0 0,1 0,0 0,0 0,1 1,-1-1,2 0,-1 0,1 3,1-2,0 1,0-1,0 0,1 0,1-1,-1 1,1-1,0 0,1 1,0-2,0 1,0-1,1 1,0-2,0 1,1-1,-1 0,1 0,0 0,1-1,-1 0,1-1,0 0,0 0,0-1,0 1,0-2,0 1,0-1,1-1,2 1,26-2</inkml:trace>
  <inkml:trace contextRef="#ctx0" brushRef="#br1" timeOffset="-184225.729">28464 3089,'25'-3,"36"0,36 1,34-1,-5 2</inkml:trace>
  <inkml:trace contextRef="#ctx0" brushRef="#br1" timeOffset="-182429.846">21526 4546,'-25'25,"-22"24,-12 20,-5 18,1 16,8 9,12 10,14 1,16-1,20-8,19-13,20-13,11-18,-5-20</inkml:trace>
  <inkml:trace contextRef="#ctx0" brushRef="#br1" timeOffset="-181437.952">21820 4907,'-140'729,"130"-672,20-149,1-29,0-6,4-1,6 2,6 0,6-2,-1 60,-32 68,1 0,0-1,-1 1,1 0,0 0,0 0,-1 0,1 0,0 0,-1 0,1 1,0-1,0 0,-1 0,1 0,0 1,-1-1,1 0,0 1,-1-1,1 1,-1-1,1 1,-1-1,1 1,-1-1,1 1,-1-1,1 1,-1 0,0-1,1 1,-1 0,0-1,0 1,1 0,-1-1,0 1,0 0,0-1,0 1,0 0,0 0,0-1,0 1,0 0,0 0,27 177,-20-104,13 56,-19-130,-1 0,1 0,-1 0,1-1,-1 1,1 0,0-1,-1 1,1 0,-1-1,1 1,-1-1,0 1,1-1,-1 1,1-1,-1 1,0-1,0 1,1-1,-1 1,0-1,0 0,1 1,-1-1,0 1,0-1,0 0,0 1,0-1,0 0,0 1,0-1,0 1,0-1,-1 0,1 1,0-1,0 1,-1-1,1 0,0 0,0-12</inkml:trace>
  <inkml:trace contextRef="#ctx0" brushRef="#br1" timeOffset="-180926.92">21807 5201,'0'4,"2"9,3 9,3 10,0 8,1 6,-1 6,-2-1,-2-1,-4-5,-4-6,-6-7,-1-9</inkml:trace>
  <inkml:trace contextRef="#ctx0" brushRef="#br1" timeOffset="-180185.219">21565 5335,'139'-18,"-50"4,1 4,-1 4,1 4,36 6,-120-5,-1 1,1-1,-1 1,1 1,-1-1,1 1,-1 0,0 1,1-1,-1 1,0 0,0 0,0 0,0 1,0 0,0 0,-1 0,0 1,1-1,-1 1,-1 0,1 0,0 0,-1 1,0-1,0 1,0 0,-1 0,0 0,0 0,0 0,1 4,-12 94,9-102,0 0,-1 0,1 0,0 0,0 0,0 0,0 0,0 1,0-1,0 0,0 0,1 0,-1 0,0 0,1 0,-1 0,1 0,-1 0,1 0,-1 0,1 0,0 0,-1-1,1 1,0 0,0 0,0-1,0 1,-1 0,1-1,0 1,0-1,0 1,0-1,0 0,1 1,-1-1,0 0,0 0,0 1,0-1,1 0,48-13,-30 4,0-2,0-1,-1 0,-1-1,0-1,-1-1,-1 0,0-2,-1 1,-1-2,1-2,-15 21,0-1,0 0,0 1,0-1,0 0,0 1,0-1,0 0,0 1,0-1,0 0,0 1,0-1,1 0,-1 1,0-1,0 0,0 1,0-1,1 0,-1 1,0-1,0 0,1 0,-1 1,0-1,0 0,1 0,-1 0,0 1,1-1,-1 0,0 0,1 0,-1 0,0 0,1 0,-1 0,0 0,1 0,-1 0,0 0,1 0,-1 0,1 0,-1 0,0 0,1 0,-1 0,0 0,1 0,-1-1,0 4,0 7,0-1,1 1,0-1,0 1,1-1,1 1,-1-1,2 0,-1 0,1-1,0 1,1-1,0 1,0-1,1-1,0 1,0-1,1 0,0-1,0 1,1-1,-1-1,1 1,1-2,-1 1,1-1,-1 0,7 1,-6-3,0 0,1 0,-1-2,1 1,-1-1,1 0,0-1,-1 0,0-1,1 0,-1 0,0-1,0 0,0-1,0 0,-1 0,1-1,-1 0,0 0,-1-1,1 0,-1-1,-1 1,1-1,-1-1,0 1,0-1,-1 0,0 0,-1-1,2-3,7-23,-1-1,-2 0,-2-1,-1 1,-2-1,-2-1,-1 1,-3-35,-2-290,1 336,-3 49,-9 145,8 152,20-141,-11-166,-1-1,2 1,-1-1,2 1,0-1,0 0,1-1,0 1,1-1,1-1,0 1,6 5,-11-12,1 0,0-1,0 0,1 0,-1 0,1 0,-1-1,1 0,0 0,0 0,0 0,1-1,18 2</inkml:trace>
  <inkml:trace contextRef="#ctx0" brushRef="#br1" timeOffset="-179277.403">22809 5095,'313'29,"-194"-21,-1 4,0 6,20 10,-121-24,0 1,-1 0,1 1,-1 1,-1 0,0 1,7 5,-19-11,-1-1,0 1,1 0,-1 0,0 0,0 1,0-1,0 0,0 1,0-1,-1 1,1-1,-1 1,0 0,0 0,0 0,0 0,0 0,-1 0,1 0,-1 0,0 0,0 0,0 0,0 0,-1 0,1 0,-1 0,1 0,-1-1,0 1,0 0,-1 0,1 0,0-1,-2 1,-92 112,93-114,1 0,0 0,0 0,0 0,1 1,-1-1,0 0,0 0,0 0,1 1,-1-1,1 0,-1 1,1-1,0 1,-1-1,1 0,0 1,0-1,0 1,0-1,0 1,0-1,0 0,1 1,-1-1,0 1,1-1,-1 0,1 1,0-1,-1 0,1 0,0 1,0-1,0 0,0 0,0 0,0 0,0 0,0 0,0 0,0-1,0 1,1 0,-1 0,0-1,1 1,-1-1,0 0,1 1,-1-1,1 0,-1 0,1 1,-1-1,1-1,8 3,1-1,-1-1,0 0,0-1,1 0,-1 0,0-1,0 0,0-1,0 0,-1-1,1 0,-1 0,9-6,-14 8,0-1,1 1,-1-1,0 0,-1-1,1 1,0-1,-1 1,0-1,0 0,0 0,0-1,-1 1,1 0,-1-1,-1 0,1 1,0-1,-1 0,0 0,0 0,-1 0,1 0,-1 0,0 0,0 0,-1 0,0 0,1 0,-2 0,1-1,-2-1,0 0,0 0,-1 0,1 0,-1 1,-1 0,1 0,-1 0,0 0,-1 1,1 0,-1 0,0 0,0 1,-1-1,1 2,-1-1,0 1,0 0,0 0,0 1,-1 0,1 0,-1 1,1 0,-1 0,1 1,-1 0,0 0,-1 1,-16 14,25-14,0-1,0 1,0-1,0 1,0 0,0-1,0 1,0 0,0-1,0 1,1-1,-1 1,0 0,0-1,1 1,-1-1,0 1,1-1,-1 1,1-1,-1 1,0-1,1 0,-1 1,1-1,-1 1,1-1,0 0,-1 0,1 1,-1-1,1 0,-1 0,1 0,0 0,-1 1,1-1,0 0,-1 0,1 0,-1 0,1 0,0-1,-1 1,1 0,163 9,-122-9,1 0,-17-2,0 2,0 1,0 1,0 1,-1 1,17 6,-37-8,-1 0,0 0,1 0,-1 1,0 0,-1-1,1 1,0 1,-1-1,0 1,1-1,-2 1,1 0,0 0,-1 0,1 0,-1 1,0-1,-1 1,1-1,-1 1,0-1,0 1,0 0,-1 0,0-1,0 1,0 0,0 0,-1 3,0 3,0-9,0 0,1-1,-1 1,1 0,-1-1,1 1,-1 0,1 0,0 0,0-1,0 1,0 0,0 0,1-1,-1 1,0 0,1 0,-1-1,1 1,0 0,-1-1,1 1,0 0,0-1,0 0,0 1,0-1,1 1,-1-1,0 0,1 0,-1 0,1 0,-1 0,1 0,-1 0,1 0,0-1,-1 1,1-1,0 1,-1-1,1 1,1-1,7-3,1 0,-2-1,1 0,0-1,-1 0,0 0,0-1,0 0,-1-1,0 0,0 0,-1 0,0-1,6-9,55-86,-67 103,-1-1,1 1,-1 0,0 0,1 0,-1 0,1 0,-1 0,1 0,-1 0,1 1,-1-1,0 0,1 0,-1 0,1 0,-1 0,0 1,1-1,-1 0,0 0,1 1,-1-1,0 0,1 1,-1-1,0 0,0 1,1-1,-1 0,0 1,0-1,0 1,1-1,-1 0,0 1,0-1,0 1,0-1,0 1,0-1,0 0,0 1,0-1,0 1,0-1,0 1,0-1,0 0,0 1,-1-1,1 1,0-1,0 0,0 1,-1-1,1 0,0 1,-1-1,1 0,0 1,-1-1,1 2,14 100,-13-98,0-1,0 0,1 0,-1 1,1-1,0 0,0-1,0 1,0 0,0 0,1-1,-1 0,1 1,-1-1,1 0,0 0,0 0,0-1,0 1,0-1,0 1,1-1,-1 0,0-1,1 1,-1 0,1-1,2 0,4-2,0 0,0-1,0-1,0 1,0-2,-1 1,0-1,0-1,0 1,-1-2,0 1,0-1,0 0,-1-1,0 0,-1 0,0 0,0-1,-1 0,2-3,51-107,-59 124,1-1,-1 1,1 0,0 0,0 0,0 0,1 0,0-1,0 1,0 0,0-1,1 1,0 0,0-1,0 0,2 3,7 4,0-1,0 0,1 0,0-2,1 1,0-2,0 0,1 0,0-1,0-1,0 0,1-1,-1-1,1 0,0-1,2 0,75 11,-5-5</inkml:trace>
  <inkml:trace contextRef="#ctx0" brushRef="#br1" timeOffset="-178484.457">25643 5321,'-20'-14,"-1"2,0 0,0 2,-1 0,-15-4,31 12,-1 0,1 0,-1 1,1 0,-1 0,0 0,1 1,-1 0,0 0,1 1,-1 0,0 0,1 0,-1 1,1 0,0 0,0 1,0 0,0 0,0 0,0 1,-1 0,4-2,0 1,0-1,0 0,0 1,1-1,-1 1,1 0,-1 0,1 0,0 0,0 1,0-1,1 0,-1 1,1-1,0 1,0 0,0-1,0 1,1 0,-1-1,1 1,0 0,0 0,0 0,1-1,-1 1,1 0,0-1,0 1,1 0,-1-1,0 1,1-1,0 0,0 0,0 0,0 1,1-2,-1 1,1 0,0 0,0-1,0 0,0 0,1 1,6 0,-1-1,1 0,-1-1,1 0,0-1,-1 0,1 0,0-1,-1-1,1 1,-1-1,0-1,1 0,-1 0,0-1,-1 0,1 0,-1-1,0-1,0 1,0-1,-1 0,1-1,-2 0,1 0,-1 0,0-1,0-1,-5 9,-1 0,0 1,0-1,0 0,0 1,1-1,-1 0,0 0,0 1,1-1,-1 0,0 0,0 1,1-1,-1 0,0 0,1 0,-1 0,0 1,1-1,-1 0,0 0,1 0,-1 0,0 0,1 0,-1 0,0 0,1 0,-1 0,0 0,1 0,-1 0,0 0,1 0,-1-1,0 6,-1-3,0 1,0 0,1 0,-1 0,1 0,0 0,0 0,0 0,0 0,0 0,1 0,-1 0,1 0,0 0,0-1,0 1,0 0,0 0,1-1,-1 1,1-1,0 1,-1-1,1 0,1 1,-1-1,0 0,0 0,1-1,-1 1,1 0,-1-1,1 0,0 1,-1-1,1 0,1 0,5-2,1 1,-1-1,1 0,-1-1,0 0,0-1,0 0,0 0,0-1,-1 0,1-1,-1 0,0 0,0-1,-1 1,0-2,0 1,0-1,-1 0,0 0,3-6,4-6,-1 0,0-1,-2 0,0-1,-2 0,0-1,-1 1,-1-1,-1-1,0-8,13-230,-17 250,0-34,1-14,-2 1,-3-1,-7-36,-5 62,14 33,0 1,0-1,0 0,0 0,0 0,0 0,0 1,0-1,0 0,0 1,1-1,-1 1,0-1,0 1,0 0,0-1,1 1,-1 0,0-1,1 1,-1 0,0 0,1 0,-1 0,1 0,-1-1,1 1,0 0,-1 0,1 0,0 0,0 0,0 1,-13 32,2 1,2 1,1-1,2 1,1 1,2-1,1 6,0-8,2 0,1 0,1 0,2 0,1 0,2-1,10 30,-11-45,1 0,0-1,2 0,0-1,1 0,0 0,1-1,1 0,1-1,0 0,1-1,0-1,0 0,2-1,0 0,-3-4,0 0,0 0,0-1,1-1,-1 0,1-1,1 0,-1-2,4 1,-11-2,-1-1,1 1,-1-1,1-1,0 1,-1-1,1 0,-1-1,0 0,1 0,-1 0,0-1,0 1,0-2,-1 1,1-1,-1 1,0-1,0-1,0 1,1-3,2-5,0 0,-1-1,-1 0,0 0,0-1,-2 0,0 0,0 0,-2 0,1 0,-2-1,0 1,-1-1,-1-11,-7-27,7 53,1 0,-1 0,1 0,-1 0,0 0,1-1,-1 1,1 0,-1 0,0 0,1 1,-1-1,1 0,-1 0,1 0,-1 0,0 0,1 1,-1-1,1 0,-1 1,1-1,-1 0,1 1,-1-1,1 0,0 1,-1-1,1 1,0-1,-1 1,1-1,0 1,-1-1,1 1,0-1,0 1,0 0,-1-1,1 1,0-1,0 1,0-1,0 1,0 0,0-1,0 1,-3 7,0 0,1 1,0-1,0 1,1-1,0 1,0 0,1-1,0 1,1 0,0-1,0 1,1 0,0-1,1 0,0 1,0-1,0 0,1 0,0-1,1 1,0-1,0 0,0 0,1-1,0 1,1-1,-1-1,3 2,6 2,2 0,-1-1,2 0,-1-2,0 0,1-1,0-1,1 0,-1-2,0 0,1-1,-1 0,1-2,0 0,9-3,13-5</inkml:trace>
  <inkml:trace contextRef="#ctx0" brushRef="#br1" timeOffset="-178224.15">25803 4921,'28'-7,"35"-5,42-2,37 1,33 1,21-1,-23 3</inkml:trace>
  <inkml:trace contextRef="#ctx0" brushRef="#br1" timeOffset="-178054.604">27836 4733,'-6'19,"2"1,0-1,1 1,1 0,1 0,1 0,0 1,2-1,0-1,1 1,1 0,2 1,8 26,2 1,2-2,2 0,8 9,4 5,-110-192,54 87</inkml:trace>
  <inkml:trace contextRef="#ctx0" brushRef="#br1" timeOffset="-177876.081">27742 4853,'-7'-23,"-4"-16,-1-9,2 0,3 3,2 7,7 10,12 10,15 8,19 5,16 4,14 2,10 1,-2 5,-6 3,-16 2,-20-1</inkml:trace>
  <inkml:trace contextRef="#ctx0" brushRef="#br1" timeOffset="-177700.551">27582 4960,'25'5,"24"1,24 0,25-4,19-4,9-4,4-6,-2-5,-23 0</inkml:trace>
  <inkml:trace contextRef="#ctx0" brushRef="#br1" timeOffset="-176774.553">28865 4706,'-26'-3,"0"1,0 1,-1 1,1 2,0 0,-1 2,1 1,1 1,-1 1,-7 4,29-10,0-1,1 1,-1 0,1 1,-1-1,1 1,0-1,0 1,0 0,0 0,0 0,0 1,0-1,1 1,-1 0,1-1,0 1,-1 0,1 0,1 0,-1 1,0-1,1 0,0 1,0-1,0 1,0 0,0-1,1 1,-1-1,1 1,0 0,0 0,5 3,0 1,0-1,0 1,1-2,0 1,0-1,1 1,0-2,0 1,0-1,1 0,-1-1,8 4,-11-6,144 77,64 42,-149-59,-62-60,0 0,0 0,0 0,0 0,0 0,0 0,0 1,-1-1,0 0,1 0,-1 1,0-1,0 0,0 1,0-1,0 0,-1 0,1 1,-1-1,1 0,-1 0,0 0,0 0,0 0,0 0,0 0,0 0,-1 0,1 0,-1 0,1-1,-1 1,0-1,1 1,-1-1,-2 1,-11 7,-1-1,0-1,-1-1,0 0,0-1,0 0,0-2,-1 0,1-1,-1-1,-15-1,-19-5,51 5,0 0,0 0,0-1,0 1,0 0,0 0,1-1,-1 1,0-1,0 1,0-1,1 1,-1-1,0 1,1-1,-1 0,0 1,1-1,-1 0,1 1,-1-1,1 0,-1 0,1 0,0 1,-1-1,1 0,0 0,0 0,-1 0,1 0,0 0,0 0,0 1,0-1,0 0,0 0,1 0,-1 0,0 0,0 0,1 0,-1 1,0-1,1 0,-1 0,1 0,-1 1,1-1,0 0,-1 1,1-2,9-8,-1 0,1 0,1 1,0 0,0 1,1 1,-1-1,3 1,8-7,278-162,-297 174,-1 0,-1 1,0 0,1-1,-1 1,1 0,0 0,-1 0,1 0,0 0,-1 0,1 1,0-1,0 1,0-1,0 1,0-1,0 1,-1 0,1 0,0 0,0 0,0 0,0 1,0-1,0 1,0-1,0 1,-1-1,1 1,0 0,0 0,-1 0,1 0,-1 0,1 0,-1 1,2 0,-2 6,0 0,-1 0,0 0,-1 0,1 0,-2 0,1 0,-1 0,-2 6,-2 14,3-13,-3 10,1 0,1 1,2-1,0 0,2 1,0 0,3 2,14 15,-16-42,-1 0,0 0,1-1,-1 1,1-1,-1 1,1 0,-1-1,1 1,-1-1,1 1,0-1,-1 1,1-1,0 0,-1 1,1-1,0 0,0 1,-1-1,1 0,0 0,0 0,-1 0,1 0,0 0,0 0,0 0,-1 0,1 0,0 0,0 0,-1-1,1 1,0 0,0 0,-1-1,1 1,0-1,-1 1,1 0,-1-1,1 1,0-1,-1 0,1 1,-1-1,1 1,-1-1,0 0,1 1,-1-1,0 0,1 0,-1 1,0-2,5-8,-2 0,1 0,-1-1,-1 0,0 1,0-1,-1 0,-1 0,1 0,-2-2,1-2,0-127,-8-1,-10-37,12 152,-1 43,5-7,1 0,0 0,0 0,1 0,0 0,0 1,1-1,0 0,0 0,1 0,0 0,0 0,1 0,0-1,1 1,0-1,0 0,0 0,1 0,0-1,0 1,1-1,-1-1,1 1,1-1,-1 0,1 0,0 0,2 0,-1-2,1-1,-1 0,1 0,0 0,0-1,0 0,0-1,0 0,-1 0,1-1,0-1,0 1,0-1,-1 0,1-1,-1 0,0-1,0 0,0 0,0 0,0-2,6-3,0-1,-1-1,0 0,-1-1,-1 0,0-1,0 0,-2-1,1 0,5-12,13-30,-28 56,0 0,0 0,0 1,0-1,0 0,1 0,-1 0,0 1,0-1,0 0,0 0,1 0,-1 0,0 1,0-1,1 0,-1 0,0 0,0 0,0 0,1 0,-1 0,0 0,0 0,1 0,-1 0,0 0,1 0,-1 0,0 0,0 0,1 0,-1 0,0 0,0 0,0 0,1 0,-1 0,0 0,0-1,1 1,-1 0,0 0,0 0,0 0,1-1,-1 1,0 0,0 0,0 0,0-1,0 1,0 0,1 0,-1-1,0 1,0 0,0 0,0-1,0 1,0 0,2 25,-2-23,1 51,0 2,2-1,2 1,6 21,-8-59,1-1,1 0,1 0,0-1,0 1,2-2,0 1,1-1,0 0,1 0,0-1,1-1,6 5,69 37,-48-41</inkml:trace>
  <inkml:trace contextRef="#ctx0" brushRef="#br1" timeOffset="-175424.969">30322 4239,'13'22,"15"27,10 24,9 23,5 20,-1 14,-8 4,-11 3,-18-5,-22-5,-24-9,-24-12,-22-11,-14-13,-11-14,13-18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8:37.94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9,'0'-6,"0"3,0 13,0 15,0 17,0 16,0 10,0 6,0-3,0-6,0-9,2-10,1-11,0-10,-1-11,0-7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8:38.29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1,'0'4,"0"11,0 12,0 15,0 12,3 10,0 3,2-3,0-5,2-6,-1-7,-1-10,-2-8,0-9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8:38.62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14 106,'-13'-7,"30"-1,222-46,-178 41,0 3,1 3,0 2,30 3,-83 3,0 0,0 0,0 1,-1 0,1 1,0 0,-1 0,0 1,0 0,0 1,0-1,-1 1,1 1,-1 0,3 3,0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8:38.96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7,'2'5,"6"3,5 1,11 0,9 0,11-3,9-6,9-5,4-5,-1 0,-5 1,-7 3,-11 2,-11 2,-7 1,-9-2,-6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8:39.35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116 120,'-1'0,"1"0,-1 1,1-1,-1 0,1 0,-1 1,1-1,0 0,-1 1,1-1,-1 1,1-1,0 0,-1 1,1-1,0 1,0-1,-1 1,1-1,0 1,0-1,0 1,-1-1,1 1,0 0,0-1,0 1,0-1,0 1,0-1,0 1,0-1,1 1,-1-1,0 1,0-1,0 1,1-1,-1 1,0-1,0 1,1-1,-1 1,0-1,1 1,-1-1,1 0,-1 1,0-1,1 0,0 1,-1 0,1 0,-1 0,1 0,-1 0,1-1,0 1,-1 0,1 0,0-1,0 1,-1 0,1-1,0 1,0 0,0-1,0 0,0 1,0-1,0 1,0-1,0 0,0 0,0 0,0 1,0-1,0 0,0 0,0 0,0-1,0 1,0 0,0 0,0 0,0-1,0 1,0-1,0 1,0-1,0 1,0-1,0 1,-1-1,1 0,0 1,0-1,-1 0,1 0,0 0,23-47,-23 45,0 1,0-1,0 0,0 0,0 0,-1 0,0 0,1 0,-1 0,0 0,-1 0,1 0,0 0,-1 0,0 0,1 0,-1 0,0 1,-1-1,1 0,0 1,-1-1,0 0,1 1,-1 0,0-1,0 1,0 0,-1 0,1 0,0 0,-1 1,1-1,-1 1,0-1,0 1,1 0,-1 0,0 0,0 0,0 1,0-1,0 1,-3 0,0 3,-1 1,0 0,1 0,0 0,0 1,0 0,0 1,1-1,0 1,0 0,0 0,1 0,0 1,0 0,1-1,-3 8,2-7,-18 36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8:44.82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37,'23'0,"20"0,22 0,16-3,12-2,4-3,-4 0,-7 1,-20 2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8:50.84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455 1,'-27'5,"-23"10,-16 16,-9 22,0 24,7 21,17 18,18 11,24 5,29-3,28-4,26-10,16-11,8-14,-12-22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8:51.73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457 143,'-18'85,"18"-85,1 0,-1-1,0 1,0 0,1 0,-1-1,0 1,1 0,-1 0,0 0,1 0,-1-1,0 1,1 0,-1 0,0 0,1 0,-1 0,0 0,1 0,-1 0,0 0,1 0,-1 0,1 0,-1 0,0 0,1 0,-1 0,0 1,1-1,-1 0,0 0,0 0,1 0,-1 1,0-1,1 0,-1 0,0 1,0-1,1 0,-1 1,0-1,0 0,0 0,0 1,1-1,-1 0,0 1,3-7,-1 0,1-1,-1 1,0-1,-1 0,0 1,0-1,0 0,-1 0,0 0,0 1,-1-1,0 0,0 0,0 1,-1-1,0 0,-1 1,1 0,-1 0,0-1,-1 2,1-1,-1 0,0 1,-1 0,1-1,-1 2,0-1,0 1,-1-1,0 1,-4-1,-1 0,0 1,0 0,-1 1,1 0,-1 1,1 0,-1 1,0 0,0 0,0 2,1-1,-1 2,0-1,1 2,-1 0,1 0,-1 1,1 0,1 1,-1 0,1 1,-1 0,2 0,-1 1,1 1,0-1,0 1,1 1,0 0,1 0,0 1,0-1,1 2,1-1,-3 5,2 1,1 0,1 0,0 0,1 0,1 0,1 1,0-1,1 1,1-1,0 1,1-1,1 0,0 0,2 0,-1 0,2 0,0-1,1 0,1 0,0-1,1 0,0-1,1 1,1-2,0 0,0 0,2-1,-1 0,1-1,2 1,1 1,0 0,0-1,1-1,1 0,-1-2,2 0,-1 0,1-2,0-1,0 0,1-1,-1-1,1-1,0-1,12 0,-22-3,-1-1,1 1,0-1,-1-1,0 0,0 0,0-1,-1 0,1-1,-1 0,0 0,-1-1,0 1,0-2,0 1,-1-1,0 0,9-13,-1 0,-1 0,-1-2,-1 1,-1-1,0-5,-2 7,-2 1,0-1,-2 0,0-1,0-11,-4 32,1-1,-1 0,0 0,0 0,0 0,0 0,0 0,0 0,0 0,-1 0,1 1,-1-1,1 0,-1 0,0 0,0 1,0-1,0 0,0 1,0-1,0 1,0-1,-1 1,1 0,0-1,-1 1,0 0,1 0,-1 0,1 0,-1 0,0 0,0 1,0-1,1 1,-1-1,0 1,0-1,0 1,0 0,0 0,0 0,0 0,0 1,0-1,1 0,-1 1,0-1,0 1,-1 0,-4 3,0 0,0 0,0 1,1 0,0 0,0 1,0-1,0 1,1 1,0-1,1 1,-1-1,1 2,0-1,1 0,0 1,0-1,1 1,-1 0,2 0,-1 0,1 0,1 0,-1 0,1 0,1 0,-1 0,1 0,1 0,-1 0,2 0,1 6,1-2,0-1,0 0,2 0,-1-1,1 0,0 0,1 0,0-1,1 0,0-1,0 0,1 0,0-1,0 0,1-1,8 3,4 3,2-2,-1-2,1 0,0-1,1-1,0-2,10 1,-12-3,0-1,-1-2,1 0,-1-1,13-3,25-10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8:53.84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0,'11'18,"11"13,9 8,-2-2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8:54.85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1,'0'23,"1"1,2 0,0-1,1 1,2-1,0 0,5 9,-7-22,0 1,1 0,1-1,0 0,0-1,1 1,0-1,0 0,1-1,0 0,1 0,0 0,0-1,0-1,1 0,1 0,-5-3,1 0,0-1,0 0,0-1,0 1,0-1,0 0,1-1,-1 0,0 0,0-1,0 0,0 0,0 0,0-1,0 0,0-1,0 1,-1-1,1-1,-1 1,0-1,0 0,0 0,-1-1,1 0,-1 0,0 0,-1 0,1-1,-1 0,0 0,0 0,-1-1,0 1,0-1,-1 1,2-5,0-2,0-1,0 0,-1 0,-1 0,0 0,-1-1,-1 1,0 0,-2-12,-13-3,15 28,-1 1,0 0,0 0,0 0,1 0,-1 0,0 0,0 0,0 0,1 0,-1 1,0-1,0 0,1 1,-1-1,0 0,0 1,1-1,-1 1,0-1,1 1,-1-1,1 1,-1-1,1 1,-1 0,1-1,-1 1,1 0,-1-1,1 1,0 0,-1 0,1-1,0 1,0 0,0 0,-1 0,-2 5,0 1,1-1,-1 1,1 0,1-1,-1 1,1 0,0 0,1 0,0 0,0 0,0 0,1 0,0 0,0 0,1 0,0 0,0-1,0 1,1-1,0 1,1-1,-1 0,1 0,0-1,0 1,1-1,0 0,0 0,0 0,1-1,-1 1,1-2,0 1,0 0,0-1,1 0,-1-1,5 2,-1-3,0 1,-1-1,2-1,-1 0,0-1,0 1,-1-2,1 0,0 0,0 0,-1-1,1-1,-1 0,0 0,0-1,0 0,-1 0,0-1,0 0,0 0,-1-1,0 0,0-1,-1 1,1-1,-2-1,1 1,-1-1,-1 0,0 0,1-3,19-68,-24 80,0-1,0 1,0-1,0 1,0 0,-1-1,1 1,0-1,0 1,0 0,0-1,-1 1,1 0,0-1,0 1,0 0,-1-1,1 1,0 0,-1-1,1 1,0 0,-1 0,1 0,0-1,-1 1,1 0,0 0,-1 0,1 0,0-1,-1 1,1 0,-1 0,1 0,0 0,-1 0,1 0,-1 0,1 0,0 0,-1 1,1-1,-1 0,1 0,0 0,-1 0,1 0,0 1,-1-1,1 0,0 0,-1 1,1-1,0 0,-1 1,1-1,0 0,0 1,-1-1,1 0,0 1,0-1,0 0,0 1,0-1,-1 0,1 1,0-1,0 1,-22 25,19-21,-1-1,1 1,1-1,-1 1,1 0,-1 0,2 0,-1 0,0 0,1 1,0-1,0 0,1 1,-1-1,1 1,1-1,-1 1,1-1,-1 0,2 1,-1-1,0 0,1 0,0 1,1-2,-1 1,1 0,0 0,0-1,0 1,0-1,2 1,5 0,0 0,1-1,-1 0,1-1,0 0,0-1,0 0,1 0,-1-2,0 1,0-1,1-1,-1 0,0-1,0 0,0 0,0-1,0-1,-1 0,1 0,5-4,-7 4,0-1,-1 0,0 0,0-1,0 0,-1 0,0-1,0 0,0 0,-1-1,0 0,-1 0,1 0,-2 0,1-1,-1 0,0 0,-1 0,0-1,-1 1,0-1,1-5,-11-25,7 40,1-1,-1 1,1-1,-1 0,1 1,-1-1,0 1,1-1,-1 1,0-1,0 1,1 0,-1-1,0 1,0 0,1 0,-1-1,0 1,0 0,0 0,1 0,-1 0,0 0,0 0,0 0,1 0,-1 0,0 1,0-1,0 0,1 0,-1 1,0-1,0 1,1-1,-1 0,0 1,1-1,-1 1,1 0,-1-1,0 1,1-1,-1 1,1 0,-1 0,-2 2,0 0,0 0,0 1,0 0,1-1,-1 1,1 0,0 0,0 0,0 1,1-1,0 0,-1 1,1-1,1 1,-1-1,1 1,0-1,0 1,0-1,0 1,1-1,0 1,0-1,0 1,0-1,1 0,0 0,0 0,0 0,0 0,1 0,-1 0,1-1,0 1,0-1,0 0,2 2,8 4,1 0,0-1,0-1,1 0,-1 0,1-2,1 0,-1 0,1-2,0 0,47 10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8:52.73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0 505,'4'-32,"2"0,1 0,1 1,1 0,2 1,2 0,0 0,2 1,1 1,1 1,13-15,-29 40,0 0,0 1,0-1,1 1,-1-1,0 1,1-1,-1 1,1 0,-1 0,1 0,-1 0,1 0,0 0,0 0,-1 0,1 1,0-1,0 1,0-1,0 1,0 0,0-1,0 1,0 0,0 1,0-1,-1 0,1 0,0 1,0-1,0 1,0 0,0-1,-1 1,1 0,0 0,-1 0,2 1,14 14,0 1,-1 1,0 0,-2 1,0 0,-1 1,-1 1,23 55,-35-74,1-1,-1 1,1 0,-1 0,0 0,1 0,-1 0,0 0,0 0,-1-1,1 1,0 0,-1 0,1 0,-1 0,1 0,-1-1,0 1,0 0,0-1,0 1,0 0,0-1,0 1,-1-1,1 0,0 1,-1-1,1 0,-1 0,0 0,1 0,-1 0,0 0,1 0,-1-1,0 1,0-1,0 1,0-1,-2 1,0 0,0 0,0 0,-1-1,1 1,0-1,0 0,-1-1,1 1,0-1,0 0,0 0,-3-1,4-3,5-2</inkml:trace>
  <inkml:trace contextRef="#ctx0" brushRef="#br0" timeOffset="851.586">776 185,'-5'-2,"0"0,0 1,0 0,0 0,-1 0,1 0,0 1,-1 0,1 0,0 1,-1-1,1 1,0 0,0 1,0-1,0 1,0 0,0 0,0 1,1-1,-1 1,1 0,0 1,-1-1,1 1,1-1,-1 1,1 0,-1 0,1 1,-2 4,3-4,1 0,0 0,1 0,-1 0,1 0,0 0,0 0,1 1,-1-1,1 0,0 0,1 0,-1 0,1-1,0 1,0 0,0 0,1-1,0 0,-1 1,2-1,-1 0,0-1,2 2,3 4,1-1,0-1,0 0,0 0,1 0,0-1,0-1,0 0,1 0,4 0,-10-2,1-1,-1 1,0-2,0 1,1 0,-1-1,1 0,-1 0,1-1,0 0,-1 0,1 0,0-1,-1 1,1-1,-1 0,1-1,-1 0,0 0,0 0,1 0,-2-1,1 1,0-2,0 1,-1 0,0-1,3-2,1-11,-2 1,0-1,-1 0,-1-1,0 1,-2-1,0 0,0 1,-2-1,2-4,1-1,-2 0,0 1,-1-1,-2 0,0 1,-5-21,8 42,-1 0,0 0,0 0,0-1,0 1,0 0,-1 0,1-1,0 1,0 0,-1 0,1 0,-1 0,1 0,-1 0,1-1,-1 1,0 0,1 0,-1 1,0-1,0 0,0 0,0 0,0 0,0 1,0-1,0 1,0-1,0 0,0 1,0 0,-1-1,1 1,0 0,0-1,0 1,-1 0,1 0,0 0,0 0,-1 0,1 1,0-1,0 0,0 0,0 1,-1-1,1 1,0-1,0 1,0-1,0 1,0 0,0 0,0-1,0 1,0 0,1 0,-2 1,2 1,0 0,0 0,0 0,1 0,-1 0,1 0,0 0,0 0,0 0,0 0,0-1,0 1,1 0,-1 0,1-1,0 1,0-1,0 0,0 0,0 1,1-1,-1-1,1 1,-1 0,1-1,0 1,-1-1,1 0,0 1,0-2,0 1,0 0,2 0,17 6,0-1,1-1,0-1,-1 0,1-2,11-1,48 6,-78-6,0 0,0 0,0 0,0 1,0-1,0 1,0 0,0 0,0 0,-1 1,1 0,-1-1,0 1,0 0,0 0,0 1,0-1,-1 1,0-1,1 1,-1 0,-1 0,1 0,27 101,-23-76,-6-23,1 1,1 0,-1-1,1 1,0-1,1 0,-1 0,1 0,1 0,-1 0,1 0,0-1,0 0,0 0,4 3,-3-7,-1 0,1-1,0 0,-1 0,1 0,0 0,-1-1,1 0,-1 0,1 0,-1-1,1 1,-1-1,0 0,0 0,0 0,0-1,0 0,0 1,-1-2,1 1,-1 0,0 0,0-1,0 0,0 1,24-23,-1-2,-2-1,-1 0,-1-2,-2-1,5-10,-24 66,-2-16,-1 1,1-1,1 1,-1 0,1-1,1 1,0-1,0 1,1 0,0-1,0 0,1 0,0 0,0 0,1 0,0 0,1-1,-1 0,1 0,1 0,-1 0,1-1,0 0,1 0,4 3,65 18,-42-24</inkml:trace>
  <inkml:trace contextRef="#ctx0" brushRef="#br0" timeOffset="1324.861">2006 305,'16'-2,"-1"-1,0-1,0 0,0-1,0-1,0 0,-1-1,0 0,-1-1,0-1,0 0,-1-1,0 0,0-1,5-8,-15 17,1 0,-1-1,-1 0,1 1,0-1,0 0,-1 0,0 0,0 0,0 0,0 0,0 0,0 0,-1 0,1-1,-1 1,0 0,0 0,0-1,-1 1,1 0,-1 0,0 0,1 0,-1 0,-1 0,1 0,0 0,-1 0,0 0,1 0,-1 1,0-1,0 1,-1-1,1 1,-1 0,-2-1,0 0,-1 1,1-1,-1 1,0 1,1-1,-1 1,0 0,0 0,0 1,0 0,0 0,1 0,-1 1,0-1,0 1,0 1,1-1,-1 1,0 0,1 1,0-1,-1 1,1 0,0 0,0 1,1-1,-1 1,1 0,0 0,0 1,0-1,1 1,-1 0,1 0,0 0,0 0,1 1,0-1,0 1,0 0,1-1,-1 1,1 0,1 0,-1 0,1 1,0 0,0-1,0 1,1-1,0 0,0 1,1-1,-1 0,1 1,1-1,-1 0,1-1,0 1,0 0,1-1,0 0,0 0,0 0,0 0,1-1,0 1,0-1,0 0,1-1,-1 1,1-1,1 0,12 6,0-1,0 0,1-2,0-1,1 0,-1-1,12-1,29 3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8:48.22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150 254,'-4'23,"-4"21,-1 19,2 17,6 13,5 8,5 9,3 3,-1-2,-1-19</inkml:trace>
  <inkml:trace contextRef="#ctx0" brushRef="#br0" timeOffset="278.255">4 576,'0'-16,"-2"4,1 1,1 0,0 0,0 0,1-1,1 1,0 0,0 0,1 0,0 1,1-1,0 1,1-1,0 2,1-1,0 0,5-5,-8 13,1-1,-1 1,1 0,-1 0,1 0,0 1,0 0,0-1,0 1,0 1,0-1,0 0,0 1,1 0,-1 0,0 0,0 1,0-1,0 1,0 0,0 0,0 0,0 1,84 46,-25 14,-61-59,0-1,0 1,0 0,0 0,-1-1,1 1,-1 0,0 0,0 0,0 1,0-1,0 0,-1 0,0 0,1 1,-1-1,0 0,0 0,-1 1,1-1,-1 0,0 0,1 0,-1 1,-1 0,-2 0,0-1,0 1,0-1,0 1,0-1,-1-1,0 1,1 0,-1-1,0 0,0 0,-1-1,1 0,0 1,0-2,-1 1,1 0,0-1,-1 0,1-1,-1 1,1-1,-1 0,5 1,1 0,-1 0,1 0,-1 0,1 0,-1 0,1 0,-1 0,1-1,-1 1,1 0,-1 0,1 0,-1-1,1 1,0 0,-1-1,1 1,-1 0,1-1,0 1,-1 0,1-1,0 1,-1-1,1 1,0-1,0 1,0-1,-1 1,1-1,0 1,0-1,0 1,0-1,0 1,0-1,0 1,0-1,0 1,0-1,0 0,5-8</inkml:trace>
  <inkml:trace contextRef="#ctx0" brushRef="#br0" timeOffset="638.305">699 402,'-23'-4,"0"2,-1 0,1 2,-1 0,-18 4,34-3,0 0,1 1,-1-1,1 2,0-1,-1 1,1 0,0 1,1-1,-1 1,1 1,-1-1,1 1,1 0,-1 1,1-1,0 1,0 0,-1 3,4-6,0 0,0 0,0 0,1 1,0-1,-1 1,1-1,1 1,-1-1,0 1,1 0,0-1,0 1,0 0,0-1,0 1,1 0,0-1,-1 1,1-1,1 1,-1-1,0 1,1-1,0 0,0 0,0 0,0 0,0 0,1 0,-1 0,1-1,0 1,0-1,-1 0,2 0,-1 0,0 0,2 0,2 1,0 0,0-1,0 0,1 0,-1 0,0-1,1-1,-1 1,1-1,-1 0,1-1,-1 1,1-2,-1 1,1-1,-1 0,0-1,0 1,0-1,-1-1,1 1,-1-1,1-1,-1 1,0-1,-1 0,1 0,-1 0,0-1,-1 0,1 0,-1 0,0-1,-1 1,2-4,39 71,-10-40,2-4</inkml:trace>
  <inkml:trace contextRef="#ctx0" brushRef="#br0" timeOffset="1118.061">1328 334,'-10'-2,"1"0,0 0,-1 1,1 1,-1-1,1 2,-1-1,1 1,-1 1,1 0,0 0,0 0,-1 1,2 1,-1 0,0 0,1 0,0 1,0 1,0-1,1 1,-1 0,2 1,-3 2,8-7,-1 1,1-1,-1 1,1 0,0 0,0-1,0 1,0 0,1 0,-1 0,1 0,0 0,0 0,0 0,0 0,0 0,1 0,-1 0,1 0,0 0,0 0,0-1,0 1,0 0,1-1,-1 1,1 0,0-1,0 0,0 1,0-1,0 0,0 0,2 1,89 55,68 16,-161-74,1 1,0-1,0 0,0 0,-1 0,1 0,0 1,0-1,-1 0,1 1,0-1,0 1,-1-1,1 1,-1-1,1 1,0-1,-1 1,1 0,-1-1,1 1,-1 0,0-1,1 1,-1 0,0-1,1 1,-1 0,0 0,0 0,0-1,0 1,0 0,0 0,0 0,0-1,0 1,0 0,0 0,0 0,0-1,-1 1,1 0,0 0,-1-1,1 1,0 0,-1-1,1 1,-1 0,1-1,-1 1,0-1,1 1,-1 0,1-1,-1 0,0 1,1-1,-1 1,0-1,0 0,-7 3,-1-1,1 0,0-1,0 0,-1 0,1-1,0 0,-1 0,1-1,0 0,0-1,-1 0,1 0,0-1,1 1,-7-5,13 7,-1-1,1 0,0 0,0 0,0 0,0 0,0 0,0 0,0 0,0 0,1 0,-1-1,0 1,1 0,-1-1,1 1,-1 0,1-1,0 1,-1 0,1-1,0 1,0-1,0 1,0-1,0 1,0 0,1-1,-1 1,0-1,1 1,-1 0,1-1,0 1,-1 0,1 0,0-1,40-41,-19 30,0 1,1 0,1 2,0 1,0 1,1 0,0 2,0 1,1 2,10-1,-30 2,0 1,0 0,0 0,0 0,0 1,0 0,0 0,0 0,0 1,0 0,0 0,0 1,-1-1,1 1,0 0,-1 1,1 0,-1-1,0 2,0-1,0 1,0-1,-1 1,1 1,-1-1,3 5,18 89,-24-96,-1 0,1 0,-1 0,1 0,0 0,0 0,0 0,0 0,0 0,0-1,0 1,1 0,-1-1,1 1,-1-1,1 1,-1-1,1 0,0 0,0 0,-1 0,1 0,11 3</inkml:trace>
  <inkml:trace contextRef="#ctx0" brushRef="#br0" timeOffset="1356.421">1768 27,'-11'7,"3"6,9 4,5-1</inkml:trace>
  <inkml:trace contextRef="#ctx0" brushRef="#br0" timeOffset="1531.952">2062 321,'9'32,"0"0,2 0,2-2,1 1,1-2,1 1,6 5,-21-34,-1 1,1 0,-1-1,1 1,0-1,-1 1,1-1,0 0,0 1,0-1,0 0,0 1,0-1,1 0,-1 0,0 0,0 0,1 0,-1-1,1 1,-1 0,1 0,-1-1,1 1,0-1,-1 0,1 1,-1-1,1 0,0 0,-1 0,1 0,0 0,-1 0,1-1,-1 1,1 0,0-1,-1 0,1 1,-1-1,1 0,-1 1,0-1,1 0,-1 0,48-130,-45 120,0 0,1 0,0 1,0 0,1 0,1 0,0 1,0 0,0 0,1 0,1 1,0 1,3-3,16-6</inkml:trace>
  <inkml:trace contextRef="#ctx0" brushRef="#br0" timeOffset="1876.049">2704 495,'0'6,"-1"0,0-1,0 1,1-1,-1 1,1-1,1 1,-1-1,1 1,0-1,0 0,0 1,1-1,0 0,0 0,0 0,1 0,0 0,0-1,0 1,0-1,1 0,-1 0,1 0,0 0,0 0,1-1,-1 0,1 0,0-1,0 0,0-1,0 0,0 0,0-1,0 1,0-1,0 0,0 0,0-1,0 0,0 0,0 0,0 0,0-1,0 1,-1-1,1-1,-1 1,1-1,-1 1,0-1,0 0,0-1,0 1,-1-1,1 0,-1 0,0 0,0 0,0 0,-1 0,0-1,0 0,0 1,0-1,-1 0,1 0,-1 0,0 0,-1 0,1 0,-1 0,0-1,-1 0,1 0,-1 0,0 0,0 0,0 0,-1 0,0 0,-1 1,1-1,-1 1,0 0,0 0,0 0,-1 0,0 0,0 0,0 1,-1 0,1 0,-1 0,0 1,0 0,0-1,0 2,-1-1,1 1,-1-1,0 2,0-1,0 1,0-1,0 2,0-1,0 1,0 0,0 0,0 0,0 1,0 0,0 0,0 1,1 0,-6 2,5-1,0 1,0 0,1 1,0-1,0 1,0 0,0 0,1 1,0-1,0 1,1 0,-1 0,1 0,0 1,1-1,0 1,0 0,0-1,1 1,0 0,0 0,0 0,1 0,1 6,0-11,0 1,0-1,0 1,0 0,1-1,-1 0,1 1,-1-1,1 0,0 0,0 0,0 0,0 0,0 0,1-1,-1 1,1-1,0 1,22 9</inkml:trace>
  <inkml:trace contextRef="#ctx0" brushRef="#br0" timeOffset="2132.878">2958 1,'-18'9,"-11"10,-2 8,3 7,8 6,10 4,15 0,6-6</inkml:trace>
  <inkml:trace contextRef="#ctx0" brushRef="#br0" timeOffset="2379.214">3079 628,'16'12,"14"3,18 0,19-4,19-2,17-6,-9-4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8:45.71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162 596,'0'18,"0"13,2 8,3 2,3-2,3-3,1-4,-1-9</inkml:trace>
  <inkml:trace contextRef="#ctx0" brushRef="#br0" timeOffset="740.199">1 261,'34'15,"0"-3,1-1,0-1,1-2,6-1,65 17,-94-22,-1 0,0 1,0 0,0 1,-1 1,1 0,-1 0,0 1,0 0,-1 1,0 1,0-1,-1 1,0 1,0 0,-1 0,0 1,0 0,-1 0,-1 1,6 10,-8-4,-1 0,-1 0,0 0,-1 0,0 0,-2 6,12 97,-10-118,-1 1,1 0,0-1,0 0,0 1,1-1,-1 0,1 1,-1-1,1 0,0 0,0 0,-1-1,1 1,1 0,-1-1,0 1,0-1,1 0,-1 0,0 1,1-2,-1 1,1 0,0 0,-1-1,1 0,-1 1,1-1,0 0,-1 0,1 0,2-1,2 0,-1-1,1 1,-1-1,0 0,1-1,-1 0,0 0,-1 0,1-1,-1 1,1-1,-1-1,0 1,2-4,-1 0,-1 1,1-2,-1 1,-1-1,1 1,-2-1,1-1,-1 1,-1 0,1-1,-2 1,1-1,-1-9,-1 19,0-1,-1 1,1 0,0-1,0 1,0-1,0 1,-1-1,1 1,0 0,0-1,0 1,0-1,0 1,0-1,0 1,0-1,0 1,0-1,0 1,0 0,1-1,-1 1,0-1,0 1,0-1,1 1,-1 0,0-1,0 1,1 0,-1-1,0 1,1 0,-1-1,0 1,1 0,-1-1,1 1,-1 0,0 0,1 0,-1 0,1-1,-1 1,1 0,-1 0,1 0,-1 0,1 0,-1 0,0 0,1 0,-1 0,1 0,-1 0,16 26,-10-12,0 0,0-1,2 1,-1-1,2-1,0 0,0 0,1-1,0 0,1 0,0-1,1-1,0 0,1-1,-1 0,6 2,-15-9,1 0,-1 0,1-1,0 1,-1-1,1 0,0 0,0 0,-1 0,1-1,0 1,-1-1,1 0,0 0,-1 0,1-1,-1 1,0-1,1 0,-1 0,0 0,0 0,0-1,-1 1,1-1,0 0,-1 1,0-1,0 0,0-1,1 1,4-10,0 0,-1 0,0-1,-1 1,0-1,-1-1,1-5,21-130,-7-1,-2-78,-15 121,-12 84,-8 49,8 6,1 0,1 1,2 0,1 1,2-1,1 1,1 0,2-1,4 21,-4-34,1 0,1 0,1-1,0 1,2-1,0 0,1 0,0-1,2 0,0 0,1-1,0 0,2-1,0 0,0-1,1 0,1-1,0-1,1 0,1-1,-1 0,2-1,-1-1,1-1,4 1,10 0</inkml:trace>
  <inkml:trace contextRef="#ctx0" brushRef="#br0" timeOffset="997.538">870 235,'20'7,"26"4,24 1,22-2,-5-3</inkml:trace>
  <inkml:trace contextRef="#ctx0" brushRef="#br0" timeOffset="2186.687">1699 757,'9'-16,"-1"0,0 0,-2-1,1 0,-2 0,0 0,-1-1,-1 1,-1-1,0-8,-2 23,4-18,-2-1,0 1,-2 0,0-1,-1 1,-4-20,5 40,0 0,0 0,0 0,0 0,0 0,0 1,0-1,0 0,0 0,0 0,0 0,-1 0,1 0,0 0,-1 0,1 0,-1 1,1-1,-1 0,1 0,-1 0,0 1,1-1,-1 0,0 1,1-1,-1 1,0-1,0 1,0-1,1 1,-1-1,0 1,0 0,0-1,0 1,0 0,0 0,0 0,0 0,0 0,0 0,0 0,0 0,0 0,0 0,1 1,-1-1,0 0,0 1,0-1,0 0,0 1,0-1,1 1,-1-1,0 1,0 0,1-1,-1 1,0 0,1 0,-1-1,1 1,-1 0,1 0,-1 0,1 0,0-1,-1 2,0 0,-1 1,1 0,0 1,0-1,0 0,0 0,0 0,1 0,-1 1,1-1,0 0,0 1,0-1,1 0,-1 0,1 1,0-1,0 0,0 0,0 0,0 0,1 0,-1 0,1 0,0-1,0 1,0 0,0-1,0 0,1 1,-1-1,1 0,-1 0,1 0,0-1,0 1,1 0,13 5,0-1,1 0,0-2,0 0,0-1,0 0,0-2,1 0,-1-1,3-1,12 1,-31 0,-1 0,1-1,0 1,0 0,0 0,0 0,0 0,0 1,0-1,0 1,0-1,0 1,0-1,0 1,-1 0,1 0,0 0,-1 0,1 0,0 0,-1 1,0-1,1 0,-1 1,0-1,1 1,-1 0,0-1,0 1,0 0,-1 0,1-1,0 1,-1 0,1 0,-1 0,1 2,-12 132,11-132,1-1,0 0,0 0,0 0,0 0,1 0,-1 0,1 0,0 0,0-1,0 1,0-1,0 1,0-1,1 0,-1 0,1 0,0 0,-1 0,1-1,0 1,0-1,0 0,0 1,0-2,0 1,2 0,89 10,-59-11,1-3,-1 0,-1-2,1-2,-1-1,0-2,0-1,-2-2,1-1,1-3,-26 14,-1-1,1-1,-1 0,0 0,0 0,-1 0,1-1,-1-1,0 1,-1-1,0 1,0-2,-4 7,0-1,-1 1,1 0,-1-1,0 1,1-1,-1 1,0-1,0 1,0 0,0-1,0 1,0-1,0 1,0-1,-1 1,1 0,-1-1,1 1,-1-1,1 1,-1 0,0 0,0-1,1 1,-1 0,0 0,0 0,0 0,0 0,-1 0,1 0,0 0,0 1,0-1,-1 0,1 1,0-1,-1 1,1-1,-2 1,-60-15,56 14,-1 1,1 0,-1 0,1 0,-1 1,1 0,0 0,-1 1,1 0,0 0,0 0,0 1,0 1,1-1,-1 1,1 0,0 0,0 1,0 0,1 0,-1 0,1 1,1-1,-1 1,-3 6,8-11,-1 1,0-1,1 1,-1-1,1 1,-1 0,1-1,0 1,-1 0,1-1,0 1,0-1,0 1,1 0,-1-1,0 1,1 0,-1-1,1 1,-1-1,1 1,-1-1,1 1,0-1,0 1,0-1,0 0,0 0,0 1,0-1,1 0,-1 0,0 0,1 0,-1 0,1 0,-1-1,2 1,64 12,-53-12,0-2,0 1,0-2,0 0,-1 0,1-2,0 1,-1-2,0 0,0 0,0-1,-1-1,0 0,0-1,-1 0,0-1,0 0,3-4,1 3,-14 31,-2-6,2-10,-1-1,1 0,0 0,0 0,0 1,1-1,0 0,-1-1,1 1,1 0,-1 0,0-1,1 0,0 1,0-1,0 0,0 0,0 0,1-1,-1 1,1-1,0 0,0 0,-1 0,1-1,0 1,1-1,-1 0,1 0,2 1,0-1,0 1,0-1,0-1,0 0,0 0,0 0,0-1,0 0,-1 0,1 0,0-1,0 0,-1-1,1 0,-1 0,0 0,0 0,2-4,0-1,-1 1,0-1,-1 0,0 0,0-1,0 0,-1 0,-1-1,0 1,0-1,-1 0,0 0,0 0,-1 0,-1 0,0-1,0 1,-1 0,0-1,-1 1,-1-9,2 20,1-1,-1 1,0-1,1 0,-1 1,1-1,-1 0,1 1,-1-1,1 0,-1 1,1-1,-1 0,1 0,-1 0,1 0,-1 1,1-1,0 0,-1 0,1 0,-1 0,1 0,0 0,-1-1,1 1,-1 0,1 0,-1 0,1 0,-1-1,1 1,-1 0,1 0,-1-1,1 1,-1 0,1-1,-1 1,1-1,-1 1,0-1,1 1,-1-1,0 1,0-1,1 1,-1-1,0 1,0-1,0 1,1-1,-1 1,0-1,0 1,0-1,0 0,0 1,0-1,0 1,0-1,0 0,-1 1,1-1,75 28,-64-25,0 1,0-1,0 2,-1 0,1 0,-1 1,0 0,0 0,0 2,-1-1,0 1,0 0,-1 1,0 0,0 0,-1 1,0 0,0 0,-1 0,-1 1,23 114,-26-122,-1 0,1 0,0 0,-1 0,1 0,0 0,0 0,0-1,0 1,0-1,1 0,-1 1,0-1,1 0,-1 0,0-1,1 1,0 0,-1-1,1 0,-1 1,1-1,-1 0,1 0,0 0,0-1,68-13,-53 10,0-1,-1 0,0-2,0 0,0 0,-1-2,0 0,-1-1,0-1,-1 0,0-1,0 0,8-11,-20 20,0 0,0 0,0 0,0 0,0-1,-1 1,1-1,-1 1,0-1,0 0,0 1,0-1,-1 0,0 0,0 1,0-1,0 0,0 0,-1 0,1 1,-1-1,-1-2,1 5,0 0,1 1,-1-1,0 0,0 0,0 1,0-1,1 1,-1-1,0 1,0-1,0 1,-1-1,1 1,0 0,0 0,0 0,0-1,0 1,0 0,0 0,0 0,0 1,0-1,0 0,-1 0,1 1,0-1,0 0,0 1,0-1,0 1,1-1,-1 1,0 0,0-1,0 1,0 0,1 0,-1-1,0 2,-31 36,30-35,0-1,0 1,1 0,-1 0,1 0,-1 1,1-1,0 0,0 0,1 1,-1-1,1 0,-1 1,1-1,0 1,0-1,1 0,-1 1,1-1,0 0,0 1,0-1,0 0,0 0,1 0,-1 0,1 0,0 0,0 0,0 0,1 0,7 3,0 0,1-1,0 0,0 0,0-1,1-1,0 0,-1-1,1 0,0 0,0-1,11-1,-13 1,84 3,-2-4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8:44.15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522 167,'0'22,"0"18,0 10,0 8,0 3,0 1,0-3,0-6,0-7,0-8,0-12</inkml:trace>
  <inkml:trace contextRef="#ctx0" brushRef="#br0" timeOffset="248.903">0 73,'7'-2,"14"-1,18 0,22-2,18-2,17 1,7-2,0 0,-4 0,-7 1,-11 2,-9 0,-17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8:55.95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187 281,'0'19,"3"12,2 8,3 1,3 0,-1-4,0-4,-2-7,-4-9,-3-7</inkml:trace>
  <inkml:trace contextRef="#ctx0" brushRef="#br0" timeOffset="441.064">0 0,'35'1,"0"1,0 1,0 2,-1 2,0 1,8 3,-26-5,-1-1,1 2,-1 0,0 0,-1 2,0 0,0 0,-1 2,0-1,0 2,-2 0,1 0,8 13,-10-5,-1 0,-1 1,0 0,-2 0,0 1,-2 0,0 0,-1 0,-2 0,0 0,-1 1,-2-1,0 0,-2 5,3-9,1-17,-1 0,1 1,-1-1,1 1,0 0,-1-1,1 1,0-1,0 1,0-1,0 1,0 0,1-1,-1 1,0-1,1 1,-1-1,1 1,0-1,-1 0,1 1,0-1,0 0,0 1,0-1,0 0,0 0,0 0,0 0,1 0,-1 0,0 0,0 0,1 0,-1-1,1 1,-1-1,1 1,-1-1,1 1,-1-1,1 0,-1 0,1 1,0-1,-1-1,1 1,-1 0,10-4,0 0,-1-1,1 0,-1 0,-1-1,1-1,-1 0,0 0,-1-1,1 0,-1 0,-1-1,0 0,0 0,-1-1,0 0,0-1,2-3,-1 0,-1 0,0 0,-1-1,-1 1,3-15,-8 6,0 22,1 1,0 0,0-1,0 1,-1 0,1 0,0-1,0 1,-1 0,1 0,0-1,0 1,-1 0,1 0,0 0,-1 0,1 0,0-1,-1 1,1 0,0 0,-1 0,1 0,0 0,-1 0,1 0,-1 0,1 0,0 0,-1 0,1 0,0 0,-1 1,1-1,0 0,-1 0,1 0,0 0,0 1,-1-1,1 0,0 0,0 1,-1-1,1 0,0 0,0 1,-1-1,1 0,0 1,0-1,0 0,0 0,0 1,-1-1,1 0,0 1,0-1,0 1,0-1,-4 6,0 1,1-1,0 1,0 0,0 0,1 0,0 0,0 0,1 1,0-1,0 0,1 1,0-1,0 1,1-1,-1 0,2 1,-1-1,1 0,0 0,1 0,0 0,1 2,2 0,0-1,1 0,0 0,0-1,1 0,0 0,0-1,1 0,-1-1,1 0,1 0,-1 0,1-1,-1-1,8 2,151 28,-91-25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9:01.44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34,'21'0,"20"0,19 0,22 0,20-2,19-3,18-1,8-2,6 1,-24 2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9:05.05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157 0,'-16'25,"-12"25,-6 23,1 23,6 17,9 12,18 9,19 0,21-3,19-8,14-10,7-12,2-17,-9-19,-16-22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9:15.38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10 522,'-1'-1,"0"-1,0 1,0 0,0-1,1 1,-1 0,0-1,1 1,-1-1,1 1,-1-1,1 1,0-1,0 1,-1-1,1 1,0-1,1 1,-1-1,0 0,0 1,1-1,-1 1,1-1,-1 1,1 0,-1-1,1 1,0-1,0 1,0 0,0 0,0 0,0-1,0 1,0 0,0 0,1 0,-1 1,0-1,1 0,-1 0,0 1,1-1,-1 1,1-1,1 0,10-1,0 1,0 0,0 0,0 2,0-1,0 2,0-1,0 2,0 0,0 0,-1 2,0-1,2 2,-8-4,0 0,-1 0,1 1,-1 0,0 0,0 0,0 0,0 1,0 0,-1 0,1 0,-1 0,-1 1,1 0,0 0,-1 0,0 0,0 0,-1 1,1-1,-1 1,0 0,-1-1,0 1,0 0,0 0,0 0,-1 0,0 0,0 0,-1 0,1 0,-1 0,-1 1,-5 9,-1-1,-1 0,0 0,-1-1,-1 0,0-1,-11 10,-9 13,21-27,1 1,1 0,-1 1,2 0,-1 0,2 1,-1 0,2 0,0 0,0 1,1 0,0 0,1 0,1 0,0 0,1 0,0 1,1-1,2 12,8 13,2-4</inkml:trace>
  <inkml:trace contextRef="#ctx0" brushRef="#br0" timeOffset="178.511">91 1551,'-5'14,"-1"11,0 8,1 3,2 0,1-1,3-5,6-8,5-6,1-12,0-6</inkml:trace>
  <inkml:trace contextRef="#ctx0" brushRef="#br0" timeOffset="377.977">599 0,'9'21,"12"24,12 28,8 28,6 25,0 21,-7 14,-10 12,-18 8,-24 3,-28 0,-33-9,-33-18,-35-25,7-34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8:58.09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234 977,'-10'-1,"0"1,0 0,1 1,-1 0,0 0,0 1,0 0,1 1,-1 0,1 1,0 0,0 0,0 1,1 0,-1 0,1 1,1 0,-1 1,1 0,0 0,0 0,1 1,0 0,1 0,-1 1,2-1,-2 4,5-8,0 1,-1-1,2 1,-1-1,1 1,-1 0,1 0,1-1,-1 1,1 0,-1-1,1 1,1-1,-1 1,1-1,-1 1,1-1,1 0,-1 0,0 0,1 0,0 0,0-1,0 1,1-1,-1 0,1 0,-1 0,1 0,1 0,6 4,2 1,-1-2,1 0,0 0,0-1,1-1,0 0,0 0,8-1,-2 0,1-2,-1 0,1-1,0-1,-1-2,0 1,1-2,-1-1,0-1,-1 0,0-1,0-1,0-1,-1-1,11-8,-24 15,0 0,0 0,0-1,0 1,0-1,-1-1,0 1,1-1,-2 1,1-1,-1 0,1 0,-1-1,-1 1,1-1,-1 1,0-1,0 0,-1 0,1 0,-1 0,-1 0,1 0,-1 0,0 0,0-1,-1 1,0 0,0 0,0 0,-1 0,0 1,0-1,-1 0,1 1,-4-5,5 8,0 1,0-1,0 1,0-1,0 1,0 0,-1-1,1 1,0 0,-1 0,1 0,-1 0,1 0,-1 0,0 1,1-1,-1 0,0 1,1-1,-1 1,0 0,0 0,0-1,1 1,-1 0,0 1,0-1,0 0,1 0,-1 1,0-1,0 1,1-1,-1 1,0 0,1 0,-1 0,1 0,-1 0,1 0,0 0,-1 0,1 1,0-1,0 0,0 1,0-1,0 1,0 0,0-1,0 1,1-1,-1 1,1 0,-1 0,1 0,-2 6,1 0,0-1,1 1,0 0,0 0,0 0,1-1,0 1,1 0,0-1,0 1,1-1,-1 0,2 0,-1 0,1 0,0 0,0-1,1 1,0-1,0-1,0 1,1-1,0 1,0-2,0 1,1-1,0 0,-1 0,1-1,1 0,-1 0,0 0,1-1,7 1,3 1,1-1,-1-1,1 0,0-1,-1-2,1 0,0 0,-1-2,1-1,-1 0,0-1,0-1,-1 0,1-1,-1-2,-1 1,0-2,0 0,-1-1,0-1,-1 0,0-1,-1 0,0-1,-1 0,-1-1,-1-1,0 0,0 0,2-10,9-27,-3-2,-2 0,-3 0,-2-2,-2 0,-3 0,-3-3,-2 48,5-55,-2 0,-6-61,1 119,0 0,0 1,-1-1,0 0,-1 1,0-1,0 1,-1 0,0 0,-1-1,3 6,0 0,0 1,0-1,0 1,0 0,-1 0,1 0,-1 0,1 0,-1 0,0 1,0-1,0 1,0 0,0-1,0 2,0-1,0 0,0 1,0-1,0 1,-1 0,1 0,0 0,0 0,0 1,0-1,-4 2,-5 4,1 0,-1 1,1 0,1 1,-1 0,1 0,0 1,1 1,0 0,1 0,0 0,1 1,0 1,0-1,1 1,1 0,0 0,0 1,2-1,-2 6,-7 18,2 1,1-1,2 2,2-1,1 1,2 0,2 0,1 0,2 0,1-1,3 1,0-1,3 0,1-1,1 0,2-1,2 0,1-1,2-1,1-1,1-1,23 25,-35-45,0-1,1 0,0-1,0 0,1-1,1 0,-1 0,1-1,0-1,1 0,0-1,0 0,0-1,0 0,5-1,-13-3,0 0,-1 0,1-1,-1 1,1-1,-1-1,1 1,-1-1,0 1,1-1,-1 0,0-1,0 1,0-1,-1 0,1 0,-1 0,1 0,-1 0,0-1,0 0,-1 1,1-1,-1 0,2-5,38-110,-20 5,-16 174,-6-55,1-1,-1 1,1-1,0 1,0-1,0 1,0-1,1 1,0-1,0 0,0 0,1 0,-1 0,1 0,0-1,0 1,0-1,0 0,1 1,-1-2,1 1,0 0,0-1,0 1,0-1,0 0,0-1,1 1,-1-1,1 0,-1 0,1 0,-1-1,1 1,0-1,2 0,7-3,-1-1,1 0,-1-1,0 0,0-1,0 0,-1-1,0-1,0 0,-1 0,0-1,-1 0,0-1,0-1,-1 1,0-1,-1-1,-1 0,1 0,-2 0,3-7,-11 27,-1 1,2 0,-1-1,1 1,1 0,0 0,0 0,1 0,0 0,0 0,1 0,0-1,0 1,2 0,2-3,0 0,1 0,0 0,1-1,-1 0,1-1,0 0,0 0,0 0,1-1,-1 0,1-1,0 0,0 0,-1-1,1 0,0-1,0 0,0 0,4-1,4 1,-1-1,1 0,-1-1,1 0,-1-2,0 0,0 0,-1-2,1 0,-1-1,0 0,-1-1,0-1,0 0,-1-1,0 0,0-1,-2-1,1 0,-1-1,-1 1,0-2,-1 0,1-3,8-25,-2 0,-2-2,-1 0,-3 0,-1-1,-3 0,0-18,2-11,-3 0,-3 0,-4-21,1 83,1 0,-2 1,1-1,-2 1,1 0,-2-1,1 1,-2 0,1 1,-6-9,8 16,-1 1,1 0,0 0,-1 0,1 0,-1 0,1 1,-1-1,0 1,0-1,0 1,0 0,0 0,0 1,0-1,0 1,0-1,0 1,-1 0,1 0,0 0,0 0,0 1,0 0,0-1,0 1,0 0,0 0,0 1,0-1,0 1,1-1,-1 1,1 0,-1 0,1 0,-1 0,1 0,0 1,0-1,0 1,1-1,-1 1,0 1,-15 20,1 0,1 1,1 1,1 0,2 1,0 0,2 1,1 0,2 0,0 1,2 0,0 15,1-12,0 1,3-1,0 1,3 0,0-1,2 0,2 0,0 0,7 12,-8-26,1 0,1-1,1 0,0 0,1-1,1 0,0-1,1 0,1-1,0 0,1-1,1-1,-1 0,2-1,0 0,12 5,-15-10,1 0,0-1,0 0,0-1,0-1,1 0,-1-1,1-1,0 0,0-1,-1 0,15-3,-21 2,0 0,1-1,-1-1,0 1,0-1,0-1,0 1,-1-1,0-1,1 1,-1-1,-1 0,1-1,-1 0,0 0,0 0,-1-1,0 1,0-2,0 1,-1 0,3-7,3-23,-11 42,1-1,-1 1,1-1,0 0,0 1,1-1,-1 1,1-1,0 1,0-1,1 0,-1 0,1 1,0-1,0 0,0-1,2 3,0-1,1-1,0 0,0 0,1-1,-1 1,1-1,-1 0,1-1,0 1,0-1,0 0,0-1,1 1,-1-1,0 0,1-1,-1 0,0 0,1 0,-1-1,0 0,1 0,-1 0,0-1,-1 1,-1 0,1-1,-1 1,1-1,-1 0,0 0,0 0,0-1,0 1,0-1,0 0,-1 0,1 0,-1-1,0 1,0-1,0 0,-1 0,1 0,-1 0,0 0,0-1,0 1,-1 0,0-1,0 0,0 1,0-1,-1 1,1-1,-1 0,-1-3,1 3,-2 0,1 0,-1 0,1 0,-1 1,-1-1,1 0,-1 1,1-1,-1 1,-1 0,1 0,0 0,-1 0,0 1,0 0,0-1,0 1,-1 1,1-1,-1 1,0 0,0 0,1 0,-1 0,-1 1,1 0,0 0,0 0,0 1,0 0,-1 0,1 0,0 0,0 1,0 0,0 0,0 0,0 1,0 0,0 0,0 0,1 0,-2 2,-1 0,-1 1,1 0,0 1,0 0,1 0,0 0,0 1,0 0,1 0,-1 2,4-7,0 1,1-1,-1 1,1-1,0 1,0-1,0 1,0 0,0 0,1-1,-1 1,1 0,0 0,0 0,0 0,0-1,0 1,0 0,1 0,-1 0,1 0,0-1,0 1,0 0,0-1,1 1,-1-1,1 1,-1-1,1 0,0 0,2 2,2 0,0 0,0 0,0-1,0 0,1 0,0 0,-1-1,1 0,0 0,0-1,0 0,1 0,-1-1,0 0,5 0,31-2</inkml:trace>
  <inkml:trace contextRef="#ctx0" brushRef="#br0" timeOffset="173.538">3068 563,'-21'2,"-10"8,-6 8,2 12,7 8,8 8,12 4,12 6,5-7</inkml:trace>
  <inkml:trace contextRef="#ctx0" brushRef="#br0" timeOffset="367.66">3082 1204,'18'16,"15"10,14 5,9-3,8-6,5-7,1-8,-5-12,-13-6</inkml:trace>
  <inkml:trace contextRef="#ctx0" brushRef="#br0" timeOffset="614.886">3817 442,'21'-13,"1"0,0 1,1 1,0 1,1 1,0 2,0 0,0 1,1 2,0 0,0 2,1 0,-1 2,7 1,-18 0,0 1,0 0,0 0,0 1,-1 1,1 1,-1 0,12 6,-21-9,0 0,0 0,-1 1,1-1,0 1,-1 0,0 0,0 1,0-1,0 0,0 1,0 0,-1 0,0 0,0 0,0 0,0 0,-1 0,0 1,1-1,-2 0,1 1,0-1,-1 1,0-1,0 1,0-1,-1 1,0 1,-4 10,-1-1,-1 0,0-1,-1 1,0-2,-1 1,-1-1,0 0,-1-1,0 0,-1-1,0-1,-1 0,0 0,-27 26,31-29,2 0,-1 0,1 1,0-1,0 2,1-1,0 1,1 0,0 0,0 0,1 1,0 0,1 0,0 0,0 0,1 0,1 1,0-1,0 0,1 1,0-1,1 3,6 30,2-5</inkml:trace>
  <inkml:trace contextRef="#ctx0" brushRef="#br0" timeOffset="907.645">4125 1445,'0'12,"-1"-4,0 0,0 0,1 0,0 0,1 0,0-1,0 1,0 0,1 0,1-1,-1 1,1-1,0 1,1-1,0 0,0-1,0 1,1-1,3 4,-6-8,0-1,0 0,0 0,0 0,1 0,-1-1,0 1,0 0,1-1,-1 0,0 1,1-1,-1 0,0 0,1 0,-1-1,0 1,0 0,1-1,-1 0,0 1,0-1,0 0,0 0,0 0,0-1,0 1,0 0,0-1,0 1,-1-1,1 0,0 1,-1-1,0 0,1 0,-1 0,0 0,0 0,0 0,0-1,1 0,-1 1,1-1,-1 1,0-1,0 1,0-1,0 0,0 1,-1-1,1 0,-1 0,0 1,0-1,0 0,0 0,0 0,-1 1,1-1,-1 0,1 0,-1 1,0-1,0 0,-1 1,1-1,0 1,-1 0,1-1,-1 1,0 0,0 0,0 0,-2-1,0 1,0 0,-1 0,1 1,-1 0,1 0,-1 0,1 0,-1 1,0 0,1 0,-1 0,0 0,1 1,-1 0,1 0,-1 0,1 0,-1 1,1 0,0 0,0 0,0 0,0 1,0-1,0 1,1 0,-1 0,-2 3,6-5,-1 0,1 0,0 0,-1-1,1 1,0 0,0 0,-1 0,1 0,0 0,0-1,0 1,0 0,0 0,0 0,0 0,0 0,0 0,1-1,-1 1,0 0,1 0,-1 0,0-1,1 1,-1 0,1 0,-1-1,1 1,-1 0,1-1,0 1,-1 0,1-1,0 1,0-1,-1 1,1-1,0 0,0 1,0-1,-1 0,1 0,0 1,0-1,0 0,0 0,44 11,-45-11,34 4</inkml:trace>
  <inkml:trace contextRef="#ctx0" brushRef="#br0" timeOffset="1199.86">4887 1,'13'23,"12"23,11 22,7 20,7 18,5 16,3 12,-1 8,-9 5,-13 3,-16-2,-25-1,-34-2,-41-6,-44-9,-45-9,8-26</inkml:trace>
  <inkml:trace contextRef="#ctx0" brushRef="#br0" timeOffset="13090.423">395 2648,'-3'16,"0"12,0 8,1 5,0 0,3-5,4-9,1-10,-1-9</inkml:trace>
  <inkml:trace contextRef="#ctx0" brushRef="#br0" timeOffset="13483.874">234 2434,'23'0,"-1"2,1 0,-1 2,0 0,0 1,0 1,-1 2,0 0,0 1,-1 1,0 0,-1 2,0 1,16 13,-24-15,-1 0,-1 0,0 1,0 0,-1 0,-1 1,0 0,-1 0,0 1,-1-1,0 1,-2 1,1-1,-2 0,0 1,0 0,-2-1,0 1,-1 10,1-24,-1 1,1-1,0 0,0 0,0 0,0 1,0-1,0 0,0 0,0 1,0-1,1 0,-1 0,0 0,1 1,-1-1,1 0,0 0,-1 0,1 0,0 0,-1 0,1 0,0 0,0 0,0-1,0 1,0 0,0 0,0-1,0 1,0-1,0 1,0-1,0 1,1-1,-1 0,0 1,0-1,1 0,-1 0,0 0,0 0,0 0,1 0,-1 0,0-1,0 1,1 0,8-5,0 1,-1-2,1 1,-1-2,0 1,-1-1,0 0,0-1,0 0,-1 0,0-1,0 1,-1-2,0 1,-1-1,0 1,-1-1,0-1,0-2,10-21,-11 62,-3-20,1-1,-1 1,2-1,-1 1,1-1,0 0,1 1,0-1,0 0,0-1,1 1,0-1,0 1,1-1,0 0,0-1,0 1,1-1,0 0,0-1,0 1,0-1,1 0,-1-1,1 1,0-1,0-1,1 1,-1-1,0-1,1 1,-1-1,1 0,-1-1,1 0,2 0,28-7,-6-3</inkml:trace>
  <inkml:trace contextRef="#ctx0" brushRef="#br0" timeOffset="13919.808">1196 2675,'25'-7,"0"0,-1-1,0-1,-1-2,0 0,0-1,-1-2,-1 0,0-1,-1-1,-1-1,-1-1,0 0,-1-2,-1 0,-1 0,-1-2,0 1,-2-2,-1 0,7-19,-14 34,0 0,-1 0,0 0,0 0,-1 0,0-1,0 1,-1-1,0 1,-1-1,0 1,0-1,-1 0,0 1,0-1,-2-3,3 11,-1-1,0 0,0 0,0 0,-1 0,1 1,0-1,-1 1,1-1,-1 1,1-1,-1 1,0 0,0 0,1 0,-1 0,0 0,0 0,0 0,0 1,0-1,0 1,0-1,0 1,-1 0,1 0,0 0,0 0,0 0,0 0,0 1,0-1,0 1,-2 0,-64 40,55-22,0 0,1 1,1 0,1 0,1 2,0-1,2 1,1 0,0 0,2 1,0-1,2 1,0 0,2 0,0 0,2 0,0 0,9 66,3-2,4 0,13 33,-5-21,-5 1,1 36,-19-123,-1 0,-1-1,0 1,-1 0,-1-1,0 1,0 0,-1-1,-1 1,0-1,0 0,-2 0,1 0,-2-1,1 1,-1-1,-1 0,-1 0,6-9,0 0,0 0,0 0,0 0,-1 0,1-1,0 1,-1-1,1 0,-1 0,0 1,1-2,-1 1,0 0,0-1,1 1,-1-1,0 0,0 0,0 0,0 0,1 0,-1-1,0 1,0-1,0 0,1 1,-1-1,0-1,1 1,-1 0,1-1,0 1,-1-1,0-1,-25-27,4-4</inkml:trace>
  <inkml:trace contextRef="#ctx0" brushRef="#br0" timeOffset="14166.162">1303 2929,'19'0,"16"0,17 0,13 0,9-2,3-6,-11-1</inkml:trace>
  <inkml:trace contextRef="#ctx0" brushRef="#br0" timeOffset="14355.643">2012 2848,'2'10,"6"2,8-1,1-2</inkml:trace>
  <inkml:trace contextRef="#ctx0" brushRef="#br0" timeOffset="14599.564">2988 2528,'0'18,"0"13,0 8,0 4,0 0,-2-6,-1-7,2-10,4-16,1-8</inkml:trace>
  <inkml:trace contextRef="#ctx0" brushRef="#br0" timeOffset="14914.965">2962 2341,'39'10,"1"2,-2 2,0 1,0 2,33 21,-61-32,0 0,-1 0,0 1,0 1,-1 0,0 0,-1 0,1 1,-2 0,1 1,-1-1,-1 1,0 0,0 1,-1-1,0 1,-1 0,0 0,-1 0,0 0,0 8,-2-16,0 0,-1-1,1 0,-1 0,1 1,0-1,0 0,0 1,0-1,0 1,1-1,-1 0,1 0,-1 1,1-1,0 0,0 0,0 0,0 0,0 1,1-2,-1 1,0 0,1 0,0 0,-1-1,1 1,0-1,0 1,0-1,0 0,0 0,0 0,0 0,0 0,0 0,1 0,-1-1,0 1,1-1,-1 0,3 1,4-5,-1 0,1-1,0 0,-1 0,0 0,-1-1,1-1,-1 1,0-1,0 0,-1-1,0 1,-1-1,1-1,-1 1,-1-1,0 1,0-1,-1-1,0 1,0 0,-1-1,0 0,1-4,-2 23,-1 10,3-9,1 0,0 0,0 0,1 0,0-1,1 0,0 0,1 0,0-1,0 0,0 0,1-1,0 1,1-2,0 0,0 0,0 0,1-1,-1 0,1-1,0 0,5 0,157 40,-88-32</inkml:trace>
  <inkml:trace contextRef="#ctx0" brushRef="#br0" timeOffset="16506.997">4940 2447,'-8'3,"0"0,0 0,1 0,-1 1,1 0,0 1,0 0,0 0,1 0,-1 1,1 0,1 0,-1 1,1-1,0 1,0 1,1-1,0 0,1 1,-1 0,2 0,-2 5,3-9,2-1,-1 1,0-1,1 1,0-1,0 0,0 1,0-1,0 0,1 0,-1 1,1-1,0 0,0-1,0 1,0 0,0 0,1-1,-1 0,1 1,0-1,0 0,0 0,0 0,0-1,0 1,0-1,0 0,3 1,101 19,-87-20,1-1,0-1,0-1,-1 0,1-2,-1 0,0-2,0 0,0-1,-1-1,0-1,11-7,-26 14,1-1,-1 1,0-1,0 0,-1-1,1 1,0-1,-1 1,0-1,0 0,0 0,-1-1,1 1,-1 0,0-1,0 0,0 1,-1-1,0 0,0 0,0 0,0-1,-2 5,1 0,-1-1,1 1,-1 0,0 0,1 0,-1 0,0 0,0 0,0 0,0 0,1 0,-1 0,-1 0,1 1,0-1,0 0,0 1,0-1,0 1,-1-1,1 1,0-1,0 1,-1 0,1 0,0 0,-1 0,1 0,0 0,-1 0,1 0,0 0,-1 0,1 1,0-1,0 1,0-1,-1 1,1-1,0 1,0 0,0-1,0 1,0 0,0 0,0 0,0 0,0 0,0 0,1 0,-1 0,0 0,1 0,-1 1,1-1,-1 0,1 0,-1 1,0 1,0-1,0 1,0 0,1-1,-1 1,1 0,-1 0,1 0,0-1,0 1,0 0,1 0,-1 0,1-1,-1 1,1 0,0 0,0-1,0 1,0-1,1 1,-1-1,1 1,-1-1,1 0,0 0,0 0,0 0,0 0,0 0,2 1,4 2,-1 0,1 0,0 0,1-1,-1 0,1-1,0 0,0 0,2 0,6-1,1 0,-1-1,1-1,0 0,0-1,-1-1,1-1,-1-1,0 0,0-1,0-1,0 0,-1-1,0-1,-1-1,0 0,0-1,-1-1,0 0,-1-1,0 0,-1-1,0 0,-1-1,-1 0,0-1,-1 0,0-1,3-10,0 0,-1-1,-1-1,-1 1,-1-2,-2 1,-1-1,-1 0,-1 0,-2 0,-1-1,-2-14,1 34,-1 0,0 1,-1-1,0 0,-1 1,0-1,0 1,-1 0,0 0,0 1,-1 0,-5-6,8 10,-1 0,0 1,1 0,-2-1,1 1,0 0,-1 1,1-1,-1 1,0 0,1 0,-1 0,0 1,0 0,0 0,-1 0,1 1,0-1,0 1,0 0,-1 1,1-1,0 1,0 0,-2 1,-2 2,1 1,0 0,0 0,1 1,-1 0,1 0,0 0,1 1,0 0,0 1,0-1,1 1,0 0,0 1,1-1,1 1,-1 0,1 0,0 0,1 0,0 0,1 1,0-1,0 0,1 1,1 1,0 22,2 0,1 0,2 0,1-1,1 0,2 0,1-1,2 0,1-1,1-1,2 0,1-1,1-1,1-1,1 0,24 21,-31-31,1 0,0-2,1 0,0 0,1-2,1 0,0-1,0-1,1 0,1-1,12 3,-27-11,0 0,0-1,-1 0,1 1,0-2,-1 1,1 0,0-1,0 0,-1 0,1 0,-1-1,1 0,-1 1,0-1,0-1,1 1,-2-1,1 0,0 0,0 0,-1 0,0 0,0-1,0 0,0 1,0-1,1-2,7-14,0-1,-1 0,0 0,-2-1,1-6,-4 13,3-7,-23 90,15-65,0 0,-1 1,1-1,1 0,-1 0,0 0,1 0,0 0,0 0,-1 1,2-2,-1 1,0 0,1 0,-1 0,1-1,0 1,0 0,0-1,0 0,0 0,1 1,-1-1,1 0,-1-1,3 2,1 0,0-1,-1 0,1-1,0 1,0-1,0 0,0-1,0 0,0 0,0 0,0 0,0-1,0 0,0 0,0-1,0 0,0 0,-1 0,3-2,94-65,-101 68,-1 0,1 0,0 0,-1 1,1-1,0 0,-1 0,1 1,0-1,0 1,-1-1,1 0,0 1,0 0,0-1,0 1,0 0,0-1,0 1,0 0,0 0,0 0,0 0,0 0,0 0,0 0,0 0,0 0,0 0,0 1,0-1,0 0,0 1,0-1,-1 0,1 1,0-1,0 1,0 0,0-1,-1 1,1 0,0-1,-1 1,1 0,-1 0,1 0,0-1,-1 1,0 0,1 0,-1 0,0 0,1 0,-1 0,0 0,0 0,0 0,0 0,0 0,3 6,-1-1,1 1,1-1,-1 0,1 1,0-2,0 1,1 0,0-1,0 0,0 0,0-1,1 1,0-1,0 0,0-1,0 1,1-1,-1 0,1-1,0 0,0 0,0 0,0-1,0 0,0 0,0-1,2 0,0-1,1 1,-1-2,0 0,0 0,0 0,-1-1,1-1,0 1,-1-1,0-1,0 1,0-2,-1 1,1-1,-1 0,-1 0,1-1,-1 0,0 0,2-5,9-12,-2-2,-1 0,-1-1,-1 0,7-25,3-11,-2-1,-3-1,-3-1,-3 0,-3 0,-2-1,-4-10,-2 66,0-1,-1 1,0 0,-1-1,-1 1,0 0,0 0,-1 1,-2-5,6 14,-1-1,0 0,0 1,0-1,0 0,0 1,0-1,0 1,0-1,0 1,-1 0,1 0,0-1,-1 1,1 0,-1 0,0 0,1 1,-1-1,0 0,0 1,1-1,-1 1,0-1,0 1,0 0,1 0,-1 0,0 0,0 0,0 0,0 0,1 1,-1-1,0 1,0-1,0 1,1 0,-1-1,0 1,0 1,-4 2,0 0,1 1,0 0,0-1,0 2,1-1,-1 1,1-1,1 1,-4 6,-3 14,1 0,1 0,1 1,2 0,0 0,2 0,1 1,1-1,2 1,0-1,2 1,1-1,1 0,9 26,-9-30,1 0,1-1,1 1,1-1,0-1,2 0,1 0,0-1,2-1,0 0,1-1,1 0,0-2,2 1,0-2,0-1,1 0,1-1,17 8,-30-18,-1-1,1 1,-1-1,1-1,0 1,0-1,0 0,0-1,0 0,0 0,-1 0,1-1,0 0,0 0,0-1,0 1,-1-2,1 1,-1-1,0 0,1 0,-1-1,-1 1,1-1,0-1,-1 1,0-1,1-1,40-66,-35 93,-7-17,-1 1,1-1,0 0,1 0,-1 0,1 0,0-1,0 0,0 0,0 0,0-1,0 1,1-1,0 0,-1-1,1 0,0 0,-1 0,1 0,0-1,0 0,0 0,0-1,0 0,-1 0,1 0,3-1,-7 1,1-1,-1 1,0-1,1 1,-1-1,0 0,0 0,0 0,0 0,0 0,-1 0,1 0,-1-1,1 1,-1-1,0 1,0-1,0 1,0-1,-1 0,1 1,0-1,-1 0,0 0,0 1,0-1,0 0,0 0,-1 1,1-1,-1 0,0 1,1-1,-1 0,0 1,-1-1,1 1,0-1,-1 1,1 0,-1 0,0 0,0 0,0 0,-1-1,-2-1,-1 0,0 0,0 1,0 0,0 0,-1 0,1 1,-1-1,0 2,0-1,0 1,0 0,0 1,1-1,-1 1,0 1,0-1,0 1,0 0,0 1,0 0,0 0,1 0,-1 1,1 0,0 0,0 1,0-1,0 1,1 1,-1-1,1 1,0 0,1 0,-1 0,1 1,-2 2,5-4,1-1,-1 0,1 0,0 0,0 1,0-1,0 0,1 0,-1 0,1 0,0 1,0-1,0 0,0 0,0 0,1-1,0 1,-1 0,1 0,0-1,0 1,0-1,0 0,1 0,-1 0,1 0,-1 0,1 0,0 0,0-1,0 1,0-1,0 0,0 0,0 0,0-1,0 1,0-1,1 1,-1-1,0 0,0 0,2-1,31 5</inkml:trace>
  <inkml:trace contextRef="#ctx0" brushRef="#br0" timeOffset="16769.803">7546 2207,'-18'0,"-8"4,0 7,4 8,11 9,12 8,6-3</inkml:trace>
  <inkml:trace contextRef="#ctx0" brushRef="#br0" timeOffset="17036.267">7613 2755,'18'10,"13"2,9-3,3-5,1-8,-6-3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9:09.02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1 736,'27'-66,"-2"-1,-4-1,3-23,-21 76,22-54,-24 68,0 1,0-1,0 1,1 0,-1-1,0 1,1 0,-1 0,0 0,1 0,-1 0,0 0,1 0,-1 0,0 0,1 1,-1-1,0 0,0 1,1-1,-1 1,0 0,0-1,0 1,0 0,0 0,0 0,0 0,0 0,0 0,0 0,0 0,-1 0,1 0,0 0,-1 0,1 0,-1 1,4 2,33 35,-2-4,-2 2,-1 1,8 17,-38-53,0 0,0 0,-1-1,1 1,-1 0,1 1,-1-1,0 0,0 0,0 1,0-1,-1 0,1 1,0-1,-1 0,0 1,1-1,-1 1,0-1,0 1,-1-1,1 1,-1-1,1 1,-1-1,1 0,-1 1,0-1,0 0,-1 0,1 1,0-1,-1 0,1 0,-1 0,1-1,-3 3,2-3,-1 1,1-1,-1 0,0 1,0-1,0 0,1-1,-1 1,0 0,0-1,0 0,0 0,0 0,0 0,0 0,0 0,0-1,0 1,0-1,0 0,0 0,0 0,1 0,-1-1,0 1,1-1,-1 0,1 1,0-1,-1 0,1 0,0-1,0 1,1 0,-3-3,-1-11</inkml:trace>
  <inkml:trace contextRef="#ctx0" brushRef="#br0" timeOffset="715.309">642 402,'-8'0,"0"1,0 0,0 0,0 0,1 1,-1 1,0-1,1 1,-1 1,1-1,0 1,-4 3,8-5,0 0,1 0,-1 0,1 0,0 1,0-1,0 0,0 1,0 0,0-1,1 1,-1 0,1 0,0 0,0 0,0 0,0 0,1 0,-1 0,1 1,-1-1,1 0,0 0,1 0,-1 0,0 1,1-1,0 0,0 0,0 0,0 0,1 3,6 5,0 0,1-1,0 1,0-2,1 1,1-1,-1-1,1 0,1-1,-1 0,1 0,1-1,-1-1,1 0,0-1,0 0,2-1,-8 0,0 0,0-1,1 1,-1-2,0 1,1-1,-1 0,1-1,-1 0,1 0,-1-1,1 0,-1 0,0 0,1-1,-1 0,0-1,0 1,0-2,0 1,-1-1,1 1,-1-2,0 1,0-1,-1 0,3-3,2-10,-1-1,-2 0,1 0,-2 0,-1-1,0 0,-2 0,0 0,-1-1,-1 1,-1-1,-1-2,1 21,-1-115,1 120,0 1,0-1,1 0,0 0,-1 1,1-1,0 0,1 0,-1 0,1 0,-1 0,1 0,0-1,0 1,0 0,0-1,0 0,1 1,-1-1,1 0,-1 0,1 0,0-1,0 1,0-1,0 1,0-1,1 0,92 24,-52-22,-31-2,1 0,0 1,-1 0,1 1,-1 0,0 1,3 2,-11-3,-1 0,0 1,0 0,0 0,0 0,0 1,-1-1,0 1,0 0,0-1,-1 1,0 1,0-1,0 0,0 0,-1 1,0-1,0 1,0-1,-1 1,0 0,0-1,-1 6,10 53,-7-60,-1 0,1 0,0 0,0-1,0 1,1-1,-1 1,1-1,0 0,0 1,0-1,0-1,0 1,1 0,-1-1,1 0,0 0,0 0,0 0,0-1,0 1,0-1,0 0,0 0,0-1,0 1,1-1,-1 0,0 0,4-1,3 1,0-2,0 0,0 0,-1-1,1 0,-1-1,0 0,1 0,-2-1,1-1,5-4,-7 4,0 0,-1-1,1 0,-2 0,1-1,-1 0,0 0,0-1,-1 1,0-1,-1 0,0-1,0 1,-1-1,0 0,-1 0,0 0,-1 0,0 0,0 0,-1 0,0-1,-1 11,1 0,0 0,0 0,0 1,0-1,0 0,-1 0,1 0,0 0,0 0,0 0,0 0,-1 0,1 0,0 0,0 0,0 0,0 0,-1 0,1 0,0 0,0 0,0-1,0 1,-1 0,1 0,0 0,0 0,0 0,0 0,0 0,0 0,-1-1,1 1,0 0,0 0,0 0,0 0,0 0,0-1,0 1,0 0,0 0,0 0,0 0,0-1,0 1,0 0,-6 17,3-6,1 0,0 0,0 1,1-1,1 0,0 1,0-1,1 1,1-1,0 1,0-1,1 0,0 0,1 0,1-1,4 10,-6-17,0 0,0 1,1-1,-1 0,1-1,0 1,-1-1,1 0,0 1,1-2,-1 1,0 0,0-1,1 0,-1 0,1 0,-1-1,1 1,0-1,22-2</inkml:trace>
  <inkml:trace contextRef="#ctx0" brushRef="#br0" timeOffset="966.237">1685 1,'-4'18,"5"13,9 10,10 6,1-6</inkml:trace>
  <inkml:trace contextRef="#ctx0" brushRef="#br0" timeOffset="1217.597">1953 576,'14'-3,"1"-1,-1 0,0-1,-1 0,1-1,-1 0,0-1,0-1,-1 0,0-1,-1 0,0-1,0 0,-1-1,2-3,-8 10,0 0,-1 0,0-1,0 1,0 0,-1-1,1 0,-1 0,0 0,-1 0,1 0,-1 0,0 0,0 0,0-1,-1 1,0 0,0 0,0-1,-1 1,0 0,0 0,0-1,0 1,-2-2,1 6,0 0,0 0,-1 0,1 1,0-1,-1 0,1 1,0 0,-1 0,1-1,0 1,-1 1,1-1,-1 0,1 0,0 1,-1 0,1-1,0 1,0 0,0 0,-1 0,1 0,0 1,0-1,0 0,1 1,-1 0,0-1,1 1,-1 0,1 0,-1 0,1 0,0 0,0 0,-1 1,-2 2,0 0,0 1,0-1,1 1,-1 0,2 0,-1 0,0 0,1 0,0 1,1-1,0 1,0-1,0 1,0-1,1 1,0 0,1-1,0 1,0 0,0-1,1 1,-1-1,2 0,-1 1,1-1,0 0,0-1,0 1,1 0,0-1,0 0,0 0,1 0,0 0,0-1,0 0,0 0,1 0,2 1,3 0,1-1,-1 0,1 0,0-2,0 1,0-1,0-1,0 0,1-1,-1 0,0-1,0 0,0-1,0 0,1-1,27-9</inkml:trace>
  <inkml:trace contextRef="#ctx0" brushRef="#br0" timeOffset="1861.349">2488 376,'-6'6,"0"1,0-1,1 2,0-1,1 0,0 1,0 0,0 0,1 0,0 1,0 4,2-9,0-1,0 1,1-1,0 1,-1-1,1 1,1 0,-1-1,0 1,1-1,0 1,0-1,0 1,0-1,0 0,1 0,-1 1,1-1,0 0,0 0,0-1,1 1,-1 0,1-1,-1 1,1-1,0 0,0 0,1 1,3 1,1 0,0 0,0-1,1 0,-1 0,0-1,1 0,0 0,0-1,-1 0,1-1,0 0,0 0,0-1,-1 0,1 0,0-1,-1 0,1-1,-1 0,0 0,0-1,0 0,0-1,-1 1,0-1,1-1,-2 1,1-1,-1 0,0-1,0 0,-1 0,0 0,0 0,0-1,-1 0,-1 0,1 0,-1 0,1-4,-5-51,0 63,0 0,1 0,-1 0,0 0,1 0,-1 0,0 0,1 0,-1 1,0-1,1 0,-1 0,1 0,-1 1,0-1,1 0,-1 1,1-1,-1 0,1 1,-1-1,1 1,-1-1,1 1,0-1,-1 1,1-1,-1 1,1-1,0 1,0-1,-1 1,1 0,0-1,0 1,0 0,0-1,0 1,0-1,0 1,0 0,0-1,0 1,0 0,-2 3,0 0,1 0,-1 1,1-1,0 1,0-1,1 1,-1-1,1 1,0-1,0 1,1-1,-1 1,1-1,0 1,0-1,1 0,-1 0,1 1,0-1,0 0,0 0,1 0,-1-1,1 1,0-1,0 1,0-1,0 0,4 3,4-2,0-1,0 0,0 0,1-1,-1 0,0-1,1 0,-1-1,1 0,-1-1,1 0,-1-1,0-1,0 1,0-2,0 1,0-2,-1 1,9-6,-10 5,-1 0,1-1,-1 0,0 0,-1-1,1 0,-1 0,-1 0,1-1,-1 0,-1-1,0 1,0-1,0 0,-1-1,0-1,-4 11,-1 1,0-1,1 0,-1 1,0-1,1 0,-1 0,0 0,1 1,-1-1,0 0,0 0,1 0,-1 0,0 0,1 0,-1-1,0 1,1 0,-1 0,0 0,0-1,1 1,-1 0,1 0,-1-1,0 1,1-1,-1 1,1-1,-1 1,1-1,-1 1,1-1,-1 1,1-1,0 0,-1 1,1-1,0 1,-1-1,1 0,0 1,0-1,0 0,0 0,-1 1,1-1,0 0,0 1,0-1,1 0,-1 0,0 1,0-1,0 0,0 1,1-1,-1 0,0 1,1-1,-1 0,0 1,1-1,-1 1,1-1,-1 1,1-1,-1 1,-5 5,0 0,0 0,1 1,0 0,0 0,0 0,0 1,1-1,0 1,1-1,-1 1,1 0,1 0,-2 7,3-12,1 0,-1 0,0 0,1 0,-1 0,1 0,0 0,0 0,0-1,0 1,0 0,0-1,0 1,0-1,1 1,-1-1,0 0,1 1,0-1,-1 0,1 0,0 0,-1 0,1 0,0 0,0-1,0 1,0-1,1 1,59 5,-55-7,0 1,0-1,0 0,-1-1,1 0,-1 0,1 0,-1-1,0 0,1 0,-2-1,1 1,0-1,-1 0,1-1,-1 0,-1 1,1-2,-1 1,1 0,-2-1,1 0,0 0,-1 0,0 0,-1 0,0-1,1 1,-2-1,1 0,0-5,-3 13,1-1,-1 1,1-1,0 1,-1-1,1 0,-1 1,1-1,-1 1,1-1,-1 0,0 0,1 1,-1-1,1 0,-1 0,0 0,1 1,-1-1,1 0,-1 0,0 0,1 0,-1 0,0 0,1 0,-1-1,1 1,-1 0,0 0,1 0,-1-1,1 1,-1 0,1 0,-1-1,1 1,-1-1,1 1,-1 0,1-1,-1 1,1-1,-1 1,1-1,0 1,-1-1,1 0,0 1,0-1,0 1,-1-1,1 0,0 1,0-1,0 1,0-1,0 0,0 1,0-1,0 0,0 1,0-1,0 1,1-1,-3 3,1 1,-1 0,1 0,0 0,0 0,0 0,0 1,1-1,-1 0,1 0,0 0,0 1,0-1,0 0,1 0,-1 0,1 1,0-1,0 0,0 0,0 0,1 0,-1 0,1-1,-1 1,1 0,63 60,-39-48,1-2,0 0,1-2,1-1,-1-1,1-2,29 4,40 6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9:06.77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367 313,'18'39,"-18"-39,1 1,-1 0,1-1,-1 1,1 0,0-1,0 1,-1-1,1 1,0-1,0 0,-1 1,1-1,0 0,0 0,0 1,0-1,-1 0,1 0,0 0,0 0,0 0,0 0,0 0,0 0,-1 0,1-1,0 1,0 0,0-1,0 1,-1 0,1-1,0 1,0-1,-1 1,1-1,0 1,-1-1,1 0,-1 1,1-1,-1 0,1 1,-1-1,1 0,2-4,-1 0,1 0,-1 0,0 0,-1 0,1 0,-1-1,0 1,0-1,-1 1,0-1,0 1,0-1,0 1,-1 0,0-1,0 1,-1 0,1-1,-1 1,0 0,-1 0,1 0,-1 0,0 1,0-1,0 1,-1 0,1 0,-1 0,0 0,0 1,-1-1,1 1,-1 0,0 0,1 1,-1 0,-1-1,1 2,-4-2,1 0,-1 0,0 1,0 1,0-1,0 1,0 1,-1-1,1 2,0-1,0 1,0 1,0 0,0 0,0 1,0 0,1 0,0 1,-1 0,1 0,0 1,1 0,-1 1,-4 4,0 1,0 0,1 1,0 0,1 1,0 0,1 1,1 0,0 1,1-1,0 1,1 1,-3 15,6-19,0 1,1 0,0 0,1 0,1 0,0 0,1 0,0 0,1 0,1 0,0 0,0-1,1 1,1-1,0 0,1 0,0-1,1 0,0 0,0 0,1-1,1 0,0-1,0 0,1 0,0-1,2 1,3 2,2 0,-1-1,2-1,-1 0,1-1,0-1,1-1,-1-1,1 0,1-1,-1-2,0 0,1 0,-1-2,1-1,-1 0,1-1,-1-1,0-1,3-2,-13 2,1 0,-1-1,0 0,-1-1,1 0,-1 0,0-1,-1 0,1-1,-1 1,-1-1,0 0,0-1,0 0,-1 0,0 0,-1 0,0-1,-1 0,0 0,0 0,-1-1,5 116,-6-100,0-1,0 1,1 0,-1-1,1 1,0-1,0 0,1 1,-1-1,1 0,0-1,0 1,0 0,0-1,1 0,0 0,-1 0,1 0,0 0,0-1,1 1,-1-1,0-1,1 1,-1 0,1-1,0 0,-1 0,1 0,0-1,0 0,-1 0,1 0,0 0,0-1,0 0,-1 0,1 0,-1 0,1-1,0 0,-1-2,0-1,0 0,0 0,0 0,-1-1,0 1,-1-1,1 0,-1 0,0 0,0 0,-1 0,1 0,-2 0,1-1,-1 1,1 0,-2-1,1 1,-1 0,0 0,0-1,-1 1,0 0,0 0,0 0,-1 1,1-1,-1 1,-1-1,1 1,-1 0,0 0,0 0,-3-1,4 3,-1-1,0 1,-1 1,1-1,0 0,-1 1,0 0,1 0,-1 1,0-1,0 1,0 0,0 0,0 0,0 1,0 0,0 0,0 0,-1 1,1 0,0 0,0 0,1 0,-1 1,0 0,0 0,-2 1,0 0,0 1,0 0,1 0,-1 0,1 1,0 0,0 0,1 1,-1-1,1 1,1 1,-1-1,1 1,0-1,-2 7,5-11,0 0,1 0,-1-1,1 1,0 0,-1 1,1-1,0 0,0 0,0 0,1 0,-1 0,0 0,1 0,-1 0,1 0,0-1,-1 1,1 0,0 0,0 0,0-1,1 1,-1 0,0-1,1 1,-1-1,1 0,-1 1,1-1,0 0,-1 0,1 0,0 0,0 0,0 0,0-1,-1 1,1-1,0 1,0-1,0 0,1 0,-1 1,0-1,1-1,23 3</inkml:trace>
  <inkml:trace contextRef="#ctx0" brushRef="#br0" timeOffset="362.032">715 285,'2'-14,"0"-1,1 1,0-1,1 1,1 0,0 0,1 1,4-8,11-28,8-30,-35 105,0 1,2 1,1-1,1 1,2 4,0-22,0 1,1-1,1 1,0-1,0 1,1-1,1 0,-1 0,2-1,-1 1,1-1,1 0,-1 0,2 0,-1-1,21 18,-2-6</inkml:trace>
  <inkml:trace contextRef="#ctx0" brushRef="#br0" timeOffset="622.334">929 620,'0'14,"0"11,5 6,3 2,5 0,3-1,3-3,1-5,1-7,-1-5,2-5,0-9,2-8,1-7,1-8,-4 1</inkml:trace>
  <inkml:trace contextRef="#ctx0" brushRef="#br0" timeOffset="1005.518">1263 513,'168'291,"-168"-290,0 0,0 1,1-1,-1 0,1 0,-1 1,1-1,-1 0,1 0,0 0,-1 0,1 0,0 1,0-1,0-1,0 1,0 0,0 0,0 0,0 0,0-1,0 1,1-1,-1 1,0-1,0 1,1-1,-1 1,0-1,1 0,-1 0,0 0,1 0,-1 0,0 0,1 0,-1 0,0-1,1 1,-1 0,0-1,0 1,1-1,15-11,0 0,-2-1,1 0,-2-1,0-1,0-1,5-9,50-69,-67 91,-2 2,0 1,0-1,0 1,0-1,0 1,0-1,0 1,0-1,0 0,0 1,0-1,0 1,1-1,-1 1,0-1,0 1,0-1,1 1,-1-1,0 1,1 0,-1-1,0 1,1-1,-1 1,1 0,-1-1,0 1,1 0,-1-1,1 1,-1 0,1 0,-1 0,1-1,-1 1,1 0,0 0,-1 0,1 0,-1 0,1 0,-1 0,1 0,-1 0,1 0,-1 0,1 0,-1 1,1-1,-1 0,1 0,-1 1,1-1,-1 0,1 0,-1 1,1-1,-1 0,0 1,1-1,-1 1,1-1,-1 1,0-1,3 12,-2-4,1 1,1-1,-1 1,1-1,1 0,-1 0,1 0,1-1,-1 1,4 2,5 2,2-2,-1 0,1 0,0-2,1 0,0 0,1-2,-1 0,1-1,0 0,1-2,-1 0,0-1,1 0,0-2,47 7</inkml:trace>
  <inkml:trace contextRef="#ctx0" brushRef="#br0" timeOffset="1439.399">2440 620,'-7'-2,"-1"-1,1 2,-1-1,1 1,-1 0,0 1,1 0,-1 0,0 1,1 0,-1 0,0 1,1-1,0 2,-1-1,1 1,0 0,0 1,1 0,-1 0,1 0,0 1,0-1,0 2,0-1,1 1,0-1,0 1,1 1,-1 0,3-3,0 0,1 0,-1 1,1-1,0 0,0 1,0-1,0 1,1-1,0 1,0 0,0-1,1 1,-1-1,1 1,0-1,0 0,1 1,-1-1,1 0,0 0,0 0,1 0,-1 0,1 0,0-1,0 1,0-1,0 0,0 0,1 0,-1 0,1-1,0 1,0-1,0 0,0 0,0 0,1-1,-1 0,0 1,1-2,-1 1,1 0,-1-1,1 0,3 0,-1 0,0-1,0 0,-1 0,1-1,0 0,0 0,-1-1,1 0,-1 0,0 0,0-1,0 1,-1-2,1 1,-1-1,0 1,0-1,0-1,-1 1,4-5,1-4,-1 0,0 0,-1-1,-1 0,0 0,-1-1,0 1,0-10,6-44,-4-1,-3-1,-3-14,1 10,2-131,-4 198,-10-39,-3 50,-28 72,29-46,1 1,2 0,0 1,3 0,0 0,2 0,1 1,2-1,1 1,1 0,2-1,1 1,1-1,3 2,-3-19,1-1,1 0,0 0,0 0,2-1,-1 0,2 0,-1-1,2 0,-1-1,2 0,-1-1,1 0,0-1,1 0,0-1,0 0,1-1,0-1,0 0,0-1,0-1,1 0,1 0,50 7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9:04.14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148 469,'5'13,"1"8,4 1,5-2,5-7,5-10,4-13,0-11,1-9,-3-9,-3-4,-7-1,-1-1,-1 3,2 7,4 8,6 10,-2 7</inkml:trace>
  <inkml:trace contextRef="#ctx0" brushRef="#br0" timeOffset="265.33">883 428,'4'100,"-3"-96,0-1,0 1,0 0,0 0,1-1,0 1,0-1,0 1,0-1,0 0,1 0,-1 0,1 0,0 0,0-1,0 1,0-1,0 0,0 0,1 0,-1 0,1-1,3 2,-4-2,1-1,0 1,-1-1,1 0,0 0,-1 0,1 0,0-1,0 1,-1-1,1 0,-1 0,1-1,-1 1,1-1,-1 1,0-1,0 0,0 0,0-1,0 1,0 0,-1-1,1 0,-1 0,1 0,1-3,1-1,-1 0,1-1,-1 0,0 0,-1 0,0 0,0 0,-1-1,0 1,-1-1,1-5,-1 9,-1 0,1-1,-1 1,-1-1,1 1,-1 0,0-1,0 1,0 0,-1 0,1 0,-1 0,-1 0,1 0,-1 0,0 1,0-1,0 1,0 0,-1 0,0 0,0 0,0 0,0 1,0 0,-1 0,0 0,1 1,-1-1,0 1,0 0,0 1,-1-1,1 1,0 0,0 0,-2 1,0 0,-1 1,1 0,-1 0,1 1,0 0,-1 1,1-1,0 1,0 1,1-1,-1 1,1 1,0-1,0 1,0 0,1 0,-1 0,1 1,0 0,1 0,0 0,0 1,0-1,1 1,-1 0,2 0,-1 0,1 1,-1 5,3-10,0 0,0 1,1-1,-1 0,1 0,0 0,0 1,0-1,0 0,1 0,-1-1,1 1,0 0,0 0,0-1,0 1,0-1,0 0,1 1,-1-1,1 0,0 0,-1-1,1 1,0-1,0 1,0-1,1 0,90 18,-51-21</inkml:trace>
  <inkml:trace contextRef="#ctx0" brushRef="#br0" timeOffset="435.874">1044 1,'-16'9,"-10"12,0 10,4 8,6 4,9 4,8-5</inkml:trace>
  <inkml:trace contextRef="#ctx0" brushRef="#br0" timeOffset="611.411">1217 669,'21'16,"17"7,17 1,14-5,15-5,10-8,7-8,-12-5</inkml:trace>
  <inkml:trace contextRef="#ctx0" brushRef="#br0" timeOffset="1607.566">1 162,'0'13,"0"14,4 14,7 11,10 6,11 2,13 0,10-4,13-4,-7-11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9:02.84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301 703,'-21'-3,"-1"2,1 0,-1 2,1 0,-1 1,-8 3,22-3,0 0,0 0,0 1,1 0,-1 0,1 1,0 0,0 0,0 0,0 1,1 1,0-1,0 1,0 0,1 0,-1 0,2 1,-1 1,3-6,0 1,0-1,1 1,-1 0,1 0,0-1,0 1,0 0,0 0,0 0,1 1,0-1,-1 0,1 0,0 0,0 0,1 0,-1 0,1 0,0 0,-1 0,1 0,0 0,1 0,-1 0,0 0,1-1,0 1,0 0,0-1,0 0,0 1,0-1,0 0,1 0,-1 0,1-1,-1 1,2 0,5 1,0-1,0 0,0 0,0-1,1 0,-1-1,0 0,0 0,1-1,-1-1,0 1,0-1,0-1,0 0,-1 0,1 0,-1-1,0-1,0 1,0-1,-1-1,1 0,-1 0,0 0,-1 0,0-1,0 0,0-1,-1 1,0-1,-1 0,1 0,-1-1,-1 1,0-1,1-4,-2 5,1 0,-1 0,-1 0,0 0,0-1,0 1,-1-1,0 1,-1-1,0 1,0 0,-1 0,0-1,-2-3,-3 21,7 1,1-1,-1 1,2-1,-1 1,1-1,1 0,0 1,0-1,0-1,1 1,1 0,0-1,0 0,0 0,1 0,0-1,1 0,-1 0,1-1,1 0,-1 0,1 0,0-1,0 0,1-1,0 0,-1 0,1-1,1 0,-1 0,6 0,48 9,-3-5</inkml:trace>
  <inkml:trace contextRef="#ctx0" brushRef="#br0" timeOffset="624.901">1024 649,'-15'0,"1"1,-1 0,1 1,0 0,0 1,0 1,0 0,0 1,1 0,0 1,0 1,0 0,1 1,0 0,0 1,1 0,0 1,9-8,0 0,0 0,1 0,-1 1,0-1,1 0,-1 1,1-1,0 1,0-1,0 1,0 0,1 0,-1-1,0 1,1 0,0 0,0 0,0-1,0 1,0 0,1 0,-1 0,1-1,0 1,0 0,0-1,0 1,0 0,0-1,1 1,-1-1,1 0,0 0,-1 1,1-1,0 0,0-1,1 1,-1 0,0 0,1-1,-1 0,1 1,-1-1,2 0,12 5,1-1,0 0,0-1,0-1,1-1,-1-1,1 0,-1-1,1-1,-1 0,1-2,-1 0,0 0,0-2,0 0,-1-1,1-1,-4 2,0-1,0-1,0 0,-1 0,0-2,0 1,-1-1,0-1,-1 0,0-1,0 1,-1-2,-1 0,0 0,-1 0,0-1,0 0,-2 0,0-1,3-10,0-22,-2-1,-2 0,-2-1,-2 1,-3 0,-1 0,-2 0,2 4,-2 0,-2 1,-8-26,15 65,0 0,1 1,-1-1,1 1,-1-1,0 1,0 0,0-1,0 1,0 0,-1 0,1 0,-1 0,0 0,1 0,-1 0,0 0,0 1,0-1,-1 0,2 3,-1 0,1 0,-1 0,1 0,0 1,-1-1,1 0,0 0,0 1,0-1,0 1,0-1,0 1,0 0,0-1,1 1,-1 0,1-1,-1 1,1 0,0 0,-1 0,1-1,0 3,0-1,-8 43,3 1,1 1,3-1,2 0,2 1,8 45,-6-57,2 1,1-2,1 1,2-1,2-1,1 0,1-1,18 27,-30-54,0 0,1 0,0 0,1-1,-1 1,1-1,0 0,0 0,1-1,-1 0,1 0,0 0,0 0,1-1,-1 0,1-1,-1 1,1-1,0 0,0-1,0 0,0 0,0 0,0-1,0 0,0-1,0 1,0-1,0-1,0 1,2-2,3-3,0 0,-1-1,0-1,0 0,-1 0,0-1,0-1,-1 1,8-11,16-17,-32 37,-1-1,0 1,0-1,0 1,1-1,-1 1,0-1,1 1,-1-1,0 1,1-1,-1 1,0 0,1-1,-1 1,1 0,-1-1,1 1,-1 0,1 0,-1-1,1 1,-1 0,1 0,-1 0,1 0,-1 0,1 0,0 0,-1 0,1 0,-1 0,1 0,-1 0,1 0,-1 0,1 0,-1 1,1-1,-1 0,1 0,-1 1,1-1,-1 0,1 1,-1-1,1 0,-1 1,0-1,1 0,-1 1,0-1,1 1,4 33,-4-21,0-8,-1 1,1-1,0 1,1-1,-1 0,1 0,0 1,0-1,0 0,1-1,0 1,0 0,0-1,0 0,1 1,0-1,0-1,0 1,0-1,1 1,-1-1,1 0,0-1,0 1,0-1,0 0,0 0,0-1,2 1,19 0</inkml:trace>
  <inkml:trace contextRef="#ctx0" brushRef="#br0" timeOffset="876.783">1838 475,'-18'-6,"-10"-6,-8-4,-4-2,4 2</inkml:trace>
  <inkml:trace contextRef="#ctx0" brushRef="#br0" timeOffset="1131.629">1211 248,'22'0,"22"0,19 0,17 0,15 0,10 2,5 6,-16 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9:01.86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0,'0'25,"2"20,1 13,2 8,3 5,1-1,1-6,-3-9,-1-11,-3-14</inkml:trace>
  <inkml:trace contextRef="#ctx0" brushRef="#br0" timeOffset="201.063">295 26,'0'21,"0"17,-2 15,-1 9,0 5,1-1,0-6,3-10,4-12,3-12,2-13,2-13,-1-7</inkml:trace>
  <inkml:trace contextRef="#ctx0" brushRef="#br0" timeOffset="395.57">522 174,'21'4,"17"2,19 0,15-1,17-2,12-1,13-1,9-1,5 0,-2 2,-2 1,-5 0,-24-1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9:00.85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276 228,'11'-32,"-11"28,0-1,0 0,0 1,-1-1,0 1,0-1,0 1,0 0,-1-1,1 1,-1 0,0 0,0 0,-1 0,1 0,-1 1,0-1,0 1,0-1,-1 1,1 0,-1 1,1-1,-1 0,0 1,0 0,0 0,0 0,-1 1,1-1,0 1,-1 0,1 0,-1 0,1 1,-1 0,1 0,-1 0,1 0,-1 1,-2 0,-1 0,1 1,-1 0,1 0,0 1,0 0,0 0,0 1,1 0,-1 0,1 0,0 1,0 0,1 0,-1 0,1 1,0 0,1 0,-1 0,1 1,0-1,1 1,0 0,0 0,0 0,0 6,-2 3,1 0,0 0,2 0,0 1,1-1,0 1,1-1,1 1,1-1,0 1,3 7,-3-15,0 0,0-1,1 1,0-1,1 0,-1 0,1 0,1 0,0-1,0 1,0-1,1-1,0 1,0-1,1 0,0 0,0-1,0 0,1 0,-1 0,1-1,0-1,1 1,-1-1,1-1,-1 1,1-1,0-1,6 1,6-5,0-1,-1-1,0-1,1-1,-2-1,1 0,-1-1,-1-1,0-1,0-1,-1 0,0-2,3-3,1 1,0 0,-1-2,-1 0,0-1,-2-1,0 0,-1-1,-1-1,-1-1,-2 0,0-1,5-16,-14 34,-1-1,-1 0,0 0,0-1,0 1,-1 0,0 0,0 0,-1 0,1 0,-2 0,1 0,-1 0,0 0,-1 0,1 0,-1 1,-1-1,0 0,4 7,-1 0,0-1,0 1,1-1,-1 1,0 0,0 0,0-1,1 1,-1 0,0 0,0 0,0 0,0 0,0 0,1 0,-1 0,0 1,0-1,0 0,1 0,-1 1,0-1,0 0,1 1,-1-1,0 1,0-1,1 1,-1-1,1 1,-1-1,0 1,1 0,-1-1,1 1,-1 0,1 0,0-1,-1 1,1 0,0 0,0 0,-1-1,1 1,0 0,0 0,0 0,0 0,0-1,0 1,0 0,0 0,0 0,1 0,-1-1,0 1,0 0,1 0,-6 50,1 1,3-1,3 1,3 17,-4-54,0 0,-1 8,1 0,1 0,1 1,1-1,1-1,1 1,1-1,1 0,1 0,4 6,4-6</inkml:trace>
  <inkml:trace contextRef="#ctx0" brushRef="#br0" timeOffset="317.166">1052 1,'-171'243,"152"-221,14-16,-1 0,1 1,0-1,0 1,1 0,0 1,0-1,0 0,1 1,0 1,4-5,0-1,0 1,0-1,1 0,0 0,-1 0,1 0,0 0,0 0,0 0,1-1,-1 1,1-1,0 1,-1-1,1 0,0 0,0 0,0-1,0 1,1-1,-1 1,0-1,1 0,-1 0,1-1,-1 1,1-1,1 0,6 4,312 104,-166-81,-117-26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9:19.01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330 388,'-34'25,"2"2,0 1,2 2,0 2,26-28,-12 11,0 1,1 1,1 0,1 1,1 0,0 1,1 1,1 0,1 0,1 1,0 0,2 0,1 0,0 1,1 4,3-22,0-1,0 1,1-1,-1 1,1-1,0 1,0 0,0-1,1 1,-1-1,1 1,0-1,0 1,0-1,0 0,1 1,-1-1,1 0,0 0,0 0,0 0,0 0,1 0,-1-1,1 1,-1-1,1 0,0 1,0-1,0-1,0 1,1 0,-1-1,0 0,1 1,-1-1,0 0,1-1,0 1,-1-1,1 0,-1 1,1-2,1 1,7-5,-1 0,-1-1,1 0,-1-1,0 0,0-1,-1 0,0 0,-1-1,1 0,-2-1,2-2,-2 5,45-56,-3-3,-3-1,-3-3,-2-1,-4-2,-4-1,14-45,-45 112,3-5,0 0,0-1,-2 1,0-1,0 0,-1 0,0 0,-1 0,-1 0,0 0,-1 0,0 0,-2-5,2 16,0-1,0 0,0 0,0 0,-1 1,1-1,-1 1,1-1,-1 1,0 0,0-1,0 1,-1 0,1 0,0 0,-1 1,1-1,-1 1,0-1,1 1,-1 0,0 0,0 0,0 0,0 1,0-1,0 1,0 0,0-1,0 1,0 1,0-1,0 0,0 1,-1 0,-6 1,0 1,0 1,0-1,1 2,0-1,0 1,0 0,0 1,-6 6,5-4,0 1,0 0,1 1,0 0,1 1,0 0,1 0,0 0,1 1,0 0,1 0,0 1,1 0,0 0,1 0,0 0,1 0,1 0,0 1,1-1,1 0,0 1,0-1,3 10,6 4,1 0,1-1,1-1,1 0,2 0,12 14,55 100,-69-103,-2 0,-2 2,-1-1,-3 1,0 0,-3 1,10 52,9-22,-8-49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9:19.54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40,'25'0,"24"-3,24-2,25-3,18-1,13 3,2 1,-21 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9:20.60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41 869,'0'0,"-1"-1,1 1,0 0,0 0,0 0,0 0,-1-1,1 1,0 0,0 0,-1 0,1 0,0 0,0 0,0 0,-1 0,1 0,0 0,0 0,-1 0,1 0,0 0,0 0,-1 0,1 0,0 0,0 0,-1 0,1 0,0 0,0 0,0 0,-1 0,1 1,0-1,0 0,0 0,-1 0,1 0,0 1,0-1,0 0,-2-28,2 15,1 1,1 0,0 0,1 0,0 0,1 1,0-1,0 1,2 0,-1 0,1 0,1 1,0 0,0 0,1 1,1 0,-1 0,1 1,5-3,-12 10,1-1,1 1,-1-1,0 1,0 0,0 0,1 1,-1-1,0 1,1 0,-1-1,0 1,1 1,-1-1,0 0,1 1,-1 0,0 0,1 0,-1 0,0 0,0 1,0-1,0 1,0 0,-1 0,1 0,-1 0,1 0,-1 1,2 1,6 7,-1 0,0 0,-1 0,0 1,-1 1,-1-1,1 2,-2-5,0 1,-1-1,0 1,-1 0,0 1,0-1,-1 0,0 1,-1 0,0-1,-1 1,0 0,-1-1,0 1,-1-1,0 3,1-11,0-1,0 1,0-1,0 1,0-1,0 1,0-1,-1 1,1-1,0 0,-1 0,1 0,-1 0,0 0,1 0,-1 0,0 0,1-1,-1 1,0-1,0 1,1-1,-1 0,0 0,0 0,0 0,0 0,0 0,1 0,-1 0,0-1,0 1,0-1,1 1,-1-1,0 0,1 0,-1 0,0 0,1 0,-1 0,1 0,0 0,-1 0,1-1,0 1,0-1,0 1,0-1,0 1,0-1,0 0,0 1,1-1,-1 0,1 0,-1 0,1 0,-4-9,0 0,1 0,0 0,1-1,1 1,0-1,0 0,1 1,0-1,1 0,1 1,0-1,0 1,1-1,1-1,71-165,-74 176,42-81,-23 49,-2 0,-1-1,-2-1,-2-1,0 0,-3 0,3-24,-12 52,0-1,0 1,-1-1,0 1,-1-1,0 1,-1 0,0-1,0 1,-1 0,0 0,-1 0,0 1,-2-4,5 11,0 1,0-1,1 1,-1 0,0-1,0 1,0 0,0 0,0 0,0-1,0 1,0 0,0 0,0 0,0 1,0-1,0 0,0 0,0 0,1 1,-1-1,0 0,0 1,0-1,0 1,0-1,1 1,-1-1,0 1,0 0,1-1,-1 1,1 0,-1 0,0 0,1-1,-1 1,1 0,0 0,-1 0,1 0,0 0,-1 0,1 0,0-1,0 1,0 0,0 0,0 0,0 0,0 0,0 0,0 0,1 0,-1 0,0 0,1 0,-1 0,-6 50,3 0,1-1,3 1,2 4,-2-27,27 351,-27-367,-1 1,2-1,0 0,0 0,1 0,1-1,0 1,0-1,1 0,0 0,1 0,1-1,0 1,0-2,0 1,10 8,-14-16,0 0,1 0,-1-1,1 1,0-1,-1 0,1 0,0 0,0 0,-1-1,1 1,0-1,0 0,0 0,3-1,21-5</inkml:trace>
  <inkml:trace contextRef="#ctx0" brushRef="#br0" timeOffset="265.735">0 253,'25'9,"36"4,37-4,33-5,25-3,-15-2</inkml:trace>
  <inkml:trace contextRef="#ctx0" brushRef="#br0" timeOffset="1460.55">1271 775,'-13'-25,"-37"-52,48 75,0 0,0 0,-1-1,1 2,-1-1,1 0,-1 0,1 1,-1 0,0-1,0 1,0 0,0 0,0 1,0-1,0 0,0 1,0 0,0 0,0 0,0 0,0 0,0 1,0-1,0 1,0 0,0 0,-9 5,0 0,1 1,0 0,0 1,0 0,1 0,1 1,-1 1,2 0,-1 0,1 0,1 1,0 0,0 1,1 0,1 0,0 0,0 1,4-11,0 0,0 1,0-1,0 1,0-1,0 1,1-1,-1 1,1 0,-1-1,1 1,0 0,0-1,0 1,1-1,-1 1,1 0,-1-1,1 1,0-1,0 1,0-1,0 1,1-1,-1 0,0 0,1 1,0-1,0 0,-1-1,2 2,4-1,0 0,0 0,1-1,-1 0,1 0,-1 0,1-1,-1 0,1-1,-1 0,1 0,-1 0,0-1,0 0,0-1,0 0,0 0,0 0,0-1,4-3,0 2,0-1,0-1,-1 0,0 0,0-1,-1 0,0 0,0-1,-1 0,0-1,-1 0,0 0,0-1,-1 0,-1 0,0 0,0-1,-1 1,1-9,-6 31,-1 1,2-1,0 1,0 0,1-1,1 1,-1-1,2 0,0 0,0 0,1 0,0 0,1 0,6 9,-10-19,0 1,1 0,-1 0,0 0,1 0,-1-1,1 1,0-1,0 1,-1-1,1 0,0 0,0 1,0-1,0-1,0 1,1 0,-1 0,0-1,0 1,0-1,1 0,-1 0,0 0,1 0,-1 0,0 0,0-1,1 1,-1-1,0 1,0-1,0 0,0 0,0 0,0 0,0 0,0 0,0-1,0 1,-1-1,1 1,0-1,-1 0,0 1,2-2,4-12,1 1,-2-1,0 0,-1-1,0 1,-2-1,1 0,-2 0,0 0,-1 0,-1 0,0-1,-3-15,3 12,-1 4,8-40,-5 55,-1 0,0 0,1 1,-1-1,1 0,-1 1,1-1,-1 1,1 0,-1-1,1 1,0 0,-1 0,1 0,-1 0,1 0,0 1,-1-1,1 0,-1 1,1-1,-1 1,1-1,-1 1,0 0,1 0,-1-1,0 1,1 0,0 1,-1-1,26 12,-1 2,0 1,-1 0,-1 2,-1 1,18 19,-34-29,-1 0,-1 0,0 0,0 1,-1 0,0 0,0 0,-1 0,-1 0,0 1,0-1,-1 1,0 6,7 33,-8-46,1 0,0 0,0 0,0 0,0 0,1 0,0-1,-1 1,1-1,1 1,-1-1,0 0,1 0,0 0,0 0,0 0,0 0,0-1,0 0,1 1,-1-1,1 0,-1-1,1 1,0-1,0 0,0 1,0-2,14 2,0-1,0-2,0 1,0-2,0-1,0 0,0-1,-1-1,1 0,-1-2,2-1,-16 7,29-8,-1-2,0-1,0-2,-2-1,1-1,-2-2,0 0,18-18,-42 33,0 0,-1-1,0 1,0-1,0 1,0-1,0 0,-1 0,0 0,0 0,0-1,0 1,-1-1,1 1,-1-1,0 1,-1-1,1 0,-1 0,0 1,0-1,0 0,-1 1,1-1,-1 0,0 1,-1-1,1 1,-1-1,0 1,0 0,0 0,-1 0,0 0,-1-2,3 4,-1 1,1 0,0 0,-1 0,1 0,0 0,-1 0,0 0,1 0,-1 1,1-1,-1 0,0 1,0 0,1-1,-1 1,0 0,0 0,1 0,-1 0,0 0,0 0,1 0,-1 1,0-1,1 1,-1-1,0 1,1 0,-1 0,1 0,-1-1,1 1,-1 1,1-1,-1 0,1 0,0 0,0 1,0-1,-1 1,-37 65,37-63,0 0,0 0,1 0,-1 0,1 0,0 0,0 1,0-1,1 0,-1 1,1-1,0 1,0-1,1 0,-1 1,1-1,0 0,0 0,0 1,1-1,0 0,0 0,0 0,0-1,0 1,1 0,-1-1,1 0,0 1,0-1,2 1,12 3,-1 0,2-1,-1-1,1 0,-1-1,1-1,0-1,1-1,-1 0,0-2,0 0,0-1,1 0,38-1,0-2,0-3,-1-2,0-2,-1-3,43-18,-31-9,-65 41,0-1,-1 0,1 1,-1-1,1 0,-1 0,0 0,0 0,0 0,0 0,0 0,0 0,0 0,-1 0,1-1,-1 1,0 0,1 0,-1-1,0 1,0 0,-1 0,1-1,0 1,-1 0,1 0,-1-1,0 1,0 0,0 0,0 0,0 0,-3-3,1 0,-1 0,0 1,-1 0,1 0,-1 0,0 0,0 1,0 0,0 0,0 0,-1 1,1-1,-1 1,0 1,0-1,1 1,-1 0,0 0,0 1,0 0,0 0,0 0,0 0,0 1,0 0,0 1,0-1,1 1,-1 0,0 1,1-1,0 1,-1 0,1 0,0 1,-1 0,0 0,1 0,-1 1,1 0,0 0,0 0,0 1,1-1,-1 1,1 0,1 0,-1 1,1-1,1 1,-1 0,1-1,0 1,0 0,1 0,0 2,1-7,0 0,1 0,-1 0,0 0,1-1,0 1,-1 0,1 0,0-1,0 1,0 0,0-1,0 1,1-1,-1 0,0 1,1-1,-1 0,1 0,-1 0,1 0,-1 0,1 0,0 0,0 0,-1-1,1 1,0-1,0 1,0-1,0 0,-1 0,2 0,63-5,-51 0,0 0,0-1,-1-1,0 0,0-1,-1-1,0 0,0-1,-1 0,0-1,3-4,-12 12,-3 2,0 1,0-1,0 1,0-1,0 1,0-1,0 1,0-1,0 1,0-1,0 1,1-1,-1 1,0-1,0 1,0 0,1-1,-1 1,0-1,1 1,-1 0,0-1,1 1,-1 0,0-1,1 1,-1 0,1-1,-1 1,0 0,1 0,-1 0,1 0,-1-1,1 1,-1 0,1 0,-1 0,1 0,-1 0,1 0,-1 0,1 0,-1 0,1 0,-1 0,1 1,-1-1,1 0,-1 0,0 0,1 1,-1-1,1 0,-1 0,0 1,1-1,-1 0,1 1,-1-1,0 0,0 1,1-1,-1 1,-2 26,1-19,-1-1,1 1,1 0,-1-1,1 1,1 0,-1 0,1-1,1 1,-1-1,1 1,1-1,-1 0,1 1,0-1,1 0,0-1,0 1,0-1,1 0,0 0,0 0,1 0,6 1,0-1,0 0,1 0,-1-2,1 1,0-2,1 0,-1 0,0-1,1-1,-1 0,1-1,-1-1,13-1,61-5,0-4,-1-3,6-6,21-5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9:24.0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4 229,'-2'27,"1"1,1-1,1 0,5 24,-4-25,19 146,7 0,17 33,-37-179,-8-26,1 1,0-1,-1 0,1 0,0 1,-1-1,1 0,0 0,-1 0,1 0,0 0,0 0,-1 0,1 0,0 0,-1 0,1 0,0-1,-1 1,1 0,0 0,-1-1,1 1,0 0,-1-1,1 1,-1-1,1 1,-1-1,1 1,-1-1,1 1,-1-1,1 1,-1-1,0 0,1 1,-1-1,0 0,1 1,-1-1,0 0,0 1,0-1,0 0,0 1,0-1,0 0,0 0,0 1,0-1,3-4,2-3,1-1,1 1,-1 0,1 1,1 0,-1 0,1 1,0-1,5-1,-10 6,1 0,-1 0,0 0,1 0,-1 1,1 0,-1-1,1 1,0 1,-1-1,1 0,0 1,0 0,-1 0,1 0,0 0,0 1,0 0,-1-1,1 1,-1 1,1-1,0 0,-1 1,0 0,1 0,0 0,-1 0,-1 1,1-1,0 1,-1-1,1 1,-1 0,0 0,0 0,0 0,-1 1,1-1,-1 0,1 1,-1-1,0 1,0-1,-1 1,1 0,-1-1,0 1,0 0,0-1,0 1,-1-1,1 1,-1 0,0-1,0 1,0-1,-1 1,1-1,-1 0,-2 5,0 0,0-1,-1 0,0 0,0 0,0-1,-1 1,0-1,-1-1,1 1,-1-1,0 0,-3 1,3-3,0 0,0 0,0-1,0 0,0 0,0 0,0-1,-1 0,1-1,-7 0,12 0,0 0,0 0,0 0,0-1,0 1,0 0,0-1,1 0,-1 1,0-1,0 0,0 0,1 0,-1 0,0 0,1 0,-1-1,1 1,0-1,-1 1,1-1,0 1,0-1,0 0,0 1,0-1,0 0,1 0,-1 0,0 1,1-1,0 0,-1 0,1 0,0 0,0 0,0 0,0 0,0 0,1 0,-1 0,0 0,3-7,1 1,0 0,0-1,0 1,1 1,0-1,0 1,1 0,0 0,1 0,-1 1,1 0,0 0,1 1,-1 0,1 0,0 1,6-2,0-2,0 1,0 0,0 1,1 1,0 0,0 1,0 1,1 1,-1 0,1 0,0 2,1 0,-13 0,-1 0,0 1,0 0,1-1,-1 1,0 0,0 0,0 1,0-1,0 1,0-1,-1 1,1 0,0 0,-1 0,0 1,1-1,-1 1,0-1,0 1,0-1,-1 1,1 0,-1 0,1 0,0 2,8 88,-4-21,-6-71,1 1,0 0,-1 0,1 0,0 0,0-1,0 1,0 0,1-1,-1 1,0-1,1 0,-1 1,1-1,-1 0,1 0,0 0,-1 0,1 0,0 0,0 0,0-1,0 1,0-1,-1 1,1-1,0 0,0 1,0-1,0 0,0-1,0 1,0 0,0 0,0-1,0 1,0-1,0 0,0 1,-1-1,1 0,0 0,-1 0,1-1,26-11</inkml:trace>
  <inkml:trace contextRef="#ctx0" brushRef="#br0" timeOffset="259.302">513 577,'22'13,"8"5</inkml:trace>
  <inkml:trace contextRef="#ctx0" brushRef="#br0" timeOffset="691.144">1101 764,'-30'4,"2"1,-1 1,0 2,1 1,1 1,-22 12,14 2,34-24,1 1,-1-1,1 1,-1 0,0-1,1 1,0 0,-1 0,1-1,-1 1,1 0,0 0,-1 0,1-1,0 1,0 0,0 0,0 0,0 0,0-1,0 1,0 0,0 0,0 0,0 0,0 0,1-1,-1 1,0 0,1 0,-1 0,0-1,1 1,-1 0,1-1,-1 1,1 0,0-1,-1 1,1 0,0-1,-1 1,1-1,0 1,12 6,0 0,0-1,0-1,0 0,1-1,0 0,0-1,2 0,27 7,-31-7,1 0,-1 0,1 0,0 2,-1-1,0 2,0 0,-1 0,1 1,-1 0,9 9,-19-15,0 0,0 0,0 0,0 0,0 0,0 0,-1 1,1-1,0 0,-1 1,1-1,-1 1,0-1,1 0,-1 1,0-1,0 1,0-1,0 1,0-1,0 1,0-1,0 1,0-1,-1 0,1 1,-1-1,1 1,-1-1,0 0,1 1,-1-1,0 0,0 0,0 0,0 0,0 0,0 0,0 0,0 0,-53 30,-12-17,64-14,0 0,1 0,-1 0,1 0,-1 0,0 0,1 0,-1-1,0 1,1 0,-1-1,1 0,-1 1,1-1,0 0,-1 0,1 1,-1-1,1 0,0-1,0 1,0 0,0 0,0 0,0-1,0 1,0 0,0-1,0 1,1-1,-1 1,1-1,-1 1,1-1,-1 0,1 1,0-1,0 1,0-1,0 0,2-9,0 0,0 0,1 1,1-1,0 1,0 0,1 0,0 0,1 1,0-1,1 0,6-9,1-6,29-40,-3-1,-3-3,-3-1,-3-1,-3-2,-4-1,2-17,-18 45,-2 1,-1-1,-3 0,-3-28,-8 29,3 46,-6 58,4 74,7-1,4 0,11 41,-13-140,2 0,1-1,2 1,0-1,3 0,0 0,2-1,2-1,1 0,1 0,7 8,-20-34,1 0,0 0,0 0,0 0,1-1,-1 0,1 1,-1-1,1-1,0 1,1 0,-1-1,0 0,1 0,-1 0,1-1,-1 0,1 1,0-2,0 1,0 0,15-7</inkml:trace>
  <inkml:trace contextRef="#ctx0" brushRef="#br0" timeOffset="937.023">1181 470,'13'11,"23"6,22 3,18 0,-3-3</inkml:trace>
  <inkml:trace contextRef="#ctx0" brushRef="#br0" timeOffset="1832.822">1902 737,'-31'9,"18"-7,1 0,0 0,-1 1,1 1,1 0,-1 1,0 0,1 1,0 0,1 1,-1 0,1 0,1 1,-1 1,1 0,1 0,0 0,0 1,1 1,-1 1,4-4,1 0,0 0,0 1,1-1,0 1,1 0,0 0,0-1,1 4,0-9,0 0,0 0,1 0,-1 0,1-1,-1 1,1 0,0 0,0-1,0 1,0 0,1-1,-1 1,1-1,0 1,0-1,-1 0,1 0,1 0,-1 0,0 0,0 0,1-1,-1 1,1-1,-1 0,1 1,0-1,1 0,1 0,0 0,0-1,0 1,0-1,-1 0,1-1,0 1,0-1,0 0,-1 0,1-1,0 1,-1-1,1 0,-1 0,0 0,0-1,0 0,0 0,0 0,1-1,66-80,-61 65,-1 0,-1-1,-1 1,-1-2,-1 1,2-13,-9 45,1 0,0-1,0 1,1 0,1 0,0 0,0 0,2-1,-1 1,1-1,1 1,0-1,1 0,0 0,0-1,1 0,1 0,7 9,-11-17,0 0,0 0,0 0,1 0,-1-1,0 1,1-1,-1 0,1 0,0 0,-1-1,1 1,0-1,-1 0,1 0,0 0,0-1,-1 1,1-1,-1 0,1 0,0 0,-1 0,0-1,1 1,-1-1,0 0,0 0,3-2,4-3,-1-1,0 0,0-1,0 1,-1-2,-1 1,1-1,3-7,7-22,-1 0,-3-1,0-1,-3 0,-1-1,-3 0,-1 0,0-27,-1 29,29-281,-24 381,10 40,5-1,3-1,15 25,-2-5,22 114,-63-243,1 0,0 0,0 0,1 1,1-1,-1 1,2-1,0 1,4-8,-5 13,0 0,1 1,0 0,0-1,0 1,1 1,-1-1,1 1,0-1,0 1,0 1,1-1,-1 1,1 0,-1 0,1 0,-1 1,1 0,0 0,0 0,0 1,0 0,-1 0,1 1,0-1,0 1,0 1,-1-1,1 1,-1 0,1 0,3 2,-1-1,1 1,-1 0,0 1,0 0,0 0,-1 0,0 1,0 0,0 1,-1-1,0 1,0 1,0-1,-1 1,0 0,-1 0,0 0,0 1,-1-1,2 7,-5-12,1 1,-1-1,1 0,-1 0,0 1,0-1,-1 0,1 1,-1-1,0 0,1 0,-2 1,1-1,0 0,0 0,-1 0,0 0,0-1,1 1,-1 0,-1-1,1 1,0-1,-1 0,1 0,-1 0,0 0,0 0,1 0,-1-1,0 0,-1 1,1-1,0 0,-2 0,0 1,-1-1,1 0,0 0,0-1,0 0,-1 0,1 0,0 0,0-1,-1 0,1 0,0 0,0 0,0-1,0 0,0 0,1-1,-1 1,0-1,1 0,0 0,-3-3,4 4,1-1,-1 0,0 0,1-1,0 1,0 0,0-1,0 1,0-1,1 0,-1 0,1 0,0 1,1-1,-1 0,0 0,1 0,0 0,0-1,0 1,1 0,-1 0,1 1,0-1,0 0,0 0,1 0,0 0,-1 1,1-1,0 1,0-1,1 1,-1 0,1 0,0 0,0 0,0 1,2-3,10-4,0 0,0 0,0 2,1 0,0 0,1 2,-1 0,1 1,0 0,0 2,1 0,-1 1,9 1,-21-1,-1 0,1 1,0 0,0 0,0 1,0-1,0 1,-1 0,1 0,0 1,-1-1,1 1,-1 0,1 1,-1-1,0 1,0-1,0 1,0 0,0 1,-1-1,0 1,1-1,-1 1,-1 0,1 0,0 1,0 5,-1 0,1 0,-2 1,1-1,-1 1,-1-1,0 1,-1 0,0 5,0 49,1-63,1 0,-1-1,0 1,1 0,0-1,-1 1,1 0,0-1,0 1,0-1,0 1,0-1,0 1,0-1,0 0,1 0,-1 0,0 0,1 1,-1-2,1 1,-1 0,1 0,0 0,-1-1,1 1,0-1,-1 1,1-1,0 0,0 0,-1 0,1 0,0 0,0 0,0 0,-1 0,1-1,0 1,-1-1,1 1,0-1,-1 0,1 0,-1 0,1 1,-1-2,1 1,-1 0,0 0,2-1,18-13</inkml:trace>
  <inkml:trace contextRef="#ctx0" brushRef="#br0" timeOffset="3390.923">2972 403,'14'15,"0"-1,1 0,1-2,0 1,1-2,0 0,1-1,0-1,0 0,1-2,0 0,0-1,1-1,-1-1,1 0,1-2,17 0,-24 0,1-1,-1-1,1-1,-1 0,1-1,-1 0,1-1,-1-1,0 0,-1-1,1-1,-1 0,0 0,0-2,-1 1,0-2,0 1,-1-2,0 0,-1 0,0 0,-1-2,0 1,0-1,-1 0,-1-1,0 0,-1 0,0-1,-1-1,-1 0,0 0,-1-1,0 1,-1 0,-1-1,-1-11,0 22,0-1,0 1,-1-1,0 1,0 0,0-1,-1 1,0 0,1 0,-2 0,1 0,-1 0,0 0,0 0,0 1,0 0,-1 0,0 0,0 0,0 0,0 1,-1-1,1 1,-1 1,0-1,0 0,-1 1,0 0,0 0,0 1,-1 0,1 0,0 1,-1-1,1 1,0 0,-1 1,1 0,0 0,0 0,0 1,0 0,0 0,0 0,0 1,0 0,1 0,0 0,-1 1,1 0,-4 4,-2 1,1 2,0-1,1 2,0-1,0 1,1 0,1 1,0 0,1 0,-2 6,0 5,1 0,2 0,0 0,2 1,1 0,0 0,2 0,1-1,1 1,1 0,1-1,1 1,2-1,0 0,1-1,5 8,17 35,3-3,3 0,2-2,3-2,5 2,-41-55,-4-4,-1 0,1 0,0 1,0-2,0 1,0 0,0 0,1 0,-1 0,0-1,1 1,-1-1,1 1,0-1,-1 1,1-1,0 0,0 0,0 0,0 0,0 0,0 0,0-1,0 1,0-1,0 1,1-1,-1 0,0 0,0 0,0 0,1 0,-1-1,0 1,0 0,0-1,0 0,0 1,0-1,0 0,0 0,71-96,-53 65,42-50,-62 81,1 1,-1 0,0-1,1 1,-1 0,1 0,-1-1,1 1,-1 0,1 0,-1 0,1 0,-1 0,1-1,-1 1,1 0,-1 0,1 0,-1 1,1-1,-1 0,1 0,-1 0,1 0,-1 0,1 1,-1-1,1 0,-1 0,1 1,-1-1,1 0,-1 1,0-1,1 0,-1 1,0-1,1 0,-1 1,0-1,0 1,1-1,-1 1,0-1,0 1,0-1,1 1,-1-1,0 1,0-1,0 1,0-1,0 1,0 0,3 33,-3-32,0 6,-1-5,0 0,1 1,-1-1,1 0,0 0,0 1,0-1,0 0,0 1,1-1,-1 0,1 0,0 0,0 0,0 1,1-1,-1-1,1 1,-1 0,1 0,0 0,0-1,1 1,-1-1,0 0,1 0,-1 0,1 0,0 0,-1 0,1-1,0 1,0-1,0 0,1 0,-1 0,9-1,0-1,0-1,0 0,0 0,0-1,-1-1,1 0,-1-1,0 0,0 0,0-1,-1-1,0 0,3-3,1-1,-1-1,0 0,-1-1,0 0,-1-1,6-10,-7 11,-8 41,-3-21,-1-1,1 1,0 0,1 0,-1-1,1 1,1 0,0 0,-1 0,2-1,-1 1,1 0,0-1,1 0,-1 1,1-1,0 0,1 0,0 0,0-1,0 0,0 1,1-1,0-1,0 1,0-1,1 0,-1 0,1 0,1 0,10 1,-1-1,1 0,0-1,-1-1,1-1,0 0,1-1,-1-1,-1-1,1 0,0-1,0-1,-1 0,0-1,0-1,0-1,-1 0,0-1,0-1,-1 0,0-1,0 0,-1-1,-1-1,0 0,0-1,-2 0,3-3,6-19,-2 1,-2-2,0 0,-3-1,-1-1,-2 1,-1-2,-2 1,-2-1,-2 0,-1-13,5-45,-4 0,-5-23,3 110,-1 0,1 1,-2-1,0 0,0 0,0 1,-1-1,-1 1,0 0,0 0,-1 0,0 1,4 6,-1 0,0 0,0 0,1 1,-1-1,0 0,-1 1,1 0,0-1,0 1,-1 0,1 0,0 1,-1-1,1 0,-1 1,1-1,-1 1,1 0,-1 0,0 0,1 0,-1 0,1 1,-1-1,1 1,-1 0,1-1,0 1,-66 42,48-22,1 2,1 0,0 1,2 1,1 0,1 2,1-1,1 1,2 1,1 0,1 1,1 0,2 0,0 0,2 0,1 17,3-21,1 0,0 0,2-1,1 1,1-1,1 0,1-1,1 0,1 0,1-1,1 0,1-1,0 0,2-1,1-1,0 0,1-1,1-1,1 0,0-2,1 0,1-1,0-1,1-2,0 0,1-1,0-1,1-1,0-1,0-1,2 0,-15-5,-1 0,1-1,-1 0,1-1,-1 0,1 0,-1-1,0-1,0 0,0 0,0-1,0 0,-1 0,0-1,0-1,0 0,0 0,-1 0,0-1,0 0,-1-1,0 0,0 0,4-8,0-5,0-1,-2 0,-1 0,-1-1,3-17,-5 117,-6-72,1 0,0 0,0 0,0 0,1 0,0 0,0 0,0-1,0 1,1 0,0-1,0 1,0-1,0 1,1-1,0 0,0 0,0 0,0 0,1-1,-1 1,1-1,0 0,0 0,0-1,0 1,0-1,4 2,3-4,0 1,0-2,0 1,0-2,1 1,-1-2,-1 1,1-2,0 1,-1-1,0-1,0 0,0 0,0-1,-1 0,0-1,0 0,-1-1,0 1,0-1,-1-1,1 0,42-69,-42 101,-8-19,30 110,-28-110,0 1,0-1,0 0,1 0,0-1,0 1,0-1,0 1,1-1,-1 0,1 0,0 0,0-1,0 1,0-1,0 0,0 0,1-1,-1 1,1-1,-1 0,1 0,0 0,1-1,6-1,0-1,0 0,0-1,0 0,0-1,0 0,-1-1,0 0,0-1,0 0,-1-1,0 0,0-1,-1 0,0 0,0-1,-1-1,0 1,-1-1,0 0,0-1,-1 1,1-6,14-31,-36 85,10 59,5-94,1 0,-1-1,1 1,0 0,0-1,0 1,0 0,0-1,1 0,-1 1,1-1,0 0,-1 1,1-1,0 0,0 0,1-1,-1 1,0 0,0-1,1 1,-1-1,1 0,0 0,-1 0,1 0,0 0,-1-1,1 1,0-1,0 0,1 1,20-2</inkml:trace>
  <inkml:trace contextRef="#ctx0" brushRef="#br0" timeOffset="3636.267">5966 390,'-6'-16,"-6"-24,0-4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9:32.26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361 181,'0'16,"0"14,0 14,0 8,0 6,0 4,-2-1,-1-6,-2-10,-3-12,0-13</inkml:trace>
  <inkml:trace contextRef="#ctx0" brushRef="#br0" timeOffset="208.472">0 7,'9'0,"22"2,27 4,32 0,28-1,16 1,6 2,-7 4,-27 0</inkml:trace>
  <inkml:trace contextRef="#ctx0" brushRef="#br0" timeOffset="1261.196">856 408,'-13'1,"1"1,-1 1,1 0,-1 0,1 1,0 1,0 0,1 0,0 1,0 1,0 0,1 1,0 0,0 0,1 1,0 0,0 0,1 1,0 1,1-1,1 1,-1 0,2 1,-5 10,9-20,-1 0,1 0,-1 0,1 1,0-1,0 1,0-1,0 1,0 0,0-1,1 1,-1 0,1-1,0 1,0 0,0-1,0 1,0 0,1 0,-1-1,1 1,0 0,0-1,0 1,0-1,0 1,0-1,1 0,-1 1,1-1,0 0,-1 0,1 0,0 0,2 1,3-2,-1-1,1 0,-1 0,1-1,0 0,-1 0,0 0,1-1,-1 0,0 0,0-1,0 1,0-1,0-1,-1 1,1-1,-1 0,0 0,0-1,-1 1,1-1,-1 0,2-3,1 1,-1 0,0 0,-1-1,0 1,0-1,0 0,-1 0,0-1,-1 1,0-1,0 0,-1 0,0 0,-1 0,1-6,-2 16,0-1,-1 0,1 1,0-1,0 0,0 1,0-1,0 0,-1 0,1 1,0-1,0 0,0 1,-1-1,1 0,0 0,0 0,-1 1,1-1,0 0,-1 0,1 0,0 0,-1 1,1-1,0 0,-1 0,1 0,0 0,-1 0,1 0,0 0,-1 0,1 0,0 0,-1 0,1 0,0 0,-1 0,1-1,0 1,-1 0,1 0,0 0,-1 0,1-1,0 1,0 0,-1 0,1 0,0-1,0 1,-1 5,0 0,0-1,1 1,0 0,0 0,0 0,0 0,1-1,0 1,0 0,0 0,0-1,1 1,0-1,0 1,0-1,1 0,-1 0,1 0,0 0,0 0,0-1,1 1,-1-1,1 0,0 0,0 0,0 0,0-1,1 0,-1 0,1 0,-1 0,1-1,-1 1,1-1,0 0,0-1,0 1,-1-1,1 0,0 0,0-1,6 2,0-1,-1-1,1 0,-1 0,1-1,-1 0,0-1,1 0,-1-1,-1 0,1 0,-1-1,1-1,-1 1,-1-1,1-1,-1 0,0 0,-1 0,0-1,0 0,1-2,5-8,-1-1,-1 0,-1 0,0-1,-2-1,0 0,-1 0,-1 0,-1-1,0-4,3-35,-3-1,-2 1,-5-38,1 86,-3 22,-6 60,3-1,2 1,4 11,0-44,-2 75,12 108,1-173,-1-57,3-47,-12 50,0-1,1 0,0 1,1-1,0 1,0-1,0 1,1 0,1 0,-1 0,1 1,0-1,1 1,0 0,0 0,1 0,0 1,0 0,0 0,1 0,-1 1,1 0,6-3,-8 8,0-1,0 1,0 0,0 0,0 0,1 1,-1-1,0 1,0 1,-1-1,1 1,0 0,0 0,-1 0,1 0,-1 1,1 0,-1 0,0 0,0 1,-1-1,1 1,-1 0,0 0,0 0,0 0,0 0,-1 1,1-1,-1 1,0 0,-1 0,1 0,-1 0,0 0,0 0,-1 0,0 0,1 0,-2 0,1 0,0 0,-1 0,0 0,0 0,-1 0,1 0,-1 0,0 0,-1-1,1 1,-1-1,0 0,0 1,0-1,0-1,-1 1,1 0,-1-1,-1 0,2 0,0-1,-1 0,1-1,-1 1,0-1,0 1,1-1,-1 0,0-1,0 1,0-1,0 1,0-1,0 0,0-1,0 1,0-1,0 1,0-1,0-1,1 1,-1 0,0-1,1 0,-3-1,6 2,0-1,-1 1,1 0,0-1,0 1,0 0,0-1,1 1,-1 0,0-1,0 1,1 0,-1-1,1 1,-1 0,1 0,0 0,-1-1,1 1,0 0,0 0,0 0,0 0,0 0,0 0,0 1,0-1,0 0,0 0,1 1,-1-1,0 1,0-1,1 1,-1 0,0-1,1 1,-1 0,0 0,1 0,-1 0,0 0,1 0,-1 0,0 0,1 1,0-1,270-15,-250 14,1-1,-1-1,0-1,0-1,0-1,0-1,-1-1,0 0,-1-2,0-1,0 0,14-12,-30 20,-1 1,1-1,-1 0,0 0,0-1,0 1,0-1,-1 1,1-1,-1 0,0 0,0 0,-1 0,1 0,-1 0,0 0,0-1,0 1,0-1,-1 1,0 0,0-1,0 1,-1-1,1 1,-1 0,0-1,0 1,0 0,-1 0,0 0,1 0,-2 0,1 0,0 0,-1 1,1-1,-1 1,0-1,0 1,-1 0,1 1,-1-1,1 0,-1 1,-1 0,0 1,1 0,-1 0,0 1,0-1,0 1,0 0,1 0,-1 1,0-1,0 1,0 0,1 1,-1-1,1 1,-1 0,1 0,0 0,-1 0,1 1,0 0,0 0,1 0,-1 0,1 1,0-1,-1 1,2 0,-1 0,0 0,1 0,0 0,0 1,0-1,0 1,1-1,-1 1,1 0,1 0,-1-1,1 1,-1 0,1 0,1 2,-1 0,0 0,0 1,0-1,1 0,1 0,-1 0,1 0,0 0,1 0,-1-1,2 1,-1-1,0 1,1-1,0 0,1 0,0-1,-1 0,2 1,-1-2,0 1,1 0,0-1,0 0,2 0,9 5,1 0,0-1,1-1,0-1,0-1,0-1,0 0,17 1,155-8,-106-7</inkml:trace>
  <inkml:trace contextRef="#ctx0" brushRef="#br0" timeOffset="6829.931">2353 676,'123'-361,"-115"341,-2 0,0-1,-1 1,-1-1,-2 0,0 0,-1-1,0 1,-2 0,-1 0,-2-10,4 28,-1 1,1-1,0 1,-1-1,0 1,1 0,-1-1,0 1,0 0,-1 0,1 0,0 0,-1 0,1 0,-1 0,0 0,1 0,-1 1,0-1,0 1,0-1,0 1,0 0,-1 0,1 0,0 0,0 0,-1 0,1 1,-1-1,1 1,0 0,-1-1,1 1,-1 0,1 1,-1-1,1 0,-1 1,1-1,0 1,-1 0,-1 0,-3 6,1 1,-1-1,2 1,-1 0,1 1,0-1,0 1,1 0,1 0,-1 0,2 0,-1 1,1 0,1-1,-1 1,2 0,-1 0,2 8,-1 14,1 1,2-1,1 0,1 0,2-1,1 0,2 0,1 0,1-2,2 1,10 15,-18-33,1 0,1 0,0-1,0 1,2-2,-1 1,1-2,0 1,1-1,0-1,1 0,0 0,0-1,2 0,52 12,-3-9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9:41.13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1003,'14'-24,"0"-1,-2-1,-1 0,-2-1,1-5,-4 17,-1 0,-1-1,-1 1,0-1,-1 0,-1 0,0 0,-1 0,-1 0,0 0,-2 0,1 1,-5-13,-14-1,17 38,8-5,1 1,-1-1,1 0,0 0,0 0,0 0,0-1,1 0,0 0,-1-1,1 0,0 1,0-2,0 1,1-1,-5 0,28 7,-23-7,0 0,0 0,-1 0,1 1,-1 0,1 0,-1 0,0 1,0 0,0 1,0-1,-1 1,1 0,-1 0,0 1,0 0,0 0,-1 0,0 0,0 1,0-1,-1 1,3 5,-2 67,-5-70,0 0,0 0,1 0,0 0,1-1,0 1,0 0,1 0,0-1,0 1,0-1,1 1,1-1,3 7,-1-10,1 1,-1 0,1-1,0-1,1 1,-1-1,0 0,1-1,0 0,-1 0,1 0,0-1,0 0,0-1,0 0,0 0,0-1,0 0,0 0,0-1,-1 0,1 0,0-1,-1 0,0 0,2-1,1-1,1 1,-1-2,-1 1,1-1,-1 0,0-1,0 0,-1-1,0 0,0 0,-1-1,0 1,-1-2,0 1,0-1,-1 0,0 0,-1 0,0-1,0 1,-1-1,0-8,-2 18,-1 0,1 0,-1 0,0 0,1 0,-1 0,0 0,0 0,0 0,0 0,0 0,0 0,0 0,0 0,0 0,0 0,-1 0,1 0,0 0,-1 0,1 0,-1 0,1 0,-1 0,1 0,-1 1,0-1,1 0,-1 0,0 0,0 1,1-1,-1 1,0-1,0 0,0 1,0 0,0-1,0 1,0-1,0 1,0 0,0 0,0 0,0 0,0-1,0 1,0 1,0-1,0 0,0 0,0 0,0 0,0 1,0-1,0 1,0-1,0 0,0 1,-5 3,1 0,0 0,0 1,0 0,0 0,1 0,0 0,0 1,0-1,1 1,0 0,0 0,0 1,1-1,0 1,0-1,1 1,0-1,0 1,0 0,1 0,0-1,0 1,1 0,0-1,0 1,1 2,1-4,0 0,0 0,1 0,-1-1,1 0,0 0,1 0,-1 0,1 0,-1-1,1 0,0 0,0 0,1-1,-1 0,0 0,1 0,0 0,2-1,35 10</inkml:trace>
  <inkml:trace contextRef="#ctx0" brushRef="#br0" timeOffset="555.08">1150 643,'-8'-1,"1"1,-1 0,0 0,0 1,0 0,1 0,-1 1,1 0,-1 0,1 1,0 0,-1 1,2-1,-1 1,0 0,1 1,0 0,-6 5,11-6,1 0,-1-1,1 1,0 0,0 0,0 0,0 0,1 0,-1 0,1 0,0-1,1 1,-1 0,1-1,-1 1,1-1,0 1,0-1,0 0,1 0,-1 0,1 0,0 0,0 0,0-1,0 0,0 1,0-1,1 0,0 0,86 64,-65-49,-1 0,-1 1,0 2,17 18,-39-37,0 0,0 0,0-1,0 1,0 0,0 0,0 0,0 0,-1 0,1 0,0 0,0 0,-1 1,1-1,-1 0,1 0,-1 0,0 1,1-1,-1 0,0 1,0-1,0 0,0 1,0-1,0 0,0 1,0-1,-1 0,1 0,0 1,-1-1,1 0,-1 0,0 0,1 1,-1-1,0 0,0 0,1 0,-1 0,0 0,0 0,0-1,0 1,0 0,0 0,-1-1,1 1,0-1,0 1,0-1,-2 1,1 0,0-1,0 1,0-1,0 0,0 1,-1-1,1 0,0 0,0-1,0 1,0 0,0-1,-1 1,1-1,0 0,0 1,0-1,0 0,1 0,-1-1,0 1,0 0,1 0,-1-1,1 1,-1-1,1 0,-1 1,1-1,0 0,0 0,0 0,0 0,0 0,0 0,1 0,-1 0,1 0,-1 0,1 0,0 0,0-1,0 1,0 0,0-1,3-11,0 0,1 0,1 1,0-1,1 1,0 1,1-1,0 1,1 0,1 0,2-2,7-11,35-55,-2-3,34-80,-67 123,-2-1,-2 0,-1-1,-3 0,-1-1,-2 0,0-27,-7 63,1 1,0 1,0 0,-1 0,0 0,0-1,0 1,-1 0,0 0,0 0,0 0,0 0,-1 0,0 0,0 0,-1 0,1 1,-3-4,3 8,0-1,0 1,0 0,0-1,0 1,0 0,0 0,0 0,0 0,1 1,-1-1,0 0,0 1,0 0,0-1,0 1,0 0,1 0,-1 0,0 0,1 0,-1 0,0 1,1-1,0 0,-1 1,1-1,0 1,0 0,0-1,0 1,0 0,0 0,0 0,0-1,1 2,-12 21,1 0,2 1,0 0,2 1,0 0,2 0,1 0,1 0,1 4,-2 29,1 1,4-1,2 0,2 0,3-1,3 0,2 0,5 5,-14-48,0 0,1 0,1-1,1 1,0-1,0-1,2 1,-1-1,2-1,0 0,0 0,3 1,33 5,-28-21</inkml:trace>
  <inkml:trace contextRef="#ctx0" brushRef="#br0" timeOffset="747.574">1243 348,'30'5,"29"3,27 6,20 4,11 6,1 6,-20-2</inkml:trace>
  <inkml:trace contextRef="#ctx0" brushRef="#br0" timeOffset="1426.803">1872 1003,'11'-24,"0"0,-1-1,-2 0,-1-1,0 0,-2 0,-1 0,-1-1,-1-10,-14-19,12 55,-1 0,1 0,-1 0,0 0,0 0,1 0,-1 0,0 0,0 0,0 0,0 0,0 0,0 1,0-1,0 0,-1 1,1-1,0 1,0-1,0 1,-1 0,1 0,0-1,0 1,-1 0,1 0,0 0,-1 0,1 0,0 1,0-1,-1 0,1 1,0-1,0 0,0 1,-1 0,1-1,0 1,0 0,-1 0,1-1,1 1,-1-1,0 0,0 0,0 1,0-1,1 1,-1-1,0 1,0-1,1 1,-1-1,0 1,1 0,-1-1,1 1,-1 0,1-1,-1 1,1 0,0 0,-1 0,1-1,0 1,-1 0,1 0,0 0,0 0,0 0,0-1,0 1,0 0,0 0,0 0,0 0,0 0,1 0,-1-1,0 1,0 0,1 0,-1 0,1-1,-1 1,1 0,36 20,166 11,-200-31,1 1,0-1,-1 1,1 0,-1 0,1 0,-1 0,0 1,0-1,0 1,0 0,0 0,-1 0,0 0,1 0,-1 1,0-1,0 1,-1-1,1 1,-1 0,0 0,0-1,0 1,0 0,-1 0,1 0,-1 0,0 0,0 0,-1 1,0 21,0-23,0 0,0 0,0 0,1 1,0-1,-1 0,1 0,0 1,1-1,-1 0,1 0,-1 1,1-1,0 0,0 0,0 0,1 0,-1 0,1 0,-1 0,1-1,0 1,0-1,0 1,1-1,-1 1,1-1,-1 0,1 0,0 0,8 0,1 0,-1-1,1 0,0-1,-1 0,1 0,0-2,-1 1,1-1,-1-1,1 0,-1-1,0 0,7-5,-6 5,-1-1,0-1,0 0,-1-1,0 0,0 0,-1-1,0 0,0-1,-1 0,7-9,-27 97,13-75,1 0,-1-1,1 1,0-1,-1 1,1-1,1 0,-1 0,0 0,1 0,0 0,0-1,0 1,0-1,0 0,0 0,0 0,1 0,-1 0,1-1,-1 1,1-1,0 0,0 0,-1 0,3-1,3 2,-1-1,1 0,0-1,-1 0,1 0,0-1,-1 0,1-1,-1 1,1-2,3-1,-8 3,1-1,-1 0,0 0,0 0,0-1,0 0,0 0,-1 0,1 0,-1 0,0-1,0 1,0-1,0 0,-1 0,1 0,-1 0,0 0,0-1,-1 1,1 0,-1-1,0 0,0 1,-1-1,1 0,-1 1,0-1,0 0,-1 1,1-1,-1 0,0 1,0-1,-1 1,1-1,-1 1,0 0,0 0,-1-1,1 1,-1 1,0-1,0 0,0 1,0 0,-1-1,1 1,-1 0,0 1,-3-3,1 3,-1-1,1 1,-1 1,1-1,-1 1,0 0,1 1,-1-1,0 1,1 1,-1-1,0 1,1 0,-1 1,1-1,-1 1,1 1,0-1,-1 1,2 0,-2 1,-20 13</inkml:trace>
  <inkml:trace contextRef="#ctx0" brushRef="#br0" timeOffset="1799.366">2661 469,'-6'-13,"0"-1,1 1,0-1,1 0,1 0,0 0,-1-12,4 24,0 0,-1 0,1 1,0-1,0 0,0 1,0-1,0 0,1 0,-1 1,0-1,1 0,-1 1,1-1,0 1,0-1,-1 1,1-1,0 1,0-1,0 1,1 0,-1-1,0 1,0 0,1 0,-1 0,0 0,1 0,-1 0,1 1,0-1,-1 0,1 1,0-1,-1 1,1 0,0-1,-1 1,1 0,0 0,-1 0,1 0,0 0,0 1,-1-1,1 0,0 1,-1 0,1-1,-1 1,1 0,-1-1,1 1,-1 0,1 1,7 7,-1 0,0 1,0 0,-1 0,-1 1,0 0,0 0,-1 0,0 1,-1-1,-1 1,0 0,0 1,-1 2,0-9,10 56,-2 2,-4-1,-1 4,3 42,-6-91,1-1,0 1,2 0,0-1,1 0,2 4,-6-16,-1-1,1 1,1-1,-1 0,1 0,0 1,0-2,0 1,0 0,0-1,1 1,0-1,0 0,0-1,0 1,0 0,0-1,1 0,-1 0,1-1,0 1,-1-1,1 0,4 1,10-3</inkml:trace>
  <inkml:trace contextRef="#ctx0" brushRef="#br0" timeOffset="2161.491">3008 776,'29'92,"-28"-81,2 1,0-1,0 0,1 0,0 0,1 0,0-1,1 0,0 0,6 7,-11-15,1 0,0 0,0 0,0 0,0 0,1-1,-1 1,0-1,1 0,-1 0,1 0,-1 0,1 0,0 0,-1 0,1-1,0 0,0 1,-1-1,1 0,0 0,0-1,-1 1,1 0,0-1,-1 0,1 0,-1 0,1 0,-1 0,1 0,-1 0,1-1,-1 1,0-1,0 0,0 0,0 0,0 0,0 0,-1 0,1-1,7-8,0-1,-1-1,-1 1,0-1,-1 0,0-1,-1 1,0-1,-1 0,1-9,-6 13,-4 21,3-6,0 0,0 0,1 0,-1 0,1 0,0 0,1 0,0 1,-1-1,2 0,-1 0,1 0,-1 1,1-1,1 0,-1 0,1 0,0 0,0-1,0 1,1 0,-1-1,1 0,0 1,1-1,-1 0,1-1,-1 1,1-1,0 1,4 1,28 13,0-4</inkml:trace>
  <inkml:trace contextRef="#ctx0" brushRef="#br0" timeOffset="2483.967">3850 750,'-8'0,"-10"-2,0 2,0 0,0 1,1 1,-1 1,0 0,1 1,-1 1,1 1,0 0,-7 5,22-11,0 1,0 0,0 0,1 0,-1 1,0-1,0 0,1 0,-1 1,1 0,-1-1,1 1,0-1,-1 1,1 0,0 0,0 0,0 0,1 0,-1 0,0 0,1 0,-1 0,1 0,0 0,-1 0,1 1,0-1,1 0,-1 0,0 0,0 0,1 0,0 0,-1 0,1 0,0 0,0 0,0 0,0 0,0 0,0 0,1-1,-1 1,11 8,0-1,0-1,1 0,0 0,0-2,1 1,-1-2,1 0,10 2,4 3,7 2,-22-9,0 1,0 0,0 2,-1-1,0 1,0 1,0 0,-1 1,0 0,0 1,0 1,-9-9,-1 0,0 0,-1 0,1 1,0-1,0 0,0 1,-1-1,1 0,-1 1,1-1,-1 1,1-1,-1 0,0 1,0-1,0 1,0-1,0 1,0-1,0 1,0-1,-1 1,1-1,0 1,-1-1,1 1,-1-1,0 0,1 1,-1-1,0 0,0 0,0 1,0-1,0 0,0 0,0 0,0 0,-1 0,1-1,0 1,-1 0,1 0,-66 24,21-17,0-2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9:45.90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1044 539,'0'18,"0"15,0 12,0 6,-3 4,0 2,0 2,-2-2,1-3,0-5,-1-8,0-8,1-13,1-10</inkml:trace>
  <inkml:trace contextRef="#ctx0" brushRef="#br0" timeOffset="270.765">656 445,'-85'11,"85"-11,0 0,0 0,0 0,1 0,-1 0,0 1,0-1,0 0,1 0,-1 0,0 1,0-1,0 0,0 0,0 1,1-1,-1 0,0 0,0 1,0-1,0 0,0 0,0 1,0-1,0 0,0 0,0 1,0-1,0 0,0 0,0 1,0-1,0 0,-1 0,1 1,0-1,0 0,0 0,0 1,0-1,-1 0,1 0,0 1,38 3,0-2,1-1,-1-2,0-2,7-2,-3 1,458-46,-421 51,-79-1,1 0,-1 0,0 0,1 0,-1 0,1 0,-1 0,0 1,1-1,-1 0,0 0,1 0,-1 0,0 0,1 1,-1-1,0 0,1 0,-1 1,0-1,1 0,-1 0,0 1,0-1,1 0,-1 1,0-1,0 0,0 1,0-1,1 0,-1 1,0-1,0 1,0-1,0 0,0 1,0-1,0 1,0-1,0 0,0 1,0-1,0 0,0 1,-1-1,1 1,0-1,0 0,0 1,0-1,-1 0,1 1,0-1,0 0,-1 0,1 1,0-1,0 0,-1 1,1-1,0 0,-1 0,1 0,0 0,-1 1,0-1,-13 10</inkml:trace>
  <inkml:trace contextRef="#ctx0" brushRef="#br0" timeOffset="1288.31">108 1448,'961'-37,"-61"17,-273-23,433-16,545 52,-1440 3,470 5,-342 29,-293-29,-1-1,1 0,0 0,0 1,0-1,0 0,0 0,0 1,0-1,0 0,0 1,0-1,0 0,0 0,0 1,0-1,0 0,0 1,-19-1</inkml:trace>
  <inkml:trace contextRef="#ctx0" brushRef="#br0" timeOffset="2423.846">2553 271,'-10'37,"1"-1,1 1,2 1,2-1,2 1,1 0,2 9,-1-3,0 985,27 164,-28-1081,0 29,6 0,9 37,1-10,-7 1,-8 32,0-138,0-13,2 0,3-1,2 1,7 25,-2-17,-12-59,0 1,0 0,-1-1,1 1,0 0,0-1,0 1,0 0,0-1,0 1,0 0,0-1,0 1,0 0,0-1,0 1,1 0,-1-1,0 1,0 0,0-1,0 1,0 0,1 0,-1-1,0 1,0 0,0 0,1-1,-1 1,0 0,1 0,-1 0,0-1,0 1,1 0,-1 0,0 0,1 0,-1 0,0 0,1 0,-1-1,0 1,1 0,-1 0,0 0,1 0,-1 1,0-1,1 0,-1 0,0 0,1 0,-1 0,0 0,1 0,-1 1,0-1,1 0,4-19</inkml:trace>
  <inkml:trace contextRef="#ctx0" brushRef="#br0" timeOffset="3091.283">1029 1982,'-5'5,"-1"0,0 0,1 1,0 0,0-1,1 2,-1-1,1 0,1 1,-1 0,1 0,0 0,1 0,0 1,0-1,0 1,1-1,0 1,1-1,0 1,0 0,0-1,1 1,0-1,1 1,0-1,0 1,0-1,1 0,0 0,0 0,1 0,0-1,0 1,3 2,0-1,0 0,1 0,0-1,0 0,0-1,1 1,0-2,0 1,0-1,1-1,0 1,0-2,0 1,0-2,0 1,1-1,-1-1,1 0,0 0,-1-1,1 0,-1-1,1-1,-1 1,1-2,-1 1,0-1,0-1,0 0,0 0,-1-1,1 0,-1-1,-1 0,1 0,-1-1,4-5,-3 2,0-1,-1 0,-1 0,0-1,0 0,-1 0,-1 0,0-1,-1 0,0 0,-1 0,0 0,-1-1,-1 1,0-1,-1 0,0 1,-1-1,-1 1,0-1,-1 1,0 0,-1 0,-1 0,0 0,0 1,-1 0,-1 0,0 0,-1 1,0 0,0 1,-1-1,-1 2,-2-3,8 9,-1-1,0 1,0 0,0 0,0 0,-1 1,1 0,0 0,-1 0,0 1,1 0,-1 0,0 0,0 1,0-1,1 2,-1-1,0 0,0 1,0 0,1 1,-1-1,1 1,-1 0,1 1,-2 0,-5 6,0 1,1 1,1 0,0 0,0 1,1 0,1 1,0 0,0 0,1 1,1-1,1 2,0-1,0 1,2-1,0 1,0 0,1 8,-10 56</inkml:trace>
  <inkml:trace contextRef="#ctx0" brushRef="#br0" timeOffset="4606.782">3624 486,'-19'18,"2"1,1 1,0 1,2 0,0 1,1 1,2 0,0 0,1 1,2 1,0-1,2 1,-3 18,8-39,0 0,0-1,0 1,0 0,1-1,0 1,0 0,0 0,0 0,0-1,1 1,-1 0,1 0,0-1,0 1,0-1,1 1,0-1,-1 1,1-1,0 0,0 0,1 0,-1 0,1 0,-1 0,1-1,0 1,0-1,0 0,2 1,4-2,-1-1,0 0,0-1,0 0,0 0,1-1,-2 1,1-2,0 1,0-1,-1-1,1 1,-1-1,0-1,0 1,-1-1,1 0,-1-1,0 0,9-7,-1 0,0-2,-1 1,-1-2,0 0,-2 0,1-1,-2 0,0-1,-1 0,-1 0,-1-1,0 0,-1 0,-2 0,0-1,0 1,-2-1,-1 0,0 1,-1-1,-3-8,4 24,0 0,0-1,-1 1,0 0,0 0,0-1,0 1,-1 0,0 0,1 0,-1 1,-1-1,1 0,0 1,-1-1,0 1,0 0,0 0,0 0,-1 0,1 1,-1-1,1 1,-1 0,0 0,0 0,0 1,0-1,0 1,0 0,0 0,-1 0,1 1,0-1,0 1,-3 0,-2 4,1 0,0 1,0-1,0 1,0 1,1 0,0 0,0 0,0 1,1 0,0 0,0 1,1 0,0 0,1 0,-1 0,2 1,-1 0,1-1,0 1,1 0,0 1,1-1,0 0,0 1,1-1,0 0,0 1,2 3,4 11,1-1,1 0,1 0,1-1,1 0,1-1,1 0,1-1,1-1,0 0,2-1,0 0,9 6,2 3,49 65,-76-91,0 0,0 0,-1 0,1 0,0 1,0-1,-1 0,1 0,-1 1,1-1,-1 0,0 1,1-1,-1 0,0 1,0-1,0 1,0-1,0 0,0 1,-1-1,1 1,0-1,-1 0,1 1,-1-1,1 0,-1 0,0 1,1-1,-1 0,-9 5</inkml:trace>
  <inkml:trace contextRef="#ctx0" brushRef="#br0" timeOffset="4877.059">4025 392,'25'-3,"22"0,18-2,15 0,5-2,-1 1,-10 0,-13 1,-17-1</inkml:trace>
  <inkml:trace contextRef="#ctx0" brushRef="#br0" timeOffset="5041.355">4399 164,'-9'23,"-4"21,0 19,0 15,4 9,0 5,2-14</inkml:trace>
  <inkml:trace contextRef="#ctx0" brushRef="#br0" timeOffset="6338.995">1 111,'622'-33,"-149"3,537 15,177 0,-804 14,165-11,427 7,-572 22,687 42,-884-50,-198-9</inkml:trace>
  <inkml:trace contextRef="#ctx0" brushRef="#br0" timeOffset="7111.111">2487 151,'-3'-2,"0"1,1 8,-1 14,2 15,0 19,0 19,1 15,0-8</inkml:trace>
  <inkml:trace contextRef="#ctx0" brushRef="#br0" timeOffset="8836.838">3316 1782,'-19'346,"10"-141,20-387,-5-15,-11-43,-3 161,5 96,2 2,2 1,-1 0,2-1,1 1,0-1,2 1,1 4,-4-18,1 1,-1-1,1 1,0-1,1 0,0 0,0-1,0 1,0-1,1 1,0-2,0 1,0 0,1-1,0 0,-1 0,1-1,1 1,-1-1,0-1,1 1,2-1,-2 0,0-1,0 0,1 0,-1-1,0 0,1 0,-1-1,0 0,0 0,0-1,0 1,0-2,0 1,0-1,-1 0,1 0,-1-1,0 0,0 0,0-1,0 1,-1-1,4-5,1 0,-2 0,1-1,-2 0,1 0,-1 0,-1-1,0-1,-1 1,0-1,-1 1,-1-1,2-7,-3 4,-11 24,-6 32,1 1,2 1,2 0,2 1,2 0,-1 33,6-57,1 1,0-1,1 1,2 0,0-1,0 0,2 0,2 6,-5-19,0 0,1 0,0 0,0 0,0 0,1 0,-1-1,1 0,1 0,-1 0,1 0,-1-1,1 1,1-1,-1 0,1-1,-1 1,1-1,0-1,0 1,0-1,1 0,-1 0,1 0,-1-1,2 0,-1-1,1 0,-1 0,1-1,-1 0,1 0,-1-1,0 0,0 0,0-1,0 0,0 0,0-1,-1 1,0-2,1 1,-2 0,1-1,0 0,-1-1,2-1,3-5,-1 0,1 0,-2-1,0 0,0-1,-1 0,-1 0,-1 0,2-7,-4 16,-1-1,0 0,0 0,-1 0,1 0,-1 0,-1-1,1 1,-1 0,0 0,0-1,-1 1,0 0,0 0,-1 0,1 0,-1 0,0 0,-1 0,0 1,0-1,0 1,-1-1,3 5,-1 0,0 0,0 1,1-1,-1 0,0 1,0 0,0-1,1 1,-1 0,0 0,0 0,0 0,0 0,1 0,-1 1,0-1,0 1,0-1,1 1,-1 0,0-1,1 1,-1 0,0 0,1 0,-1 0,1 1,0-1,-1 0,1 1,-1 0,-36 50,35-47,0 0,1 0,-1 0,1 1,1-1,-1 0,1 1,-1-1,2 1,-1 0,1-1,-1 1,2 0,-1-1,1 1,-1-1,1 1,1-1,-1 1,1-1,0 0,1 1,-1-1,1 0,0-1,0 1,0 0,1-1,-1 0,1 1,0-2,7 4,-1-1,1-1,1 0,-1 0,1-1,-1-1,1 0,0 0,0-1,0-1,1 0,-1-1,0 0,0-1,4-1,34-2</inkml:trace>
  <inkml:trace contextRef="#ctx0" brushRef="#br0" timeOffset="9720.018">4399 1876,'-7'8,"2"0,-1 0,1 1,0-1,1 1,0 0,0 0,1 1,0-1,1 1,0 0,1-1,-1 1,2 0,0 0,0 0,1 0,0 0,0-1,1 1,0 0,1-1,0 1,1-1,0 0,0 0,1 0,0-1,1 0,0 0,0 0,1 0,-2-4,-1 0,1 0,0-1,1 0,-1 0,0 0,1-1,0 1,0-2,-1 1,1 0,0-1,0 0,0-1,0 1,1-1,-1 0,0-1,0 1,0-1,0 0,0-1,0 1,-1-1,1-1,0 1,-1-1,0 0,1 0,-1 0,0-1,-1 0,1 0,-1 0,3-3,-1-2,0-1,0 1,-1-2,0 1,0-1,-2 1,1-1,-1 0,-1 0,0-1,0 1,-1 0,-1-1,0 1,0-1,-2-5,2 16,0 0,0 0,0-1,1 1,-2 0,1 0,0 0,0 0,0 0,0 0,-1-1,1 1,-1 0,1 0,-1 0,1 0,-1 0,1 0,-1 0,0 1,0-1,1 0,-1 0,0 0,0 1,0-1,0 0,0 1,0-1,0 1,0-1,0 1,0 0,0-1,0 1,0 0,-1 0,1 0,0-1,0 1,0 0,0 1,0-1,-1 0,1 0,0 0,0 1,0-1,0 1,0-1,0 1,0-1,0 1,0-1,0 1,0 0,0 0,1-1,-1 1,0 0,0 0,1 0,-1 0,0 0,1 0,-1 1,-3 6,-1 0,1 0,1 0,0 1,0-1,1 1,0 0,0 0,1 0,0 0,1 0,0 0,0 0,1 0,0 0,1 1,-1-4,0-1,1 1,0 0,0-1,0 0,0 1,1-1,0 0,0-1,0 1,1 0,-1-1,1 0,0 1,1-2,-1 1,1 0,-1-1,1 0,0 0,0 0,1-1,-1 0,0 0,5 1,-4-2,1 1,-1-2,1 1,-1-1,1 0,-1 0,1-1,-1 0,0 0,1 0,-1-1,0 0,0 0,0 0,0-1,0 0,-1 0,1-1,-1 0,0 0,0 0,0 0,0-1,-1 0,4-4,0-1,-1 1,0-1,-1-1,0 1,-1-1,0 0,-1-1,0 1,0-1,-1 0,0-5,-3 16,1-4,0 0,0 0,0 0,-1 0,0 0,0-1,0 1,-1 0,0 0,1 0,-2 0,1 0,-1 0,1 5,1-1,-1 1,0 0,0 0,1 0,-1 0,0 0,0 0,1 0,-1 0,0 0,1 0,-1 0,0 0,0 1,1-1,-1 0,0 0,1 1,-1-1,0 1,1-1,-1 0,1 1,-1-1,1 1,-1 0,1-1,-1 1,1-1,-1 1,1 0,0-1,-1 1,1 0,0-1,-1 1,1 0,0-1,0 1,0 0,0 0,0-1,0 1,0 0,0 0,0-1,0 2,-2 5,-1 0,1 1,0-1,1 1,0 0,0-1,1 1,-1 0,2 0,-1-1,1 1,1 0,-1-1,1 1,0-1,1 1,0-1,0 0,0 0,1-1,0 1,1-1,-1 1,1-1,0-1,1 1,0-1,-1 0,2 0,-1 0,3 0,1 2,0-2,1 1,-1-1,1-1,0 0,1 0,-1-2,1 1,-1-1,1-1,0 0,-1 0,1-1,0-1,0 0,0-1,-1 0,1-1,-1 0,0 0,0-1,0-1,0 0,-1-1,8-4,-15 7,-2 2,-1 0,1 0,-1 1,1-1,-1 0,1 0,0 1,-1-1,1 1,0-1,-1 0,1 1,0 0,0-1,0 1,-1-1,1 1,0 0,0 0,0-1,0 1,0 0,0 0,0 0,0 0,-1 0,1 0,0 0,0 0,0 1,0-1,0 0,0 0,-1 1,1-1,0 1,0-1,0 1,-1-1,1 1,0-1,0 1,-1-1,1 1,0 0,4 5,2 0,-1 0,1-1,-1 1,1-2,1 1,-1-1,1 0,0-1,-1 1,2-2,-1 1,0-1,0 0,1-1,-1 0,1 0,-1-1,1 0,-1-1,1 1,-1-2,1 1,-1-1,0 0,0-1,0 0,3-2,-7 2,0 0,-1 0,1 0,-1 0,0-1,0 1,0-1,-1 0,1 0,-1 0,0 0,0 0,0 0,-1-1,0 1,1-1,-1 1,-1-1,1 1,-1-1,0 0,0 1,0-1,-1 0,1 1,-1-1,0 1,0-1,-1 1,1 0,-1-1,0 1,-1 0,1 0,0 0,-1 1,0-1,0 0,0 1,-1 0,1 0,-1 0,1 0,-1 0,0 1,0 0,0 0,-1 0,1 0,-4 0,2-1,1 1,-1 1,0-1,0 1,0 0,0 1,0 0,-1-1,1 2,0-1,0 1,0 0,0 0,-4 2,7-2,0 0,1 0,-1 0,1 0,-1 0,1 1,0-1,-1 1,1 0,0-1,0 1,0 0,0 0,0 0,1 1,-1-1,1 0,-1 1,1-1,0 1,0-1,0 1,0 0,1-1,-1 1,1 0,-1 0,1-1,0 1,0 0,0 0,1 1,4 24</inkml:trace>
  <inkml:trace contextRef="#ctx0" brushRef="#br0" timeOffset="10972.707">5843 2250,'-39'-359,"39"354,-1 4,1 1,0-1,-1 1,1 0,-1-1,1 1,0-1,0 1,-1-1,1 1,0-1,0 1,0-1,-1 0,1 1,0-1,0 1,0-1,0 1,0-1,0 0,0 1,0-1,1 1,-1-1,0 1,0-1,0 1,1-1,-1 1,0-1,0 1,1-1,-1 1,0-1,1 1,-1-1,1 1,-1 0,0-1,1 1,-1 0,1-1,-1 1,1 0,-1 0,1 0,-1-1,1 1,0 0,-1 0,1 0,-1 0,1 0,19 13,1 0,0-1,1-1,0-1,14 4,120 27,-152-39,-1 1,0-1,0 0,-1 1,1-1,0 1,-1 0,1 0,-1 0,0 0,0 0,0 0,-1 1,1-1,-1 1,1-1,-1 1,-1 0,1-1,0 1,-1 0,0 0,1-1,-2 1,1 0,0 0,-1-1,1 1,-1 0,0-1,-1 1,1-1,-1 1,1-1,-2 2,-5 37,8-37,0-1,0 1,0 0,0 0,1 0,0-1,0 1,0 0,1-1,-1 1,1-1,0 1,1-1,-1 0,1 0,0 0,-1 0,2-1,-1 1,0-1,1 1,0-1,-1 0,1-1,0 1,1-1,-1 0,0 0,1 0,-1 0,3 0,10 3,0 0,0-1,1-1,-1-1,1-1,0 0,-1-1,3-1,10-2,0-1,0-2,-1-1,0-1,0-1,0-2,-2-1,1-1,-2-2,18-11,-38 22,0-1,0 1,0-1,-1-1,0 1,0-1,0 1,-1-1,1-1,-1-1,-3 7,0-1,0 0,0 0,-1 0,1 0,0 0,-1 0,0 0,0 0,1 0,-1 0,0 0,0 0,-1 0,1 0,0 0,-1 0,1 0,-1 0,0 0,0 0,0 0,0 0,0 0,0 1,0-1,0 0,-1 1,1-1,-1 1,1 0,-1-1,1 1,-1 0,0 0,0 0,1 0,-2 0,-5-3,-1-1,0 2,1-1,-1 2,0-1,-1 1,1 0,0 1,-1 0,1 1,0 0,-1 0,1 1,-1 0,1 0,0 1,0 1,0-1,0 2,0-1,1 1,-1 0,1 1,0 0,-1 1,7-4,0 0,0 0,0 0,0 0,0 0,0 0,0 1,1-1,-1 1,1-1,0 1,0 0,0-1,0 1,0 0,1 0,-1-1,1 1,0 0,-1 0,1 0,1 0,-1 0,0 0,1-1,-1 1,1 0,0 0,0 0,0-1,0 1,1-1,-1 1,1-1,-1 1,1-1,0 0,0 0,0 0,0 0,0 0,1 0,-1 0,0-1,2 1,7 4,0-1,0 0,0-1,0 0,1 0,-1-2,1 1,0-1,0-1,0 0,0-1,0-1,0 1,0-2,-1 0,1 0,0-1,-1 0,5-3,-10 4,-1 0,1 0,-1-1,0 0,0 0,0-1,0 1,0-1,-1 0,0 0,0 0,0-1,0 1,-1-1,0 0,3-5,-7 15,-1-1,2 1,-1-1,0 1,1-1,0 1,0-1,0 1,1-1,-1 1,1-1,0 1,0-1,1 1,0-1,-1 0,1 0,1 0,-1 0,0 0,1 0,0-1,0 1,0-1,0 0,1 0,-1 0,1 0,0-1,0 1,0-1,0 0,0 0,0-1,0 1,1-1,4 1,-5-1,1 0,0 0,0-1,0 1,0-1,0 0,-1-1,1 1,0-1,0 0,0 0,-1-1,1 1,-1-1,1 0,-1 0,1-1,-1 1,0-1,0 0,0 0,-1 0,1-1,-1 1,0-1,0 0,0 0,0 0,-1 0,1 0,-1-1,0 1,1-5,2-8,-1 1,-1-1,-1 0,0-1,-1 1,0 0,-2 0,0 0,-1-1,-1 1,0 0,-1 1,-6-13,11 29,0 0,-1 1,1-1,-1 0,1 1,0-1,-1 0,1 0,-1 0,1 1,0-1,-1 0,1 0,0 0,-1 0,1 0,0 0,-1 0,1-1,0 1,-1 0,1 0,0 0,-1-1,1 1,-1 0,1-1,-1 1,1 0,-1-1,1 1,-1-1,1 1,-1-1,1 1,-1-1,1 1,-1-1,0 1,0-1,1 0,-1 1,0-1,0 0,1 1,-1-1,0 0,0 1,0-1,0 0,0 1,0-1,0 0,0 1,-1-1,1 1,0-1,0 0,0 1,-1-1,1 0,-1 0,37 15,-1 1,0 1,-2 2,17 13,-45-28,0 0,-1 0,1 1,-1-1,0 1,0 0,0 1,-1-1,0 1,1-1,-2 1,1 0,0 0,-1 0,0 1,0-1,-1 0,0 1,0 0,0-1,0 1,-1-1,0 1,0 0,0-1,-1 2,-2 8,2-12,0-1,0 1,0 0,1-1,-1 1,1 0,-1 0,1-1,0 1,0 0,0 0,0 0,1-1,-1 1,1 0,0-1,0 1,0 0,0-1,0 1,0-1,1 1,-1-1,1 0,0 0,-1 1,1-1,0 0,0-1,0 1,1 0,-1-1,1 1,10 2,0-1,0 0,0-1,1-1,-1 0,1-1,-1 0,1-1,-1 0,1-1,-1-1,0 0,8-3,-2 0,0 0,-1-2,1 0,-1-1,-1-1,0 0,11-9,-22 14,0 1,0-1,0 0,-1 0,0-1,0 1,-1-1,0 0,0-1,0 1,-1-1,1 1,-2-1,1 0,-1 0,0 0,0-1,-1 1,0 0,0-1,-1 1,0-1,0 5,0-1,0 1,0-1,-1 1,1-1,-1 1,0 0,0-1,0 1,-1 0,1 0,-1 0,1 0,-1 0,0 0,0 0,-1 0,1 1,0-1,-1 1,0 0,1 0,-1 0,0 0,0 0,0 0,0 1,-1 0,1-1,0 1,-1 1,1-1,0 0,-1 1,1-1,-1 1,1 0,-1 0,1 1,-1-1,1 1,-1 0,1-1,0 2,-1-1,1 0,0 1,0-1,0 1,-2 1,-1 4,0-1,0 1,0 0,1 0,1 1,-1-1,1 1,0 0,1 1,0-1,0 1,1-1,0 1,0 0,1-1,0 1,1 0,0 0,0 0,1 0,0 0,1-1,0 1,0 0,1-1,0 0,0 1,1-1,0 0,1-1,1 2,4 5,0-1,1 0,1-1,0 0,1-1,0-1,1 0,0-1,1 0,0-1,0 0,12 3,19 6,0-2,1-2,37 4,10-1</inkml:trace>
  <inkml:trace contextRef="#ctx0" brushRef="#br0" timeOffset="12685.183">1044 3426,'39'-41,"-1"-3,-2-1,-2-1,-2-2,-3-1,5-14,-25 47,-8 16,0 0,-1 0,1 1,0-1,-1 0,1 1,0-1,-1 1,1-1,0 0,-1 1,1-1,-1 1,1 0,-1-1,1 1,-1-1,0 1,1 0,-1-1,0 1,1 0,-1 0,0-1,0 1,0 0,1 0,-1-1,0 1,0 0,0 0,0-1,0 1,-1 0,1 0,0-1,0 1,0 0,0 1,39 243,-37-160,-5-1,-2 1,-16 73,19-143,0 7,-13 40,12-61,-1 0,1 0,-1 0,1-1,-1 1,1-1,-1 0,0 0,1 0,-1 0,1-1,-1 0,1 1,-1-1,1 0,-1-1,1 1,0-1,0 1,0-1,0 0,-2-1,5 2,0 0,0 1,0-1,-1 0,1 1,1-1,-1 0,0 1,0-1,0 0,0 1,0-1,1 0,-1 1,0-1,0 0,1 1,-1-1,1 1,-1-1,0 1,1-1,-1 1,1-1,-1 1,1-1,-1 1,1 0,0-1,-1 1,1 0,-1 0,1-1,0 1,-1 0,1 0,0 0,-1 0,1 0,0-1,-1 1,1 1,0-1,-1 0,1 0,0 0,0 0,202-25,-152 22,181-7,-230 10,-9 1</inkml:trace>
  <inkml:trace contextRef="#ctx0" brushRef="#br0" timeOffset="15246.942">415 4510,'70'0,"0"-3,57-10,-76 4,92-15,0 6,80 2,-42 11,50-14,402-23,101 3,826 40,-630-16,1286 15,-1990 13,-209-12</inkml:trace>
  <inkml:trace contextRef="#ctx0" brushRef="#br0" timeOffset="16327.577">3476 3266,'-7'18,"-4"17,-1 15,2 10,1 6,1 0,3-1,1-7,2-9,1-13</inkml:trace>
  <inkml:trace contextRef="#ctx0" brushRef="#br0" timeOffset="16877.502">3263 3199,'174'-3,"-163"4,0 1,0 0,-1 0,1 1,0 0,-1 1,0 0,0 1,0 0,-1 1,0 0,0 0,0 1,5 4,-12-8,1-1,-1 0,0 1,0-1,0 1,0 0,0-1,-1 1,1 0,-1 0,0 0,1 0,-2 1,1-1,0 0,0 0,-1 1,0-1,0 0,0 1,0-1,0 0,-1 0,1 1,-1-1,0 0,0 0,0 0,-1 0,1 0,-1 0,0 2,-7 5,-1 0,0 0,0 0,-1-2,0 1,0-1,-1-1,0 0,0-1,-1 0,0-1,-9 3,-7 4,59-6,-7-3,-1 1,0 1,0 1,0 1,-1 1,0 1,1 1,-12-5,-1 0,0 0,0 1,-1 0,0 1,0-1,0 2,-1-1,0 1,0 0,-1 1,0 0,0 0,-1 0,0 0,0 4,-4-10,0 0,0 0,0-1,-1 1,0 0,1 0,-1 0,0 0,0 0,0 0,-1 0,1 0,-1 0,0 0,0 0,0 0,0-1,0 1,0 0,-1-1,0 1,1-1,-1 1,0-1,0 0,0 0,0 0,-1 0,1 0,0 0,-1-1,0 1,-92 35,51-30,0-2,0-2,0-1,-34-4,70 1,9 0</inkml:trace>
  <inkml:trace contextRef="#ctx0" brushRef="#br0" timeOffset="18427.189">4158 3493,'-8'-3,"-1"1,0 0,1 0,-1 1,0 0,0 1,0 0,0 0,0 1,0 0,1 0,-1 1,0 0,1 1,-1 0,1 0,0 1,0 0,0 1,1-1,0 1,-1 1,-5 5,6-4,0 0,0 0,0 1,1-1,0 1,1 1,0-1,0 1,1 0,0 0,0 0,1 1,0-1,1 1,0 0,1 0,0 0,0 0,1 1,0-7,1-1,0 1,0-1,1 1,-1-1,1 0,-1 1,1-1,0 0,0 0,1 0,-1 0,1-1,-1 1,1-1,0 1,0-1,0 0,0 0,0 0,0-1,0 1,1-1,-1 0,1 0,-1 0,3 0,2 1,1 0,-1-1,1 0,0-1,-1 0,1 0,0-1,-1 0,1-1,0 0,1-1,-1 0,0-1,1 0,-1 0,-1-1,1 0,-1-1,0 0,0 0,-1-1,1 0,-1 0,-1-1,0 1,0-2,0 1,-1-1,0 1,-1-1,0-1,0 1,-1 0,-1-1,1 0,-1 0,-1 0,0-4,0 14,-1-1,1 1,-1-1,0 0,0 1,0-1,1 1,-1-1,0 0,0 1,0-1,0 0,0 1,0-1,0 0,0 1,0-1,0 0,0 1,-1-1,1 0,0 1,0-1,-1 1,1-1,0 0,-1 1,1-1,0 1,-1-1,1 1,-1-1,1 1,-1 0,1-1,-1 1,0 0,1-1,-1 1,1 0,-1-1,0 1,1 0,-1 0,0 0,1 0,-1 0,1 0,-1 0,0 0,1 0,-1 0,0 0,1 0,-1 0,0 0,1 0,-1 1,0-1,1 0,-1 1,1-1,-1 1,-2 8,1 0,-1 0,2 1,0-1,0 1,0-1,1 1,1-1,0 1,0 3,1-6,-1 1,1 0,0 0,1-1,-1 1,1-1,1 0,0 0,0 0,0 0,1-1,0 0,0 0,0 0,1 0,0-1,0 0,1 0,-1-1,1 0,0 0,0 0,6 1,23 9</inkml:trace>
  <inkml:trace contextRef="#ctx0" brushRef="#br0" timeOffset="18826.122">4840 3333,'-18'1,"0"1,0 1,0 1,1 0,-1 1,1 1,0 0,1 2,-1 0,1 0,1 2,0 0,-13 11,25-19,0-1,0 1,0 0,1 0,-1 0,1 0,-1 1,1-1,0 1,0-1,0 1,0 0,0 0,1 0,-1 0,1 0,0 0,0 0,0 0,0 0,1 1,-1-1,1 0,0 1,0-1,0 0,0 0,1 1,-1-1,1 0,0 0,0 1,0-1,1 2,7 2,-1 0,2 0,-1-1,1 0,0-1,0 0,0-1,1 0,0 0,0-1,0 0,24 8,-26-8,-5-2,1 0,0 0,0 0,-1 1,1 0,-1-1,1 2,-1-1,0 0,1 1,-1 0,-1 0,1 0,0 0,-1 1,0 0,0-1,0 1,0 0,0 0,-1 1,0-1,0 1,1 1,-5-1,-1 0,0 0,1-1,-1 1,-1 0,1-1,-1 0,0 0,0 0,0 0,0-1,-1 1,1-1,-1 0,0-1,0 1,0-1,0 0,-1 0,-2 1,-14 5,1 0,-1-1,0-1,-1-1,-20 1,20-5</inkml:trace>
  <inkml:trace contextRef="#ctx0" brushRef="#br0" timeOffset="20589.406">5362 3454,'-13'-2,"1"0,-1 2,1 0,-1 0,1 1,-1 0,1 1,-1 1,1 0,0 0,-3 3,9-4,0 1,0-1,0 1,0 1,0-1,1 1,0 0,-1 1,2-1,-1 1,0 0,1 0,0 0,0 1,1-1,-1 1,1 0,0 0,1 0,-1 1,0 3,2-6,1 0,-1 1,1-1,0 0,0 1,1-1,-1 0,1 0,0 1,0-1,0 0,0 0,1 0,0 0,0 0,0-1,0 1,0 0,1-1,0 0,-1 1,1-1,1 0,-1 0,0-1,1 1,-1-1,1 0,0 0,0 0,1 0,12 6,0 0,1-2,0 0,0-1,1-1,11 1,-17-2,0-1,0 0,0-1,1 0,-1-1,0 0,1-1,-1 0,0-2,0 1,0-2,0 1,0-2,-1 0,1 0,-1-1,-1-1,1 0,-1 0,0-1,-1-1,0 0,0 0,-1-1,4-5,26-89,-27 65,-6 80,-7-22,0-15,0 1,1-1,-1 0,1 0,0 1,0-1,0 0,0 0,1 1,0-1,0 0,0 0,0 0,1 0,-1 0,1 0,0 0,1-1,-1 1,0-1,1 1,0-1,0 0,0 0,0 0,0 0,1-1,0 1,5 0,0-1,1 0,0-1,-1 0,1-1,-1 1,1-2,0 1,-1-2,1 1,-1-1,1 0,-1-1,0 0,0-1,0 0,-1 0,1-1,-1 0,0-1,0 1,-1-1,2-3,60-95,-72 109,0 1,1 0,0 0,0 0,0 0,1 0,-1 1,2-1,-1 0,1 1,0-1,0 1,0-1,1 0,0 1,1-1,-1 0,1 0,0 0,1 0,-1 0,1-1,0 1,1-1,-1 1,1-1,0 0,0-1,1 1,0 0,3-1,0 0,1-1,-1 0,1-1,-1 0,1 0,0 0,-1-1,1-1,0 1,0-1,0-1,0 0,0 0,-1-1,1 0,0 0,-1-1,0 0,1-1,3-2,3-2,0-1,0-1,-1 0,-1-1,0 0,0-1,-1 0,-1-1,0 0,7-13,2-10,-3 0,0-1,-3-1,-1 0,-2-1,-2 0,-1-1,-2 0,-2 0,0-30,-2 48,0 1,-1 0,-1-1,-1 1,-1-1,0 1,-2 0,-1 0,0 0,-2 1,0-1,-9-15,14 33,1 0,-1 0,0 0,0 1,0-1,-1 1,1-1,0 1,-1 0,0-1,0 2,1-1,-1 0,0 0,0 1,-1 0,1-1,0 1,0 0,-1 1,1-1,0 1,-1-1,1 1,-1 0,1 0,0 1,-1-1,1 1,-1-1,1 1,0 0,0 0,0 1,-1-1,-1 2,-9 8,1 0,0 2,0-1,1 2,1-1,0 2,1-1,1 1,0 1,1 0,1 0,0 1,1-1,1 1,-1 10,0-10,2 1,0 0,0 1,2-1,1 0,0 1,1-1,1 1,1-1,0 0,1 1,1-1,1 0,1-1,0 0,1 0,1 0,1 0,0-1,1-1,1 0,10 11,-1-6,1 0,1-2,1-1,0 0,2-2,-1-1,2-1,0-1,0-1,1-1,0-2,1 0,0-2,0-1,0-2,1 0,-1-2,1-1,21-3,-37 1,-1 0,0-1,0-1,0 0,0 0,0-1,-1 0,10-7,-16 9,-1 1,-1-1,1 0,0 0,-1 0,1-1,-1 1,0-1,0 0,0 0,-1 0,1 0,-1 0,0 0,0-1,0 1,-1-1,0 0,0 1,0-1,0 0,-1 0,0 1,0-4,0 5,0 0,-1 0,0 0,1 0,-1 0,0 0,0 1,-1-1,1 0,-1 0,1 1,-1-1,0 1,0 0,0-1,0 1,0 0,-1 0,1 0,0 0,-1 1,0-1,1 1,-1-1,0 1,0 0,0 0,0 0,0 1,0-1,-3 0,-1 0,1 0,-1 1,1 0,0 0,-1 1,1-1,-1 1,1 1,0-1,0 1,-1 0,-4 3,3-1,1 0,-1 1,1 0,0 0,1 1,-1 0,1 0,0 1,0-1,1 1,0 1,0-1,1 1,0-1,0 1,1 0,0 1,0-1,1 0,0 1,1 0,-1-1,2 1,-1 1,2-7,0 1,-1-1,1 1,1-1,-1 0,0 1,1-1,0 0,-1 0,1 0,0 0,1 0,-1-1,0 1,1-1,0 1,-1-1,1 0,0 0,0 0,0 0,1-1,-1 1,0-1,1 0,-1 0,0 0,1 0,-1-1,4 1,2 0,-1-1,0 0,1 0,-1 0,1-1,-1-1,1 1,-1-1,0-1,0 1,0-2,4-1,-6 2,-1 0,1 0,-1-1,0 0,0 0,-1 0,1 0,-1-1,0 0,0 0,0 0,-1 0,0-1,0 1,0-1,-1 0,1 0,-1 1,-1-2,1 1,-1 0,0-2,-2 20,0-8,-1 0,1 0,1 0,-1 1,0-1,1 0,0 0,0 1,0-1,1 0,-1 0,1 1,0-1,0 0,1 0,-1 0,1 0,0 0,0 0,0-1,0 1,1-1,-1 1,1-1,0 0,0 0,0 0,1 0,-1-1,1 1,-1-1,1 0,0 0,2 1,-3-3,0 1,0-1,0 1,0-1,-1 0,1 0,0-1,0 1,0-1,-1 1,1-1,0 0,0 0,-1 0,1 0,-1 0,1-1,-1 1,1-1,-1 0,0 0,0 1,0-2,0 1,0 0,0 0,-1 0,1-1,-1 1,1-1,-1 1,0-1,0 0,0 1,-1-1,1 0,0 0,-1-1,3-19,-1 0,-1 1,-1-1,-1 0,-1 1,-1-3,-2-31,5 55,0 0,-1-1,1 1,0 0,0 0,0-1,0 1,0 0,0-1,0 1,0 0,1 0,-1-1,0 1,1 0,-1 0,1 0,-1-1,1 1,0 0,-1 0,1 0,0 0,0 0,0 0,0 0,0 0,0 1,0-1,0 0,0 1,0-1,0 0,0 1,1 0,-1-1,0 1,0-1,1 1,-1 0,0 0,1 0,0 0,126 22,-116-18,-6-4,0 1,0 0,0 0,0 0,0 1,0 0,0 0,0 0,-1 1,1 0,-1 0,0 1,0-1,0 1,0 0,-1 0,0 1,0-1,0 1,0 0,-1 0,1 0,-1 1,-1-1,1 1,-1 0,0-1,0 1,0 5,-35 150,34-158,-1 0,1-1,-1 1,1 0,0 0,0-1,0 1,0 0,0-1,1 1,-1-1,1 0,0 1,0-1,0 0,0 0,0 0,0 0,0 0,1-1,-1 1,1-1,-1 0,1 1,-1-1,1 0,0 0,0-1,-1 1,1-1,1 1,4 0,1 1,0-2,0 1,0-1,0-1,0 1,-1-2,1 1,5-2,-1-2,1-1,-2 0,1 0,-1-1,0-1,0 0,-1-1,0 0,-1 0,0-1,0-1,-1 0,-1 0,1 0,-2-1,0-1,0 1,-1-1,-1 0,4-12,-8 22,0 1,0-1,0 0,0 0,0 0,0 0,-1 0,0 0,1 0,-1 0,0 0,-1 0,1 0,0 0,-1 0,0 0,0 0,0 0,0 0,0 1,0-1,-1 0,1 1,-1-1,0 1,0-1,0 1,0 0,0 0,0 0,-1 0,1 0,-1 0,1 1,-1-1,-2 0,0 2,-1 0,1 0,0 1,0-1,-1 1,1 1,0-1,0 1,0 0,0 0,0 0,1 1,-1-1,1 1,-1 0,1 1,0-1,0 1,0-1,1 1,0 1,-1-1,1 0,1 1,-1-1,1 1,-1 0,1 0,1 0,-1 0,1 0,0 0,0 1,0-1,1 0,0 1,0-1,0 0,1 1,-1-1,2 4,1-1,0-1,0 0,1 0,0 0,0 0,1 0,0-1,0 0,0 0,1 0,-1-1,1 0,1 0,-1 0,1-1,0 0,3 1,130 49,78-14,-118-31</inkml:trace>
  <inkml:trace contextRef="#ctx0" brushRef="#br0" timeOffset="22455.502">54 151,'-11'35,"-1"34,2 2,4-1,3 1,3 0,3 5,61 557,-61-508,-6 0,-16 106,11-169,2 1,3-1,2 1,3 0,4 5,3 8,-4 0,-3 1,-8 72,3-110,2 0,1 0,2-1,4 25,10 183,-15-156,1-68,1-1,1 0,1 1,0-1,5 9,-2-6,-3 2,0 0,-1 1,-2 0,0 0,-2-1,-2 12,2 72,14 45,-7 1,-1-54,-9-96,0-3</inkml:trace>
  <inkml:trace contextRef="#ctx0" brushRef="#br0" timeOffset="24534.163">6684 5,'37'15,"-10"-10,-1-1,1-1,0-2,0 0,12-3,6 2,161-2,395 13,-98 33,-400-31,-99-13,0 0,1 0,-1 0,0 0,0 1,0 0,1 0,-1 0,0 0,0 1,0 0,-1-1,1 2,0-1,-1 0,1 1,-1-1,0 1,0 0,0 0,0 0,0 1,-1-1,1 0,-1 1,1 3,20 145,90 500,-69-325,-13 1,-13 90,-4 132,26 335,-41-505,15-204,-15-7,0-167,0 1,-1-1,0 0,1 1,-1-1,0 0,0-1,0 1,0 0,-1 0,1-1,0 1,-1-1,1 0,-1 0,1 0,-1 0,0 0,1-1,-1 1,0-1,0 1,1-1,-1 0,0 0,0 0,0-1,1 1,-1-1,0 1,1-1,-1 0,-1-1,-16 1,-334-27,225 18</inkml:trace>
  <inkml:trace contextRef="#ctx0" brushRef="#br0" timeOffset="25777.029">6270 1301,'410'26,"1037"16,-1139-43,-286 6,-21-5,-1 0,0 0,0 0,1 0,-1 1,0-1,1 0,-1 0,0 0,0 0,0 1,1-1,-1 0,0 0,0 0,0 1,0-1,1 0,-1 0,0 1,0-1,0 0,0 0,0 1,0-1,0 0,0 1,0-1,0 0,0 0,0 1,0-1,0 0,0 1,0-1,0 0,0 0,0 1,0-1,0 0,0 0,0 1,-1-1,1 0,0 0,0 1,0-1,0 0,-1 0,1 0,0 1,0-1,-1 0,1 0,0 0,0 0,-1 0,1 1,0-1,0 0,-1 0,1 0,0 0,-1 0,1 0,0 0,0 0,-1 0,-8 4</inkml:trace>
  <inkml:trace contextRef="#ctx0" brushRef="#br0" timeOffset="26624.833">7995 4295,'2'0,"6"0,10-2,13-1,16-2,13 0,10 0,4 2,-1 1,-8 1,-16 0</inkml:trace>
  <inkml:trace contextRef="#ctx0" brushRef="#br0" timeOffset="27825.782">175 3975,'1'0,"1"0,0 0,-1 0,1 1,0-1,-1 0,1 1,0-1,-1 1,1 0,-1-1,1 1,-1 0,1 0,-1 0,0 0,0 0,1 0,-1 1,0-1,0 0,0 0,0 1,0-1,0 1,-1-1,1 1,0-1,-1 1,1 0,-1-1,0 1,1 0,-1-1,0 1,0 0,0-1,0 1,0 0,-1 0,7 200,16 34,-22-233,0-2,-1 1,1 0,-1-1,1 1,0 0,0 0,0-1,0 1,0 0,0-1,1 1,-1 0,0-1,1 1,0 0,-1-1,1 1,0-1,-1 1,1-1,0 1,0-1,0 0,1 1,-1-1,0 0,0 0,1 0,-1 0,1 0,-1 0,1 0,-1-1,1 1,-1 0,1-1,-1 1,1-1,0 0,0 1,-1-1,20 0,-1-1,0-1,0-1,0 0,0-2,1 0,50-11,32 5,-82 10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19:36.21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5333 4449,'7'9,"1"-1,-1 0,1 0,1-1,-1 0,1-1,0 0,1 0,-1-1,1 0,0 0,1-1,-1-1,1 0,0 0,0-1,7 1,-13-2,167 33,0-7,134 1,-23-7,1-12,279-28,-116-40,45-29,-369 65,112-20,111-19,248-83,-525 125,-2-4,0-2,-1-3,-2-3,-1-3,-2-2,-2-3,-1-3,-2-2,-2-3,2-6,-6-2,-1-2,-4-3,-2-1,-3-2,-2-2,-4-1,-2-2,-4-1,-2-2,-4 0,11-63,-1-76,-8 0,-6-103,-14 267,-3-1,-1 0,-2 0,-2 0,-3 0,-2 1,-1 0,-3 1,-1 0,-3 1,-2 1,-7-11,-4 8,-2 1,-3 2,-1 1,-2 2,-2 1,-1 2,-2 2,-2 2,-42-24,19 18,-2 3,-2 3,-1 3,-1 4,-2 3,-53-10,-148-19,-211-11,177 29,-453-36,-67 50,647 11,-2 9,2 7,-71 16,-140 44,316-49,1 3,0 3,-71 33,104-34,1 3,2 1,1 2,1 2,-29 28,61-52,-1 1,1 0,0 1,1-1,-1 2,2-1,-1 1,1 0,0 0,1 1,0-1,1 1,0 1,0-1,1 0,1 1,-1 4,-11 179,-52 259,59-399,3-1,2 1,3 5,-5 104,-4 271,-20-109,28-306,0 72,4 0,6 18,-5-70,6 45,3-1,4 0,16 42,111 256,-113-282,-14-39,3-2,2 0,8 11,-26-58,0-1,1 0,0 0,1-1,0 0,0 0,1 0,1-1,-1 0,1-1,0 0,1 0,0-1,0 0,0 0,0-2,1 1,0-1,0-1,0 0,4 1,8-4</inkml:trace>
  <inkml:trace contextRef="#ctx0" brushRef="#br1" timeOffset="75801.134">6403 518</inkml:trace>
  <inkml:trace contextRef="#ctx0" brushRef="#br1" timeOffset="76881.597">6403 518,'1'-8,"-1"0,0 0,0 1,-1-1,0 0,-1 0,1 1,-1-1,-1 0,0 1,0 0,0 0,-1 0,0 0,0 1,-1-1,0 1,-3-3,-18-14,-1 2,-1 1,-1 1,0 1,-2 2,0 1,0 1,-23-5,-70-22,-2 5,-1 6,-99-9,-56 5,-2 12,-14 13,16 8,1 13,-208 38,136 10,2 16,-209 79,443-119,-60 16,3 8,-109 56,-372 198,211-102,179-85,135-41,89-48,53-63,-7 9</inkml:trace>
  <inkml:trace contextRef="#ctx0" brushRef="#br1" timeOffset="78216.479">562 706,'-33'27,"10"8,1 2,2 0,-13 36,-6 9,6-19,-3-1,-3-2,-12 11,45-57,31-28,1 2,0 0,0 2,1 1,0 1,1 1,0 1,0 2,0 1,15 1,316-25,-357 27,0 1,0-1,0 0,0 1,0-1,0 0,0-1,0 1,0 0,0 0,0-1,0 1,0-1,0 0,-1 1,1-1,0 0,0 0,-1 0,1 0,0-1,-1 1,1 0,-1-1,0 1,1-1,-1 1,0-1,0 0,0 1,0-1,0 0,-1 0,1 0,0 0,-1 1,1-1,-1 0,0 0,0 0,0 0,0 0,-64-83,56 69,1 0,0-1,1 0,1 0,1 0,0-1,1 0,0-9,-23-94,26 118,-1 1,0-1,1 1,-1 0,0-1,0 1,0 0,-1 0,1 0,-1 0,1 0,-1 0,1 0,-1 1,0-1,0 0,0 1,0-1,0 1,0 0,0 0,-1 0,1 0,0 0,-1 0,1 1,-1-1,1 1,0-1,-1 1,1 0,-1 0,1 0,-11 6,1-1,0 2,0 0,1 0,0 1,0 0,1 1,0 0,-6 8,0-2,-211 210,220-221,21-21,199-185,-197 194,-35 32,13-18,-241 274,235-265,29-19,237-168,-244 168,-12 8,-15 14,-178 145,190-155,23-16,198-96,-180 99,-35 5,-1 1,1-1,-1 0,1 1,-1-1,1 1,-1-1,1 1,-1-1,1 1,-1-1,0 1,1-1,-1 1,0-1,0 1,1 0,-1-1,0 1,0-1,0 1,1 0,-1-1,0 1,0 0,0-1,0 1,0 0,-1-1,1 1,0-1,0 1,0 0,0-1,-1 1,1-1,0 1,-1 0,1-1,0 1,-1-1,1 1,-1-1,1 1,-1-1,1 0,-1 1,1-1,-1 1,1-1,-1 0,-12 15,0 0,-1-1,0-1,-1 0,-1-2,0 1,0-2,-1 0,0-1,-1 0,0-2,-1 0,-17 3,-12-3,49-7,-1 0,0 0,1 1,-1-1,0 0,1 0,-1 0,0-1,1 1,-1 0,0 0,0 0,1 0,-1 0,0 0,1 0,-1 0,0-1,0 1,1 0,-1 0,0 0,0 0,0-1,1 1,-1 0,0 0,0-1,0 1,1 0,-1 0,0-1,0 1,0 0,0-1,0 1,0 0,0-1,0 1,0 0,0 0,0-1,0 1,0 0,0-1,0 1,0 0,0-1,0 1,0 0,0 0,0-1,-1 1,1 0,0 0,0-1,0 1,0 0,-1 0,1-1,0 1,0 0,-1 0,1-1,142-39,126-19,-182 39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1:39.16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14 188,'-13'603,"13"-110,14-245,-14 49,24-149,3-78,-23-62,0 0,0 0,1-1,1 0,-1 0,1 0,0-1,1 0,-1 0,1-1,0 1,1-2,-1 1,1-1,0 0,0 0,0-1,1 0,-1-1,1 0,5 1,-7-2,0 0,1-1,-1 0,0 0,0 0,0-1,0 0,0 0,0-1,0 0,5-2,41-8,277 5,-144-2,8-17,-162 26,68-12,-92 10,0 0,0-1,0 1,-1-1,1-1,-1 0,0 0,0 0,-1-1,1 0,-1 0,0-1,0 0,-1 0,1 0,-1 0,-1-1,1 0,-1-1,5-20,-1-1,-2 0,-1 0,-1-1,-1 1,-2-1,-1 0,-3-18,2-9,-7-285,2-230,47 206,-43 152,-28 122,28 89,0 0,0 0,0 0,0 0,-1 0,1 1,-1-1,0 1,0-1,0 1,0 0,0 0,0 0,0 1,-1-1,1 1,-1 0,1 0,-1 0,1 0,-1 1,0-1,1 1,-1 0,0 0,1 0,-1 0,0 1,1 0,-1 0,-158-12,-367 10,265-12,50 14,208-1,1 1,-1 0,1 0,-1 0,1 1,-1 0,1 0,0 0,0 1,0 0,-5 3,10-6,0 0,-1 0,1 1,0-1,0 0,0 0,-1 1,1-1,0 0,0 1,0-1,0 0,0 1,0-1,0 0,0 1,-1-1,1 0,0 1,1-1,-1 0,0 1,0-1,0 0,0 1,0-1,0 0,0 1,0-1,1 0,-1 1,0-1,0 0,0 0,1 1,-1-1,0 0,0 0,1 1,-1-1,0 0,0 0,1 0,-1 1,0-1,1 0,-1 0,0 0,1 0,-1 0,0 0,1 0,-1 0,0 0,1 0,-1 0,1 0,9 3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1:41.43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81 284,'-20'203,"11"475,-16-418,10-125,3 83,14 37,0-249,0 0,0 0,1-1,0 1,0 0,0-1,1 0,0 0,0 0,0 0,0-1,1 0,0 0,0 0,0 0,0-1,1 1,-1-2,1 1,0 0,0-1,0 0,0-1,3 1,0 2,14 4,0-2,0 0,1-2,-1 0,1-2,0 0,1-2,78 9,-73-5,21 5,0-3,1-1,0-3,28-4,124-20,131-34,-130 30,-198 26,-4 1,0-1,0 1,0-1,0 0,0 1,0-1,0-1,0 1,0 0,0-1,0 1,0-1,0 0,0 0,-1 0,1-1,0 1,-1-1,1 1,-1-1,1 0,-1 0,0 0,0 0,0 0,0 0,0-1,0 1,-1-1,1 1,-1-1,0 0,1 1,-1-1,-1 0,1-1,-15-143,9-344,6 303,0 54,2-22,-7 1,-23-141,-35 52,56 216,1 1,1-1,2 1,0-1,2 0,2-5,-2 32,0 0,0-1,0 1,0-1,0 1,0-1,0 1,0 0,-1-1,1 1,-1-1,1 1,-1 0,1-1,-1 1,0 0,1 0,-1 0,0-1,0 1,0 0,0 0,0 0,0 0,0 1,-1-1,1 0,0 0,0 1,-1-1,1 0,0 1,-1 0,1-1,0 1,-1 0,1-1,-1 1,1 0,-1 0,1 0,0 0,-2 1,-189 12,92-3,-715 76,611-70,182-10,19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0:44.69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320 574,'0'-13,"0"-1,0 12,0 15,0 19,0 16,-2 10,-1 8,0 1,-2-2,0-5,-1-8,0-8,2-10,0-10</inkml:trace>
  <inkml:trace contextRef="#ctx0" brushRef="#br0" timeOffset="315.155">39 441,'-38'-76,"38"75,0 0,0 0,1-1,-1 1,0 0,1 0,-1-1,1 1,-1 0,1 0,-1 0,1 0,0 0,0 0,0 0,-1 0,1 0,0 0,0 0,0 0,0 1,1-1,-1 0,0 1,0-1,0 1,0-1,1 1,-1 0,0 0,0-1,1 1,-1 0,0 0,1 0,-1 0,0 0,0 0,1 1,-1-1,0 0,0 1,1-1,354 7,-101-2,-233 0,-22-4,0-1,0 0,1 1,-1-1,0 1,0-1,0 1,0-1,1 0,-1 1,0-1,0 1,0-1,0 1,0-1,0 1,0-1,0 1,0-1,-1 1,1-1,0 0,0 1,0-1,0 1,-1-1,1 1,0-1,0 0,-1 1,1-1,0 0,-1 1,1-1,0 0,-1 1,1-1,0 0,-1 0,1 1,-1-1,1 0,-1 0,1 0,-1 0,1 0,0 0,-1 1,1-1,-1 0,0 0,1 0,-20 10</inkml:trace>
  <inkml:trace contextRef="#ctx0" brushRef="#br0" timeOffset="2018.197">2285 468,'-15'3,"0"0,0 1,1 1,0 0,0 1,0 0,0 2,1-1,0 1,1 1,0 0,0 1,1 1,0-1,-6 10,-3 5,0 1,2 0,2 2,0 0,2 0,-11 30,19-45,0 1,1-1,0 1,1 0,1 0,0 0,1 1,1-1,0 0,1 1,0-1,1 1,1-1,2 11,-2-21,1 1,-1-1,1 1,0-1,0 0,1 0,-1-1,1 1,0 0,-1-1,2 0,-1 0,0 0,1-1,-1 0,1 1,0-2,0 1,-1 0,1-1,0 0,1 0,2 0,2 0,1 0,-1-1,0 0,1 0,-1-1,1-1,-1 0,0 0,0-1,0 0,2-2,3-2,-1-1,-1-1,1 0,-1-1,-1 0,0-1,-1 0,0-1,0 0,-1-1,-1 0,0-1,-1 0,6-14,3-8,-3 0,-1-1,-1-1,-3 0,3-24,-6 37,-2-1,-1 0,-1 1,-1-1,-1 0,-1 0,-5-24,5 45,-1-1,1 1,-1 0,-1 0,1 0,-1 0,1 1,-1-1,-1 1,1 0,0-1,-1 1,0 1,0-1,0 1,-1-1,1 1,-1 1,0-1,0 0,0 1,0 0,0 0,0 1,0 0,-1 0,1 0,0 0,-1 1,-3 0,-1-1,0 2,0 0,-1 0,1 1,0 0,0 0,1 1,-1 1,1-1,-1 2,1-1,0 1,1 1,-1-1,1 2,0-1,3-1,0 0,0 0,1 1,0 0,0-1,0 1,1 0,0 1,0-1,0 0,1 1,0 0,1-1,-1 1,1 0,0 0,1 0,0 0,0 0,0 0,1 0,0 0,1-1,-1 1,1 0,1-1,-1 1,3 4,15 25,1-1,2-1,1-1,2 0,1-2,8 5,7 10,60 74,36 58,-131-169,0 1,-1-1,0 1,0 0,-1 0,-1 1,1 0,-2-1,1 1,-1 4,-2 4</inkml:trace>
  <inkml:trace contextRef="#ctx0" brushRef="#br0" timeOffset="3129.767">26 1551,'110'-6,"0"-3,21-10,6 1,772-61,-750 67,1168-68,-1012 73,-221-4,22-1,-94 1,-16 2</inkml:trace>
  <inkml:trace contextRef="#ctx0" brushRef="#br0" timeOffset="4479.641">3221 214,'36'427,"-18"314,-17-589,8-1,20 107,56 317,35 60,-116-608,7 74,5 0,10 21,-8-48,-2 0,-4 0,-4 2,-1 18,-7-48,2 0,2 0,3 0,1-1,2 0,2 0,4 5,17 26,-20-49,-1 1,-2 0,0 1,-2 0,2 19,18 269,-14-219,-4 0,-4 59,-6-144,-1 74,4 1,11 61,5 99,-2 35,-10-234,-3-1,-1 1,-3 0,-3 17,4-77,-1-5</inkml:trace>
  <inkml:trace contextRef="#ctx0" brushRef="#br0" timeOffset="5831.056">3355 1323,'142'-11,"0"6,6 7,-35-1,527 7,-18-15,187-7,-669 14,-137 0</inkml:trace>
  <inkml:trace contextRef="#ctx0" brushRef="#br0" timeOffset="12910.323">4905 241,'-20'8,"1"0,-1 2,2 0,-1 1,2 1,-1 1,2 0,0 2,0-1,1 2,1 0,1 1,0 0,2 1,-1 0,2 1,1 0,0 1,1 0,2 0,0 1,1 0,0 0,2 0,0 12,2-28,1 0,0 0,-1 1,2-1,-1 0,1 0,-1 1,1-1,1 0,-1 0,1 0,0 0,0 0,0-1,1 1,0-1,0 1,0-1,0 0,1 0,-1 0,1-1,0 1,0-1,0 0,1 0,-1 0,1-1,0 0,-1 1,1-2,0 1,0 0,0-1,1 0,-1 0,0-1,0 0,1 0,-1 0,4-1,7-5,-2 0,1-1,-1-1,0-1,-1 0,1-1,-2 0,0-1,0 0,-1-1,0 0,-1-1,0 0,-2-1,7-11,5-11,-1-1,-1 0,-3-2,-1 0,-2 0,-1-1,-2-1,-2 0,-1-12,-5 49,0-92,-2 94,1 0,0-1,-1 1,1-1,-1 1,0 0,0 0,0-1,0 1,0 0,0 0,-1 0,1 0,-1 0,1 1,-1-1,0 0,0 1,1-1,-1 1,0-1,-1 1,1 0,0 0,0 0,0 0,-1 0,1 1,0-1,-1 1,1-1,0 1,-1 0,1 0,-1 0,-1 1,-6 1,-1 1,1 1,0 0,0 0,0 1,1 1,-1-1,1 1,1 1,-1 0,1 0,0 1,1 0,0 0,0 0,1 1,0 0,0 1,1-1,0 1,1 1,0-3,0 1,1-1,0 1,0 0,1 0,0 1,1-1,0 0,0 0,1 1,0-1,1 0,0 1,0-1,1 0,1 0,-1 0,1 0,1 0,0-1,0 1,0-1,1 0,0 0,6 5,228 232,-227-233,-1 1,0 0,-1 1,-1 0,0 1,0 0,-2 0,0 1,-1 0,0 0,-1 1,-1-1,-1 1,0 0,-1 0,-1 6,-2-13</inkml:trace>
  <inkml:trace contextRef="#ctx0" brushRef="#br0" timeOffset="13350.8">5240 187,'18'0,"15"0,11 0,10 0,4 0,2 0,-3 0,-6 0,-8 0,-11-2,-10-3,-12-1,-8 0</inkml:trace>
  <inkml:trace contextRef="#ctx0" brushRef="#br0" timeOffset="13600.758">5427 0,'6'3,"6"4,-1 9,-1 10,-2 12,-4 12,-1 10,-2 8,-1 5,-2 1,-6-1,-2-13</inkml:trace>
  <inkml:trace contextRef="#ctx0" brushRef="#br0" timeOffset="16058.523">400 2099,'-4'0,"1"-1,-1 1,0 0,0 0,1 0,-1 1,0-1,1 1,-1 0,0 0,1 0,-1 1,1-1,-1 1,1 0,0 0,0 0,0 0,0 0,0 1,0 0,1-1,-1 1,1 0,0 0,0 0,-3 7,2-1,-1 1,1 0,1-1,0 1,0 0,1 1,0-1,1 0,0 0,0 0,1 0,1 1,-1-1,2 0,0-1,0 1,0 0,2 1,-1-3,1 0,-1 0,1 0,1 0,0-1,0 0,0 0,1 0,0-1,0 0,1-1,0 1,-1-1,2-1,-1 0,1 0,-1 0,1-1,0 0,0-1,0 0,1-1,4 1,-5-4,0-1,0 0,0 0,-1-1,1 0,-1-1,0 1,0-2,-1 1,0-1,0 0,0-1,0 1,-1-1,0-1,-1 1,0-1,0 0,0 0,1-6,-2 8,0 0,-1 0,0-1,-1 1,1-1,-1 0,0 0,-1 0,0 0,0 0,0 0,-1 0,0 0,0 0,-1 0,0 0,0 0,-1 0,0 0,0 0,0 1,-1-1,0 1,-1 0,1-1,-1 2,-1-3,-10-12,0 0,-1 1,-1 1,-1 0,-1 1,0 1,-1 1,-1 1,-3-1,22 13,-1 0,0 1,0-1,0 1,-1 0,1 0,0 0,0 0,-1 0,1 1,0-1,-1 1,1 0,0 0,-1 0,1 0,0 1,-1 0,1-1,0 1,0 0,-1 1,1-1,0 0,0 1,0 0,1 0,-1 0,0 0,0 1,-10 9,1 1,1 0,0 1,1 0,0 1,1 0,1 1,0-1,2 2,-1-1,2 1,0 0,0 5,4 59,9-48</inkml:trace>
  <inkml:trace contextRef="#ctx0" brushRef="#br0" timeOffset="17058.527">520 3141,'-6'14,"0"0,0 1,1-1,1 1,0 0,2 0,-1 0,2 1,0-1,1 5,0-11,0-1,1 0,1 0,-1 0,1 0,1 0,-1 0,1 0,1-1,0 1,0-1,0 0,1 0,-1 0,2-1,-1 0,1 0,0 0,5 3,0-1,-1-1,1 0,0-1,1-1,0 0,0 0,0-1,0 0,1-1,-1-1,1 0,0-1,5 0,-14-1,0 0,0 0,0 0,-1-1,1 0,0 0,0 0,0 0,-1-1,1 1,-1-1,1 0,-1 0,1 0,-1 0,0-1,0 1,0-1,-1 0,1 0,-1 0,1 0,-1-1,0 1,0 0,0-1,-1 0,1 1,-1-1,0 0,1-3,2-13,-1 1,-1 0,-1-1,0 0,-2-15,1 16,-1 0,0 0,-2 0,0 1,-1-1,-1 1,-1 0,0 0,-1 1,-1-1,-1 2,0-1,-1 1,5 11,0 0,0 0,-1 1,1 0,-1 0,0 0,0 1,-1-1,1 1,0 1,-1-1,0 1,0 1,1-1,-1 1,0 0,0 1,0-1,0 1,0 1,0-1,0 1,0 1,0-1,0 1,1 0,-1 1,1 0,-1 0,1 0,0 0,0 1,0 0,1 1,-4 3,-2 0,0 1,1 0,0 1,0 0,1 0,0 1,1 1,1-1,0 1,0 0,1 1,1 0,-4 12,1 6</inkml:trace>
  <inkml:trace contextRef="#ctx0" brushRef="#br0" timeOffset="18452.658">80 4091,'36'-8,"126"-6,109 8,64-4,437-34,-120 5,-265 10,-168 13,197-7,96-6,-503 29,730-22,-558 6,438-23,-15 8,-268 9,-336 22,0 0,1 0,-1 0,0 1,0-1,1 0,-1 0,0 0,1 0,-1 0,0 0,1 0,-1 0,0 0,1 0,-1 0,0 0,1 0,-1 0,0-1,1 1,-1 0,0 0,0 0,1 0,-1-1,0 1,0 0,1 0,-1 0,0-1,0 1,0 0,1 0,-1-1,0 1,0 0,0-1,0 1,1 0,-1 0,0-1,0 1,0 0,0-1,0 1,0 0,0-1,0 1,0 0,0-1,0 1,0 0,0-1,-1 1,1 0,0-1,0 1,0 0,0 0,0-1,-1 1,1 0,-18-16,16 14,-26-17</inkml:trace>
  <inkml:trace contextRef="#ctx0" brushRef="#br0" timeOffset="21383.418">1885 2259,'1'-7,"1"0,0 0,0 0,1 0,0 0,0 1,1-1,-1 1,1 0,4-3,-1-3,48-87,-1 5,-18 3,-35 91,-1-1,0 1,0-1,0 1,0 0,0-1,0 1,0-1,0 1,0-1,0 1,0-1,0 1,0 0,0-1,-1 1,1-1,0 1,0 0,0-1,0 1,-1-1,1 1,0 0,-1-1,1 1,0 0,-1-1,1 1,0 0,-1 0,1-1,0 1,-1 0,1 0,-1 0,1 0,0-1,-1 1,1 0,-1 0,1 0,-1 0,1 0,-1 0,1 0,0 0,-1 0,1 0,-1 0,1 1,-1-1,1 0,0 0,-1 0,1 0,-1 1,1-1,0 0,-1 1,-24 14,-40 77,57-75,1 0,1 0,0 0,1 0,1 1,1 0,1 0,0 0,1 1,1-1,1 5,0 79,0-99,0 0,0 0,0 0,0 1,0-2,0 1,1 0,-1 0,1 0,0-1,0 1,0-1,0 1,0-1,1 0,-1 0,1 0,-1 0,1 0,0-1,0 1,0-1,0 0,0 0,0 0,2 1,87 13,-91-15,9 1,6 0,1 1,-1-2,0 0,0-1,0-1,0 0,1-1,-10-1,0 0,0-1,0 1,-1-1,1-1,-1 1,-1-1,1 0,-1-1,0 1,0-1,1-4,-3 7,7-9,0 1,-1 0,0-1,-1 0,0 0,-1-1,0 1,-1-2,-1 1,0-1,-1 1,0-1,-2-1,2-8,-4 11,0-1,-1 0,-1 0,0 1,-1-1,0 1,-1 0,0 0,-1 0,-1 0,0 1,0 0,-8-10,7 17,0 0,0 0,-1 1,0 0,0 0,0 1,0 0,0 0,-1 1,1 0,-1 0,1 1,-1 0,0 1,1 0,-1 0,0 1,1 0,-8 2,1 0,0 1,1 0,-1 1,1 0,1 1,-1 1,1 0,0 1,0 0,1 1,-1 1,8-4,1 1,-1-1,1 1,0 0,0 0,1 0,0 0,0 0,1 1,0 0,0-1,1 1,0 0,0 0,1 0,0 5,-1 7,-16 224,12-199</inkml:trace>
  <inkml:trace contextRef="#ctx0" brushRef="#br0" timeOffset="23245.703">2085 3088,'26'-57,"81"-174,-63 135,-43 95,-1 1,1 0,0 0,-1 0,1 0,-1 0,1 0,-1 0,1 0,-1 1,1-1,0 0,-1 0,1 0,-1 0,1 1,-1-1,1 0,-1 1,0-1,1 0,-1 1,1-1,-1 0,1 1,-1-1,0 1,1-1,-1 1,0-1,0 1,1-1,-1 1,0-1,0 1,0-1,0 1,0-1,0 1,1 0,-1-1,0 1,-1-1,1 1,0-1,0 1,0-1,0 1,0 0,0-1,-1 1,1-1,0 1,0-1,-1 1,1-1,0 0,-1 1,1-1,-1 1,1-1,0 2,-2 140,0-54,4-1,8 52,19 90,-28-225,-1 1,0 0,-1 0,0 0,1 0,-1-1,-1 1,1 0,-1-1,0 1,0-1,0 0,0 1,-1-1,0 0,0 0,0-1,0 1,0-1,-1 1,0-1,1 0,-1 0,0-1,-1 1,1-1,0 0,-1 0,1 0,-1-1,0 0,1 0,-1 0,0 0,-4-1,-6 0,12-1,0 1,0-1,-1 1,1 0,0 0,0 1,-1-1,1 0,0 1,0 0,0 0,0 0,-1 0,1 0,1 1,-1-1,0 1,0 0,3-2,0 1,0-1,0 1,1-1,-1 1,0-1,0 1,0-1,1 1,-1-1,0 1,1-1,-1 1,0-1,1 0,-1 1,0-1,1 0,-1 1,1-1,-1 0,0 0,1 1,-1-1,1 0,-1 0,1 0,-1 1,1-1,-1 0,1 0,0 0,-1 0,1 0,-1 0,1 0,-1 0,1 0,-1-1,1 1,-1 0,1 0,-1 0,1 0,-1-1,165-27,-93 13,153-20,-204 28,-17 1</inkml:trace>
  <inkml:trace contextRef="#ctx0" brushRef="#br0" timeOffset="37858.676">4638 1885,'-1'-3,"0"0,0 0,-1 1,1-1,-1 0,1 1,-1-1,0 1,0-1,0 1,-1 0,1 0,-1 0,1 0,-1 0,1 1,-1-1,0 1,0 0,0 0,0 0,0 0,0 0,0 0,0 1,0 0,0-1,0 1,0 1,0-1,-1 0,1 1,0-1,0 1,0 0,0 0,0 0,1 0,-1 1,0-1,0 1,1 0,-1-1,0 2,-4 5,1 0,0 0,0 0,1 0,0 1,0 0,1 0,0 0,1 1,0-1,1 1,0 0,0 0,1 0,0-1,1 1,0 3,0 5,2 0,0 0,1-1,0 1,2-1,0 0,1 0,0 0,4 3,-4-6,0-1,1 1,1-1,0-1,1 0,1 0,-1 0,2-1,0-1,11 9,-13-16,0 0,0 0,0-1,1 0,-1 0,1-1,0-1,-1 1,1-2,0 1,-1-1,1-1,-1 0,1 0,-1-1,0 0,0 0,0-1,-1-1,1 1,-1-1,4-4,-2 4,0-1,0-1,-1 0,0 0,0-1,-1 0,0 0,0-1,-1 0,0-1,-1 0,0 0,-1 0,0 0,0-1,-1 0,2-8,-2 5,-1 0,-1-1,0 1,-1 0,0-1,-1 1,-1-1,0 1,-1-1,0 1,-2 0,1 0,-2 0,-2-5,3 9,0-1,-1 1,0 1,0-1,-1 1,0 0,-1 0,0 1,-1 0,0 0,0 0,0 1,-1 1,0-1,0 1,-1 1,0 0,0 0,0 1,0 0,-5-1,-19-1,24 4,0 0,0 0,0 1,0 0,0 1,0 0,0 0,0 1,-1 1,5 2,0 0,0 0,0 1,1 0,0 0,0 1,0-1,1 1,-1 0,1 0,1 0,-1 1,1-1,0 1,1 0,0 0,0 0,-1 4,2-8,-54 171,33-130</inkml:trace>
  <inkml:trace contextRef="#ctx0" brushRef="#br0" timeOffset="43619.43">4638 3048,'0'1,"-1"-1,1 0,-1 0,1 1,-1-1,1 0,-1 0,0 0,1 0,-1 1,1-1,-1 0,1 0,-1 0,0 0,1 0,-1 0,1-1,-1 1,0 0,1 0,-1 0,1-1,-1 1,1 0,-1 0,1-1,-1 1,1 0,-1-1,1 1,-1-1,1 1,0-1,-1 1,1 0,0-1,-1 0,1 1,0-1,0 1,0-1,-1 1,1-1,0 1,0-1,0 0,0 1,0-1,0 1,0-1,0 0,0 1,0-1,9-34,14-9,2 2,1 1,3 1,1 1,1 2,2 1,18-13,-41 44,-15 22,2-7,-2 16,2-1,0 1,2 0,1 0,1 0,1 0,2 4,2 54,6 188,-11-265,-1-1,0 1,-1 0,0-1,0 1,0-1,-1 1,1-1,-2 0,1 0,-1 0,0 0,-2 3,4-6,-1-1,0 0,0 1,1-1,-1 0,-1 0,1 0,0 0,0-1,-1 1,1-1,-1 1,0-1,1 0,-1 0,0 0,0 0,1-1,-1 1,0-1,0 1,0-1,0 0,0 0,0-1,0 1,1 0,-1-1,0 0,0 0,-1 0,-49-20,53 21,0 0,1 0,-1-1,0 1,1 0,-1 0,0 0,1 0,-1-1,0 1,0 0,1 0,-1-1,0 1,0 0,1 0,-1-1,0 1,0 0,0-1,1 1,-1 0,0-1,0 1,0-1,0 1,0 0,0-1,0 1,0 0,0-1,0 1,0 0,0-1,0 1,0-1,0 1,0 0,0-1,-1 1,1 0,0-1,0 1,0 0,0-1,-1 1,1 0,0 0,0-1,-1 1,1 0,0 0,-1-1,1 1,0 0,-1 0,1 0,0 0,-1 0,1-1,0 1,-1 0,1 0,33-10,-31 10,81-14,1 5,0 2,0 5,19 4,-92-2</inkml:trace>
  <inkml:trace contextRef="#ctx0" brushRef="#br0" timeOffset="64128.337">494 4813,'6'-37,"2"1,1 0,2 0,1 2,2-1,1 1,2 1,1 1,16-21,-9 28,-25 25,1 0,0 0,-1 0,1 0,0 0,-1 0,1 0,0 0,-1 0,1 0,-1 0,1 0,0 0,-1 0,1 0,0 1,-1-1,1 0,-1 1,1-1,-1 0,1 1,-1-1,1 0,-1 1,1-1,-1 1,1-1,-1 1,0-1,1 1,-1-1,0 1,0 0,1-1,-1 1,0-1,0 1,0 0,0-1,1 1,-1 0,0-1,0 1,0-1,-1 1,1 0,0-1,0 1,0 0,0-1,-1 1,2 246,-2 141,1-382,-10 29,1-30</inkml:trace>
  <inkml:trace contextRef="#ctx0" brushRef="#br0" timeOffset="64986.909">614 5976,'75'-272,"-47"152,-13 77,-14 43,0 0,-1 0,1 0,0 0,-1 0,1 0,0 0,-1 0,1 0,0 0,-1 0,1 0,0 1,-1-1,1 0,-1 0,1 1,0-1,-1 0,1 1,-1-1,1 0,-1 1,1-1,-1 1,1-1,-1 1,1-1,-1 1,0 0,1-1,-1 1,0-1,0 1,1 0,-1-1,0 1,0 0,0-1,0 1,0 0,0-1,0 1,0 0,0-1,0 1,0 0,0 0,0 0,9 38,-3 0,0 1,-3-1,-1 1,-4 28,2-29,-13 275,16-273,0-33</inkml:trace>
  <inkml:trace contextRef="#ctx0" brushRef="#br0" timeOffset="68083.87">2151 4585,'0'-2,"0"-1,-1 1,0 0,0 0,1-1,-1 1,0 0,-1 0,1 0,0 0,-1 0,1 0,-1 0,0 0,1 1,-1-1,0 1,0-1,0 1,0 0,0 0,0 0,-1 0,1 0,0 0,0 0,-1 1,1-1,-1 1,1 0,0 0,-1-1,1 2,-1-1,1 0,0 0,-1 1,1-1,0 1,-1 0,1 0,0 0,-1 0,-8 5,1 0,-1 0,1 1,0 0,1 0,0 1,0 1,1 0,0 0,0 0,1 1,0 0,1 0,0 1,1 0,0 0,0 0,2 1,-1 0,1-1,1 1,0 0,1 0,0 0,1 1,0-1,1 0,0 0,2 7,1-9,1 0,0 0,0-1,0 0,1 0,1 0,0 0,0-1,0 0,1-1,0 1,1-2,0 1,0-1,0 0,0-1,1 0,0-1,0 0,1 0,-1-1,1-1,-1 0,1 0,0-1,0 0,0-1,0 0,-1-1,11-1,-11-1,-1 0,1-1,-1 0,0 0,0-1,0 0,-1-1,1 0,-1 0,-1-1,1 0,-1 0,0-1,-1 1,0-2,0 1,-1-1,0 1,0-2,-1 1,0 0,-1-1,0 0,-1 1,1-1,-2 0,0-2,2-1,-2 0,1-1,-2 1,0 0,-1-1,0 1,-1 0,0-1,-1 1,-1 0,0 1,0-1,-2 1,1 0,-2 0,1 0,-2 1,1 0,-2 0,1 1,-1 0,-1 1,0 0,0 0,-1 1,0 0,0 1,-5-1,11 5,-1 1,0 1,1-1,-1 1,0 0,0 0,0 0,0 1,0 0,0 0,0 1,0 0,0 0,0 0,0 1,1 0,-1 0,0 0,1 0,0 1,-1 0,1 1,0-1,0 2,-6 3,2 1,-1 1,1 0,1 0,0 1,0 0,1 1,1-1,0 1,-2 6,0 1,1 1,1 0,1 1,1-1,1 1,1 0,0 0,2 9,1 8</inkml:trace>
  <inkml:trace contextRef="#ctx0" brushRef="#br0" timeOffset="69308.582">2125 5909,'104'-265,"-72"160,-32 105,1 1,0-1,-1 0,1 0,-1 0,1 0,0 0,-1 1,1-1,-1 0,1 1,-1-1,1 0,-1 1,1-1,-1 1,1-1,-1 0,1 1,-1-1,0 1,1 0,-1-1,0 1,0-1,1 1,-1-1,0 1,0 0,0-1,0 1,1-1,-1 1,0 0,0-1,0 1,-1 0,1-1,0 1,0-1,0 1,0 0,0-1,-1 1,1 0,13 94,-4 0,-4 65,-5-127,24 228,-23-260,-1 1,1-1,-1 1,1-1,-1 1,1-1,-1 1,0-1,0 1,0-1,0 1,0 0,0-1,0 1,0-1,-1 1,1 0,0-1,-1 1,1-1,-1 0,0 1,0-1,1 1,-1-1,0 0,0 0,0 1,-1-1,1 0,0 0,0 0,0 0,-1 0,1 0,-1-1,1 1,0 0,-1-1,1 1,-1-1,0 0,0 1,-6 0,0-1,-1 0,1 0,0 0,0-1,0-1,0 1,0-1,-6-3,31-1,195-19,-197 24,-2-1,1 1,0 1,-1 0,1 1,0 1,-1 0,1 1,3 1,-9 6,-14-6</inkml:trace>
  <inkml:trace contextRef="#ctx0" brushRef="#br0" timeOffset="73664.514">413 6470,'218'-8,"-206"6,0 1,0 0,0 1,1 0,-1 1,0 1,0 0,0 0,0 1,1 1,9 1,0-1,1-1,-1-1,0 0,1-2,16-2,6 1,259 14,-183-19,62 3,177 12,-117 4,23-6,29-1,-80-6,14 11,-179-14,39-3,1 4,41 7,-55-1,0-2,50-7,376-12,-171 0,158-9,-68 0,92-2,-120 3,-252 10,-140 15,0 0,0 0,0 0,0 0,-1 0,1-1,0 1,0 0,0-1,0 1,0 0,0-1,-1 0,1 1,0-1,0 1,-1-1,1 0,0 1,-1-1,1 0,0 0,-1 0,0 1,1-1,-1 0,1 0,-1 0,0 0,0 0,1 0,-1 0,0 0,0 0,0 0,0 0,0 0,0 0,0 0,0 0,-1 0,1 1,0-1,-1 0,1 0,0 0,-1 0,1 0,-1 0,0 1,1-1,-1 0,1 0,-2 0,-8-17</inkml:trace>
  <inkml:trace contextRef="#ctx0" brushRef="#br0" timeOffset="87199.59">4518 4545,'16'-28,"149"-263,-163 288,-3 2,1 0,0 1,0-1,0 1,0-1,0 1,0-1,0 1,0-1,0 0,0 1,0-1,0 1,0-1,0 1,0-1,1 1,-1-1,0 1,0-1,1 1,-1-1,0 1,1-1,-1 1,0-1,1 1,-1 0,1-1,-1 1,1 0,-1-1,1 1,-1 0,1 0,-1-1,1 1,-1 0,1 0,-1 0,1 0,-1 0,1 0,-1 0,1 0,0 0,-1 0,1 0,-1 0,1 0,-1 0,1 0,-1 1,1-1,-1 0,1 0,-1 1,1-1,-1 0,1 1,0-1,-3 170,2-119,2 0,3 0,1-1,3 0,11 33,-16-69,0-1,1 0,-2 1,0-1,-1 1,0 0,-1-1,-1 1,0 0,0 0,-2 3,0-13,0-1,0 1,0-1,0 1,-1-1,0 0,0 0,1 0,-2 0,1-1,0 1,0-1,-1 0,1 1,-1-2,0 1,0 0,0-1,0 0,0 0,0 0,0 0,0 0,0-1,0 0,0 0,0 0,0-1,-1 1,1-1,0 0,-2 0,6 0,1 1,-1 0,0 0,0-1,0 1,0 0,0 0,0-1,0 1,0 0,0 0,0-1,0 1,0 0,0 0,0-1,0 1,0 0,0 0,0 0,-1-1,1 1,0 0,0 0,0-1,0 1,0 0,-1 0,1 0,0 0,0-1,0 1,0 0,-1 0,1 0,0 0,0 0,-1-1,1 1,0 0,0 0,0 0,-1 0,1 0,26-5,127-16,110 2,-204 15,-45 2</inkml:trace>
  <inkml:trace contextRef="#ctx0" brushRef="#br0" timeOffset="93537.499">4812 5428,'0'-5,"-1"1,0-1,-1 1,1 0,-1-1,1 1,-1 0,0 0,-1 0,1 0,-1 0,0 1,0-1,0 1,0 0,0-1,-1 2,0-1,1 0,-1 1,0-1,0 1,-1 0,1 1,0-1,0 1,-1 0,1 0,-1 0,1 0,-1 1,0 0,1 0,-1 0,1 0,-1 1,1 0,-1 0,1 0,-1 0,1 1,0 0,0 0,-3 1,-7 8,2 0,-1 1,1 0,1 0,0 2,1-1,1 1,0 1,0-1,2 2,0-1,0 1,2 0,0 0,1 0,0 2,-4 16,1-1,1 2,2-1,2 1,1-1,3 31,-1-58,0-1,1 1,0-1,0 0,0 0,1 0,0 0,0 0,0 0,1-1,0 0,0 0,0 0,1 0,0 0,-1-1,2 0,-1 0,0 0,1-1,0 0,3 2,16 5,0 0,1-1,0-2,24 4,-41-9,9 2,-1-1,1-1,0 0,0-1,0-1,0-1,0-1,0 0,0-1,-1-1,1-1,-1 0,0-1,11-6,-12 5,0-1,0-1,-1 0,0 0,-1-2,0 0,0 0,-2-2,3-2,-10 6,-1 0,0-1,-1 1,0-1,-1 0,0 0,0 0,-1 0,0 0,-1 0,0 0,0 0,-1 0,-1 0,0 0,-1-5,2 10,-50-221,50 219,0-1,0 1,-1-1,0 1,-1 0,1 0,-1 0,-1 0,1 0,-1 1,-1-1,1 1,-1 0,0 0,0 1,-1 0,1 0,-1 0,0 0,-1 1,1 0,-6-2,-16 0,0 1,0 1,0 2,0 0,0 2,0 2,-1 0,1 2,1 1,-15 4,20-5,16-2,1 0,0 1,0-1,1 1,-1 0,0 0,1 0,0 1,0 0,0 0,0 0,1 0,-1 0,1 1,0-1,0 1,0 2,-12 14,-16 21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2:26.19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0 709,'72'-116,"-58"99,-2 0,0-1,-1-1,-1 0,0 0,-2-1,0 0,-1 0,-1-1,1-11,-7 32,0 0,1-1,-1 1,0-1,1 1,-1-1,0 1,0 0,0-1,1 1,-1-1,0 1,0-1,0 1,0-1,0 1,0-1,0 1,0-1,0 1,0-1,0 1,0-1,0 1,0-1,-1 1,1-1,0 1,0 0,-1-1,1 1,0-1,0 1,-1 0,1-1,0 1,-1-1,1 1,-1 0,1 0,0-1,-1 1,1 0,-1 0,1-1,-1 1,1 0,-1 0,1 0,-1 0,1 0,-1 0,1 0,-1 0,1 0,0 0,-1 0,1 0,-1 0,1 0,-1 0,-23 24,18-14,0 0,1 0,0 1,1 0,0 0,1 0,0 0,1 0,0 1,1-1,0 1,1 10,0-15,1 0,-1-1,1 1,1 0,-1 0,1-1,1 1,-1-1,1 0,0 0,0 0,1 0,0 0,0-1,0 0,1 1,0-1,0-1,0 1,0-1,1 0,2 1,3 1,0-1,0 0,1-1,-1-1,1 0,0 0,0-1,1-1,-1 0,0 0,0-1,0-1,1 0,4-1,22-7</inkml:trace>
  <inkml:trace contextRef="#ctx0" brushRef="#br0" timeOffset="247.337">415 361,'4'16,"9"10,11 5,13 1,9 1,6-2,3 0,-1-5,-5-3,-6-6,-7-6,-6-5,-6-3,-8-3</inkml:trace>
  <inkml:trace contextRef="#ctx0" brushRef="#br0" timeOffset="402.919">829 375,'-20'9,"-17"10,-8 11,-3 9,-1 9,2 6,6 3,8-2,10-3,10-8,13-12,6-11</inkml:trace>
  <inkml:trace contextRef="#ctx0" brushRef="#br0" timeOffset="884.413">1216 0,'-4'4,"1"-1,0 1,-1-1,1 1,0 0,1 0,-1 1,1-1,0 1,0-1,0 1,0-1,1 1,0 0,0 0,0 0,1 0,-1 0,1 0,-1 1,-2 26,1 0,2 1,0-1,3 0,0 0,2-1,2 1,1-1,1 0,1-1,2 0,1 0,2-2,5 8,-20-36,4 9,0-1,1 0,0 0,1 0,-1 0,2-1,-1 0,1 0,0-1,0 0,0 0,1-1,0 0,0 0,1 0,-3-6,-1 1,0-1,0 0,0 0,0 0,0-1,0 0,0 0,0 0,-1-1,1 1,-1-1,0 0,1 0,-1-1,-1 1,1-1,0 0,-1 0,0 0,0-1,0 1,1-4,7-6,51-52,-62 65,0 1,1-1,-1 1,1 0,0 0,-1-1,1 1,-1 0,1 0,-1-1,1 1,0 0,-1 0,1 0,-1 0,1 0,0 0,-1 0,1 0,-1 0,1 0,0 1,-1-1,1 0,-1 0,1 1,-1-1,1 0,-1 0,1 1,-1-1,1 1,-1-1,1 0,-1 1,1-1,-1 1,0-1,1 1,-1-1,0 1,1-1,-1 1,0 0,0-1,0 1,0-1,1 1,-1 0,0-1,0 1,0-1,4 38,-4-35,0 22,-1-20,0 0,0-1,1 1,0 0,-1 0,2-1,-1 1,0 0,1-1,0 1,0 0,0-1,1 1,0-1,0 1,0-1,0 0,0 0,1 0,0 0,0-1,0 1,0-1,1 1,-1-1,1 0,0 0,0-1,0 1,2 0,22 3,0-5</inkml:trace>
  <inkml:trace contextRef="#ctx0" brushRef="#br0" timeOffset="1048.971">1711 375,'-13'-7,"-8"-4,-4-1,-2 0,-4-1,4 3</inkml:trace>
  <inkml:trace contextRef="#ctx0" brushRef="#br0" timeOffset="1522.764">1083 201,'122'-14,"1"4,0 7,79 8,-176-5,0 2,0 1,0 1,-1 1,0 1,0 1,0 1,-1 2,0 0,-1 2,2 1,-19-8,0-1,-1 1,0 1,1-1,-2 1,1-1,-1 1,0 1,0-1,0 0,-1 1,0 0,0 0,-1 0,0 0,0 0,-1 1,0-1,-4 135,-3-51,5-88,1 0,0 1,0-1,0 0,0 1,1-1,-1 0,1 1,0-1,0 0,0 0,1 0,-1 0,1 0,-1 0,1 0,0 0,0-1,0 1,1-1,-1 1,0-1,1 0,0 0,-1 0,1 0,0 0,0-1,0 0,0 1,0-1,1 0,-1 0,0-1,0 1,1-1,-1 1,0-1,2 0,0-1,1 0,-1 0,0-1,0 1,0-1,0 0,0-1,0 1,0-1,-1 0,1 0,-1-1,0 1,0-1,0 0,-1 0,1 0,-1 0,1-2,47-93,-25 3,-26 96,0 1,0-1,1 0,-1 0,0 0,0 0,0 1,0-1,0 0,1 0,-1 0,0 0,0 0,0 1,1-1,-1 0,0 0,0 0,0 0,1 0,-1 0,0 0,0 0,0 0,1 0,-1 0,0 0,0 0,1 0,-1 0,0 0,0 0,0 0,1 0,-1 0,0 0,0 0,0 0,1-1,-1 1,0 0,0 0,0 0,0 0,1-1,4 34,-4-27,0 5,1 0,0-1,0 1,1-1,0 1,1-1,0 0,0-1,1 1,1-1,-1 0,1 0,1 0,0-1,0 0,1-1,0 1,0-1,0-1,1 0,0 0,1 0,7 2,20 3,-4-5</inkml:trace>
  <inkml:trace contextRef="#ctx0" brushRef="#br0" timeOffset="1889.785">2847 375,'-20'-4,"1"1,-1 1,-1 0,1 2,0 0,0 1,0 1,0 1,0 1,-11 4,29-8,0 0,1 1,-1-1,0 0,0 1,0-1,0 1,0 0,1 0,-1 0,0 0,1 0,-1 0,0 0,1 0,-1 0,1 1,0-1,0 1,-1-1,1 1,0-1,0 1,0 0,0 0,1-1,-1 1,0 0,1 0,0 0,-1 0,1 0,0 0,0 0,0 0,0-1,0 1,0 0,0 0,1 0,-1 0,1 0,0 0,-1 0,1-1,1 2,8 7,1 0,0-1,1-1,0 0,0 0,0-2,1 1,0-1,11 2,2 3,12 6,-23-12,-1 0,0 1,0 1,-1 0,0 1,0 1,-1 0,10 9,-21-17,0 0,-1 0,1 0,0 0,0 0,-1 0,1 0,0 0,-1 0,1 1,-1-1,1 0,-1 0,0 1,0-1,0 0,1 0,-1 1,0-1,0 0,-1 1,1-1,0 0,0 1,-1-1,1 0,-1 0,1 1,-1-1,1 0,-1 0,0 0,1 0,-1 0,0 0,0 0,0 0,0 0,0 0,0 0,0-1,0 1,0 0,-1-1,-55 28,53-26,-103 33,97-31</inkml:trace>
  <inkml:trace contextRef="#ctx0" brushRef="#br0" timeOffset="2133.131">3128 749,'5'-2,"1"-6,0-1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2:23.9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401 386,'0'23,"3"16,-1 11,4 6,-1 3,-1 0,0-1,-2-3,-1-7,-1-6,-2-11,-1-11</inkml:trace>
  <inkml:trace contextRef="#ctx0" brushRef="#br0" timeOffset="253.876">161 306,'-14'-6,"-11"-6,-6 0,0 3,3 1,7 6,10 4,17 5,19 1,21 0,20-3,21-1,15-2,8-1,0 0,-20-1</inkml:trace>
  <inkml:trace contextRef="#ctx0" brushRef="#br0" timeOffset="697.698">1176 801,'-4'-6,"-1"0,0 0,-1 1,0 0,1 0,-2 0,1 1,0 0,-1 0,0 0,0 1,0 0,0 1,0-1,-1 1,1 1,-1 0,1 0,-1 0,0 1,1 0,-1 0,0 1,1 0,-1 0,1 1,0 0,-1 0,1 1,0 0,0 0,0 1,0 0,0 0,1 0,-1 0,1 1,0 0,0 0,0 1,1 0,0 0,0 0,0 0,1 1,0 0,0 0,1 0,0 0,0 0,1 1,0-1,0 1,0 0,1 0,0-1,1 1,0 7,3-10,0 0,0-1,0 0,1 0,-1 0,1 0,0 0,0-1,0 0,1 0,-1 0,1 0,0-1,0 0,0 0,0 0,0 0,0-1,0 0,0 0,1 0,-1-1,0 1,1-2,-1 1,0 0,1-1,-1 0,0 0,0-1,1 1,3-3,-2 2,1 0,-1-1,1 0,-1-1,0 1,0-1,-1-1,1 1,-1-1,0 0,0-1,-1 1,1-1,-1 0,0-1,-1 1,0-1,0 0,0 0,-1 0,0 0,0-1,-1 1,0-1,0 0,-1 0,0 0,0 0,-3-6,-2 18,-3 24,6-21,0-1,1 1,0 0,0 0,0-1,1 1,0 0,0-1,1 1,0-1,0 1,1-1,-1 0,1 0,1 0,-1 0,1-1,0 1,0-1,1 0,-1 0,1 0,0-1,1 0,-1 0,1 0,0-1,0 1,0-1,0-1,0 1,0-1,1 0,0-1,-1 0,1 0,0 0,-1 0,1-1,0-1,1 1,22-11,-5-3</inkml:trace>
  <inkml:trace contextRef="#ctx0" brushRef="#br0" timeOffset="1613.279">1457 320,'0'90,"4"1,4-1,4 0,23 86,-22-142,4-56,-13 11,1 0,1 1,0 0,0 0,1 0,0 1,1 0,3-3,-8 9,0 0,0 1,0-1,0 1,0 0,1-1,-1 2,1-1,-1 0,1 1,0-1,-1 1,1 0,0 1,0-1,0 1,0-1,0 1,0 0,0 0,0 1,-1-1,1 1,0 0,0 0,3 2,-3 0,0 0,0 1,-1 0,1 0,-1 0,0 0,0 0,0 1,-1-1,1 1,-1 0,0 0,-1 0,1 0,-1 0,0 0,0 0,0 1,-1-1,0 0,0 0,0 1,-1-1,0 0,0 0,0 0,0 0,-1 0,0 0,0 0,0 0,-2 1,1 1,-1-1,0 0,0 0,-1 0,0 0,0-1,0 1,0-1,-1-1,0 1,0-1,0 0,-1 0,1-1,-1 0,0 0,0-1,0 1,0-1,-1-1,7 0,-1-1,1 0,0 0,-1 0,1 0,0 0,-1 0,1 0,-1 0,1 0,0-1,-1 1,1-1,0 1,0-1,-1 1,1-1,0 0,0 1,0-1,0 0,0 0,0 0,0 0,0 0,0 0,0 0,0 0,0 0,1-1,-1 1,1 0,-1 0,1-1,-1 1,1 0,0-1,-1 1,1 0,0-1,0 1,0 0,0-1,0 1,1-1,-1-2,0-1,1 1,0-1,0 1,0 0,1-1,-1 1,1 0,0 0,0 0,0 0,1 0,1-1,5-2,1 0,1 0,-1 1,1 1,0 0,0 1,0 0,1 0,0 1,0 1,-1 0,1 0,0 2,0-1,1 1,-1 1,1 0,8-1,-2 0,14 0,-1-2,1 0,-1-2,0-2,10-3,-37 7,0 0,-1 0,1 0,-1 0,1-1,-1 0,0 1,0-1,0-1,-1 1,1-1,1-2,-4 5,0-1,0 1,0-1,0 1,0-1,-1 1,1-1,-1 0,1 1,-1-1,0 0,1 1,-1-1,0 0,0 1,0-1,0 0,-1 1,1-1,0 0,-1 1,1-1,-1 1,1-1,-1 0,0 1,0-1,0 1,0 0,0-1,0 1,0 0,0 0,0-1,-1 1,1 0,0 0,-1 0,-2-2,0 1,0-1,0 1,-1 0,1 0,-1 0,1 0,-1 1,0 0,1 0,-1 0,0 1,0-1,0 1,1 0,-1 1,0-1,0 1,0 0,1 0,-1 0,0 1,1 0,-3 1,4-2,0 1,0-1,0 1,0 0,1 0,-1 0,0 0,1 1,-1-1,1 1,0 0,0-1,0 1,0 0,1 0,-1 0,1 0,0 1,0-1,0 0,0 0,0 1,1-1,-1 1,1-1,0 0,0 1,0-1,1 1,-1-1,1 0,0 1,0-1,1 2,3 4,0 0,1-1,1 0,0 0,0 0,0-1,1 0,0 0,0-1,1 0,0-1,0 0,0 0,0-1,1 0,0 0,0-1,0-1,0 0,0 0,0-1,11 1,-1 1,0-1,0 0,1-2,-1 0,0-2,1 0,-1-1,0-1,0 0,-1-2,1 0,-1-2,-1 0,1-1,-1 0,-1-2,0 0,0-1,-1-1,5-5,6-14,0 0,-2-2,-2-1,-1 0,-1-2,-2 0,-2-2,-2 0,-1 0,-2-1,-2-1,-1 0,-3-1,0-8,-3 33,0 0,-1 0,-1 0,-1 0,0 0,-1 0,-1 0,0 1,-2-1,0 0,-2-5,5 20,0-1,0 1,0-1,-1 1,1 0,-1-1,1 1,-1 0,0 0,0 0,0 0,0 1,0-1,0 1,0-1,-1 1,1-1,-1 1,1 0,-1 0,1 1,-1-1,1 0,-1 1,0-1,1 1,-1 0,0 0,0 0,1 0,-1 1,0-1,1 1,-1-1,0 1,-5 2,0 1,0-1,0 1,0 1,1 0,-1 0,1 0,1 1,-1-1,-3 5,-5 7,1 0,0 1,1 0,1 1,1 1,0-1,2 2,0 0,2 0,0 0,1 1,1 0,1 0,1 0,1 1,1-1,1 0,1 1,1-1,1 1,1-1,1 0,0-1,2 1,1-1,0 0,2-1,0 0,3 1,12 10,2-2,2-1,0-1,2-2,1 0,0-3,2 0,1-3,0 0,1-3,1 0,34 8,14 4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2:50.33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675 549,'0'21,"-2"19,-2 18,1 10,1 4,0 0,1-8,3-9,1-10,0-14</inkml:trace>
  <inkml:trace contextRef="#ctx0" brushRef="#br0" timeOffset="225.395">354 388,'-7'-4,"2"-2,12 4,17 4,24 0,21-1,22-4,16-6,8-4,2-1,-4-1,-23 1</inkml:trace>
  <inkml:trace contextRef="#ctx0" brushRef="#br0" timeOffset="1110.408">1864 442,'-14'7,"-1"0,1 1,1 1,0 0,0 1,0 0,2 1,-1 0,1 1,1 0,0 1,1 0,0 1,1 0,-1 2,-2 3,0 0,1 0,1 1,0 1,2-1,0 1,2 0,0 1,2-1,0 1,1 0,1 0,1 2,1-20,-1 0,0 0,1-1,0 1,0 0,0-1,0 1,1 0,0-1,-1 0,1 1,0-1,0 0,1 0,-1 0,1 0,0 0,-1-1,1 1,0-1,1 0,-1 0,0 0,1 0,-1 0,1-1,-1 0,1 1,0-1,-1-1,1 1,0 0,0-1,0 0,-1 0,1 0,0-1,0 1,2-1,12-5,-1-1,0-1,-1 0,0-1,0-1,-1 0,0-1,0-1,-2 0,1-1,-2 0,0-1,9-13,2-3,-2-1,0-1,-3 0,0-2,-2 0,-2-1,-1-1,-2 0,-1 0,-2-1,-2 0,2-35,-11-24,3 93,-1 0,0 0,1 0,-1 0,0 0,0 0,-1 0,1 0,0 0,-1 1,0-1,0 1,0-1,0 1,0 0,0 0,0-1,-1 2,1-1,-1 0,0 0,1 1,-1-1,0 1,0 0,0 0,0 0,-1 0,-4 1,-1 1,1 0,0 0,0 1,0 0,0 1,0-1,1 1,-1 1,1-1,0 1,0 1,0-1,0 1,1 1,0-1,0 1,-4 5,-2-1,0 1,1 1,1 0,0 0,1 1,0 0,0 1,2 0,0 0,0 1,2 0,0 0,0 0,1 1,1-1,1 1,0 0,1 0,1 0,0 0,1 0,1 0,0-1,2 1,4 14,5-7,1 0,1-1,0-1,2 0,1-1,0-1,2-1,16 12,-15-12,0 0,-1 1,-1 1,-1 1,-1 1,-1 0,-1 1,4 8,-13-15,0 0,0 0,-2 0,0 1,-1-1,-1 1,0 0,-1 0,-1 0,-2 13,-4 27</inkml:trace>
  <inkml:trace contextRef="#ctx0" brushRef="#br0" timeOffset="1814.08">3000 54,'-7'36,"0"0,3 0,1 1,1 24,2-38,4 174,9 1,8-2,15 29,-9-42,130 1347,-151-1406,11 221,15-2,41 153,112 312,-143-654,-34-137</inkml:trace>
  <inkml:trace contextRef="#ctx0" brushRef="#br0" timeOffset="2780.156">193 1471,'-16'8,"47"-4,357-15,1006-52,121-11,-840 11,364-25,-900 80,0 6,135 15,-301-23,-100-9,75 14</inkml:trace>
  <inkml:trace contextRef="#ctx0" brushRef="#br0" timeOffset="3510.714">3869 335,'-16'4,"1"2,-1 0,1 0,0 2,1 0,-1 0,2 2,-1-1,1 2,1 0,0 0,0 1,1 1,1-1,-8 14,4-9,1 1,1 1,1 0,1 0,0 1,2 0,0 1,1 0,1 0,-3 20,9-38,-1 0,0 0,1 1,0-1,0 0,0 1,0-1,0 0,0 0,1 1,0-1,0 0,0 0,0 0,0 0,1 0,-1 0,1 0,0 0,0 0,0-1,0 1,0-1,0 1,1-1,-1 0,1 0,0 0,0 0,0-1,-1 1,4 0,6-1,0-1,0 0,1-1,-1 0,-1-1,1-1,0 0,0 0,-1-1,0-1,0 0,0 0,0-1,-1 0,0-1,0 0,8-9,9-5,-1-1,-1-2,-1 0,-1-2,-1-1,-1 0,-2-1,-1-2,-1 0,-1 0,-2-2,-1 1,1-10,-10 27,0-1,0 0,-2-1,0 1,-1 0,0-1,-1 1,-1-1,-1-1,2 12,-1 0,0 0,0 0,-1 0,1 1,-1-1,0 1,0-1,0 1,-1 0,0 0,0 0,0 0,0 0,0 1,-1-1,0 1,1 0,-1 0,0 0,-1 0,1 1,0 0,-1 0,1 0,-1 1,0-1,0 1,1 0,-2 0,-3 1,0 1,0-1,1 2,-1-1,0 1,0 1,1-1,-1 1,1 1,0 0,0 0,1 0,-1 1,1 0,0 1,0 0,0 0,1 0,0 1,0-1,1 2,0-1,0 0,1 1,-1 0,2 0,-1 1,1-1,1 1,-1-1,2 1,-1 0,1 0,0-1,1 1,0 4,4 4,2 0,-1-1,2 0,0 0,1 0,1-1,0 0,1-1,1 0,0 0,1-2,0 1,1-1,6 4,39 44,-43-43,0 0,-1 2,-1 0,0 0,-2 1,0 0,-1 1,-2 0,0 1,-1 0,-1 0,-1 1,-1-1,1 15,-5-11</inkml:trace>
  <inkml:trace contextRef="#ctx0" brushRef="#br0" timeOffset="3765.036">4271 215,'15'0,"18"0,18 0,15 0,9 0,6 0,0 0,-6-3,-10 0,-13 1,-16-1</inkml:trace>
  <inkml:trace contextRef="#ctx0" brushRef="#br0" timeOffset="3944.07">4659 0,'-10'19,"-4"21,-3 27,-3 25,-2 19,-2 11,2-14</inkml:trace>
  <inkml:trace contextRef="#ctx0" brushRef="#br0" timeOffset="4890.513">474 2099,'-8'12,"1"0,1 0,0 0,0 1,1-1,1 1,0 1,1-1,0 1,1-1,1 1,0 0,0-1,2 4,-1-8,1 0,0-1,1 0,0 1,0-1,1 0,0 0,0 0,1 0,0 0,0-1,0 0,1 0,1 0,-1-1,1 1,0-1,0-1,1 1,0-1,0 0,0 0,2 0,-3-2,0 0,0 1,0-2,0 1,1-1,0 0,-1 0,1-1,0 0,-1 0,1-1,0 1,0-2,0 1,0-1,-1 0,1 0,0-1,-1 0,1 0,-1 0,0-1,1 0,-1 0,-1-1,1 0,0 0,-1 0,0 0,0-1,0 0,0 0,-1 0,0-1,2-3,-1-3,-1-1,0 1,-1-1,0 0,-1-1,0 1,-1 0,-1-1,0 1,-1 0,0-1,-1 1,-1 0,0 0,0 0,-2 0,1 1,-2-1,1 1,-2 1,0-1,0 1,-1 0,0 0,-9-8,13 14,0 1,0 0,0 0,0 0,-1 0,1 1,-1-1,0 1,0 0,-1 1,1-1,0 1,-1 0,1 1,-1-1,0 1,1 0,-1 0,0 1,0 0,0 0,0 0,1 1,-1-1,0 2,1-1,-1 0,0 1,-3 2,0 5,-1 0,1 0,1 1,0 1,0-1,1 1,0 1,1-1,1 1,0 0,0 0,1 1,0-1,2 1,-1 0,1 0,1 0,0 10,-3 57,6-6</inkml:trace>
  <inkml:trace contextRef="#ctx0" brushRef="#br0" timeOffset="5383.242">701 3196,'-6'-1,"-1"1,0 0,0 0,1 1,-1 0,0 0,1 1,-1 0,1 0,-1 0,1 1,0 0,0 0,0 0,0 1,1 0,0 0,0 0,0 1,0 0,0 0,1 0,0 0,0 1,0 0,1 0,0 0,0 0,1 0,-1 0,2 1,-1-1,0 1,1 0,0 4,1-4,0 1,1-1,0 0,0 0,1 0,-1 0,2 0,-1-1,1 1,0-1,0 1,1-1,0 0,0 0,0 0,1-1,-1 1,1-1,1-1,-1 1,1-1,0 1,0-2,0 1,0-1,3 1,2 2,1-1,1-1,-1 0,1 0,-1-2,1 1,0-2,0 1,0-2,0 0,0 0,0-2,0 1,3-2,-5 1,0-1,-1-1,1 1,-1-2,0 1,0-1,0-1,-1 0,0 0,0-1,0 0,-1-1,0 1,-1-2,0 1,0-1,0 0,-1 0,-1-1,0 0,0 0,-1 0,0-1,0 1,-1-1,-1 0,0 0,-1 0,0 0,0 0,-1 0,0 0,-1 0,-1 0,0 0,-1-3,0 4,-1 0,-1 0,0 1,0-1,-1 1,0 0,0 1,-1 0,-1 0,1 0,-1 1,0 0,-1 0,0 1,0 0,0 0,0 1,-1 1,0-1,0 2,0-1,-1 2,1-1,-1 1,0 1,1 0,-1 0,0 1,0 0,0 1,1 1,-1-1,1 2,-10 2,9-1,1 1,-1 0,1 1,0 0,1 0,-1 1,1 0,1 1,-1 0,1 0,1 1,0 0,0 0,0 1,1-1,1 2,0-1,0 0,1 1,0 0,-1 7,-1 29</inkml:trace>
  <inkml:trace contextRef="#ctx0" brushRef="#br0" timeOffset="5922.801">1744 2286,'-8'12,"1"-1,0 1,1 0,0 1,1-1,0 1,1 1,1-1,-2 11,4-19,0 0,1 0,0 0,0 0,0 0,0 0,1 0,0 0,0-1,0 1,0 0,1 0,0-1,0 1,0-1,1 0,0 1,-1-1,1 0,1-1,-1 1,0 0,1-1,0 0,0 0,0 0,0 0,2 0,1 1,0-1,0 0,0 0,1 0,-1-1,1 0,0 0,0-1,0 0,0-1,-1 0,1 0,0 0,0-1,0 0,0-1,0 0,-1 0,1-1,-1 1,0-2,0 1,0-1,0 0,0 0,-1-1,0 0,0 0,0-1,0 1,-1-1,0-1,-1 1,1-1,1-3,-1-1,0 0,-1 0,0 0,-1-1,-1 1,0-1,0 0,-1 0,0 1,-1-1,-1 0,0 0,0 1,-1-1,-1 0,0 1,0 0,-1-1,-1 2,0-1,0 0,-1 1,0 0,-1 0,0 1,-1 0,0 0,0 1,-1 0,0 0,0 1,-9-5,13 9,0 2,0-1,1 0,-1 1,-1 0,1 0,0 0,0 1,0 0,0 0,0 0,-1 0,1 1,0 0,0 0,0 0,0 1,0 0,1 0,-1 0,0 0,1 1,0 0,-1 0,1 0,0 1,-6 5,0 0,1 1,0 0,0 1,1 0,1 0,0 0,0 1,-2 6,-1 8,1-1,1 1,1 1,1-1,1 6,-4 46</inkml:trace>
  <inkml:trace contextRef="#ctx0" brushRef="#br0" timeOffset="6321.542">1838 3129,'27'-127,"11"-124,-49 596,28 55,-13-321</inkml:trace>
  <inkml:trace contextRef="#ctx0" brushRef="#br0" timeOffset="7020.297">207 3971,'20'-14,"19"4,0 1,0 2,32-2,-32 5,756-67,-124 15,134-39,538-52,-763 109,182 27,-727 12,-35-2,0 1,0 0,0-1,0 1,0 0,0-1,1 1,-1 0,0 0,0-1,0 1,0 0,0 0,0-1,0 1,1 0,-1 0,0-1,0 1,0 0,1 0,-1 0,0-1,0 1,1 0,-1 0,0 0,0 0,1 0,-1-1,0 1,1 0,-1 0,0 0,-29-8,-1 4,-2 1</inkml:trace>
  <inkml:trace contextRef="#ctx0" brushRef="#br0" timeOffset="7761.231">875 4653,'-8'-69,"3"-1,4 0,2-2,-1 61,12-257,-11 254,-1 23,1 415,-1-397,2-1,0 1,2-1,1 1,1-1,1 0,5 11,10 10</inkml:trace>
  <inkml:trace contextRef="#ctx0" brushRef="#br0" timeOffset="8145.429">1597 4399,'-14'108,"14"-104,1 1,-1-1,1 1,0-1,1 0,-1 0,1 0,0 0,0 0,0 0,0 0,1 0,-1-1,1 1,0-1,0 0,0 0,1 0,-1 0,1-1,-1 1,1-1,1 1,3 0,0 0,1 0,-1 0,1-1,0 0,0-1,0 0,0 0,0-1,0 0,0-1,-1 0,1 0,0-1,0 0,-1-1,1 0,-1 0,0-1,1 0,-2 0,1 0,-1-1,1-1,-1 1,-1-1,1-1,-1 1,0-1,0 0,-1 0,0 0,0-1,-1 0,0 0,-1 0,1-1,-1 1,-1-1,0 1,0-1,-1 0,0 0,0 0,-1-7,-1 6,0-1,-1 1,0 0,-1 0,0 0,-1 0,0 0,0 1,-1 0,0 0,0 0,-1 0,-1 1,1 0,-2-1,3 4,1 0,-1 1,0-1,0 1,-1 0,1 1,-1-1,0 1,0 0,0 1,0-1,0 1,0 1,-1-1,1 1,-1 0,1 0,-1 1,0 0,1 0,-1 0,1 1,-1 0,-3 1,-6 6,1 2,0-1,0 2,1 0,0 0,1 1,0 1,1 0,0 1,1 0,1 1,0 0,2 1,-1 0,0 3,5-12,-40 71</inkml:trace>
  <inkml:trace contextRef="#ctx0" brushRef="#br0" timeOffset="8578.791">648 5696,'4'-62,"4"0,2 1,2 0,4 1,16-44,-28 93,5-19,53-135,-61 165,-1 0,0 1,0-1,0 0,0 0,1 1,-1-1,0 0,0 0,0 1,1-1,-1 0,0 0,0 1,1-1,-1 0,0 0,1 0,-1 0,0 0,1 1,-1-1,0 0,1 0,-1 0,0 0,0 0,1 0,-1 0,0 0,1 0,-1 0,0 0,1 0,-1-1,0 1,1 0,-1 0,0 0,1 0,-1 0,0-1,0 1,1 0,-1 0,0 0,0-1,1 1,-1 0,0-1,0 1,0 0,0 0,1-1,-1 1,0 0,0-1,0 1,0 0,0-1,0 1,0 0,0-1,0 1,0 0,0-1,0 1,0 0,0-1,4 29,-4-25,41 573,-36-522</inkml:trace>
  <inkml:trace contextRef="#ctx0" brushRef="#br0" timeOffset="9037.572">1931 5308,'49'-291,"-42"182,3 143,21 158,24 188,-48-296</inkml:trace>
  <inkml:trace contextRef="#ctx0" brushRef="#br0" timeOffset="9630.389">394 6458,'172'-46,"1"7,2 8,135-4,656 7,-453 22,1175-76,-979 41,979-53,-1680 93,-17-1,5 2,-17-3</inkml:trace>
  <inkml:trace contextRef="#ctx0" brushRef="#br0" timeOffset="10261.761">3575 5054,'5'18,"3"18,3 16,2 17,1 18,-2 14,-1 13,1 7,-1 6,1 0,3-4,1-11,-2-25</inkml:trace>
  <inkml:trace contextRef="#ctx0" brushRef="#br0" timeOffset="11181.371">3776 2033,'-9'8,"0"1,1 0,-1 1,2-1,-1 2,2-1,-1 1,1 0,1 0,0 1,1 0,0 0,0 0,2 0,-1 0,2 1,-1-1,2 1,0-1,0 1,1 0,1 0,-2-5,2 0,-1 0,1-1,0 1,0-1,1 1,0-1,0 0,1 0,0 0,0-1,0 1,1-1,0 0,0-1,1 1,0-1,0 0,0 0,0-1,1 1,0-2,0 1,0-1,0 0,0 0,1-1,-1 0,1 0,7 0,-4-1,0 0,-1-1,1 0,0-1,-1-1,1 1,-1-2,0 1,1-2,-1 1,-1-1,1-1,0 1,-1-2,0 1,0-1,-1-1,0 0,0 0,0 0,-1-1,0 0,4-6,-2 1,0-1,-1 0,0 0,-2 0,1-1,-2 0,0 0,0 0,-2-1,0 0,0 0,-2 1,0-1,-1 0,-1-10,0 14,0 0,-1 0,0 0,-1 0,0 0,-1 1,0-1,-1 1,-1 0,1 1,-2-1,1 1,-1 0,-1 1,0-1,0 1,-1 1,0 0,-1 0,1 1,-7-3,11 8,1 0,-1 1,0-1,1 1,-1 1,0-1,0 1,0-1,0 1,0 1,0-1,0 1,1 0,-1 0,0 0,0 1,1-1,-1 1,1 0,-1 1,-3 2,-3 2,0 2,0 0,1 0,0 1,0 0,1 0,-2 5,-9 13,2 2,1 0,1 1,2 1,1 0,1 1,1 3,-13 50</inkml:trace>
  <inkml:trace contextRef="#ctx0" brushRef="#br0" timeOffset="11542.921">3843 2861,'69'-214,"-50"143,-19 71,1 0,-1 0,0 0,0 0,0 0,1 0,-1 0,0 0,0 0,0 0,1 0,-1 0,0 0,0 0,0 0,0 0,1 0,-1 0,0 0,0 0,0 0,1 0,-1-1,0 1,0 0,0 0,0 0,0 0,0 0,1-1,-1 1,0 0,0 0,0 0,0 0,0-1,0 1,2 25,-2-19,7 67,4-1,3 0,3-1,6 6,11 54,-16-55</inkml:trace>
  <inkml:trace contextRef="#ctx0" brushRef="#br0" timeOffset="12059.541">3990 4252,'46'-189,"-21"105,20-93,-39 197,-5 188,-2-83,12 89,-2-144</inkml:trace>
  <inkml:trace contextRef="#ctx0" brushRef="#br0" timeOffset="12930.262">4217 5188,'-10'17,"1"1,1 0,0 1,1 0,2 0,0 1,0-1,2 1,1 0,0 0,2 0,0 0,1 0,1 0,1 0,0 0,6 16,-6-28,0 0,0-1,1 1,0 0,0-1,1 0,-1 0,2 0,-1-1,1 1,0-1,0-1,1 1,0-1,0 0,0-1,0 1,1-1,-1-1,1 0,0 0,0 0,1-1,-1 0,0-1,1 0,-1 0,1-1,-1 0,1 0,-1-1,1 0,-1 0,0-1,1-1,-1 1,0-1,5-3,-3 0,-1 0,1-1,-2 0,1 0,-1-1,0 0,-1-1,1 0,-2 0,1 0,-1-1,-1 0,0 0,0 0,-1-1,-1 0,1 1,-2-1,1-1,-2 1,1-4,0-2,-1-1,-1 1,-1-1,0 0,-1 1,-1-1,0 1,-2 0,0 0,-1 1,0-1,-2 1,-3-7,7 16,1 1,-1-1,0 1,0-1,-1 1,0 0,0 1,0-1,0 1,-1 0,0 1,0-1,-1 1,1 0,-1 1,0 0,0 0,0 0,0 1,0 0,-1 0,1 0,-1 1,1 1,-1-1,1 1,-1 1,1-1,-1 1,0 0,-7 6,1 1,0 0,1 1,0 0,0 1,1 0,0 1,1 0,0 1,1 1,0-1,1 2,1-1,0 1,-2 5,-41 81,10-3</inkml:trace>
  <inkml:trace contextRef="#ctx0" brushRef="#br1" timeOffset="27112.575">4672 2621,'-72'-22,"53"14,-75-16,-43 10,3 1,25-1,-142 15,51 31,24-3,-94 21,-126 52,344-91,0-3,0-2,-48-1,-40 7,93-6,-1-3,0-1,0-2,-9-3,-122-20,-34 40,-222 25,161-22,128-17,83-4,1 3,0 2,-1 4,-21 6,-177 60,239-66,1 0,0 1,0 2,1 0,0 1,1 1,0 0,1 2,1 0,0 1,1 1,1 0,1 1,0 1,2 0,-10 19,17-25,1 0,1 1,0-1,1 1,1 0,0-1,1 1,0 0,1 0,0 0,1-1,1 1,3 7,-2 2,1-1,1 0,1 0,1-1,1 0,0 0,2-1,1 0,0-1,1 0,1-1,1-1,1 0,0-1,1 0,18 11,-2-4,2-2,0-2,1-1,1-1,15 2,-32-15,1 0,-1-2,1-1,0-1,0 0,-1-2,1 0,-1-1,5-2,82-8,177 4,143-52,327-57,-527 78,62 11,-185 22,0-4,31-11,-55 4,64-13,98-7,-90 21,-1-6,5-8,139-26,-270 53,0-1,0-1,0-1,0-2,-1 0,-1-2,0 0,11-8,-23 12,-1 0,0-1,0 0,0-1,-1 0,-1 0,0-1,0 0,0 0,-2-1,1 0,-1 0,-1 0,0-1,0 0,-2 0,1 0,-1-2,2-10,-2-1,0 0,-2 1,-1-1,0 0,-2 0,-1 1,-1-1,-1 1,-1 0,-2 0,0 1,-1 0,-1 0,-1 1,-9-12,14 25,-1 2,1-1,-2 1,1 0,-1 0,0 1,0 0,0 1,-1-1,0 2,0-1,0 1,-1 1,0-1,1 2,-2-1,-24-3</inkml:trace>
  <inkml:trace contextRef="#ctx0" brushRef="#br1" timeOffset="29266.844">4819 3717,'14'43,"-1"1,-3 0,-1 1,-3 0,-1 0,-3 1,-1-1,-5 34,4-40,0-2,1-23,0 0,-1 0,-1 0,0 0,-1 0,0 0,-1 0,-1-1,0 1,-3 3,0-8,-1-1,0-1,-1 1,0-1,0 0,0-1,-1 0,0-1,0 0,0 0,-1-1,1-1,-1 1,0-2,0 0,0 0,-6 0,12-1,-434 94,-148 39,388-86,-59 0,-110 11,302-46,-2-4,1-2,-44-3,-612-6,399-11,-153 13,259-26,165 19,1 2,-1 2,-23 3,-17 0,85 0,-1-1,0 0,1 0,-1-1,1 0,-1 0,1-1,0 0,0 0,0-1,1 0,-1-1,1 1,0-1,0-1,1 1,0-1,0-1,0 1,0-1,1 0,0 0,0-2,-3-2,0-1,1 0,0-1,1 0,0 0,1 0,1-1,0 1,0-1,2 0,0 0,0-1,1 1,1 0,1 0,0 0,0-1,2 1,-1 0,2 1,0-1,4-9,12-6,1 1,2 0,0 2,2 1,0 0,2 2,1 1,1 2,0 0,2 2,0 1,18-6,43-18,2 5,1 3,2 5,1 4,28 0,2-4,123-26,148-8,191 0,255 16,-127-13,-320-18,-161 56,-101 19,-99 19,-29-13</inkml:trace>
  <inkml:trace contextRef="#ctx0" brushRef="#br0" timeOffset="41863.284">4819 3851,'-14'-19,"-11"-7,-8-5,-8 2,-8 4,-16 12,-24 20,2 8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3:39.1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1659 978,'-28'9,"0"2,0 1,1 1,1 1,0 1,0 2,-13 12,14-13,1 2,1 0,0 1,2 1,0 1,2 2,0-1,1 2,1 0,2 2,0-1,2 2,1 0,1 0,1 1,2 0,0 1,2 0,2 0,-2 28,6-44,1 0,0 0,1-1,1 1,-1-1,2 0,0 1,1-1,0-1,3 6,-5-12,-1-1,1 0,0 1,0-1,1-1,-1 1,1 0,0-1,0 0,0 0,0 0,1 0,-1-1,1 0,0 0,0 0,-1 0,1-1,0 0,0 0,0 0,1 0,-1-1,0 0,0 0,0 0,1-1,9-4,1 0,-1-1,0-1,0 0,-1-1,0-1,0 0,-1-1,0 0,-1-1,0 0,-1-1,0-1,-1 0,-1 0,0-1,1-1,13-23,-1-2,-2 0,-1-1,-3-1,-1-1,-2 0,-2-1,-2 0,-1 0,-3-1,-2 0,-2-2,1 32,-1-1,-1 0,0 0,-1 0,-1 1,-1-1,0 0,-1 1,0 0,-1 0,-1 0,0 1,-1 0,-5-7,10 18,-1 0,1 1,-1-1,1 1,-1-1,0 1,0 0,0 0,0 0,0 0,-1 1,1 0,0-1,-1 1,1 0,-1 0,1 1,-1-1,0 1,1 0,-1 0,0 0,1 0,-1 1,1-1,-1 1,1 0,-1 0,1 0,-1 1,1-1,0 1,0 0,-1 0,2 0,-1 0,0 0,0 1,-1 1,-9 12,0 0,2 1,0 1,1-1,0 2,2-1,0 1,1 1,1-1,1 1,1 0,0 0,2 1,0 19,1-12,2 1,1 0,1 0,2-1,0 1,2-1,1-1,2 1,0-1,2-1,1 0,1-1,1 0,4 3,16 25,-16-28,0 1,-2 1,-1 0,-1 1,-1 1,-2 0,-1 1,-1 0,-2 0,-1 1,-1 1,-1-1,-2 4,-13 26,3-51</inkml:trace>
  <inkml:trace contextRef="#ctx0" brushRef="#br0" timeOffset="280.337">1913 1032,'14'0,"13"0,14 0,13-3,9-2,5-6,1-2,-6 0,-8 1,-14 1</inkml:trace>
  <inkml:trace contextRef="#ctx0" brushRef="#br0" timeOffset="533.663">2248 737,'-14'5,"-9"8,-2 11,2 15,6 14,5 15,7 9,9 5,6 2,4-2,-1-14</inkml:trace>
  <inkml:trace contextRef="#ctx0" brushRef="#br0" timeOffset="994.132">2956 1579,'16'3,"19"-1,17 1,13-3,10-1,2-3,-1-1,-8 1,-15 3,-17 2</inkml:trace>
  <inkml:trace contextRef="#ctx0" brushRef="#br0" timeOffset="1254.696">3036 1901,'18'9,"18"3,18-1,16-4,14-6,9-5,3-4,-16-1</inkml:trace>
  <inkml:trace contextRef="#ctx0" brushRef="#br0" timeOffset="1619.757">4561 1499,'0'12,"-3"10,0 13,-2 9,-3 9,-2 5,-1 1,-2-1,2-4,2-8,4-10,1-10</inkml:trace>
  <inkml:trace contextRef="#ctx0" brushRef="#br0" timeOffset="1884.05">4213 1499,'7'3,"13"0,17-1,16-1,15-7,12-5,3-2,0-1,-8 2,-13 2,-16 4</inkml:trace>
  <inkml:trace contextRef="#ctx0" brushRef="#br0" timeOffset="2282.983">4132 1165,'16'2,"19"1,22 0,19-1,15-2,7-5,2 0,-5-2,-13 0,-14 2,-18 1,-21 3,-16 3</inkml:trace>
  <inkml:trace contextRef="#ctx0" brushRef="#br0" timeOffset="3083.522">5175 1713,'-5'16,"3"-10,-1 1,1 0,1 1,-1-1,1 0,0 0,1 1,0-1,0 0,0 1,1 0,0-7,0 0,0 0,0-1,0 1,0 0,0 0,0 0,0-1,0 1,0 0,0-1,0 1,1-1,-1 1,0-1,0 0,1 1,-1-1,0 0,0 0,1 0,-1 0,0 0,1 0,-1-1,0 1,0 0,1-1,-1 1,0 0,0-1,0 0,0 1,1-1,-1 0,0 1,0-1,0 0,0 0,-1 0,1 0,0 0,0 0,0 0,-1 0,1 0,-1 0,1-1,-1 1,1 0,-1 0,1-1,22-62,-23 62,0 0,0 1,0-1,0 0,0 0,0 0,0 0,-1 0,1 1,-1-1,1 0,-1 0,0 1,0-1,0 0,0 1,0-1,0 1,0-1,0 1,-1-1,1 1,0 0,-1 0,1 0,-1 0,0 0,1 0,-1 0,0 0,1 1,-1-1,0 0,0 1,0 0,0-1,0 1,0 0,0 0,-1 0,1 0,0 0,0 1,0-1,0 1,0-1,0 1,0 0,0 0,0 0,0 0,0 0,0 0,0 0,1 1,-1-1,0 1,1-1,-1 1,1 0,0-1,0 1,0 0,-1 0,2 0,-1 0,0 0,0 0,1 0,-1 0,1 0,-1 1,1-1,0 0,0 0,0 0,0 0,0 1,1-1,-1 0,1 0,-1 0,1 0,0 0,0 0,0 0,0 0,0 1,13 14</inkml:trace>
  <inkml:trace contextRef="#ctx0" brushRef="#br0" timeOffset="3653.996">6138 1352,'-14'0,"0"1,0 0,1 1,-1 1,0 0,1 1,0 1,0 0,0 0,0 1,1 1,0 0,1 1,-8 6,2-2,0 0,1 2,1 0,0 0,1 2,0 0,1 0,1 1,1 1,1 0,0 0,1 1,1 0,1 1,0 0,2 0,0 0,0 14,4-27,0 1,0 0,1-1,0 1,1-1,0 1,0 0,0-1,1 0,0 1,1-1,-1 0,1 0,1 0,0 0,-1-1,2 1,-1-1,1 0,0-1,0 1,1-1,0 0,0 0,0 0,0-1,1 0,-1-1,1 1,0-1,0 0,0-1,1 0,-1 0,1 0,-1-1,1 0,-1-1,1 0,0 0,4-1,5-6,0 0,-1-1,0-1,-1 0,0-1,0-1,-1-1,-1 0,0 0,0-1,-1-1,-1 0,0-1,-1 0,-1-1,0 0,3-10,5-4,-2-1,-1-1,-2 0,-1 0,-1-1,-2 0,-2-1,-1 0,0-7,-4 35,0 0,-1 0,1 0,-1 0,0 0,-1 0,0 0,0 0,0 0,0 0,-1 0,0 1,0-1,-1 0,0 1,1 0,-2 0,1 0,-1 0,1 0,-1 1,-1-1,1 1,-1 0,1 1,-1-1,0 1,0 0,-1 0,0 0,-4 0,1 1,-1 1,0-1,0 1,0 1,0 0,0 0,0 1,0 0,1 1,-1 0,0 1,1 0,-1 0,1 1,0 0,0 1,1 0,-1 0,1 1,0 0,0 0,1 1,0 0,0 1,1-1,-3 5,7-8,0 1,0 0,0 0,1-1,0 1,0 0,0 0,0 0,1 0,0 0,0 0,0 0,1 0,0 0,0 0,0 0,0 0,1 0,0 0,0-1,1 3,64 88,-64-91,30 33,-2 2,-1 2,-2 0,-2 2,14 33,32 144,-43-119,-25-88,-1-1,1 0,1-1,0 1,1-1,0 0,1 0,0-1,7 8,8 2</inkml:trace>
  <inkml:trace contextRef="#ctx0" brushRef="#br0" timeOffset="4023.012">7141 1713,'15'7,"18"2,16-1,16-3,10-5,6-3,1-3,-7 0,-9 0,-16 2</inkml:trace>
  <inkml:trace contextRef="#ctx0" brushRef="#br0" timeOffset="4239.432">7461 1553,'-9'18,"-3"15,0 11,3 10,2 4,6 2,4-3,4-4,4-9,-1-12</inkml:trace>
  <inkml:trace contextRef="#ctx0" brushRef="#br0" timeOffset="4547.644">8464 1379,'0'21,"-2"15,-6 13,-3 8,-2 5,-2-1,2-2,4-6,2-8,6-9,5-9,4-8,2-10,3-14,-1-5</inkml:trace>
  <inkml:trace contextRef="#ctx0" brushRef="#br0" timeOffset="4751.104">7995 1326,'26'0,"27"0,27-3,24-2,17-3,13-3,6-1,3-1,-24 1</inkml:trace>
  <inkml:trace contextRef="#ctx0" brushRef="#br0" timeOffset="5307.665">9467 1245,'-18'7,"0"1,0 1,1 1,0 1,1 0,0 1,1 0,1 1,-1 1,2 1,0 0,1 0,-7 13,2-5,2 2,0-1,2 2,0 0,2 0,1 1,1 1,1-1,0 12,6-33,1 0,0 0,0 0,1 0,0 1,0-1,0 0,0 0,1 0,0 0,1 1,-1-1,1-1,1 1,-1 0,1 0,0-1,0 1,0-1,1 0,-1 0,1 0,1-1,-1 0,1 1,0-1,0-1,0 1,3 1,6-2,0 0,-1-1,1-1,0 0,0-1,0-1,-1 0,1 0,0-2,-1 0,1 0,-1-1,0-1,0 0,-1-1,1 0,-1-1,0 0,-1-1,0 0,0-2,12-7,0-2,-2-1,0-1,-2 0,0-2,-1 0,-1-1,-2 0,0-2,-1 0,-2 0,-1-1,-1-1,4-19,-11 35,-1 1,0-1,0 0,-1 0,-1-1,0 1,-1 0,0 0,-3-10,3 17,-1 0,1 0,-1 0,0 0,-1 0,1 0,-1 1,0-1,0 1,0 0,-1 0,1 0,-1 0,0 1,0 0,0-1,-1 1,1 1,-1-1,0 1,1 0,-1 0,-3-1,-4 0,0 1,0 1,0 0,1 0,-1 1,0 0,0 1,0 1,0 0,0 0,1 1,0 1,-1 0,1 0,0 1,1 1,-1 0,1 0,1 1,-1 0,1 1,-4 3,9-5,0-1,0 1,0 0,1 0,-1 0,1 0,1 0,-1 1,1-1,1 1,-1 0,1 0,0 0,0-1,1 1,0 0,0 0,1 0,0 0,0 0,1-1,-1 1,1 0,1-1,0 1,-1-1,2 0,1 3,17 27,1-1,2-1,1-1,5 2,63 84,-81-101,-1 1,-1 0,0 1,-2 1,0-1,-1 1,-1 1,-1 0,-1 0,-1 0,-1 0,0 15,-12-5,1-30</inkml:trace>
  <inkml:trace contextRef="#ctx0" brushRef="#br0" timeOffset="5558.992">9173 897,'16'5,"18"1,20 0,19-1,15-4,9-5,1-3,-2-5,-18-1</inkml:trace>
  <inkml:trace contextRef="#ctx0" brushRef="#br0" timeOffset="8238.557">10884 255,'-22'66,"4"1,3 1,3 0,2 0,2 40,-4 582,13-504,-13 799,12-954,1 1,-1 1,-2-1,-1 0,-1 0,-2 0,-5 16,9-44,0 0,0 0,0-1,-1 1,1-1,-1 1,0-1,0 0,0 0,0 0,0-1,-1 1,1-1,-1 0,0 0,1 0,-1 0,0 0,0-1,0 0,0 0,-1 0,1 0,0-1,0 0,-1 0,1 0,0 0,0 0,-2-1,-190 4,-1215 45,-12-20,-460 46,1224-58,-650 1,935-18,-604-27,294 21,-212 9,848 0,-55 3,-1-5,-30-6,128 6,-1 0,1 0,-1 0,1-1,0 0,-1 0,1-1,0 0,0 0,0 0,0-1,1 0,-1 0,1 0,-1-1,1 0,0 0,0 0,1-1,-1 1,1-1,0 0,1 0,-1-1,-1-3,-25-164,24 126,-71-809,15 468,22 155,0-103,3-208,36 535,0 8,0-1,1 1,-1 0,1-1,-1 1,1-1,-1 1,1 0,0-1,0 1,0-1,-1 1,2-1,-1 1,0-1,0 1,0-1,1 1,-1 0,1-1,-1 1,1 0,-1-1,1 1,0 0,0 0,-1-1,1 1,0 0,0 0,0 0,0 0,1 0,-1 0,0 0,0 1,1-1,-1 0,1 0,92 16,8-8,0-3,0-6,-1-4,1-4,27-9,122-11,709-32,305 9,-876 51,792-22,-598-18,384-17,225 23,396 24,-1019 14,-67-2,-345 26,-70-7,102 11,-221-25,13-5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3:05.05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1481 1619,'-17'3,"0"0,1 1,-1 0,1 2,0 0,1 1,0 0,0 1,0 1,1 0,0 1,1 1,0 0,-10 11,5-5,0 0,1 1,1 0,1 2,0 0,2 0,0 2,1-1,2 1,0 1,1 0,1 1,2-1,0 1,1 1,2-1,0 1,2 0,0-19,1 0,0 1,1-1,-1 0,1 0,0 0,1 0,-1-1,1 1,0 0,1-1,0 1,-1-1,1 0,1 0,-1 0,1 0,0 0,0-1,1 0,-1 0,1 0,0 0,0-1,0 1,0-2,1 1,-1 0,1-1,0 0,-1 0,1-1,0 0,0 0,0 0,0 0,3-1,8-5,0 0,-1-1,0-1,0 0,0-1,-1-1,0 0,-1-1,0-1,-1 0,0-1,0 0,-2-1,1-1,-2 0,0 0,0-1,8-10,-1 0,-1-1,-1-1,-1 0,-2-1,0-1,-2 0,-2 0,2-10,-7 25,-1 1,0 0,-1-1,0 1,-1-1,-1 0,0 1,0-1,-2 1,0 0,0-1,-1 1,-1 1,0-1,0 1,-2 0,1 0,-2 0,1 1,-2 0,-8-8,15 15,0 1,-1-1,0 1,1 0,-1 0,0 1,-1-1,1 0,0 1,-1 0,1 0,-1 0,0 0,0 1,0-1,0 1,0 0,0 0,0 0,0 1,0 0,0-1,0 1,0 1,0-1,-1 1,1-1,0 1,0 0,0 1,1-1,-1 1,0 0,0-1,1 2,-1-1,1 0,0 1,-2 0,-1 11,-1-1,2 1,0 0,0 0,2 0,-1 1,2 0,0-1,1 1,0 0,1 0,1 0,0-1,1 1,3 7,15 66,4-2,3-1,4-2,19 31,-25-53,85 209,-101-246</inkml:trace>
  <inkml:trace contextRef="#ctx0" brushRef="#br0" timeOffset="355.084">1775 1632,'5'-2,"7"1,12 1,13 1,11-3,9-4,5-5,-3-2,-6-1,-7 1,-10 2,-11 1</inkml:trace>
  <inkml:trace contextRef="#ctx0" brushRef="#br0" timeOffset="557.543">2056 1298,'-14'23,"-4"21,1 19,3 14,4 13,4 7,3 0,2-16</inkml:trace>
  <inkml:trace contextRef="#ctx0" brushRef="#br0" timeOffset="19957.185">2684 2061,'0'-3,"7"0,11-2,12-1,9 2,8 0,3 4,-5 5,-11 0</inkml:trace>
  <inkml:trace contextRef="#ctx0" brushRef="#br0" timeOffset="20211.515">2577 2381,'23'2,"18"1,17 0,12-1,9 0,6-3,-13-2</inkml:trace>
  <inkml:trace contextRef="#ctx0" brushRef="#br0" timeOffset="20930.599">3754 763,'-11'36,"2"0,1 0,2 0,2 1,1 0,2 0,2 7,-1-21,6 292,19 46,-1-2,-15 0,-16 0,-20 47,24-367,-24 282,12 223,27-403,-8-165,-4 0</inkml:trace>
  <inkml:trace contextRef="#ctx0" brushRef="#br0" timeOffset="24110.299">4288 937,'-4'0,"0"0,4 0,5 0,10 0,13 0,14 0,12 0,14-2,13-3,14-1,6-2,-14 2</inkml:trace>
  <inkml:trace contextRef="#ctx0" brushRef="#br0" timeOffset="25035.32">5758 1205,'-19'5,"-1"2,1 0,0 1,1 1,-1 0,2 2,0 0,0 1,1 1,0 0,1 1,1 1,-4 4,-8 9,0 1,1 1,2 1,2 1,0 1,3 1,0 0,2 2,2 0,-9 34,22-66,-1-1,1 1,-1 0,1-1,0 1,1 0,-1 0,1 0,-1 0,1 0,0-1,1 1,-1 0,1 0,-1 0,1 0,0-1,1 1,-1 0,1-1,-1 1,1-1,0 1,1-1,-1 0,0 0,1 0,0 0,-1 0,1-1,0 1,1-1,-1 0,3 1,4-2,0-1,1-1,-1 0,0 0,0-1,0 0,0-1,0 0,0 0,0-1,-1-1,0 0,0 0,0 0,-1-1,0-1,0 1,0-1,4-6,15-17,-1 0,-1-2,-2-1,-2-1,-1-1,-1 0,-3-1,0-1,-3-1,2-8,-9 32,0-1,-1 0,0-1,-1 0,-1 1,0-1,-1 0,-1 0,-1-1,0 1,-1 0,-1 0,0 0,-1 0,-2-2,4 15,0 1,-1-1,1 0,-1 1,0-1,0 1,0-1,0 1,0 0,0 0,-1 0,1 0,-1 0,1 1,-1-1,0 1,0-1,1 1,-1 0,0 0,0 1,0-1,0 1,-1-1,1 1,0 0,0 0,0 0,0 0,0 1,0-1,-2 1,-4 2,-1 0,1 1,0-1,0 2,0-1,1 1,0 1,0-1,-6 6,5-3,-1 1,1-1,1 1,0 1,0 0,1 0,0 0,1 1,0 0,1 0,0 1,1-1,0 1,0 0,2 0,-1 0,2 1,-1-1,2 0,0 1,0-1,1 1,1-1,0 0,0 0,1 1,3 5,14 28,2-2,2-1,2-1,1-1,8 6,-2 0,173 255,-202-295,-3-6,1 0,-1 1,1 0,-1-1,0 1,0 0,0-1,0 1,0 0,0 0,-1 0,1 0,-1 0,1 0,-1 0,0 0,1 0,-1 0,0 0,0 0,-1 0,1 0,0 0,-1 0,1 0,-1 0,0 0,-11 5</inkml:trace>
  <inkml:trace contextRef="#ctx0" brushRef="#br0" timeOffset="23249.655">4529 1231,'-5'21,"-3"15,-1 13,0 10,-2 6,1 4,0-1,0-6,-1-6,2-8,2-17,2-13</inkml:trace>
  <inkml:trace contextRef="#ctx0" brushRef="#br0" timeOffset="23485.028">4195 1271,'-7'-2,"5"-1,12 0,17 1,18-2,18-2,11-3,7-2,1 1,-7 3,-9 1,-14 3,-15 1</inkml:trace>
  <inkml:trace contextRef="#ctx0" brushRef="#br0" timeOffset="32754.283">6441 830,'0'0,"1"0,-1 0,1 1,0-1,-1 0,1 0,-1 1,1-1,-1 0,1 1,-1-1,1 1,-1-1,1 1,-1-1,0 1,1-1,-1 1,0-1,1 1,-1-1,0 1,0 0,1-1,-1 1,0-1,0 1,0 0,0-1,0 1,0 0,0-1,0 1,0-1,0 1,0 0,0-1,-1 1,1 0,0-1,0 1,0 0,18 409,-8-156,34 505,-27-514,-10 1,-21 192,-10-36,12-179,-1-115,12-99,1-9,0 1,1 0,-1 0,0 0,0 0,0 0,0 0,0 0,0 0,0 0,0 0,-1 0,1 0,0 0,-1 0,1 0,0 0,-1 0,1 0,-1-1,1 1,-1 0,0 0,1-1,-1 1,0 0,0-1,1 1,-1 0,0-1,0 1,0-1,0 0,1 1,-1-1,0 0,0 1,0-1,0 0,-8-2</inkml:trace>
  <inkml:trace contextRef="#ctx0" brushRef="#br0" timeOffset="30659.952">5532 3023,'-19'7,"-1"1,2 1,-1 0,1 2,1 0,0 1,1 0,0 2,0 0,2 0,0 2,0 0,2 0,0 1,1 1,1 0,0 0,1 1,1 0,1 0,-2 13,4-20,2 0,-1 0,1 0,1 0,0 1,1-1,0 1,1-1,1 1,0-1,0 0,1 1,1-1,0 0,1 0,0 0,1-1,0 1,5 8,-7-17,1 1,-1-1,1 0,0 0,0 0,0-1,0 1,0-1,1 0,-1 0,1 0,-1-1,1 1,0-1,0 0,-1-1,1 1,0-1,0 0,0 0,0-1,-1 1,1-1,0 0,0 0,-1-1,1 1,-1-1,2-1,8-3,-1-1,0-1,0 0,0-1,-2 0,1 0,-1-2,10-10,0-5,-1-1,-1-1,-2-1,0-1,-2 0,-2-1,0 0,-3-1,0 0,-2-1,-1 0,-2-1,-1 1,-2-5,-11-61,8 96,1 1,-1-1,0 0,0 1,0-1,-1 1,1-1,-1 1,1-1,-1 1,0 0,0 0,0 0,0 0,0 0,0 1,0-1,-1 0,1 1,-1 0,1 0,-1 0,0 0,1 0,-1 0,0 0,1 1,-1 0,0-1,0 1,0 0,0 0,0 1,-8 2,1 0,0 1,0 0,0 1,1 0,-1 1,1 0,0 0,1 1,0 0,0 1,0-1,1 1,0 1,1 0,0 0,0 0,1 0,0 1,0 0,-2 10,2-7,0 0,1 0,1 0,0 1,1-1,1 1,0 0,0-1,2 1,0 0,0-1,1 1,1-1,0 1,1-1,0 0,1 0,0-1,7 10,77 119,21 43,-95-149,-1 0,-2 0,-2 1,1 11,-6-16</inkml:trace>
  <inkml:trace contextRef="#ctx0" brushRef="#br0" timeOffset="31009.977">5198 2755,'20'0,"23"-2,20-3,15-3,13-3,2 1,-6 3,-13 1,-19 3</inkml:trace>
  <inkml:trace contextRef="#ctx0" brushRef="#br0" timeOffset="29849.405">4543 3023,'-5'18,"-3"18,-3 13,-2 10,-3 7,-2 3,1 2,1-6,2-8,5-9,3-14</inkml:trace>
  <inkml:trace contextRef="#ctx0" brushRef="#br0" timeOffset="30097.791">4181 3010,'5'-3,"8"0,13 1,16-3,17 0,12 1,7 1,4 1,2 1,-2 0,-3 1,-16 1</inkml:trace>
  <inkml:trace contextRef="#ctx0" brushRef="#br0" timeOffset="45511.122">198 991,'-9'26,"1"1,2 0,1 1,1-1,1 1,2 0,1 15,-1-25,5 282,35 236,2 27,-32-30,16 284,2-229,-27-547,-2-12,1 0,2 0,1-1,1 1,1 0,1-1,2 0,1 0,1-1,11 22,-5-27,0-1,2-1,0 0,2-2,4 4,0 0,-2 1,1-1,2-2,0 0,1-2,1 0,0-2,1-1,8 2,28 7,2-3,1-3,54 7,-11-12,0-5,0-5,21-5,-44 1,956-44,-239 3,16 20,1945-76,-2763 98,1831-62,-1830 63,0-1,-1 0,1 0,0 0,-1 0,1 0,0 0,-1 0,1 0,0-1,-1 1,1-1,-1 1,1-1,-1 0,1 0,-1 0,1 1,-1-1,0 0,0-1,1 1,-1 0,0 0,0 0,0-1,0 1,0-1,0 1,-1-1,1 1,0-1,-1 1,1-1,-1 0,23-218,-15-343,-9 382,1 52,2-463,28-14,-19 480,12-132,-11 0,-11-22,-37-111,25 223,-25-229,24 176,13 171,-2 1,-2-1,-3 1,-2 0,-5-14,-60-222,72 281,1-1,-1 1,0-1,-1 1,1-1,-1 1,0 0,0 0,0 0,0 0,-1 0,0 0,0 1,0-1,0 1,0-1,-1 1,1 1,-1-1,0 0,0 1,0 0,0-1,0 2,0-1,-1 0,-1 1,-195 3,161 1,-329 26,-345 16,-7-56,266-2,-723 27,-26 4,403 31,327-15,343-26,-976 84,962-72,-615 64,460-69,218-2,80-11,0 0,1 0,-1 1,1-1,-1 1,1-1,0 1,0 0,0-1,0 1,1 0,-1 0,1-1,-1 1,1 0,0 0,0 0,1 0,-1-1,0 1,1 0,0 0,-1 0,1-1,1 1,0 16,8 379,-28-3,1-194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3:59.7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493 32,'-14'-6,"0"0,0 2,0-1,-1 2,1 0,-1 1,0 1,0 0,1 0,-1 2,0 0,0 1,0 0,1 1,-1 1,1 0,0 1,0 0,1 1,-1 1,1 0,1 1,-1 0,1 1,1 0,0 1,-7 8,8-8,0 0,1 1,1 0,-1 0,2 1,0 0,0 0,1 1,1 0,0 0,1 0,0 1,1-1,0 1,1 0,1 0,0 0,1 3,1-13,-1-1,1 1,0-1,0 0,0 0,1 0,-1 0,1 0,-1 0,1 0,0 0,0 0,1-1,-1 1,0-1,1 0,0 1,-1-1,1 0,0-1,0 1,0 0,0-1,0 0,1 0,-1 0,0 0,0 0,1-1,-1 1,1-1,-1 0,1 0,6 0,1 0,-1-1,1 0,-1-1,1 0,-1-1,0 0,0-1,0 0,1-1,7-4,-1-1,-1 0,0-1,0-1,-1-1,0 0,-2-1,1 0,-2-1,0 0,0-1,-2-1,0 0,-1 0,-1-1,0 0,-1 0,-1-1,-1 0,-1 0,0 0,-2 0,0-4,-5 15,-2 20,0-2,1 0,1 0,-1 0,2 0,-1 0,2 1,-1-1,1 1,1-1,0 1,1-1,0 1,0-1,1 1,0-1,1 0,0 0,1 0,0 0,0 0,1-1,1 0,-1 0,1 0,1-1,0 0,1 1,14 4,-1-2,2 0,0-2,0 0,0-2,1 0,0-2,1 0,-1-2,1-1,0 0,-1-2,4-1,67 2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4:04.55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416 267,'0'16,"0"16,-2 17,-2 14,1 9,1 4,0 3,3-3,2-8,0-8,-1-15</inkml:trace>
  <inkml:trace contextRef="#ctx0" brushRef="#br0" timeOffset="202.456">1 214,'18'-14,"26"-9,34-5,35-2,32-3,26 1,13 7,-4 8,-24 8,-38 6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3:54.7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247 610,'3'4,"1"0,1 0,-1 0,0 0,1-1,0 0,0 0,0 0,0-1,0 0,0 0,1 0,-1 0,1-1,-1 0,1 0,0 0,0-1,-1 0,1 0,0-1,-1 1,1-1,0 0,1-1,37-6,0-1,-1-2,-1-2,0-2,0-2,-2-1,17-12,-30 17,-1 0,0-2,-1-1,0-1,-2-1,0-1,-1 0,-1-2,18-23,-36 41,-1 0,0 0,1 0,-1-1,-1 1,1 0,0-1,-1 0,1 1,-1-1,0 0,-1 1,1-1,-1 0,1 0,-1 0,0 0,0 0,-1 1,1-1,-1 0,0 0,0 1,0-1,-1 0,1 1,-1-1,0 1,0-1,0 1,0 0,0 0,-1 0,0 0,1 1,-1-1,0 1,0-1,-1 1,0 0,-1-1,-1 1,0 0,-1 1,1-1,0 1,0 1,0-1,-1 1,1 0,0 0,-1 1,1 0,0 0,0 0,0 1,0 0,0 0,0 1,0-1,-4 4,-1 1,0 0,1 0,0 1,1 0,-1 1,2 0,-1 0,1 1,1 0,-2 2,-8 23,1 0,2 1,1 0,2 1,2 1,1-1,2 1,1 1,2 37,-6 175,17 136,-1-146,-13-70,-1-111</inkml:trace>
  <inkml:trace contextRef="#ctx0" brushRef="#br0" timeOffset="510.222">300 1011,'349'-98,"-330"93,21-6,0 1,2 2,-1 2,41 0,-79 6,1 0,-1 0,0 0,0 0,0 1,0-1,0 1,0 0,0 0,0 0,0 0,0 0,0 1,-1-1,1 1,-1 0,1 0,-1 0,1 0,-1 0,0 0,0 1,0-1,-1 1,1 0,0-1,-1 1,0 0,0 0,1 0,-2 0,1 0,0 0,-1 0,1 0,-1 3,-1 55,-1-52,1-1,0 0,1 1,0-1,1 0,-1 0,2 1,-1-1,1 0,0 0,3 6,-4-12,0 0,0 0,1 0,-1 0,0-1,1 1,-1-1,1 1,0-1,-1 1,1-1,0 0,0 0,0 0,0 0,0 0,0 0,0-1,0 1,0-1,0 1,0-1,0 0,0 0,1 0,-1 0,0 0,0 0,0-1,0 1,0-1,0 1,0-1,2 0,62-41,-48 24,0-1,-2-1,0 0,-1-2,-1 1,-1-2,-1 0,2-6,-7 15,-12 29,0 1,0-6,1 1,0 0,1 0,1 0,-1 1,2-1,-1 0,2 1,0 0,0-1,1 1,0-1,1 0,0 1,1-1,0 0,5 10,40 14,-21-27</inkml:trace>
  <inkml:trace contextRef="#ctx0" brushRef="#br0" timeOffset="847.323">1517 891,'-4'10,"0"1,1-1,1 1,-1 0,2 0,0 0,0 0,1 0,0 0,0 0,2 0,-1 0,2 0,-1-1,1 1,1-1,0 1,0-1,1 0,2 2,-4-9,1 0,-1 0,1 0,0-1,0 1,0-1,0 0,0 0,1-1,-1 1,0-1,1 0,0 0,-1 0,1 0,-1-1,1 0,0 0,-1 0,1-1,-1 0,1 0,0 0,2-1,6-2,-1-1,1 0,-1 0,0-2,-1 1,1-1,9-9,-11 9,0-1,-1 1,0-2,0 1,-1-1,0 0,-1-1,0 0,0 0,-1-1,-1 0,0 0,0 0,-1 0,2-9,-6 20,0-1,1 0,-1 1,0-1,0 0,1 1,-1-1,0 0,0 1,0-1,0 0,0 0,0 1,0-1,0 0,-1 1,1-1,0 0,0 1,0-1,-1 0,1 1,0-1,-1 1,1-1,-1 0,1 1,-1-1,1 1,-1-1,1 1,-1 0,1-1,-1 1,1-1,-1 1,0 0,1-1,-1 1,0 0,1 0,-1 0,0 0,1-1,-1 1,0 0,0 0,-30 19,27-16,0 1,0 0,1 0,-1 0,1 0,0 0,1 1,-1-1,1 1,0 0,0 0,0 0,1 0,-1 0,1 0,0 0,1 1,-1-1,1 0,0 0,1 1,-1-1,1 0,0 0,0 0,1 0,-1 0,1 0,0 0,1 0,1 2,2-2,0 0,0 0,0-1,0 0,1 0,0-1,0 0,0 0,0 0,1-1,0 0,40 10</inkml:trace>
  <inkml:trace contextRef="#ctx0" brushRef="#br0" timeOffset="1520.839">2373 891,'-15'0,"-1"1,1 0,0 2,0-1,0 2,1 0,-8 3,17-5,0 0,-1 1,1-1,0 1,0 0,0 1,1-1,-1 1,1 0,0 0,0 0,0 0,0 1,1 0,0-1,0 1,0 1,0-1,1 0,-1 5,2-7,0 0,1 0,-1 1,1-1,0 1,0-1,1 0,-1 1,1-1,-1 0,1 1,0-1,0 0,0 0,1 0,-1 0,1 0,0 0,0 0,0 0,0-1,0 1,0-1,1 0,0 1,-1-1,1 0,0-1,0 1,0 0,0-1,0 1,9 3,0 1,0-2,1 0,0 0,-1-1,1-1,10 1,-2-1,1-2,0 0,0-2,0 0,-1-2,1 0,-1-1,0-1,-1-1,1-1,-1-1,-1-1,0 0,0-2,-1 0,0-1,-1 0,-1-2,0 0,-1-1,0 0,-2-1,0-1,-1 0,0-1,-2 0,7-25,-2 0,-2-1,-2 0,-1-1,-3 0,-2 0,-2-1,-3-44,0 20,-2 0,-12-65,13 125,-1 1,0 0,0 0,-1 0,-1 0,1 0,-1 1,-1-1,-2-3,6 12,0 0,0 0,1 0,-1 0,0 0,0 0,0 0,0 0,0 1,0-1,0 0,0 1,0-1,-1 0,1 1,0 0,0-1,0 1,-1 0,1-1,0 1,-1 0,1 0,0 0,0 0,-1 0,1 1,0-1,0 0,-1 0,1 1,0-1,0 1,0-1,-1 1,1 0,0-1,0 1,0 0,0 0,-34 43,17-7,2 0,2 2,1 0,2 0,2 1,1 1,0 22,2-19,2 0,2 0,2 0,2 0,1 1,3-2,1 1,3-1,1 0,2 0,2-2,14 28,-27-63,0 0,1-1,-1 0,1 1,0-1,0 0,0-1,1 1,0 0,0-1,0 0,1 0,-1 0,1-1,0 1,0-1,0 0,0-1,1 1,-1-1,1 0,-1 0,1-1,0 0,0 0,-1 0,1 0,0-1,0 0,0 0,0-1,0 0,0 0,12-8,-1 0,0-1,0-1,-1-1,-1-1,0 0,-1 0,0-2,-1 1,0-2,-2 0,7-10,41-71,-59 97,0 0,0 1,0-1,0 0,0 0,0 1,0-1,0 0,0 0,0 0,0 1,0-1,0 0,0 0,0 0,0 1,1-1,-1 0,0 0,0 0,0 1,0-1,0 0,0 0,0 0,1 0,-1 1,0-1,0 0,0 0,0 0,1 0,-1 0,0 0,0 1,0-1,1 0,-1 0,0 0,0 0,1 0,-1 0,0 0,0 0,0 0,1 0,-1 0,0 0,0 0,0 0,1 0,-5 24,-6 15,5-25,0 1,2 0,0 1,0-1,2 1,0-1,1 1,0 7,2-18,-1-1,1 0,0 0,0 0,0 0,1 0,0-1,-1 1,1-1,0 1,0-1,1 0,-1 0,1-1,0 1,-1-1,1 0,0 0,0 0,1 0,-1-1,0 1,0-1,1 0,-1 0,1-1,-1 0,1 1,-1-1,1-1,-1 1,0-1,1 0,-1 0,1 0,-1 0,3-2,30-7</inkml:trace>
  <inkml:trace contextRef="#ctx0" brushRef="#br0" timeOffset="1687.39">3295 637,'-16'-7,"-7"-4,-5-3,-4-3,-4-4,5 2</inkml:trace>
  <inkml:trace contextRef="#ctx0" brushRef="#br0" timeOffset="1867.912">2613 343,'16'-7,"23"-2,31-2,30 1,27 2,21 3,8 2,-20 1</inkml:trace>
  <inkml:trace contextRef="#ctx0" brushRef="#br0" timeOffset="2527.158">3682 798,'3'19,"-1"9,2 1,1-1,2 0,0 0,10 21,-15-44,0 0,1-1,-1 1,1-1,0 0,0 0,1 0,-1 0,1-1,0 1,0-1,0 0,0 0,1 0,-1-1,1 0,-1 1,1-2,0 1,0 0,0-1,0 0,0 0,0-1,0 1,1-1,-1 0,0-1,0 1,0-1,0 0,0 0,0 0,0-1,0 0,0 0,1-1,0 0,0 0,0 0,0-1,0 1,-1-1,0 0,0-1,0 1,0-1,-1 0,1 0,-1-1,-1 1,1-1,-1 0,0 0,0 0,-1 0,0-1,0 1,0-1,-1 1,0-1,0 0,0 1,-1-1,0 0,-1 1,1-1,-1 0,-1 1,1-1,-1 1,0-1,-1 1,1 0,-1 0,-4-5,-1 1,0 2,0-1,-1 1,0 1,0-1,-1 2,0-1,0 1,-1 1,1 0,-1 0,0 1,-1 1,1 0,-1 0,1 1,-1 0,0 1,0 1,0 0,0 0,-31 13,43-12,0-1,-1 0,1 1,0-1,-1 1,1-1,0 0,0 1,-1-1,1 1,0-1,0 1,0-1,0 1,0-1,0 1,0-1,0 1,0-1,0 1,0-1,0 1,0-1,0 1,0-1,0 1,1-1,-1 1,0-1,0 0,0 1,1-1,-1 1,0-1,1 0,-1 1,0-1,1 1,-1-1,1 0,-1 0,0 1,1-1,-1 0,1 0,-1 1,1-1,-1 0,1 0,-1 0,1 0,-1 0,1 0,-1 0,1 0,-1 0,1 0,14 5,0-1,0-1,1 0,-1-1,1-1,0 0,13-2,-14 2,373-26,-371 23,-10 1,0 0,0 0,0 1,1 0,-1 0,0 0,0 1,0 0,0 1,0-1,0 2,-1-1,2 1,-5 0,-1 0,0 0,0 0,-1 0,1 0,-1 1,0-1,1 0,-1 1,-1-1,1 1,0-1,-1 1,0 0,0-1,0 1,0-1,-1 1,1 0,-1-1,0 1,0-1,0 0,0 1,-1 0,-3 18,4-20,1 1,-1-1,1 0,-1 0,1 1,0-1,0 0,0 1,0-1,0 0,1 1,-1-1,0 0,1 0,0 0,0 1,0-1,0 0,0 0,0 0,0 0,1 0,-1-1,0 1,1 0,0-1,-1 1,1-1,0 1,0-1,0 0,0 0,0 0,0 0,2 1,6-1,0-1,0 0,-1 0,1-1,0-1,-1 1,1-1,-1-1,0 0,1 0,-1-1,-1 0,1-1,-1 0,1 0,-1-1,-1 0,1 0,-1-1,0 1,-1-2,0 1,0-1,0 0,-1 0,0-1,-1 1,1-1,-1-2,-1 4,0 0,0 0,-1-1,0 1,0-1,-1 1,0-1,0 0,-1 0,0-4,0 13,0-1,0 0,0 0,0 0,0 1,-1-1,1 0,0 0,0 0,0 1,0-1,-1 0,1 0,0 0,0 0,-1 0,1 1,0-1,0 0,-1 0,1 0,0 0,0 0,-1 0,1 0,0 0,0 0,-1 0,1 0,0 0,0 0,-1 0,1 0,0 0,0 0,-1-1,1 1,0 0,0 0,0 0,-1 0,1 0,0-1,0 1,0 0,-1 0,1 0,0-1,0 1,0 0,0 0,0 0,-1-1,1 1,0 0,0 0,0-1,0 1,0 0,0 0,0-1,0 1,0 0,0 0,0-1,0 1,0 0,-11 18,10-11,-1 0,1-1,1 1,-1 0,1 0,0 0,1-1,-1 1,1 0,1 0,-1-1,1 1,1-1,-1 1,1-1,0 0,0 0,1 0,-1-1,2 1,-1-1,0 0,1 0,0 0,0-1,0 1,1-1,0-1,-1 1,1-1,1 0,-1 0,0-1,1 1,2-1,119 32,-67-26</inkml:trace>
  <inkml:trace contextRef="#ctx0" brushRef="#br0" timeOffset="3129.594">5234 811,'-9'-8,"-1"1,1 0,-1 1,0 0,-1 0,1 1,-1 1,0 0,-1 0,1 1,-1 0,1 1,-1 0,0 1,1 1,-1 0,0 0,0 1,0 0,1 1,-1 1,-1 0,9-2,1 1,-1-1,0 1,1-1,-1 1,1 0,0 0,0 0,0 1,0-1,0 1,0 0,0 0,1 0,0 0,-1 0,1 0,0 1,1-1,-1 1,1 0,-1-1,1 1,0 0,1 0,-1-1,0 1,1 0,0 0,0 0,0 0,1 0,-1 0,1-1,0 1,0 0,0 0,1-1,-1 1,1-1,0 1,0 0,7 3,0 0,1-1,0 0,0 0,0-1,0-1,1 1,0-2,0 0,0 0,0-1,0 0,1-1,-1 0,1-1,-1 0,1-1,-1 0,3-1,-2 1,0 0,0-1,0-1,0 0,0 0,-1-1,0-1,0 1,0-2,0 0,2-2,-6-1,-14 13,4-1,0-1,0 1,0-1,0 1,1 0,-1 0,1 1,0-1,0 0,0 1,1-1,-1 1,1 0,0-1,0 1,0 0,0 0,1 0,-1-1,1 1,0 0,0 0,1 0,-1 0,1 0,0 0,0-1,0 1,0 0,1-1,-1 1,1-1,0 1,0-1,0 0,1 0,-1 0,1 0,0 0,0 0,3 0,0-1,0 1,0-1,0-1,0 1,0-1,0 0,1-1,-1 1,0-1,1-1,-1 1,0-1,0 0,1 0,-1-1,0 0,2-1,8-3,-1 0,0-1,-1-1,0-1,0 0,7-6,-6 2,-1 0,0-1,-1 0,-1-1,0 0,-1-1,-1-1,-1 0,0 0,-1 0,3-12,6-23,-2 0,-2-1,1-29,4-38,-5 0,-3-64,-10 175,1 0,-1 0,0-1,0 1,-1 0,0 0,-1 0,0 0,-1 0,-2-8,4 16,0 0,0 0,0 0,0 1,0-1,0 0,0 1,0-1,0 0,0 1,-1 0,1-1,0 1,0 0,0-1,-1 1,1 0,0 0,0 0,-1 0,1 0,0 0,0 0,-1 1,1-1,0 0,0 1,0-1,0 1,-1-1,1 1,0 0,0-1,0 1,0 0,0 0,0 0,1 0,-1-1,0 1,0 0,1 0,-1 1,0-1,1 0,-1 0,-17 21,1 0,0 1,2 1,1 0,0 1,2 1,-4 14,-6 10,3 2,2 0,2 1,-3 23,14-50,0 0,2-1,0 1,2 0,1 0,1 0,1 0,2-1,0 1,5 10,-5-21,1-2,1 1,0 0,1-1,0-1,1 1,0-1,1-1,0 1,1-2,0 0,1 0,0-1,3 1,-7-4,0-2,0 1,1-1,-1 0,1-1,0 0,1 0,-1-1,0 0,1-1,-1 0,1 0,-1-1,1 0,-1-1,1 0,-1 0,0-1,1-1,-1 1,0-2,7-2,18-14,-9-1</inkml:trace>
  <inkml:trace contextRef="#ctx0" brushRef="#br0" timeOffset="3433.779">5929 878,'-43'80,"42"-78,0 0,0 1,1-1,-1 0,1 0,-1 1,1-1,0 0,0 1,0-1,0 0,1 1,-1-1,0 0,1 0,0 1,-1-1,1 0,0 0,0 0,0 0,1 0,-1 0,0 0,1 0,-1 0,1-1,0 1,-1-1,1 1,0-1,0 0,0 1,0-1,0 0,2 0,2 1,0 0,1 0,-1-1,0 0,1-1,-1 1,1-1,-1 0,0-1,1 1,-1-1,1-1,-1 1,0-1,0 0,0-1,0 1,0-1,-1 0,1-1,-1 1,0-1,0 0,0 0,0-1,-1 1,1-1,-1 0,-1-1,1 1,-1 0,0-1,0 0,0 0,-1 0,0 0,0 0,-1 0,1-1,-1-3,0 4,0 0,-1-1,1 1,-1 0,-1 0,1 0,-1-1,0 1,-1 0,1 0,-1 0,0 1,-1-1,1 0,-1 1,0-1,-1 1,1 0,-1 0,0 0,0 1,0-1,-1 1,0 0,0 0,0 1,0-1,-1 1,1 1,-1-1,1 1,-1-1,0 2,0-1,0 1,0 0,-1 0,1 0,0 1,0 0,-4 1,3 0,0 2,0-1,1 1,0 0,-1 0,1 0,0 1,0 0,1 1,-1-1,1 1,0 0,0 0,1 0,0 1,0 0,0 0,0 0,1 0,0 1,0-1,1 1,0-1,0 1,0 0,1 0,0 0,1 0,-1 0,1 0,1 0,-1 1,2-4,-1 0,0 0,1-1,0 1,0-1,0 1,0-1,1 1,-1-1,1 0,0 0,0 0,0-1,0 1,0-1,1 0,-1 0,1 0,0 0,-1 0,1-1,0 1,1-1,27 8</inkml:trace>
  <inkml:trace contextRef="#ctx0" brushRef="#br0" timeOffset="3696.078">6236 370,'-16'2,"-10"5,-4 9,1 8,7 9,12 8,14 9,6-5</inkml:trace>
  <inkml:trace contextRef="#ctx0" brushRef="#br0" timeOffset="3947.406">6209 1131,'11'14,"11"7,11 1,6-2,-3-5</inkml:trace>
  <inkml:trace contextRef="#ctx0" brushRef="#br0" timeOffset="5706.686">73 2174,'8'238,"-18"-129,-4-1,-23 89,24-133,7-30,6-34,0-1,1 1,-1 0,0 0,0 0,1 0,-1 0,0 0,1 0,-1 0,0 0,1 0,-1 0,0 0,1 0,-1 0,0 0,0 0,1 0,-1 0,0 0,1 0,-1 0,0 0,0 1,1-1,-1 0,0 0,0 0,1 0,-1 1,0-1,0 0,0 0,1 1,-1-1,0 0,0 0,0 1,0-1,0 0,1 1,-1-1,0 0,62-89,-54 73,2 0,0 1,1 0,0 1,1 0,0 1,1 0,1 1,0 1,1 0,8-5,-20 15,0-1,1 0,-1 1,1-1,0 1,-1 0,1 0,0 0,0 1,-1 0,1-1,0 1,0 0,0 1,0-1,-1 1,1 0,0 0,0 0,-1 0,1 0,-1 1,1 0,-1 0,0 0,0 0,0 0,0 1,0-1,0 1,0 0,-1 0,0 0,1 0,-1 0,0 0,0 1,-1-1,1 1,-1-1,0 1,1 3,-1 0,0-1,0 1,0 0,-1 0,0 0,-1 0,0 0,0 0,0 0,-1 0,0 0,0-1,-1 1,0-1,0 1,0-1,-1 0,0 0,0-1,0 1,-1-1,0 0,0 0,0-1,0 1,-1-1,0 0,0-1,0 1,0-1,-1 0,1-1,-1 0,0 0,0 0,1-1,-1 0,0 0,0 0,-2-1,7 0,-1 0,1 0,-1 0,1 0,-1 0,1 0,-1-1,1 1,-1-1,1 0,0 0,-1 0,1 0,0 0,0 0,0-1,0 1,0-1,0 1,0-1,0 0,0 0,1 0,-1 0,1 0,0 0,-1 0,1 0,0-1,0 1,0 0,1-1,-1 1,0-1,1 1,0-1,0 1,0-1,0 1,0-3,4-7,1 1,1-1,0 1,0 0,1 0,0 1,1 0,0 0,1 1,0 0,1 1,-1-1,2 2,-1 0,1 0,0 1,0 0,1 1,3-1,1-2,0 1,0 1,1 1,0 0,0 1,11-1,-23 4,0 1,0 0,0-1,1 2,-1-1,0 1,0-1,0 1,0 1,0-1,0 1,0 0,0 0,0 0,-1 1,1-1,-1 1,0 0,0 1,0-1,0 1,0 0,-1 0,0 0,4 8,-2 0,1 1,-2 0,0 0,0 0,-1 1,-1-1,0 1,-1-1,-1 1,0 0,0-1,-4 14,3 14,8-13,1-24</inkml:trace>
  <inkml:trace contextRef="#ctx0" brushRef="#br0" timeOffset="5960.014">541 2402,'9'13,"19"5,5 0</inkml:trace>
  <inkml:trace contextRef="#ctx0" brushRef="#br0" timeOffset="6399.775">1116 2522,'-38'-1,"24"0,-1 0,1 1,0 1,-1 0,1 1,0 1,0 0,0 1,-5 2,18-6,0 0,-1 1,1 0,0-1,0 1,-1 0,1-1,0 1,0 0,0 0,0 0,0 0,0 0,0 0,0 0,1 1,-1-1,0 0,1 0,-1 1,1-1,-1 0,1 1,0-1,-1 0,1 1,0-1,0 1,0-1,0 0,0 1,0-1,0 1,1-1,-1 0,1 1,-1-1,1 0,-1 1,1-1,-1 0,1 0,0 0,0 1,0-1,50 52,-46-49,64 52,-41-36,-1 2,-1 2,-1 0,3 6,-26-29,0 1,0 0,0-1,0 1,0 0,0 0,-1 0,1 0,-1 0,0 1,1-1,-1 0,0 1,0-1,-1 1,1-1,0 1,-1-1,0 1,1-1,-1 1,0-1,0 1,0 0,-1-1,1 1,-1-1,1 1,-1-1,0 1,0-1,0 1,0-1,-1 0,1 0,0 0,-1 0,0 0,1 0,-1 0,0 0,-2 1,2-1,-1 0,0 0,0 0,0-1,0 1,0-1,0 1,0-1,0 0,-1 0,1-1,0 1,-1-1,1 0,0 1,-1-2,1 1,-1 0,1-1,0 1,-1-1,1 0,0 0,0 0,0 0,0-1,0 0,0 1,0-1,0 0,1 0,-1 0,1-1,-1 1,1-1,0 1,0-1,0 0,0 0,0 0,1-6,1-1,0 1,1 0,0 0,0 0,1 0,0 1,0-1,1 0,0 1,1-1,0 1,0 0,1 0,1-1,-2 1,255-408,-229 366,-3 0,-1-1,-3-2,-3-1,-1 0,5-31,-23 82,-1 0,1 0,0-1,-1 1,1 0,-1-1,0 1,0 0,-1-1,1 1,0 0,-1-1,0 1,0 0,0 0,0 0,-2-3,2 5,-1 1,1-1,0 1,-1 0,1-1,-1 1,1 0,0 0,-1 0,1 0,-1 0,1 0,0 1,-1-1,1 0,0 1,-1-1,1 1,0-1,-1 1,1 0,0-1,0 1,0 0,0 0,0 0,0 0,0 0,0 0,0 0,0 0,0 1,-12 15,1 1,0 1,1-1,1 2,1-1,1 1,1 1,1-1,0 1,2 0,0 1,0 8,-4 25,2 0,2 1,3 0,2 0,3 0,2-1,3 0,2 0,2-1,9 19,-14-52,0 0,2 0,0-1,2 0,0-1,5 5,-14-18,1-1,0 0,0-1,1 1,-1-1,1 0,0 0,0 0,1-1,-1 1,1-1,-1 0,1-1,0 0,0 0,0 0,0 0,1-1,-1 0,0-1,0 1,1-1,-1 0,4-1,17-7</inkml:trace>
  <inkml:trace contextRef="#ctx0" brushRef="#br0" timeOffset="7521.64">1249 2255,'97'36,"2"-4,1-4,20-1,-101-23,439 82,-424-79,-25-2,-22-2,-10 0,-187 36,196-35,-1 1,1 1,-1 0,2 1,-1 0,1 2,0-1,0 1,1 1,1 0,0 1,-8 9,16-17,-1 1,1 0,0-1,0 1,0 0,0 0,1 1,0-1,0 1,0-1,0 1,1 0,-1-1,1 1,1 0,-1 0,1 0,-1 0,2 0,-1 0,0 0,1-1,0 1,0 0,0 0,1 0,-1-1,1 1,0-1,1 1,-1-1,1 0,0 0,2 2,6 1,0-1,0 0,0 0,1-1,0-1,0 0,0-1,1 0,-1-1,1 0,0-1,-1-1,1 0,0 0,-1-1,1-1,-1 0,1-1,-1 0,0-1,3-1,-3 0,1 0,-1-1,0 0,-1 0,0-1,0-1,0 0,-1-1,0 0,0 0,-1-1,-1 0,1 0,-2-1,1-1,-2 1,1-1,-2 0,0 0,0-1,-1 0,0 1,-1-1,-1-1,0 1,-1 0,0 0,-1-4,-11-14,10 30,1 1,-1 0,1-1,-1 1,1 0,-1 0,1 0,-1-1,0 1,1 0,-1 0,1 0,-1 0,0 0,1 0,-1 0,1 0,-1 0,1 0,-1 0,0 0,1 1,-1-1,1 0,-1 0,1 0,-1 1,1-1,-1 0,1 1,-1-1,1 1,-1-1,1 0,0 1,-1-1,1 1,0-1,-1 1,1-1,0 1,0-1,-1 1,1 0,0-1,0 1,0-1,0 1,0-1,0 1,0 0,-6 12,0 1,1-1,1 1,0 1,1-1,1 0,0 1,1 0,0-1,2 1,-1 0,2-1,0 3,-1-13,-1 0,1 0,0 0,0 0,0 0,1 0,-1 0,1 0,0 0,0 0,0-1,1 1,-1-1,1 0,0 0,0 0,0 0,0 0,0 0,1-1,0 0,-1 1,1-2,0 1,0 0,0-1,0 1,0-1,0 0,0-1,0 1,0-1,1 1,-1-1,0-1,0 1,1 0,-1-1,0 0,0 0,0 0,0-1,15-9,0 0,-1-1,-1-1,0-1,-1 0,-1-2,0 1,-1-2,0 0,-2 0,0-2,-1 1,6-14,24-52,-3-1,-3-3,-5 0,-3-2,9-66,-18 61,-24 91,-3 21,-17 50,4 2,2 0,4 0,-5 46,13-68,2 0,2 0,2 1,2-1,2 0,3 0,8 40,7-41,-18-46,0 0,0 0,0 0,-1-1,1 1,0 0,0-1,0 1,-1-1,1 0,0 0,-1 1,1-1,-1 0,1-1,-1 1,1 0,-1 0,0-1,1 1,-1 0,0-1,0 1,0-1,0 0,0 1,-1-1,1 0,0 0,2-2,2-7,2 0,-1 1,1 0,1 1,0-1,0 2,1-1,0 1,0 0,1 1,0 0,0 1,1 0,0 0,0 1,0 0,1 1,0 1,-9 2,0 1,1 1,-1-1,0 0,0 1,0-1,0 1,0 0,0 0,0 0,0 1,-1-1,1 1,0-1,-1 1,1 0,-1 0,0 0,1 0,-1 1,0-1,0 0,-1 1,1 0,0-1,-1 1,0 0,1 0,-1 0,0 0,0 0,2 8,0-1,-1 1,0 0,-1 0,0 0,0 0,-1 0,-1 4,1-9,-1 0,1 1,-1-1,0 0,-1 0,0-1,0 1,0 0,0-1,-1 1,0-1,0 1,-1-1,1 0,-1-1,0 1,-1-1,1 0,-1 1,1-2,-1 1,0-1,-1 0,1 0,-1 0,1 0,-1-1,0 0,0-1,-4 2,8-3,-1 0,1 0,0 0,0 0,0 0,0 0,0 0,0-1,0 1,0-1,-1 0,2 0,-1 1,0-1,0 0,0-1,0 1,0 0,1 0,-1-1,1 1,-1-1,1 1,-1-1,1 0,0 0,0 1,0-1,0 0,0 0,0 0,1 0,-1 0,1 0,-1-2,0-1,0-1,0 0,1 1,0-1,0 0,0 0,1 1,-1-1,2 0,-1 1,0-1,1 1,0-1,7-6,0 0,0 1,1 0,0 0,1 2,0-1,1 1,0 1,0 0,1 0,0 1,0 1,1 0,-1 1,1 1,1 0,-1 1,4 0,-13 1,8-2,1 0,0 1,1 1,-1 0,0 1,1 0,-1 1,11 2,-22-2,0 1,0 0,-1 0,1 0,-1 0,1 0,-1 1,1-1,-1 1,0 0,0-1,0 1,0 0,0 0,0 1,0-1,-1 0,1 0,-1 1,1-1,-1 1,0 0,0-1,0 1,0 0,-1-1,1 1,-1 0,0 0,0 0,-4 89,2-81,-7 82,9-91,0-1,0 1,0-1,1 1,-1-1,1 1,-1-1,1 1,0-1,-1 1,1-1,0 0,0 0,0 1,0-1,0 0,0 0,0 0,1 0,-1 0,0 0,1-1,-1 1,0 0,1-1,-1 1,1 0,-1-1,1 0,-1 1,1-1,-1 0,1 0,-1 0,1 0,-1 0,1 0,0-1,22-1</inkml:trace>
  <inkml:trace contextRef="#ctx0" brushRef="#br0" timeOffset="7789.883">3201 2174,'-2'19,"6"9,2 1</inkml:trace>
  <inkml:trace contextRef="#ctx0" brushRef="#br0" timeOffset="8961.891">3830 2255,'26'-43,"-2"-2,-2 0,-2-2,-2 0,-3-1,-1 0,-2-1,0-19,-10 61,0-1,-1 1,0-1,0 1,-1-1,1 0,-2 1,1-1,-1 0,0 1,-1-1,0 1,0 0,-1-1,1 1,-2 0,1 0,-1 1,0-1,-2-1,3 6,0 1,0-1,0 1,0 0,0 0,0 0,0 0,-1 1,1-1,0 1,-1 0,1 0,0 0,-1 1,1-1,0 1,-1-1,1 1,0 0,0 0,0 1,0-1,0 1,0-1,-1 2,-18 11,0 2,1 0,1 2,1 0,0 1,1 1,2 1,0 0,1 1,1 1,1 0,-8 19,6-15,1 1,1 0,1 1,1 0,2 1,1 1,2-1,0 1,2 0,2 0,1 1,1-1,2 0,0 0,3 0,0 0,2 0,4 6,-4-17,2 0,0 0,1-1,1 0,1-1,1 0,0-1,1 0,1-2,1 1,0-2,0 0,2-1,7 5,-20-16,-1 1,1-1,0 0,0 0,0-1,0 1,0-1,0 0,0-1,0 1,1-1,-1 0,0 0,0 0,0-1,0 0,1 0,-1 0,0-1,-1 0,1 0,0 0,0 0,-1-1,1 1,-1-1,0-1,0 1,1-1,17-19,0 0,-2-1,-1-1,-1-1,-1-1,-1 0,0-5,-49 110,31-74,0 0,0 0,1 0,0 0,0 0,0 0,0 0,0 1,1-1,0 0,0 0,0 1,0-1,1 0,0 1,0-1,0 0,0 0,0 0,1 0,0 0,0 0,0-1,0 1,1 0,-1-1,1 0,0 1,0-1,0-1,2 2,4-2,0 0,1-1,-1 0,1-1,0 0,-1 0,1-1,-1-1,1 1,-1-1,0-1,0 0,0 0,0-1,0 0,-1 0,1-1,-1 0,-1-1,5-3,7-4,-1-2,0 0,-1-2,0 0,-1 0,4-9,-25 32,1 1,0-1,0 0,0 1,1 0,0 0,0 0,0 0,1 0,1 1,-1-1,1 1,0-1,1 1,0 0,0-1,0 1,1 0,0-6,0 0,1 1,-1-1,1 0,-1 0,1 0,0 0,0-1,-1 1,1 0,0-1,1 1,-1-1,0 0,0 0,1 1,-1-2,0 1,1 0,-1 0,1-1,-1 1,1-1,-1 0,1 0,0 0,-1 0,1 0,-1-1,1 1,75-22,-48 7,0-2,-2-1,0-2,-1 0,0-2,-1-2,-20 27,-11 19,1-10,3-7,1 0,-1 0,1 0,0 0,0 0,0-1,1 1,0 0,0 0,0 0,0-1,1 1,0 0,0-1,0 1,0-1,1 0,0 0,0 0,0 0,0 0,1-1,-1 0,1 1,0-1,0 0,1 0,7 4,-1-1,1 0,0-1,0 0,1-1,-1 0,1-1,0-1,12 1,-12-1,1-1,-1 0,1-2,-1 1,1-2,-1 0,0 0,0-1,0-1,0 0,0-1,-1 0,1-1,-2 0,1-1,-1-1,0 1,0-2,-1 0,0 0,-1 0,0-1,0-1,-1 0,0 0,1-4,5-15,-1 0,-1-1,-2 0,-1 0,-1-1,-2-1,1-16,-7 45,2-2,-2 1,1 0,0 0,-1 0,0-1,0 1,-1 0,1 0,-1 0,0 0,-1 0,1 0,-2-3,2 7,0 1,-1-1,1 1,0-1,-1 1,1 0,0 0,-1 0,1 0,-1 0,1 0,0 0,-1 0,1 0,0 0,-1 1,1-1,0 1,-1-1,1 1,0-1,0 1,0 0,0-1,-1 1,1 0,0 0,0 0,0 0,1 0,-1 0,0 0,0 0,0 1,0 0,1-1,-14 13,1 0,1 1,1 1,0 0,1 0,0 1,2 1,0 0,1 0,0 0,2 1,0-1,1 2,1-1,1 7,2-22,0-1,0 1,0 0,1-1,0 1,0-1,0 1,0-1,0 0,1 1,-1-1,1 0,0 0,0 0,0 0,1 0,-1 0,0-1,1 1,0-1,0 0,0 0,0 0,0 0,0 0,0-1,0 1,1-1,-1 0,1 0,-1 0,1 0,-1-1,1 1,0-1,0 0,19 1,-1-1,1-1,-1-1,0-1,1-1,-1-1,-1-1,1-1,-1-1,0 0,-1-2,0 0,-1-2,4-3,-23 16,0-1,-1 0,1 1,0-1,0 0,0 1,-1-1,1 1,0-1,0 1,0-1,0 0,0 1,0-1,0 1,0-1,0 1,0-1,0 1,0-1,0 0,0 1,0-1,0 1,0-1,1 1,-1-1,0 0,0 1,1-1,-1 1,0-1,0 0,1 1,-1-1,0 0,1 0,-1 1,1-1,-1 0,0 0,1 1,-1-1,1 0,-1 0,0 0,1 0,-1 0,1 0,-1 0,1 0,-1 0,1 0,-1 0,0 0,1 0,-1 0,1 0,-1 0,1 0,-1 0,0-1,1 1,-1 0,1 0,-1 0,0-1,1 1,-1 0,0 12,0-10,1 0,-1 0,1 0,0 0,0 0,0 0,0 0,0 0,0 0,0-1,1 1,-1 0,1-1,-1 1,1-1,0 1,-1-1,1 0,0 0,0 0,0 0,0 0,0 0,0 0,0-1,0 1,2-1,64 7,-58-6,6-1,-1 0,0 0,0-2,0 0,0 0,0-2,0 0,12-5,-28 10,1-1,0 1,0-1,-1 1,1-1,0 1,0-1,0 1,0-1,0 1,0-1,0 1,0-1,0 1,0 0,0-1,0 1,0-1,0 1,0-1,1 1,-1-1,0 0,0 1,1-1,-1 1,0-1,0 1,1-1,-1 0,1 1,-1-1,0 0,1 1,-1-1,1 0,-1 1,1-1,-1 0,1 0,-1 0,1 1,-1-1,1 0,-1 0,1 0,-1 0,1 0,-1 0,1 0,-1 0,1 0,-1 0,1 0,-1-1,1 1,-1 0,1 0,-2 1,-3 12,0 1,1-1,0 0,1 1,0 0,1-1,1 1,0 0,1 5,0-17,0 1,-1-1,1 0,0 0,0 1,0-1,0 0,1 0,-1 0,1 0,-1-1,1 1,0 0,-1 0,1-1,0 1,0-1,0 0,0 0,0 1,1-1,-1-1,0 1,0 0,1 0,-1-1,0 1,1-1,-1 0,1 0,-1 0,1 0,-1 0,0-1,1 1,-1 0,2-2,21-4</inkml:trace>
  <inkml:trace contextRef="#ctx0" brushRef="#br0" timeOffset="9217.263">5902 2268,'-19'-2,"-12"1,-7 6,-8 6,5 2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3:53.1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93 158,'-5'107,"-4"0,-10 34,-2-16,-15 145,35-266,0 1,1 0,-1-1,1 1,0 0,0-1,1 1,-1 0,1-1,0 1,1 0,-1-1,1 1,0-1,0 0,0 0,0 0,1 0,-1 0,1 0,0 0,1-1,-1 0,0 0,1 0,0 1,9-1,0 0,-1 0,2-1,-1-1,0 0,0-1,0-1,0 0,0 0,0-1,0-1,0 0,0-1,-1 0,0-1,4-2,9-2,0 0,-1-2,0-1,-1-1,0-1,-1-1,0-1,15-15,-8-1</inkml:trace>
  <inkml:trace contextRef="#ctx0" brushRef="#br0" timeOffset="268.284">26 585,'25'-2,"22"-5,16-7,12-4,6-7,-1-4,-10-3,-12-1,-16 1,-16 5</inkml:trace>
  <inkml:trace contextRef="#ctx0" brushRef="#br0" timeOffset="508.181">187 117,'-5'-9,"8"-5,17-3,23-2,25-1,23 3,15 4,-11 5</inkml:trace>
  <inkml:trace contextRef="#ctx0" brushRef="#br0" timeOffset="747.564">1028 773,'0'-6,"-1"0,0-1,-1 1,0 0,0 0,0 0,-1 0,1 0,-1 0,-1 1,1 0,-1-1,0 1,0 1,-1-1,1 1,-1-1,0 1,0 0,-1 1,1 0,-1-1,0 2,1-1,-1 1,0 0,-1 0,1 0,0 1,0 0,-1 0,1 1,-1 0,1 0,-1 0,-4 1,0 1,0 0,0 1,0 0,0 1,1 0,0 0,-1 1,2 1,-1 0,1 0,0 1,0 0,0 0,-3 5,7-7,0 0,0 1,1 0,0-1,0 1,1 1,-1-1,1 0,0 1,1 0,0-1,0 1,0 0,1 0,0 0,0 0,1 1,0-1,0 0,1 0,0 0,0 0,1 0,1 6,0-5,1-1,0 0,0 0,0 0,1-1,0 1,0-1,1 0,-1 0,1-1,1 0,-1 0,1 0,0-1,0 0,0 0,0-1,1 0,0 0,-1-1,1 0,5 1,6 1,1-1,0-1,-1-1,1-1,0 0,0-1,-1-2,17-3,12-7,-7-1</inkml:trace>
  <inkml:trace contextRef="#ctx0" brushRef="#br0" timeOffset="903.08">1417 933,'0'0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4:26.5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125 0,'-16'3,"-9"4,-4 7,4 7,6 7,9 6,10 3,12 3,4-6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4:27.8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369 678,'-8'-7,"0"1,-1 0,0 1,0-1,0 2,0 0,-1 0,0 0,1 1,-2 1,1-1,0 2,0-1,0 2,-1-1,1 1,-1 1,1 0,0 0,0 1,0 1,0-1,0 2,0-1,1 1,-1 1,1 0,0 0,1 0,-1 1,1 1,0 0,0 0,1 0,0 1,1 0,-1 0,-3 8,8-12,1-1,-1 1,1-1,0 1,0 0,0 0,1-1,-1 1,1 0,0 0,0 0,0 0,1 0,-1-1,1 1,0 0,0 0,0-1,1 1,-1-1,1 1,0-1,0 0,0 1,0-1,1 0,-1 0,1-1,0 1,0 0,0-1,0 0,0 0,0 0,1 0,-1 0,2 0,3 1,1 0,0-1,0 0,0 0,0-1,0 0,0 0,0-1,0-1,0 1,0-1,0-1,0 0,0 0,0-1,-1 0,1 0,-1-1,0 0,0 0,0-1,-1 0,0-1,0 0,0 0,0 0,-1-1,0 0,0 0,-1 0,0-1,-1 0,1 0,-1 0,-1 0,0-1,0 0,0 1,-1-1,-1 0,1 0,-1 0,-1 0,0 0,0-1,-2-5,-13-22,15 36,0 0,-1 1,1-1,-1 0,1 1,0-1,-1 1,1-1,-1 1,1-1,-1 1,0-1,1 1,-1-1,0 1,1 0,-1-1,0 1,1 0,-1-1,0 1,1 0,-1 0,0 0,0 0,1 0,-1 0,0 0,0 0,1 0,-1 0,0 0,0 0,1 1,-1-1,0 0,1 1,-1-1,0 0,1 1,-1-1,1 1,-1-1,0 0,1 1,-1 0,1-1,-1 1,1 0,-4 6,1 0,-1 0,2 0,-1 0,1 1,0-1,1 1,-1-1,2 1,-1 0,1-1,0 1,0 0,1 0,0-1,1 1,0-1,0 1,0-1,1 0,0 0,1 0,3 5,-1-2,1 0,1-1,0 0,0 0,1-1,0 0,0-1,1 0,0 0,0-1,1 0,-1-1,1-1,0 1,1-1,-1-1,1 0,-1-1,1 0,8-1,22 1</inkml:trace>
  <inkml:trace contextRef="#ctx0" brushRef="#br0" timeOffset="356.299">663 597,'-2'2,"-1"0,1 0,0 0,0 0,-1 0,2 1,-1-1,0 1,0-1,1 1,-1 0,1-1,0 1,0 0,0 0,0 0,1 0,-1 0,1 0,0 0,0 2,-1 0,-1 7,0 1,1-1,1 0,0 1,1-1,0 0,1 1,0-1,1 2,-2-9,1-1,-1 1,1-1,0 1,0-1,0 0,0 0,1 0,0 0,0-1,0 1,0-1,0 1,1-1,-1 0,1 0,0-1,0 1,0-1,0 0,1 0,-1 0,1 0,-1-1,4 1,-3-2,0 1,1-1,-1 0,1-1,-1 1,1-1,-1 0,0-1,1 1,-1-1,0 0,0 0,0-1,-1 0,1 1,0-1,-1-1,0 1,0-1,2-1,4-5,0-1,0-1,-1 0,0 0,-1 0,6-14,-5 9,-1 0,-1-1,-1 0,-1 0,0-1,-1 1,-1-1,1-16,-5 35,1 0,0 0,0 0,0 0,0 0,-1 0,1 0,0 0,0 0,0 0,-1 0,1 0,0 0,0 0,0 0,0 0,-1 0,1 0,0 0,0 0,0 0,0-1,-1 1,1 0,0 0,0 0,0 0,0 0,0 0,-1-1,1 1,0 0,0 0,0 0,0 0,0 0,0-1,0 1,0 0,0 0,0 0,0 0,0-1,0 1,0 0,-8 18,7-12,0-1,0 1,1 0,0 0,0 0,0-1,1 1,-1 0,2 0,-1-1,0 1,1-1,0 1,1-1,-1 0,1 0,0 0,0 0,0 0,1-1,0 1,0-1,0 0,0 0,1 0,-1-1,4 2,9 6,-1-1,1-1,1-1,0 0,0-1,0-1,14 3,29 4</inkml:trace>
  <inkml:trace contextRef="#ctx0" brushRef="#br0" timeOffset="1102.792">1666 610,'-14'-6,"1"1,-1 1,0 0,0 1,0 0,0 1,-1 1,1 0,0 1,-1 0,1 1,0 1,-1 0,1 1,0 1,1 0,-1 1,1 0,-1 1,2 1,-12 7,21-13,1 1,0-1,0 1,-1 0,1-1,0 1,0 0,1 1,-1-1,0 0,1 0,-1 1,1-1,0 1,0-1,0 1,0-1,0 1,1 0,-1 0,1-1,-1 1,1 0,0 0,0-1,0 1,1 0,-1 0,1-1,-1 1,1 0,0-1,0 1,0-1,1 1,-1-1,0 1,1-1,0 0,-1 0,1 0,0 0,0 0,0 0,11 7,0-2,0 0,1 0,0-1,0-1,0 0,1-1,-1 0,1-2,0 1,0-2,0 0,0-1,14-1,-14-1,0 0,0 0,-1-2,0 1,1-2,-2 0,6-3,-18 8,0 0,0 0,0 0,0 0,0 1,0-1,-1 0,1 0,0 1,0-1,0 1,-1-1,1 1,0-1,0 1,-1 0,1-1,0 1,-1 0,1-1,-1 1,1 0,-1 0,0-1,1 1,-1 0,1 0,-1 0,0 0,0 0,0 0,0-1,0 1,1 0,-1 0,-1 0,1 0,0 1,4 11,-1-8,0 0,0-1,0 1,1-1,0 1,0-1,0 0,0 0,0-1,1 1,0-1,0 0,0 0,0-1,0 0,1 0,-1 0,1 0,-1-1,1 0,-1 0,1 0,5-1,0 1,0-1,0 0,-1-1,1 0,0-1,0 0,-1 0,1-1,-1-1,0 0,0 0,4-3,1-6,0-1,-1 0,0-1,-1 0,-1-1,0-1,-2 0,0 0,0-1,-2 0,0-1,-1 0,-1 0,-1 0,-1-1,0-4,12-32,-3 0,-2-1,-2 0,-3-1,-2-56,-3 104,-1 1,-1 0,1 0,-2 0,1 0,-1 0,-1 0,1 0,-1 1,-1-1,0 1,0 0,-1 0,1 0,-5-4,7 11,1-1,0 1,-1 0,1 0,-1 0,1 1,-1-1,0 0,1 1,-1-1,0 1,0-1,1 1,-1 0,0 0,0-1,1 1,-1 1,0-1,0 0,1 0,-1 1,0-1,0 1,1-1,-1 1,1 0,-1 0,0-1,1 1,-1 0,1 0,0 1,-1-1,1 0,0 0,0 1,0-1,0 1,-1 0,-37 67,28-35,2 0,1 2,2-1,1 1,2-1,2 1,1 0,2 0,1 0,2-1,1 1,2-1,4 8,-6-22,0 0,2 0,1 0,0-1,2 0,0-1,1 0,1-1,0 0,2-1,7 7,-18-21,0 1,1-1,-1 0,0 0,1 0,0 0,0-1,0 0,0 0,0 0,0-1,0 0,1 0,-1 0,0 0,1-1,-1 0,1 0,-1 0,0-1,1 0,-1 0,0 0,0-1,1 0,-1 0,0 0,3-2,12-10,0-1,-1-1,-1 0,-1-2,0 0,-1 0,-1-2,-1 0,9-17,1 3,-16 29,-11 22,-4 5,2-7,0 1,1 0,1 0,0 0,1 0,0 0,2 1,1 11,-1-24,1 0,0 0,0-1,0 1,1 0,0-1,-1 1,1-1,0 0,1 1,-1-1,1 0,-1 0,1-1,0 1,19 14</inkml:trace>
  <inkml:trace contextRef="#ctx0" brushRef="#br0" timeOffset="1260.416">2668 262,'-14'-6,"-8"-3,-4 0,3 5,6 9,7 8,6 2</inkml:trace>
  <inkml:trace contextRef="#ctx0" brushRef="#br0" timeOffset="2063.473">2788 490,'23'0,"-14"-2,1 0,0 2,-1-1,1 1,0 0,0 1,-1 0,1 1,-1 0,1 0,-1 1,0 0,0 1,0 0,0 0,-1 1,1 0,-1 1,-1-1,1 2,-1-1,0 1,5 6,-5 6,-1 1,0 1,-2-1,0 0,-1 1,-2 0,0 0,-1 0,-1 0,0-1,-2 1,-1 0,0-1,-2 1,4-11,-17 92,-18 147,36-228,1 0,0 0,2 0,0-1,2 1,0 0,1-1,2 0,-1 0,8 13,-10-25,0 1,0-1,1 0,0 0,0-1,1 1,0-1,1 0,-1-1,1 0,0 0,1 0,-1-1,1 0,0 0,1-1,-1 0,5 1,-11-5,1 1,-1-1,1 1,0-1,-1 0,1 0,-1 0,1 0,-1-1,1 1,-1-1,1 0,-1 1,0-1,1 0,-1 0,0-1,0 1,1 0,-1-1,0 1,0-1,-1 0,1 0,0 0,0 0,-1 0,0 0,1 0,-1 0,0 0,0-1,0 1,0 0,0-1,0 0,1-7,1 0,-2-1,1 1,-1-1,-1 1,0 0,0-1,-1-4,-11-38,-1-1,-3 2,-2 0,-2 1,-3 1,-2 1,-1 2,-14-16,14 22,-26-59,51 98,1 1,1-1,-1 0,0 1,0-1,1 0,-1 0,0 1,1-1,0 0,-1 1,1-1,0 1,0-1,0 1,0-1,0 1,0 0,1 0,-1-1,0 1,1 0,-1 0,1 0,-1 0,1 0,-1 1,1-1,-1 0,1 1,0-1,-1 1,1 0,0-1,0 1,-1 0,1 0,0 0,0 0,-1 1,1-1,0 0,-1 1,1-1,1 1,-2-1,425 7,-409-7,11 2,0-1,0-2,1-1,-2-1,1-1,0-2,-1 0,0-2,14-7,-37 14,-1 0,0 0,0 0,0-1,0 0,0 1,0-1,0 0,0-1,-1 1,1 0,-1-1,0 0,0 1,0-1,0 0,0 0,0 0,-1 0,0 0,1 0,-1-1,0 1,-1 0,1-1,0 1,-1-1,0 1,0-1,0 1,0 0,-1-1,1 1,-1-1,0 1,0 0,-1-1,0 1,0-1,-1 1,1 0,-1 0,1 0,-1 1,0-1,0 1,-1-1,1 1,0 0,-1 0,1 1,-1-1,0 1,0 0,1-1,-1 2,0-1,0 0,0 1,0 0,0 0,0 0,0 0,-3 1,0 0,0 0,0 1,1 0,-1 0,1 1,-1-1,1 2,0-1,0 0,0 1,0 0,1 1,0-1,-1 1,-1 3,4-5,-1 0,1 1,-1 0,1 0,0 0,0 0,1 1,-1-1,1 1,0-1,0 1,1 0,-1 0,1-1,0 1,1 0,-1 0,1 0,0 1,0-1,0 0,1 0,0 0,0 0,0-1,0 1,1 0,0 0,0-1,0 1,1-1,-1 1,1-1,0 0,0 0,3 2,2-1,0-2,0 1,0-1,0 0,1-1,-1 0,0 0,1-1,0 0,-1 0,1-1,0-1,-1 1,1-1,0-1,-1 1,1-1,-1-1,0 0,0 0,0 0,0-1,1-1,-5 2,-1 0,1 0,-1 0,0 0,0 0,0-1,0 0,0 1,-1-1,0 0,0 0,0 0,0-1,0 1,-1 0,0-1,0 1,0-1,-1 1,1-5,11 77,0-53,1 0,0-2,1 1,0-1,1-1,1-1,0 0,0-1,1 0,0-2,1 0,0-1,0-1,0 0,11 1,121 30,-89-27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4:26.9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215 376,'-14'23,"-4"16,0 11,7 6,9 2,9-3,8-8,2-11</inkml:trace>
  <inkml:trace contextRef="#ctx0" brushRef="#br0" timeOffset="422.949">1 1,'7'-1,"1"1,0 0,-1 1,1 0,-1 0,1 0,-1 1,0 0,1 1,-1 0,2 1,-3-2,33 14,-2 1,1 2,-2 1,-1 2,0 2,-2 1,-1 2,-1 0,-1 3,-2 0,13 19,-30-35,-1 1,0 0,-2 0,0 1,0 0,-2 1,0-1,0 1,-2 0,0 1,-1-1,-1 0,-1 1,0 0,-1 2,-1-19,1 0,-1 0,1 0,0 1,0-1,0 0,-1 0,1 0,0 0,0 1,1-1,-1 0,0 0,0 0,1 0,-1 0,0 1,1-1,-1 0,1 0,-1 0,1 0,0 0,-1 0,1 0,0-1,0 1,0 0,0 0,0 0,0-1,0 1,0-1,0 1,0-1,0 1,0-1,0 1,0-1,0 0,1 0,-1 1,0-1,0 0,0 0,0 0,1 0,-1-1,0 1,0 0,0 0,0-1,0 1,1-1,-1 1,0-1,0 1,0-1,0 0,11-5,0-1,-1 0,1-1,-2-1,1 1,-1-2,0 1,-1-2,0 1,-1-1,0 0,-1-1,6-10,-6 10,-1 0,0-1,-1 0,0 0,-1 0,0 0,1-12,-5 25,-1 0,1 0,0 0,0 1,-1-1,1 0,0 0,-1 0,1 0,0 0,0 0,-1-1,1 1,0 0,-1 0,1 0,0 0,0 0,-1 0,1 0,0 0,0-1,-1 1,1 0,0 0,0 0,0-1,-1 1,1 0,0 0,0-1,0 1,0 0,-1 0,1-1,0 1,0 0,0 0,0-1,0 1,0 0,0-1,0 1,0 0,0-1,0 1,0 0,0 0,0-1,0 1,0 0,0-1,0 1,0 0,1 0,-1-1,0 1,0 0,0 0,-14 20,9-12,1 0,0 1,1 0,0-1,0 1,1 0,0 0,0 0,1 1,1-1,-1 0,2 0,-1 1,1-1,0 0,1 0,0 0,1 0,0 0,0 0,1-1,0 0,0 1,2 1,3 0,1-1,0 0,0 0,1-1,0 0,0-1,1-1,0 0,10 4,50 19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4:24.6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1 136,'21'13,"1"1,-2 0,0 2,0 1,-2 0,0 1,-1 1,-1 1,0 1,-2 0,-1 0,0 1,-2 1,0 0,-2 1,0 0,1 11,-4-13,-5-22,-1 0,0 1,0-1,1 0,-1 1,0-1,1 0,-1 0,0 1,1-1,-1 0,0 0,1 0,-1 1,0-1,1 0,-1 0,1 0,-1 0,0 0,1 0,-1 0,1 0,-1 0,0 0,1 0,-1 0,1 0,-1 0,0 0,1 0,-1-1,1 1,-1 0,0 0,1 0,-1-1,0 1,1 0,-1 0,0-1,0 1,1 0,-1-1,0 1,0 0,1-1,-1 1,0 0,0-1,0 1,0-1,0 1,1 0,-1-1,0 1,0-1,0 1,0-1,1 0,67-103,-42 61,2 1,2 2,12-11,-42 50,19-16,-19 16,0 1,1 0,-1 0,0-1,0 1,0 0,1 0,-1 0,0-1,0 1,1 0,-1 0,0 0,1 0,-1 0,0 0,0 0,1 0,-1-1,0 1,1 0,-1 0,0 0,1 0,-1 1,0-1,0 0,1 0,-1 0,0 0,1 0,-1 0,0 0,0 0,1 1,-1-1,0 0,0 0,1 0,-1 1,0-1,0 0,0 0,1 1,-1-1,0 0,0 0,0 1,0-1,0 0,0 0,1 1,-1-1,0 0,0 1,0-1,0 0,0 1,0-1,0 0,0 0,0 1,0-1,-1 0,1 1,0-1,0 0,0 0,0 1,-10 69,8-63,-1 0,1 0,1 1,-1-1,1 1,0-1,1 1,0-1,0 1,1 0,0-1,0 1,0-1,1 1,1-1,-1 0,1 0,0 0,1 0,-1-1,1 1,1-1,-1 0,6 6,2-6,-1 0,2 0,-1-1,0-1,1 0,0-1,0 0,0 0,0-2,1 0,-1 0,0-1,1-1,-1 0,0-1,0-1,0 0,0 0,0-1,-1-1,8-4,-6 5,-1-1,1-1,-1 0,-1-1,1 0,-1-1,0 0,-1-1,0 0,-1-1,1 0,-2-1,0 0,0-1,-1 1,0-2,-1 1,-1-1,1-2,-5 11,-1 0,0 0,0 0,0-1,0 1,-1 0,0-1,0 1,0 0,0-1,-1 1,1 0,-1 0,0 0,-1-1,1 1,-1 0,1 0,-1 1,0-1,-1 0,1 1,-1-1,0 1,1 0,-1 0,-1 0,1 0,0 0,-1 1,1-1,-1 1,0 0,0 0,0 0,0 1,0 0,0-1,0 2,0-1,-1 0,1 1,0-1,-1 1,1 1,-1-1,-1 2,1 1,0 0,0 0,0 0,0 0,1 1,-1 0,1 0,0 0,0 0,0 1,1-1,-1 1,1 0,0 0,1 0,-1 1,1-1,0 1,1-1,-1 1,1 0,0-1,0 1,1 0,0 0,0 0,0 0,1-1,-1 1,1 0,1 0,-1-1,1 1,0-1,1 1,-1-1,1 0,0 0,1 1,4 5,0-1,2 0,-1-1,1 0,0 0,1-1,0-1,1 1,-1-2,1 0,0 0,1-1,0 0,2-1,54 18</inkml:trace>
  <inkml:trace contextRef="#ctx0" brushRef="#br0" timeOffset="711.305">1805 216,'-18'-3,"0"1,0 1,0 0,0 1,0 1,-13 3,26-3,1 0,-1 0,0 0,1 0,-1 1,1 0,-1 0,1 0,0 1,0 0,0-1,0 1,0 1,1-1,-1 0,1 1,0 0,0 0,0 0,1 0,-1 0,1 0,0 1,0-1,1 1,-1 0,1 0,0 0,0 0,1 0,0-1,0 1,0 0,0 0,1 0,-1 0,1-1,1 1,-1 0,1-1,-1 1,1-1,1 0,-1 1,0-1,1 0,0 0,0-1,0 1,1-1,3 4,2 1,1-1,0 1,1-2,-1 1,1-1,1-1,-1 0,11 3,6 0,0-2,1 0,0-2,0-1,0-1,1-1,-1-2,0-1,0-2,0 0,-1-2,1-1,-1-2,12-5,-30 11,-1 0,0-1,0 0,-1 0,1-1,-1 0,0-1,0 0,-1 0,0 0,0-1,0 0,-1-1,0 1,-1-1,1 0,-1-1,-1 1,0-1,0 0,-1 0,0 0,0 0,-1-1,1-8,-3 16,1 0,-1 1,0-1,0 0,0 0,0 0,0 0,0 0,-1 0,1 1,-1-1,1 0,-1 0,0 1,0-1,0 0,1 1,-1-1,-1 0,1 1,0 0,0-1,-1 1,1 0,0-1,-1 1,0 0,1 0,-1 0,1 1,-1-1,0 0,0 0,1 1,-1-1,0 1,0 0,0 0,0-1,0 1,1 0,-1 1,0-1,0 0,0 0,0 1,0-1,1 1,-1 0,0-1,0 1,1 0,-1 0,1 0,-2 1,-1 3,0 0,0 0,1 0,-1 0,1 0,0 1,1 0,0-1,0 1,0 0,0 0,1 0,0 1,0-1,1 0,0 0,0 0,0 1,1-1,0 0,0 0,0 0,1 0,0 0,0 0,1 0,1 2,1 1,1 0,0 0,0-1,1 1,0-2,1 1,0-1,0 0,0 0,1-1,0 0,0-1,1 0,0 0,-1-1,4 1,12 3,0-1,1-1,0-1,0-1,0-1,3-1,-6-1,0-1,-1-2,1 0,-1-1,1-1,-1-1,0-1,-1-1,1-1,-11 4,0-1,-1 0,1-1,-1-1,0 1,-1-1,0-1,0 0,0 0,-1-1,0 0,-1 0,0-1,0 0,-1 0,-1-1,5-10,-4 2,-1-1,-1 1,-1-2,-1 1,0 0,-2-18,0 26,0 11,0 0,0 0,-1 0,1 0,0 0,0 0,0 0,0 0,0 0,0 0,1 0,-1 0,0 0,0 0,1 0,-1 0,0 0,1 0,-1 1,1-1,0 0,-1 0,1 0,-1 1,1-1,0 0,0 1,-1-1,1 0,0 1,0-1,0 1,0 0,0-1,-1 1,1 0,0-1,0 1,0 0,0 0,0 0,0 0,0 0,0 0,0 0,0 0,0 0,0 0,0 1,0-1,0 0,0 1,0-1,0 0,-1 1,1-1,0 1,0 0,0-1,230 112,-193-92,-25-13,8 3,0 1,0 1,-1 1,-1 0,0 2,-1 0,-1 1,3 4,-19-19,0 0,1 0,-1 0,0 0,0 1,0-1,0 0,-1 0,1 1,0-1,0 1,-1-1,1 1,-1-1,1 1,-1-1,0 1,0-1,0 1,1-1,-1 1,-1-1,1 1,0-1,0 1,0 0,-1-1,1 1,-1-1,0 0,1 1,-1-1,0 1,0-1,1 0,-1 0,0 1,0-1,-1 0,1 0,0 0,0 0,0 0,-1 0,-4 2,1-1,-1 0,0 0,0 0,0-1,0 0,0 0,0 0,0-1,0 0,0 0,0 0,0-1,0 0,0 0,0 0,0-1,0 0,1 0,-1-1,1 0,-1 0,1 0,0 0,0-1,0 0,1 0,-3-3,5 5,1 0,0 0,1 0,-1-1,0 1,1 0,-1-1,1 1,0 0,0-1,0 1,0-1,0 1,0 0,0-1,1 1,0 0,-1-1,1 1,0 0,0 0,0 0,0 0,0 0,1 0,-1 0,1 0,-1 0,1 0,0 1,0-1,-1 1,3-2,68-39,-29 27</inkml:trace>
  <inkml:trace contextRef="#ctx0" brushRef="#br0" timeOffset="1732.121">4011 322,'1'-5,"0"0,-1 0,0 0,0-1,0 1,-1 0,0 0,0 0,0 0,-1 0,1 0,-1 0,0 0,-1 0,1 1,-1-1,0 1,0 0,0 0,-1 0,1 0,-1 0,0 1,0-1,0 1,-1 1,1-1,-1 0,0 1,1 0,-1 0,0 0,0 1,0 0,-1 0,1 0,0 0,0 1,0 0,-1 0,1 0,0 1,0 0,0 0,0 0,0 1,0-1,0 1,0 0,-4 3,3-1,0 1,0 0,0 0,1 0,0 1,0 0,0 0,1 0,0 0,0 1,0 0,1 0,0 0,0 0,1 0,0 0,-1 8,2-10,0 0,0-1,1 1,0 0,0-1,0 1,0 0,1 0,0-1,0 1,0-1,0 1,1-1,0 1,0-1,0 0,0 0,1 0,0 0,0 0,0 0,0-1,0 0,1 1,-1-1,1 0,0-1,0 1,1 0,3 0,-1 0,1-1,0 1,0-2,0 1,0-1,0 0,0-1,0 0,1 0,-1-1,0 0,0 0,0-1,0 0,0 0,-1-1,1 0,5-3,3-2,0-1,0 0,-1-1,-1-1,0 0,0-1,-1-1,6-7,11-18,-29 38,-1 0,1 0,0 0,0 0,-1 0,1 0,0 0,0 0,-1 0,1 0,0 1,-1-1,1 0,0 0,0 1,-1-1,1 0,-1 1,1-1,0 1,-1-1,1 1,-1-1,1 1,-1 0,1-1,-1 1,0-1,1 1,-1 0,0-1,1 1,-1 0,0 0,0-1,1 1,-1 0,0 0,0-1,0 1,0 0,0 0,0-1,0 1,-1 0,1 0,0-1,0 1,-1 0,1-1,0 1,-1 0,1-1,-1 1,3 7,-2-2,1-1,0 0,0 0,0 1,1-1,0 0,0-1,0 1,1 0,-1 0,1-1,0 0,0 1,1-1,-1 0,1-1,0 1,0-1,0 0,1 0,-1 0,1 0,0-1,-1 1,1-1,0-1,0 1,1-1,-1 1,0-2,4 1,-4-1,1 0,0-1,0 0,-1 0,1 0,-1-1,1 0,-1 0,0 0,1-1,-1 1,0-1,-1-1,1 1,0-1,-1 1,0-1,0-1,0 1,-1 0,1-1,-1 0,0 0,0 0,1-4,4-9,-1 0,-1 0,0 0,-2-1,0 0,-1 0,0-3,8-161,-11 182,0 0,1 0,-1 0,0 0,0 0,1-1,-1 1,0 0,1 0,-1 0,1 0,0 0,-1 0,1 0,0 0,-1 1,1-1,0 0,0 0,0 1,0-1,0 0,0 1,0-1,0 1,0-1,0 1,0-1,0 1,0 0,0 0,0-1,0 1,1 0,-1 0,0 0,0 0,0 0,1 1,46 18,-35-13,18 8,-13-7,-1 0,1 1,-2 0,1 2,-1 0,0 1,-1 0,0 1,-1 1,-1 1,0 0,11 15,-20-21,-1 1,0-1,-1 1,0 0,0 0,0 0,-2 0,1 0,-1 0,0 0,-1 0,0 0,-1 5,1-2,0-9,1-1,0 1,0-1,0 1,0 0,0-1,1 1,-1-1,1 1,-1-1,1 1,0-1,0 0,0 1,1-1,-1 0,0 0,1 0,-1 0,1 0,0 0,0 0,0-1,0 1,0 0,0-1,0 0,0 0,0 1,1-1,-1 0,1-1,-1 1,0 0,1-1,0 1,-1-1,1 0,-1 0,1 0,1 0,13 0,0-2,0 1,0-2,-1 0,1-1,-1-1,1-1,-2 0,1-1,-1 0,0-1,0-1,-1-1,0 0,-1 0,13-13,12-30,-48 59,8-4,0 0,0 0,0 1,0-1,0 1,1-1,-1 1,1 0,-1 0,1 0,0 0,0 0,1 0,-1 0,1 0,-1 0,1 0,0 0,0 0,0 0,0 0,1 0,-1 0,1 0,0 0,0 0,0 0,0 0,1 0,-1-1,1 1,0 0,-1-1,1 1,0-1,0 0,1 0,-1 0,2 1,6 1,0-2,0 1,0-1,1-1,-1 0,1 0,-1-1,1-1,-1 1,1-2,-1 1,0-2,0 1,0-1,0-1,0 0,0 0,-1-1,0 0,6-4,-10 5,-1 1,1-1,0 0,-1 0,0-1,0 1,0-1,-1 0,1 0,-1 0,0 0,-1-1,1 1,-1-1,0 0,-1 1,1-1,-1 0,0 0,-1 0,1 0,-1 0,0 0,-1 0,0 0,0 0,0 0,0 0,-1 0,0 1,0-1,-1 1,1-1,-1 1,0 0,-1 0,1 0,-1 0,0 1,0 0,-1 0,-1-2,1 2,-1 0,0 0,1 0,-1 0,-1 1,1 0,0 0,-1 1,0 0,1 0,-1 1,0-1,0 2,0-1,0 1,0 0,0 0,0 1,1-1,-1 2,0-1,0 1,1 0,-1 0,1 1,-1 0,1 0,0 1,0 0,1 0,-1 0,1 0,0 1,-4 4,5-4,0 0,1 0,0 0,0 1,0-1,1 1,-1 0,1-1,1 1,-1 0,1 0,0 1,0-1,1 0,0 0,0 0,0 0,1 0,0 1,0-1,1 0,-1 0,1-1,1 1,-1 0,1-1,0 1,0-1,1 0,-1 0,1 0,0 0,0-1,1 0,0 0,-1 0,1 0,1-1,3 3,34 14,0-7</inkml:trace>
  <inkml:trace contextRef="#ctx0" brushRef="#br0" timeOffset="2158.978">5589 163,'25'7,"26"1,28 1,27-2,27-2,-8-2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4:23.7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1187,'1'1,"0"1,0-1,0 1,0-1,0 1,1-1,-1 0,0 1,1-1,0 0,-1 0,1 0,-1 0,1 0,0 0,0-1,-1 1,1-1,0 1,0-1,0 0,0 1,0-1,0 0,0 0,-1-1,1 1,0 0,0 0,0-1,0 1,0-1,-1 0,1 0,0 1,-1-1,1 0,0 0,-1-1,1 1,24-11,-1-1,0-1,-1-1,0-1,-2-1,0-1,0 0,-2-2,-1-1,10-13,-24 28,0 1,0-1,0 0,-1 0,0 0,0-1,-1 1,1-1,-2 0,1 0,-1 0,0-1,0 1,-1 0,0-1,0 1,-1-4,-1 8,-1 0,0 0,0 1,0-1,0 0,-1 1,1 0,-1 0,1-1,-1 1,0 1,0-1,0 0,0 1,0 0,0-1,0 1,0 0,0 1,-1-1,1 0,0 1,-1 0,1 0,0 0,-1 0,1 0,0 1,-1 0,1-1,0 1,0 1,0-1,0 0,0 1,0-1,-3 2,-1 2,-1 0,1 0,0 0,0 1,0 0,1 0,0 0,0 1,1 0,-1 0,2 1,-1 0,1-1,0 2,1-1,-1 0,2 1,-1-1,1 1,1 0,-1-1,2 1,-1 0,1 0,0 0,1 0,0 0,1-1,-1 1,2 0,-1-1,1 1,1-1,-1 0,1 0,1 0,-1-1,6 6,-2-5,2-1,-1 0,0-1,1 0,1 0,-1-1,0 0,1-1,0 0,0-1,1 0,-1-1,0 0,1-1,-1 0,1-1,0 0,-1-1,1 0,-1-1,0-1,1 1,-1-2,0 1,-1-1,1-1,-1 0,1-1,-2 0,1 0,-1-1,0 0,0-1,-1 0,0 0,0-1,1-2,39-100,-13 21,-33 87,1-1,-1 1,1 0,0 0,0 0,0 0,0 0,0 0,1 1,-1 0,1 0,-1 0,1 0,0 0,0 1,0 0,0 0,0 0,0 0,0 0,1 1,-1 0,0 0,0 0,0 0,0 1,0 0,1-1,-1 2,0-1,0 0,-1 1,1 0,0-1,0 2,-1-1,0 0,1 1,2 2,8 5,0 1,-1 0,0 1,0 1,-1 0,-1 0,0 1,-1 1,-1 0,0 0,-1 1,-1 0,0 0,-1 1,0 1,-5-15,0-1,0 0,0 0,0 1,-1-1,1 0,0 1,-1-1,0 1,0-1,1 1,-2-1,1 1,0-1,0 0,-1 1,1-1,-1 1,0-1,0 0,0 1,0-1,0 0,0 0,0 0,-1 0,1 0,-1 0,0 0,1-1,-1 1,0 0,0-1,0 1,0-1,0 0,-1 0,0 0,0-1,0 1,0-1,0 0,0 0,0 0,-1 0,1-1,0 0,0 1,0-1,0 0,0 0,0 0,0-1,1 1,-1-1,0 0,1 1,-1-1,1 0,0-1,-1 1,1 0,0-1,0 1,1-1,-1 0,0 1,0-3,-1 0,1-1,-1 1,1 0,0-1,1 0,0 1,-1-1,2 0,-1 0,1 1,0-1,0 0,0 0,1 0,0 0,1-3,5-6,1-1,0 1,1 1,1 0,1 0,0 0,0 2,1-1,1 2,1-1,2-4,-12 12,20-17,-1 0,-1-2,-1 0,-1-2,-2 0,0-1,-2-1,0 0,9-27,-14 6,-2 0,-2-1,-2 0,-2 0,-3-1,-1 1,-3 0,-8-39,-8-29,20 116,0 0,1 1,-1-1,0 1,0-1,0 0,0 1,0-1,0 0,1 1,-1-1,-1 0,1 1,0-1,0 0,0 1,0-1,0 0,-1 1,1-1,0 1,-1-1,1 0,0 1,-1-1,1 1,0-1,-1 1,1-1,-1 1,1 0,-1-1,1 1,-1-1,0 1,1 0,-1 0,1-1,-1 1,0 0,1 0,-1 0,0-1,1 1,-1 0,0 0,1 0,-1 0,0 0,1 1,-1-1,0 0,1 0,-1 0,1 0,-1 1,0-1,1 0,-1 1,1-1,-1 0,1 1,-1-1,1 1,-1-1,-22 99,22-91,-8 100,4 0,6 1,4-1,4 0,16 58,-20-129,1 1,2-2,1 1,3-1,0-1,3 0,0-1,2-1,4 4,-16-30,-1-1,0 1,1-1,0 0,1 0,-1-1,1 0,0 0,1 0,-1-1,1 0,0 0,0 0,0-1,0 0,1-1,-1 1,1-1,0-1,-1 0,1 0,0 0,0-1,0 0,-1-1,1 1,0-1,0-1,-1 0,1 0,-1 0,5-3,-4 0,0-1,-1 0,0-1,0 1,0-1,-1-1,0 1,0-1,-1 0,0 0,0-1,-1 0,0 1,0-2,-1 1,0-1,3-12,-1-1,-1 0,0 0,-2 0,-1 0,-1-4,1 18,-1-1,0 1,-1-1,0 0,-1 1,0 0,0-1,-1 1,0 0,-1 0,0 0,0 1,4 7,-1 0,1 0,-1 0,1 1,-1-1,1 0,-1 0,1 1,-1-1,0 0,0 1,1-1,-1 0,0 1,0-1,0 1,1 0,-1-1,0 1,0 0,0-1,0 1,0 0,0 0,0 0,0 0,0 0,0 0,0 0,0 0,0 0,0 0,1 1,-1-1,0 0,0 1,0-1,0 0,0 1,1-1,-1 1,0-1,0 1,1 0,-1-1,0 1,1 0,-1 0,0-1,1 1,-1 0,1 0,0 0,-1 0,1-1,-1 2,-21 54,20-44,-1-1,1 1,1 0,0 0,1 0,0 0,1 0,0 0,1 0,0-1,1 1,0-1,1 1,0-1,1 0,1 0,-1-1,1 0,1 0,0 0,1-1,-1 0,2 0,-1-1,1 0,1 0,-1-1,1 0,11 5,115 29,-74-31</inkml:trace>
  <inkml:trace contextRef="#ctx0" brushRef="#br0" timeOffset="260.308">977 532,'-18'-3,"-4"1,13-1,26 0,36 2,40 0,41-2,39-2,-11-1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4:12.4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 46,'3'19,"-1"1,-1 0,0 0,-2 0,0-1,-4 20,1-2,-6 54,2-24,3 0,2 0,7 61,-4-116,1 0,1 0,0 0,1-1,0 1,0-1,2 0,-1 0,1 0,1-1,0 1,0-1,1-1,0 1,1-1,0-1,0 1,1-1,7 4,-5-5,1 0,0-1,1-1,-1 0,1-1,0 0,0-1,0-1,1 0,-1 0,1-1,-1-1,0-1,1 0,-1 0,1-1,-1-1,0 0,0-1,-1 0,1-1,-1-1,0 0,11-7,6-9</inkml:trace>
  <inkml:trace contextRef="#ctx0" brushRef="#br0" timeOffset="259.304">17 487,'24'-2,"23"-1,19 0,14-2,7-2,0 0,-8-1,-15 1,-16-1,-16 1</inkml:trace>
  <inkml:trace contextRef="#ctx0" brushRef="#br0" timeOffset="425.935">96 19,'7'0,"16"0,24 0,27 0,29-2,21-4,10 0,-17 1</inkml:trace>
  <inkml:trace contextRef="#ctx0" brushRef="#br0" timeOffset="891.74">1126 714,'-3'-6,"0"2,-1-1,1 0,-1 1,0-1,0 1,-1 0,1 0,-1 1,0-1,0 1,0 0,0 1,-1-1,1 1,-1 0,1 0,-1 1,0 0,0 0,-4 0,-5-1,0 1,0 1,0 1,1 0,-1 1,0 0,1 2,-3 0,3 0,0 0,1 1,-1 0,1 1,0 0,1 1,-1 1,2 0,-1 1,1 0,0 0,1 2,0-1,1 1,0 0,-8 13,15-20,0 0,1 0,-1 1,1-1,0 0,0 1,0-1,0 1,1-1,0 1,0-1,0 1,1-1,-1 1,1-1,0 1,0-1,1 0,-1 1,1-1,0 0,0 0,0 0,1 0,-1-1,1 1,0-1,0 1,1 0,6 5,1 0,-1-1,1 0,1 0,0-1,0-1,0 0,0-1,5 1,13 4,-1-2,1-2,0 0,1-2,-1-1,1-2,-1-1,1-1,-1-2,1-1,-1-1,0-1,22-9,-7-2</inkml:trace>
  <inkml:trace contextRef="#ctx0" brushRef="#br0" timeOffset="5644.784">1875 968,'0'-2,"2"-3,6-4,0 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4:31.9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 1,'-6'106,"3"-76,1 0,2 0,0 0,2-1,5 24,-7-48,1-1,-1 0,1 0,0 1,0-1,0 0,1 0,-1 0,1 0,0 0,0-1,0 1,1-1,-1 1,1-1,0 0,0 0,0 0,1 0,-1 0,0-1,1 0,0 1,0-1,-1-1,1 1,0 0,1-1,-1 0,0 0,0 0,0-1,1 1,-1-1,0 0,0 0,1-1,-1 1,2-1,5-6,0 0,0 0,-1-1,0 0,-1-1,0 0,0-1,-1 0,0 0,0 0,-2-1,1-1,-1 1,-1-1,0 0,0 0,-1-4,5-9,-1 0,-1 0,-1-1,-1 0,0-24,-5 54,7 138,-6-136,0-1,0 1,1 0,-1-1,1 1,1-1,-1 0,1 0,0 0,0 0,0 0,1-1,0 1,0-1,0 0,0 0,1-1,-1 1,1-1,0 0,0 0,0 0,1-1,-1 0,2 1,-2-2,-1-1,1 1,0-1,-1 0,1 0,0 0,-1-1,1 1,-1-1,1 0,-1-1,1 1,-1-1,0 0,0 0,1 0,-1 0,-1-1,1 0,0 0,-1 0,1 0,-1 0,0-1,0 1,0-2,5-5,-1-1,0 0,0 0,-1-1,0 0,-1 0,-1 0,3-11,10-51,-9 84,-4 11,-3-14,-1 0,1 1,0-1,0 0,1 1,0-1,0 0,1 0,0 0,0-1,0 1,1-1,0 0,0 0,1 0,0 0,0-1,0 0,1 0,-1 0,1-1,0 1,1-1,-1-1,1 1,5 1,3-5,0 0,0-1,0-1,0 0,-1-1,1 0,-1-2,1 1,-1-2,-1 0,1 0,-1-1,0-1,0-1,-1 1,-1-2,1 0,1-3,-5 7,0-1,0 0,-1 0,0-1,-1 0,0 0,0-1,-1 0,0 0,0 0,-1 0,0-1,2-9,-8 26,0-1,0 0,0 1,0-1,1 0,0 1,0-1,1 1,0 0,0-1,0 1,1-1,0 1,0-1,0 1,1-1,0 0,0 0,1 0,0 0,0 0,0 0,1-1,0 0,0 0,3 3,4-3,0-1,1-1,-1 1,1-2,0 0,0 0,0-1,0-1,1 0,-1 0,0-1,0-1,0 0,0 0,-1-2,1 1,1-2,-1 3,0-1,1-1,-1 0,-1 0,1-1,-1-1,0 0,0 0,0-1,-1-1,0 0,-1 0,7-7,-16 14,0 0,1 0,-1 0,0-1,1 1,-1 0,1 0,0 0,-1 0,1 0,0 0,-1 1,1-1,0 0,0 0,0 0,0 1,0-1,0 0,0 1,0-1,0 1,0-1,0 1,0 0,0-1,1 1,-1 0,0 0,0 0,0 0,0 0,1 0,-1 0,0 0,0 0,0 1,0-1,0 0,1 1,-1-1,0 1,0-1,0 1,0 0,0-1,0 1,-1 0,1 0,0 0,44 111,16-3,-58-104,0-1,0 0,1 0,-1-1,1 1,0-1,0 0,1 0,-1 0,0 0,1-1,0 1,-1-1,1-1,0 1,0-1,0 1,1-1,-1-1,0 1,0-1,3 0,17-5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4:32.2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82 1,'-16'4,"-8"7,1 6,6 4,15 3,19-2,8-5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4:18.6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54 559,'8'4,"0"0,0-1,0 0,0 0,0-1,1 0,-1 0,1-1,-1 0,1-1,0 0,-1 0,1-1,0 0,-1 0,8-3,9-3,0 0,0-2,-1-1,-1-1,0-1,3-1,0-1,-1-1,-1-2,-1 0,0-1,-1-1,-1-2,-1 0,-1-1,10-14,-27 33,1 0,-1 0,0-1,1 1,-2 0,1-1,0 0,-1 1,1-1,-1 0,0 0,0 1,0-1,-1 0,0 0,1 0,-1 0,-1 0,1 0,-1 0,1 0,-1 0,0 1,0-1,-1 0,1 0,-1 1,0-1,0 1,0 0,0-1,-1 1,1 0,-1 0,0 0,1 1,-2-1,1 1,0 0,-1 0,0 0,0 1,0-1,0 1,-1 0,1 0,0 1,0-1,-1 1,1 0,0 0,0 0,-1 1,1 0,0-1,0 1,0 1,0-1,0 1,0-1,0 1,0 0,0 1,1-1,-1 1,0 1,-5 3,1 0,0 1,1 1,0-1,0 1,1 0,0 1,1-1,0 1,-1 3,-11 39,3 0,2 1,2 0,2 1,3 0,2 40,-15 940,4-769,6-215</inkml:trace>
  <inkml:trace contextRef="#ctx0" brushRef="#br0" timeOffset="537.687">1 1321,'8'-13,"1"0,1 0,1 1,-1 1,2 0,0 0,0 1,1 1,0 0,0 1,1 0,2 0,49-28,1 2,1 3,2 3,65-17,-123 42,-6 1,0 1,0-1,0 1,-1 0,1 0,0 0,0 1,0 0,0 0,1 0,-1 0,0 1,-1 0,3 0,-6 1,1 0,-1 1,1-1,-1 0,0 1,0-1,0 1,0-1,0 1,0-1,-1 1,1 0,-1-1,0 1,0 0,0-1,0 1,0 0,-1-1,1 1,-1 0,0 2,-1 8,1 6,1 0,0 0,1 0,1-1,1 1,1-1,0 1,1-1,2 1,-7-18,1 1,0-1,0 1,-1-1,1 1,0-1,0 1,1-1,-1 0,0 1,0-1,1 0,-1 0,0 0,1 0,-1 0,1 0,-1-1,1 1,0 0,-1-1,1 1,0-1,-1 0,1 1,0-1,0 0,-1 0,1 0,0 0,-1-1,1 1,0 0,0-1,-1 1,1-1,-1 1,1-1,0 0,-1 0,1 0,-1 0,0 0,1 0,-1 0,0 0,0-1,1 1,-1 0,0-1,0 1,-1-1,1 1,0-1,0 0,14-20,-1-1,-1-1,-1 0,-1-1,-1 0,-1-1,1-8,14-35,-16 50,-8 19,0 0,1 0,-1 0,0 0,1 0,-1 0,0 0,1 0,-1 0,0 0,1 0,-1 0,0 0,1 0,-1 0,0 0,1 0,-1 1,0-1,1 0,-1 0,0 0,0 0,1 1,-1-1,0 0,0 0,1 1,-1-1,0 0,0 1,0-1,1 0,-1 0,0 1,0-1,0 0,0 1,0-1,0 0,0 1,0-1,0 0,0 1,0-1,0 0,0 1,0-1,0 0,0 1,0-1,0 0,0 1,-1-1,1 0,0 1,0-1,0 0,0 0,-1 1,1-1,0 0,0 0,5 234,-5-229,1 0,0 0,0 0,1 1,-1-1,1-1,0 1,1 0,-1 0,1-1,0 1,0-1,0 0,1 0,-1 0,1-1,0 1,0-1,0 0,1 0,-1 0,1 0,0-1,-1 0,1 0,0 0,0-1,2 1,25 0</inkml:trace>
  <inkml:trace contextRef="#ctx0" brushRef="#br0" timeOffset="898.747">1150 947,'14'40,"2"-1,1-1,21 32,-38-70,8 15,0 0,1 0,1-1,0-1,1 1,7 5,-17-18,1 0,0 0,-1 0,1 0,0 0,0 0,0 0,0 0,0-1,0 1,0-1,0 1,0-1,0 0,0 0,0 0,0 0,0 0,0-1,0 1,0-1,0 1,0-1,0 0,0 1,0-1,-1 0,1 0,0 0,0-1,-1 1,1 0,-1-1,1 1,0-2,48-60,-48 61,6-10,0-1,-2 0,1 0,-1 0,-1-1,0 0,-1 0,0-5,-4 11,-2 13,-4 14,4-14,1 0,0 1,0-1,1 1,-1-1,1 1,1-1,-1 1,1-1,0 1,0-1,0 0,1 1,-1-1,2 0,-1 0,0 0,1 0,0-1,0 1,0-1,1 1,0-1,2 2,5 1,1 0,-1-1,2-1,-1 0,1 0,-1-1,1-1,0 0,1-1,-1 0,0-1,14 0,46 2</inkml:trace>
  <inkml:trace contextRef="#ctx0" brushRef="#br0" timeOffset="1590.42">2153 920,'-6'-1,"0"1,0-1,0 2,0-1,-1 1,1 0,1 0,-1 0,0 1,0 0,0 0,1 1,-1 0,1 0,0 0,0 0,0 1,0 0,1 0,-1 0,1 0,0 1,0 0,1 0,-1 0,-1 5,-1 0,0 1,2-1,-1 1,1 0,1 0,0 1,0-1,1 1,1 0,0-1,1 1,0 0,1 7,0-13,0-1,0 0,0 1,0-1,1 0,0 0,0 0,1 0,0 0,-1 0,1-1,1 0,-1 1,1-1,0 0,0 0,0-1,0 1,0-1,1 0,0 0,-1-1,1 1,0-1,1 0,-1 0,0-1,0 0,1 0,-1 0,3 0,13-1,-1-1,1-1,-1-1,0-1,0-1,0 0,0-2,-1 0,0-1,-1-1,0-1,0 0,-1-1,0-1,-1-1,1-2,1-2,0-1,-2-1,0 0,-2-1,0-1,-1-1,-1 1,-1-2,-1 0,-1 0,-1 0,-1-1,-1-1,-1 1,-1-1,-2 0,0 1,-1-1,-3-13,0-56,-5-1,-3 0,-5 2,-11-28,-8 2,34 118,0 1,0-1,0 0,-1 0,1 0,0 0,0 0,-1 0,1 0,-1 0,1 1,0-1,-1 0,0 0,1 0,-1 1,1-1,-1 0,0 1,0-1,1 1,-1-1,0 1,0-1,0 1,0-1,1 1,-1 0,0 0,0-1,0 1,0 0,0 0,0 0,0 0,0 0,0 0,0 0,0 0,0 0,0 1,-20 35,9 13,3 0,3 1,1 0,2 0,3 0,2 2,0 38,3 0,4 0,4-1,4-1,5 3,-16-69,0 0,2 0,0-1,2 0,0 0,2-1,0 0,1-1,1-1,1 1,-12-16,0 0,0 0,0 0,0 0,0-1,0 1,1-1,-1 0,1 0,0 0,0-1,0 1,0-1,0 0,0 0,0 0,0 0,0-1,0 0,0 0,0 0,0 0,0-1,1 0,-1 1,0-1,0-1,-1 1,1-1,0 1,0-1,-1 0,1 0,-1-1,1 1,-1-1,0 0,0 0,8-10,-1 1,-1-1,0-1,-1 0,-1 0,0-1,-1 1,0-1,1-8,23-53,-30 76,0 0,0 1,0-1,0 0,0 0,1 1,-1-1,0 0,0 1,0-1,0 0,0 1,0-1,1 0,-1 0,0 1,0-1,0 0,1 0,-1 0,0 1,0-1,1 0,-1 0,0 0,0 0,1 1,-1-1,0 0,1 0,-1 0,0 0,1 0,-1 0,0 0,1 0,-1 0,0 0,0 0,1 0,-1 0,0 0,1 0,-1 0,0 0,1 0,-1-1,0 1,0 0,1 0,-1 0,0-1,0 1,1 0,-1 0,0 0,0-1,0 1,1 0,-1 0,0-1,0 1,6 33,-5-31,2 21,-3-9,1-1,1 0,0 1,1-1,0 0,1 0,0 0,1-1,1 0,0 0,0 0,2 0,-1-1,4 3,44 12,-27-23</inkml:trace>
  <inkml:trace contextRef="#ctx0" brushRef="#br0" timeOffset="1855.811">3021 719,'-16'-4,"-7"-2,-2-2,-2-4,4 0</inkml:trace>
  <inkml:trace contextRef="#ctx0" brushRef="#br0" timeOffset="2103.137">2246 452,'20'-7,"26"-4,24-1,27 0,18 2,13 2,-15 3</inkml:trace>
  <inkml:trace contextRef="#ctx0" brushRef="#br0" timeOffset="3551.897">3315 1000,'-9'164,"9"-161,1-1,-1 1,0-1,1 1,0-1,-1 1,1-1,0 1,0-1,0 0,1 1,-1-1,0 0,1 0,0 0,-1 0,1 0,0 0,0-1,0 1,0-1,0 1,1-1,-1 0,0 1,1-1,-1 0,1-1,-1 1,1 0,-1-1,1 0,-1 1,1-1,-1 0,1 0,0 0,-1-1,1 1,-1-1,1 1,-1-1,1 0,-1 0,1 0,-1 0,1-1,4-1,1 0,-1-1,-1 0,1 0,-1-1,1 1,-2-1,1-1,0 1,-1-1,0 0,0 0,-1-1,1 1,-2-1,1 0,-1 0,0 0,0-1,-1 1,0-1,0 1,-1-1,0 0,0 1,0-1,-1 0,-1 0,0 0,0 1,0-1,-1 0,0 1,0-1,-1 1,-1-3,-2 1,0 1,-1 0,0 1,-1-1,1 1,-1 1,0 0,-1 0,0 0,0 1,0 0,0 1,-1 0,0 1,0 0,0 0,0 1,0 0,0 1,-1 0,1 1,0 0,-1 0,1 1,0 1,-1 0,-5 2,16-5,-1 1,0 0,0 0,0 0,0 0,0 0,1 0,-1 0,0 0,0 0,0 0,0 1,0-1,1 0,-1 1,0-1,0 0,0 1,1-1,-1 1,0-1,1 1,-1 0,0-1,1 1,-1-1,1 1,-1 0,1 0,-1-1,1 1,0 0,-1 0,1 0,0-1,-1 1,1 0,0 0,0 0,0 0,0 0,0-1,0 1,0 0,0 0,0 0,1 0,-1 0,0 0,0-1,1 1,-1 0,0 0,1-1,-1 1,1 0,-1 0,1-1,0 1,-1 0,1-1,0 1,-1-1,12 4,0 0,1-1,-1 0,1-1,-1-1,1 0,0 0,-1-1,1-1,4-1,-8 2,219-27,-149 15,-1 3,41 2,-115 7,0-1,0 0,0 1,0 0,0 0,1 1,-1-1,0 1,0-1,0 1,-1 1,1-1,0 0,0 1,0 0,-1 0,1 0,-1 0,0 1,0-1,0 1,0 0,0 0,0 0,-1 0,1 0,-1 1,0-1,0 1,0-1,0 1,-1 0,1 3,-6 151,4-156,0-1,0 1,0 0,0 0,1 0,-1 0,0 0,1-1,-1 1,1 0,0 0,0-1,0 1,0 0,0-1,0 1,0-1,0 1,0-1,1 0,-1 1,1-1,-1 0,1 0,-1 0,1 0,0 0,-1-1,1 1,0 0,0-1,0 1,-1-1,1 0,0 1,0-1,0 0,0 0,0 0,0-1,-1 1,2 0,8-4,0 0,0-1,0 0,-1-1,1 0,-1 0,-1-1,1 0,-1-1,0 0,-1-1,0 0,0 0,-1 0,-1-1,1 0,-1-1,-1 1,0-2,55-146,-52 140,-6 31,-6 22,2-26,0 1,1 0,0 0,0 0,1 0,0 0,1 0,0 0,1 0,0-1,0 1,1 0,0-1,1 0,0 1,4 5,4-4,0-1,0 0,1-1,1-1,0 0,0 0,0-2,1 0,0 0,0-1,0-1,1-1,-1 0,1-1,0 0,0-2,5 0,26 3,-1-1,1-3,0-2,-1-2,0-2,0-2,-1-2,0-2,10-5,-42 13,-1-1,1 0,-1-1,0 0,0-1,-1 0,9-10,-17 16,0-1,0 0,-1 0,1 0,-1 0,0 0,0 0,0 0,-1-1,1 1,-1-1,1 1,-1-1,0 0,-1 1,1-1,-1 0,1 0,-1 0,0 1,-1-1,1 0,-1 0,1 1,-1-1,0 0,-1 1,1-1,-1 1,0-3,-2-1,0 1,-1 0,1 0,-1 1,-1-1,1 1,-1 0,1 0,-1 1,-1-1,1 1,-1 1,1-1,-1 1,0 1,0-1,0 1,-1 0,1 1,0-1,-1 2,1-1,-1 1,1 0,-1 0,1 1,-1 0,1 1,-1-1,1 1,0 1,0-1,-6 5,4-2,1 1,0 0,0 0,0 1,1 1,0-1,1 1,-1 0,2 0,-1 1,1 0,0 0,1 0,0 0,1 1,-1-1,2 1,0 0,0 0,0 0,1 1,2-7,-1 0,0 0,1 0,0 0,0-1,0 1,1 0,-1 0,1 0,0-1,0 1,0-1,0 0,1 1,-1-1,1 0,0-1,0 1,0 0,0-1,0 1,1-1,-1 0,1 0,-1-1,1 1,0-1,0 1,0-1,-1-1,1 1,0 0,0-1,0 0,1 0,-1 0,0 0,0-1,0 1,-1-1,2-1,8 1,-1-2,0 0,-1 0,1-1,0-1,-1 0,0 0,0-1,-1-1,0 1,0-2,0 0,-1 0,0 0,-1-1,0 0,0-1,-1 0,0 0,0-1,-2 1,1-2,-1 1,-1 0,0-1,0-1,-5 19,-1 0,0-1,0 1,0 0,1 0,0 0,0-1,1 1,0 0,0 0,0 0,1 0,-1 0,2 0,-1 0,0-1,1 1,0 0,1-1,-1 0,1 1,0-1,0 0,1 0,-1-1,1 1,0-1,1 0,-1 0,2 1,6-1,0-1,0 0,0 0,1-2,-1 1,0-2,1 1,-1-2,1 0,-1 0,1-1,-1-1,0 0,0 0,0-1,-1-1,1 0,-1-1,0 0,-1 0,1-1,8-8,-5 4,0-2,-1 0,-1 0,0-1,-1 0,0-1,-1 0,-1-1,0 0,-1-1,4-12,2-12,-1 0,-2-1,-2 0,1-21,-3 18,-1 0,-2-1,-3 0,-1 0,-2 1,-3-1,-1 1,-2-1,-8-20,12 56,0 1,0-1,0 1,-2 0,1 0,-1 0,0 1,-1 0,-3-4,8 10,-1 0,1 0,-1 0,1 0,-1 0,0 0,1 1,-1-1,0 1,0 0,0 0,0 0,0 0,-1 1,1-1,0 1,0 0,0-1,-1 2,1-1,0 0,0 1,0-1,0 1,-1 0,1 0,0 0,1 0,-1 1,0-1,-2 2,-5 6,1-1,0 2,0-1,0 1,2 0,-1 1,1 0,1 0,0 1,0 0,1 0,1 0,0 0,1 1,-2 10,-2 5,0-1,2 1,2 0,0 0,2 0,1 0,1 0,2 0,0 0,2-1,1 1,1-1,2 0,0-1,2 0,1 0,1-2,1 1,1-1,1-1,1-1,1-1,1 0,1-1,1-1,9 6,-15-14,0 0,1-2,0 0,0 0,1-2,0 0,0-1,1-1,-1 0,1-1,0-2,1 1,-1-2,0 0,1-2,17-1,-30 0,0 0,0 0,0 0,0-1,0 0,-1 0,1 0,-1-1,0 1,0-1,0-1,0 1,-1-1,0 0,0 0,0 0,0 0,-1-1,0 1,0-1,-1 0,1 0,-1 0,0 0,-1 0,0-1,0 0,-2 13,0 0,0 0,0 0,1 1,0-1,0 0,1 0,0 1,0-1,0 0,1 0,-1 0,1 0,1 0,-1-1,1 1,0-1,1 1,-1-1,1 0,0 0,0-1,1 1,-1-1,1 0,0 0,0-1,0 1,1-1,-1 0,1 0,-1-1,1 0,2 1,-2-2,1 0,-1 0,1-1,0 0,-1 0,1 0,-1-1,1 0,-1-1,1 1,-1-1,0 0,1-1,-1 1,0-1,-1 0,1-1,0 1,-1-1,0 0,0-1,0 1,-1-1,1 0,-1 0,0-1,-1 1,1-1,-1 0,0 0,0 0,-1 0,0 0,0 0,0-1,-1 1,0-1,0-4,0 0,-1 0,0-1,-1 1,0 0,0 0,-1-1,-1 1,0 0,0 1,-1-1,-1 1,-3-7,6 13,-1-1,0 0,1 0,-2 1,1 0,0-1,-1 1,0 0,0 1,0-1,0 1,-1 0,0 0,1 0,-1 1,0-1,0 1,0 0,0 1,-1-1,1 1,0 0,-1 0,1 1,-1 0,-4 0,1 3,-1 1,1 0,0 0,0 1,1 0,-1 0,1 1,0 0,1 1,0 0,0 0,0 0,1 1,0 0,0 0,1 1,0 0,0 0,1 0,1 0,-1 1,1-1,0 4,0-8,0 1,1 0,0 0,0 0,0 0,0 0,1 1,0-1,0 0,1 1,0-1,0 1,0-1,1 0,0 1,0-1,1 0,0 0,0 0,0 0,1 0,0 0,0-1,0 1,1-1,-1 0,1 0,1 0,-1 0,1-1,0 0,0 0,1 1,1-2,1-1,-1 0,1 0,0-1,-1 0,1 0,0-1,0 1,0-2,2 0,34-4</inkml:trace>
  <inkml:trace contextRef="#ctx0" brushRef="#br0" timeOffset="3798.198">6377 305,'-16'-2,"-12"1,-8 8,-5 10,0 10,5 10,9 8,10 4,16-1,8-8</inkml:trace>
  <inkml:trace contextRef="#ctx0" brushRef="#br0" timeOffset="4046.532">6417 853,'10'16,"4"7,5 1,6-5,10-8,13-9,-3-7</inkml:trace>
  <inkml:trace contextRef="#ctx0" brushRef="#br0" timeOffset="14480.914">1083 3033,'-15'-6,"0"2,-1 0,1 1,-1 0,1 2,-1-1,0 2,0 0,0 1,1 1,-1 0,1 1,-1 1,1 0,-10 5,18-6,-1 1,1 0,0 0,0 1,0-1,1 2,0-1,0 1,0 0,1 0,-1 1,2-1,-1 1,1 0,0 1,0-1,1 1,-2 4,5-10,-1 0,1-1,0 1,0 0,0-1,0 1,0 0,0-1,1 1,-1 0,0-1,1 1,-1 0,1-1,0 1,0-1,-1 1,1-1,0 1,0-1,0 0,0 0,1 1,-1-1,0 0,1 0,-1 0,0 0,1 0,-1 0,1-1,-1 1,1 0,0-1,-1 1,1-1,0 0,66 4,-45-9,-1-1,1 0,-1-2,-1-1,1 0,-2-2,1 0,-1-1,-1-1,0-1,12-12,-27 23,1-1,-1 1,0-1,0 0,0-1,0 1,-1-1,1 1,-1-1,-1 0,1 0,-1 0,1-1,-1 1,-1 0,1-1,-1 0,0 1,0-1,-1-2,0 8,0 0,-1-1,1 1,0-1,-1 1,1-1,0 1,-1 0,1-1,-1 1,1 0,-1-1,1 1,-1 0,1 0,-1-1,1 1,-1 0,1 0,-1 0,1 0,-1 0,1 0,-1 0,1 0,-1 0,0 0,1 0,-1 0,1 0,-1 0,1 0,-1 1,1-1,-1 0,1 0,-1 0,1 1,-1-1,1 0,0 1,-1-1,1 1,-1-1,1 0,0 1,-1-1,1 1,0-1,0 1,-1-1,1 1,0-1,0 1,0-1,0 1,0-1,0 1,-1 0,1-1,0 1,0-1,1 1,-1-1,0 1,0-1,0 1,0 0,-3 6,0 0,1 1,0-1,0 1,0-1,1 1,0 0,1 0,0-1,0 1,0 0,1 0,0 0,1-1,0 1,0-1,1 1,-1-1,2 0,-1 0,1 0,0 0,0-1,1 0,0 1,0-2,0 1,1-1,0 1,0-2,0 1,1-1,0 0,-1 0,1 0,1-1,-1 0,3 0,-1-2,0 0,0 0,-1-1,1-1,0 1,0-1,0-1,-1 1,1-2,-1 1,1-1,-1 0,0-1,0 0,-1 0,1-1,-1 0,0 0,0-1,0 0,-1 0,0 0,0-1,-1 0,1 0,-2 0,1-1,-1 0,0 0,-1 0,1 0,-2-1,1 1,-1-1,0-5,2-31,8 76,-7-13,-2-1,2-1,0 0,1 0,0 0,1-1,1 0,0 0,1-1,1 0,5 5,-13-17,1 0,-1 0,1-1,-1 1,1 0,0-1,-1 0,1 0,0 0,0 0,0 0,0 0,0-1,0 1,0-1,2 0,-7-2,-6 1</inkml:trace>
  <inkml:trace contextRef="#ctx0" brushRef="#br0" timeOffset="14771.138">1458 2310,'4'16,"4"19,3 19,2 17,1 16,-2 12,-3 7,-3 2,-3-7,-1-10,1-15,-1-16,3-13,2-15,2-12,0-11</inkml:trace>
  <inkml:trace contextRef="#ctx0" brushRef="#br0" timeOffset="15018.512">1203 2724,'25'3,"27"0,24 0,21 0,15-2,10 0,5 0,-20-1</inkml:trace>
  <inkml:trace contextRef="#ctx0" brushRef="#br0" timeOffset="15882.197">2085 3072,'-9'8,"1"0,-1 0,2 1,-1 1,1-1,0 1,1 0,0 0,-2 8,6-14,0 0,1 0,-1 0,1 0,0 0,0 0,1 0,-1 1,1-1,0 0,0 0,1 0,-1 1,1-1,0 0,0 0,0 0,0 0,1 0,-1 0,1 0,0-1,1 1,-1-1,1 1,-1-1,1 0,1 2,5 0,0 0,0 0,0-1,1 0,0 0,-1-1,1-1,0 0,0 0,1-1,-1 0,0 0,0-1,1-1,-1 0,0 0,0-1,0 0,0-1,0 0,0 0,-1-1,0-1,0 0,7-4,-11 6,0 1,0-1,0 0,0-1,-1 1,0-1,1 0,-1 0,-1 0,1 0,-1-1,1 0,-1 1,-1-1,1-1,-1 1,0 0,0 0,0-1,-1 1,1-1,-1 0,-1 1,1-1,-1 0,0 1,-1-1,1 0,-1 1,0-1,0 1,-1-1,0 1,0-1,0 1,0 0,-1 0,-3-5,0 4,0-1,0 1,0 0,-1 0,0 0,0 1,-1 0,1 1,-1 0,0 0,0 0,-1 1,1 1,-1-1,1 1,-1 1,0-1,0 2,1-1,-1 1,0 0,0 1,-7 1,15-2,0 0,0 0,1 0,-1 0,0 0,0 0,0 0,0 0,1 0,-1 1,0-1,0 0,0 1,1-1,-1 0,0 1,1-1,-1 1,0-1,1 1,-1-1,0 1,1-1,-1 1,1 0,-1-1,1 1,-1 0,1-1,0 1,-1 0,1 0,0-1,-1 1,1 0,0 0,0 0,0 0,0-1,0 1,0 0,0 0,0 0,0 0,0-1,0 1,1 0,-1 0,0 0,1-1,-1 1,0 0,1-1,-1 1,1 0,6 2,0 0,1-1,-1 0,1 0,-1-1,1 0,0 0,-1-1,1 0,0 0,-1-1,1 0,4-1,-2 1,373-48,-376 47,-1 1,1 0,0 0,-1 1,1 0,0 0,-1 0,1 1,0 0,-1 0,1 1,-1 0,1 0,-1 1,0-1,0 1,0 0,0 1,-1 0,1 0,-1 0,0 0,0 1,-1 0,1 0,-1 0,0 1,0-1,-1 1,0 0,2 3,2 55,-7-54,0-1,1 1,0-1,1 1,0-1,0 0,1 0,4 9,-6-16,0-1,0 1,0 0,0-1,1 1,-1 0,1-1,-1 0,1 1,0-1,-1 0,1 0,0 0,0 0,0 0,0 0,0-1,0 1,0-1,0 1,0-1,0 0,0 0,0 1,0-2,0 1,0 0,0 0,0-1,0 1,0-1,0 1,1-2,61-34,-46 20,-1-1,-1-1,0 0,-2-1,0-1,-1 0,-1-1,-1 0,6-18,-7 29,-9 32,-1-11,-1-5,1 1,1-1,-1 0,1 0,0 0,1 0,-1 0,1 0,0-1,0 1,1-1,0 1,0-1,0 0,1 0,0 0,-1 0,2-1,-1 1,0-1,1 0,0-1,0 1,0-1,1 0,-1 0,1 0,-1-1,1 0,0 0,0-1,0 1,0-1,2 0,2-2,0 0,0 0,-1 0,1-2,-1 1,1-1,-1 0,0-1,0 0,0-1,-1 0,0 0,0 0,0-1,0-1,-1 1,0-1,0 0,-1-1,0 0,-1 0,1 0,-1 0,-1-1,0 0,0 0,0 0,-1-1,-1 1,0-1,0 1,-1-2,0 11,-1-1,0 1,1 0,-1-1,0 1,1 0,-1-1,0 1,0 0,1-1,-1 1,0-1,0 1,0 0,0-1,1 1,-1-1,0 1,0-1,0 1,0 0,0-1,0 1,0-1,0 1,0-1,-1 1,1 0,0-1,0 1,0-1,0 1,0-1,-1 1,1 0,0-1,0 1,-1 0,1-1,0 1,-1 0,1-1,0 1,-1 0,1 0,-1 0,1-1,0 1,-1 0,1 0,-1 0,1 0,0 0,-1-1,1 1,-1 0,1 0,-1 0,1 0,-1 0,1 0,0 1,-1-1,1 0,-1 0,1 0,0 0,-1 0,-1 4,1-1,-1 1,1-1,0 1,0-1,0 1,0 0,1-1,0 1,-1 0,1 0,1-1,-1 1,0 0,1 0,0-1,0 1,0-1,0 1,1-1,-1 1,1-1,0 0,0 1,0-1,0 0,2 1,3 5,1 0,0-1,0 0,1-1,0 0,0 0,1-1,6 4,116 35,-64-31</inkml:trace>
  <inkml:trace contextRef="#ctx0" brushRef="#br0" timeOffset="16544.34">4131 3059,'-83'-48,"80"47,0 0,0 0,-1 0,1 0,0 1,0 0,0-1,0 1,-1 0,1 0,0 1,0-1,0 1,0 0,-1-1,1 1,0 0,1 1,-1-1,0 1,0-1,0 1,1 0,-1 0,1 0,-1 0,-1 2,0 2,-1 0,1 0,0 0,0 0,1 1,-1-1,1 1,1 0,0 0,0 0,0 0,0 0,1 0,1 1,-1-1,1 0,0 1,1-1,0 4,0-9,0 0,0 0,0 0,0 0,0 0,0 0,0 0,1 0,-1-1,1 1,0 0,-1-1,1 1,0-1,0 0,0 0,-1 0,1 0,1 0,-1 0,0 0,0 0,0-1,0 1,1-1,-1 0,0 0,0 0,1 0,-1 0,0 0,0 0,0-1,1 1,-1-1,0 0,1 0,79-32,47-45,-127 77,-1 0,1 0,-1-1,1 1,-1 0,1 0,0 0,-1 1,1-1,0 0,0 1,-1-1,1 1,0-1,0 1,0 0,0 0,0 0,0 0,0 0,-1 0,1 1,0-1,0 0,0 1,0 0,-1-1,1 1,0 0,-1 0,1 0,0 0,-1 0,1 0,-1 1,0-1,1 0,0 2,19 29,-16-23,1 1,0-1,1-1,0 1,0-1,0 0,1-1,1 0,-1 0,10 5,-7-7,0 0,1 0,-1-2,1 1,0-1,0-1,1 0,-1-1,0 0,1-1,-1-1,0 1,0-2,1 0,-1 0,0-1,0-1,-1 0,1-1,-1 0,4-2,5-4,0 0,-1-1,-1-1,0-1,0-1,-2 0,0-1,0-1,-2 0,0-1,3-7,8-23,-3-1,-1-1,-3 0,-2-1,-2-2,4-34,-8 41,-6 31,41-188,-1-45,-41 203,-3 45,0 1,-1-1,1 0,-1 0,1 1,-1-1,1 0,0 0,-1 0,1 1,-1-1,1 0,-1 0,1 0,-1 0,0 0,1 0,-1 0,1 0,-1 0,1 0,-1 0,1-1,-1 1,1 0,0 0,-1 0,1-1,-1 1,1 0,-1 0,1-1,0 1,-1 0,1-1,0 1,-1-1,1 1,0 0,-1-1,1 1,0-1,0 1,0-1,-1 1,1-1,0 1,0-1,0 1,0-1,0 1,0-1,0 1,0-1,0 1,0-1,0 1,0-1,0 1,1-1,-1 1,0-1,0 1,0-1,1 1,-1 0,0-1,1 1,-9 12,0 0,1 0,0 1,1 0,1 0,0 1,1 0,0 0,1 4,0-8,-7 36,2 0,2 0,3 1,1-1,2 1,2-1,2 1,3-1,1 0,2 0,3-1,1-1,2 0,2-1,2-1,2-1,1 0,3-2,17 21,7-8,-50-52,0 0,1 0,-1 0,1 1,-1-1,1 0,-1 0,0 0,1 0,-1 0,1 0,-1 0,1 0,-1 0,1 0,-1 0,1 0,-1-1,0 1,1 0,-1 0,1 0,-1-1,0 1,1 0,-1 0,0-1,1 1,-1 0,0-1,1 1,-1 0,0-1,0 1,1-1,-1 1,0 0,0-1,0 1,0-1,1 1,-1 0,0-1,0 1,0-1,0 1,0-1,0 1,0-1,0 1,0-1,0 1,-1 0,1-1,0 1,0-1,0 1,0 0,-1-1,1 1,0-1,0 1,-1 0,1-1,-5-22</inkml:trace>
  <inkml:trace contextRef="#ctx0" brushRef="#br0" timeOffset="16797.658">4826 2645,'-23'-7,"-11"-5,-6 1,5-1,13 1,16 6,24 5,29 3,29 1,31 2,29 0,24-1,-16-1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4:35.59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335 298,'-7'15,"-7"18,0 14,1 10,3 5,4 3,5-3,4-5,2-7,1-13</inkml:trace>
  <inkml:trace contextRef="#ctx0" brushRef="#br0" timeOffset="182.512">81 137,'-2'-16,"-1"-7,2-3,9 4,11 5,17 4,17 3,17 4,13 3,10 2,2 1,-15 1</inkml:trace>
  <inkml:trace contextRef="#ctx0" brushRef="#br0" timeOffset="348.635">0 444,'14'3,"22"0,27-3,24-5,22-7,19-5,-14-1</inkml:trace>
  <inkml:trace contextRef="#ctx0" brushRef="#br0" timeOffset="700.241">1257 83,'-21'0,"0"1,0 1,-1 1,2 0,-1 2,-5 2,19-5,1 0,0 0,-1 1,1 0,0 0,1 1,-1-1,1 1,-1 0,1 1,0 0,1-1,-1 1,1 1,0-1,0 1,1 0,-1-1,1 1,1 1,-2 2,3-4,0 1,0-1,1 0,-1 0,1 1,0-1,1 0,-1 1,1-1,0 0,1 0,-1 0,1 0,0 0,0 0,0 0,1-1,0 1,0-1,0 0,0 0,1 0,0 1,98 76,27-11,-89-51,-1 1,-1 3,-1 1,-2 2,6 6,-3 16,-37-47,-1 1,1-1,-1 1,0-1,1 1,-1-1,0 1,0-1,0 1,0 0,0-1,0 1,0-1,-1 1,1 0,0-1,-1 1,0-1,1 1,-1-1,0 0,0 1,1-1,-1 0,0 1,0-1,-1 0,1 0,0 0,0 0,0 0,-1 0,1 0,0-1,-2 1,-15 7,0-1,-1-1,1 0,-2-2,1 0,0-1,-1-1,1-1,-1-1,-2-1,9 3,0-1,1-1,-1 0,0-1,1 0,-1-1,1-1,0 1,-1-2,1 0,1 0,-1-1,1-1,-1 0,1-1,-2-11</inkml:trace>
  <inkml:trace contextRef="#ctx0" brushRef="#br0" timeOffset="1247.816">1886 311,'-22'70,"3"0,3 2,3 0,4 3,6-49,3-26,1 0,-1 0,0 0,0 0,0 0,0 0,1 0,-1 0,0 0,0 0,0 0,0 0,1 0,-1 0,0 0,0 0,0 0,0 0,1 0,-1 0,0 0,0 1,6-26,13-190,-17 162,1-1,4 2,1-1,11-35,-8 62,-11 26,0 0,0 0,0 1,0-1,0 0,1 0,-1 1,0-1,0 0,0 0,1 0,-1 1,0-1,0 0,0 0,1 0,-1 0,0 1,1-1,-1 0,0 0,0 0,1 0,-1 0,0 0,0 0,1 0,-1 0,0 0,1 0,-1 0,0 0,0 0,1 0,-1 0,0 0,1 0,-1-1,0 1,0 0,1 0,-1 0,0 0,0 0,0-1,1 1,-1 0,0 0,0-1,0 1,1 0,-1 0,0 0,0-1,0 1,0 0,0-1,0 1,0 0,0 0,1-1,-1 1,0 0,0-1,0 1,13 143,-12-141,0 0,0 1,1-1,-1 0,0 0,1 0,-1 1,1-2,0 1,-1 0,1 0,0 0,0-1,0 1,1-1,-1 0,0 0,1 0,-1 0,0 0,1 0,-1 0,1-1,-1 1,1-1,-1 0,1 0,-1 0,1 0,0 0,1-1,78-23,-45 3,0-2,-1-2,-2-1,-1-2,25-25,-16 15,-41 36,46-31,-46 32,1 1,-1-1,0 1,1 0,-1-1,0 1,1 0,-1 0,1 0,-1 0,0 0,1 1,-1-1,1 0,-1 1,0-1,0 0,1 1,-1 0,0-1,0 1,1 0,-1 0,0-1,0 1,0 0,0 0,0 0,0 0,-1 1,1-1,0 0,0 0,-1 0,1 1,-1-1,1 1,39 141,-26-75,68 165,-62-184,-9-16,-4-9</inkml:trace>
  <inkml:trace contextRef="#ctx0" brushRef="#br0" timeOffset="1842.216">281 97,'0'22,"0"22,0 19,0 17,0 11,-2 6,-1-14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4:40.11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685 0,'-30'2,"0"2,0 0,1 2,0 2,0 0,0 2,1 1,1 1,0 2,0 0,2 2,0 1,1 1,-4 5,2 0,2 1,1 1,1 1,1 2,1 0,2 1,1 0,1 2,2 0,0 0,3 2,0-1,2 1,2 1,1 0,2-1,1 2,1-1,2 0,4 30,-1-11,3 0,2 0,3-1,1 0,3-1,2-1,2 0,3-1,1-2,3 0,2-1,23 28,16 7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4:41.2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351 275,'0'-11,"-1"0,0 1,0-1,-1 0,-1 0,0 1,0-1,-1 1,0 0,-1 0,-3-4,6 10,-1-1,-1 1,1-1,-1 1,1 0,-1 0,0 1,-1-1,1 1,-1 0,1 0,-1 1,0-1,0 1,0 0,0 0,0 1,-1-1,1 1,-1 0,1 1,0-1,-5 1,0 2,0 0,0 0,0 1,1 0,-1 1,1 0,0 0,0 1,0 0,1 1,-1 0,1 0,1 1,-1 0,1 0,0 1,1 0,0 0,0 1,1-1,0 1,1 0,-1 1,2-1,-1 1,1-1,1 1,0 0,-1 8,3-14,0 1,0 0,0 0,0-1,1 1,-1 0,1-1,1 1,-1 0,1-1,-1 0,1 1,0-1,1 0,-1 0,1 0,0 0,0 0,0-1,0 0,1 1,-1-1,1 0,0-1,0 1,0-1,0 1,3 0,2 0,-1 0,1 0,0-1,-1 0,1 0,0-1,0 0,0-1,1 0,-1-1,0 1,0-2,0 1,5-3,0-1,0 0,0 0,-1-2,0 0,-1 0,1-1,-1-1,-1 0,0 0,0-1,-1-1,0 0,1-2,-6 7,0-1,0 0,0 0,-1-1,0 1,-1-1,0 0,0 0,0 0,-1 0,0 0,-1 0,0-1,0 1,-1-1,0 1,0-1,-1 1,0 0,-1-1,0 1,0 0,-1-2,-4-3,12 30,5 7,1-1,1 0,1-1,0 0,2-1,1-1,0 0,15 12,-29-30,0 0,0 0,0 0,0 0,1-1,-1 1,1 0,-1-1,1 0,-1 0,1 0,0 0,-1 0,1 0,0-1,0 1,0-1,0 0,-1 1,1-1,0-1,0 1,0 0,0-1,-1 0,1 1,0-1,0 0,-1 0,1-1,-1 1,1-1,-1 1,1-1,6-8,0-1,-1 0,0 0,0-1,-1 0,-1 0,0-1,-1 1,0-1,-1-1,0 1,-1 0,-1-1,0 0,-1-8,11-41,-9 98,-3-6,-1-8,1 0,1 0,0-1,2 1,1 0,0-1,2 3,-4-20,-1 1,1 0,0-1,0 1,1-1,-1 0,1 0,0 0,0 0,0 0,0 0,0-1,0 1,1-1,-1 0,1 0,0-1,-1 1,1-1,0 1,0-1,0-1,0 1,0 0,0-1,0 0,0 0,0 0,1 0,-1-1,0 0,0 1,0-2,-1 1,1 0,0-1,0 1,-1-1,1 0,-1-1,1 1,0-1,9-7,-1-1,0 0,-1-1,0-1,-1 1,0-2,-1 1,0-1,-1-1,-1 1,0-1,-1-1,-1 1,0-1,-1 0,0-5,-2 78,-2-57,8 101,-8-98,1-1,0 0,-1 1,1-1,0 0,0 0,0 1,0-1,1 0,-1 0,1 0,-1 0,1-1,0 1,-1 0,1-1,0 1,0-1,0 1,0-1,1 0,-1 0,0 0,0 0,1-1,-1 1,0 0,1-1,-1 0,1 1,-1-1,1 0,-1 0,0-1,1 1,-1 0,1-1,-1 1,2-2,10-4,0 0,0-2,-1 0,0 0,-1-1,0 0,0-1,-1-1,0 0,-1 0,0-1,4-8,-1 4,0-1,-2-1,0 0,0 0,-2-1,5-15,-9 14,-5 20,0 1,0-1,0 0,-1 0,1 1,0-1,0 0,0 0,0 0,0 1,0-1,-1 0,1 0,0 0,0 0,0 1,0-1,-1 0,1 0,0 0,0 0,0 0,-1 0,1 1,0-1,0 0,-1 0,1 0,0 0,0 0,-1 0,1 0,0 0,0 0,0 0,-1 0,1 0,0 0,0 0,-1-1,1 1,0 0,0 0,0 0,-1 0,1 0,0 0,0-1,0 1,-1 0,1 0,-9 21,0-1,1 2,1-1,1 1,1 1,0 9,3-27,1 1,0-1,0 1,0 0,1 0,0 0,0-1,1 1,0 0,0 0,0-1,0 1,1-1,0 1,0-1,0 0,1 1,0-1,0-1,0 1,1 0,0-1,2 3,4 0,0-2,1 1,0-2,-1 1,2-2,-1 1,0-1,1-1,-1 0,1-1,0 0,-1-1,1 0,0-1,11-2,55-4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4:44.4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1 281,'66'13,"0"-4,1-2,53-3,-97-3,1142-12,-1021 6,16 3,-130 4,-30-2,0 0,0 0,0 0,0 0,-1 0,1 0,0 1,0-1,0 0,0 0,-1 0,1 0,0 0,0 1,0-1,0 0,0 0,0 0,0 1,-1-1,1 0,0 0,0 0,0 1,0-1,0 0,0 0,0 0,0 1,0-1,0 0,0 0,0 0,0 1,1-1,-1 0,0 0,0 0,-7 2</inkml:trace>
  <inkml:trace contextRef="#ctx0" brushRef="#br0" timeOffset="321.691">1565 0,'163'45,"-121"-37,5 2,12-1,-1 4,0 2,-1 2,-1 3,-1 2,0 2,3 6,-51-27,-1 1,1-1,-1 1,0 1,0-1,0 1,0 0,-1 1,0-1,0 1,0 0,-1 0,0 1,0-1,-1 1,0 0,0 0,0 0,-1 0,0 0,0 1,-1-1,0 1,0-1,-1 8,-4-4,0-1,-1 1,0-1,-1 0,0 0,0-1,-1 0,-1 0,1 0,-1-1,-1 0,0-1,0 0,0 0,-1-1,1 0,-10 3,-50 29,-2-3,-53 16,116-48,-22 9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4:41.8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1288,'42'-93,"5"2,3 3,14-13,-11 39,-51 61,-1 0,0 1,0-1,0 0,0 1,1-1,-1 1,0 0,0-1,1 1,-1 0,0 0,0 0,1 0,-1 0,0 0,1 0,-1 0,0 1,0-1,1 0,-1 1,0-1,0 1,1 0,-1-1,0 1,0 0,0-1,0 1,0 0,0 0,0 0,-1 0,1 0,0 0,0 0,-1 0,1 1,22 49,-22-49,7 20,-1 1,-2-1,0 1,-1 0,-1 0,-1 1,-2 14,0-35,0 0,0 1,-1-1,0 0,0 0,0 0,0 0,0 1,0-2,-1 1,1 0,-1 0,0 0,0-1,0 1,0-1,-1 1,1-1,0 0,-1 0,0 0,0 0,1-1,-1 1,0-1,0 0,0 1,0-1,-1-1,1 1,0 0,0-1,-1 0,1 1,0-1,0-1,-1 1,1 0,-1-1,2 1,0 0,0 0,0-1,0 1,0 0,0-1,0 0,0 1,0-1,0 0,0 0,0 0,1 0,-1 0,0-1,1 1,-1 0,1-1,-1 1,0-2,-3-7</inkml:trace>
  <inkml:trace contextRef="#ctx0" brushRef="#br0" timeOffset="894.464">829 940,'-2'-3,"0"1,-1-1,1 0,-1 1,0-1,0 1,0 0,0 0,-1 0,1 0,0 1,-1-1,1 1,-1 0,1 0,-1 0,0 1,1-1,-1 1,0 0,1 0,-1 0,0 0,0 1,1 0,-1-1,0 1,-1 1,-3 1,0 1,0 0,1 0,0 0,0 1,0 0,1 0,-1 0,1 1,0 0,1 1,-2 2,0-1,1 1,1 0,0 0,0 0,1 1,0 0,1-1,-2 7,4-12,0 0,1-1,-1 1,1 0,0 0,0 0,0 0,0 0,1-1,-1 1,1 0,0 0,0-1,1 1,-1 0,1-1,-1 1,1-1,0 0,1 0,-1 0,0 0,1 0,2 2,0-1,0-1,1 1,0-1,0 0,0-1,0 1,0-1,0 0,1-1,-1 1,1-1,-1-1,1 1,0-1,-1 0,1 0,-1-1,5-1,5-1,0 0,0-1,0-1,-1-1,1 0,13-9,-4 0,0-1,-1-2,-1 0,-1-2,0 0,-2-2,0 0,-1-1,-2-1,0 0,-2-2,0 0,-2 0,-1-1,4-16,7-26,-3 0,-4-2,-2 0,-3 0,0-58,-10 114,2-19,-1 0,-2-1,-1 1,-2 0,-4-15,8 47,-1 0,0 0,0 0,0-1,0 1,0 0,-1 0,1 0,-1-1,1 1,-1 0,0 0,0 0,0 0,0 0,0 1,0-1,-1 0,1 0,-1 1,1-1,-1 1,1-1,-1 1,0-1,0 1,0 0,0 0,0 0,0 0,0 1,0-1,0 0,0 1,0-1,0 1,0 0,-1 0,1 0,0 0,0 0,0 0,-1 1,1-1,-2 1,-4 6,0 0,1 0,-1 1,1 0,1 0,0 1,0 0,1 0,0 0,0 1,1 0,0-1,1 1,0 1,0 0,-5 25,0 1,3 0,1 0,2 0,1 0,2 0,1 0,2 0,2 0,2-1,1 0,1 0,2-1,2 0,1-2,1 1,2-2,13 18,109 166,-101-177,-38-39,0 0,0 0,0 0,0 0,0 0,0 0,0 0,0 0,0 0,0-1,-1 1,1 0,0-1,0 1,0-1,0 1,0-1,-1 0,1 1,0-1,0 1,-1-1,1 0,-1 0,1 0,0 1,-1-1,0 0,1 0,-1 0,1 0,-1 0,0 0,0 0,35-80,-30 65,1 1,0 0,1 0,1 1,0 0,0 0,2 1,0 0,4-3,-13 14,0 0,0 0,1 0,-1 1,1-1,-1 1,1-1,0 1,0 0,-1-1,1 1,0 0,0 0,0 0,0 1,0-1,1 0,-1 1,0-1,0 1,0 0,0 0,1 0,-1 0,0 0,0 0,0 0,1 1,-1-1,0 1,0 0,0 0,0 0,0 0,0 0,0 0,-1 0,1 0,0 1,0-1,-1 1,1-1,0 2,33 96,-35-92,1 0,0 0,0 0,0 0,1 0,0-1,0 1,1 0,0-1,0 0,1 0,-1 0,1 0,1 0,-1-1,1 0,0 0,0 0,0 0,1-1,0 0,-1 0,1-1,1 1,-1-1,4 1,7-2,1-1,0-1,-1 0,1-1,0-1,-1-1,0 0,0-1,0-1,0-1,0 0,-1-1,0-1,-1 0,0-1,1-2,90-71,-101 77,0 0,-1 0,1-1,-1 1,0-1,-1 0,1 0,-1-1,0 1,-1-1,0 1,0-1,0 0,-1 0,0 0,0 0,-1-6,0 10,-1-1,1 0,-1 1,0-1,0 0,0 1,-1 0,1-1,-1 1,0 0,0 0,0 0,-1 0,1 0,0 0,-1 1,0-1,0 1,0-1,0 1,0 0,0 1,0-1,-1 0,1 1,-1 0,1 0,-1 0,1 0,-1 0,0 1,1 0,-1-1,0 1,0 1,1-1,-1 0,0 1,1 0,-1 0,1 0,-1 0,1 1,-2 0,-1 2,-1 0,1 0,0 0,1 1,-1-1,1 1,0 1,0-1,1 1,-1 0,1 0,1 0,-1 1,1-1,0 1,0 0,1 0,0 0,0 0,1 0,0 0,0 0,1 1,-1-1,2 0,-1 0,1 1,0-1,1 0,-1 0,1 0,1 0,-1 0,1-1,1 1,-1-1,1 1,0-1,0-1,1 1,3 3,5 0,0-1,1 0,0-1,0 0,1-1,-1-1,1 0,1-1,-1-1,1 0,-1-1,1-1,0 0,3-1,40 0</inkml:trace>
  <inkml:trace contextRef="#ctx0" brushRef="#br0" timeOffset="1829.058">2608 793,'0'24,"1"0,1 0,1-1,1 1,1-1,2 1,0-2,3 5,-10-24,1 1,0-1,0 0,1 0,-1 0,0 0,1 0,0 0,0 0,0-1,0 1,0 0,1-1,-1 0,1 0,-1 1,1-1,0-1,0 1,0 0,0-1,0 0,0 1,0-1,1 0,-1-1,0 1,1-1,-1 1,0-1,1 0,-1 0,0 0,1-1,0 0,6-5,0-2,-1 1,0-1,0-1,0 0,-1 0,-1-1,0 1,0-2,0 1,-2-1,1 0,-1 0,-1-1,0 1,1-9,8-44,-13 65,0-1,-1 0,1 1,0-1,-1 0,1 1,0-1,-1 0,1 0,0 1,-1-1,1 0,-1 0,1 0,0 0,-1 1,1-1,-1 0,1 0,-1 0,1 0,0 0,-1 0,1 0,-1 0,1 0,-1 0,1 0,0-1,-1 1,1 0,-1 0,1 0,0 0,-1-1,1 1,-1 0,1 0,0-1,-1 1,1 0,0-1,0 1,-1 0,1-1,0 1,-5 9,1 1,0 0,1 0,0 0,1 0,0 1,0-1,1 1,1-1,-1 1,2 0,0-1,1 11,0-18,-1 0,0 0,1-1,0 1,-1 0,1 0,0-1,0 1,1-1,-1 0,0 0,1 0,0 0,-1 0,1 0,0 0,0-1,0 0,0 0,0 1,0-2,0 1,0 0,0-1,1 1,-1-1,0 0,0 0,3 0,5-1,0 0,0 0,0-1,0-1,0 0,0 0,-1-1,2-1,3-1,-1-1,1-1,-1 0,-1-1,1 0,-2-1,1-1,-1 0,-1 0,0-1,-1-1,0 0,0 0,-2-1,2-4,-4-19,-7 37,0 1,0-1,-1 0,1 1,0-1,0 1,0-1,0 1,0-1,0 1,0-1,0 1,0 0,0 0,1 0,-1-1,0 1,0 0,1 0,-1 0,0 0,1 0,-1 0,1 0,0 1,-1-1,1 0,0 0,0 0,-1 0,1 2,-3 3,-1 1,1 1,0-1,1 0,0 1,0-1,1 1,-1-1,2 1,-1 0,1-1,0 1,1 0,0 0,0-1,1 1,-1-1,2 1,-1-1,1 0,0 0,1 0,-1 0,2-1,-1 1,1-1,-1 0,2 0,1 1,10 1,0 0,0-2,1 0,0-1,1 0,-1-2,0 0,1-1,0-1,0-1,-1-1,17-2,2 1,0-2,0-1,0-3,-1 0,0-2,-1-2,0-2,20-11,8-25,-61 48,-1 0,0 1,0-1,0 0,0 0,0 0,0 0,-1 0,1 0,-1 0,1 0,-1 0,0 0,0 0,0 0,0-1,0 1,0 0,0 0,-1 0,1 0,-1 0,0 0,0 0,1 0,-1 0,0 0,-1 1,1-1,0 0,0 1,-1-1,1 1,-1-1,1 1,-1-1,-5-3,-1-1,1 2,-1-1,0 1,0 0,0 0,-1 1,0 0,1 1,-1-1,0 2,0 0,0 0,0 0,0 1,0 0,0 1,0 0,0 0,0 1,0 0,1 1,-1 0,1 0,-1 1,-7 5,13-7,-1 0,1 0,-1 0,1 1,0-1,0 1,0 0,1 0,-1 0,0 0,1 1,0-1,0 1,0-1,0 1,1 0,-1 0,1-1,0 1,0 0,1 0,-1 0,1 0,0 1,0-1,0 0,0 0,1 0,-1 0,1 0,0 0,1 0,-1-1,1 1,-1 0,1-1,0 1,0-1,1 1,-1-1,1 0,0 0,2 2,3 0,0-1,1 0,-1 0,1-1,0 0,0-1,0 1,0-2,0 1,0-2,1 1,-1-1,0 0,1-1,-1 0,0-1,0 0,0 0,0-1,0 0,-1 0,1-1,-1 0,0-1,0 0,0 0,-1-1,1 0,-2 0,1-1,-5 6,-1-1,1 1,-1-1,0 1,0-1,0 0,1 1,-2-1,1 0,0 0,0 0,-1 0,1 0,-1 0,1 0,-1 0,0 0,0 0,0 0,0 0,0 0,0 0,-1 0,1 0,0 0,-1 0,0 0,0 1,1-1,-1 0,0 0,0 0,-1 1,1-1,0 1,0-1,-1 1,1-1,-1 1,0 0,1 0,-1 0,0 0,1 0,-1 0,0 0,0 0,0 1,0-1,0 1,0-1,-1 2,1-1,-1 1,1 0,-1-1,1 1,-1 1,1-1,0 0,0 0,-1 1,1-1,0 1,0 0,0 0,1 0,-1 0,0 0,1 0,-1 0,1 0,0 1,0-1,0 0,0 1,0-1,0 1,1-1,-1 1,1-1,0 1,0 0,0-1,0 1,0-1,0 1,1 0,-1-1,1 1,0 1,2 3,0 0,0 0,0 0,1 0,0-1,0 0,1 0,-1 0,1 0,1-1,-1 1,1-1,0-1,0 1,0-1,1 0,0-1,0 1,-1-1,2-1,-1 1,0-1,1 0,-1-1,5 1,43 8,0-2,1-2,0-3,-1-2,2-3,68-1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4:50.1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1,'4'16,"4"19,6 21,6 25,5 25,5 24,4 22,1 17,-4 10,-6 3,-15-1,-22-8,-33-11,-39-18,-7-34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4:48.1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6297 900,'-5'-5,"-1"0,0 0,0 1,-1 0,1 0,-1 1,0 0,0 0,0 1,0-1,-1 1,1 1,0 0,-1 0,1 0,-1 1,1 0,-1 0,1 1,-1 0,1 0,-1 1,1 0,-4 2,3 1,1 0,0 0,0 0,0 1,1 0,0 1,0 0,1 0,0 0,0 0,0 1,1 0,2-5,0-1,1 1,0 0,-1 0,1 0,0 0,1 0,-1 0,0 0,1 0,0 0,-1 0,1 0,1 0,-1 0,0 0,1 0,-1 0,1 0,0 0,0 0,0 0,1 0,-1 0,1-1,-1 1,1 0,0-1,0 1,0-1,0 0,0 0,1 0,-1 0,1 0,8 2,0 0,0-1,0 0,0-1,0 0,1-1,-1 0,0-1,1 0,-1-1,1-1,-1 1,0-2,0 1,0-2,0 1,0-1,-1-1,0 0,0-1,0 0,-1 0,4-4,0 1,-1-1,0-1,-1 0,0-1,0 0,-2 0,1-1,-2-1,0 1,0-1,-2-1,1 1,-2-1,0 0,-1-1,0 1,-1-1,0-12,2-22,-3 0,-2 0,-2 0,-3 0,-4-15,7 46,0 2,0 0,-1 0,-1 0,0 0,-1 1,-1-1,-8-14,14 31,0-1,0 0,0 1,0-1,-1 1,1-1,0 0,-1 1,1-1,0 1,-1-1,1 1,-1-1,1 1,-1-1,1 1,-1-1,1 1,-1 0,1-1,-1 1,1 0,-1-1,0 1,1 0,-1 0,1 0,-1-1,0 1,1 0,-1 0,0 0,1 0,-1 0,0 0,1 0,-1 1,0-1,1 0,-1 0,0 0,1 1,-1-1,1 0,-1 1,1-1,-1 0,0 1,1-1,0 1,-1-1,1 1,-1-1,1 1,-1-1,1 1,0-1,-1 1,1 0,0-1,0 1,-1 0,-5 13,1 0,0 0,1 1,0 0,1-1,1 2,0-1,1 0,0 7,0-7,-1 30,1 1,2-1,3 0,1 0,6 21,-6-45,0 0,1 0,1 0,2-1,-1 0,2-1,1 0,0-1,2 0,0 0,0-2,9 8,-16-18,-1 0,1-1,0 0,0 0,1 0,-1-1,1 0,0-1,1 1,-1-1,0-1,1 1,-1-1,1 0,0-1,0 0,0 0,0-1,-1 0,1 0,0-1,0 0,0 0,0-1,-1 0,1-1,-1 1,7-4,-2-4,0 0,0 0,-1-1,-1 0,0-1,0-1,-1 1,-1-1,0-1,-1 0,0 0,-1 0,-1-1,0 0,-1 0,0 0,-1 0,-1 0,-1-1,0 0,-5-30,4 45,0 0,-1 0,1 1,-1-1,1 0,-1 0,1 0,-1 0,1 1,-1-1,0 0,1 1,-1-1,0 0,0 1,1-1,-1 1,0-1,0 1,0 0,0-1,0 1,0 0,0 0,0-1,0 1,1 0,-1 0,0 0,0 0,0 0,0 0,0 1,0-1,0 0,0 0,0 1,0-1,0 0,0 1,1-1,-1 1,0-1,0 1,-7 4,0 1,1 0,0 0,0 1,0-1,1 2,0-1,0 1,1 0,0 0,0 0,1 0,0 1,0 0,1 0,1 0,-2 4,4-9,-1 0,0 0,1 0,0 0,0 0,0 0,1 0,-1 0,1 0,0 0,0 0,0 0,1 0,-1-1,1 1,0 0,0-1,0 1,1-1,-1 0,1 0,0 0,-1 0,1 0,1-1,-1 1,0-1,1 1,9 4,0 0,1-1,-1 0,1-1,0 0,1-1,3 0,161 20,-90-19</inkml:trace>
  <inkml:trace contextRef="#ctx0" brushRef="#br0" timeOffset="854.881">8463 913,'25'-15,"0"-2,-2 0,0-2,0 0,-2-2,0 0,-2-1,0-1,-2-1,-1-1,0 0,-2-1,-1 0,-1-1,-1-1,1-9,-2 7,-2-1,-1 0,-2-1,-1 1,-1-1,-2 0,-1 0,-1 0,-2 0,-1 1,-2-1,-3-10,6 34,0 1,0 0,0 0,-1 0,0 0,0 0,-1 1,0-1,0 1,0 1,-3-3,5 6,1 0,-1 0,1 0,-1 1,0-1,0 1,0 0,1 0,-1 0,0 0,0 0,-1 1,1-1,0 1,0 0,0 0,0 0,0 0,0 1,0-1,0 1,0 0,0 0,0 0,0 0,0 0,0 1,1-1,-3 2,-4 5,0 0,0 1,1 0,0 0,0 1,1 0,1 1,-1-1,2 1,-1 0,2 1,-1-1,2 1,-1 0,2 0,-1 2,-5 18,2 0,1 1,1 0,2 0,1 0,1 0,2 0,2-1,1 1,1-1,2 1,1-2,1 1,2-2,1 1,2-2,0 0,18 23,-25-41,1 0,1-1,0 0,0-1,1 0,0 0,0-1,1-1,1 1,-8-6,0 0,-1 1,2-2,-1 1,0 0,0-1,0 0,1 0,-1-1,1 0,-1 0,0 0,1 0,-1-1,1 0,-1 0,0 0,0-1,0 0,0 0,0 0,0 0,0-1,0 0,7-7,-1-1,0 0,-1-1,0 0,-1 0,-1-1,0 0,0 0,-1-1,-1 0,-1-1,0 1,0-1,-1-3,2-1,-1 47,-6-23,0 1,0 0,1-1,0 1,0 0,0 0,1 0,0-1,0 1,0-1,1 1,0-1,0 1,0-1,1 0,0 0,0 0,0 0,0 0,1-1,0 1,0-1,0 0,0-1,1 1,0-1,-1 1,1-1,2 0,0-1,0 1,0-2,0 1,0-1,0 0,0 0,1-1,-1 0,0 0,0-1,0 0,1 0,-1-1,0 0,0 0,-1-1,1 0,0 0,-1 0,0-1,1 0,1-2,2-2,0 0,-1-1,0-1,0 1,-1-1,-1-1,1 1,-2-1,0-1,0 1,-1-1,1-4,17-71,-22 87,-1 0,0 0,0 1,0-1,0 0,0 0,0 1,0-1,0 0,0 1,0-1,0 0,0 0,0 1,0-1,0 0,-1 1,1-1,0 0,0 0,0 1,0-1,0 0,-1 0,1 0,0 1,0-1,0 0,-1 0,1 0,0 0,0 1,-1-1,1 0,0 0,0 0,-1 0,1 0,0 0,0 0,-1 0,1 0,0 1,0-1,-1 0,1-1,0 1,-1 0,1 0,0 0,0 0,-1 0,1 0,0 0,0 0,-1 0,1 0,0-1,0 1,-1 0,1 0,0 0,0-1,0 1,-1 0,1 0,0 0,0-1,0 1,-9 14,2 0,0 1,0-1,2 2,0-1,0 0,2 1,-1 0,2 0,1 0,-1 5,3-16,-1 1,0-1,1 0,0 0,0 0,0 0,1-1,0 1,0 0,0-1,0 1,1-1,0 1,0-1,0 0,0 0,1-1,-1 1,1-1,0 1,0-1,0 0,1-1,-1 1,34 16</inkml:trace>
  <inkml:trace contextRef="#ctx0" brushRef="#br0" timeOffset="1740.033">9987 687,'-11'0,"0"2,0-1,0 2,1-1,-1 1,1 1,0 0,0 0,0 1,1 0,-1 1,1 0,0 1,1 0,0 0,0 0,0 1,1 1,0-1,-3 7,8-11,0 0,1 1,-1-1,1 0,0 1,0-1,1 1,-1 0,1-1,0 1,0-1,0 1,1-1,0 1,0-1,0 1,0-1,1 0,-1 1,1-1,0 0,1 0,-1 0,1 0,0-1,0 1,0-1,0 0,0 1,1-2,0 2,7 5,1 0,1 0,0-1,0-1,0 0,1 0,0-2,14 5,-11-5,0-1,1-1,-1-1,1 0,-1-1,1-1,10-1,-21 1,1-1,-1 0,0-1,0 1,0-2,-1 1,1-1,0 1,-1-2,0 1,1-1,-2 0,1 0,0-1,-1 0,0 0,0 0,0 0,3-6,1-7,-2 0,0-1,-1 0,0 0,-2-1,0 0,-2 0,0 0,-1 1,-1-2,-1 1,-2-12,2-19,1 46,-1 3,1 1,-1 0,1-1,-1 1,1-1,0 1,0 0,-1-1,1 1,0-1,0 1,0-1,1 1,-1-1,0 1,1 0,-1-1,0 1,1 0,0-1,-1 1,1 0,0-1,-1 1,1 0,0 0,0 0,0 0,0 0,0 0,0 0,1 0,-1 0,0 1,0-1,1 0,-1 1,0-1,1 1,-1-1,1 1,-1 0,0 0,2-1,136 49,-102-37,92 40,-125-48,0 0,-1 0,1 0,-1 1,0-1,0 1,0 0,0 0,-1 0,0 0,1 0,-2 1,1-1,0 1,-1-1,0 1,0-1,0 1,-1 0,1 0,-1-1,0 1,-1 0,1 0,-1-1,0 4,1-4,-1 1,1 0,1 0,-1 0,1 0,0-1,0 1,0 0,1-1,-1 1,1-1,0 1,0-1,1 0,0 0,-1 0,1 0,1 0,-1-1,0 1,1-1,0 0,-1 0,1 0,1-1,-1 1,0-1,0 0,1 0,0-1,-1 1,1-1,0 0,-1 0,1-1,4 1,-1-1,0 0,-1 0,1 0,0-1,-1 0,1-1,0 0,-1 0,0-1,0 1,1-2,-1 1,-1-1,1 0,-1 0,1-1,-1 0,-1 0,1 0,4-6,3-4,-1-1,-1-1,0 1,-1-2,0 1,-2-2,4-9,-5 12,-3 46,7 88,-10-113,0-1,1 0,-1 0,1 0,0 0,0 0,0 0,1 0,0-1,-1 1,1-1,0 0,1 1,-1-2,0 1,1 0,0-1,-1 1,1-1,0 0,0 0,1-1,-1 1,0-1,2 0,4 0,0 0,0-2,0 1,0-1,0 0,0-1,-1 0,1-1,-1 0,0-1,1 1,-1-2,-1 1,1-1,-1-1,0 1,0-2,0 1,-1-1,0 0,0 0,-1-1,0 0,-1 0,1 0,-1-1,-1 0,0 0,0 0,0-3,18-38,-24 58,0 1,0 0,1 0,0 0,1 0,0 0,0 0,1 0,0 0,0 0,1 0,0 0,1 0,0-1,0 0,1 1,0-1,3 3,2-1,0 0,0 0,1-1,1 0,0-1,0 0,0-1,1 0,0-1,1 0,-1-1,1 0,0-1,0-1,0 0,1 0,-1-2,13 1,21 0</inkml:trace>
  <inkml:trace contextRef="#ctx0" brushRef="#br0" timeOffset="-1658.256">789 846,'5'-5,"0"0,1 0,-1 1,1-1,0 1,0 0,1 1,-1 0,1 0,0 0,0 1,0 0,0 0,0 1,0-1,0 2,1-1,-1 1,0 0,1 1,-1-1,0 2,0-1,0 1,0 0,0 0,0 1,0 0,-1 0,1 0,0 2,10 10,-1 0,-1 1,0 1,-2 1,0 0,0 0,-2 1,0 1,-1 0,-2 0,0 1,0 0,-1 6,22 88,-29-115,0 1,0-1,0 1,0-1,0 1,0-1,0 1,0-1,0 0,0 1,1-1,-1 1,0-1,0 1,0-1,1 0,-1 1,0-1,1 1,-1-1,0 0,1 1,-1-1,0 0,1 0,-1 1,0-1,1 0,-1 0,1 0,-1 1,1-1,-1 0,1 0,-1 0,0 0,1 0,-1 0,1 0,-1 0,1 0,-1 0,1 0,-1 0,1 0,-1 0,0-1,1 1,-1 0,1 0,-1 0,1-1,-1 1,0 0,1 0,-1-1,0 1,1 0,19-27,-16 21,25-44,-1-2,-3-1,6-23,-29 73,7-9,-5 29,-3-7,2 5,0 0,1 0,0 0,1-1,1 1,6 10,-10-20,1 0,0 0,0-1,0 1,0-1,1 0,0 0,0 0,0-1,0 1,0-1,1 0,0 0,-1-1,1 1,0-1,0 0,0 0,1-1,-1 1,1-1,3-3,0 1,0-2,-1 1,1-1,0 0,-1-1,0 0,0 0,0-1,-1 0,0 0,1-1,-2 0,1 0,-1-1,0 0,0 0,-1 0,0-1,0 1,0-3,51-104,-59 132,0 0,2 1,0 0,1-1,1 1,0-1,3 7,-2-18,0-1,0 1,0 0,1-1,1 1,-1-1,1 0,0 0,0 0,0-1,1 0,0 1,0-2,0 1,1 0,0-1,0 0,0-1,0 1,0-1,1 0,-1-1,1 1,0-1,0-1,0 1,0-1,0-1,4 1,15-2,0-1,-1-1,1-2,-1 0,0-2,0 0,-1-2,0-1,-1-1,0 0,21-15,-38 22,-4 3,-1 0,1-1,-1 1,1 0,0 0,-1 0,1 1,0-1,0 0,-1 1,1-1,0 1,0-1,0 1,0 0,0 0,0 0,0 0,0 0,-1 0,1 1,0-1,0 0,0 1,0 0,-1-1,1 1,0 0,0 0,-1 0,1 0,-1 0,1 1,-1-1,1 0,-1 1,1 0,8 6,1 0,0-1,0 0,0-1,1 0,0 0,0-2,0 1,1-2,0 0,0 0,-1-1,1-1,1 0,-1 0,0-2,7 0,-12 1,18 1,-13 1,1-1,-1-1,0 0,0-1,0-1,0 0,0 0,7-3,-19 4,1 0,0 1,0-1,-1 0,1 0,-1-1,1 1,-1 0,1 0,-1-1,0 1,0-1,1 1,-1-1,0 0,0 1,-1-1,1 0,0 0,0 0,-1 1,1-1,-1 0,0 0,0 0,1 0,-1 0,-1 0,1 0,0 0,0 0,-1 1,1-1,-1 0,1 0,-1 0,0 0,0 1,1-1,-1 0,-1 0,-50-64,42 59,0 0,0 1,0 0,-1 1,0 0,0 0,0 1,-1 1,1 0,-1 1,0 0,0 1,0 0,0 0,0 2,0-1,1 2,-1-1,0 2,0 0,1 0,0 1,0 0,-3 2,12-5,-1-1,1 2,-1-1,1 0,-1 0,1 1,0-1,0 1,0 0,0 0,0-1,0 1,0 1,0-1,1 0,-1 0,1 1,0-1,0 1,0-1,0 1,0-1,0 1,0-1,1 1,0 0,-1 0,1-1,0 1,0 0,1-1,-1 1,0 0,1-1,0 1,0 1,26 21,8-4</inkml:trace>
  <inkml:trace contextRef="#ctx0" brushRef="#br0" timeOffset="-712.791">3195 1034,'-11'-10,"-1"1,1 0,-1 0,-1 1,0 0,0 2,0-1,-1 2,0-1,0 2,-1 0,1 1,-1 0,0 1,1 1,-1 0,0 1,0 1,-10 1,21-1,0-1,0 1,0 0,1 0,-1 1,0-1,1 1,-1 0,1 0,-1 0,1 0,0 1,0-1,0 1,0 0,0 0,1 0,-1 0,1 0,0 1,0-1,0 1,0-1,1 1,-1 0,1-1,0 1,0 0,1 0,-1 0,1 0,0 0,0 0,0 0,0 0,1 0,-1 0,1 0,0-1,0 1,1 0,-1 0,1-1,0 1,2 2,5 2,0-1,1 0,0-1,1 0,-1 0,1-1,0 0,1-1,-1-1,1 0,0 0,-1-1,1 0,0-1,0-1,0 0,0 0,1-2,1 2,1-1,0 0,-1-1,1-1,-1 0,1-1,-1-1,-1 0,1-1,-1-1,0 0,0 0,-1-1,0-1,0 0,-1-1,0 0,-1 0,0-1,-1-1,0 0,-1 0,0-1,-1 1,1-3,0-15,-2 1,0-1,-2 0,-1 0,-2 0,0 0,-2 0,-2-3,2 4,-2 0,0 1,-2-1,-2 1,-4-14,-8 9,19 33,-1 0,1-1,-1 1,0 0,1-1,-1 1,0 0,1 0,-1 0,0 0,1-1,-1 1,0 0,0 0,1 0,-1 0,0 1,1-1,-1 0,0 0,0 0,1 1,-1-1,0 0,1 1,-1-1,1 0,-1 1,1-1,-1 1,0-1,1 1,-1-1,1 1,0-1,-1 1,1-1,-1 1,1 0,0-1,0 1,-1 0,1-1,0 1,0 0,0 0,0-1,0 2,-7 15,1 2,1-1,0 1,2-1,0 1,1 0,1 0,1 18,1-5,0 0,2 0,2 0,1-1,1 0,1 0,2-1,2 2,-5-15,1 0,0 0,1-1,1 0,1-1,0 0,1 0,0-1,1-1,1 0,0-1,1-1,0 0,8 4,-12-9,-1-1,1-1,1 0,-1-1,0 0,1 0,0-1,0-1,-1 0,1 0,0-1,0-1,0 0,0-1,-1 0,1 0,-1-2,1 1,-1-1,0-1,0 0,-1-1,0 0,0 0,0-1,-1 0,0-1,0 0,-1-1,0 1,0-1,-1-1,0 0,0-2,28-61,-33 99,-3-8,0-13,0 0,0 0,0 0,0 0,1 0,0 0,0 0,0 0,1 0,0 0,0 0,0-1,0 1,1 0,0 0,0-1,0 1,0-1,1 0,0 0,0 0,0 0,0 0,1 0,-1-1,1 0,1 1,6-1,0-1,-1-1,1 0,0-1,0 0,-1 0,1-1,0-1,-1 0,1 0,-1-1,0 0,1-1,-1 0,-1-1,1 0,-1 0,0-1,0 0,-1-1,1 0,-1 0,47-45,-54 52,1 0,-1 0,1 0,-1 0,1 1,-1-1,1 0,-1 0,1 1,-1-1,1 1,-1 0,0-1,1 1,-1 0,0 0,0 0,0-1,1 1,-1 1,0-1,0 0,0 0,0 0,-1 0,1 1,0-1,-1 0,1 1,4 4,9 7,0-1,1-1,0 0,0-1,1 0,1-2,0 0,0-1,0 0,1-1,0-2,0 1,0-2,1-1,-1 0,1-1,-1-1,1 0,-1-2,3-1,-9 3,-1-1,1 0,-1 0,1-2,-1 1,0-2,0 1,0-1,0-1,-1 0,0-1,0 0,0 0,0-1,-1 0,-1-1,1 0,-1 0,0-1,-1 0,0 0,-1-1,1 0,-2 0,4-7,0-17,-1-1,-1 0,-2 0,-1 0,-2 0,-2-1,-1 1,-2-5,1-15,-3 1,-2 0,-2 0,-5-10,11 52,-1 1,0 0,-1 0,0 0,0 1,-1-1,-1 2,0-1,-3-3,7 10,0-1,0 1,-1 0,0 0,1 0,-1 1,0-1,0 1,-1 0,1 0,0 0,-1 1,1-1,-1 1,1 0,-1 1,1-1,-1 1,0 0,0 0,1 0,-1 0,1 1,-4 1,-1 1,-1 0,1 1,0 0,0 0,0 1,1 0,0 1,0 0,0 1,0-1,1 1,0 1,1-1,0 1,0 0,-9 13,2 1,0 0,1 1,1 0,-2 10,5-15,1 0,1 1,1 0,0 0,2 1,0-1,1 1,1 0,1-1,0 1,2 0,0-1,1 1,2-1,-1 0,2 0,1 0,0-1,5 8,4-5,1-1,1-1,1 0,0-2,1 0,1-1,1-2,0 0,0-1,2-1,-1-1,2-1,-1-1,1-1,1-2,-1 0,9-1,87 18</inkml:trace>
  <inkml:trace contextRef="#ctx0" brushRef="#br0" timeOffset="5156.145">990 1916,'-3'23,"-2"19,-1 13,1 9,-2 5,2 0,-2-3,1-6,1-11,2-13</inkml:trace>
  <inkml:trace contextRef="#ctx0" brushRef="#br0" timeOffset="5454.956">936 1956,'-10'-139,"10"135,-1 0,1 0,1 0,-1 1,0-1,1 0,0 0,0 0,0 1,0-1,1 0,-1 1,1 0,0-1,0 1,0 0,1 0,-1 0,1 0,-1 0,1 0,0 1,0-1,0 1,1 0,-1 0,0 0,1 1,-1-1,1 1,0 0,1-1,6 1,0 1,-1 0,1 0,0 1,0 0,0 1,-1 1,1-1,-1 2,0-1,0 2,0-1,0 1,-1 1,0-1,0 2,0-1,-1 1,0 0,0 1,-1 0,0 0,5 7,-10-11,1-1,-1 1,0 0,0-1,0 1,0 0,-1 0,1 0,-1 0,0 1,0-1,-1 0,1 0,-1 0,0 1,0-1,0 0,-1 1,0-1,0 0,0 0,0 0,0 0,-1 0,0 0,0 0,0 0,0-1,0 1,-1-1,-1 3,-5 1,0 0,0 0,0-1,-1 0,0 0,0-1,0-1,-1 0,0 0,1-1,-1 0,-1-1,-1 0,-18 4</inkml:trace>
  <inkml:trace contextRef="#ctx0" brushRef="#br0" timeOffset="6125.172">1417 2130,'1'-61,"2"0,3 0,3 0,14-49,-23 107,11-26,-10 28,-1 1,0 0,1-1,-1 1,1-1,-1 1,1 0,-1-1,1 1,-1 0,1 0,-1-1,1 1,-1 0,1 0,0 0,-1 0,1 0,-1 0,1 0,-1 0,1 0,0 0,-1 0,1 0,-1 0,1 0,-1 1,1-1,0 0,-1 0,1 1,-1-1,1 0,-1 1,0-1,1 0,-1 1,1-1,-1 1,0-1,1 1,-1-1,0 1,1-1,-1 1,0-1,16 16,1-1,0-1,0-1,2-1,-1 0,2-1,0-1,0-1,14 4,-15-6,-12-6,0 1,1 0,-1 0,0 1,0 0,0 0,-1 0,1 1,-1 0,1 0,-1 1,-1 0,1 0,-1 0,0 1,0-1,0 1,-1 0,0 1,0-1,0 1,-1 0,0 0,-1 0,2 4,-17 151,13-159,0-1,0 1,0-1,1 1,-1 0,0-1,1 1,0-1,0 1,-1-1,2 0,-1 1,0-1,0 0,1 0,-1 1,1-1,0 0,-1-1,1 1,0 0,0 0,0-1,0 1,1-1,-1 0,0 0,1 1,-1-1,1-1,-1 1,1 0,-1-1,2 1,92 0,-81-2,-1-1,1 0,-1-1,0-1,0 0,-1-1,1 0,-1-1,0-1,0 0,-1 0,0-2,0 1,-1-1,0-1,5-6,-9 2,-9 38,6-19,-1 1,1-1,0 0,0 0,1-1,-1 1,1-1,0 0,1 0,-1-1,0 1,1-1,0 0,0-1,0 1,0-1,0-1,0 1,1-1,-1 0,0 0,1-1,-1 0,1 0,-1 0,0-1,1 0,1 2,1-1,-1 0,0 0,1-1,-1 0,0 0,0-1,0 0,0-1,0 1,0-2,-1 1,1-1,-1 0,0 0,0-1,-1 0,1-1,-1 1,0-1,0 0,-1 0,4-7,-8 10,0 0,-1-1,1 1,-1-1,1 1,-1-1,0 1,-1-1,1 1,0-1,-1 1,0 0,0-1,0 1,0 0,-1-1,1 1,-1 0,0 0,0 0,0 1,0-1,0 0,-1 1,1-1,-2 0,-3-3,0 0,0 1,-1 0,1 0,-1 1,0 0,-1 0,1 1,-8-2,11 3,0 1,1 0,-1 0,0 0,0 1,0 0,0 0,0 0,0 0,0 1,0 0,0 0,0 0,0 0,1 1,-1 0,0 0,1 0,0 1,-1 0,1-1,0 1,1 1,-1-1,0 1,1-1,0 1,0 0,0 0,0 0,0 1,1-1,-2 5,4-6,-1 0,1 1,0-1,0 1,0-1,0 0,1 1,-1-1,1 1,0-1,0 0,0 0,1 0,-1 0,1 1,-1-2,1 1,0 0,0 0,0-1,1 1,-1-1,1 1,-1-1,1 0,0 0,0 0,0-1,0 1,0 0,34 18</inkml:trace>
  <inkml:trace contextRef="#ctx0" brushRef="#br0" timeOffset="6508.232">2954 2037,'-52'-94,"52"92,-1 1,1 0,-1 0,1 0,-1 0,0 0,1 0,-1 0,0 0,1 0,-1 0,0 1,0-1,0 0,0 0,0 1,0-1,0 1,0-1,0 1,0-1,-1 1,1 0,0-1,0 1,0 0,0 0,-1 0,1 0,0 0,0 0,0 0,-1 0,1 1,0-1,0 0,0 1,0-1,0 1,0-1,-1 1,1-1,1 1,-1 0,0 0,0-1,0 1,0 0,-12 14,0 1,1 0,0 1,2 0,0 1,1 0,0 2,6-15,0 2,0-5,1 1,0 0,0 0,0 0,1 0,-1 0,0 0,1 1,0-1,0 0,0 1,0-1,1 1,-1-1,1 1,0-1,0 1,0-1,1 1,-1-1,1 1,0-1,0 1,0-1,0 0,0 1,1-1,-1 0,1 0,1 1,6 0,1-1,-1-1,1 0,0 0,0-1,0 0,0 0,0-1,0-1,0 0,-1 0,1-1,0 0,7-3,2 2,134-26,-151 28,1 0,-1 0,1 0,0 1,-1-1,1 1,-1 0,1 0,0 0,-1 0,1 0,0 0,-1 1,1 0,-1-1,1 1,-1 0,1 0,-1 0,1 0,-1 1,0-1,0 1,0-1,0 1,0 0,0 0,0 0,0 0,0 0,1 8,0 0,-1 0,0 1,-1-1,0 0,0 1,-1-1,-1 1,0 6,0 1,-41 349,37-327</inkml:trace>
  <inkml:trace contextRef="#ctx0" brushRef="#br0" timeOffset="6927.118">3396 2290,'13'-67,"2"0,18-43,-9 31,-23 75,-1 3,0 0,0 0,0 0,0 0,0 0,0 0,0 0,1 0,-1 0,0 0,1 0,-1 0,1 0,-1 0,1 0,-1 0,1 0,0 0,-1 0,1 1,0-1,0 0,0 1,-1-1,1 0,0 1,0-1,0 1,0-1,0 1,0 0,0-1,0 1,0 0,0 0,0 0,0 0,0 0,1 0,107 42,-49-31,-46-9,1-1,-1 2,0 0,1 1,-1 1,-1 0,1 0,-1 2,0-1,1 3,-11-7,0 0,0 0,-1 1,1-1,-1 1,0 0,1 0,-1 0,0 0,-1 0,1 0,-1 0,1 1,-1-1,0 0,0 1,0-1,-1 1,1 0,-1-1,0 1,0-1,0 1,0 0,-1 1,-35 84,17-51,19-37,-1 0,1 0,-1 0,1 0,0 0,-1 1,1-1,0 0,0 0,0 0,0 0,0 0,0 0,0 1,0-1,0 0,1 0,-1 0,0 0,1 0,-1 0,1 0,-1 0,1 0,-1 0,1 0,0 0,0 0,-1 0,1 0,0-1,0 1,0 0,0-1,0 1,0 0,0-1,0 1,0-1,0 0,0 1,0-1,0 0,1 0,-1 1,0-1,1 0,63 2,-59-2,292-39,-282 36,68-12</inkml:trace>
  <inkml:trace contextRef="#ctx0" brushRef="#br0" timeOffset="7306.732">4679 2117,'-17'-11,"-1"0,0 2,0 0,-1 1,-1 1,1 1,-1 1,-9-1,22 6,1 1,0 0,-1 0,1 1,0-1,0 1,0 1,0-1,0 1,1 0,-1 1,1-1,0 1,0 0,0 0,0 1,1-1,0 1,0 0,0 0,0 0,1 1,0 0,0-1,0 1,1 0,0 0,0 0,1 0,0 1,0-1,0 0,0 1,1-1,1 5,-1-8,0 0,0 0,1 0,0 0,-1 0,1 0,0 0,0 0,1 0,-1-1,1 1,-1 0,1-1,0 1,0-1,0 0,0 1,0-1,1 0,-1 0,1-1,-1 1,1 0,0-1,-1 0,1 0,0 1,0-1,0-1,0 1,0 0,0-1,0 0,1 0,5 1,1-1,0 0,-1 0,1-1,-1 0,1-1,-1 0,0-1,0 0,5-2,-8 2,1 0,0 0,-1-1,0 0,0 0,0 0,-1-1,1 1,-1-1,0-1,-1 1,1-1,-1 0,0 0,0 0,-1 0,0-1,0 0,0 1,-1-1,0 0,-1 0,1 0,-1-1,0 1,-1-6,-11 37,9-18,1 0,-1 0,1 0,1 0,-1 1,1-1,0 0,0 0,1 0,0 0,0 0,0 0,1 0,0 0,0 0,0 0,1-1,0 1,0-1,0 0,1 0,0 0,0 0,0-1,0 0,1 1,0-2,0 1,0 0,0-1,0 0,1 0,-1-1,6 2,21-2,-3-5</inkml:trace>
  <inkml:trace contextRef="#ctx0" brushRef="#br0" timeOffset="8466.34">4907 2050,'-12'83,"12"-73,0-4,0-1,0 1,0 0,0 0,1-1,0 1,1 0,-1-1,1 1,0-1,0 0,1 0,-1 0,1 0,0 0,1 0,-1-1,1 1,0-1,0 0,0 0,1-1,-1 1,1-1,0 0,0 0,0 0,0-1,6 2,0-1,0 0,0-1,0 0,0-1,0 0,0 0,0-1,1-1,-1 0,0-1,0 0,0 0,0-1,2-2,-6 3,-1 0,0-1,0 0,0 0,0-1,-1 1,1-1,-1-1,0 1,0-1,0 1,-1-1,0-1,0 1,0-1,0 1,-1-1,0 0,-1 0,1-1,-1 1,0 0,0-1,-1 1,1-7,0-26,10 93,-9-46,-1 0,1-1,0 1,0-1,1 0,0 0,0 0,1 0,0-1,0 0,0 0,1 0,0-1,0 1,1-2,-1 1,1-1,0 0,0 0,0 0,1-1,-1-1,1 1,6 0,4 0,-1 0,1-2,0 0,0-1,-1-1,1-1,0 0,-1-1,0-1,1-1,-1 0,-1-1,1-1,-1-1,-1 0,1-1,-1-1,-1 0,11-10,18-34,-40 74,-4-12,1 0,-1-1,2 1,-1 0,1-1,0 1,0 0,1-1,0 1,0-1,1 0,0 1,0-1,1-1,-1 1,2 0,-1-1,1 0,0 0,0 0,0-1,1 0,0 0,0 0,1-1,-1 1,1-2,0 1,0-1,0 0,1 0,2-2,1 0,-1 0,0-1,0-1,0 0,1 0,-1-1,0 0,0-1,-1 0,1 0,0-1,-1-1,0 1,0-2,-1 1,7-6,8-7,-1-1,0-1,-2-1,0-1,8-13,-8 15,-15 40,-25 110,20-128,1 0,-1 0,1 0,-1 0,1 0,0 0,0 0,0-1,0 1,0 0,1 0,-1-1,0 1,1-1,-1 1,1-1,0 0,-1 0,1 1,0-1,0 0,0-1,-1 1,1 0,0 0,0-1,0 1,0-1,1 0,0 1,64-3,-44-2,-1-1,0-1,0-1,0-1,-1 0,-1-2,1 0,-2-2,1 0,-2-1,1-1,-2-1,10-10,-25 22,-1 4,-1-1,0 0,0 1,0-1,1 0,-1 1,0-1,0 0,1 0,-1 1,0-1,0 0,1 0,-1 1,0-1,1 0,-1 0,0 0,1 0,-1 0,1 1,-1-1,0 0,1 0,-1 0,0 0,1 0,-1 0,1 0,-1 0,0 0,1 0,-1-1,1 1,-1 0,0 0,1 0,-1 0,0 0,1-1,-1 1,0 0,0 0,1-1,-1 1,0 0,1-1,-1 1,0 0,0 0,0-1,1 1,-1 0,0-1,0 1,0-1,0 1,0 0,0-1,0 1,0 0,0-1,0 1,0-1,-10 55,8-47,-1 0,2 1,-1-1,1 0,0 1,0-1,1 0,0 1,1-1,-1 1,1-1,1 0,0 1,1-4,0 0,0 0,1-1,-1 1,1-1,0 0,0 0,0 0,1-1,-1 1,1-1,-1 0,1 0,0-1,-1 1,1-1,0 0,0-1,0 1,0-1,0 0,0 0,0 0,4-1,12 0,0 0,1-2,-1 0,-1-1,1-1,-1-1,1-1,-2-1,1 0,-1-2,-1 0,0-1,0-1,-1-1,0 0,-1-1,-1-1,0 0,-1-1,-1-1,-1 0,0-1,-1 0,-1-1,0 0,-2 0,2-8,-3 9,-1 0,-1-1,-1 1,-1-1,-1 0,0 0,-1 0,-1 0,-1 0,-1 0,0 0,-2 0,0 0,-1 1,-1 0,0 0,-1 0,-10-15,14 28,1 1,-1 1,0-1,0 0,-1 1,1-1,-1 1,0 0,0 0,0 1,0-1,0 1,0 0,-1 0,1 0,-1 1,0-1,1 1,-1 0,0 0,0 1,1 0,-1 0,0 0,0 0,0 1,1-1,-1 1,0 0,-1 1,-7 6,0 0,1 1,0 1,1 0,-1 0,2 1,0 1,0-1,1 2,0-1,1 1,1 0,0 1,1 0,0 0,1 1,1-1,0 5,-3-3,2 0,0 1,1-1,1 1,0 0,1 0,1 1,1-1,0 0,1 0,1 0,1 1,0-2,2 1,-1 0,2-1,0 0,1 0,1-1,0 0,1 0,1-1,1 1,7 1,0 0,1-2,1-1,1 0,-1-1,2-2,-1 0,2-1,-1-1,1-1,0-1,1-1,-1-1,25 0,47 6</inkml:trace>
  <inkml:trace contextRef="#ctx0" brushRef="#br0" timeOffset="8727.097">7968 1341,'6'16,"10"17,9 18,4 21,2 19,-2 17,-3 14,-7 10,-8 3,-18-1,-24-6,-33-10,-42-14,-4-25</inkml:trace>
  <inkml:trace contextRef="#ctx0" brushRef="#br0" timeOffset="9469.304">374 1715,'-27'9,"-23"17,-16 22,-9 23,4 25,15 19,27 10,38-1,41-7,40-14,5-25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6:14.73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 16,'-7'-7,"-2"-2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6:03.54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548 509,'0'310,"-29"-138,16-41,13-130,1 0,-1 1,0-1,0 0,0 0,-1 0,1 0,0 0,0 0,-1 0,1 0,0 0,-1 0,1 0,-1 0,1 0,-1 0,0 0,1 0,-1 0,0 0,0-1,1 1,-1 0,0-1,0 1,0 0,0-1,0 1,0-1,0 0,0 1,0-1,0 0,0 0,0 1,0-1,-1 0,1 0,0 0,0 0,-12-2</inkml:trace>
  <inkml:trace contextRef="#ctx0" brushRef="#br0" timeOffset="366.02">80 375,'21'5,"22"3,25 3,23-1,16-1,11-3,4-2,-6-2,-15-1,-21-1,-21 0,-23-1,-21 1,-14-1,-10 3,-3 1</inkml:trace>
  <inkml:trace contextRef="#ctx0" brushRef="#br0" timeOffset="929.596">0 1485,'47'-9,"728"-35,872 15,-1437 38,-199-5,-24-1,-116 7,79-8</inkml:trace>
  <inkml:trace contextRef="#ctx0" brushRef="#br0" timeOffset="1564.795">495 1992,'-10'20,"0"0,2 0,1 1,0 1,2-1,0 1,0 9,4-22,1-1,-1 1,2-1,-1 1,1-1,0 0,1 1,0-1,0 0,1 0,0 0,1 0,0 0,0-1,0 0,1 1,0-2,0 1,1-1,3 4,1-1,1-1,0 0,0-1,0 0,1-1,0 0,0 0,1-2,0 1,0-2,0 0,0 0,11 0,-18-2,1-1,-1 0,1 0,0 0,-1 0,1-1,-1-1,1 1,-1-1,1 0,-1 0,0-1,0 1,0-2,0 1,-1 0,1-1,-1 0,0-1,0 1,0-1,-1 0,0 0,0 0,0-1,0 1,-1-1,1-2,1-6,-1-1,-1 1,0-1,-1 0,-1 0,0 0,-1-1,-1 1,0 0,-1 0,0 0,-1 0,-1 1,-1-1,0 1,0 0,-2 0,0 1,0 0,-1 0,-1 0,0 1,0 1,-2 0,1 0,-6-3,10 8,0 1,0-1,-1 2,0-1,0 1,0 0,0 0,-1 1,0 0,1 0,-1 1,0 0,0 1,-1-1,1 2,0-1,0 1,0 0,-1 1,1 0,0 0,0 1,0 0,0 0,1 1,-1 0,0 0,1 1,0 0,0 0,0 0,0 1,1 0,0 1,0 0,-5 6,1 1,0 0,1 0,1 1,0 0,1 1,0-1,1 4,-17 50</inkml:trace>
  <inkml:trace contextRef="#ctx0" brushRef="#br0" timeOffset="2039.546">589 3196,'10'-38,"2"1,2 1,2 0,1 1,1 0,23-30,-41 66,0 0,0-1,0 1,0 0,1-1,-1 1,0 0,0-1,1 1,-1 0,1-1,-1 1,0-1,1 1,-1-1,1 1,-1-1,1 1,-1-1,1 0,0 1,-1-1,1 0,0 1,-1-1,1 0,0 0,-1 1,1-1,0 0,-1 0,1 0,0 0,-1 0,1 0,0 0,-1 0,1 0,0-1,-1 1,1 0,0 0,-1-1,1 1,0 0,-1-1,1 1,-1 0,1-1,0 1,-1-1,1 1,-1-1,0 1,1-1,-1 1,1-1,-1 0,0 1,1-1,-1 0,0 1,0-1,0 0,1 0,2 40,-1 1,-2-1,-1 0,-4 19,1-17,3-21,-6 62,3 0,3 0,5 0,6 34,3-49</inkml:trace>
  <inkml:trace contextRef="#ctx0" brushRef="#br0" timeOffset="2946.717">1939 0,'-11'217,"15"88,27 162,-1 310,-26-507,4-66,9 0,21 75,6-34,-4-45,-10 2,-8 1,-8 29,-12 58,14-231,-2-77,-8-11,0-5</inkml:trace>
  <inkml:trace contextRef="#ctx0" brushRef="#br0" timeOffset="3650.735">2607 1418,'20'4,"21"2,24 0,25-4,28-6,22-5,18-3,9 0,-1 2,-11 4,-18 4,-21 5,-23 4,-25 1,-22 2,-21-2,-15-1</inkml:trace>
  <inkml:trace contextRef="#ctx0" brushRef="#br0" timeOffset="4296.345">2941 361,'-21'8,"-1"0,2 2,-1 1,2 0,-1 1,2 1,-1 1,2 1,0 0,1 1,0 1,1 1,2 0,-1 0,-4 12,10-17,1 0,0 0,1 0,0 1,1-1,1 1,-2 11,5-20,0-1,0 1,1 0,0 0,0-1,0 1,1 0,-1 0,1-1,0 1,0 0,1-1,-1 1,1-1,0 0,0 0,1 1,-1-1,1-1,0 1,0 0,0-1,1 1,-1-1,3 1,4 2,1-1,-1 0,1-1,1 0,-1-1,0 0,1-1,-1 0,1-1,0 0,0-1,-1 0,1-1,0 0,-1-1,1 0,-1-1,1 0,-1-1,0 0,-1-1,1 0,-1-1,0 0,1-1,4-5,0-1,0-1,-2 0,0 0,0-2,-1 1,-1-2,-1 1,-1-1,0-1,-1 0,0 0,-2 0,0-1,-1 0,-1 0,-1-1,-1 1,0-1,-2 1,0-1,-1 0,-1 1,-2-8,3 17,-1 1,0 0,-1-1,1 1,-2 0,1 0,-1 0,-1 1,1 0,-2-1,1 2,-1-1,0 0,0 1,-1 1,0-1,-1 1,1 0,-1 0,0 1,0 0,-1 1,0 0,1 0,-1 1,-1 0,1 0,0 1,-1 0,1 1,-1 0,1 1,-1 0,0 0,-3 1,10 0,-1 0,0 0,1 0,-1 0,1 0,-1 1,1 0,0-1,0 1,-1 0,1 1,1-1,-1 1,0-1,1 1,-1 0,1 0,0 0,0 0,0 0,0 0,0 1,1-1,0 1,-1-1,1 1,1-1,-1 1,0 0,1 0,0-1,0 1,0 0,0 0,5 14,0 0,1-1,1 1,1-1,0 0,1-1,1 0,1-1,8 11,-4-4,32 45,-13-21,-1 2,-3 1,-2 2,-2 1,15 43,-13-1,-28-93,0-1,0 1,0-1,0 1,0-1,0 1,1-1,-1 1,0-1,0 1,0-1,1 1,-1-1,0 1,1-1,-1 0,0 1,1-1,-1 1,1-1,-1 0,1 0,-1 1,0-1,1 0,-1 0,1 1,-1-1,1 0,-1 0,1 0,0 0,-1 0,1 0,-1 0,1 0,-1 0,1 0,-1 0,1 0,-1 0,1 0,-1-1,1 1,-1 0,1 0,10-8</inkml:trace>
  <inkml:trace contextRef="#ctx0" brushRef="#br0" timeOffset="4565.584">3316 268,'18'4,"18"2,15 0,14-1,9-2,3-1,-4-1,-9-1,-12 0,-12-2,-14-1</inkml:trace>
  <inkml:trace contextRef="#ctx0" brushRef="#br0" timeOffset="4761.184">3542 81,'0'14,"0"15,3 15,2 10,1 13,0 13,-7 11,-9 6,-3-14</inkml:trace>
  <inkml:trace contextRef="#ctx0" brushRef="#br0" timeOffset="7256.361">2928 1938,'13'398,"-15"-545,-21-188,27 303,-4 32,0-1,1 1,-1-1,0 1,0 0,0-1,1 1,-1 0,0-1,0 1,1 0,-1-1,0 1,1 0,-1-1,0 1,1 0,-1 0,0-1,1 1,-1 0,1 0,-1 0,1 0,-1 0,0 0,1-1,-1 1,1 0,-1 0,1 0,-1 0,0 1,1-1,-1 0,1 0,-1 0,1 0,-1 0,0 0,1 1,-1-1,0 0,1 0,-1 1,0-1,1 0,-1 0,0 1,1-1,-1 0,0 1,0-1,1 1,-1-1,0 0,0 1,0-1,1 1,-1-1,0 0,0 1,0-1,0 1,0-1,0 1,43 117,-40-107,38 89,-40-98,1 1,0-1,-1 0,1 1,0-1,0 0,0 0,1 0,-1-1,0 1,1 0,-1-1,1 0,0 1,-1-1,1 0,0 0,0-1,0 1,-1 0,1-1,0 0,0 0,0 0,0 0,0 0,0 0,0-1,0 1,-1-1,1 0,0 0,2-1,9-7,-1 0,0 0,-1-1,0-1,0 0,-1-1,-1 0,0 0,-1-1,0 0,-1-1,0 0,-1 0,-1-1,0 0,-1 0,-1 0,1-7,10-65,-18 82,-2 22,-2 24,1 0,2 1,2 0,1-1,3 1,1-1,2 1,8 25,-13-61,1 1,0 0,0-1,1 1,0-1,0 0,1 0,0 0,0 0,0 0,1 0,-1-1,1 1,1-1,-1 0,1 0,0-1,0 1,0-1,0 0,1-1,0 1,0-1,0 0,0-1,0 1,0-1,1-1,-1 1,1-1,0 0,1 0,7-5,0-1,-1 0,1-1,-1 0,-1-1,1-1,-1 0,0-1,-1 0,0-1,-1-1,0 0,0 0,-1-1,3-5,-7 10,0 1,-1-1,0 0,0 0,-1 0,0-1,0 1,0-1,-1 0,-1 0,1 0,-1-1,0 1,-1-1,0-5,-2 11,-1 1,1-1,-1 1,0-1,0 1,0 0,0 0,-1 0,1 0,0 0,-1 0,1 1,-1-1,0 1,0 0,1-1,-1 1,0 1,0-1,0 0,0 1,0-1,0 1,0 0,0 0,0 0,0 1,0-1,0 1,0-1,0 1,0 0,0 0,1 0,-1 1,0-1,1 1,-1-1,1 1,-1 0,1 0,-2 2,0 5,0 0,0 0,1 1,1-1,0 1,0 0,0 0,2 0,-1 0,1-1,1 4,-1-7,0-1,1 1,0-1,0 1,0-1,1 1,-1-1,1 0,1 1,-1-1,1 0,0-1,0 1,0 0,1-1,0 0,-1 0,2 0,-1 0,0-1,1 1,-1-1,1 0,0 0,0-1,0 0,1 0,-1 0,0 0,1-1,2 1,12 1,-1-1,1 0,0-1,0-1,-1-1,1-1,0-1,-1 0,1-2,11-4,-6 2</inkml:trace>
  <inkml:trace contextRef="#ctx0" brushRef="#br0" timeOffset="7978.415">4024 1979,'-7'134,"8"-127,0 1,0-1,0 0,1 0,0 0,0 0,1 0,0 0,0-1,1 1,0-1,0 0,0 0,1 0,-1-1,2 0,-1 1,-2-4,0 0,-1 0,1 0,0 0,0 0,0-1,0 1,0-1,0 0,0 0,1 0,-1 0,0-1,1 1,-1-1,1 0,-1 0,0 0,1 0,-1-1,0 1,1-1,-1 0,0 0,0 0,1-1,-1 1,0-1,0 1,-1-1,1 0,0 0,0-1,3-3,1 0,-2 0,1-1,0 0,-1 0,-1-1,1 1,-1-1,0 0,-1 0,0-1,0-2,1 0,-1-1,0 1,-1-1,-1 0,0 1,0-1,-1 0,-1 0,0-1,1 13,1-1,-1 1,0 0,0-1,0 1,0-1,0 1,0-1,0 1,0-1,0 1,0 0,0-1,0 1,0-1,0 1,0-1,-1 1,1 0,0-1,0 1,0-1,-1 1,1 0,0-1,0 1,-1 0,1-1,0 1,-1 0,1-1,0 1,-1 0,1 0,-1-1,1 1,0 0,-1 0,1 0,-1 0,1 0,-1 0,1 0,-1-1,1 1,0 0,-1 0,1 1,-1-1,1 0,-1 0,1 0,-1 0,1 0,0 0,-1 1,1-1,-1 0,1 0,0 1,-1-1,1 0,0 0,-1 1,1-1,0 0,-1 1,1-1,0 1,0-1,-15 30,13-24,1 0,1 0,-1 0,1 1,0-1,1 0,-1 0,1 0,0 0,1 0,-1 0,1 0,1-1,-1 1,1 0,0-1,0 0,0 0,1 0,0 0,0 0,0-1,0 1,1-1,0 0,0-1,0 1,0-1,0 0,1 0,-1-1,1 0,0 0,0 0,0 0,0-1,0 0,0 0,0-1,0 0,0 0,1 0,0-1,-2 0,1 0,-1 0,1 0,-1-1,1 0,-1 0,0 0,0-1,0 1,0-1,-1 0,1-1,-1 1,0-1,0 0,0 0,0 0,-1-1,1 1,-1-1,0 0,-1 0,1 0,-1 0,0-2,4-6,-2-1,0-1,-1 1,0-1,-1 1,0-1,-2 0,0 1,0-4,0 17,1 0,-1 0,0 0,1 0,-1 0,0 0,0-1,0 1,0 0,0 0,0 0,0 0,0 0,0-1,-1 1,1 0,0 0,-1 0,1 0,-1 0,1 0,-1 0,0 0,1 0,-1 0,0 0,0 0,0 0,1 1,-1-1,0 0,0 1,0-1,0 0,0 1,0-1,-1 1,1 0,0-1,0 1,0 0,0 0,0 0,-1-1,1 1,0 0,0 1,0-1,0 0,-1 0,1 0,0 1,0-1,0 1,0-1,0 1,0-1,0 1,-1 0,-2 4,0 0,1 0,0 0,-1 0,2 1,-1-1,1 1,0 0,0-1,0 1,1 0,0 0,0 1,0-1,1 0,0 0,0 0,1 0,0 0,0 0,0 0,1 0,0 0,0 0,0 0,1-1,0 1,0-1,0 1,10 8,1-1,1 0,0-1,1 0,0-1,0-1,1 0,0-2,1 0,0-1,1 0,-1-2,1 0,0-1,4 0,7 3,-1-2,1-1,0-1,0-1,0-2,23-3,-20-3</inkml:trace>
  <inkml:trace contextRef="#ctx0" brushRef="#br0" timeOffset="9763.481">3102 3155,'-11'25,"2"0,0 1,2 0,1 0,1 0,1 1,1 0,2-1,1 15,0-30,0 0,-1 0,0 0,-1 0,0 0,-1 0,0 0,-4 9,1-42,6-328,8 253,-6 94,0 1,0 0,1 0,-1 0,1 0,-1 0,1 0,-1 1,1-1,0 1,0 0,0-1,-1 1,1 1,0-1,1 0,-1 1,0 0,0-1,0 1,0 1,0-1,0 0,0 1,0-1,0 1,0 0,0 0,0 0,0 0,1 2,15 1,-1 2,1 0,-1 0,-1 2,0 0,0 1,0 1,-1 1,-1 0,12 12,-24-21,-1 0,1 0,-1 0,0 1,0-1,0 1,0-1,-1 1,1 0,-1 0,1 0,-1 0,0 0,0 0,0 0,-1 0,1 0,-1 0,0 1,0-1,0 0,0 0,0 0,-1 1,1-1,-1 0,0 0,0 0,0 0,-1 0,1 0,0 0,-1-1,0 1,0 0,0-1,-2 2,-11 8,0-1,-1 0,0-2,0 1,-1-2,-1-1,1 0,-1-1,0-1,-19 3,15-2,5 0,29-2,53-3,-38-3,0 2,0 1,-1 1,1 2,0 0,-1 2,0 0,17 8,-40-13,1 0,-1 0,0 1,0-1,0 0,0 1,0 0,0 0,-1 0,1 0,0 0,-1 0,0 1,0-1,1 1,-1 0,-1 0,1 0,0 0,-1 0,1 0,-1 0,0 0,0 0,0 1,-1-1,1 0,-1 1,0-1,0 0,0 1,0-1,0 0,-1 4,-6 2,1-1,-1 0,-1 0,1 0,-1-1,0 0,-1-1,0 1,0-2,0 1,-1-1,1-1,-1 0,-1 0,-8 2,-12 5,1-1,-2-2,1-1,-1-1,0-1,-1-3,1 0,-1-2,5-5,28 5,0 0,1 0,-1 0,0 0,1 0,-1 0,0 0,1 0,-1 0,0 0,1 0,-1 0,0 0,1 0,-1 0,0 0,1 0,-1 0,0 0,0-1,1 1,-1 0,0 0,1 0,-1 0,0-1,0 1,0 0,1 0,-1-1,0 1,0 0,0-1,1 1,-1 0,0 0,0-1,0 1,0 0,0-1,0 1,0 0,0-1,0 1,0 0,0-1,0 1,0 0,0-1,0 1,0 0,0-1,0 1,0 0,-1 0,1-1,0 1,0 0,0-1,-1 1,1 0,0 0,0 0,0-1,-1 1,1 0,17-6</inkml:trace>
  <inkml:trace contextRef="#ctx0" brushRef="#br0" timeOffset="10214.784">3851 3396,'-12'-10,"0"0,0 2,0-1,-1 2,0-1,-1 2,0 0,0 1,-10-3,23 7,0 1,-1 0,1 0,0 0,0 0,-1 0,1 0,0 0,0 0,-1 0,1 0,0 1,0-1,-1 0,1 1,0-1,0 1,0 0,0-1,0 1,0 0,0 0,0-1,0 1,0 0,0 0,1 0,-1 0,0 0,1 0,-1 0,0 1,1-1,-1 0,1 0,0 0,-1 0,1 1,0 0,-2 56,2-45,-1-6,1 1,-1-1,1 1,0-1,1 1,0-1,0 0,1 1,0-1,0 0,0 0,1 0,0 0,1-1,-1 1,1-1,1 0,-1 0,1 0,0 0,0-1,1 0,5 4,-7-9,0 0,0 0,0-1,0 0,0 1,0-2,0 1,0 0,0-1,0 1,-1-1,1 0,-1-1,1 1,-1 0,0-1,0 0,0 0,0 0,0 0,-1 0,0-1,1 1,-1-1,0 1,-1-1,1 0,-1 0,1 1,-1-2,5-9,0-1,-1 0,0 0,-1 0,-1-1,1-10,-6 33,1 0,-1 0,2 1,-1-1,1 0,0 1,1-1,-1 0,2 0,-1 0,1 0,0 0,0 0,1 0,0 0,0-1,1 1,-1-1,1 0,1 0,-1-1,1 1,0-1,0 0,1 0,-1-1,4 3,21 2,-2-4</inkml:trace>
  <inkml:trace contextRef="#ctx0" brushRef="#br0" timeOffset="10596.34">4358 3262,'-3'0,"-109"-5,108 5,1 1,0-1,0 1,-1-1,1 1,0 0,0 1,0-1,0 0,0 1,0 0,0-1,1 1,-1 0,0 0,1 1,0-1,-1 1,1-1,0 1,0 0,1-1,-1 1,0 0,1 0,0 0,0 1,0-1,0 0,0 0,0 3,1-3,0 1,0 0,1 0,-1-1,1 1,-1 0,1-1,0 1,1-1,-1 1,1-1,-1 0,1 1,0-1,0 0,0 0,1 0,-1-1,1 1,-1 0,1-1,0 0,0 0,0 0,2 1,89 40,-80-38,3 0,-12-4,0 0,-1 1,1-1,0 1,-1 0,0 0,0 0,1 1,-1-1,-1 1,1 0,0 0,-1 0,4 4,-7-4,-1 0,1-1,-1 1,0 0,0-1,1 1,-2-1,1 1,0-1,0 1,-1-1,0 0,1 0,-1 0,0 0,0 0,0 0,0 0,0 0,0-1,-1 1,1-1,-1 0,1 0,-1 1,1-2,-1 1,0 0,1 0,-1-1,-1 0,2 1,-24 10,0 0,-1-3,0 0,-1-1,-5-1,23-6</inkml:trace>
  <inkml:trace contextRef="#ctx0" brushRef="#br0" timeOffset="10934.436">4947 3236,'-18'-2,"-1"1,1 1,-1 1,1 0,0 1,-1 1,1 1,0 1,1 0,-1 1,1 1,0 0,1 2,-5 3,17-11,0 1,0 0,0 1,0-1,0 1,0-1,1 1,-1 0,1 1,0-1,0 1,0-1,0 1,1 0,-1 0,1 0,0 0,0 0,1 1,-1-1,1 0,0 1,0 0,0-1,1 1,0-1,0 1,0 0,0-1,1 1,-1-1,1 1,1-1,-1 1,2 3,6 0,-1 0,2 0,-1-1,1 0,0-1,0 0,1 0,0-2,0 1,0-1,1-1,-1 0,1 0,7 0,11 2,1-2,0-1,0-2,0 0,-1-2,1-2,0 0,-1-2,0-2,0-1,7-3,-1-1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8:35.14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348 54,'-7'18,"-6"18,-2 11,2 9,4 7,2 2,4-2,3-4,3-6,0-7,0-6,-1-9,-1-6,-2-9,-6-5,-1-6</inkml:trace>
  <inkml:trace contextRef="#ctx0" brushRef="#br0" timeOffset="267.837">0 54,'19'-5,"19"0,17-4,12 2,10-2,4 2,0 1,-5 2,-8 2,-11 3,-16 2</inkml:trace>
  <inkml:trace contextRef="#ctx0" brushRef="#br0" timeOffset="519.17">589 335,'4'2,"11"1,13 0,14-3,11-1,7-3,1-1,-5 1,-9 0,-13 2</inkml:trace>
  <inkml:trace contextRef="#ctx0" brushRef="#br0" timeOffset="682.737">696 575,'23'3,"18"0,17-3,11-3,-5-1</inkml:trace>
  <inkml:trace contextRef="#ctx0" brushRef="#br0" timeOffset="1349.826">1311 509,'164'-365,"-153"348,-14 49,3-28,-8 101,6 100,0-6,3-196,-1 0,0 0,0 0,0 0,0 0,0 0,0 0,-1 0,0 0,0 0,1 0,-2-1,1 1,0 0,0 0,-1-1,0 1,1-1,-1 0,0 1,0-1,0 0,-1 0,1 0,0 0,-1 0,0-1,1 1,-1-1,0 0,1 0,-1 0,0 0,0 0,0 0,0-1,-1 0,-75-13,106 9,356-24,-330 33,-44-2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5:36.4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3852 1679,'5'-2,"-1"1,-9 3,-2 2</inkml:trace>
  <inkml:trace contextRef="#ctx0" brushRef="#br0" timeOffset="2400.297">7194 1077,'-43'-1,"31"-1,0 0,1 2,-1-1,0 1,1 1,-1 0,1 1,-1 0,1 1,-1 0,1 1,0 0,1 0,-1 1,1 1,0 0,-3 2,8 1,0 0,0 0,0 1,1-1,1 1,0 0,0 0,1 0,0 1,1-1,0 1,0-1,1 0,1 1,0-1,0 1,1-1,0 0,2 3,0 9,1 0,1 0,1 0,0-1,2 0,1 0,0-1,2-1,0 1,1-2,1 0,1-1,0 0,1-1,8 6,47 35,-71-56,1 0,-1 0,1 0,-1 1,0-1,0 0,1 0,-1 0,0 1,0-1,0 0,0 0,0 0,-1 1,1-1,0 0,-1 0,1 0,0 0,-1 0,1 0,-1 1,0-1,1 0,-1 0,0-1,0 1,1 0,-1 0,0 0,0 0,0-1,0 1,0 0,0-1,0 1,-1-1,1 1,0-1,0 0,0 1,0-1,0 0,-1 0,1 0,0 0,0 0,-1 0,1 0,0 0,0-1,0 1,-2 1,-12 4,-1-1,1-1,-1 0,0-1,0 0,-1-1,1-1,0-1,0 0,-9-3,24 4,0 0,0 0,0-1,-1 1,1 0,0-1,0 1,0 0,0-1,0 0,0 1,0-1,0 1,0-1,0 0,1 0,-1 0,0 0,0 1,1-1,-1 0,0 0,1 0,-1 0,1 0,-1-1,1 1,0 0,-1 0,1 0,0 0,0 0,0 0,0-1,0 1,0 0,0 0,0 0,1 0,-1-1,0 1,1 0,-1 0,0 0,1 0,34-47,94-67,-97 90,-2-1,0-1,-2-2,-1-1,-1-1,-2-1,11-20,-28 41,0-1,-2 0,1 1,-2-2,1 1,-2 0,1-1,-2 0,0 0,0 0,-2 0,1 0,-1 0,-1 0,-1 0,0 0,-3-10,6 22,-1 1,0-1,0 0,0 0,0 0,0 0,0 1,0-1,0 0,0 0,0 0,-1 1,1-1,0 0,0 0,-1 0,1 1,-1-1,1 0,-1 1,1-1,-1 0,1 1,-1-1,1 1,-1-1,0 0,1 1,-1 0,0-1,0 1,1-1,-1 1,0 0,0 0,0-1,1 1,-1 0,0 0,0 0,0 0,0 0,1 0,-1 0,0 0,0 0,0 0,1 1,-1-1,0 0,0 1,0-1,1 0,-1 1,0-1,1 1,-1-1,0 1,1-1,-1 1,1 0,-1-1,-3 13,1 0,0 0,1 0,0 0,1 1,1-1,1 12,-1-3,0 32,2 1,3-1,2 0,2 0,3-1,2 0,2-1,18 37,-28-75,0 0,1 0,1-1,1 0,0 0,0-1,4 3,-13-14,1 0,-1-1,0 1,0 0,1-1,-1 1,1 0,-1-1,0 1,1-1,-1 1,1-1,-1 1,1-1,0 1,-1-1,1 1,-1-1,1 0,0 1,0-1,-1 0,1 1,0-1,-1 0,1 0,0 0,0 0,-1 0,1 0,0 0,0 0,-1 0,1 0,0 0,0 0,-1-1,1 1,0 0,-1 0,1-1,0 1,-1-1,1 1,-1 0,1-1,0 1,-1-1,1 0,-1 1,1-1,-1 1,0-1,1 0,-1 1,0-1,1 0,-1 1,0-1,0 0,1 1,-1-1,0-9,0-1,-1 1,0 0,-1 0,0 0,-1 0,0 1,0-1,-1 1,0-1,-1 1,0 1,-6-9,-7-11,-1 2,-2 0,0 1,-2 1,-1 1,0 1,-2 2,0 0,-2 2,-14-8,75 28,12 1,1-1,-1-2,1-3,20-4,3-3</inkml:trace>
  <inkml:trace contextRef="#ctx0" brushRef="#br0" timeOffset="5100.998">8384 2508,'-11'-4,"0"0,0 1,0 1,0 0,-1 0,1 1,0 1,-1 0,1 0,0 1,-1 1,1-1,0 2,0 0,0 0,0 1,1 0,-1 1,1 0,0 1,1 0,-1 1,1-1,1 2,-1-1,0 3,-1 2,0 0,1 1,1 0,0 0,1 1,0-1,1 2,1-1,0 1,1 0,1 0,0 0,1 0,1 1,0-1,1 1,0-1,2 0,0 1,0-8,0 0,1 0,1 0,-1 0,1-1,1 0,-1 0,1 0,0 0,1-1,-1 1,1-2,1 1,-1 0,1-1,0-1,0 1,0-1,1 0,-1-1,1 1,0-2,0 1,0-1,1 0,-1-1,0 0,1 0,-1-1,1 0,-1 0,1-1,-1 0,0-1,0 1,1-2,-1 1,0-1,-1-1,1 1,-1-1,1 0,-1-1,0 0,-1 0,2-1,0-6,0 0,-1 0,0-1,-1 0,-1 0,0 0,0-1,-1 1,-1-1,0 0,-1 0,-1-1,0 1,-1 0,-1 0,0 0,-1-4,1-24,-2 0,-2 1,-1 0,-3 0,-1 0,-2 1,-20-14,31 53,0-1,0 1,0 0,-1 1,1-1,0 0,-1 0,1 1,0-1,-1 0,1 1,-1-1,1 1,-1 0,1 0,-1-1,1 1,-1 0,1 0,-1 0,1 1,-1-1,1 0,-1 0,1 1,-1-1,1 1,-1-1,1 1,0 0,-1 0,1 0,0-1,0 1,0 0,-1 0,1 1,0 0,-5 6,0 0,1 0,0 1,0 0,1 0,0 0,1 0,0 1,0-1,1 1,0 0,1 0,0 0,1 0,0 0,0 0,1 0,1 3,1 5,1 0,1-1,1 1,0-1,1 0,1-1,0 0,2 0,-1 0,2-1,0-1,11 10,22 22,3-2,1-2,3-2,-12-9,-38-30,10 7,0 1,0 0,-1 1,0 0,-1 0,0 1,-1 1,0-1,0 2,-4 2,-3-4</inkml:trace>
  <inkml:trace contextRef="#ctx0" brushRef="#br0" timeOffset="5349.144">8638 2321,'12'-3,"12"0,14 0,9 1,8 0,2-1,-2-3,-9-2,-11 0</inkml:trace>
  <inkml:trace contextRef="#ctx0" brushRef="#br0" timeOffset="5507.718">8905 2133,'-14'23,"-4"21,3 16,7 15,6 12,4 5,1-13</inkml:trace>
  <inkml:trace contextRef="#ctx0" brushRef="#br0" timeOffset="3143.634">8437 1478,'186'277,"-185"-277,16 22,-16-22,-1 1,0-1,1 0,-1 0,0 0,1 1,-1-1,1 0,-1 0,1 0,-1 0,1 0,-1 0,0 0,1 0,-1 0,1 0,-1 0,1 0,-1 0,1 0,-1 0,0 0,1 0,-1-1,1 1,-1 0,1 0,-1-1,0 1,1 0,-1 0,0-1,1 1,-1 0,0-1,0 1,1 0,-1-1,0 1,0-1,1 1,-1-1,0 1,0 0,0-1,0 1,0-1,0 1,0-1,0 1,0-1,0 1,0-1,4-17,-1 0,-1 0,-1-1,-1 1,-1-19,0 2,3-95,-2 128,1 0,0 0,0 0,0 0,0 0,0 0,0 1,0-1,0 0,1 1,-1-1,1 0,-1 1,1 0,-1-1,1 1,0 0,0 0,0 0,0 0,0 0,0 0,0 1,0-1,0 1,1-1,18-3</inkml:trace>
  <inkml:trace contextRef="#ctx0" brushRef="#br0" timeOffset="3412.922">8932 1491,'-2'18,"-1"11,2 7,4 2,4-1,2-4,3-6,-2-5,1-6,-2-6</inkml:trace>
  <inkml:trace contextRef="#ctx0" brushRef="#br0" timeOffset="3581.464">8879 1251,'11'4,"13"3,3-2</inkml:trace>
  <inkml:trace contextRef="#ctx0" brushRef="#br0" timeOffset="3766.529">9226 1425,'3'15,"0"11,-1 5,1 2,-2-1,0 0,2-4,3-5,-1-3,3-5,1-6,-1-6,-1-4</inkml:trace>
  <inkml:trace contextRef="#ctx0" brushRef="#br0" timeOffset="3927.392">9160 1158,'0'0</inkml:trace>
  <inkml:trace contextRef="#ctx0" brushRef="#br0" timeOffset="4231.58">9654 917,'-10'28,"2"0,1 1,1 0,2 0,1 0,1 1,1-1,2 0,0 1,3-1,0 0,2 0,4 13,-2 0,27 270,-34-302,-2-6,1-1,0 1,0 0,1-1,-1 1,1-1,0 1,-1-1,2 1,-1-1,0 1,1-1,-1 0,1 0,0 0,1 1,-1-4,0 0,-1 0,1 0,0 0,0-1,-1 1,1 0,0-1,-1 0,1 1,0-1,-1 0,1 0,-1 0,1 0,-1 0,0 0,1-1,-1 1,0 0,0-1,0 1,0-1,0 1,0-1,0 1,-1-1,1 1,0-1,-1 0,1 0,2-6,1-1,-1 1,0-1,-1 0,0 0,0 0,-1-1,0 1,-1 0,0 0,0-1,-1 1,0 0,-1 0,0 0,-1 0,1 0,-2 0,1 1,-1-1,0 1,-2-1,-6-11,-1 1,0 0,-2 1,0 0,-1 2,-1 0,-1 0,-6-3,-102-65,126 84,1 0,-1 1,1-1,-1 0,1 0,-1 0,1 0,-1-1,1 1,-1 0,0 0,1 0,-1 0,1 0,-1-1,1 1,-1 0,0 0,1 0,-1-1,1 1,-1 0,0-1,1 1,-1 0,0-1,1 1,-1-1,0 1,0 0,0-1,1 1,-1-1,0 1,0-1,0 1,0-1,0 1,0-1,0 1,0-1,0 1,0 0,0-1,0 1,0-1,0 1,0-1,0 1,0-1,-1 1,1-1,0 1,0 0,-1-1,1 1,0-1,-1 1,218-1,115 5,-238-3</inkml:trace>
  <inkml:trace contextRef="#ctx0" brushRef="#br0" timeOffset="-1790.632">1044 1746,'0'2,"0"3,0 3,0 0</inkml:trace>
  <inkml:trace contextRef="#ctx0" brushRef="#br0" timeOffset="-1536.665">1713 1478,'2'25,"1"22,0 19,-1 14,0 9,-1 6,-3 2,-3-1,-3-6,0-12,1-14,1-18</inkml:trace>
  <inkml:trace contextRef="#ctx0" brushRef="#br0" timeOffset="-1267.384">1619 1559,'-1'-4,"0"0,0 0,0 0,1 0,0 0,-1 0,2-1,-1 1,0 0,1 0,0 0,-1 0,2 0,-1 0,0 0,1 1,0-1,0 0,0 1,0-1,0 1,1 0,0 0,0 0,-1 0,2 0,-1 0,0 1,0 0,1 0,0-1,-1 2,1-1,0 0,0 1,0 0,0 0,10-1,1 0,-1 1,1 1,-1 0,1 1,-1 1,1 0,-1 1,0 1,0 0,0 1,0 0,-1 1,0 0,0 1,-1 1,5 4,-13-11,-1 1,0 0,0-1,0 1,0 1,-1-1,1 0,0 1,-1-1,1 1,-1 0,0-1,0 1,0 0,-1 0,1 1,-1-1,1 0,-1 1,0-1,0 0,-1 1,1-1,-1 1,0 0,1-1,-2 1,1-1,0 1,-1-1,1 1,-1-1,0 1,0-1,-1 0,1 0,-1 1,1-1,-1 0,-2 2,-5 3,-1 0,0-1,0-1,-1 1,1-2,-2 1,1-2,0 1,-1-2,0 1,0-2,0 1,-8-1,-16 3</inkml:trace>
  <inkml:trace contextRef="#ctx0" brushRef="#br0" timeOffset="-688.377">2114 1705,'0'-26,"2"-29,-4 0,-1 0,-3 0,-11-43,17 97,-1 0,1 1,-1-1,1 0,0 1,-1-1,1 0,0 0,0 1,0-1,0 0,-1 0,1 1,0-1,0 0,0 0,1 0,-1 1,0-1,0 0,0 0,1 1,-1-1,0 0,0 1,1-1,-1 0,1 1,-1-1,1 0,-1 1,1-1,-1 1,1-1,-1 1,1-1,0 1,-1-1,1 1,0 0,-1-1,1 1,0 0,0 0,-1 0,1-1,0 1,0 0,-1 0,1 0,0 0,0 0,-1 0,1 0,0 1,0-1,27 3,-1 1,0 1,-1 1,27 11,-46-16,1 0,0 1,-1 0,1 0,-1 1,1 0,-1 0,0 1,-1 0,1 0,-1 0,1 1,-1 0,-1 0,1 1,-1 0,0 0,0 0,0 0,-1 1,0 0,-1 0,1 0,-1 0,0 0,-1 1,0-1,0 2,-37 157,34-164,1 0,0 1,-1-1,1 0,0 0,1 0,-1 1,0-1,0 0,1 0,0 0,-1 0,1 0,0 0,0 0,0 0,0 0,0 0,1 0,-1-1,0 1,1 0,0-1,-1 1,1-1,0 0,0 0,-1 1,1-1,0 0,0-1,0 1,0 0,1 0,-1-1,0 1,0-1,0 0,2 0,88-8,-79 5,1 0,0-1,-1-1,0 0,0-1,0 0,-1-1,0 0,0-1,0-1,-1 0,-1 0,0-1,0 0,-1-1,0 0,-1-1,2-2,-9 11,0 1,0-1,0 0,0 0,0 0,0 0,-1 0,1 0,-1 0,0 0,0 0,0 0,0 0,-1 0,1 0,-1 0,0 0,0 0,0 0,0 0,0 1,-1-1,1 0,-1 1,0-1,0 1,0 0,0-1,0 1,0 0,0 0,-1 0,1 1,-1-1,0 0,1 1,-1 0,0 0,0 0,0 0,0 0,0 0,0 1,0-1,0 1,0 0,0 0,0 0,0 1,0-1,0 1,-1 1,1-1,0 1,0 0,0-1,0 2,0-1,0 0,1 0,-1 1,1 0,-1-1,1 1,0 0,0 0,0 0,1 0,-1 1,1-1,0 0,0 1,0-1,-1 4,0 84,5-80,2-2,-1 1,1 0,1-1,-1 0,2 0,-1-1,1 1,0-1,1-1,0 0,0 0,1 0,0-1,0 0,0-1,1 0,0-1,0 0,0 0,0-1,0 0,1-1,0 0,-1-1,9 1,21 2</inkml:trace>
  <inkml:trace contextRef="#ctx0" brushRef="#br0" timeOffset="-253.369">2983 1559,'-7'-87,"8"85,0 0,1 1,-1-1,1 0,-1 0,1 1,0-1,0 1,0-1,0 1,0 0,0 0,0 0,0 0,0 0,0 0,0 0,1 1,-1-1,0 1,1 0,-1 0,0 0,1 0,-1 0,0 0,1 0,-1 1,0-1,0 1,1 0,-1 0,0 0,0 0,0 0,0 0,0 0,0 1,0-1,1 2,6 2,-1 1,0 0,0 0,0 1,-1 0,0 0,0 1,-1 0,0 0,-1 0,1 1,-1 0,-1 0,0 0,0 0,-1 1,0 0,-1-1,1 4,2 18,-1 0,-2 0,-1 1,-1-1,-3 21,-9 54,-2 78,13-176,1 0,0 0,1-1,0 1,0 0,0-1,1 1,0-1,1 1,0-1,0 0,0 0,1 0,0 0,0-1,1 0,0 0,0 0,0 0,1-1,0 0,0 0,0 0,1-1,-1 0,1 0,0-1,6 3,-7-5,-1 1,0-1,0 0,0-1,1 1,-1-1,0 0,0 0,1-1,-1 0,0 0,0 0,0 0,0-1,0 0,0 0,0 0,0-1,-1 1,1-1,-1 0,0-1,0 1,0-1,0 1,-1-1,1 0,-1-1,0 1,0 0,-1-1,1 0,-1 0,1-4,0-1,-1 0,0 0,-1 0,0-1,0 1,-1-1,-1 1,0 0,0 0,-1-1,0 1,-1 0,0 0,0 1,-1-1,-1 1,-5-12,-1 0,-1 2,-1-1,-1 2,0-1,-13-10,13 14,-1 0,-1 0,0 2,-1 0,0 1,-1 1,0 0,-1 1,-1 1,1 1,-1 1,0 1,-1 0,1 2,-3 0,115-5,46-5,-69 6</inkml:trace>
  <inkml:trace contextRef="#ctx0" brushRef="#br0" timeOffset="945.598">1286 2334,'-14'0,"0"1,1 1,-1 0,1 0,-1 2,1-1,0 2,0 0,1 0,0 1,0 1,0 0,0 1,1 0,1 0,-1 1,1 1,1 0,-3 3,-4 4,1 1,1 0,0 1,1 0,2 1,0 0,0 1,2 1,1-1,1 1,0 1,2-1,1 1,-2 18,5-34,1-1,0 1,0-1,0 1,0-1,1 1,0-1,1 1,-1-1,1 0,0 0,1 1,0-2,0 1,0 0,0 0,1-1,0 0,0 0,1 0,-1 0,1-1,0 0,0 0,0 0,1 0,0-1,-1 0,1 0,0-1,0 1,1-1,-1-1,6 2,-4-3,1 0,-1 0,1-1,-1 0,1 0,-1-1,0 0,0-1,0 1,0-2,0 1,0-1,-1 0,0-1,0 0,0 0,0 0,-1-1,0 0,4-5,5-7,0 0,-1-2,-1 1,0-2,-2 0,8-20,-7 12,-1-1,-2 0,-1-1,-1 0,-1 0,-2-1,-1 0,-2 1,-1-10,0 34,0 0,0 0,0 0,-1 0,0 0,-1 0,1 0,-1 1,-1-1,1 0,-1 1,0 0,-1 0,1 0,-1 0,0 0,-1 1,1-1,-1 1,0 0,-1 1,1-1,-1 1,0 0,0 1,0 0,0-1,-1 1,3 3,0 0,1 0,-1 0,0 0,1 0,-1 1,0-1,1 1,-1 0,1 0,-1 1,1-1,0 1,-1-1,1 1,0 0,0 0,0 1,1-1,-1 1,0-1,1 1,0 0,-1 0,1 0,0 0,-1 3,-2 4,-1 1,1-1,1 1,0 1,0-1,1 1,1-1,0 2,0 1,2 1,0-1,1 1,0-1,1 1,1-1,0 0,1 0,0 0,1 0,1-1,0 0,1 0,2 3,15 21,1-1,1-1,3-1,3 2,25 19,2-2,3-3,2-3,29 16,-80-54,14 10,-8-5</inkml:trace>
  <inkml:trace contextRef="#ctx0" brushRef="#br0" timeOffset="-2522.73">323 1184,'-17'0,"1"1,0 0,0 1,0 1,0 1,0 0,1 1,-1 0,1 1,1 1,-1 1,1 0,0 1,0 0,5-3,0 0,1 1,0 0,0 0,0 1,1 0,0 0,0 0,1 2,4-7,0 0,0 1,0 0,1-1,-1 1,1 0,0 0,0 0,0 0,1 0,0 0,-1 0,1 0,1 0,-1 0,0 0,1 0,0-1,0 1,0 0,1 0,-1 0,1-1,0 1,1 1,9 11,2-1,0 0,0-2,1 1,1-2,0 0,1 0,0-2,17 8,-11-5,18 10,-22-13,-1 0,0 1,0 0,-2 2,1 0,-2 0,1 2,-1 1,-14-15,1 1,-1 0,1 0,-1 0,0 0,0 0,0 0,0 0,0 0,-1 1,1-1,0 0,-1 0,0 1,1-1,-1 0,0 1,0-1,-1 0,1 1,0-1,-1 0,1 0,-1 1,0-1,0 0,0 0,0 0,0 0,0 0,-1 0,1 0,0 0,-1-1,0 1,1 0,-1-1,0 1,0-1,0 0,0 0,-1 1,-10 5,0-1,-1-1,1 0,-1-1,0 0,0-1,0-1,-1 0,1-1,-1-1,1 0,-8-1,20 1,1 0,-1 1,0-1,0 0,1 0,-1 0,0 0,0-1,1 1,-1 0,0-1,0 1,1-1,-1 1,1-1,-1 0,0 0,1 0,-1 0,1 0,0 0,-1 0,1-1,0 1,0 0,0-1,0 1,0-1,0 1,0-1,0 1,1-1,-1 1,0-1,1 0,0 0,-1 1,1-1,0 0,0 0,0 1,0-1,0 0,0 0,1 1,-1-1,0 0,1 0,-1 1,1-1,0 0,19-23,6 0</inkml:trace>
  <inkml:trace contextRef="#ctx0" brushRef="#br0" timeOffset="-2209.523">576 1304,'-28'-95,"28"95,0 0,0 1,0-1,0 0,0 1,0-1,0 0,0 0,0 1,0-1,0 0,-1 0,1 1,0-1,0 0,0 0,0 1,0-1,-1 0,1 0,0 0,0 1,0-1,-1 0,1 0,0 0,0 0,0 1,-1-1,1 0,0 0,-1 0,1 0,0 0,0 0,-1 0,1 0,0 0,0 0,-1 0,1 0,0 0,-1 0,1 0,0 0,0 0,-1 0,1 0,0 0,0 0,-4 205,4-127,-2-27,2 0,3 1,2-1,6 22,17-5,-28-67,0-1,0 1,1-1,-1 0,0 1,0-1,1 0,-1 1,0-1,1 0,-1 0,0 1,1-1,-1 0,0 0,1 1,-1-1,1 0,-1 0,0 0,1 0,-1 0,1 0,-1 0,0 0,1 0,-1 0,1 0,-1 0,1 0,-1 0,0 0,1 0,-1 0,1 0,-1-1,0 1,1 0,-1 0,1-1,-1 1,0 0,1 0,-1-1,0 1,0 0,1-1,-1 1,0 0,0-1,1 1,-1 0,0-1,0 1,0-1,0 1,0-1,0 1,1 0,-1-1,0 1,0-1,0 1,0 0,-1-1,4-30,-4 6</inkml:trace>
  <inkml:trace contextRef="#ctx0" brushRef="#br0" timeOffset="-1956.194">350 1545,'18'2,"17"1,19 0,16 0,10-1,-9-1</inkml:trace>
  <inkml:trace contextRef="#ctx0" brushRef="#br0" timeOffset="7419.916">108 3884,'0'1,"0"-1,0 1,-1-1,1 0,0 1,0-1,0 1,0-1,0 1,0-1,0 1,0-1,0 1,0-1,0 1,0-1,0 1,0-1,0 1,0-1,1 1,-1-1,0 1,0-1,1 1,-1-1,0 0,1 1,-1-1,0 0,1 1,-1-1,0 0,1 1,-1-1,1 0,-1 0,1 1,-1-1,1 0,-1 0,1 0,-1 0,0 0,1 1,-1-1,1 0,-1 0,1 0,-1-1,1 1,-1 0,1 0,-1 0,1 0,-1 0,1-1,19 4,0-1,-1-1,1 0,0-2,0 0,-1-2,17-3,18-2,104-2,1 7,13 7,-118-3,162-6,1-9,30-14,71-5,437 9,-677 24,634-42,-422 19,361-52,-37 8,61 24,-563 37,853-56,37-4,106 51,-368 42,981-28,-1445 6,191 31,-366-26,-88-24,-12 3</inkml:trace>
  <inkml:trace contextRef="#ctx0" brushRef="#br0" timeOffset="8880.255">10576 757,'-11'389,"10"138,-11 366,7-829,2 0,4-1,2 1,2-1,4 1,2-2,11 33,26 38,-26-78,-3 2,-2 0,-2 1,-1 9,-7 21,-2 0,-7 51,2 18,4-97,3 0,3 0,6 17,18 120,-26-60,-8 80,-1-113,-39 468,25 72,14-533,-13 100,-9-43,2-25,-1 140,36 176,-13-314,2 76,11 16,22 172,-33-347,2 0,3-1,3 0,13 44,28 116,-51-210,-1-7,0 0,1-1,-1 1,1 0,0-1,0 1,0 0,0-1,0 0,1 1,0-1,0 0,0 0,0 1,1 0,5-1</inkml:trace>
  <inkml:trace contextRef="#ctx0" brushRef="#br0" timeOffset="10067.731">1820 4392,'-13'21,"0"-1,1 2,1-1,1 1,1 1,1 0,1 0,1 1,1 0,2 0,0 0,1 0,1 0,2 1,0-1,2 0,0 0,2 0,0 0,2-1,1 0,0 0,2-1,1 0,2 4,-6-15,1 0,0 0,1 0,0-1,0 0,1-1,0 0,0 0,6 2,-11-8,-1 0,1 0,0 0,0-1,0 0,0 0,0 0,0 0,1-1,-1 0,1 0,-1-1,0 1,1-1,-1-1,1 1,-1-1,1 1,-1-1,0-1,1 1,-1-1,0 0,2-1,2-6,0 1,-1-1,0 0,-1-1,0 0,0 0,-1-1,0 1,-1-1,0-1,-1 1,0-1,-1 1,0-1,-1 0,0 0,-1 0,0-12,5-25,-1 0,-2-1,-3 0,-2 1,-2-1,-2 1,-2 0,-12-36,18 74,-1 1,0-1,-1 0,0 1,-1 0,0 0,0 1,-1-1,-1 1,0 0,0 1,0 0,-1 0,0 0,-9-5,11 11,0 2,0-1,0 0,-1 1,1 0,0 1,0 0,0 0,0 0,0 0,0 1,0 0,0 0,0 1,1 0,-1 0,1 0,0 0,0 1,0 0,0 0,1 0,0 1,0-1,0 1,0 0,1 0,-8 5,2 0,-1 0,1 1,1 0,0 0,1 1,0 0,1 0,0 1,0-1,2 2,0-1,0 0,1 1,1-1,0 1,1 0,0 0,2 0,-1 0,1-1,2 3,23 37,9-9</inkml:trace>
  <inkml:trace contextRef="#ctx0" brushRef="#br0" timeOffset="10786.598">4066 4540,'447'-16,"34"-24,189-10,-579 49,-79 7,-36-1,-40-5,47-3</inkml:trace>
  <inkml:trace contextRef="#ctx0" brushRef="#br0" timeOffset="11095.301">5496 4192,'-59'40,"58"-39,0 0,0 0,0 0,0 0,0 0,1 1,-1-1,0 0,1 0,-1 1,1-1,-1 1,1-1,0 0,-1 1,1-1,0 1,0-1,0 1,0-1,0 1,0-1,1 1,-1-1,0 0,1 1,-1-1,1 1,0-1,-1 0,1 1,0-1,0 0,0 0,0 0,0 0,0 0,0 0,0 0,0 0,0 0,0 0,1-1,-1 1,0 0,1-1,13 8,0-2,0 0,0 0,1-2,0 0,0-1,0 0,0-1,8-1,2 2,93 9,-53-7,-1 2,0 3,-1 4,47 15,-98-24,-1 0,0 0,0 1,-1 1,0 0,0 0,9 9,-16-13,-1 0,0 0,0 1,0 0,0-1,0 1,-1 0,1 0,-1 1,0-1,-1 0,1 1,-1-1,0 1,0-1,0 1,0 0,-1-1,0 1,0 0,0-1,-1 1,0 1,-6 12,0 0,-2 0,0-1,-1-1,-1 0,0 0,-1-1,-1 0,0-1,-1-1,0 0,-1-1,-16 10,-74 57,68-53</inkml:trace>
  <inkml:trace contextRef="#ctx0" brushRef="#br0" timeOffset="11907.436">7716 4192,'-8'9,"1"0,1 1,0 0,0 0,1 0,0 0,1 1,0 0,0 0,2 0,-1 0,1 0,1 1,0-1,0 1,2-1,-1 1,1-1,1 1,0-1,0 0,1 0,1 0,0 0,0 0,1-1,1 0,0 0,2 3,8 3,1 0,1-1,0-1,1-1,1 0,0-1,1-2,0 0,0-1,1-1,0-1,10 1,-20-3,-1-1,1-1,0 0,1-1,-1 0,0-1,1 0,-1-1,0-1,1 1,-1-2,0 0,0-1,0 0,0 0,0-1,0-1,-1 0,0-1,0 0,-1 0,1-1,-2-1,1 0,-1 0,0-1,0 0,0-2,0-6,-1 0,-1-1,-1 0,0 0,-1 0,-1-1,-1 0,0 0,-2 0,0 0,-1 0,-1 0,-1 0,0 0,-2 0,0 0,-1 1,-1 0,-1 0,0 0,-4-5,5 10,0 1,-1 0,0 0,-1 0,-1 1,1 0,-2 0,0 1,0 1,0 0,-1 0,-1 1,0 0,0 1,0 0,-1 1,0 0,0 2,0-1,0 1,-1 1,0 0,0 1,0 1,0 0,0 1,0 0,0 1,0 1,-13 3,9 1,0 2,1-1,-1 2,2 1,-1 0,1 1,1 0,0 1,1 1,0 1,1 0,0 0,1 1,1 1,0 0,2 1,-1 0,2 0,1 1,0 0,1 0,1 1,0-1,2 1,0 0,1 0,1 7,0 49</inkml:trace>
  <inkml:trace contextRef="#ctx0" brushRef="#br0" timeOffset="12984.662">1913 5850,'-9'0,"1"1,-1 0,0 1,1 0,-1 0,1 1,0 0,0 0,0 1,0 0,0 1,1 0,0 0,0 0,0 1,1 0,0 0,0 1,0-1,1 1,-1 1,0 8,0 0,1 0,0 1,1 0,1-1,1 1,0 0,2 0,-1 0,2 0,1 0,0 0,1 0,0 0,2-1,0 1,0-1,2 0,0-1,9 14,-10-17,0-1,1 1,1-1,0-1,0 1,1-1,1-1,0 0,0 0,0-1,1 0,0 0,1-2,0 1,0-2,0 1,1-2,0 0,-1 0,2-1,-1 0,0-2,0 1,1-2,0 1,-8-3,0 1,0-1,0 0,0-1,0 1,-1-1,1 0,-1 0,0-1,0 0,0 0,0 0,-1 0,1-1,-1 0,0 0,-1 0,1 0,-1-1,0 1,0-1,-1 0,0 0,0 0,0 0,0-3,2-9,-1-1,-1 0,0 1,-1-1,-1 0,-1 0,-1 0,-2-6,-2-10,-2 0,-1 1,-1 1,-2-1,-2 2,-1 0,-1 0,-1 2,-13-15,-37-25,63 68,1 0,0-1,-1 1,0 0,1 1,-1-1,0 1,0-1,0 1,0 0,0 1,0-1,0 1,0 0,0 0,0 0,0 0,0 1,0-1,0 1,0 0,-1 1,-3 3,-1 1,1 1,0 0,1 0,0 0,0 1,1 0,0 0,0 1,0-1,1 1,1 0,0 1,0-1,1 1,0 0,0 0,1 0,1 0,-1 0,2 4,-2 1,1 1,0-1,2 1,0-1,1 1,0-1,1 0,1 3,16 42</inkml:trace>
  <inkml:trace contextRef="#ctx0" brushRef="#br0" timeOffset="14658.338">7542 5743,'-1'-31,"2"0,2 0,0 0,3 1,0 0,2 0,0 0,3 1,0 0,2 1,8-12,3-16,8-24,-32 80,1 0,-1 0,1-1,-1 1,1 0,-1 0,1 0,-1 0,1 0,-1 0,1 0,-1 0,1 0,-1 0,1 0,-1 0,1 0,-1 0,1 0,-1 0,1 1,-1-1,0 0,1 0,-1 1,1-1,-1 0,0 1,1-1,-1 0,0 1,1-1,-1 0,0 1,1-1,-1 1,0-1,0 1,0-1,1 0,-1 1,0-1,0 1,0-1,0 1,0-1,0 1,0-1,0 1,0-1,0 1,0-1,0 1,0-1,0 1,-1-1,1 1,0-1,0 1,0-1,-1 0,1 1,0 2,46 153,-26-96,-3 1,-3 1,-1 10,-5-2,-3 0,-3 1,-3 0,-7 40,7-104,1-5,0 0,1 0,-1 1,-1-1,1 0,0 0,0 0,-1 1,1-1,-1 0,0 0,0 0,0 0,0 0,0 0,0 0,0-1,-1 1,1 0,0-1,-1 1,0-1,1 1,-1-1,0 0,0 1,0-1,0 0,0 0,-2 0,-10 1,0-1,-1-1,1 0,-1-1,1-1,0 0,0-1,0-1,-1 0,15 4,0 0,1 0,-1 0,0 0,0 0,1-1,-1 1,0 0,0 0,1 0,-1 0,0 0,0-1,1 1,-1 0,0 0,0 0,0-1,1 1,-1 0,0 0,0-1,0 1,0 0,0 0,0-1,1 1,-1 0,0 0,0-1,0 1,0 0,0 0,0-1,0 1,0 0,0-1,0 1,0 0,-1 0,1-1,0 1,0 0,0 0,0-1,0 1,0 0,-1 0,1-1,0 1,0 0,0 0,0 0,-1-1,1 1,0 0,0 0,-1 0,1 0,0-1,0 1,-1 0,1 0,0 0,-1 0,28-9,99-21,2 5,125-6,-199 26</inkml:trace>
  <inkml:trace contextRef="#ctx0" brushRef="#br0" timeOffset="13638.961">4614 5997,'0'7,"9"2,17-1,20-1,22-2,23-6,18-6,13-3,9-5,1-2,-7 1,-13 2,-17 3,-19 4,-24 2</inkml:trace>
  <inkml:trace contextRef="#ctx0" brushRef="#br0" timeOffset="13968.604">5323 5703,'6'7,"0"-1,1 1,0-2,0 1,1-1,0 0,0 0,0-1,0 0,1-1,-1 0,1 0,0-1,0 0,0 0,6 0,175 27,-116-19,0 2,34 13,-92-21,-1 1,0 0,-1 2,1-1,-2 2,1 0,-1 1,1 1,-10-8,-1 1,0 0,0 0,0 0,0 0,0 0,-1 1,1-1,-1 1,0 0,0 0,-1 0,1-1,-1 2,1-1,-1 0,-1 0,1 0,-1 0,1 1,-1-1,0 0,-1 1,1-1,-1 0,0 0,0 0,0 0,0 0,-1 0,-1 4,-11 13,-1-1,-1-1,0 0,-1-1,-1 0,-1-2,-1 0,0-1,-1-1,0-1,-15 6,-146 86,167-91,16-7</inkml:trace>
  <inkml:trace contextRef="#ctx0" brushRef="#br0" timeOffset="22961.551">12154 3377,'94'15,"-71"-10,0-1,0-1,0-1,1-1,-1-1,11-2,15 1,142 10,-166-7,0-2,0-1,0-1,0-1,14-4,17-2,42 19,-38 0,30-6,-1-5,27-5,56-1,231-5,-139-8,38 11,74-14,-199 20,-174 3,0-1,0 0,-1 0,1 0,-1 0,1 0,-1 0,1-1,-1 1,0-1,1 0,-1 0,0 1,0-1,0-1,-1 1,2-2,7-9</inkml:trace>
  <inkml:trace contextRef="#ctx0" brushRef="#br0" timeOffset="41444.367">2996 4459,'-13'9,"-12"8,-6 5,-5 6,-2 3,-2 0,1 0,2-1,6-3,6-4,5-7,5-2,9-7,8-7,10-5,2-2</inkml:trace>
  <inkml:trace contextRef="#ctx0" brushRef="#br0" timeOffset="42110.3">2996 4579,'-32'24,"0"2,1 1,2 1,1 1,-23 31,49-57,-148 188,186-215,-21 13</inkml:trace>
  <inkml:trace contextRef="#ctx0" brushRef="#br0" timeOffset="42980.176">8879 4165,'-3'0,"-4"7,-9 9,-11 11,-9 10,-8 9,-5 8,-2-1,2 0,6-7,9-10,9-8,12-10,15-13,14-11,13-11,1-3</inkml:trace>
  <inkml:trace contextRef="#ctx0" brushRef="#br0" timeOffset="43229.509">9012 4219,'5'-5,"-4"4,-8 8,-12 10,-15 11,-10 12,-9 7,-2 1,1 0,8-4,11-7,12-10</inkml:trace>
  <inkml:trace contextRef="#ctx0" brushRef="#br0" timeOffset="50148.522">12087 4058,'-6'-2,"0"0,0 1,-1 0,1 0,-1 0,1 1,0 0,-1 0,1 0,-1 1,1 0,0 0,-1 1,1 0,0 0,0 0,0 1,1 0,-1 0,0 0,1 1,0 0,0 0,0 0,1 1,-5 4,0 6,1-1,1 1,0 0,1 1,1-1,0 1,1 1,1-1,0 0,1 1,1-1,0 1,2 0,0-1,1 1,0-1,3 7,-1-11,0-1,1 0,1 0,0 0,1-1,-1 1,2-2,0 1,0-1,0 0,1-1,1 0,0 0,0-1,0 0,0-1,1 0,0-1,1 0,-1 0,1-2,0 1,2-1,-3 0,-1-1,1 0,0 0,-1-1,1 0,0-1,0-1,-1 0,1 0,0-1,-1 0,1-1,-1 0,0 0,0-1,0-1,0 0,-1 0,0-1,0 0,0 0,-1-1,0 0,0-1,0 0,2-5,-1-3,0-1,-1 0,-1 0,-1-1,-1 0,0 0,-1 0,-1 0,-1-1,0 0,-2 1,0-1,-1 0,-1 1,0-1,-2 1,0-1,-1 1,-1 1,-5-13,8 22,0-1,-1 1,0-1,0 1,0 0,-1 1,-1-1,1 1,-1 0,-1 0,1 1,-1 0,0 0,0 0,-1 1,0 0,0 1,0-1,0 2,-1-1,1 1,-1 0,0 1,0 0,0 1,0-1,0 2,-9-1,2 6,1 1,0 0,0 1,1 1,-1 0,2 1,-1 0,1 1,1 1,0 0,0 0,1 1,1 1,0 0,0 0,2 1,-1 0,2 1,0 0,-1 5,1-7,1 1,0 1,1-1,1 1,0 0,1 0,1 0,0 1,1-1,1 0,0 1,2 2,7 28</inkml:trace>
  <inkml:trace contextRef="#ctx0" brushRef="#br0" timeOffset="51071.734">14534 3764,'-14'2,"-9"4,-5 4,-2 8,-3 8,-1 8,4 13,4 13,5 13,5 10,8 4,13 1,11-3,11-6,9-11,7-12,5-13,-8-14</inkml:trace>
  <inkml:trace contextRef="#ctx0" brushRef="#br0" timeOffset="52504.689">14814 4004,'-3'59,"3"0,2 0,3-1,7 25,-4-21,-8-59,2 13,0-21,-27-499,30 449,-5 55,1-1,0 1,-1 0,1 0,0 0,0 0,0-1,-1 1,1 0,0 0,0 0,-1 0,1 1,0-1,0 0,-1 0,1 0,0 1,0-1,-1 0,1 1,0-1,-1 0,1 1,-1-1,1 1,0-1,-1 1,1-1,-1 1,1 0,-1-1,0 1,1 0,-1-1,0 1,1 0,-1-1,0 1,0 0,1 0,-1-1,0 1,0 0,0 0,0 0,0-1,0 1,0 0,0 0,-1-1,1 1,42 221,-42-219,1 0,0-1,-1 1,1 0,0 0,1-1,-1 1,0-1,1 1,0-1,-1 1,1-1,0 0,0 0,0 0,0 0,1 0,-1 0,1-1,-1 1,1-1,-1 0,1 0,0 0,-1 0,1 0,0 0,0-1,0 1,0-1,-1 0,1 0,0 0,0 0,0 0,0-1,0 0,2 0,10-6,-1 0,0-1,0 0,-1-1,0-1,0 0,-1-1,-1 0,0-1,0 0,0-3,71-99,-82 126,-6 6,-17 46,2 0,4 1,-5 40,20-98,0 0,1 0,0 0,1 0,-1 0,1 0,0 0,1 0,0 0,0 0,1 0,-1 0,2-1,-1 1,1 0,0-1,0 0,0 1,1-2,0 1,0 0,1-1,0 1,0-1,0-1,0 1,1-1,0 0,4 3,3-2,0-1,0 0,0-1,1-1,-1 0,1-1,-1 0,1-1,0 0,-1-1,1-1,-1 0,0-1,1-1,-1 1,-1-2,1 0,-1-1,1 0,-2-1,1 0,-1-1,9-7,-14 8,0 0,0 0,-1-1,0 0,0 0,-1 0,0-1,0 1,-1-1,0 0,-1 0,0 0,0 0,-1-1,0 1,0 0,-1-1,-1 1,0 0,0 0,0-1,-1 1,-1 0,0 0,0 1,-4-10,6 17,1-1,-1 0,0 1,0-1,0 1,0-1,0 1,0-1,0 1,-1 0,1-1,0 1,-1 0,1 0,-1 0,1 0,-1 0,1 0,-1 1,0-1,1 0,-1 1,0-1,0 1,0 0,1 0,-1 0,0-1,0 2,0-1,1 0,-1 0,0 0,0 1,1-1,-1 1,0 0,1-1,-1 1,0 0,1 0,-1 0,1 0,-1 0,1 0,-1 1,-4 6,0 1,1 0,0-1,0 2,1-1,0 0,1 1,0 0,0 0,1 0,1 0,-1 0,2 0,-1 0,1 0,1 1,1 4,-1-9,1 0,0 0,0 0,1 0,-1 0,1-1,1 1,-1-1,1 0,0 0,0 0,0 0,1-1,-1 0,1 0,0 0,1-1,-1 1,1-1,-1 0,1-1,0 1,0-1,0-1,0 1,0-1,1 0,-1 0,0-1,0 1,1-1,-1-1,0 0,1 1,-1-2,2 0,3 2,-1-2,1 1,0-2,-1 1,1-1,-1-1,0 0,0-1,0 0,-1 0,1-1,-1 0,-1 0,1-1,-1 0,0-1,-1 0,0 0,0-1,0 0,-1 0,-1 0,0-1,0 0,-1 0,0 0,0 0,-2-1,1 1,-1-1,0-5,-6-9,3 25,1 0,0-1,0 1,-1 0,1 0,0 0,-1-1,1 1,0 0,0 0,-1 0,1 0,0 0,-1 0,1 0,0 0,-1-1,1 1,-1 0,1 0,0 1,-1-1,1 0,0 0,-1 0,1 0,0 0,-1 0,1 0,0 0,0 1,-1-1,1 0,0 0,-1 0,1 1,0-1,0 0,-1 0,1 1,0-1,0 0,0 1,-1-1,1 0,0 1,0-1,0 0,0 1,0-1,0 0,0 1,0-1,0 0,0 1,0-1,0 0,0 1,0-1,0 0,0 1,0-1,0 0,0 1,0-1,1 0,-4 5,1 1,0-1,1 0,-1 1,1-1,0 1,0-1,1 1,0 0,0-1,0 1,0-1,1 1,0 0,0-1,1 0,0 1,0-1,0 0,0 0,1 0,0 0,0 0,0-1,0 1,1-1,0 0,0 0,0 0,0 0,3 1,1-2,-1 0,1-1,0 0,0 0,0 0,0-1,0 0,0-1,1 0,-1 0,0-1,0 0,0 0,0-1,0 0,0-1,-1 1,1-1,-1-1,1 1,-1-2,0 1,-1-1,1 1,-1-2,0 1,0-1,-1 0,1 0,-1 0,-1-1,1 0,-1 0,0 0,-1-1,0 1,1-2,-4-57,-1 66,1 0,0 0,-1 0,1-1,0 1,-1 0,1 0,-1 0,1 0,0 0,-1 0,1 0,-1 0,1 0,0 0,-1 0,1 0,-1 0,1 0,0 0,-1 0,1 1,-1-1,1 0,0 0,-1 0,1 1,0-1,-1 0,1 0,0 1,0-1,-1 0,1 1,0-1,0 0,-1 1,1-1,0 0,0 1,0-1,0 0,0 1,-1-1,1 1,0-1,0 0,0 1,0-1,0 1,0-1,0 0,0 1,1-1,-1 1,0-1,0 0,0 1,0-1,0 1,1-1,-1 0,0 1,0-1,1 0,-1 0,0 1,0-1,-2 10,0-1,1 1,0 0,0 0,1 0,0 0,1 0,0 0,1-1,0 1,0 0,1-1,0 1,5 7,-6-14,0-1,1 0,-1 0,1 0,-1 0,1 0,0 0,0-1,0 1,0-1,0 0,0 0,0 0,1 0,-1 0,0-1,0 1,1-1,-1 0,0 0,1-1,-1 1,0-1,1 1,-1-1,0 0,1 0,5-3,1 1,-1-1,0 0,-1-1,1 0,-1 0,0-1,6-5,-3-1,0 0,-1 0,-1-2,0 1,0-1,-1 0,-1-1,-1 0,0 0,0 0,-2-1,0 1,-1-1,0 0,-1-15,-5 60,-4 93,7-116,1-1,0 1,0-1,0 1,1-1,0 0,0 0,0 1,1-1,-1-1,1 1,0 0,0-1,1 1,0-1,0 0,0 0,0-1,0 1,1-1,1 1,12 4,1-2,0 0,0-1,1-1,-1 0,1-2,0 0,0-1,0-1,0-1,0-1,0-1,18-5,21-4</inkml:trace>
  <inkml:trace contextRef="#ctx0" brushRef="#br0" timeOffset="52766.507">17073 3604,'23'16,"16"16,14 17,8 14,6 9,0 6,-2 6,-7 3,-12 1,-14 5,-23 5,-31 1,-36 0,-34-3,-2-19</inkml:trace>
  <inkml:trace contextRef="#ctx0" brushRef="#br0" timeOffset="53814.78">15015 3363,'282'-11,"-168"0,119-13,0 10,214 15,198 53,194-58,-678-1,-150 8,-27 2,1-2</inkml:trace>
  <inkml:trace contextRef="#ctx0" brushRef="#br0" timeOffset="58328.345">2248 3952,'-160'-121,"148"115,-1 1,0 0,0 1,-1 1,1 0,-1 1,1 0,-1 1,0 0,1 1,-1 1,0 0,-7 3,-18 3,1 1,0 3,0 1,1 1,1 3,0 0,1 3,1 1,-1 2,10-7,0 1,1 1,1 1,1 1,1 1,0 0,1 2,2 0,0 2,2 0,0 0,2 2,0 0,2 0,1 1,1 1,2 0,0 2,4 2,1 1,2 0,1 0,1 0,2 0,2 0,1-1,1 0,2 0,1 0,1-2,2 1,1-1,14 21,8 13,3-3,3-1,2-2,18 15,-53-64,0 0,0-1,1 0,0-1,0 0,1 0,0-1,0 0,1-1,-1-1,1 0,0 0,0-1,1 0,-1-1,1-1,4 0,299-1,-253-2,-18 2,0-3,0-1,-1-2,0-2,0-2,-1-2,0-2,-1-1,-1-3,26-15,-33 12,0-2,-2-1,0-2,-2-1,-1-1,-1-2,-2-1,0-1,-3-1,-1-1,-1-1,-2 0,-1-2,-2 0,-2-1,-1-1,-2 0,-1-5,0-9,-2-1,-3 1,-2-1,-2 0,-4-18,2 52,-2 0,0 0,-1 1,-1-1,-1 1,-1 1,0-1,-2 1,0 0,-1 1,0 0,-2 0,0 1,0 1,-2 0,-1 0,-3 0,-1 1,0 0,-1 2,-1 0,0 1,0 1,-1 2,0 0,-1 1,-2 0,-37-7,0 3,-1 3,-11 2,4 0,0 3,0 3,0 3,1 3,-22 7,-59 29,17 9</inkml:trace>
  <inkml:trace contextRef="#ctx0" brushRef="#br0" timeOffset="64398.079">136 6826,'457'-71,"-191"42,414-35,763 18,-904 22,517-11,-352 19,188 15,188 6,-457-18,214-28,174 3,-502 14,-141 7,526-12,-639 29,758-17,-779 3,216-11,97 22,307 36,186-49,-952 13,-77 3,84-5,0 4,0 5,0 3,68 16,-54 15,-102-31,-21-6,-14-4,-5-3</inkml:trace>
  <inkml:trace contextRef="#ctx0" brushRef="#br0" timeOffset="78231.945">11953 5556,'1'-10,"1"0,0 0,0 0,1 0,1 1,0-1,0 1,4-6,-6 11,132-223,-109 197,-24 30,0 0,0 1,0-1,-1 0,1 1,0-1,0 1,-1-1,1 1,0-1,-1 1,1 0,-1-1,1 1,-1 0,1 0,-1-1,1 1,-1 0,0 0,1 0,-1-1,0 1,0 0,0 0,1 0,-1 0,0 0,0-1,0 1,-1 0,1 0,0 0,0 0,0 0,-1 0,2 2,6 129,-5 0,-6 0,-13 64,8-113,7-81,0-1,0 1,0 0,0-1,0 0,0 1,-1-1,1 0,0 0,-1 0,1 0,-1-1,1 1,-1-1,1 0,-1 1,1-1,-1 0,1 0,-1-1,0 1,1-1,-1 1,0-1,-7 0,-16 1,-15-2,66 0,269-24,-219 20,-63 0</inkml:trace>
  <inkml:trace contextRef="#ctx0" brushRef="#br0" timeOffset="78903.919">12180 1853,'-9'18,"-5"18,-3 13,0 13,0 9,2 6,5 1,4-3,2-5,3-9,1-9,0-9,1-10,-3-8,-2-8,-6-14,-1-8</inkml:trace>
  <inkml:trace contextRef="#ctx0" brushRef="#br0" timeOffset="79262.409">11659 1853,'2'-9,"10"-6,15-2,18 0,20 0,19 0,15 4,13 4,6 3,0 3,-9 1,-14 2,-19 1,-19 0,-18-1,-15 1</inkml:trace>
  <inkml:trace contextRef="#ctx0" brushRef="#br0" timeOffset="80430.69">14721 5208,'-16'20,"-10"15,-7 11,-1 10,4 9,5 9,5 8,10 7,11 0,11-2,14-5,13-10,9-12,-3-17</inkml:trace>
  <inkml:trace contextRef="#ctx0" brushRef="#br0" timeOffset="81390.991">15095 5515,'-9'295,"-2"-235,11-60,0 1,-1 0,1-1,0 1,0-1,-1 1,1-1,0 1,0-1,-1 1,1-1,0 0,-1 1,1-1,-1 1,1-1,-1 0,1 1,-1-1,1 0,-1 0,1 1,-1-1,1 0,-1 0,1 0,-1 0,1 1,-1-1,1 0,-1 0,0 0,1 0,-1 0,1-1,-1 1,1 0,-1 0,1 0,-1 0,0-1,1 1,-1 0,1 0,0-1,-1 1,1 0,-1-1,1 1,-1-1,1 1,0 0,-1-1,1 1,0-1,-1 1,1-1,0 1,0-1,0 1,-1-1,1 0,0 1,0-1,0 0,-17-38,9 15,2 0,1-1,1 0,1 0,1 0,1 0,1-1,1 1,2 0,3-18,-4 36,0 0,0 0,0 0,1 1,0-1,0 1,0-1,1 1,0 0,1 1,-1-1,1 1,0-1,0 1,1 1,-1-1,1 1,0 0,0 0,1 1,-1 0,1 0,-1 0,1 1,0 0,0 0,0 1,0 0,1 0,-1 1,6 0,-9-1,1 1,-1 0,0 0,1 1,-1-1,0 1,1 0,-1 0,0 0,0 0,0 1,0 0,0 0,0 0,0 0,0 1,-1-1,0 1,1 0,-1 0,0 0,0 0,0 1,-1-1,1 1,-1 0,0 0,0 0,0 0,-1 0,1 0,-1 0,0 0,0 1,-1-1,1 0,-1 1,0-1,0 0,-1 5,-2 2,-1 0,0-1,-1 1,0-1,-1 0,0 0,-1 0,0-1,0 0,-1 0,0-1,-1 0,1-1,-1 0,-1 0,0-1,0 0,0 0,-2-1,12-5,0 0,1 0,-1 0,0 0,0 0,0 0,1 0,-1 0,0 0,0 0,0 0,1 1,-1-1,0 0,0 0,0 0,1 0,-1 0,0 0,0 0,0 0,0 1,1-1,-1 0,0 0,0 0,0 0,0 1,0-1,1 0,-1 0,0 0,0 1,0-1,0 0,0 0,0 0,0 1,0-1,0 0,0 0,0 0,0 1,0-1,0 0,0 0,0 1,0-1,31-3,-25 2,14-3,-1 1,0 1,1 1,0 1,-1 0,1 1,-1 2,1 0,-1 0,0 2,0 1,-1 0,15 7,-30-11,0 0,0-1,0 1,0 0,-1 1,1-1,-1 0,1 1,-1 0,0-1,0 1,0 0,0 0,-1 0,1 0,-1 0,0 0,0 1,0-1,0 0,0 1,-1-1,0 1,1-1,-1 1,-1-1,1 0,0 1,-1-1,0 1,1-1,-1 0,-1 0,1 1,0-1,-1 0,0 0,-6 6,-1-1,-1 0,1 0,-1-1,-1-1,1 1,-1-2,0 0,0 0,-1-1,0 0,1-1,-1 0,-8 1,-4 1,1-1,0 0,-1-2,0-1,1 0,-7-2,12-3,28-3,56-2,-24 5</inkml:trace>
  <inkml:trace contextRef="#ctx0" brushRef="#br0" timeOffset="81765.951">15964 5663,'-8'-4,"1"0,-1 1,0-1,0 2,0-1,0 1,-1 1,1-1,0 1,-1 1,1 0,-1 0,1 0,-1 1,1 1,0-1,0 1,-1 1,1-1,1 1,-1 1,0 0,1 0,0 0,0 1,0 0,0 0,1 1,0-1,0 1,0 1,1-1,0 1,-3 6,6-11,1 0,-1 0,1 0,-1 1,1-1,0 1,0-1,0 0,1 1,-1 0,0-1,1 1,0-1,0 1,-1 0,2-1,-1 1,0-1,0 1,1 0,-1-1,1 1,0-1,0 1,0-1,0 0,0 1,1-1,-1 0,1 0,-1 0,1 0,0 0,0 0,0 0,0 0,1 0,5 1,1 0,1-1,-1 1,0-2,0 1,1-1,-1-1,1 0,-1 0,0-1,1 0,-1 0,0-1,0-1,0 1,0-1,0-1,0 0,-1 0,0-1,0 0,0 0,0-1,-1 0,0 0,0 0,-1-1,0 0,0-1,0 0,-1 1,0-1,2-7,14-60,-25 67,-4 21,5-6,1-1,-1 1,1 0,0 0,1 0,0-1,0 1,0 1,1-1,0 0,0 0,1 0,0 0,0 0,1 0,0-1,0 1,0 0,1-1,0 1,0-1,1 0,0 0,0 0,0-1,0 1,1-1,0 0,0 0,1-1,3 3,27 6,-2-6</inkml:trace>
  <inkml:trace contextRef="#ctx0" brushRef="#br0" timeOffset="82119.558">16552 5515,'-16'0,"1"1,-1 0,0 1,1 0,0 1,0 1,0 1,0 0,0 1,1 0,0 1,-3 3,16-9,0-1,0 1,0-1,0 1,1-1,-1 1,0 0,0-1,0 1,1 0,-1 0,0 0,1-1,-1 1,1 0,-1 0,1 0,-1 0,1 0,0 0,-1 0,1 0,0 0,0 0,0 1,0-1,0 0,0 0,0 0,0 0,0 0,0 0,1 0,-1 0,0 0,1 0,-1 0,1 0,-1 0,1 0,-1 0,1-1,0 1,0 0,-1 0,1 0,44 26,-7-11,-26-13,-1 1,0 0,0 1,-1 0,1 1,-1 0,0 0,0 1,-1 1,0 0,-1 0,1 0,-1 2,-6-8,-1 1,0 0,0 0,0 0,0 0,0 0,0 0,-1 0,1 0,-1 0,0 0,0 0,0 0,0 0,-1 0,1 0,-1 0,0 0,0 0,0 0,0 0,0-1,0 1,-1 0,0-1,1 1,-1-1,0 1,0-1,-1 0,1 0,-1 0,-5 6,-1-1,1 0,-2-1,1 0,-1 0,0-1,0 0,-4 0,9-2,0-1,0 1,0-1,0-1,-1 1,1-1,-1 0,1 0,-1-1,0 1,1-1,-1 0,1-1,-1 0,1 1,-1-2,-3 0,3-9,6-1</inkml:trace>
  <inkml:trace contextRef="#ctx0" brushRef="#br0" timeOffset="82424.659">17193 5529,'-16'-3,"-1"1,0 1,-1 0,1 1,0 0,0 2,0 0,0 1,1 1,-1 0,1 1,0 1,0 0,0 2,1-1,-3 4,14-10,0 1,-1 0,1 0,0 1,0-1,0 1,0 0,0 0,1 1,0-1,-1 0,1 1,0 0,1 0,-1 0,1 0,0 0,0 1,0-1,0 1,1-1,-1 1,1 0,1-1,-1 1,1 0,-1 0,2-1,-1 1,0 0,1 0,0 0,0-1,0 1,1 0,6 5,0-2,0 1,1-1,0-1,1 1,0-2,0 1,1-1,-1-1,1 0,0 0,1-1,-1-1,1 0,1 0,28 8,0-3,1-1,0-2,0-1,0-3,35-3,-39-1</inkml:trace>
  <inkml:trace contextRef="#ctx0" brushRef="#br0" timeOffset="82581.041">17822 5770,'-7'-5,"-16"-3,-3-1</inkml:trace>
  <inkml:trace contextRef="#ctx0" brushRef="#br0" timeOffset="86099.75">1967 7481,'-3'-34,"4"33,78-241,-40 136,2-8,-41 114,0 0,0 0,1 1,-1-1,0 0,1 0,-1 1,0-1,0 0,1 0,-1 0,0 1,1-1,-1 0,1 0,-1 0,0 0,1 0,-1 0,0 0,1 0,-1 0,0 0,1 0,-1 0,1 0,-1 0,0 0,1 0,-1 0,0-1,1 1,-1 0,0 0,1 0,-1 0,0-1,1 1,-1 0,0-1,0 1,1 0,-1 0,0-1,0 1,0 0,1-1,-1 1,0 0,0-1,0 1,0 0,0-1,0 1,0-1,0 1,4 35,-4-32,8 303,-3-253,3 18,-4 0,-2 0,-4 0,-3 3,5-71,0 1,0-1,0 1,0-1,-1 1,1-1,-1 0,0 1,0-1,0 0,-1 1,1-1,-1 0,1 0,-1 0,0 0,0-1,-1 1,1 0,-1-1,1 0,-1 1,0-1,1 0,-1 0,0-1,0 1,-1-1,1 1,0-1,0 0,-1 0,-1 0,-32-8,50-3,30-2,0 2,1 2,1 2,-1 1,1 3,0 2,93 10,-125-8</inkml:trace>
  <inkml:trace contextRef="#ctx0" brushRef="#br0" timeOffset="86900.741">5042 7374,'148'11,"-126"-11,125-6,-1-7,66-18,-100 15,-92 13,60 1,-80 2,0-1,-1 1,1 0,0 0,-1 0,1 0,0 0,-1 0,1 0,0-1,-1 1,1 0,0 0,-1 1,1-1,-1 0,1 0,0 0,-1 0,1 0,0 0,-1 0,1 1,0-1,-1 0,1 0,0 0,0 1,-1-1,1 0,0 0,0 1,-1-1,1 0,0 0,0 1,0-1,-1 0,1 1,0-1,0 0,0 1,0-1,0 1,0-1,0 0,0 1,0-1,0 0,0 1,0-1,0 0,0 1,0-1,0 0,0 1,0-1,1 0,-1 1,0-1,0 0,0 1,1-1,-1 0,0 1,0-1,1 0,-1 0,0 1,-16 0,-1-2</inkml:trace>
  <inkml:trace contextRef="#ctx0" brushRef="#br0" timeOffset="87238.84">5630 7039,'-1'5,"1"-1,0 1,0 0,0-1,1 1,0 0,0-1,0 1,0-1,0 0,1 1,0-1,0 0,0 0,1 0,-1 0,1 0,0 0,0-1,0 0,1 1,-1-1,1 0,0-1,-1 1,1-1,0 1,1-1,-1-1,0 1,3 0,18 7,0-2,1 0,0-2,0-1,26 0,-29-2,0 0,1 1,-1 1,0 2,-1 0,1 1,15 9,-34-15,0 1,-1 0,0 0,1 1,-1-1,0 1,0 0,0-1,0 1,-1 1,1-1,-1 0,0 0,0 1,0 0,0-1,-1 1,1 0,-1 0,0 0,0-1,0 1,-1 0,0 0,1 1,-1-1,-1 0,1 0,0 0,-1 0,0 0,0 0,-8 18,-1-1,-1-1,0 1,-2-2,0 0,-2 0,1-1,-2-1,-1-1,-14 12,-119 96,136-113,9-6</inkml:trace>
  <inkml:trace contextRef="#ctx0" brushRef="#br0" timeOffset="87678.753">6753 7427,'6'14,"1"-1,1 0,0 0,1-1,0 0,1-1,0 0,0 0,2-1,-1-1,1 0,1 0,-1-1,1-1,1 0,-1-1,1 0,0-1,1-1,-1 0,12 1,-17-4,1-1,0 0,-1-1,0 1,1-2,-1 0,0 0,1 0,-1-1,0-1,-1 1,1-2,-1 1,0-1,0 0,0-1,0 0,-1 0,0 0,4-6,4-5,0 0,-2-1,0-1,-1 0,-1 0,0-1,-2-1,2-5,-6 14,0 0,0-1,-1 1,-1-1,0 0,-1 0,0 0,-1 0,-1-1,0 1,0 0,-1 0,-1 0,-1 0,0 0,0 0,-1 1,-1-1,0 1,0 0,-2 0,1 1,-4-4,2 6,0 0,-1 0,0 1,0 0,-1 1,0 0,0 0,-1 1,0 1,0-1,0 2,0 0,-1 0,0 1,0 0,0 1,0 1,0 0,0 0,-1 1,1 1,0 0,0 0,0 2,0-1,0 2,1-1,-1 1,-7 5,0 1,0 0,1 2,0 1,1 0,1 1,0 1,0 0,2 1,0 1,1 0,0 1,2 0,0 1,1 0,1 1,1 0,0 0,-3 17,8-25,1 1,0-1,0 1,1 0,1-1,0 1,1 0,0-1,3 11,12 27</inkml:trace>
  <inkml:trace contextRef="#ctx0" brushRef="#br0" timeOffset="88829.295">12034 7107,'160'-312,"-133"276,-15 67,-11-28,6 261,-5-211,1-16,-1 0,-2 0,-2-1,-1 1,-2 0,-1-1,-5 12,11-44,-1 0,0 0,0 0,-1 0,1 0,-1-1,1 1,-1-1,0 1,-1-1,1 0,-1 1,1-1,-1 0,0-1,0 1,0-1,0 1,-1-1,1 0,-1 0,1 0,-1 0,0-1,0 0,1 0,-1 0,0 0,0 0,0-1,0 1,0-1,0 0,0-1,-4 0,7 1,1 0,0 1,-1-1,1 0,0 0,-1 0,1 0,-1 0,1 0,0 0,-1 0,1 0,-1-1,1 1,0 0,-1 0,1 0,0 0,-1 0,1-1,0 1,-1 0,1 0,0-1,-1 1,1 0,0-1,0 1,-1 0,1 0,0-1,0 1,0-1,-1 1,1 0,0-1,0 1,0 0,0-1,0 1,0-1,0 1,0 0,0-1,0 1,0-1,0 1,0 0,0-1,0 1,0 0,1-1,-1 1,0-1,0 1,0 0,26-9,108-12,2 7,0 5,4 7,-116 2</inkml:trace>
  <inkml:trace contextRef="#ctx0" brushRef="#br0" timeOffset="89527.44">14427 6571,'-14'18,"-9"18,-5 18,-2 16,1 15,6 8,7 4,8 0,11-5,11-10,12-14,13-14,12-16,5-15,-6-11</inkml:trace>
  <inkml:trace contextRef="#ctx0" brushRef="#br0" timeOffset="90175.643">14828 6799,'23'482,"-22"-422,-1-60,0 0,0 0,0-1,0 1,0 0,0-1,0 1,0 0,0-1,0 1,0 0,0 0,0-1,-1 1,1 0,0-1,0 1,0 0,0 0,0-1,-1 1,1 0,0 0,0-1,0 1,-1 0,1 0,0 0,0-1,-1 1,1 0,0 0,0 0,-1 0,1 0,0 0,-1 0,1 0,0-1,-1 1,1 0,0 0,0 0,-1 0,1 1,0-1,-1 0,1 0,0 0,0 0,-1 0,1 0,0 0,-1 0,1 1,0-1,0 0,-1 0,1 0,0 1,0-1,0 0,-1 0,1 0,0 1,-12-33,1-1,2 0,1 0,2-1,1 0,0-19,4 40,-3-13,1 0,2 0,0 0,2-1,0 1,2 0,1 0,2-2,-5 24,1-1,0 0,0 1,0-1,0 1,1 0,0 0,0 0,0 0,0 0,0 1,1-1,0 1,-1 0,1 0,1 0,-1 0,0 1,1 0,-1 0,1 0,-1 0,1 1,0 0,0 0,0 0,0 1,0-1,-1 1,1 0,0 1,0-1,4 2,0 0,-1 0,0 1,0-1,-1 2,1-1,0 1,-1 1,0-1,0 1,-1 1,5 3,-9-7,1 0,-1 1,1 0,-1-1,0 1,0 0,0 0,-1 0,1 0,-1 0,1 0,-1 1,0-1,0 0,-1 1,1-1,-1 1,0-1,0 1,0-1,0 1,0-1,-1 1,1-1,-1 0,0 1,0-1,0 0,-2 2,-2 3,0-1,-1 1,0-1,0-1,-1 1,0-1,0 0,-1 0,1-1,-1 0,0-1,-1 1,-46 32,55-37,-1 0,1 0,-1 1,1-1,-1 0,1 1,-1-1,1 1,-1-1,1 0,0 1,-1-1,1 1,-1-1,1 1,0-1,0 1,-1 0,1-1,0 1,0-1,0 1,-1-1,1 1,0 0,0-1,0 1,0 0,0-1,0 1,0-1,1 1,-1 0,0-1,0 1,0-1,1 1,-1-1,0 1,0-1,1 1,-1-1,1 1,-1-1,0 1,1-1,-1 1,1-1,-1 0,1 1,-1-1,1 0,0 1,34 10,68 5,-69-12,1 1,-1 2,-1 1,22 9,-53-17,0 0,0 1,0-1,0 1,0-1,0 1,0 0,0 0,0 0,0 0,0 0,0 0,0 1,-1-1,1 0,-1 1,1 0,-1-1,1 1,-1 0,0-1,0 1,0 0,0 0,0 0,0 0,-1 0,1 0,-1 1,1-1,-1 0,0 0,0 0,0 0,0 1,0 0,-5 3,1 0,-2-1,1 1,0-1,-1 0,0 0,-1-1,1 1,-1-1,1-1,-1 0,0 0,0 0,-1 0,-2-1,1 2,-29 11,-1-2,0-2,-1-2,1-1,-2-2,1-2,-6-1,19-6,27-7,78-28,-8 15,2 0</inkml:trace>
  <inkml:trace contextRef="#ctx0" brushRef="#br0" timeOffset="90593.115">15683 7039,'-22'-9,"0"1,0 0,0 2,-1 0,0 2,0 1,-1 0,1 2,-3 1,22 0,0 0,0 0,0 0,0 1,0 0,0 0,1 0,-1 0,0 0,1 1,-1 0,1 0,-1 0,1 0,0 0,0 1,0-1,0 1,1 0,-1 0,0 0,1 0,0 0,0 0,0 1,0-1,1 1,-1 0,1-1,0 1,0 0,0 0,0 4,-1-1,2 1,-1 0,1 0,0-1,0 1,1 0,0-1,1 1,0-1,0 1,0-1,1 0,0 1,0-1,1-1,0 1,0-1,1 1,0-1,0 0,0-1,1 1,-1-1,1 0,1-1,-1 1,1-1,-1-1,1 1,0-1,0 0,1-1,-1 1,1-1,6 0,-9-2,0 0,0 0,1 0,-1-1,0 0,0 0,1 0,-1-1,0 1,0-1,-1-1,1 1,0-1,-1 1,1-1,-1-1,0 1,0-1,0 1,-1-1,1 0,-1 0,0-1,1 0,5-10,-1 0,0 0,-1-1,0 0,-2 0,4-13,-4 12,6 44,-10-17,0-1,0 1,1 0,0-1,1 1,-1-1,2 0,0 0,0 0,0 0,1-1,1 1,-1-1,1-1,1 1,-1-1,1 0,0 0,1-1,0 0,0-1,0 1,1-2,-1 1,4 0,41 7,-1-9</inkml:trace>
  <inkml:trace contextRef="#ctx0" brushRef="#br0" timeOffset="90967.215">16339 6893,'-13'-1,"0"2,1-1,-1 2,1 0,0 0,-1 1,1 1,0 0,1 0,-1 1,1 1,0 0,0 0,1 1,8-6,1 0,0 0,0 0,-1 0,1 0,0 0,0 0,0 0,0 1,0-1,0 0,1 1,-1-1,0 1,1-1,-1 1,1-1,-1 1,1-1,0 1,0-1,0 1,0-1,0 1,0 0,0-1,0 1,0-1,1 1,-1-1,1 1,-1-1,1 1,0-1,-1 0,1 1,0-1,0 0,0 1,0-1,1 1,12 11,0-1,1 0,1-1,0-1,0 0,3 0,70 47,-86-56,0 1,0 0,0-1,0 1,-1 0,1 0,-1 0,1 1,-1-1,0 1,0-1,0 1,0 0,0-1,-1 1,1 0,-1 0,0 0,0 1,0-1,0 0,-1 0,1 0,-1 1,0-1,0 0,0 1,0-1,0 0,-1 0,1 1,-1-1,0 0,0 0,-1 0,1 0,0 0,-1 0,-1 2,-6 1,0-1,-1 1,1-2,-1 1,0-1,-1-1,1 1,-1-2,1 0,-1 0,0-1,0 0,1-1,-1 0,-9-1,-42-13,58 9</inkml:trace>
  <inkml:trace contextRef="#ctx0" brushRef="#br0" timeOffset="91234.469">16912 6987,'-10'-3,"0"2,0 0,-1 0,1 1,0 0,-1 0,1 1,0 1,0 0,-1 0,1 1,1 1,-1-1,0 1,1 1,0 0,0 0,0 1,1 0,0 0,0 1,0 0,1 1,0 0,1 0,0 0,0 1,-2 3,7-9,-1 0,1 0,0 1,0-1,0 0,1 0,-1 1,1-1,-1 0,1 1,0-1,1 0,-1 1,0-1,1 0,0 1,0-1,0 0,0 0,0 0,1 0,0 0,-1 0,1 0,0 0,0-1,0 1,1-1,-1 1,1-1,-1 0,2 1,5 3,1 1,0-2,0 1,1-1,-1-1,1 0,0 0,11 2,32 3,-1-3,1-1,0-3,1-3,-1-1,0-3,7-4,18-4</inkml:trace>
  <inkml:trace contextRef="#ctx0" brushRef="#br0" timeOffset="91521.611">17487 6678,'23'7,"17"7,12 7,10 8,2 8,0 6,-4 8,-10 6,-14 5,-19 5,-27 5,-29 5,-32-1,-25-3,3-15</inkml:trace>
  <inkml:trace contextRef="#ctx0" brushRef="#br0" timeOffset="92201.819">16405 6412,'39'-11,"1"3,0 1,1 2,-1 1,12 2,-3 0,1113-26,-1136 28,176-1,552-12,-802 18,30-2</inkml:trace>
  <inkml:trace contextRef="#ctx0" brushRef="#br0" timeOffset="92594.777">17848 5114,'14'18,"13"18,12 16,8 13,2 11,-3 9,-11 5,-20 4,-27 2,-33 0,-9-16</inkml:trace>
  <inkml:trace contextRef="#ctx0" brushRef="#br0" timeOffset="94273.983">2261 8764,'3'-43,"2"-1,3 1,1 0,2 1,1 0,14-25,18-37,-44 104,0-1,0 1,0 0,0-1,0 1,0 0,0-1,0 1,0 0,0 0,0-1,0 1,1 0,-1-1,0 1,0 0,0 0,1-1,-1 1,0 0,0 0,1-1,-1 1,0 0,1 0,-1 0,0 0,0 0,1-1,-1 1,0 0,1 0,-1 0,0 0,1 0,-1 0,0 0,1 0,-1 0,0 0,1 0,-1 0,0 0,1 0,-1 1,0-1,1 0,-1 0,0 0,0 0,1 1,-1-1,0 0,1 0,-1 0,0 1,0-1,0 0,1 1,-1-1,0 0,0 1,6 22,20 288,-26-303,6 70,-3 1,-4-1,-3 0,-7 28,10-98,1-6,0 1,0-1,1 0,-1 1,-1-1,1 1,0-1,-1 1,1-1,-1 0,1 1,-1-1,0 0,0 0,0 1,-1-1,1 0,0 0,-1 0,0 0,1-1,-1 1,0 0,0-1,0 1,0-1,0 1,0-1,0 0,0 0,0 0,-1 0,1-1,0 1,-1 0,-1-1,-48-13,123 1,22-7,-37 6,0 2,1 4,0 1,4 3,-42 11,-25-5</inkml:trace>
  <inkml:trace contextRef="#ctx0" brushRef="#br0" timeOffset="95077.939">5202 8550,'-7'0,"-7"-1,18 2,311 30,-274-28,177 12,33 14,-169-17,-54-8</inkml:trace>
  <inkml:trace contextRef="#ctx0" brushRef="#br0" timeOffset="95437.642">5804 8403,'39'20,"1"-2,1-2,33 8,-36-12,0 1,0 2,-1 1,16 12,-48-26,0 1,1 0,-1 1,0-1,-1 1,1 0,-1 0,1 0,-1 1,0 0,-1 0,1 0,-1 0,0 0,0 0,-1 1,0 0,0-1,0 1,0 0,-1 0,0 0,0 0,-1 6,-4 3,-1 1,-1-1,0 0,-1-1,-1 0,0 0,-1 0,-1-1,0-1,0 0,-1 0,-1-1,-1 1,9-9,-188 172,168-152,16-12,10-8</inkml:trace>
  <inkml:trace contextRef="#ctx0" brushRef="#br0" timeOffset="96630.315">7649 8483,'231'-402,"-203"364,-21 46,8 117,-1 25,2 44,-6 58,-10-238,-1 0,-1 0,0-1,0 1,-1 0,-1-1,-2 3,5-12,0-1,0 0,0 0,-1 0,0 0,1 0,-1 0,0 0,0-1,-1 1,1-1,-1 1,1-1,-1 0,0 0,1 0,-1 0,0 0,-1-1,1 0,0 1,0-1,0 0,-1 0,1-1,0 1,-1-1,1 0,-1 0,1 0,-2 0,4 0,1 1,-1-1,0 0,0 0,1 0,-1 1,0-1,0 0,0 0,1 0,-1 0,0 0,0 0,0-1,1 1,-1 0,0 0,0 0,0-1,1 1,-1 0,0-1,1 1,-1-1,0 1,1-1,-1 1,1-1,-1 1,0-1,1 0,0 1,-1-1,1 0,-1 1,1-1,0 0,-1 0,1 1,0-1,0 0,0 0,0 0,-1 1,1-1,0 0,0 0,0 0,1 1,-1-1,0 0,0 0,0 0,1 1,-1-1,0 0,1 1,-1-1,1-1,85-25,-65 23,65-12,1 4,0 3,0 5,57 4,-139 1,-12 0,2-1</inkml:trace>
  <inkml:trace contextRef="#ctx0" brushRef="#br0" timeOffset="100814.151">12381 8296,'-6'-1,"0"0,0 1,0-1,-1 1,1 1,0-1,0 1,0 0,-1 0,1 1,1 0,-1 0,0 0,0 1,1 0,-1 0,1 0,0 1,0-1,0 1,1 1,-1-1,1 1,0-1,0 1,0 0,1 1,-4 19,2 1,0-1,2 1,0 0,2 0,2 8,-2-7,2-1,1 1,1-1,2 0,0 0,2 0,1-1,7 18,-9-30,0-1,0 0,1-1,1 0,0 0,0 0,1-1,0 0,1-1,0 0,0 0,1-1,0 0,1-1,0-1,0 0,13 5,-16-7,-1-1,2 1,-1-2,0 1,0-1,1-1,-1 1,1-2,0 1,-1-1,1-1,-1 0,1 0,-1-1,1 0,-1 0,0-1,0-1,0 1,0-2,-1 1,0-1,0 0,0-1,0 0,-1 0,0 0,0-1,-1 0,2-2,2-10,0-1,-1 0,-1 0,-1-1,-1 1,-1-1,-1-1,0 1,-2-1,0 0,-2 1,0-1,-2 0,0 1,-3-9,1 8,0-1,-2 1,-1 0,-1 0,0 1,-2 0,0 0,-6-6,11 18,-1 0,0 0,-1 1,0 0,0 0,-1 1,0 0,0 0,0 1,-1 0,0 1,-1-1,1 2,-1-1,0 1,0 1,0 0,0 0,-3 1,5 1,0 1,0 0,0 1,0-1,0 2,0-1,0 1,0 0,0 1,1 0,-1 0,1 1,0-1,0 2,0-1,0 1,1 0,0 0,0 1,0 0,1 0,0 0,0 1,-3 5,-9 14,2 0,1 1,1 1,1 1,-7 25,-6 27</inkml:trace>
  <inkml:trace contextRef="#ctx0" brushRef="#br0" timeOffset="104225.253">14761 8136,'14'672,"-14"-659,0-22,-1-615,-1 560,-1 55,1 14,-1 16,3-4,0-1,2 0,-1 1,2-1,0 0,1 0,1-1,0 1,4 5,-7-15,1 0,0 0,0 0,1-1,0 0,0 0,0 0,1 0,-1 0,1-1,0 0,0 0,1 0,-1-1,1 1,0-1,0-1,0 1,0-1,0 0,0 0,1-1,-1 0,1 0,-1-1,8-2,-1 0,1-1,-1 0,0-2,0 1,-1-1,0-1,1-1,-2 1,1-2,-1 1,0-2,-1 0,0 0,0 0,-1-1,0-1,-1 0,0 0,-1 0,0-2,0 4,0-1,-2 0,1 0,-1 0,0-1,-1 1,0-1,-1 0,1-8,-19 55,-1 29,3 1,3 0,3 1,1 56,6-108,0 0,1-1,1 1,0 0,1-1,1 1,3 9,-4-19,-1 0,0 1,1-1,0 0,0-1,1 1,-1 0,1-1,0 0,0 0,1 0,-1 0,1-1,0 0,0 0,0 0,0 0,0-1,0 0,1 0,0 0,10 0,-1 0,1-2,0 0,0 0,-1-2,1 1,-1-2,1 0,-1-1,0-1,0 0,0-1,-1-1,0 0,0-1,-1 0,0-1,-1-1,0 0,6-6,-10 8,0-1,0 0,-1 0,0-1,-1 0,0 0,0 0,-1-1,-1 1,3-10,-5 15,-1 1,0-1,0 1,0-1,0 1,-1-1,0 1,0-1,0 1,0-1,-1 1,0-1,0 1,0-1,0 1,-1-1,0 1,0 0,0 0,0 0,-1 0,1 0,-1 1,0-1,0 1,0 0,-1 0,-2-2,3 3,0-1,-1 1,1 1,-1-1,1 0,-1 1,0 0,0-1,1 2,-1-1,0 0,0 1,0 0,0 0,0 0,0 0,0 0,0 1,0 0,0 0,0 0,1 0,-1 1,0-1,1 1,-1 0,1 0,0 0,-1 1,1-1,0 1,1 0,-1 0,0 0,1 0,-1 0,1 0,-1 3,-2 2,1 1,0-1,0 1,1 0,0 0,0 1,1-1,0 0,1 1,0 0,1-1,0 1,0-1,1 1,0 0,1-1,0 0,0 1,1-1,1 0,-1 0,1 0,1-1,0 0,0 0,0 0,1 0,0-1,1 1,-1-2,2 1,-1-1,0 0,1-1,0 1,6 1,-3-3,0-1,1 0,-1-1,0 0,1-1,0 0,-1-1,1 0,-1-1,1 0,-1-1,1 0,-1-1,0 0,0-1,0 0,-1-1,1 0,-1-1,0 0,0 0,-1-1,0 0,0-1,-1 0,0 0,0-1,-1 0,0-1,-1 1,0-1,0 0,-1-1,-1 1,2-6,-1 5,0 0,-2-1,1 1,-2-1,1 1,-1-1,-1 0,0 0,-1 0,-1-2,-6 28,4 0,1 0,0 0,1 0,0 0,1 0,1 1,0-1,1 0,0 0,1 0,1 0,0 0,1-1,0 0,4 6,-6-15,0-1,0 1,0-1,0 0,1 0,-1-1,1 1,0 0,-1-1,1 0,0 0,0 0,1-1,-1 1,0-1,1 0,-1 0,0-1,1 1,-1-1,1 0,-1 0,1 0,-1-1,1 0,-1 0,0 0,1 0,-1 0,0-1,2-1,3-1,0-1,0 0,0 0,-1-1,0-1,0 1,0-1,-1 0,0-1,-1 1,0-1,0-1,2-3,-2 1,0-1,-1 1,-1-1,0 0,0 0,-1-1,-1 1,0-1,-1 1,0-1,-1 0,-1-10,1 23,0 0,-1 0,1 0,0 1,-1-1,1 0,0 0,0 0,-1 0,1 0,0 0,-1 0,1 0,0 0,-1 0,1 0,0 0,0 0,-1 0,1 0,0 0,-1-1,1 1,0 0,0 0,-1 0,1 0,0-1,0 1,-1 0,1 0,0 0,0-1,-1 1,1 0,0 0,0-1,0 1,0 0,0 0,-1-1,1 1,0 0,0-1,0 1,0 0,0-1,0 1,-8 30,6-18,0 0,1 1,0-1,1 1,1-1,0 1,0-1,4 10,-4-17,0 0,1-1,0 1,0-1,0 1,0-1,1 0,-1 0,1 0,0 0,1 0,-1-1,1 0,-1 1,1-1,0 0,0-1,0 1,1-1,-1 0,1 0,-1 0,5 1,-1-2,0 1,0-1,1 0,-1-1,0 0,0-1,0 1,0-1,0-1,0 0,0 0,0 0,-1-1,1 0,-1-1,0 1,0-1,0-1,0 1,-1-1,0-1,0 1,4-5,-2 2,-1 0,0-1,-1 1,0-1,0-1,-1 1,0-1,0 0,-1 0,-1 0,0 0,0-1,-1 0,0 1,-1-1,0 0,-1-7,-10-18,4 39,3 5,1-1,0 1,1 0,0-1,0 1,0 0,1 0,0 0,2 7,-2-11,0 5,0 0,0 0,1 0,0 0,1 0,0 0,0 0,1-1,0 1,1-1,-1 0,2 0,-1 0,1 0,0-1,1 0,0 0,0 0,0-1,1 0,0 0,0-1,1 0,-1 0,1 0,0-1,0 0,6 1,74 1,-49-14</inkml:trace>
  <inkml:trace contextRef="#ctx0" brushRef="#br0" timeOffset="104429.707">17047 7949,'18'2,"18"8,13 9,13 12,6 15,2 13,-7 13,-12 14,-17 11,-26 11,-31 8,-38 5,-9-18</inkml:trace>
  <inkml:trace contextRef="#ctx0" brushRef="#br0" timeOffset="105043.011">14319 8015,'-20'5,"-16"10,-11 15,-7 17,-1 21,9 20,13 18,22 9,28 2,28-4,30-10,23-16,-6-22</inkml:trace>
  <inkml:trace contextRef="#ctx0" brushRef="#br1" timeOffset="137897.725">22811 1739,'-42'-2,"1"-2,0-2,0-2,-27-10,44 12,-4-1,1 1,-1 1,0 2,0 0,0 2,-1 1,1 2,0 0,0 2,0 1,1 1,-1 2,2 0,-1 2,1 1,-7 5,-4 2,1 1,1 2,1 2,1 1,1 1,1 2,2 1,0 2,2 0,1 2,2 1,1 1,-8 19,21-24,2 1,1 0,1 0,1 1,2 0,2 0,0 0,2-1,2 1,3 17,1 5,2-1,2 0,2-1,3 0,2-1,23 45,-14-50,2-1,2-1,2-2,1-1,2-1,2-3,42 33,-69-60,50 37,1-4,3-2,1-3,1-3,2-2,1-4,10-1,-60-19,32 11,2-3,0-2,0-2,1-3,1-2,-1-2,1-3,33-4,-49 2,0-1,1-3,-1-1,0-2,-1-2,0-1,0-2,-1-2,-1-1,-1-3,0 0,-1-2,32-25,-26 7,-1-2,-3-2,-1-1,-2-1,-2-3,-2 0,-3-2,4-12,-14 27,-3 0,0-1,-2-1,-2 0,-2-1,-1 0,-1 0,-2 0,-2-21,-6-210,2 251,-1 0,0 0,-1 0,-1 0,-1 1,-1 0,0 0,0 0,-2 1,0 0,-1 1,0 0,-109-159,98 147,-2 0,-1 1,-1 2,-1 1,-1 0,0 2,-2 2,0 0,-6 0,-4-6,8 7,0 1,-1 2,-1 1,0 1,-1 2,0 2,-29-4,-248-14,306 26,-58-4,-1 4,0 2,1 2,-1 4,1 2,1 3,-13 7,-5 8,8 0</inkml:trace>
  <inkml:trace contextRef="#ctx0" brushRef="#br1" timeOffset="144186.585">22570 2300,'-7'-2,"-1"0,1 0,-1 1,0 0,0 0,1 1,-1 0,0 0,0 1,0 0,1 0,-1 1,0 0,1 0,0 1,-1 0,1 0,0 1,1 0,-6 3,-4 5,0 0,0 1,1 0,1 2,0 0,1 0,-5 10,6-8,0 1,1 1,1 0,1 0,0 1,2 0,0 1,2-1,0 1,-1 14,5-31,0 0,1 0,-1 0,1 0,0 0,0 0,0 0,1 0,0 0,-1 0,1-1,1 1,-1 0,0 0,1-1,0 1,0-1,0 1,0-1,0 0,1 0,0 0,-1 0,1 0,0 0,0-1,1 0,-1 1,0-1,1 0,0-1,0 1,2 0,0-1,-1 1,1-1,0-1,0 1,0-1,0 0,0 0,0-1,0 0,0 0,0 0,0-1,-1 0,1 0,0 0,-1-1,0 0,0 0,0 0,0-1,0 1,0-1,-1 0,0-1,0 1,0-1,1-1,9-14,0 0,-2 0,0-1,-1-1,-1 0,3-12,1-3,-1-2,-2 0,-1 0,-2-1,-2 0,0-27,-5 63,-1 1,1-1,-1 1,1-1,-1 0,0 1,0-1,0 1,-1-1,1 1,-1-1,0 1,0-1,0 1,0-1,-1 1,0 0,1 0,-1 0,0 0,0 0,-1 0,1 1,-1-1,1 1,-1-1,0 1,0 0,0 0,0 0,0 0,0 1,0-1,-1 1,1 0,-1 0,1 0,-1 1,1-1,-1 1,1-1,-3 1,-2 3,0 1,1-1,-1 1,1 0,0 1,0-1,1 1,-1 1,1-1,0 1,0 0,1 1,0-1,0 1,1 0,-1 1,1-1,1 1,0-1,0 1,0 0,1 0,0 0,1 1,0-1,0 0,1 1,0-1,0 0,1 1,0-1,1 4,4 14,2 0,1-1,1 0,1 0,1-1,15 22,18 38,-31-57,-2 0,-1 1,-1 0,-1 0,-2 1,-1 0,-1 0,-1 1,-1 28,-3-49</inkml:trace>
  <inkml:trace contextRef="#ctx0" brushRef="#br1" timeOffset="144449.87">22757 2527,'19'3,"14"0,9-1,6-2,0-1,-7-1,-9 0</inkml:trace>
  <inkml:trace contextRef="#ctx0" brushRef="#br1" timeOffset="144699.467">22824 2701,'14'5,"15"1,19-1,15-5,-3-2</inkml:trace>
  <inkml:trace contextRef="#ctx0" brushRef="#br1" timeOffset="144968.279">23412 2675,'0'3,"1"0,-1 1,1-1,0 0,0 0,0 0,0 0,1 0,-1 0,1 0,-1 0,1 0,0-1,0 1,1-1,-1 1,0-1,1 0,0 0,-1 0,1 0,0 0,0-1,0 1,0-1,0 0,0 0,3 0,1 2,1-1,0 0,0-1,-1 0,1 0,0-1,0 0,0 0,0-1,0 0,5-2,-6 1,1-1,0 0,-1-1,0 0,0 0,0 0,0-1,-1 0,0 0,0-1,0 0,-1 0,1 0,-1 0,-1-1,0 0,0 0,0 0,0-1,-1 1,-1-1,1 0,-1 0,0 0,-1-1,1-1,-1-1,0 0,0 1,-1-1,0 0,-1 1,-1-1,1 0,-2 1,1 0,-1-1,-1 1,0 0,-1 1,1-1,-2 1,1 0,-8-9,9 14,0-1,-1 1,0 0,0 0,0 0,0 0,0 1,-1 0,1 0,-1 1,0-1,0 1,0 1,0-1,0 1,-1 0,1 0,0 1,0 0,-1 0,1 0,0 1,-1 0,1 0,0 1,0-1,0 1,0 1,1-1,-5 3,0 0,-1 1,1 0,1 1,-1-1,1 2,0 0,1 0,0 0,0 1,1 0,0 1,0 0,1 0,1 0,0 0,-1 3,4-5,-1 0,1 0,1 0,0 0,0 0,0 0,1 0,0 1,1-1,0 0,1 2,8 30</inkml:trace>
  <inkml:trace contextRef="#ctx0" brushRef="#br1" timeOffset="155061.007">21768 3036,'-2'10,"0"-1,-1 1,0 0,0-1,-1 0,0 0,-1 0,0 0,0-1,-1 0,0 0,0 0,-4 2,-8 13,-6 11,-1-2,-1 0,-2-2,-1-1,-1-2,-2 0,0-2,-2-2,-1-1,-32 15,-13-5,-2-3,0-4,-2-3,-75 9,67-16,-1-4,0-4,0-5,-19-3,95 0,0-1,-1-1,1 0,1-1,-1 0,0-2,1 0,0-1,1 0,-1-2,2 1,-1-2,1 0,0-1,1 0,1-1,-8-9,-32-39,3-3,2-3,3-1,4-2,2-1,-23-64,44 85,3-1,1-1,3-1,2 1,2-1,2-31,-1-1,1 52,2 0,0 0,2 0,2 0,0 0,3 0,0 1,2-1,1 1,2 1,5-10,-7 26,1 0,0 1,2 0,-1 1,1 0,1 1,0 0,0 0,1 2,1-1,0 2,0 0,0 0,1 1,0 1,1 1,-1 0,12-1,5 2,0 3,0 0,0 2,1 2,-1 1,3 2,79 6,10-4,-1 5,96 23,100 31,-253-59,-33-6,0 2,0 1,-1 2,1 1,-2 1,1 2,-1 1,16 10,-9-1,-46-28</inkml:trace>
  <inkml:trace contextRef="#ctx0" brushRef="#br1" timeOffset="155913.786">20391 1819,'-1'0,"0"0,-1 0,1 1,0-1,0 0,0 1,0-1,0 1,0-1,0 1,1-1,-1 1,0 0,0 0,0-1,0 1,1 0,-1 0,0 0,1 0,-1 0,1 0,-1-1,1 1,-1 1,1-1,0 0,0 0,-1 0,1 0,0 0,0 0,0 0,0 0,0 0,0 0,0 0,1 1,-1-1,0 0,1 0,-1 0,0 0,1 0,0 0,-1 0,1-1,-1 1,1 0,0 0,0 0,-1-1,1 1,0 0,0-1,0 1,0 0,0-1,0 1,0-1,0 0,0 1,19 15,0-2,1 0,0-1,1-1,9 3,41 24,-56-30,86 65,-101-73,0 1,1-1,-1 0,0 1,0-1,0 1,0 0,0-1,-1 1,1 0,0-1,-1 1,1 0,-1 0,1-1,-1 1,0 0,0 0,0 0,0-1,0 1,0 0,-1 0,1 0,0-1,-1 1,1 0,-1 0,0-1,0 1,0 0,0-1,0 1,0-1,0 1,0-1,0 0,-1 0,1 1,-1-1,1 0,-1 0,1 0,-1 0,-33 22,-1-1,-1-2,0-1,-29 9,-113 43,206-93,-15 11</inkml:trace>
  <inkml:trace contextRef="#ctx0" brushRef="#br1" timeOffset="156986.191">20350 1752,'1'14,"1"0,1 0,0 0,0 0,1-1,1 1,2 2,6 19,4 17,-3 1,-1 1,-3 0,-3 1,-2 0,-1 31,-5-69,-17-45,-151-430,151 395,36 74,22 22,2-1,1-3,1-1,2-2,0-2,1-3,40 13,-11-2,-74-32,-1 0,1 0,-1 0,0 0,1 0,-1 1,0-1,1 0,-1 1,0-1,0 1,1-1,-1 1,0 0,0 0,0 0,0-1,0 1,0 0,0 0,0 0,0 0,0 1,0-1,-1 0,1 0,0 0,-1 1,1-1,-1 0,0 1,1-1,-1 0,0 1,0-1,0 0,0 1,0-1,0 1,0-1,0 0,-1 1,1-1,0 0,-1 1,1-1,-1 0,0 1,-11 8,0 0,-1-1,0-1,0 0,-1-1,1-1,-2 0,1-1,-1 0,-5 0,3 1,-169 37,212-51,-1 0,0-2,0 0,-1-2,0-1,-1 0,-1-2,0-1,9-9,9-17,-41 42,1 0,0 0,-1 0,1 0,0 0,-1 0,1 0,0 0,0 0,-1 0,1 0,0 0,-1 0,1 0,0 0,0-1,-1 1,1 0,0 0,0 0,-1 0,1-1,0 1,0 0,0 0,-1-1,1 1,0 0,0 0,0-1,0 1,0 0,0 0,-1-1,1 1,0 0,0-1,0 1,0 0,0-1,0 1,0 0,0 0,0-1,0 1,0 0,1-1,-1 1,0 0,0 0,0-1,0 1,0 0,1 0,-1-1,0 1,0 0,0 0,1-1,-1 1,0 0,0 0,0 0,1 0,-1-1,0 1,1 0,-1 0,-24 9,-119 95,67-44,38-33</inkml:trace>
  <inkml:trace contextRef="#ctx0" brushRef="#br1" timeOffset="157682.952">18773 1832,'-12'21,"-3"15,1 9,5 8,6 4,4 3,1 2,1-2,0-3,-1-10,0-8,-2-18,1-12</inkml:trace>
  <inkml:trace contextRef="#ctx0" brushRef="#br1" timeOffset="157954.372">18479 1699,'-9'2,"-1"1,6 0,13-3,14-4,14-5,12-9,12-5,7-4,0-1,-1 2,-6 4,-11 7,-12 8,-12 10,-10 4</inkml:trace>
  <inkml:trace contextRef="#ctx0" brushRef="#br1" timeOffset="158363.791">18894 2033,'5'0,"5"0,8-2,9-6,5-6,5-2,2 1,0 1,-7 2</inkml:trace>
  <inkml:trace contextRef="#ctx0" brushRef="#br1" timeOffset="158624.101">18907 2207,'16'2,"14"-3,14-5,8-5,4-6,2-4,-4-1,-12 4</inkml:trace>
  <inkml:trace contextRef="#ctx0" brushRef="#br1" timeOffset="159265.163">19455 1752,'-6'11,"2"-1,-1 1,1 0,1 1,0-1,0 1,1-1,0 1,1 0,1 0,0-1,1 1,0 0,0 0,1-1,2 4,-3-12,1 0,0 0,0 0,0 0,0-1,0 1,0-1,1 1,-1-1,1 0,0 0,0 0,0 0,0-1,0 1,0-1,0 0,0 0,1 0,-1 0,0 0,1-1,-1 1,0-1,1 0,1 0,4-1,1 1,-1-1,1-1,-1 0,0 0,0-1,0 0,9-4,-6 1,-1-1,1 0,-1 0,0-1,-1 0,0-1,0 0,-1-1,0 0,-1 0,0-1,-1 0,0 0,0-1,-1 0,-1 0,0-1,-1 1,0-1,-1 0,0 0,0-10,-3 18,0 1,-1-1,1 0,-1 0,0 0,0 1,-1-1,0 1,1-1,-1 1,-1-1,1 1,-1 0,1 0,-1 0,0 0,-1 1,1-1,-1 1,1 0,-1 0,0 0,0 1,0-1,-1 1,1 0,0 0,-1 0,-4 0,1-1,-1 1,0 1,0 0,0 0,1 1,-1 0,0 0,0 1,0 0,0 1,1-1,-1 2,1-1,-1 2,1-1,-1 1,-3 4,1 0,-1 1,2 0,-1 0,1 2,1-1,0 1,1 0,-1 1,2 0,0 0,1 0,0 1,0 0,-1 9,-11 29</inkml:trace>
  <inkml:trace contextRef="#ctx0" brushRef="#br1" timeOffset="162993.657">30658 656,'-7'20,"-2"14,-2 10,1 5,0 2,1-2,3-3,0-7,1-8,1-9</inkml:trace>
  <inkml:trace contextRef="#ctx0" brushRef="#br1" timeOffset="163288.357">30511 508,'-4'0,"2"0,11 0,14 0,15-2,14-3,8-3,4-3,-2 2,-8 1,-10 3,-13 3,-11 4</inkml:trace>
  <inkml:trace contextRef="#ctx0" brushRef="#br1" timeOffset="163582.97">30859 789,'2'2,"3"1,6 0,4 0,8-2,6 0,3-3,2 0,1-1,-4 0,-5 2,-6 0</inkml:trace>
  <inkml:trace contextRef="#ctx0" brushRef="#br1" timeOffset="163781.368">30939 976,'13'3,"14"0,12 0,5-1,5-2,1-3,-4-1,-10-1</inkml:trace>
  <inkml:trace contextRef="#ctx0" brushRef="#br1" timeOffset="164115.276">31447 937,'-1'2,"-5"80,7-79,-1 0,1 0,0-1,-1 1,1 0,0 0,1-1,-1 1,0-1,1 1,-1-1,1 0,0 1,0-1,0 0,0 0,0 0,1 0,-1-1,0 1,1-1,-1 1,1-1,0 0,-1 0,4 1,0 0,1 0,0-1,-1 1,1-1,0-1,0 1,0-1,0-1,0 1,0-1,0 0,0 0,-1-1,1 0,-1-1,1 1,-1-1,0 0,0-1,0 1,0-1,0 0,-1-1,0 1,0-1,0 0,-1-1,1 1,-1-1,0 1,-1-1,0-1,0 1,0 0,-1-1,2-3,-3 3,1 0,-1-1,-1 1,0 0,0 0,0 0,-1-1,0 1,0 0,0 0,-1 0,0 0,-1 1,0-1,0 1,0-1,-1 1,0 0,0 0,0 0,-1 1,0-1,0 1,0 1,-1-1,1 1,-1-1,0 2,0-1,-1 1,1 0,-1 0,0 0,0 1,0 0,0 1,0 0,0 0,0 0,0 1,-3 0,-10 3,1 1,-1 1,1 0,0 1,1 2,-1 0,-4 3,-25 13</inkml:trace>
  <inkml:trace contextRef="#ctx0" brushRef="#br1" timeOffset="164981.955">30364 536,'-3'0,"-2"-3,2 0,3 1,6-1,10 2,10-3,12 0,14-1,12-3,8 1,3-1,-2 0,-8 3,-14 1,-15 2</inkml:trace>
  <inkml:trace contextRef="#ctx0" brushRef="#br1" timeOffset="165452.487">30631 536,'0'2,"0"5,0 9,0 13,0 12,-2 13,-1 12,-2 5,-1-10</inkml:trace>
  <inkml:trace contextRef="#ctx0" brushRef="#br1" timeOffset="142861.761">29040 1765,'-21'-14,"-1"1,-1 1,0 1,0 1,-1 1,0 1,0 1,-1 1,0 1,0 2,0 0,-1 1,1 2,-1 1,1 1,-22 4,-3 0,1 2,0 3,0 1,1 3,1 2,1 2,0 2,2 2,0 1,1 3,-9 10,31-22,2 1,0 0,1 2,1 0,0 1,1 1,2 0,0 1,1 1,1 0,1 1,1 0,1 0,1 1,1 0,1 1,1 2,-5 38,3-1,3 1,2 0,6 39,2-67,2 0,1 0,2-1,1 0,2-1,2 0,1-1,1-1,2-1,1-1,18 19,-9-11,1-2,2-1,2-2,1-1,2-2,1-2,1-1,1-2,1-2,2-2,0-1,1-3,1-1,1-3,36 6,18-3,0-4,0-4,1-5,89-9,-143 1,0-2,0-3,-1-1,0-3,-1-2,-1-1,0-3,-1-1,-1-3,-1-1,-2-2,0-2,-2-1,-1-3,-1 0,1-6,-4 0,-3 0,-1-3,-2 0,-1-2,-3 0,-2-2,-1 0,-3-1,12-47,-20 51,-2 0,-2-1,-1 1,-3-1,-1 0,-2 1,-3-1,0 1,-3 0,-2 0,-1 1,-2 0,-2 1,-2 1,-1 0,-2 1,-4 3,-1 2,-1 0,-2 1,-1 2,-1 1,-2 2,0 0,-2 3,-1 0,-1 3,-32-15,0 2,0 3,-2 3,-2 3,0 3,-14 1,27 11,0 2,0 3,0 3,0 2,0 2,0 4,0 2,1 2,-14 7,-42 8,6-1</inkml:trace>
  <inkml:trace contextRef="#ctx0" brushRef="#br1" timeOffset="146030.945">28586 2381,'-19'2,"1"2,0 0,-1 1,1 1,1 0,-1 2,1 0,1 1,0 0,-9 7,16-9,-1 0,1 1,0 0,0 1,1-1,1 2,-1-1,1 1,1 0,0 0,0 1,1 0,1 0,0 0,0 1,-2 10,6-13,0-1,0 1,1-1,0 1,0-1,1 0,0 0,1 0,0 0,0 0,0 0,1-1,0 1,1-1,0 0,0 0,0-1,1 0,0 0,0 0,1 0,-1-1,1 0,0-1,1 1,-1-1,1-1,-1 1,1-2,0 1,1-1,-1 0,0 0,1-1,-1 0,0-1,1 0,-1 0,1-1,-1 0,0 0,1-1,-1 0,6-3,-3-1,-1 0,0-1,0 0,0 0,-1-1,0-1,0 0,-1 0,0 0,-1-1,0-1,-1 1,0-1,0-1,7-14,-2 0,-1-1,-1-1,-2 0,2-13,-3 16,0 1,-2-1,-1 0,-2 0,0 0,-1 0,-1 0,-2 0,0 0,-2 0,-1 1,-7-20,12 41,0 0,1 0,-1 1,-1-1,1 1,0-1,-1 1,1-1,-1 1,0 0,1 0,-1 0,0 0,0 0,-1 0,1 0,0 1,-1-1,1 1,-1 0,1-1,-1 1,1 0,-1 1,0-1,0 0,1 1,-1 0,0-1,0 1,0 0,0 0,1 1,-1-1,0 1,0-1,1 1,-1 0,0 0,1 0,-1 0,0 1,-1 2,1 0,-1 1,1-1,0 1,0 0,0 0,1 0,-1 0,1 0,0 0,1 1,0-1,-1 1,2-1,-1 1,1 0,-1-1,2 4,13 104,-14-112,73 331,-61-279,3-1,2 0,11 20,-11-22,-16-39</inkml:trace>
  <inkml:trace contextRef="#ctx0" brushRef="#br1" timeOffset="146307.807">28973 2648,'0'-3,"5"0,3 1,5-1,8 2,4 0,5 0,4 1,1 0,-4 0,-4 0,-7 0</inkml:trace>
  <inkml:trace contextRef="#ctx0" brushRef="#br1" timeOffset="146576.365">28960 2781,'20'5,"15"1,9 0,7-4,-1-1,-5-5,-9 0</inkml:trace>
  <inkml:trace contextRef="#ctx0" brushRef="#br1" timeOffset="146929.419">29602 2340,'0'-2,"0"4,2 8,3 9,4 11,1 6,0 7,0 5,1 2,-2-2,0-2,-1-1,-2-5,-3-4,0-6,-3-6,-2-7,-1-6</inkml:trace>
  <inkml:trace contextRef="#ctx0" brushRef="#br1" timeOffset="147228.62">29668 2246,'-11'5,"-8"6,-6 7,-3 11,-2 6,3 7,3 6,4 0,5-7</inkml:trace>
  <inkml:trace contextRef="#ctx0" brushRef="#br1" timeOffset="147716.868">29522 2862,'11'0,"11"0,11 0,8-2,4-1,-2-3,-10 1</inkml:trace>
  <inkml:trace contextRef="#ctx0" brushRef="#br1" timeOffset="161607.17">30029 1806,'18'-36,"1"2,2 0,1 1,2 1,1 1,1 2,2 0,1 2,0 1,3 1,23-13,-24 23,1 2,1 1,0 2,0 1,1 2,0 1,1 1,-1 3,1 0,0 2,-1 2,1 1,-1 2,0 1,0 1,-1 3,0 0,0 2,-1 1,-1 2,0 1,-1 2,8 6,-25-15,-1 1,1-1,-1 2,-1 0,0 0,-1 1,0 1,-1-1,0 1,-1 1,0 0,-1 0,-1 1,0-1,3 16,13 55,-4 0,-1 24,-9-48,-4 0,-2 0,-3 1,-6 38,3-69,-1 1,-1-1,-2 0,-1 0,-1-1,-2 0,-1-1,-2-1,0 0,-2 0,-1-2,-1 0,-1-1,-1-2,-1 0,-2-1,-1 0,-3-7,0-1,-1-2,-1-1,0-1,-1-1,0-2,0-2,0 0,-1-2,0-1,0-2,-17-2,27 2,-398 0,421 0</inkml:trace>
  <inkml:trace contextRef="#ctx0" brushRef="#br1" timeOffset="162244.066">30685 2727,'-25'30,"-5"0,-2-2,-2-1,0-2,-2-1,0-2,-39 17,90-42,1 1,0 0,-1 1,1 1,0 0,0 1,-1 1,1 0,-1 1,13 5,63 28,-72-26,0-2,0 0,1-1,0-1,0-1,1-1,0-1,20 1,-40-4,0 0,0 0,0 0,0 0,0 0,0 0,0 0,0-1,1 1,-1 0,0-1,0 1,0-1,0 1,0-1,-1 1,1-1,0 0,0 0,0 1,0-1,-1 0,1 0,0 0,-1 0,1 0,-1 0,1 0,-1 0,1 0,-1 0,0 0,1 0,-1 0,0 0,0 0,0 0,0-1,0 1,0 0,0 0,0 0,-1 0,1 0,0 0,-1 0,1 0,-23-57,20 51,-111-203,113 207,-16-20,17 23,0 0,0-1,-1 1,1 0,0-1,0 1,-1 0,1 0,0 0,-1-1,1 1,0 0,-1 0,1 0,-1 0,1-1,0 1,-1 0,1 0,-1 0,1 0,0 0,-1 0,1 0,-1 0,1 0,0 0,-1 1,1-1,0 0,-1 0,1 0,0 0,-1 1,1-1,0 0,-1 0,1 0,0 1,-1-1,1 0,0 1,0-1,-1 0,1 1,0-1,0 0,0 1,-1-1,1 0,0 1,0-1,0 0,0 1,0-1,0 1,0-1,0 0,0 1,-4 12,1-1</inkml:trace>
  <inkml:trace contextRef="#ctx0" brushRef="#br1" timeOffset="176162.25">22704 1605,'1'-13,"1"0,0 0,1 1,0-1,1 1,1 0,0 0,0 0,1 1,1 0,0 0,0 0,2 0,5-10,93-171,-74 143,2 2,3 1,6-3,50-30,-36 34,3 2,1 2,2 4,2 2,1 3,2 3,22-4,117-49,-45 28,180-37,-68 33,-185 41,1 4,25 2,-48 5,91-13,-54 5,1 4,12 6,281 19,-315-11,0 4,79 19,-17-3,578 113,-596-109,-23-6,-1 4,-1 5,49 24,72 38,-134-55,-2 5,32 23,-73-41,-2 3,-2 1,0 2,-2 3,-2 0,7 11,74 108,-64-78,-55-73,15 12,-12-20</inkml:trace>
  <inkml:trace contextRef="#ctx0" brushRef="#br1" timeOffset="177265.683">25631 1,'73'29,"-40"-15,-1 2,0 1,-1 2,-2 1,0 1,0 2,-2 1,-1 0,22 29,-47-53,0 1,0-1,0 1,0-1,0 1,0 0,0-1,0 1,0 0,0 0,-1-1,1 1,0 0,0 0,-1 0,1 0,-1 0,1 0,-1 0,1 0,-1 1,1-1,-1 0,0 0,0 0,0 0,1 1,-1-1,0 0,-1 0,1 0,0 0,0 1,0-1,-1 0,1 0,-1 0,1 0,-1 0,1 0,-1 0,1 0,-1 0,0 0,0 0,1 0,-1 0,0-1,0 1,0 0,0 0,0-1,0 1,0-1,-1 1,-143 33,108-22,0 3,2 0,0 3,1 0,0 3,2 0,1 3,0 0,2 2,-23 26,24-17</inkml:trace>
  <inkml:trace contextRef="#ctx0" brushRef="#br1" timeOffset="182469.213">28733 3490,'0'6,"0"0,1-1,-2 1,1-1,-1 1,0-1,0 1,0-1,-1 1,0-1,0 0,0 0,-1 0,0 0,0 0,0 0,0-1,-29 29,-1-2,-1-2,-2-1,-17 10,-71 39,-3-6,-3-5,-2-6,-3-6,-99 25,76-29,-1-7,-3-7,-18-4,-233 22,-108-13,387-33,0-7,-1-5,1-7,1-5,0-6,2-5,-53-22,-116-41,115 38,-89-42,219 70,1-2,1-2,1-2,2-3,-43-35,-25-11,39 22,33 6,44 49,0 0,1 1,-1-1,0 1,0-1,0 1,0 0,0 0,0-1,0 2,0-1,-1 0,1 0,0 1,-1-1,1 1,0 0,-1-1,1 1,-1 0,0 1,-19-4,13 1</inkml:trace>
  <inkml:trace contextRef="#ctx0" brushRef="#br1" timeOffset="183300.296">24829 4212,'-2'0,"1"-2,6-1,11 0,11-2,14-2,10 0,8-1,5 1,2 1,-5 2,-7 4,-12 2,-9 1,-11-1</inkml:trace>
  <inkml:trace contextRef="#ctx0" brushRef="#br1" timeOffset="183847.35">24722 4265,'15'3,"0"0,0 0,0 1,0 1,-1 1,0 0,0 1,0 0,-1 1,0 0,0 1,-1 1,-1 0,1 1,0 2,12 8,38 31,-30-22,1-2,1 0,2-3,0-1,2-2,1-1,14 4,3-12,-55-13,1 0,-1 0,1 0,-1 0,1 0,-1 0,1-1,-1 1,1 0,-1-1,0 0,1 1,-1-1,0 1,1-1,-1 0,0 0,0 0,0 0,0 0,0 0,0 0,0 0,0 0,0-1,0 1,0 0,-1-1,1 1,-1 0,1-1,-1 1,1-1,-1 1,0-1,0 1,0-9,0 1,-1-1,-1 1,1-1,-2 1,1 0,-1 0,-1 0,1 0,-1 0,-2-2,-1-3,-9-22,-1 0,1 1,2-2,2 0,2 0,-2-16,6-44,7 159,-3-1,-3 1,-2-1,-3 2,0-4</inkml:trace>
  <inkml:trace contextRef="#ctx0" brushRef="#br1" timeOffset="189082.036">25511 5442,'-5'20,"-3"19,-3 11,0 9,1 5,-2 4,3-1,2-3,2-5,2-6,0-10,-1-10,-1-12,0-11</inkml:trace>
  <inkml:trace contextRef="#ctx0" brushRef="#br1" timeOffset="189332.93">25150 5348,'18'4,"23"3,21-2,21-2,15-5,7-4,-4-1,-12 0,-16 4,-21 3</inkml:trace>
  <inkml:trace contextRef="#ctx0" brushRef="#br1" timeOffset="189534.395">25792 5695,'16'3,"16"0,17 0,9 0,4 0,-2 2,-9 0,-13 1</inkml:trace>
  <inkml:trace contextRef="#ctx0" brushRef="#br1" timeOffset="189713.757">25872 5883,'4'14,"16"4,18-1,15-5,14-8,5-4,-8-2</inkml:trace>
  <inkml:trace contextRef="#ctx0" brushRef="#br1" timeOffset="190081.09">26513 5923,'13'-6,"-1"-1,0 0,0-1,-1-1,0 1,-1-2,0 1,0-1,-1-1,0 0,-1 0,0-1,-1 0,-1 0,1-1,-2 1,0-1,0-1,-2 1,2-7,-6-27,-9 111,-13 95,0 89,24-184,2-43</inkml:trace>
  <inkml:trace contextRef="#ctx0" brushRef="#br1" timeOffset="190326.952">26621 6191,'2'0,"5"0,9 2,8 1,9 0,8-1,7-3,3-1,-6 0</inkml:trace>
  <inkml:trace contextRef="#ctx0" brushRef="#br1" timeOffset="190581.28">27262 6284,'0'-9,"0"-3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8:57.84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1 159,'18'-5,"20"-5,17-7,12-4,10-3,4 0,0 2,-5 2,-14 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8:58.19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13,'0'3,"0"-1,0 1,0-1,1 1,-1-1,1 1,-1-1,1 1,0-1,0 1,0-1,0 0,0 0,1 1,-1-1,0 0,1 0,0 0,0 0,-1-1,1 1,0 0,0-1,1 1,-1-1,0 0,0 0,1 0,-1 0,0 0,1 0,-1-1,1 1,-1-1,1 0,0 1,-1-1,1 0,-1-1,1 1,-1 0,1-1,1 0,-2 0,-1 0,1 0,-1 0,0 0,0 0,1-1,-1 1,0 0,0-1,0 1,0-1,-1 1,1-1,0 0,-1 1,1-1,-1 1,1-1,-1 0,0 0,0 1,0-1,0 0,0 1,0-1,0 0,0 0,-1 1,1-1,-1 0,1 1,-1-1,0 1,0-1,1 1,-1-1,0 1,0-1,0 1,-1 0,1 0,0 0,0-1,-1 1,1 0,-1 0,1 1,-1-1,1 0,-1 0,0 1,1-1,-1 1,0 0,1-1,-1 1,0 0,0 0,-25 22,15-5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8:56.75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293 222,'-5'-7,"-1"1,0 7,4 15,2 19,1 15,2 9,1 5,0 0,-1-4,2-7,1-14,3-12,2-12,-1-7</inkml:trace>
  <inkml:trace contextRef="#ctx0" brushRef="#br0" timeOffset="254.085">493 222,'0'-7,"0"3,0 8,0 13,2 15,1 11,1 7,-2 5,0-1,1-2,1-6,-1-9,1-9,3-11,2-10,0-6</inkml:trace>
  <inkml:trace contextRef="#ctx0" brushRef="#br0" timeOffset="455.12">707 196,'2'16,"4"12,2 8,3 7,1 3,-2 3,-1-1,-3 0,-3-6,-1-3,-2-8,0-8</inkml:trace>
  <inkml:trace contextRef="#ctx0" brushRef="#br0" timeOffset="733.343">12 116,'-7'-5,"2"-1,12-2,15-2,21-2,20-2,16-5,8 2,0 3,-5 5,-12 8,-16 10,-16 5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9:02.26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118 457,'-24'-133,"16"92,-48-200,44 216,12 25,-1-1,1 1,0 0,0-1,0 1,0 0,0 0,-1-1,1 1,0 0,0-1,0 1,-1 0,1 0,0-1,0 1,-1 0,1 0,0 0,-1 0,1-1,0 1,-1 0,1 0,0 0,-1 0,1 0,0 0,-1 0,1 0,0 0,-1 0,1 0,0 0,-1 0,1 0,0 0,-1 0,1 0,0 0,-1 1,1-1,0 0,0 0,-1 0,1 1,0-1,0 0,-1 0,1 0,0 1,0-1,-1 0,1 1,0-1,0 0,0 1,0-1,0 0,-1 0,1 1,0-1,0 0,0 1,0-1,0 0,0 1,0-1,0 1,0-1,0 1,-1 0,1 0,0 0,0 0,0-1,0 1,0 0,0 0,0 0,0 0,0 0,0-1,0 1,1 0,-1 0,0 0,0-1,1 1,-1 0,1 0,-1-1,1 1,-1 0,1-1,-1 1,1 0,0-1,-1 1,1-1,0 1,-1-1,1 1,0-1,0 0,-1 1,1-1,0 0,0 0,0 1,0-1,-1 0,1 0,0 0,1 0,40-2,19-17,-49 14,1 0,-1 1,1 1,-1 0,1 1,0 0,0 1,7 0,-15 2,-1 0,0 0,1 0,-1 1,0-1,0 1,0 0,0 0,0 0,0 1,-1-1,1 1,-1 0,1 0,-1 0,0 1,-1-1,1 1,0-1,-1 1,2 3,32 89,-14-16,-3 2,-4-1,-4 2,-2 14,-9-81,0 0,0 0,-2 0,0 0,0 0,-2 0,0-1,-1 1,-3 5,6-15,-1 0,0-1,0 1,0-1,-1 0,1 0,-1 0,-1 0,1-1,-1 1,1-1,-1 0,0-1,-1 1,1-1,-1 0,1 0,-1-1,0 0,0 0,0 0,0-1,0 1,-1-2,-1 1,2-1,0 0,0-1,0 0,0 0,1 0,-1-1,0 0,0 0,1 0,0-1,-1 0,1 0,0 0,0-1,0 1,1-1,0 0,-1-1,1 1,1-1,-4-4,0 0,1-1,0 0,0 0,1-1,1 0,0 1,0-1,1-1,0 1,1 0,1-1,0 8,1 0,0 0,1-1,-1 1,1 0,-1 0,1 0,1 0,-1 0,0 0,1 1,0-1,0 0,0 1,0-1,1 1,-1 0,1-1,0 1,0 1,0-1,0 0,1 1,-1-1,1 1,99-43,-92 41,149-40,-113 35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9:02.87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0,'12'16,"7"12,4 8,0 5,-4 4,-8 4,-10 5,-9-1,-11-1,-7-10,2-12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9:04.04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0,'16'0,"14"0,13 0,14 0,8 0,6 0,1 0,-3 3,-14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9:03.14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1,'9'22,"5"20,1 15,-3 13,-5 5,-9 1,-6-3,-2-9,1-14,4-15,8-18,3-12</inkml:trace>
  <inkml:trace contextRef="#ctx0" brushRef="#br0" timeOffset="353.459">415 1,'-12'25,"-1"0,-1-1,-1-1,-1 0,-1-1,-1-1,-1 0,-1-1,0-2,-2 0,0-1,-1-1,-6 3,26-18,1 0,0 1,-1 0,1-1,0 0,-1 0,0 0,1 0,-1 0,0 0,1-1,-1 1,0-1,0 0,0 1,1-1,-1-1,0 1,0 0,0-1,3 1,0-1,0 0,0 1,0-1,0 0,0 1,0-1,0 0,0 1,0-1,0 0,0 1,0-1,1 0,-1 1,0-1,0 0,1 1,-1-1,1 1,-1-1,0 1,1-1,-1 1,1-1,-1 1,1-1,-1 1,1 0,-1-1,1 1,0 0,-1-1,1 1,0 0,-1 0,1 0,-1-1,1 1,0 0,-1 0,1 0,0 0,-1 0,1 0,0 0,-1 1,1-1,0 0,-1 0,1 0,0 1,-1-1,6 1,-1 1,0 0,1 0,-1 1,0-1,-1 1,1 0,0 1,-1-1,0 1,1-1,-1 2,-1-1,1 0,-1 0,0 1,0 0,1 1,12 15,-7-13,-1 1,1-1,1 0,0-1,0-1,0 1,1-1,0-1,0 0,0-1,1 0,0 0,0-1,-1-1,2 0,-1-1,0 0,0-1,0 0,0-1,0 0,0-1,5-1,111-25,-74 13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9:19.28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0,'20'14,"19"18,16 19,11 20,8 17,-1 17,-6 12,-14 7,-19 4,-28 3,-34 0,-39-3,-40-2,-36-4,6-23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9:21.91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1,'14'9,"16"3,18-1,17-1,14-4,9-1,3-3,-13-1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9:20.91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229 160,'5'73,"-5"-73,0-1,0 1,0 0,0 0,0 0,1 0,-1-1,0 1,0 0,0 0,0 0,0 0,0 0,1 0,-1-1,0 1,0 0,0 0,0 0,1 0,-1 0,0 0,0 0,0 0,1 0,-1 0,0 0,0 0,0 0,1 0,-1-24,-2 17,0 0,0 0,-1 0,0 1,0-1,0 1,-1 0,0 0,0 0,-1 1,1 0,-1-1,0 2,-2-2,5 4,0 0,-1 0,1 0,-1 0,0 1,0-1,1 1,-1 0,0 0,0 0,0 0,0 0,0 1,-1-1,1 1,0 0,0 0,0 0,0 0,0 1,0-1,0 1,-1 0,1 0,1 0,-1 0,0 0,0 1,0 0,1-1,-1 1,1 0,-1 0,-7 10,1 0,1 0,0 1,1 0,0 1,1-1,1 1,0 0,1 1,0-1,1 1,1 0,0-1,1 1,0 2,0-2,-1 0,2 1,0-1,1 1,0-1,1 0,3 12,-3-22,-1 0,1 0,0 0,0-1,1 1,-1-1,1 1,0-1,0 0,1 0,-1 0,1 0,0-1,0 0,0 1,0-1,1-1,-1 1,1-1,-1 1,1-1,0-1,0 1,4 0,15 0,1-1,0-1,-1-1,1-1,-1-1,0-1,1-2,-2 0,1-2,-1 0,0-1,4-4,14-3,-2-2,0-1,-1-2,-1-1,32-27,-39 23</inkml:trace>
  <inkml:trace contextRef="#ctx0" brushRef="#br0" timeOffset="266.477">817 0,'-2'0,"-1"5,0 7,1 12,0 13,1 9,0 8,1 4,0 2,0-1,0-6,1-10,1-9,3-11,1-9</inkml:trace>
  <inkml:trace contextRef="#ctx0" brushRef="#br0" timeOffset="577.714">1137 26,'-16'11,"0"1,1 0,1 1,0 0,0 1,1 1,1 0,1 0,-4 8,-31 36,-22 17,67-76,1 0,0 1,-1-1,1 0,-1 1,1-1,0 1,-1-1,1 0,0 1,0-1,-1 1,1-1,0 1,0-1,0 1,0-1,-1 1,1-1,0 1,0-1,0 1,0-1,0 1,0-1,0 1,1-1,-1 1,0-1,0 1,0-1,0 1,1-1,-1 0,0 1,0-1,1 1,-1-1,0 0,1 1,-1-1,0 1,1-1,-1 0,1 0,-1 1,0-1,1 0,-1 0,1 1,-1-1,33 5,-16-4,205 63,-184-58,-1-1,1-3,0-1,0-1,0-3,0 0,-1-3,8-3,14-4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9:04.38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134 879,'0'16,"2"12,3 8,4 7,-1 3,1-2,1-6,-1-7,-2-9</inkml:trace>
  <inkml:trace contextRef="#ctx0" brushRef="#br0" timeOffset="698.366">0 692,'104'10,"-69"-9,0 2,0 1,0 2,-1 1,0 2,0 1,-1 2,30 14,-54-20,0 1,0 0,0 0,-1 1,0 0,-1 1,0 0,0 0,-1 0,0 1,0-1,-1 2,-1-1,1 0,-2 1,1 0,-2 0,1 0,-2 0,1 0,-2 1,1-1,-2 0,1 1,-2 1,4 70,-2-82,1 0,0 0,-1 0,1 0,0 0,-1 0,1 0,0 0,0 0,0-1,0 1,0 0,0-1,0 1,0-1,0 1,0-1,0 1,0-1,1 0,-1 0,0 1,0-1,0 0,1 0,-1 0,0 0,0 0,0-1,0 1,1 0,-1 0,0-1,0 1,0-1,1 0,40-21,-30 13,0-1,-1 0,0-1,-1 0,0 0,-1-1,-1 0,1-1,-2 0,0-1,0 1,1-8,-7 22,0-1,0 0,0 1,0-1,0 0,-1 1,1-1,0 1,0-1,0 1,0-1,-1 1,1 0,0-1,-1 1,1 0,0 0,-1 0,1-1,-1 1,1 0,-1 0,0 0,1 0,-1 0,0 0,0 0,1 0,-1 0,0 0,0 0,0 0,0 0,0 0,0 0,-1 0,1 0,0 0,-1 0,4 7,-2-1,1-1,0 1,0-1,0 0,1 1,0-1,0 0,1-1,0 1,0 0,0-1,0 0,1 0,0 0,0-1,0 0,1 0,-1 0,1-1,0 1,0-1,1-1,-1 1,0-1,1 0,-1 0,1-1,0 0,-1 0,1-1,0 0,0 0,0 0,1-1,0-2,-1 1,0-1,0 0,0-1,0 0,0 0,-1 0,0-1,0 0,0 0,0 0,-1-1,0 0,0 0,-1 0,1-1,-2 0,1 0,-1 0,1 0,-2 0,1-2,5-16,-1-2,-1 1,-2-1,-1 0,1-21,-4-364,-2 299,-1 98,-1 45,-8 109,5 0,8 48,0-164,1 0,1 0,0 0,2 0,1-1,1 0,3 6,-7-22,0 1,1 0,-1-1,1 1,0-1,1 0,0-1,0 1,0-1,0 0,1 0,0 0,0-1,0 0,0 0,1-1,0 0,0 0,0 0,0-1,0 0,0 0,0-1,1 0,25 0,-6-4</inkml:trace>
  <inkml:trace contextRef="#ctx0" brushRef="#br0" timeOffset="945.707">829 558,'18'4,"20"3,21-2,22-2,15-3,9-1,-13 0</inkml:trace>
  <inkml:trace contextRef="#ctx0" brushRef="#br0" timeOffset="1679.197">1471 1146,'30'-79,"-3"-2,15-76,-41 151,1-3,0 0,0 0,-1 0,0 0,-1 0,1-1,-2 1,0 0,0 0,0 0,-2-3,2 11,0 0,1 0,-1 0,0 0,0 0,0 0,0 0,0 0,0 0,0 1,0-1,0 1,-1-1,1 0,0 1,0 0,-1-1,1 1,0 0,0 0,-1-1,1 1,0 0,-1 0,1 1,0-1,-1 0,1 0,0 1,0-1,-1 0,1 1,0-1,0 1,0 0,0-1,0 1,0 0,0 0,0 0,0 0,0 0,0 0,0 0,0 0,1 0,-1 0,0 0,0 0,0 0,0 0,0 0,0 0,0 0,0 0,0 0,0 1,0-1,1 0,-1 0,0 1,1-1,-1 0,1 1,-1-1,1 1,0-1,0 1,-1-1,1 1,0-1,0 0,1 1,-1-1,0 1,0-1,1 1,-1-1,1 0,-1 1,1-1,-1 0,1 1,0-1,0 0,0 0,0 0,0 1,0-1,0 0,0 0,0-1,0 1,0 0,1 0,8 2,-1 0,1-1,-1 0,1-1,0 0,0 0,-1-1,1 0,0-1,6-1,1 1,218-14,-232 15,0 0,0-1,0 1,0 0,0 1,0-1,1 0,-1 1,0 0,0 0,0 0,0 0,-1 0,1 0,0 1,0 0,-1-1,1 1,-1 0,1 0,-1 0,0 1,0-1,0 0,0 1,0 0,-1-1,1 1,-1 0,0 0,1 0,-1 0,-1 0,1 0,0 1,-23 154,22-155,0 0,0 0,0-1,1 1,-1 0,1 0,0 0,0-1,0 1,0 0,0-1,1 1,-1-1,1 1,0-1,0 0,0 0,0 0,0 0,0 0,0 0,1 0,-1-1,0 1,1-1,0 0,-1 1,1-1,0-1,0 1,-1 0,1-1,0 1,0-1,0 0,2 0,8 1,-1-2,1 1,-1-1,1-1,-1-1,0 1,11-5,97-51,-119 58,0 0,0 0,0 0,0 0,0 0,0 0,0 1,0-1,0 0,0 0,0 1,-1-1,1 0,0 1,0-1,0 1,0-1,0 1,-1 0,1-1,0 1,-1 0,1 0,0-1,-1 1,1 0,-1 0,1 0,-1 0,0 0,1-1,-1 1,0 0,0 0,1 0,-1 0,0 0,0 0,0 0,0 0,0 0,0 0,-1 0,1 0,0 0,0 0,-1 0,1 1,2 13,-1-12,0 1,1-1,-1 0,1 0,0 0,0 0,0 0,0-1,0 1,1 0,-1-1,1 0,0 0,0 1,-1-2,1 1,1 0,-1-1,0 1,0-1,1 0,-1 0,0 0,1 0,-1-1,1 0,-1 1,1-1,2-1,0 2,-1-2,1 1,0-1,0 0,-1 0,1 0,-1-1,1 0,-1 0,0 0,1-1,-1 0,0 0,-1 0,1-1,-1 1,5-5,-5 2,-1-1,1 1,-1-1,-1 1,1-1,-1 0,0 0,-1 0,1 0,-1 0,-1 0,0 0,0-1,0 1,-1 0,1 0,-2 0,1 0,-1 0,0 0,-1 0,0 0,0 1,0 0,-1-1,0 1,0 0,0 1,-1-1,0 1,0 0,0 0,-1 0,1 1,-1 0,0 0,-1 0,1 1,0 0,-5-1,6 3,0 0,1 0,-1 1,0-1,0 1,1 1,-1-1,0 1,0-1,1 1,-1 1,0-1,1 1,-1 0,1 0,0 0,0 0,0 1,0-1,0 1,0 0,1 1,-1-1,1 1,0-1,-2 4,-1 0,1 1,0-1,0 1,1 0,0 0,1 1,-1-1,1 1,1 0,0 0,0 0,1 0,0 7,1-12,0 1,1-1,0 1,0-1,0 1,0-1,1 0,-1 0,1 0,1 0,-1 0,0 0,1 0,0 0,0-1,0 0,0 1,0-1,1 0,-1-1,1 1,0-1,0 1,0-1,0 0,0-1,0 1,1-1,-1 0,4 1,28 6</inkml:trace>
  <inkml:trace contextRef="#ctx0" brushRef="#br0" timeOffset="1927.687">2527 465,'-18'2,"-11"5,-5 9,-1 6,6 5,7 6,7 2,12 1,12-1,14-1,3-7</inkml:trace>
  <inkml:trace contextRef="#ctx0" brushRef="#br0" timeOffset="2477.833">2674 972,'25'53,"-21"-42,1 0,0-1,0 1,1-1,0 0,1-1,0 0,2 2,-7-11,-1 1,1 0,0-1,-1 1,1-1,0 1,0-1,-1 0,1 0,0 0,0 0,-1 0,1 0,0 0,0 0,0-1,-1 1,1-1,0 1,-1-1,1 0,0 0,-1 0,1 0,-1 0,0 0,1 0,-1 0,0 0,1-1,-1 1,0-1,0 1,0-1,0 1,-1-1,1 1,0-1,-1 0,1 1,-1-1,1 0,-1 0,0 1,1-2,10-26,-2-1,0-1,-2 1,-2-1,0-1,-2 1,-2 0,-1-22,0 42,0 11,0 0,0 0,1 0,-1 1,0-1,1 0,-1 0,0 0,1 0,-1 0,0 0,1 0,-1 0,1 0,-1 0,0 0,1 0,-1 0,0 0,1 0,-1 0,0 0,1 0,-1 0,0 0,1-1,-1 1,0 0,1 0,-1 0,0-1,0 1,1 0,-1 0,0-1,0 1,0 0,1-1,-1 1,0 0,0-1,0 1,0 0,0-1,1 1,-1 0,0-1,0 1,0 0,0-1,0 1,0 0,0-1,0 1,0 0,0-1,-1 1,1-1,11 8,1 0,-1-1,1-1,0 0,0-1,1 0,-1-1,1 0,0-1,0-1,2 1,63 12,-75-14,1 2,0-1,0 0,-1 1,1-1,-1 1,0 0,1 1,-1-1,0 0,0 1,0 0,-1-1,1 1,0 0,-1 0,0 1,0-1,0 0,0 1,-1 0,1-1,-1 1,0 0,0-1,0 1,-1 0,1 0,-1 0,0 0,0 0,-1 46,0-42,0 0,1 0,-1-1,2 1,-1 0,1 0,0-1,0 1,1 0,0-1,1 0,-1 1,2-1,1 4,-3-9,0 0,0 0,0 0,1 0,-1 0,0-1,1 1,-1-1,1 0,0 0,-1 0,1 0,0 0,0 0,-1-1,1 1,0-1,0 0,0 0,0 0,0 0,0 0,-1-1,1 1,0-1,0 0,-1 0,1 0,1-1,72-44,-67 38,0-1,0 0,-1 0,-1-1,1 1,-1-2,-1 1,0-1,-1 0,0 0,0-1,-1 0,2-11,-8 40,0-1,2 0,0 1,1-1,0 1,1-1,4 13,-4-25,-1 1,1-1,0 1,0-1,0 0,1 0,-1 0,1 0,0 0,0-1,1 1,-1-1,1 0,0 0,-1 0,1-1,1 1,-1-1,0 0,0 0,1 0,-1-1,1 1,0-1,-1 0,1-1,0 1,-1-1,1 0,0 0,0 0,-1-1,1 0,0 1,-1-2,1 1,1-1,19-11</inkml:trace>
  <inkml:trace contextRef="#ctx0" brushRef="#br0" timeOffset="2649.372">3557 491,'-16'0,"-10"2,-3 4,4 2,13 5,19 4,23 2,6-2</inkml:trace>
  <inkml:trace contextRef="#ctx0" brushRef="#br0" timeOffset="11847.356">15281 291,'-14'-5,"-11"-1,-8 0,-6 6,0 10,6 7,9 8,9 6,11 6,10 2,5-5</inkml:trace>
  <inkml:trace contextRef="#ctx0" brushRef="#br0" timeOffset="14313.283">19492 210,'4'-8,"0"1,0-1,1 1,0 0,1 0,-1 1,1 0,1 0,-1 0,1 0,0 1,0 0,1 1,-1 0,1 0,0 0,5 0,36-17,1 2,1 2,1 2,0 3,2 2,54-1,-107 10,1 1,-1 0,1 0,0 0,-1 0,1 1,-1-1,1 0,-1 1,1-1,-1 1,1-1,-1 1,1-1,-1 1,0 0,1 0,-1 0,0 0,0 0,0 0,0 0,0 0,0 1,0-1,0 0,0 1,0-1,-1 0,1 1,-1-1,1 1,-1-1,1 1,-1-1,0 1,0 0,0-1,0 1,0-1,0 1,0-1,0 1,0-1,-1 1,1-1,-1 1,1-1,-1 1,0-1,0 1,1-1,-111 188,98-165,1 1,0 0,2 1,1 0,2 0,0 1,1 0,2 1,1 4,2 9</inkml:trace>
  <inkml:trace contextRef="#ctx0" brushRef="#br0" timeOffset="14620.505">19839 1026,'40'31,"-39"-30,0 0,0-1,0 1,0-1,1 1,-1 0,0-1,0 0,0 1,1-1,-1 0,0 0,0 1,1-1,-1 0,0 0,1 0,-1-1,0 1,0 0,1 0,-1-1,0 1,0-1,0 1,1-1,-1 1,0-1,0 0,0 1,0-1,0 0,0 0,0 0,0 0,0-1,0 0,0 0,-1 0,1 1,0-1,-1 0,0-1,1 1,-1 0,0 0,0 0,0 0,0 0,-1 0,1 0,0 0,-1 0,1 0,-1 0,0 0,0 0,0 1,0-1,0 0,0 0,0 1,-1-1,1 1,-2-2,-45-37,-9 19,55 20,0 1,0-1,0 1,0 0,0 0,1 0,-1-1,0 2,0-1,0 0,0 0,0 1,0-1,1 1,-1-1,0 1,0 0,1 0,-1 0,0 0,1 0,-1 0,1 0,-1 0,1 1,0-1,0 0,-1 1,1-1,0 1,1 2,0 0,0-1,0 1,1-1,0 1,-1-1,1 1,0-1,1 1,-1-1,1 0,-1 0,1 1,0-1,0 0,0-1,1 1,-1 0,1-1,-1 1,1-1,0 0,0 0,0 0,0 0,0 0,1-1,-1 1,0-1,3 0,29 15</inkml:trace>
  <inkml:trace contextRef="#ctx0" brushRef="#br0" timeOffset="12378.104">16337 905,'13'-27,"-1"-4,-2 0,-2-1,0 0,-2 0,1-31,2 1,-9 61,-1-1,1-1,0 1,0-1,0 1,0-1,0 1,0-1,1 1,-1-1,1 1,0-1,-1 1,1 0,0-1,1 1,-1 0,0 0,1 0,-1 0,1 0,-1 0,1 0,0 0,0 1,0-1,0 1,0-1,0 1,0 0,1 0,-1 0,0 0,1 0,-1 1,1-1,-1 1,2-1,5 6,1 0,-1 0,0 1,-1 0,0 1,0 0,0 0,-1 1,0 0,0 0,4 7,1 0,1-2,-2 1,0 0,0 0,-2 1,0 1,0 0,-1 0,-1 0,2 11,-8-25,-1-1,0 1,0 0,1-1,-1 1,0-1,0 1,-1 0,1-1,0 1,0-1,-1 1,1 0,-1-1,1 1,-1-1,0 0,0 1,0-1,0 1,1-1,-2 0,1 0,0 0,0 1,0-1,-1 0,1-1,0 1,-1 0,1 0,-1 0,1-1,-1 1,1-1,-2 1,-61 6,60-7,-49-9,47 3</inkml:trace>
  <inkml:trace contextRef="#ctx0" brushRef="#br0" timeOffset="13111.765">16978 558,'-4'-2,"0"1,-1-1,1 1,0 0,-1 1,0-1,1 1,-1 0,1 0,-1 0,1 0,-1 1,1 0,-1 0,1 0,-1 1,1-1,0 1,0 0,0 1,0-1,0 0,0 1,1 0,-1 0,1 0,0 0,0 1,0-1,0 1,1 0,-1 0,1 0,0 0,-1 4,1-2,1 1,0 0,0 0,1 0,-1-1,2 1,-1 0,1 0,0 0,0 0,1-1,0 1,0 0,0-1,1 0,0 0,0 1,1-2,0 1,0 0,0-1,5 4,-1 0,0-1,1-1,0 1,0-2,1 1,-1-1,2-1,-1 0,0 0,1-1,0 0,0-1,5 1,-8-2,1-1,-1 1,0-1,1-1,-1 1,1-2,0 1,-1-1,0 0,1-1,-1 0,0 0,0-1,0 0,0 0,0-1,-1 0,1-1,-1 1,0-1,-1-1,1 1,-1-1,0 0,0-1,-1 1,0-1,3-6,0-4,-2 1,0-1,-1-1,-1 1,0-1,-2 0,0 0,-1 1,0-1,-2 0,0 0,-1-2,1 13,1-1,-1 1,0 0,-1 0,1 0,-1 0,-1 0,1 0,-1 1,-1-1,-1-2,5 9,0 1,0-1,0 0,0 1,0-1,0 0,0 1,0-1,0 0,0 1,0-1,0 0,0 1,0-1,0 0,0 1,0-1,0 0,-1 0,1 1,0-1,0 0,0 0,-1 1,1-1,0 0,0 0,-1 1,1-1,0 0,0 0,-1 0,1 0,0 1,-1-1,1 0,0 0,-1 0,1 0,0 0,-1 0,1 0,0 0,0 0,-1 0,1 0,0 0,-1 0,1 0,0 0,-1 0,1-1,0 1,-1 0,1 0,0 0,0 0,4 5,1 0,0 0,0-1,1 1,-1-1,1 0,0 0,0-1,0 0,1 0,-1 0,1-1,-1 0,1-1,0 1,145 33,-148-34,0 0,0 0,-1 1,1-1,-1 1,1 0,-1 0,1 0,-1 0,0 0,0 1,0 0,-1-1,1 1,0 0,-1 0,0 1,0-1,0 0,0 1,0-1,-1 1,0 0,0-1,0 1,0 0,0 0,-1 0,1 1,0 32,-2-32,0 0,1 0,0-1,-1 1,1 0,1 0,-1 0,1 0,0-1,0 1,0 0,1 0,-1-1,1 1,0-1,1 0,-1 0,1 1,0-2,0 1,0 0,0 0,0-1,1 0,0 0,0 0,0 0,0 0,0-1,2 1,4-1,1 0,-1-1,0-1,0 1,1-2,-1 1,0-1,1-1,-1 0,0 0,0-1,-1-1,1 1,-1-2,1 1,-1-1,-1 0,1-1,-1 0,0-1,0 0,0 0,-1 0,-1-1,1 0,-1 0,0-1,-1 0,0 0,0 0,-1 0,-1-1,1 0,0-7,-15 103,11-83,0 0,0 0,1 0,-1 0,1 0,0 0,-1 0,1 0,1 0,-1 0,0 0,1-1,-1 1,1 0,0-1,0 0,0 1,0-1,0 0,0 0,1 0,-1 0,1 0,0-1,-1 1,1-1,0 0,0 0,2 1,14 2</inkml:trace>
  <inkml:trace contextRef="#ctx0" brushRef="#br0" timeOffset="13652.009">17914 237,'0'2,"0"1,-1-1,1 0,0 0,0 0,0 0,1 0,-1 0,0 0,1 1,-1-1,1 0,0 0,0-1,0 1,0 0,0 0,0 0,0 0,1-1,-1 1,1-1,-1 1,1-1,-1 0,1 1,0-1,0 0,0 0,0 0,0 0,1 1,60 46,-45-37,0 1,-2 1,0 0,0 1,-1 1,-1 0,0 1,-2 1,1 0,-1 3,55 187,-66-203,1 1,-1 0,1-1,0 0,0 1,1-1,-1 0,1 0,0 0,0 0,0-1,1 1,-1-1,1 0,0 0,-1 0,1 0,1-1,-1 0,0 0,1 0,-1 0,1-1,-1 1,1-1,0 0,0-1,-1 1,1-1,0 0,0 0,0 0,0-1,-1 0,1 0,4-1,5-6,-1 1,-1-2,0 0,0 0,0-1,-1-1,-1 0,0 0,0-1,-1 0,-1-1,0 0,-1 0,0 0,-1-1,-1 0,0-1,0 1,-2-1,1-5,-5 12,-8 22,4-5,1 0,-1 0,2 0,-1 1,1-1,1 1,-1 0,2 0,-1 0,1 0,1 0,0 0,0 1,1-1,1 0,-1 0,3 5,1-10,0 0,0-1,1 0,-1 0,1 0,0-1,0 1,0-1,1-1,-1 1,1-1,-1 0,1-1,0 1,0-1,0-1,-1 1,1-1,0-1,0 1,5-2,-11 2,49-1</inkml:trace>
  <inkml:trace contextRef="#ctx0" brushRef="#br0" timeOffset="11591.043">14331 972,'-2'-1,"0"0,0-1,1 1,-1 0,0-1,1 0,-1 1,1-1,0 0,0 1,-1-1,1 0,0 0,0 0,1 0,-1 0,0 0,1-1,-1 1,1 0,0 0,0 0,0 0,0-1,0 1,0 0,0 0,1 0,-1 0,1-1,0 1,-1 0,1 0,0 0,0 0,1 0,66-213,-64 206,-2 2,0 0,1 1,0-1,0 1,0 0,1 0,0 0,0 0,0 1,4-3,-6 7,1 1,-1 0,1 0,-1 0,1 0,-1 0,1 0,-1 1,1-1,-1 1,0 0,1 0,-1 0,0 0,1 0,-1 0,0 0,0 1,0-1,0 1,0 0,-1-1,1 1,0 0,-1 0,1 0,-1 0,0 1,1-1,-1 0,0 0,0 3,3 0,14 19,-2 1,0 1,-2 0,0 1,-2 1,0 3,-11-30,0 1,0 0,0 0,0-1,0 1,0 0,-1 0,1 0,-1 0,1 0,-1 0,0 0,0 0,0 0,0 0,0 0,0 0,-1 0,1 0,-1 0,1 0,-1 0,0 0,1 0,-1 0,0 0,-1-1,1 1,0 0,0-1,-1 1,1-1,0 1,-1-1,0 0,1 0,-1 0,-1 1,-1-1,1 0,0 0,0-1,0 0,0 0,-1 0,1 0,0 0,0 0,0-1,-1 1,1-1,0 0,0 0,0-1,0 1,0 0,1-1,-1 0,0 1,1-1,-1 0,1-1,-1 1,1 0,0-1,0 1,0-1,1 0,-1 1,0-1,1 0,0 0,0 0,0 0,0 0,0 0,1-1,-1 1,1 0,0 0,0 0,0-1,0 1,0-1,5-1,-1 1,1 0,0-1,0 1,1 1,-1-1,1 1,0 0,-1 0,1 1,1 0,-1 0,0 0,0 1,1-1,-1 2,1-1,-1 1,1 0,197-6,-202 6,0 0,0 0,0 0,0 0,0 0,0 0,0 1,0-1,0 1,0-1,0 1,0 0,-1 0,1 0,0 0,0 0,-1 0,1 0,-1 1,1-1,-1 1,0-1,1 1,-1-1,0 1,0 0,0 0,0-1,0 1,-1 0,1 0,0 0,-1 0,0 0,1 0,-1 0,0 0,1 13,-1-11,0-1,-1 0,1 0,1 1,-1-1,0 0,1 0,0 0,-1 1,1-1,1 0,-1 0,0 0,1 0,-1 0,1-1,0 1,0 0,0-1,0 0,1 1,-1-1,1 0,-1 0,1 0,0 0,-1-1,1 1,1 0,5 0,-1 0,0 0,1 0,-1-1,1 0,0-1,-1 0,1 0,-1-1,1 0,-1 0,1-1,-1 0,0-1,0 0,0 0,0 0,2-2,-5 2,0 0,-1 0,1 0,-1-1,0 1,1-1,-2 0,1-1,0 1,-1 0,0-1,0 0,0 0,-1 0,1 0,-1 0,-1 0,1 0,-1-1,0 1,0-1,0 1,-1-1,1 0,-2 1,1-1,0 1,-2-4,0 1,0 1,-1 1,1-1,-1 0,-1 1,1-1,-1 1,-1 0,1 0,-1 0,0 1,0 0,0 0,-1 0,0 1,0-1,0 1,0 1,-1-1,0 1,1 0,-1 1,-4-1,6 1,-1 0,1 1,0-1,-1 1,1 1,-1-1,1 1,-1 0,1 0,-1 1,1 0,-1 0,1 0,-1 0,1 1,0 0,0 0,0 0,0 1,0 0,0 0,1 0,-1 0,1 1,0 0,0 0,1 0,-1 0,1 0,-1 1,0 1,2-1,0 0,0 0,0 0,0 0,1 0,0 0,0 0,0 0,1 0,-1 0,1 1,1-1,-1 0,1 0,-1 0,2 1,-1-1,0 0,1 0,0-1,0 1,1 0,-1-1,1 1,0-1,0 0,1 0,-1 0,1 0,0 0,0-1,0 0,0 0,0 0,1 0,-1-1,1 0,0 0,0 0,0 0,2 0,38 10,-1-5</inkml:trace>
  <inkml:trace contextRef="#ctx0" brushRef="#br0" timeOffset="12094.693">15268 839,'4'16,"4"7,3 3,2-4,5-6,7-4,8-10,5-10,-3-3</inkml:trace>
  <inkml:trace contextRef="#ctx0" brushRef="#br0" timeOffset="4560.25">5896 558,'0'16,"4"7,2 0</inkml:trace>
  <inkml:trace contextRef="#ctx0" brushRef="#br0" timeOffset="3248.653">4452 785,'-16'99,"5"0,5 0,3 1,7 45,-1-5,-12 96,-8-153,17-82,0-1,0 1,0-1,0 1,0-1,0 1,-1-1,1 1,0-1,0 1,-1-1,1 0,0 1,0-1,-1 1,1-1,-1 0,1 1,0-1,-1 0,1 1,-1-1,1 0,-1 0,1 1,-1-1,1 0,-1 0,1 0,-1 0,1 0,-1 0,1 1,-1-1,1 0,-1 0,1-1,-1 1,1 0,-1 0,1 0,-1 0,1 0,-1-1,1 1,-1 0,1 0,-1-1,1 1,0 0,-1-1,1 1,-1 0,1-1,0 1,0-1,-1 1,1 0,0-1,-1 1,1-1,0 1,0-1,0 1,0-1,-1 0,-34-107,26 69,-31-116,1 11,-17-136,50 145,6 129,1 0,0 1,0-1,0 0,1 1,-1-1,1 1,1-1,-1 1,1 0,0 0,0 0,1 0,-1 1,1-1,0 1,0 0,1 0,-1 0,1 1,4-3,1 2,1 0,0 1,0 0,0 0,1 1,-1 1,1 0,-1 0,1 2,-1-1,1 1,-1 1,0 0,1 0,-1 1,0 1,-1 0,1 0,-1 1,0 1,0-1,0 2,-1-1,1 1,-2 1,1 0,-1 0,4 6,-10-12,0 1,0-1,0 1,0 0,0 0,-1 0,1 0,-1 0,0 0,0 1,0-1,0 0,-1 0,1 1,-1-1,0 1,0-1,0 0,0 1,-1-1,1 0,-1 1,0-1,0 0,0 0,0 1,-1-1,1 0,-1-1,0 1,0 0,0 0,0-1,0 1,-1-1,-1 2,-2 0,-1 1,0-1,-1 0,1-1,0 1,-1-2,0 1,0-1,0 0,0-1,0 0,0 0,0 0,-8-2,16 2,-1-1,0 0,0 0,0 0,0 0,0 0,0 0,0-1,0 1,1 0,-1 0,0-1,0 1,0-1,0 1,1 0,-1-1,0 1,0-1,1 0,-1 1,0-1,1 0,-1 1,1-1,-1 0,1 0,-1 1,1-1,-1 0,1 0,0 0,1-11</inkml:trace>
  <inkml:trace contextRef="#ctx0" brushRef="#br0" timeOffset="3616.031">4947 839,'-30'-4,"7"1,0 1,0 0,0 2,0 0,0 2,0 0,-19 5,39-6,0 0,0 0,-1 0,1 0,0 0,1 0,-1 1,0-1,0 1,0 0,1 0,-1 0,1 0,0 1,0-1,0 0,0 1,0 0,0-1,0 1,1 0,0 0,-1 0,1 0,0 0,0 0,1 1,-1-1,1 0,-1 0,1 0,0 1,1-1,-1 0,0 0,1 1,0-1,-1 0,1 0,0 0,1 0,-1 0,1 0,-1 0,1-1,0 1,2 2,1-1,0 0,1 0,-1 0,1-1,0 0,0 0,1 0,-1-1,0 0,1 0,0 0,-1-1,1 0,0-1,0 1,-1-1,1 0,0-1,0 0,-1 0,1 0,0-1,-1 0,1 0,-1-1,0 0,0 0,0 0,0-1,-1 0,1 0,-1 0,0-1,0 1,1-3,-1-1,-1 1,0-1,0 0,-1 0,0 0,0-1,-1 1,0-1,0 1,-1-6,-2 25,0 0,1 0,0-1,0 1,2 0,-1 0,1-1,1 1,0-1,0 1,1-1,0 0,1 0,0-1,0 0,1 1,1-2,-1 1,2-1,-1 0,1 0,5 3,22 6,-2-6</inkml:trace>
  <inkml:trace contextRef="#ctx0" brushRef="#br0" timeOffset="4305.928">5628 825,'-26'-5,"0"0,-1 2,1 0,-1 2,1 1,-1 1,0 1,1 2,0 0,0 2,-2 2,-21 16,48-24,0 1,0-1,0 1,0 0,1-1,-1 1,0 0,0 0,0 0,1 0,-1 0,0-1,1 1,-1 0,1 0,-1 1,1-1,0 0,-1 0,1 0,0 0,0 0,0 0,0 0,0 1,0-1,0 0,0 0,0 0,0 0,0 0,1 0,-1 0,1 0,-1 0,1 0,-1 0,1 0,-1 0,1 0,0 0,0 0,0 0,6 6,1-1,0-1,1 0,-1 0,1 0,0-1,0 0,1-1,-1 0,6 1,1 1,50 15,-31-11,-1 1,0 2,-1 2,-1 1,12 8,-42-23,0 1,0 0,0-1,0 1,0 0,0 0,0 0,0 0,-1 1,1-1,0 0,-1 1,1-1,-1 1,1-1,-1 1,0 0,0 0,0 0,0 0,0-1,0 1,0 0,-1 1,1-1,-1 0,1 0,-1 0,0 0,0 0,0 0,0 1,0-1,0 0,-1 0,1 0,-1 0,1 0,-1 0,0 0,0 0,0 0,0 0,0 0,0-1,-1 1,1 0,-2 0,-2 2,-2 0,1 0,0-1,-1 0,1 0,-1-1,0 0,0 0,0 0,0-1,0 0,-1-1,1 1,0-1,0-1,0 1,-1-1,1-1,0 1,0-1,0 0,1-1,-1 0,1 0,-1 0,1-1,0 0,4 3,0-1,0 0,0 0,1 0,-1 0,0 0,1 0,0 0,-1 0,1-1,0 1,0-1,1 1,-1 0,0-1,1 1,0-1,-1 0,1 1,0-1,0 1,0-1,1 1,-1-1,1 0,-1 1,1 0,0-1,0 1,0-1,0 1,0 0,1 0,-1 0,1-1,-1 1,1 1,0-1,0 0,0 0,89-61,-63 50,1 1,0 1,1 2,0 0,1 3,-1 0,8 1,-34 4,0 1,-1-1,1 1,0 0,0 0,0 0,0 0,0 1,0 0,0 0,0 0,-1 0,1 0,0 1,-1 0,1-1,-1 1,0 1,1-1,-1 0,0 1,0 0,-1-1,1 1,0 0,-1 1,0-1,0 0,1 3,16 52,-18-52,0 1,1 0,0-1,-1 1,2-1,-1 0,1 1,0-1,0-1,1 1,0 0,0-1,0 0,1 0,0 0,-1 0,2-1,-1 0,0 0,1 0,35-1,-22-11</inkml:trace>
  <inkml:trace contextRef="#ctx0" brushRef="#br0" timeOffset="4808.587">6244 879,'11'16,"8"7,4 5,0-1,-4-2,-3-6,-5-10,-1-11,-2-13,-1-10,1-5,1-5,4 2,5 1,2 7,2 7,1 7,-4 5</inkml:trace>
  <inkml:trace contextRef="#ctx0" brushRef="#br0" timeOffset="5021.043">6658 959,'33'-3,"1"-2,-1-1,-1-2,1-1,-2-1,1-2,-1-1,0-2,20-30,-50 44,0-1,0 1,0-1,0 1,0-1,-1 1,1-1,0 0,-1 0,1 1,-1-1,1 0,-1 0,0 0,0 1,0-1,0 0,0 0,0 0,-1 0,1 1,0-1,-1 0,0 0,1 1,-1-1,0 0,0 1,0-1,0 1,0-1,0 1,0-1,-1 1,-3-2,1 0,-1 0,-1 0,1 1,0 0,-1 0,1 0,-1 1,1 0,-1 0,0 0,1 0,-1 1,0 0,0 1,1-1,-1 1,0 0,1 0,-1 1,1 0,-1 0,1 0,0 0,0 1,0 0,0 0,0 1,1-1,0 1,-1 0,1 0,0 0,1 1,-1-1,1 1,0 0,-2 3,1-2,0 0,1 1,-1-1,1 1,1-1,-1 1,1 0,0 0,0 0,1 0,0 0,0 0,1 1,0-1,0 0,1 0,0 0,0 0,1 0,0 0,0 0,0 0,1 0,0-1,0 1,1-1,0 0,0 0,0 0,1-1,0 1,0-1,4 3,11 3,-1-2,1-1,1 0,-1-2,1 0,1-1,-1-1,1-1,-1-1,1-1,0-1,-1-1,1-1,20-4,39-3</inkml:trace>
  <inkml:trace contextRef="#ctx0" brushRef="#br0" timeOffset="6307.836">8489 210,'-18'7,"-13"11,-10 17,-5 15,1 18,5 17,8 16,9 10,13 5,17-2,20-8,17-12,18-16,15-18,9-16,-9-16</inkml:trace>
  <inkml:trace contextRef="#ctx0" brushRef="#br0" timeOffset="8957.904">10815 718,'6'22,"1"-1,1-1,1 0,1 0,1 0,0-1,1-1,1 0,1-1,12 12,45 46,-70-74,-1 0,1-1,0 1,0 0,-1-1,1 1,0 0,0-1,0 1,0-1,0 1,0-1,0 0,0 1,0-1,0 0,0 0,0 1,0-1,0 0,0 0,0 0,0 0,1-1,-1 1,0 0,0 0,0-1,0 1,0 0,0-1,0 1,-1-1,1 0,0 1,0-1,0 0,0 1,-1-1,1 0,0 0,-1 1,1-1,0 0,-1 0,1 0,-1 0,1 0,-1 0,0 0,0 0,1 0,-1 0,0 0,0 0,0-1,0 1,0 0,0 0,30-229,-28 218,-2 6,1 0,-1-1,2 1,-1 0,1 1,-1-1,2 0,-1 0,1 1,-1-1,3-2,5 0</inkml:trace>
  <inkml:trace contextRef="#ctx0" brushRef="#br0" timeOffset="9579.241">11296 959,'10'-8,"-1"1,-1-2,1 1,-1-1,-1-1,0 1,0-1,-1 0,0-1,0 0,-2 0,1 0,-1 0,-1-1,0 1,-1-1,0 0,0 0,-1 0,-1 0,0 0,-1 0,0 0,-1 1,-2-9,-8-4,54 52,152 30,-189-54,-1 1,1 0,-1 0,0 0,-1 0,1 1,-1-1,0 1,-1 0,1 0,-1 0,-1 0,1 1,-1-1,0 0,0 1,0-1,-1 1,0-1,-1 1,1-1,-1 0,-1 1,0 3,0 14,2-16,-1-4,0-1,0 0,1 1,-1-1,1 0,0 1,0-1,0 0,1 1,-1-1,1 0,0 0,-1 1,2-1,-1 0,0 0,1 0,-1 0,1 0,0 0,0-1,0 1,0-1,0 1,1-1,-1 0,1 1,-1-1,3 1,7-2,0 1,0-1,0-1,-1 0,1-1,0 0,0-1,0 0,-1-1,1 0,-1-1,0 0,0-1,0 0,0-1,-1 0,6-5,-10 8,-1 0,1 0,-1 0,0-1,0 0,0 0,-1 0,0-1,1 1,-1-1,-1 0,1-1,-1 1,0 0,0-1,-1 0,1 0,-1 1,0-1,-1-1,0 1,0 0,0 0,0 0,-1-1,0 1,-1 0,1 0,-1-1,-2-3,2 7,0 1,0 0,0 0,-1 0,1 0,-1 0,0 0,1 0,-1 0,0 1,0-1,0 1,0-1,-1 1,1 0,0 0,-1 0,1 0,0 0,-1 0,1 1,-1-1,1 1,-1 0,1-1,-1 1,1 1,-1-1,0 0,1 0,-1 1,1 0,0-1,-1 1,1 0,-1 0,1 0,0 1,0-1,0 0,0 1,0 0,0-1,0 1,0 0,1 0,-1 0,1 0,-1 0,1 0,0 0,-1 1,0 2,-1 0,1 0,-1 0,1 0,1 0,-1 0,1 1,0-1,0 1,0-1,1 0,0 1,0-1,0 1,1-1,0 1,0-1,0 1,1-1,0 0,0 0,0 0,0 0,1 0,0 0,0-1,0 1,1-1,-1 0,1 0,0 0,0-1,1 1,-1-1,1 0,-1 0,1 0,3 0,9 3,1-1,0 0,0-2,0 0,0-1,1-1,15-1,17-1</inkml:trace>
  <inkml:trace contextRef="#ctx0" brushRef="#br0" timeOffset="10485.416">12366 866,'-3'-5,"0"1,-1-1,0 1,0 0,0 0,-1 0,1 0,-1 1,0 0,0 0,0 0,-1 1,1 0,0 0,-1 0,1 0,-1 1,0 0,0 0,1 1,-1-1,0 1,0 1,0-1,1 1,-1 0,0 0,1 1,-1-1,1 1,-1 0,1 1,0 0,-5 2,7-3,-1 0,1 1,-1-1,1 0,0 1,0 0,0 0,1 0,-1 0,1 0,-1 1,1-1,0 1,0-1,1 1,-1 0,1 0,0-1,0 1,0 0,0 0,1 0,-1 1,1-1,0 0,0 0,1 0,-1 0,1 0,0 0,0 0,0 0,1-1,-1 1,1 0,0-1,0 1,0-1,1 1,-1-1,1 0,0 0,2 2,7-1,0 0,0 0,0-1,0 0,1-2,-1 1,1-1,-1-1,1 0,-1-1,1 0,-1-1,1-1,-1 0,0 0,0-1,0-1,-1 0,0 0,0-1,0-1,0 0,-4 3,0 0,-1-1,0 0,1 0,-2 0,1 0,-1-1,0 0,0 0,0 0,-1-1,0 0,-1 0,1 0,-1 0,0 0,-1 0,0-1,0 0,-1 1,0-1,0 0,0 0,-1 1,-1-1,1 0,-1-1,1 9,-1 0,1 1,0-1,0 0,0 0,0 1,0-1,0 0,-1 0,1 1,0-1,0 0,0 0,-1 0,1 0,0 1,0-1,0 0,-1 0,1 0,0 0,0 0,-1 0,1 0,0 1,0-1,-1 0,1 0,0 0,-1 0,1 0,0 0,0 0,-1-1,1 1,0 0,0 0,-1 0,1 0,0 0,0 0,-1 0,1 0,0-1,0 1,-1 0,1 0,0 0,0-1,-5 30,3-23,1-1,0 1,1-1,0 1,-1-1,2 1,-1 0,1-1,0 1,0-1,0 1,1-1,0 0,0 1,0-1,1 0,-1 0,1-1,0 1,1 0,-1-1,1 0,0 0,0 0,0 0,1-1,-1 0,1 0,1 1,1-2,0 0,0 0,0-1,0 1,1-2,-1 1,0-1,1 0,-1-1,0 0,0 0,0 0,0-1,0 0,0 0,0-1,0 0,4-3,2-1,1-1,-1-1,-1 0,0 0,0-1,-1-1,0 0,3-4,-9 8,1 0,-1-1,0 0,0 1,-1-2,0 1,0 0,-1-1,0 0,-1 1,0-1,0 0,-1 0,0 0,-1-5,0 14,-1-1,1 1,0 0,-1 0,1 0,0-1,-1 1,1 0,-1 0,1 0,-1 0,1 0,0 0,-1 0,1 0,-1 0,1 0,0 0,-1 0,1 0,-1 0,1 0,-1 1,1-1,0 0,-1 0,1 0,0 1,-1-1,1 0,0 0,-1 1,1-1,0 0,0 1,-1-1,1 0,0 1,0-1,-1 1,1-1,0 0,0 1,0-1,0 1,0-1,0 0,0 1,0-1,0 1,0-1,0 1,0-1,0 0,0 1,0-1,0 1,0-1,0 0,1 1,-1-1,0 1,0-1,-3 6,0 1,1-1,-1 1,1 0,1-1,-1 1,1 0,0 0,1 0,0 0,0 0,0 0,1 0,0 0,0 0,1 0,0 0,0 0,1-1,-1 1,2-1,-1 0,1 0,-1 0,2 0,-1-1,1 1,-1-1,1 0,1-1,-1 1,1-1,0 0,0 0,0-2,1 1,-1-2,1 1,0 0,-1-1,1-1,0 1,0-1,-1 0,1 0,0-1,0 0,-1 0,1-1,0 1,-1-2,0 1,1-1,-1 0,0 0,0 0,-1-1,1 0,-1 0,0-1,1 0,4-4,-1-1,-1 1,1-2,-2 1,1-1,-1 0,-1-1,0 1,-1-1,0 0,-1-1,0 1,0-4,-3 9,1 1,-1-1,0 0,-1 1,0-1,0 0,0 1,-1-1,0 0,0 1,-1-2,2 7,0 1,0 0,0-1,0 1,0-1,0 1,0-1,0 1,0 0,0-1,0 1,0-1,0 1,0 0,-1-1,1 1,0 0,0-1,0 1,-1-1,1 1,0 0,-1 0,1-1,0 1,-1 0,1 0,0-1,-1 1,1 0,0 0,-1 0,1-1,-1 1,1 0,0 0,-1 0,1 0,-1 0,1 0,0 0,-1 0,1 0,-1 0,1 0,0 0,-1 0,1 0,-1 1,1-1,0 0,-1 0,1 0,-1 0,1 1,0-1,-1 0,1 1,0-1,0 0,-1 0,1 1,-12 25,10-20,0 0,1 0,0 1,0-1,1 0,0 1,0-1,0 0,1 1,-1-1,2 0,-1 0,1 1,0-1,0 0,0-1,1 1,0 0,0-1,1 1,-1-1,1 0,1 0,-1-1,0 1,1-1,0 0,4 2,0 0,0-1,1 0,-1-1,1 0,0 0,1-1,-1-1,0 0,1 0,0-1,-1 0,1-1,0 0,-1 0,1-2,-1 1,1-1,-1-1,0 1,1-2,-1 0,-1 0,1-1,-1 0,0 0,6-5,-13 9,-1 0,1 0,-1 0,1 0,-1 0,1 0,-1 0,0-1,0 1,1-1,-1 1,0-1,0 1,0-1,-1 1,1-1,0 0,-1 1,1-1,-1 0,1 0,-1 0,0 1,0-1,0 0,0 0,0 0,0 0,0 1,-1-1,1 0,-1 0,1 1,-1-1,0 0,1 1,-1-1,0 0,0 1,0-1,-1 1,1 0,0-1,0 1,-1 0,1 0,-1 0,1 0,-1 0,1 0,-1 0,0 0,0 0,-26 0,16 1</inkml:trace>
  <inkml:trace contextRef="#ctx0" brushRef="#br0" timeOffset="7508.421">9304 652,'1'23,"-1"-7,-1-32,1 10,-1 0,0 0,0-1,-1 1,0 0,0 0,0 1,0-1,-1 0,0 1,-1-1,1 1,-1 0,0 0,0 0,0 1,-1-1,0 1,1 0,-2 1,1-1,0 1,-1 0,1 0,-1 1,0-1,0 1,0 1,0-1,0 1,0 0,-1 0,1 1,0 0,-1 0,1 0,0 1,0 0,-2 1,-1 1,1 1,0 0,0 0,0 1,0 0,1 0,0 1,0 0,1 0,-1 1,1 0,0 0,1 0,0 1,0-1,1 1,0 1,0-1,1 0,0 1,0 0,1 0,-1 6,1-3,0-1,0 1,1 0,1 0,0 0,1 0,0 0,0 0,1-1,1 1,0-1,1 1,0-1,1 0,0 0,0-1,1 0,2 1,4 1,0-2,1 1,0-2,1 0,0 0,1-1,-1-1,2 0,-1-2,1 1,0-2,0 0,0-1,0-1,0 0,1-1,-1-1,1 0,-1-1,6-2,-5 2,0-2,0 1,-1-2,1 0,-1-2,0 1,0-2,4-3,15-9</inkml:trace>
  <inkml:trace contextRef="#ctx0" brushRef="#br0" timeOffset="7788.221">9719 624,'-5'16,"-1"12,1 9,0 3,2 4,3-3,7-3,6-1,5-5,8-5,4-8,8-6,3-7,3-5,-1-8,-5-10,-8-2</inkml:trace>
  <inkml:trace contextRef="#ctx0" brushRef="#br0" timeOffset="8049.568">9639 759,'20'2,"17"1,14-5,11-6,4-5,-1-1,-6-2,-11-2,-14 0,-13 3</inkml:trace>
  <inkml:trace contextRef="#ctx0" brushRef="#br0" timeOffset="8295.949">9706 465,'11'0,"18"0,22 0,18-3,13-2,5-3,-7-1,-11 3,-19 1</inkml:trace>
  <inkml:trace contextRef="#ctx0" brushRef="#br0" timeOffset="20647.866">5001 2162,'-14'-5,"1"1,0 0,-1 1,0 0,0 1,0 1,0 0,0 0,0 2,0 0,0 0,0 2,-12 3,18-4,-1 0,1 1,-1 0,1 1,0 0,1 0,-1 0,1 1,0 1,0-1,0 1,1 0,0 0,0 1,0 0,1 0,0 0,1 1,-1 0,1 0,1 0,-2 4,4-9,0 1,0-1,0 1,1 0,-1-1,1 1,0 0,0-1,0 1,1 0,-1-1,1 1,0-1,0 1,0 0,0-1,1 0,-1 1,1-1,0 0,0 0,0 0,0 0,1 0,-1-1,1 1,0-1,0 1,0-1,0 0,0 0,0 0,0-1,1 1,-1-1,3 1,6 0,0 0,0-1,0-1,-1 0,1 0,0-1,0-1,0 0,-1 0,1-2,-1 1,0-1,0-1,0 0,0 0,-1-1,0-1,0 0,-1 0,0 0,0-1,-1-1,1 0,-2 0,0 0,0-1,0 0,1-6,13-38,-12 84,-5-24,-1 0,1-1,0 0,0 0,0 0,1 0,-1 0,1-1,0 0,1 0,-1-1,1 1,-1-1,5 1,24 12</inkml:trace>
  <inkml:trace contextRef="#ctx0" brushRef="#br0" timeOffset="21289.512">5495 2135,'-8'-1,"-1"0,1 0,0 1,-1 0,1 0,0 1,0 0,-1 1,1 0,0 0,0 0,1 1,-1 0,0 1,1 0,0 0,0 1,0-1,1 1,-1 1,1 0,0-1,1 2,0-1,0 1,0-1,0 2,1-1,1 0,-1 1,1-1,0 1,1 0,-2 7,3-8,1 0,0 0,0 0,0-1,1 1,0 0,0 0,0-1,1 1,0 0,1-1,0 0,-1 1,2-1,-1-1,1 1,0 0,0-1,1 0,-1 0,1 0,0 0,1-1,-1 0,1 0,0 0,0-1,0 0,0 0,0 0,1-1,-1 0,1 0,3 0,8 2,0-1,1-1,-1 0,1-1,-1-1,1-1,-1-1,1 0,-1-1,0-1,0-1,0-1,0 0,-1-1,0-1,-1-1,0 0,0-1,-1-1,0 0,-1-1,0-1,-1 0,0-1,-1 0,-1-1,0 0,-1-1,-1 0,0-1,5-23,-3-1,-1 0,-2 0,-1-1,-3 0,-1 0,-2 0,-2 0,-2 0,-2 0,-1 0,-8-22,-9-33,23 98,0-1,0 0,-1 1,1-1,0 0,0 1,-1-1,1 0,0 1,-1-1,1 0,0 1,-1-1,1 0,0 0,-1 0,1 1,-1-1,1 0,-1 0,1 0,0 0,-1 0,1 0,-1 0,1 0,-1 0,1 0,0 0,-1 0,1 0,-1 0,1 0,-1 0,1 0,0-1,-1 1,1 0,0 0,-1-1,1 1,0 0,-1 0,1-1,0 1,-1 0,1-1,0 1,0 0,-1-1,1 1,0-1,0 1,0 0,-1-1,1 1,0-1,0 1,0-1,0 1,0 0,0-1,0 1,0-1,0 1,0-1,0 1,0 0,1-1,-12 34,0 23,2 1,3 0,3 0,2 1,2-1,9 50,-6-77,1-1,1 1,1-1,2-1,1 0,7 13,-12-31,0 1,1-1,0 0,1 0,0-1,1 0,-1 0,2 0,-1-1,1-1,0 0,1 0,0 0,0-1,0-1,1 0,7 3,-13-7,1 1,-1-1,0 0,1 0,-1-1,0 0,1 0,-1 0,0 0,1-1,-1 0,0 0,0 0,1-1,-1 0,0 0,-1 0,1-1,0 1,-1-1,1 0,-1-1,0 1,0-1,0 1,0-1,-1 0,0-1,0 1,0-1,1-1,75-117,-79 122,1 1,-1-1,0 1,1-1,-1 1,0-1,1 1,-1 0,0-1,1 1,-1-1,1 1,-1 0,0 0,1-1,-1 1,1 0,-1 0,1-1,-1 1,1 0,-1 0,1 0,0 0,-1 0,1 0,-1 0,1 0,-1 0,1 0,-1 0,1 0,-1 0,1 1,-1-1,1 0,-1 0,1 0,-1 1,1-1,-1 0,1 1,-1-1,0 0,1 1,-1-1,0 1,1-1,-1 0,0 1,1-1,-1 1,0-1,0 1,0-1,1 1,-1-1,0 1,0-1,0 1,6 40,-6-32,3 16,-3-10,1 0,1-1,0 0,1 1,1-1,0 0,1 0,4 6,-8-17,1-1,0 1,-1-1,1 0,0 0,0 1,0-2,1 1,-1 0,0 0,1-1,-1 1,1-1,0 0,-1 0,1 0,0 0,0 0,-1 0,1-1,0 1,0-1,0 0,0 0,0 0,0 0,0-1,-1 1,1-1,0 0,0 0,0 0,-1 0,1 0,0 0,24-13</inkml:trace>
  <inkml:trace contextRef="#ctx0" brushRef="#br0" timeOffset="21540.912">6458 2109,'-16'-9,"-8"-6,-4-1,-1-4,3 2</inkml:trace>
  <inkml:trace contextRef="#ctx0" brushRef="#br0" timeOffset="21694.503">5735 1854,'9'-2,"15"-1,18-2,19 0,15 0,14 2,11 1,-12 1</inkml:trace>
  <inkml:trace contextRef="#ctx0" brushRef="#br0" timeOffset="22545.688">7607 1815,'-16'18,"-10"13,0 8,4 2,6-7</inkml:trace>
  <inkml:trace contextRef="#ctx0" brushRef="#br0" timeOffset="23088.903">8783 1828,'-7'-5,"0"1,0 0,0 0,-1 0,0 1,0 1,1-1,-2 1,1 0,0 1,0 0,0 0,-1 1,1 0,0 0,-1 1,1 0,0 1,0 0,0 0,0 0,0 1,1 0,-4 3,-4 8,1 1,1 0,0 1,1 1,0 0,2 0,0 1,1 0,1 1,0 0,2 1,0-1,1 1,0 7,-3-1,1 1,1 0,2 0,1 0,0 1,2-1,2 1,0 0,2-1,1 0,1 0,1 0,1 0,2-1,0 0,2-1,1 0,5 8,-2-14,1 0,1-1,0-1,1 0,1-1,1-1,0-1,1-1,0-1,10 4,37 15</inkml:trace>
  <inkml:trace contextRef="#ctx0" brushRef="#br0" timeOffset="25171.5">10107 1774,'-10'17,"-1"-2,0 1,-1-1,0-1,-15 12,26-25,39-41,-3-1,-1-1,-3-2,15-28,-45 71,14-19,1 33,63 191,-72-189,1-1,0 0,1 0,1-1,0 0,1 0,1-1,0-1,9 5</inkml:trace>
  <inkml:trace contextRef="#ctx0" brushRef="#br0" timeOffset="26047.051">11364 2176,'-2'20,"-2"16,-1 11,0 7,-2 1,0-3,2-5,2-8,1-9,3-9,4-10,5-15,2-6</inkml:trace>
  <inkml:trace contextRef="#ctx0" brushRef="#br0" timeOffset="26295.386">11377 2002,'9'20,"0"0,2-1,0 0,1 0,1-1,1-1,1 1,-5-6,41 50,-25-34,-3 1,0 1,-2 1,-1 1,16 34,-34-62,0-1,0 0,-1 1,1 0,-1-1,0 1,0 0,0 0,0-1,-1 1,0 0,1 0,-2 0,1 0,0 0,-1 0,1 0,-1-1,0 1,-1 0,1-1,0 1,-1 0,0-1,0 0,0 1,0-1,-1 0,1 0,-1 0,-1 0,-8 3,0 0,-1-1,1 0,-1-1,0-1,-1 0,1-1,0 0,-1-1,1 0,-12-2,19 1,-41 1</inkml:trace>
  <inkml:trace contextRef="#ctx0" brushRef="#br0" timeOffset="23856.982">9613 2176,'5'57,"-1"-56,-4-13,-3 5,0 0,-1 0,0 1,0-1,0 1,-1 0,0 0,0 0,-1 0,1 1,-1 0,0 0,-1 1,1 0,-1 0,0 0,0 1,0 0,0 0,-1 1,1 0,-1 0,1 1,-1 0,0 0,1 1,-1 0,0 0,0 1,1 0,-2 0,4 1,-1-1,1 1,0-1,-1 2,1-1,0 0,0 1,1 0,-1 0,0 1,1-1,0 1,0 0,0 0,0 0,1 1,0-1,0 1,0 0,0 0,1 0,0 0,-2 5,-1 4,2 0,-1 0,2 1,0-1,0 1,1-1,1 1,2 11,-2-14,2 0,-1 0,2-1,-1 1,2-1,-1 0,2 0,-1 0,1 0,1-1,0 0,1 0,0 0,0-1,1 0,0 0,0-1,1 0,0-1,1 0,0 0,0-1,0 0,1-1,0 0,0-1,0 0,0 0,4-1,2-1,0-1,0 0,1-2,-1 0,0-1,-1-1,1 0,0-1,-1-1,0-1,0 0,0-1,-1 0,6-5,33-19</inkml:trace>
  <inkml:trace contextRef="#ctx0" brushRef="#br0" timeOffset="24111.273">10094 2122,'-3'20,"-2"17,-3 12,0 8,-2 3,2-2,2-4,2-7,2-6,1-13,0-12</inkml:trace>
  <inkml:trace contextRef="#ctx0" brushRef="#br0" timeOffset="24474.861">10120 2189,'0'-1,"0"0,0 0,0 0,0 0,0 0,0 0,0 0,0 0,1 0,-1 0,0 0,1 0,-1 0,0 0,1 0,-1 0,1 1,0-1,-1 0,1 0,0 0,-1 1,1-1,0 0,0 1,0-1,-1 1,1-1,0 1,0 0,0-1,0 1,0 0,0-1,0 1,0 0,0 0,0 0,0 0,0 0,0 0,0 0,0 0,0 0,0 1,0-1,0 0,0 1,0-1,0 1,0-1,-1 1,1-1,0 1,0-1,0 1,-1 0,1 0,0-1,-1 1,1 0,-1 0,1 0,-1 0,1-1,0 2,13 18,-1 1,-1 0,-1 1,0 0,-2 1,0 0,-2 0,0 3,-4-16,64 255,-65-256,-3-9</inkml:trace>
  <inkml:trace contextRef="#ctx0" brushRef="#br0" timeOffset="24687.283">10013 2443,'16'0,"16"-2,15-3,8-6,2-3,-3-1,-9 2</inkml:trace>
  <inkml:trace contextRef="#ctx0" brushRef="#br0" timeOffset="25788.011">10641 2242,'-3'63,"-3"0,-2 0,-4-1,-3 4,9-37,0-1,7-28,-1 0,0 0,0 0,0 1,1-1,-1 0,0 0,0 0,1 0,-1 0,0 0,0 0,0 0,1 0,-1 1,0-1,0 0,0 0,0 0,1 0,-1 1,0-1,0 0,0 0,0 0,0 1,0-1,0 0,0 0,1 0,-1 1,0-1,0 0,0 0,0 1,0-1,0 0,0 0,0 1,11-23,1-15,-1 0,-1-1,-2 0,-2 0,-2-1,0-29,1 34,-4 34,-1 0,1 0,-1-1,1 1,-1 0,1 0,-1 0,1 0,0 0,-1 0,1 0,-1 0,1 0,-1 0,1 0,-1 0,1 0,-1 0,1 0,-1 1,1-1,-1 0,1 0,-1 1,1-1,-1 0,1 1,-1-1,0 0,1 1,-1-1,1 1,-1-1,0 1,0-1,1 1,-1-1,0 1,0-1,0 1,1-1,-1 1,0-1,0 1,0-1,0 1,0-1,0 1,0-1,0 1,0 0,0-1,0 1,-1-1,36 75,-27-53,1 0,0-1,2 0,1 0,0-1,1-1,1 0,1-1,1-1,0 0,1-1,9 5,-25-20,1 1,-1-1,1 0,0 0,-1 0,1 0,0 0,0-1,0 1,0 0,-1-1,1 1,0-1,0 0,0 0,0 0,0 0,0 0,0 0,0 0,0 0,0-1,0 1,0-1,0 0,0 0,0 1,-1-1,1 0,0 0,-1-1,1 1,0 0,-1 0,0-1,1 1,-1-1,0 1,0-1,0 0,0 0,1 0,4-14,-1 0,0 0,-2 0,1-1,-2 1,0-1,-1 1,-1-1,-1 0,0 0,1-10,-9-160,19 146,0 31</inkml:trace>
  <inkml:trace contextRef="#ctx0" brushRef="#br0" timeOffset="21962.782">6778 2176,'49'85,"-29"-49,0-1,2-2,26 31,-46-60,1 0,0 0,0-1,0 1,1-1,-1 1,1-1,0 0,0-1,0 1,0-1,0 1,0-1,1 0,-1-1,1 1,-1-1,1 0,0 0,0 0,-1-1,1 0,0 0,0 0,0 0,-1-1,1 0,0 0,2-1,2-7,0 0,-1-1,0 0,0-1,-1 0,0 0,-1-1,-1 1,1-1,-2-1,0 1,0-1,-1 0,-1 6,7-19,-4 5,2 0,0 1,2 0,0 1,1 0,1 1,2-2,3 0</inkml:trace>
  <inkml:trace contextRef="#ctx0" brushRef="#br0" timeOffset="22315.259">7446 2309,'-1'4,"-1"0,1 0,0 1,1-1,-1 0,1 0,0 1,0-1,0 0,0 1,1-1,0 0,-1 0,2 0,-1 1,0-1,1 0,0-1,0 1,0 0,0 0,1-1,0 1,-1-1,1 0,0 0,1 0,-1 0,0-1,1 1,0-1,-1 0,1 0,0 0,0 0,0-1,0 0,0 0,1 0,-1 0,0 0,2-1,-1-1,0-1,-1 1,1-1,-1 0,1 0,-1-1,0 1,0-1,0 0,0 0,0 0,-1-1,1 1,-1-1,0 0,0 0,-1 0,1 0,-1-1,0 1,0-1,0 1,-1-1,1 0,-1 1,0-1,-1 0,1 0,-1 0,0 0,0 0,0 0,-1 0,0 1,0-1,0 0,-1 0,1 1,-1-1,0 1,0-1,-1 1,1 0,-1 0,0 0,0 0,0 1,-1-1,0 1,1-1,-1 1,-2-1,0 2,1 0,0 1,-1 0,1 0,-1 0,0 1,1-1,-1 1,0 0,1 1,-1 0,1 0,-1 0,1 0,-1 1,1 0,0 0,0 0,0 1,0 0,0 0,0 0,1 0,0 1,-1 0,1 0,1 0,-1 0,0 1,1-1,0 1,0 0,1 0,-1 0,1 0,0 0,0 1,1-1,0 1,0-1,0 1,0 2,1-5,1 1,-1 0,0 0,1-1,0 1,0 0,0-1,0 1,1-1,-1 1,1-1,0 0,0 0,0 0,1 0,-1 0,1 0,-1 0,1-1,0 0,0 1,0-1,0 0,0 0,1-1,-1 1,1-1,-1 1,1-1,-1 0,1 0,0-1,-1 1,1-1,0 0,0 0,-1 0,1 0,0-1,29-1</inkml:trace>
  <inkml:trace contextRef="#ctx0" brushRef="#br0" timeOffset="22826.944">7714 2349,'2'16,"3"10,4 5,4-1,6-3,10-6,9-6,9-7,6-5,3-10,-8-2</inkml:trace>
  <inkml:trace contextRef="#ctx0" brushRef="#br0" timeOffset="17996.229">201 2068,'0'14,"2"13,1 12,2 7,0 6,0 3,-1-1,-2-8,-1-9,0-11</inkml:trace>
  <inkml:trace contextRef="#ctx0" brushRef="#br0" timeOffset="18676.035">134 1868,'7'0,"44"0,-1 1,1 3,-1 2,8 3,-45-6,0 0,-1 0,1 2,-1-1,0 2,0-1,-1 2,1-1,-1 2,-1-1,1 1,-1 1,-1 0,0 0,0 1,-1 0,0 1,3 6,-2 5,0 1,-2-1,-1 2,-1-1,0 0,-2 1,-1 0,-1 0,-1 0,-1 0,-2 7,3-8,6 32,-5-54,-1 1,0-1,1 0,0 0,-1 0,1 0,-1 0,1 0,0 0,0 0,0 0,0 0,0 0,0 0,0 0,0-1,0 1,0-1,0 1,0 0,0-1,0 0,1 1,-1-1,0 0,0 1,1-1,-1 0,0 0,0 0,1 0,-1 0,0-1,0 1,1 0,-1 0,0-1,0 1,0-1,0 1,1-1,8-5,0 0,-1 0,0-1,0 0,-1-1,0 0,0 0,-1-1,0 0,0 0,2-6,15-17,-24 32,0-1,1 1,-1-1,0 1,1-1,-1 1,1-1,-1 1,0-1,1 1,-1 0,1-1,0 1,-1 0,1-1,-1 1,1 0,-1 0,1-1,0 1,-1 0,1 0,0 0,-1 0,1 0,0 0,-1 0,1 0,-1 0,1 0,0 0,-1 1,1-1,0 0,-1 0,1 1,-1-1,1 0,-1 1,1-1,-1 0,1 1,-1-1,1 1,-1-1,1 1,-1-1,19 34,-12-20,-4-9,0 1,0-1,1 1,-1-1,1 0,1-1,-1 1,1-1,-1 1,1-1,0-1,1 1,-1-1,1 0,-1 0,1 0,0-1,0 0,0 0,0-1,0 0,1 0,-1 0,0 0,1-1,-1 0,0-1,1 0,-1 0,0 0,0 0,0-1,0 0,0 0,0-1,0 0,-1 0,1 0,2-3,4-8,-1-1,-1-1,0 0,-1 0,-1-1,-1 0,0-1,-1 0,-1 0,0 0,-2 0,0-1,-1 1,-1-1,0 0,-3-10,5-35,-3 1,-2-1,-4 1,-6-27,-8 31,12 64,-1 71,8 16,4 0,4-1,5 0,4 9,-14-93,0 11,1 1,1-1,1 0,0 0,1 0,1-1,1 0,1 0,4 6,-12-22,0 1,-1-1,1 0,0 0,0 0,0 0,0 0,0 0,0 0,0 0,0 0,0 0,0 0,1-1,-1 1,0 0,0-1,1 1,-1-1,0 0,1 1,-1-1,1 0,-1 0,0 0,1 0,-1 0,1 0,-1 0,1 0,-1-1,0 1,1-1,-1 1,0-1,0 1,1-1,-1 0,0 1,0-1,1-1,10-13</inkml:trace>
  <inkml:trace contextRef="#ctx0" brushRef="#br0" timeOffset="18929.52">870 1935,'18'-2,"22"-4,20-2,16-2,10 0,3 6,-3 9,-16 4</inkml:trace>
  <inkml:trace contextRef="#ctx0" brushRef="#br0" timeOffset="20138.11">1497 2349,'15'-328,"-14"331,1 0,0 0,-1 0,1-1,0 1,1-1,-1 1,0-1,1 0,-1 0,1 0,0 0,0 0,-1-1,1 1,0-1,0 0,1 0,-1 0,0 0,0 0,0-1,1 1,-1-1,0 0,1 0,-1 0,1-1,46 6,88 17,-133-21,1 1,-1 0,1 1,-1-1,0 1,0 0,0 1,-1-1,1 1,-1 0,1 0,-1 0,-1 0,1 1,-1 0,1 0,-1 0,-1 0,1 0,-1 1,2 2,7 140,-10-145,0 0,1 0,-1 0,1 0,0 0,0 0,0-1,0 1,0-1,0 1,1-1,-1 0,1 0,0 0,0 0,-1-1,1 1,0-1,1 1,-1-1,0 0,0 0,0-1,1 1,-1-1,0 1,1-1,0 0,97-6,-65 0,1-3,-2 0,1-3,-2 0,1-3,-2-1,0-1,-1-1,2-5,-27 19,0 0,-1 0,0-1,0 0,0 0,-1 0,0-1,0 0,0 0,-1 0,0 0,2-5,-5 10,-1 0,0-1,1 1,-1 0,0-1,0 1,0-1,0 1,0 0,0-1,0 1,0 0,-1-1,1 1,0-1,-1 1,1 0,-1 0,0-1,1 1,-1 0,0 0,0 0,0 0,0 0,0 0,0 0,0 0,0 0,0 0,0 0,0 1,-1-1,1 0,0 1,-1-1,1 1,-1-1,-54-7,46 9,0 1,1 0,-1 0,1 1,0 0,0 1,0 0,0 0,0 1,1 0,0 1,0 0,1 0,-1 1,1-1,1 2,-1-1,1 1,0 0,1 0,0 0,1 1,-4 8,8-16,-1 0,1 1,-1-1,1 1,0-1,0 0,0 1,0-1,0 1,0-1,0 1,0-1,1 1,-1-1,1 0,-1 1,1-1,-1 0,1 1,0-1,-1 0,1 0,0 0,0 0,0 0,0 1,0-2,0 1,0 0,1 0,-1 0,0 0,0-1,1 1,-1-1,0 1,1-1,-1 1,1-1,59 4,-45-8,1 0,-1-1,1-1,-2 0,1-1,-1-1,0 0,0-1,-1-1,0 0,9-10,-21 18,-2 2,1-1,-1 0,0 1,0-1,0 1,1-1,-1 1,0-1,0 1,1 0,-1-1,1 1,-1-1,0 1,1 0,-1-1,1 1,-1 0,1-1,-1 1,1 0,-1 0,1-1,-1 1,1 0,-1 0,1 0,-1 0,1 0,-1 0,1 0,0 0,-1 0,1 0,-1 0,1 0,-1 0,1 0,-1 0,1 1,-1-1,1 0,-1 0,1 1,-1-1,1 0,-1 1,1-1,-1 0,0 1,1-1,-1 1,0-1,1 1,-1-1,-1 41,0-32,0-1,1 1,0-1,0 1,1-1,0 1,0-1,1 0,3 8,-3-11,1 0,0-1,0 1,1 0,-1-1,1 0,0 0,0 0,0 0,0-1,1 1,0-1,-1 0,1-1,0 1,1-1,-1 0,0 0,1-1,-1 1,1-1,-1 0,1-1,-1 0,1 1,-1-2,1 1,0-1,-1 0,1 0,-1 0,1-1,-1 1,0-1,0-1,0 1,0-1,0 0,0 0,-1 0,0-1,1 0,-1 0,0 0,2-3,2-5,-1 0,-1 0,0 0,0 0,-1-1,-1 0,0 0,-1-1,0 1,-1-1,-1 1,0-1,-1 0,0 1,-1-1,0 1,-1-1,-1 1,-4-13,7 27,0-1,0 0,1 0,-1 0,0 0,0 1,0-1,0 0,1 0,-1 0,0 0,0 0,0 0,1 1,-1-1,0 0,0 0,1 0,-1 0,0 0,0 0,1 0,-1 0,0 0,0 0,0 0,1 0,-1 0,0 0,0 0,1 0,-1-1,0 1,0 0,0 0,1 0,-1 0,0 0,0 0,0-1,0 1,1 0,-1 0,0 0,0 0,0-1,0 1,0 0,1 0,-1 0,0-1,0 1,0 0,0 0,0-1,0 1,0 0,0 0,0-1,0 1,0 0,26 19,-18-12,46 27,-44-29,1 1,-1 0,0 1,0 0,-1 0,0 1,0 1,-1-1,0 1,0 1,-1-1,0 1,-1 0,0 1,0 2,-3-4,-1-2,-1-1,1 1,0-1,0 0,1 0,0 0,0 0,0-1,1 1,0-1,0 0,0 0,1 0,0 0,-1-1,2 0,-1 0,0 0,1 0,0-1,0 0,2 1,9-2,-1 0,1-1,-1-1,1 0,-1-2,0 0,1 0,-1-1,0-1,0-1,-1-1,0 0,1 0,-2-2,1 0,-1 0,-1-1,9-8,-16 14,0-1,-1-1,1 1,-1-1,0 0,0 0,0 0,-1-1,1 1,-2-1,1 0,0-1,-1 1,0 0,-1-1,0 0,0 0,0 1,-1-1,0 0,1-5,-3 10,0 0,0 0,0-1,-1 1,1 0,0 0,-1 0,1 0,-1 1,0-1,0 0,0 1,1-1,-1 1,-1-1,1 1,0 0,0 0,0 0,-1 0,1 0,0 1,-1-1,1 1,-1 0,1-1,0 1,-1 0,1 0,-1 1,1-1,-1 0,1 1,0 0,-1-1,1 1,0 0,-1 0,1 0,0 0,0 1,0-1,0 1,0-1,0 1,1 0,-1-1,1 1,-2 2,-4 3,1 0,1 0,-1 0,1 1,0 0,1 0,0 0,0 1,1-1,0 1,1 0,-1 4,1-8,1 0,0-1,1 1,-1 0,1 0,0 0,1-1,-1 1,1 0,0 0,0-1,0 1,0 0,1-1,0 1,0-1,0 0,1 0,-1 1,1-2,0 1,0 0,0-1,2 2,8 2,1-1,0 0,0-1,0 0,1-2,0 1,0-2,-1 0,1-1,0 0,1-1,-1-1,0 0,-1-1,6-2,157-27,-98 12</inkml:trace>
  <inkml:trace contextRef="#ctx0" brushRef="#br0" timeOffset="28944.808">12727 2242,'697'13,"762"-26,-1418 12,99 10,-139-9,1 0,0 0,-1 1,1-1,-1 0,1 1,-1-1,1 1,-1 0,0-1,1 1,-1 0,0 0,1 0,-1 0,0 0,0 0,0 0,0 1,0-1,0 0,0 1,0-1,-1 0,1 1,0-1,-1 1,1-1,-1 1,0-1,1 1,-1-1,0 1,0 0,0-1,0 1,0-1,0 1,-1-1,1 1,-1 0,1-1,-1 1,-3 16,2-14,1 0,0 0,0 0,0 1,0-1,1 0,0 0,0 0,0 1,0-1,1 0,-1 0,1 0,0 1,4 2</inkml:trace>
  <inkml:trace contextRef="#ctx0" brushRef="#br0" timeOffset="29209.105">15427 2149,'-14'70,"2"0,3 1,4 0,2 0,6 45,-3-91,-1 4,2 1,1-1,2 0,0 0,5 10,-10-39,1 1,0 0,0 0,0 0,0 0,0 0,0 0,0 0,1 0,-1-1,0 1,0 0,1 0,-1 0,0 0,1-1,-1 1,1 0,-1 0,1-1,-1 1,1 0,0-1,-1 1,1 0,0-1,0 1,-1-1,1 1,0-1,0 0,0 1,0-1,-1 0,1 0,0 1,0-1,0 0,0 0,0 0,0 0,0 0,-1 0,1 0,0-1,0 1,0 0,0 0,0-1,0 1,-1 0,1-1,0 1,0-1,-1 1,1-1,0 0,0 1,-1-1,1 1,-1-1,1 0,71-108,-48 64</inkml:trace>
  <inkml:trace contextRef="#ctx0" brushRef="#br0" timeOffset="30337.656">15655 2336,'-23'152,"23"-150,0 0,0 0,0 0,0 1,0-1,1 0,-1 0,1 0,-1 0,1-1,0 1,0 0,0 0,0 0,0-1,0 1,0 0,1-1,-1 1,1-1,-1 1,1-1,-1 0,1 0,0 0,-1 0,1 0,0 0,0 0,0 0,0-1,0 1,0-1,0 1,0-1,0 0,0 0,0 0,0 0,0 0,0-1,0 1,0 0,1-1,32-2,-1-1,1-1,-1-2,7-4,10-1,307-51,3 16,2 16,42 15,-20-2,129-5,-323 34,-176-7,-9 0</inkml:trace>
  <inkml:trace contextRef="#ctx0" brushRef="#br0" timeOffset="30662.842">18876 1828,'0'-5,"0"1,0-1,1 1,0-1,-1 0,1 1,1 0,-1-1,1 1,0 0,0-1,0 1,0 0,1 1,-1-1,1 0,0 1,0-1,1 1,-1 0,1 0,-1 0,1 1,0-1,0 1,0 0,1 0,-1 0,0 1,1 0,2-1,11-3,1 2,-1 0,1 1,0 1,0 1,0 0,-1 2,1 0,0 1,-1 1,0 0,1 2,-14-5,0 0,0 1,-1 0,1 0,-1 0,1 1,-1-1,0 1,0 0,0 0,0 1,-1-1,1 1,-1 0,0 0,0 0,0 0,-1 0,1 1,-1-1,0 1,0-1,-1 1,0 0,1 0,-1 0,-1 0,1 2,-3 8,-1 0,0 0,-1 0,-1 0,0-1,-1 0,-1 0,0-1,-1 1,0-1,-9 10,6-6,-93 151,78-122</inkml:trace>
  <inkml:trace contextRef="#ctx0" brushRef="#br0" timeOffset="30926.226">19144 2791,'-1'2,"1"-1,0 1,-1 0,1-1,0 1,0 0,0-1,0 1,0 0,0-1,0 1,1 0,-1-1,0 1,1 0,0-1,-1 1,1-1,0 1,0-1,0 1,0-1,0 0,0 1,0-1,1 1,0-3,-1 1,1-1,-1 0,0 0,0 0,1 0,-1 0,0 0,0-1,0 1,0 0,0-1,0 1,-1 0,1-1,0 1,-1-1,1 1,-1-1,1 1,-1-1,0 0,0 1,1-1,-1 0,0 1,1-4,1 1,-1-1,0 0,0 0,-1 0,1 0,-1 0,0 0,0 0,-1 1,0-1,0 0,0 0,0 0,-1 1,1-1,-1 0,0 1,-1 0,1-1,-1 1,0 0,0 0,0 1,-1-1,1 1,-1-1,-4-2,7 6,-1-1,0 1,0-1,0 1,0 0,0 0,1 0,-1 0,0 0,0 0,0 1,0-1,0 1,0-1,1 1,-1-1,0 1,0 0,1 0,-1 0,1 0,-1 0,1 1,-1-1,1 0,0 1,-1-1,1 0,0 1,0 0,0-1,0 1,0 0,1-1,-1 3,-17 65,16-46</inkml:trace>
  <inkml:trace contextRef="#ctx0" brushRef="#br0" timeOffset="31449.623">19759 1601,'18'-3,"18"7,11 14,10 19,3 24,-1 25,-4 20,-9 17,-12 13,-17 8,-24 5,-39 1,-50-1,-63-8,-5-28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9:39.28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306 246,'-10'1,"1"0,-1 0,0 1,1 0,-1 1,1 0,0 0,0 1,0 0,0 1,1 0,0 0,0 1,0 0,0 0,1 1,0 0,1 0,-1 1,2-1,-1 1,-2 5,-7 13,1 1,1 0,2 0,1 1,0 0,-3 25,4-20,2 0,1 0,2 0,1 1,2-1,1 1,2-1,2 15,-4-43,0-1,1 0,-1 0,1 0,0 1,0-1,0 0,1 0,-1 0,1-1,0 1,0 0,0 0,1-1,-1 0,1 1,0-1,0 0,0 0,0-1,1 1,-1-1,1 1,0-1,-1 0,1 0,0-1,0 1,0-1,0 0,0 0,0 0,1-1,-1 1,0-1,0 0,1 0,-1 0,2-1,7-5,0-1,0 0,-1-1,1 0,-2-1,1 0,-1-1,-1 0,0-1,0 0,-1-1,5-8,18-23,-3-1,-1-1,-2-1,-2-1,-3-2,-1 0,-3-1,-2 0,-2-2,-2 1,-1-21,-7 54,-2 0,-1-1,0 1,-1 0,-1-1,-1 1,-3-12,4 25,1-1,-1 1,0-1,0 1,-1 0,0 0,0 0,0 0,-1 0,1 1,-1-1,0 1,0 0,-1 0,1 1,-1-1,0 1,0 0,0 0,0 1,0 0,-1-1,1 2,-1-1,-4 0,3 0,1 1,-1 1,0-1,1 1,-1 0,0 1,1 0,-1 0,1 0,-1 1,1 0,0 0,0 0,-1 1,2 0,-1 0,0 1,1-1,-1 1,1 1,0-1,0 1,1 0,-1 0,1 0,0 0,1 1,-1-1,1 1,0 0,1 0,-1 1,1-1,0 0,1 1,0-1,0 1,0-1,1 1,0 0,0-1,0 1,1 3,7 10,1 1,0-1,2-1,0 0,1 0,0-1,2-1,0 0,1-1,4 2,-4-1,16 15,-2 0,-2 2,-1 1,-1 2,-2 0,-2 1,-2 1,-1 1,-2 1,5 23,12 152,-26-191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9:39.56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90,'13'0,"19"-2,19-3,22-3,21-5,15-2,9-1,1 2,-6 4,-23 3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9:47.86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0 181,'0'124,"3"-86,43 462,-42-473,-4-27,0 0,0 0,0 0,0-1,1 1,-1 0,0 0,0 0,0 0,1 0,-1 0,0 0,0 0,0 0,1 0,-1 0,0-1,0 1,1 0,-1 0,0 1,0-1,1 0,-1 0,0 0,0 0,0 0,1 0,-1 0,0 0,0 0,0 0,1 1,-1-1,0 0,0 0,0 0,0 0,1 1,-1-1,0 0,0 0,0 0,0 1,0-1,0 0,0 0,0 0,1 1,-1-1,0 0,0 0,0 1,0-1,0 0,0 0,0 0,0 1,0-1,-1 0,1 0,0 1,0-1,9-20,-8 16,57-117,-54 114,0 1,1 0,-1 0,1 1,0-1,1 1,-1 0,1 1,0-1,0 1,1 0,-1 1,1-1,-1 1,1 1,0-1,2 1,-6 1,1 1,-1-1,0 1,0 0,1 0,-1 0,1 0,-1 0,0 1,0 0,1-1,-1 1,0 1,0-1,0 0,0 1,0-1,0 1,0 0,-1 0,1 0,-1 0,1 1,-1-1,0 1,0-1,0 1,0 0,0 0,-1 0,1 0,-1 0,1 3,0-1,-1 0,0-1,0 1,0 0,0 0,-1 0,0 0,0-1,0 1,0 0,-1 0,0 0,0 0,-1-1,1 1,-1 0,0-1,0 0,0 1,-1-1,1 0,-1 0,-1 1,0-1,-1 1,1-1,-1 0,0-1,0 1,0-1,-1 0,1 0,-1-1,0 1,1-1,-1 0,0-1,0 0,-1 0,1 0,0 0,0-1,0 0,0-1,-1 1,1-1,0 0,0-1,0 1,-2-2,5 0,1 1,0-1,0 0,0 0,1 0,-1 0,1 0,-1 0,1 0,0 0,0-1,1 1,-1 0,1-1,-1 1,1-1,0 1,0 0,1-1,-1 1,1-1,-1 1,1 0,0 0,0-1,1 1,-1 0,1 0,0 0,-1 0,1 1,0-1,1 0,-1 1,0-1,1 1,2-2,8-9,0 0,1 1,0 0,1 1,0 1,1 0,0 1,0 1,1 1,0 0,1 1,0 1,-1 0,17-1,-28 5,-1-1,1 1,0 0,-1 1,1 0,0-1,-1 2,1-1,0 1,-1 0,1 0,-1 0,1 1,-1 0,0 0,0 0,0 1,0 0,0 0,0 0,-1 0,1 1,-1 0,0 0,0 0,0 0,-1 0,1 2,0 5,0 0,-1 1,-1-1,0 1,0 0,-1 0,-1 0,0 0,0 0,-1 0,-1-1,0 1,-1 0,-1 3,-5 42,8-55,1-1,0 0,-1 1,1-1,0 0,0 1,0-1,0 0,0 1,0-1,0 0,0 1,1-1,-1 0,1 1,-1-1,1 0,-1 0,1 1,-1-1,1 0,0 0,0 0,0 0,0 0,-1 0,1 0,1 0,-1 0,0 0,0-1,0 1,0 0,0-1,1 1,-1-1,1 1,14 0</inkml:trace>
  <inkml:trace contextRef="#ctx0" brushRef="#br0" timeOffset="249.546">468 302,'-14'0,"-4"4,1 7,10 5,17 3,21 2,6-2</inkml:trace>
  <inkml:trace contextRef="#ctx0" brushRef="#br0" timeOffset="742.353">1149 569,'-23'-4,"1"-1,-1 0,0 1,0 1,0 2,0 0,0 1,0 2,0 0,0 1,0 2,0 0,20-4,0-1,0 1,0 0,0 0,1 0,-1 1,0-1,1 0,-1 1,1 0,-1 0,1 0,0 0,0 0,0 0,0 0,0 1,0-1,1 1,-1-1,1 1,0 0,-1-1,1 1,1 0,-1 0,0 0,1 0,-1 0,1 0,0 0,0 0,0 0,0 0,1 0,-1 0,1 1,7 8,0 0,1-1,1 0,-1-1,1 0,1 0,0-1,1-1,-1 0,1 0,1-1,5 2,-13-7,181 98,-185-100,0 0,0 1,0-1,0 0,0 0,0 1,-1-1,1 0,0 1,0-1,0 1,0-1,0 1,-1-1,1 1,0 0,0-1,-1 1,1 0,-1-1,1 1,0 0,-1 0,1 0,-1 0,0 0,1 0,-1-1,0 1,0 0,1 0,-1 0,0 0,0 0,0 0,0 0,0 0,0 0,-1 0,1 0,0 0,0 0,-1 0,1 0,0 0,-1 0,1-1,-1 1,1 0,-1 0,-3 0,1 0,-1 0,1 0,-1 0,1 0,-1-1,0 0,1 0,-1 0,0 0,1-1,-1 1,0-1,1 0,-1 0,1 0,-1-1,1 1,0-1,0 0,0 1,-1-2,2 1,-1 0,0-1,0 1,1-1,-1 0,1 1,0-1,0 0,0-1,0 1,1 0,-1-1,1 1,0 0,0-1,0 0,0 1,1-1,0 1,-1-1,1 0,0 1,1-2,2-12,1 1,1-1,0 1,2-1,0 2,0-1,1 1,1 0,10-11,-14 17,61-94,-24 43,-3-2,-2-2,-3-1,-4-2,21-65,-36 52,-15 80,0 0,0-1,1 1,-1 0,0-1,0 1,0 0,0-1,0 1,0 0,0-1,0 1,0-1,0 1,0 0,0-1,0 1,0 0,0-1,0 1,0-1,0 1,0 0,0-1,-1 1,1 0,0-1,0 1,0 0,-1-1,1 1,0 0,0 0,-1-1,1 1,0 0,-1 0,1-1,0 1,-1 0,1 0,0 0,-1 0,1 0,0-1,-1 1,1 0,-1 0,1 0,0 0,-1 0,1 0,-1 0,1 0,0 0,-1 1,1-1,0 0,-1 0,1 0,0 0,-1 0,1 1,0-1,-1 0,1 0,-18 23,5 8,1 0,2 1,1 0,2 1,1 0,-1 22,0-4,3 1,2 0,2-1,3 1,3 18,-2-45,1 0,0 0,2 0,1-1,1 0,1-1,1 0,0 0,2-2,1 1,14 16,-25-34,-1 0,1 0,0 0,1 0,-1 0,1 0,-1-1,1 0,0 1,0-2,1 1,-1 0,1-1,-1 0,1 0,0 0,0-1,-1 1,1-1,0 0,0-1,1 1,-1-1,7-8</inkml:trace>
  <inkml:trace contextRef="#ctx0" brushRef="#br0" timeOffset="1814.774">1217 409,'40'23,"0"-2,2-2,0-1,2-2,-1-2,2-2,42 5,169 28,-245-38,-31-2,13-4,-5 0,0 1,0 0,1 1,-1 1,1 0,-1 0,1 1,1 0,-1 1,1 0,0 1,0 0,0 0,1 1,1 1,-1-1,1 1,1 1,-1-1,2 2,-1-1,2 0,-1 1,1 2,4-9,0 0,1 1,0-1,0 1,0-1,0 0,1 1,0-1,0 0,0 1,0-1,1 0,-1 0,1 0,0 0,0 0,1 0,-1-1,1 1,0-1,0 0,0 0,0 0,1 0,-1 0,1-1,-1 1,1-1,0 0,0 0,0 0,0-1,1 0,-1 1,0-2,1 1,-1 0,3-1,7 3,1-1,-1-1,0 0,0-1,0-1,1 0,-1-1,0 0,5-3,-13 4,-1 0,1-1,-1 0,1 0,-1 0,0-1,0 0,0 0,0 0,0-1,0 1,-1-1,0 0,0-1,0 1,0 0,-1-1,0 0,0 0,0 0,0 0,-1-1,2-4,-6 15,0 1,1 0,-1-1,1 1,1 0,-1-1,1 1,0 0,0 0,1 0,-1-1,1 1,1 0,-1-1,1 1,0-1,0 1,1-1,-1 0,1 0,0 0,1 0,-1-1,1 1,0-1,0 0,0 0,1 0,0-1,0 1,-1-2,0 0,1-1,-1 0,1 1,-1-2,1 1,0 0,-1-1,1 0,0 0,0 0,-1-1,1 1,0-1,-1 0,1-1,-1 1,1-1,-1 0,0 0,0 0,0 0,0-1,0 0,0 0,-1 0,2-1,5-6,-1 0,0-1,0 0,-1-1,0 0,-1 0,-1 0,4-10,15-48,-3-2,-3 0,-3-1,-3-1,1-61,3-139,-17 262,-1 29,-26 632,26-618,7 99,-6-129,0 1,0 0,0-1,0 1,1-1,-1 1,1 0,-1-1,1 1,-1-1,1 1,0-1,0 0,0 1,0-1,0 0,0 0,0 1,0-1,0 0,1 0,-1 0,0 0,1-1,-1 1,1 0,-1 0,1-1,-1 1,1-1,-1 0,1 1,0-1,-1 0,1 0,0 0,-1 0,1 0,-1 0,1 0,0-1,-1 1,1-1,-1 1,1-1,-1 1,1-1,0 0,10-8,0-1,0 1,-1-2,0 0,-1 0,8-13,-10 14,1-1,0 1,0 0,1 1,0 0,0 1,1 0,0 1,3-2,-12 8,0 0,0 1,0-1,0 0,0 1,0-1,1 1,-1-1,0 1,0 0,0 0,1 0,-1 1,0-1,0 0,0 1,1-1,-1 1,0 0,0 0,0 0,0 0,0 0,0 0,-1 0,1 1,0-1,-1 1,1-1,-1 1,1-1,-1 1,0 0,1 0,-1 0,0 0,0 2,24 80,-24-75,0 0,-1 0,0 0,0 0,-1 0,0 0,-1 0,0-1,0 1,-2 0,3-6,0 0,0 0,0-1,-1 1,0 0,1-1,-1 0,0 1,0-1,0 0,-1 0,1 0,0 0,-1 0,0-1,1 1,-1-1,0 1,1-1,-1 0,0 0,0 0,0-1,0 1,0-1,0 0,0 1,0-1,0-1,0 1,-1 0,0-2,0 1,0-1,0 0,0 0,0 0,1-1,-1 1,1-1,0 0,-1 0,1 0,1 0,-1-1,0 1,1-1,0 1,-1-1,1 0,1 0,-1 0,1 0,-1 0,1-1,1 1,-1 0,0-1,1 1,0 0,0-1,0 1,1 0,-1-1,1 1,0 0,0 0,1 0,-1 0,1 0,2-3,2-5,1 2,0-1,1 1,0 0,1 0,0 1,0 1,1-1,0 1,1 1,0 0,0 1,0 0,1 0,0 1,0 1,0 0,0 1,1 0,0 0,3 1,-13 2,1-1,0 1,-1-1,1 1,0 0,-1 0,1 1,0-1,-1 1,1 0,0 0,-1 0,1 0,-1 1,0-1,1 1,-1 0,0 0,0 0,0 1,0-1,-1 1,1-1,-1 1,1 0,-1 0,0 0,0 0,0 0,-1 1,1-1,0 1,1 11,0-1,-1 1,0 0,-1 0,-1 0,0 0,-3 15,1 15,2-44,0 1,-1-1,1 0,0 0,0 0,0 1,0-1,0 0,0 0,0 1,0-1,1 0,-1 0,0 0,1 0,-1 1,1-1,-1 0,1 0,0 0,-1 0,1 0,0 0,0-1,0 1,0 0,0 0,0 0,0-1,0 1,0 0,0-1,0 1,0-1,0 0,0 1,1-1,-1 0,0 1,0-1,0 0,1 0,-1 0,0 0,0 0,0-1,1 1,-1 0,0 0,0-1,0 1,0-1,0 1,1-1,-1 1,0-1,17-10,-1-1</inkml:trace>
  <inkml:trace contextRef="#ctx0" brushRef="#br0" timeOffset="2316.501">2741 342,'1'5,"-1"1,2-1,-1 0,0 0,1 0,0 0,0 0,1-1,-1 1,1-1,0 1,0-1,1 0,-1 0,1 0,0-1,0 1,0-1,1 0,-1 0,1 0,-1-1,1 1,0-1,0-1,0 1,0-1,1 1,25 10,0-1,1-2,1-1,0-1,0-2,0-1,0-2,1-1,18-2,-37-3,0 1,0-2,0 0,0 0,-1-2,0 0,0 0,-1-1,0-1,-1 0,0-1,0 0,-1-1,0 0,-1-1,0 0,1-3,-4 8,-1 0,1-1,-1 0,-1 0,0 0,0-1,0 0,-1 0,0 0,-1 0,0-1,0 1,-1-1,-1 0,0 0,0 0,0 1,-1-1,-1-5,-1 12,1-1,-1 1,1 0,-1 0,0 1,0-1,0 0,0 1,-1-1,1 1,-1 0,0-1,1 1,-1 1,0-1,0 0,0 1,0-1,-1 1,1 0,0 0,-1 0,1 1,0-1,-1 1,1 0,-1-1,-92 14,86-10,0 1,0 0,1 1,-1 0,1 1,1 0,-1 0,1 0,0 1,0 1,1-1,0 1,0 1,1-1,0 1,1 0,0 0,0 1,1 0,0 0,1 0,0 0,0 0,0 11,1 2,1 1,1 0,1 0,1-1,1 1,1-1,1 1,1-1,1-1,2 1,0-1,1-1,1 0,1 0,1-1,0-1,2 0,0 0,1-2,1 0,0-1,2-1,0 0,0-2,1 0,1-1,0-1,0-1,1-1,5 1,-6-4,0 0,0-2,0 0,0-2,1 0,-1-1,17-2,5-5</inkml:trace>
  <inkml:trace contextRef="#ctx0" brushRef="#br0" timeOffset="2931.902">1872 636,'7'-7,"1"0,1 6,-2 10,-2 12,-2 12,1 10,4 6,1 1,-1-7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9:46.62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234 562,'-93'-39,"89"38,0 0,0 0,0 1,-1-1,1 1,0 0,0 0,0 1,-1-1,1 1,0 0,0 0,0 0,0 1,0-1,1 1,-1 0,0 0,1 0,-1 1,1-1,-2 3,0-1,1 1,-1 0,1 0,0 0,1 1,-1-1,1 1,0 0,1-1,-1 1,1 1,1-1,-1 0,1 0,0 1,0-1,1 1,-1-1,1 1,1-1,0 1,0-1,0 0,0 1,3 4,-1-8,1-1,0 1,0-1,0 0,0 0,0 0,1 0,-1-1,0 1,1-1,-1-1,1 1,0 0,-1-1,1 0,-1 0,1-1,-1 1,1-1,-1 0,1 0,-1 0,1-1,-1 0,0 0,0 0,0 0,0 0,0-1,0 0,2-2,10-5,-1 0,0-1,-1-1,-1 0,0-1,0 0,-1-1,-1 0,0-1,-1-1,-1 1,0-2,-1 1,-1-1,0 0,-2 0,0-1,0 0,-2 0,0 0,-2 0,1-12,-5 1,0 0,-2 1,-1-1,-1 1,-2 0,0 1,-2 0,-1 1,-12-19,-2 10,25 35,1-1,-1 0,0 0,0 1,1-1,-1 0,0 1,0-1,0 1,1-1,-1 1,0-1,0 1,0 0,0-1,0 1,0 0,0 0,0 0,0 0,0 0,0 0,0 0,0 0,0 0,0 0,0 0,0 1,0-1,0 0,1 1,-1-1,0 1,0-1,0 1,0-1,0 1,1 0,-1-1,0 1,1 0,-5 6,2-1,-1 1,1 1,0-1,1 0,-1 1,2-1,-1 1,0 5,2-12,-9 49,3 1,2 0,2 0,2 0,2-1,3 1,2 0,4 8,-8-43,2 0,-1-1,2 0,0 0,1-1,1 0,8 13,-13-22,0-1,1 1,-1-1,1 0,0-1,0 1,1-1,-1 1,1-1,-1-1,1 1,0 0,0-1,0 0,0-1,1 1,-1-1,0 0,1 0,-1 0,1-1,-1 0,1 0,3-1,3-1,-1-1,0 0,0 0,-1-2,1 1,-1-1,0 0,0-1,0-1,-1 1,0-1,-1-1,1 0,-1 0,-1 0,5-8,1-1,-1 0,-1-1,0 0,-2-1,0-1,-1 1,-1-1,2-12,-17 138,16 8,-7-110,0 0,0-1,0 1,1-1,-1 0,1 1,0-1,0 0,0 0,0 0,0 0,1 0,0-1,-1 1,1-1,0 0,0 1,0-1,0-1,1 1,-1 0,1-1,-1 0,1 1,-1-2,1 1,-1 0,1-1,0 1,26-2</inkml:trace>
  <inkml:trace contextRef="#ctx0" brushRef="#br0" timeOffset="469.739">636 134,'121'61,"-80"-43,0 3,-2 1,0 2,-2 1,-24-15,0 0,-1 1,0 0,-1 1,0 0,-1 1,0 0,-1 1,-1 0,0 0,-1 1,5 13,1 25,-12-44,0-1,0 0,1 0,1 0,-1 0,1 0,0 0,1-1,0 1,0-1,1 0,0 0,0-1,6 6,-9-10,1 0,0 0,0-1,0 1,0-1,0 0,0 0,1 0,-1 0,0-1,1 1,-1-1,0 0,1 0,-1 0,0 0,1-1,-1 1,0-1,1 0,-1 0,0 0,0 0,0-1,0 1,0-1,0 0,-1 1,3-3,4-3,0 0,-1-1,0 1,-1-2,0 1,0-1,-1 0,3-6,-1 2,-1 0,-1-1,-1 1,0-1,0-1,-1 1,-1 0,-1-1,0 0,0-1,-15 42,10-18,1 0,0 0,0 0,1 0,0 1,0-1,1 0,0 1,1-1,0 0,0 0,0 1,1-1,0 0,1 0,0-1,0 1,1-1,0 1,0-1,1 0,-1 0,2-1,-1 0,1 0,0 0,0 0,0-1,1 0,8 2,1 0,0-1,0-1,0-1,0 0,15 1,39 5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9:42.83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41 34,'-16'-13,"-1"-1,10 7,12 12,13 11,9 8,1 0</inkml:trace>
  <inkml:trace contextRef="#ctx0" brushRef="#br0" timeOffset="-210.012">54 328,'0'18,"0"18,0 11,0 10,0 1,0-2,0-6,0-7,2-10,1-12</inkml:trace>
  <inkml:trace contextRef="#ctx0" brushRef="#br0" timeOffset="375.494">294 502,'2'4,"-1"1,1-1,-1 0,1 1,1-1,-1 0,0 0,1-1,0 1,0 0,0-1,0 0,1 0,-1 0,1 0,0 0,0-1,0 0,0 1,0-1,0-1,1 1,-1-1,0 0,1 0,0 0,-1 0,1-1,4 0,6-4,0 0,0-1,0-1,-1-1,0 0,0 0,-1-2,0 0,0 0,-1-1,0-1,-1 0,0 0,-1-1,2-3,-10 13,0 1,0-1,0 0,-1 0,1 0,0 0,-1 0,0 0,1 0,-1 0,0-1,0 1,-1-1,1 1,0 0,-1-1,1 1,-1-1,0 0,0 1,0-1,0 1,0-1,0 1,-1-1,0 1,1-1,-1 1,0 0,0-1,0 1,0 0,-1-1,1 1,0 0,-1 0,0 0,1 1,-6-2,0 0,0 1,1 0,-1 0,0 1,0 0,-1 0,1 1,0 0,0 0,0 1,0 0,0 0,0 0,0 1,0 0,0 0,1 1,-1 0,1 0,0 1,-1 0,2 0,-1 0,0 0,1 1,0 0,0 0,0 1,0 1,0-2,0 0,1 0,-1 1,1-1,0 1,1 0,-1 0,1 0,1 1,-1-1,1 1,0 0,1-1,-1 1,1 0,1 0,-1 0,1 0,0 0,1 0,0 0,0 0,0-1,1 1,0 0,0-1,1 1,0-1,0 0,0 1,1-2,0 1,0 0,0-1,1 0,0 0,4 4,3-3,0 0,0-1,0 0,1-1,0 0,0-1,0-1,0 0,0 0,1-2,-1 1,0-2,46-1</inkml:trace>
  <inkml:trace contextRef="#ctx0" brushRef="#br0" timeOffset="760.058">1003 275,'-10'-2,"0"0,0 1,0 0,0 1,0 0,0 1,1 0,-1 0,0 1,0 0,1 1,-1 0,1 1,0 0,0 0,0 1,0 0,1 0,0 1,0 0,1 1,-1 0,1 0,0 2,5-6,0 0,1 0,0 0,-1 0,1 1,0-1,1 1,-1-1,1 1,-1-1,1 1,0-1,0 1,1-1,-1 1,1-1,0 1,-1-1,2 0,-1 1,0-1,1 0,-1 0,1 0,0 0,1 2,67 66,-20-34,-37-29,0 1,0 0,-1 0,-1 1,0 1,0 0,-1 1,0 0,-1 0,0 1,1 5,-9-16,1 1,-2 0,1 0,0 0,-1 0,1 0,-1-1,0 1,0 0,0 0,0 0,0 0,-1 0,1 0,-1 0,0 0,0-1,0 1,0 0,-1-1,1 1,-1-1,1 1,-1-1,0 1,0-1,0 0,0 0,0 0,-1 0,1-1,-1 1,1-1,-1 1,-2 0,0 1,-1 0,0-1,0 1,-1-1,1-1,0 1,-1-1,1 0,-1 0,1-1,-1 0,1 0,-1-1,1 0,-1 0,1 0,-40-29,45 30,0-1,0 0,0 0,0 0,1 1,-1-1,0 0,0 0,1 0,-1 0,1-1,-1 1,1 0,-1 0,1 0,0 0,-1 0,1-1,0 1,0 0,0 0,0 0,0-1,0 1,0 0,0 0,1 0,-1 0,0-1,1 1,-1 0,1 0,-1 0,1 0,0 0,-1 0,1 0,0 0,0 0,-1 0,2 0,9-6</inkml:trace>
  <inkml:trace contextRef="#ctx0" brushRef="#br0" timeOffset="1941.047">1230 369,'2'18,"1"17,0 13,0 8,-2 5,0-2,0-6,-1-10,2-13,6-12,1-11</inkml:trace>
  <inkml:trace contextRef="#ctx0" brushRef="#br0" timeOffset="2105.209">1257 75,'0'9,"7"9,11 12,3 0</inkml:trace>
  <inkml:trace contextRef="#ctx0" brushRef="#br0" timeOffset="3075.587">1618 757,'14'-63,"-4"1,-2-1,-3-1,-2-50,-1 40,-3 73,1 0,-1 0,1 0,0 0,0 1,-1-1,1 0,0 0,0 0,0 0,0 0,0 0,0 0,1 0,-1 0,0 0,0 1,0-1,1 0,-1 0,1 0,-1 0,1 1,-1-1,1 0,-1 0,1 1,-1-1,1 0,0 1,0-1,-1 1,1-1,0 1,0-1,0 1,-1-1,1 1,0 0,0-1,0 1,0 0,0 0,0 0,0 0,0 0,-1 0,1 0,0 0,0 0,0 0,0 0,0 1,0-1,181 65,-174-62,-1-1,0 1,0 1,0-1,0 1,-1 1,1-1,-1 1,0 0,0 0,-1 1,0 0,0 0,0 0,-1 0,1 1,-2 0,1 0,-1 0,0 0,0 1,0 2,5 96,-9-89,1 0,1 1,1-1,0 0,2 0,1 7,-4-21,0 0,1 0,-1-1,1 1,-1 0,1-1,0 1,0-1,0 1,0-1,1 0,-1 0,1 0,-1 0,1 0,-1-1,1 1,0-1,0 0,0 0,0 0,0 0,0 0,0-1,0 1,0-1,0 0,1 0,1 0,89-21,-81 15,0 0,-1-1,1 0,-2-1,1-1,-1 1,0-2,-1 0,0 0,-1 0,0-1,0-1,-1 0,-1 0,0 0,-1-1,0 0,-1 0,0-1,-1 1,-1-1,0 0,-2 11,0 0,0 0,0 0,-1 0,1 0,-1 0,0 0,0 0,0 0,0-1,-1 1,1 0,-1 0,0 0,0 0,0 0,0 0,0 1,-1-1,1 0,-1 0,0 1,0-1,0 1,0 0,0-1,0 1,-1 0,1 0,-1 1,1-1,-1 0,0 1,1 0,-1-1,0 1,0 0,0 0,0 1,0-1,-2 1,-1 3,0 0,0 0,1 1,-1 0,1 0,0 1,0-1,0 1,0 0,1 1,0-1,0 1,1-1,-1 1,1 0,1 1,-1-1,1 0,0 1,-1 5,0-5,0 0,1 0,0 0,0 0,1 0,0 1,0-1,0 0,1 1,0-1,1 1,0-1,0 0,0 1,1-1,0 0,0 0,1 0,0 0,0-1,1 1,0-1,0 0,3 4,5-1,1-1,0 0,0-1,1 0,0-1,0-1,0 0,1-1,0 0,0-1,0-1,0-1,0 0,0-1,14-1,8 1,1-2,0-1,-1-2,0-2,0-1,-1-2,0-1,17-9,-48 19,-1-1,1 1,-1-1,0 1,1-1,-1 0,0-1,0 1,0-1,-1 0,1 1,-1-2,1 1,-1 0,0-1,0 1,-1-1,1 0,-1 0,0 0,0 0,0-1,0 1,-1 0,1-1,-1 1,-1-1,1 0,-1 1,1-1,-1 0,0 1,-1-1,1 1,-2-4,-2-2,-1 1,-1-1,0 1,0 1,-1-1,0 1,0 0,-1 1,0 0,0 0,0 0,-1 1,0 1,-1-1,1 2,-1-1,0 1,-10-2,17 5,-1 0,1 1,-1 0,0 0,1 0,-1 0,1 0,-1 1,0 0,1-1,0 1,-1 1,1-1,-1 0,1 1,0 0,0 0,0 0,0 0,0 0,1 0,-1 1,1-1,-1 1,1 0,0 0,0 0,0 0,-1 1,-3 8,0 0,1 0,0 0,1 1,0-1,1 1,0 6,0-13,2 1,-1 0,1-1,0 1,1 0,-1 0,1-1,1 1,-1 0,1 0,0-1,1 1,-1 0,1-1,1 1,-1-1,1 0,0 0,1 0,-1 0,1-1,0 1,1-1,-1 0,1 0,0-1,0 1,1-1,3 2,-2-3,0 0,0-1,0 0,0 0,0-1,0 0,1 0,-1-1,0 0,1 0,-1-1,0 0,0 0,1 0,-1-1,0 0,0-1,-1 0,1 0,-1 0,1-1,-1 1,0-2,0 1,-1-1,1 0,-1 0,0 0,0-1,-1 1,1-1,-1 0,-1-1,1 1,0-5,0 2,0-1,-2 0,1-1,-1 1,-1 0,0-1,0 1,-1-1,0 1,-1-1,0 1,-1 0,0-1,-1-2,2 13,1 0,0 0,0 1,0-1,-1 0,1 0,0 0,-1 1,1-1,0 0,-1 0,1 0,0 0,-1 0,1 0,0 0,-1 0,1 0,0 0,-1 0,1 0,0 0,-1 0,1 0,0 0,-1 0,1 0,0 0,0 0,-1 0,1-1,0 1,-1 0,1 0,0 0,0 0,-1-1,1 1,0 0,0 0,-1-1,1 1,0 0,0-1,0 1,0 0,-1-1,1 1,0 0,0 0,0-1,0 1,0 0,0-1,-5 33,4-25,2-1,-1 1,0 0,1-1,1 1,-1-1,1 1,0-1,0 0,1 0,0 0,0 0,0 0,1-1,-1 1,2-1,-1 0,0 0,1 0,0-1,0 0,0 0,1 0,0 0,3 1,12 5,0-1,0-1,1-1,1 0,-1-2,2 0,63 10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9:56.16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33,'15'-6,"0"0,1 1,-1 1,1 0,0 1,0 1,0 1,1 0,-1 1,0 1,0 0,0 1,0 1,5 1,-16-2,0-1,0 1,0 0,0 1,0-1,0 1,-1 0,1 0,-1 0,0 1,0 0,0-1,0 1,-1 1,1-1,-1 0,0 1,-1 0,1 0,-1-1,0 2,0-1,0 0,-1 0,0 0,0 1,0-1,-1 1,1-1,-1 1,-1-1,1 2,-2 3,-1 0,0 0,-1 0,0 0,0-1,-1 0,0 0,-1 0,1 0,-2-1,1 0,-1 0,-8 6,-111 84,98-79,3 1,25-19,-1-1,1 1,0-1,0 1,0 0,-1-1,1 1,0 0,0-1,0 1,0-1,0 1,0 0,0-1,0 1,0 0,1-1,-1 1,0-1,0 1,0 0,1-1,-1 1,0-1,1 1,-1-1,0 1,1-1,-1 1,1-1,-1 1,1-1,-1 0,1 1,-1-1,1 0,-1 1,1-1,0 0,-1 0,1 0,-1 1,1-1,0 0,-1 0,1 0,0 0,-1 0,1 0,0 0,-1 0,1 0,-1-1,1 1,0 0,-1 0,1 0,-1-1,1 1,-1 0,1-1,0 1,168-14,-114 6,48-6,-7 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9:56.52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120 747,'3'18,"0"15,0 9,-1 4,-1 1,3-3,-1-6,0-11</inkml:trace>
  <inkml:trace contextRef="#ctx0" brushRef="#br0" timeOffset="701.128">0 479,'17'-1,"-1"1,1 1,-1 0,0 1,1 1,-1 0,14 5,-16-5,1 1,-1 0,0 0,0 2,0-1,0 2,-1 0,0 1,-1 0,0 1,0 0,-1 1,0 0,-1 1,0 0,0 0,-1 1,-1 1,0-1,-1 1,0 1,4 12,-5-1,-2 0,0 1,-2-1,-1 0,-1 1,-1 3,0-27,1 1,-1-1,1 1,-1-1,1 1,0-1,0 1,1-1,-1 1,0-1,1 1,-1-1,1 1,0-1,0 0,0 1,0-1,0 0,0 0,1 0,-1 0,1 0,0 0,-1 0,1 0,0-1,0 1,0-1,0 1,0-1,1 0,-1 0,2 1,5-2,-1 1,1-2,0 1,0-1,0-1,-1 0,1 0,-1 0,1-1,-1-1,0 1,0-1,0-1,-1 1,0-1,0-1,0 1,0-1,-1 0,0-1,0 0,4-6,-4 6,-2 0,1 0,-1 0,0 0,0-1,-1 0,0 0,0 1,-1-2,0 1,-1 0,1-8,-11 38,8-14,-1 0,1 0,1 0,-1 0,1 0,1 0,-1 0,1 0,1 0,0 0,0 0,0 0,1-1,0 1,1-1,-1 0,1 0,1 0,-1 0,1-1,1 0,-1 0,1 0,0-1,0 1,0-1,1-1,0 1,0-1,2 0,-2-1,0-1,0 0,0-1,1 0,-1 0,0 0,0-1,1 0,-1-1,0 1,0-1,0-1,0 1,0-1,0-1,0 1,0-1,-1 0,1-1,-1 1,0-1,0-1,-1 1,1-1,-1 0,0 0,0 0,0-1,-1 0,0 0,0 0,-1 0,3-6,6-19,-1 0,-1-1,-2 0,-1-1,-1 0,0-22,-2 25,8-63,12-79,-1-127,-29 233,5 65,1 1,-1-1,1 1,0-1,-1 1,1-1,-1 1,1-1,-1 1,1 0,-1-1,0 1,1 0,-1-1,1 1,-1 0,0 0,1 0,-1 0,0-1,1 1,-1 0,1 0,-1 0,0 0,1 1,-1-1,0 0,1 0,-1 0,0 0,1 1,-1-1,1 0,-1 1,1-1,-1 0,0 1,1-1,-1 0,1 1,0-1,-1 1,1-1,-1 1,1 0,0-1,-1 1,1-1,0 1,0-1,-9 12,2-1,-1 1,2 0,-1 0,2 1,0 0,0 0,1 0,1 1,-1 2,4-16,-12 51,3-1,1 1,3 1,2-1,3 1,1 0,3-1,2 0,10 39,-13-71,1-1,0 1,1-1,1 0,1 0,1-1,0 1,1-2,1 1,0-2,2 1,-1-1,2-1,0 0,1-1,0 0,1-1,0-1,11 6,41-4,-43-18</inkml:trace>
  <inkml:trace contextRef="#ctx0" brushRef="#br0" timeOffset="955.448">709 346,'-16'0,"-6"2,2 3,15 3,22 5,31 2,33 1,27-2,18-1,1 1,-21-1</inkml:trace>
  <inkml:trace contextRef="#ctx0" brushRef="#br0" timeOffset="1673.61">1323 974,'1'1,"-1"-1,1 1,0-1,0 1,0-1,0 1,-1-1,1 0,0 1,0-1,0 0,0 0,0 0,0 0,0 0,0 0,0 0,0 0,-1 0,1 0,0-1,0 1,0 0,0 0,0-1,0 1,-1-1,1 1,0-1,0 1,-1-1,1 1,0-1,-1 0,1 1,0-1,-1 0,1 0,-1 0,1 1,-1-1,0 0,1-1,12-41,-11 12,-1 1,-1-1,-2 1,0-1,-3 1,0 0,-2 0,-2-2,9 32,-1-1,1 0,-1 0,0 1,1-1,0 0,-1 0,1 0,-1 1,1-1,0 0,0 0,-1 0,1 0,0 0,0 0,0 0,0 0,0 1,0-1,0 0,1 0,-1 0,0 0,0 0,1 0,-1 0,0 1,1-1,-1 0,1 0,-1 1,1-1,0 0,-1 0,1 1,0-1,-1 1,1-1,0 1,0-1,-1 1,1-1,0 1,0 0,0-1,0 1,0 0,-1 0,1-1,0 1,0 0,0 0,0 0,0 0,0 0,0 1,164 32,-143-29,-10-2,0 0,0 1,0 0,0 1,-1 0,1 1,-1 0,0 1,-1 0,4 2,-10-1,0 0,0 0,0 0,-1 0,0 1,-1-1,1 1,-2-1,1 1,-1 0,0 0,0 0,-1 0,0 0,-1 0,0 0,0-1,-2 7,1 11,2-22,-1 1,0 1,0 0,0 0,1 0,0 0,0 0,0 0,1 0,-1 0,1 0,0 0,1 0,-1-1,1 1,0 0,0-1,0 1,1-1,0 0,0 0,0 0,0 0,0 0,1-1,0 1,0-1,7 1,-1 0,1-1,-1-1,1 1,0-2,0 0,0 0,0-1,1 0,-1-1,0 0,0-1,-1 0,1-1,0 0,-1 0,1-1,-1-1,9-5,-13 7,0 0,0-1,0 0,0 0,-1-1,0 0,0 1,0-2,0 1,-1 0,0-1,0 0,0 0,-1 0,0-1,0 1,0-2,-13 20,8-9,0 0,0 0,0 1,1-1,-1 0,1 1,0-1,0 1,0 0,1-1,-1 1,1-1,0 1,0 0,0 0,0-1,1 1,-1-1,1 1,0 0,0-1,1 1,-1-1,1 0,-1 1,1-1,0 0,0 0,0 0,1 0,-1-1,1 1,0-1,0 1,-1-1,1 0,1 0,-1 0,0 0,3 0,0-1,0 0,1-1,-1 0,0 0,0 0,0-1,0 0,0 0,0 0,0-1,0 0,0 0,0-1,-1 1,1-1,-1 0,0-1,0 0,0 1,0-1,-1-1,0 1,0-1,0 0,0 0,-1 0,3-4,-2 2,0 0,0 0,0-1,-1 1,0-1,-1 0,0 0,0 0,0 0,-1 0,0 0,-1-1,0 1,0 0,-1 0,0-1,-1 1,1 0,-1 0,-3-5,4 10,-1-1,0 0,0 1,0 0,0-1,0 1,-1 0,0 0,1 1,-1-1,0 0,0 1,-1 0,1 0,0 0,-1 0,1 0,-1 1,0-1,0 1,1 0,-1 0,0 1,0-1,0 1,0 0,0 0,0 0,0 0,0 1,0-1,1 1,-5 1,0 1,-1 0,0 0,1 0,0 1,0 1,0 0,0 0,1 0,-1 1,1 0,1 0,-1 1,1-1,-1 3,4-5,-1 0,1 0,0 0,1 0,-1 1,1-1,0 1,0 0,0-1,0 1,1 0,0 0,0 0,1 0,-1 0,1 0,0 0,0 1,1-1,-1 0,1 0,0 0,0 0,1-1,0 1,0 0,0-1,0 1,1-1,-1 1,1-1,0 0,1 0,-1 0,1-1,3 3,1-1,1 0,0 0,0-1,0-1,1 1,-1-2,1 1,0-1,0-1,-1 0,9 0,21 0</inkml:trace>
  <inkml:trace contextRef="#ctx0" brushRef="#br0" timeOffset="1920.956">2326 239,'-15'-5,"-14"-1,-9 1,-4 4,2 11,2 10,8 8,9 8,13 6,16 1,17 4,12 2,0-7</inkml:trace>
  <inkml:trace contextRef="#ctx0" brushRef="#br0" timeOffset="2455.655">2366 827,'10'29,"-6"-16,1 1,0-1,1 0,0 0,1-1,0 0,1 0,7 8,-11-17,-1 0,1-1,-1 1,1-1,0 0,0 0,0 0,0 0,0-1,0 1,1-1,-1-1,1 1,-1 0,0-1,1 0,-1 0,1 0,-1-1,1 1,-1-1,0 0,1 0,-1-1,0 1,0-1,0 0,0 0,0 0,-1-1,1 0,-1 1,1-1,-1 0,0 0,0-1,0 1,0-1,-1 1,0-1,1 0,-1 0,-1 0,2-2,2-16,0-1,-2 1,0-1,-2 0,0 0,-2 0,0 0,-2 0,0 1,-1-1,-2 1,-4-12,9 30,-1-3,0-1,-1 1,0 0,0 0,0 0,-1 0,0 0,0 1,-6-6,5 8,8 9,8 2,0 0,0 0,1-1,0-1,0 0,0-1,1 0,0 0,7 2,16 5,-16-5,1 0,-2 1,1 1,-1 0,0 2,-1 0,0 1,0 1,-14-6,0-1,0 1,0 0,-1 0,0 1,0-1,0 1,-1-1,0 1,0 0,-1 0,0 0,0 0,0 0,-1 0,0 0,-1 0,0 0,0 0,0 0,-1 3,-2 34,4-42,0 0,1 0,-1 0,0 0,1 0,-1 0,1 0,0 0,-1 0,1-1,0 1,0 0,0 0,0-1,1 1,-1 0,0-1,1 1,-1-1,1 0,0 1,-1-1,1 0,0 0,0 0,-1 0,1-1,0 1,0 0,0-1,0 1,0-1,0 0,0 1,0-1,0 0,0 0,0-1,1 1,83-18,-71 9,0 0,0-1,-1 0,-1-1,1-1,-2 0,0-1,0 0,-1-1,-1 0,0-1,-1 0,0 0,-2-1,3-6,-2-20,-16 45,0 6,1 1,0 1,1 0,0 0,0 0,2 0,-1 1,1 0,1 0,0 2,1-10,0 1,1 0,-1 0,1 0,0 0,1 0,-1 0,1 0,0 1,0-1,1 0,-1 0,1 0,0 0,1 0,-1 0,1 0,0-1,0 1,1-1,-1 1,1-1,0 0,0 0,0 0,1 0,0 0,-1-1,1 0,0 1,1-1,1 1,68 16,-36-16</inkml:trace>
  <inkml:trace contextRef="#ctx0" brushRef="#br0" timeOffset="2713.995">3316 399,'22'-4,"9"-2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9:55.07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200 169,'-1'20,"-1"0,-1-1,-1 1,0-1,-6 14,2-5,-45 139,-42 85,82-223,7-19,5-17,7-20,233-702,-232 706,-7 23,0 0,0 0,0 1,0-1,0 0,0 0,0 0,0 0,0 0,0 0,0 1,1-1,-1 0,0 0,0 0,0 0,0 0,0 0,0 0,1 0,-1 0,0 0,0 0,0 0,0 0,0 0,1 0,-1 0,0 0,0 0,0 0,0 0,0 0,1 0,-1 0,0 0,0 0,0 0,0 0,0 0,1 0,-1 0,0 0,0 0,0 0,3 24,-3-17,19 126,5-2,8 4,27 149,-50-211,-7-50</inkml:trace>
  <inkml:trace contextRef="#ctx0" brushRef="#br0" timeOffset="674.404">147 450,'-6'0,"10"0,1 0,208-12,68 2,-273 10,0 0,0 0,0 1,0 0,0 1,0 0,0 0,0 0,-1 1,1 0,-1 1,0 0,0 0,0 0,-1 1,1 0,-1 0,0 1,-1 0,1 0,-1 0,0 0,1 3,-1 3,-1 0,0 1,0 0,-1 0,-1 0,0 0,-1 0,0 0,-1 3,8 63,-8-78,0 1,0-1,0 1,0-1,0 0,1 1,-1-1,1 0,-1 1,1-1,-1 0,1 0,0 0,-1 1,1-1,0 0,0 0,0 0,0 0,0 0,0-1,0 1,0 0,0 0,1-1,-1 1,0 0,0-1,1 0,-1 1,0-1,1 0,-1 1,1-1,-1 0,0 0,1 0,-1 0,0 0,1-1,-1 1,0 0,1-1,-1 1,1-1,8-5,0 0,-1-1,0-1,-1 1,1-1,-1-1,-1 1,0-1,0-1,-1 1,0-1,0 0,-1-1,0 1,-1-1,-1 0,2-5,14-64,-19 134,0-52,9 140,-8-137,0 0,0 0,0 0,1 0,0 0,0 0,0 0,1-1,-1 1,1-1,0 1,0-1,1 0,-1-1,1 1,0 0,0-1,0 0,1 0,-1 0,1-1,-1 1,1-1,0 0,3 1,0-3,-1 0,1-1,-1 0,0 0,1 0,-1-1,0 0,0 0,0-1,0 0,-1 0,1-1,-1 0,0 0,0 0,0-1,0 0,-1 0,0 0,0-1,0 0,-1 0,0 0,0 0,-1-1,1 1,-1-1,0-1,3-5,-1 0,0 0,-1 0,0-1,-1 1,-1-1,0 0,-1 0,0 0,-1 0,0 0,-2-2,2 16,0 0,0 1,-1-1,1 0,0 0,0 0,0 1,-1-1,1 0,0 0,0 0,0 0,-1 0,1 0,0 0,0 1,-1-1,1 0,0 0,-1 0,1 0,0 0,0 0,-1 0,1 0,0 0,0 0,-1 0,1-1,0 1,0 0,-1 0,1 0,0 0,0 0,-1 0,1-1,0 1,0 0,0 0,-1 0,1 0,0-1,0 1,0 0,0 0,-1-1,1 1,0 0,0 0,0-1,0 1,0 0,0 0,0-1,0 1,0 0,0 0,0-1,0 1,0 0,0 0,0-1,0 1,-9 21,6-14,1 0,0 1,0-1,1 1,0-1,1 1,-1 0,1-1,1 1,0-1,0 1,0-1,1 1,0-1,0 1,1-1,0 0,0 0,1-1,0 1,0-1,0 1,1-1,0-1,0 1,1-1,-1 0,1 0,0 0,1-1,-1 0,5 2,48 19,1-8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29:59.50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108 254,'-5'28,"-3"26,-3 23,0 19,3 11,2 8,2 0,2-3,1-8,1-12,1-14,-1-20,-2-20,-1-22,1-14</inkml:trace>
  <inkml:trace contextRef="#ctx0" brushRef="#br0" timeOffset="255.349">14 803,'-12'-344,"12"344,-1-3,1 1,0-1,-1 0,1 0,0 1,0-1,1 0,-1 0,0 1,1-1,0 0,0 1,0-1,0 0,0 1,0 0,0-1,1 1,0 0,-1-1,1 1,0 0,0 0,0 0,0 1,0-1,0 0,1 1,-1 0,1-1,2 3,1-1,-1 1,0 0,1 0,-1 0,0 1,0 0,0 0,0 0,0 0,0 1,0 1,-4-4,35 20,-2 1,0 2,-1 1,-1 2,-2 1,10 12,-39-38,1 0,0 1,0-1,0 1,0-1,0 1,0-1,0 1,-1 0,1 0,-1 0,0 0,1 0,-1 0,0 1,0-1,0 0,0 1,-1-1,1 0,-1 1,1-1,-1 1,0-1,0 1,0-1,0 1,-1-1,1 0,0 1,-1-1,0 1,0-1,1 0,-2 2,-4-1,1 0,-1 0,0-1,0 0,1 0,-1-1,0 0,0 0,-1 0,1-1,-1 1,6-1,-12 2,-1-1,1 0,0-1,-1 0,1-1,-1-1,1 0,0 0,0-2,0 1,-7-4,1-6</inkml:trace>
  <inkml:trace contextRef="#ctx0" brushRef="#br0" timeOffset="595.439">736 415,'-14'-8,"-1"1,1 1,-1 0,0 1,0 1,-1 0,1 1,-1 0,0 1,1 1,-1 1,0 0,0 1,0 1,-12 3,24-5,1 1,0 0,-1 0,1 0,0 0,0 0,0 1,0-1,0 1,0 0,0 0,1 0,-1 0,1 0,-1 1,1-1,0 1,0 0,0-1,0 1,1 0,-1 0,1 0,-1 0,1 1,0-1,0 0,1 0,-1 1,1-1,0 0,-1 1,1-1,1 1,-1-1,0 0,1 1,0-1,0 0,0 0,0 1,0-1,1 0,0 2,7 4,1-1,0 0,0 0,0-1,1 0,0 0,1-2,-1 1,1-1,0-1,0 0,0-1,1 0,-1-1,1-1,0 0,0 0,12-2,-21 2,1 0,-1-1,1 0,0 0,-1 0,1-1,-1 1,1-1,-1 0,1 0,-1-1,1 1,-1-1,0 0,0 0,0-1,0 1,0-1,0 0,-1 0,1 0,-1 0,0 0,0-1,2-3,-5 7,-1 0,1-1,0 1,-1 0,1 0,0 0,-1-1,1 1,0 0,-1 0,1 0,0 0,-1 0,1 0,-1 0,1-1,0 1,-1 0,1 0,-1 1,1-1,0 0,-1 0,1 0,0 0,-1 0,1 0,0 0,-1 1,1-1,0 0,-1 0,1 0,0 1,-1-1,1 0,0 0,0 1,-1-1,1 0,0 1,0-1,-1 0,1 1,0-1,0 0,0 1,0-1,0 1,0-1,0 0,0 1,0-1,0 0,0 1,0-1,0 1,0-1,0 0,0 1,0-1,0 1,0-1,1 1,-4 3,1 1,0 0,0 0,0 0,0 1,1-1,0 0,0 0,1 1,-1-1,1 1,0-1,1 0,-1 1,1-1,0 0,1 1,-1-1,1 0,0 0,0 0,1 0,-1 0,1-1,0 1,0-1,1 0,-1 0,1 0,0 0,1 0,73 26,-36-23</inkml:trace>
  <inkml:trace contextRef="#ctx0" brushRef="#br0" timeOffset="1203.562">1364 215,'-7'-2,"0"0,-1 0,1 1,-1 0,1 0,-1 1,1 0,-1 0,1 1,-1 0,1 0,-1 1,1 0,0 0,0 1,0 0,0 0,0 0,1 1,-1 0,1 1,0-1,0 1,1 0,-1 1,1-1,0 1,1 0,1 0,0 0,1 1,0-1,0 1,0-1,1 1,0 0,1 0,-1-1,1 1,1 0,-1 0,1 0,0-1,1 1,-1-1,1 1,1-1,-1 1,1-1,0 0,1 0,-1 0,1-1,1 2,11 14,1-1,1 0,1-1,1-1,18 13,53 33,-91-64,1 1,-1-1,1 0,-1 0,1 0,-1 0,1 0,-1 1,0-1,1 0,-1 0,1 1,-1-1,0 0,1 1,-1-1,1 1,-1-1,0 0,0 1,1-1,-1 1,0-1,0 1,0-1,1 0,-1 1,0-1,0 1,0-1,0 1,0-1,0 1,0-1,0 1,0-1,0 1,0-1,0 1,0-1,-1 1,1-1,0 1,0-1,0 1,-1-1,1 0,0 1,-1-1,1 1,0-1,-1 0,1 1,0-1,-1 0,1 1,-1-1,1 0,-1 0,1 0,-1 1,-32 6,28-6,-1 0,1 0,-1-1,1 0,-1 0,1 0,-1-1,1 0,0 0,-1 0,1 0,0-1,0 0,0 0,0-1,0 1,4 1,1 0,-1 1,1-1,0 0,0 0,-1 1,1-1,0 0,0 0,0 1,0-1,0 0,0 0,0 1,0-1,0 0,0 0,0 1,1-1,-1 0,0 0,1 1,-1-1,0 0,1 1,-1-1,1 0,-1 1,1-1,-1 1,1-1,-1 1,1-1,-1 1,1-1,0 1,-1-1,2 1,10-9,0 0,1 1,0 1,1 0,-1 1,13-4,-3 1,221-88,-240 96,-3 0,0 0,0 0,0 0,0 0,0 1,0-1,1 0,-1 1,0-1,0 1,1-1,-1 1,0-1,1 1,-1 0,0 0,1 0,-1 0,0 0,1 0,-1 0,0 0,1 0,-1 1,0-1,1 0,-1 1,0-1,1 1,-1 0,0-1,0 1,0 0,0 0,0 0,0 0,0 0,0 0,0 0,0 0,0 0,-1 0,1 0,0 0,-27 85,23-81,1 1,0-1,0 1,0-1,1 1,0 0,0 0,1-1,0 1,-1 0,2 0,-1 0,1 0,0-1,0 1,1 0,-1-1,1 1,0-1,1 1,0-1,-1 0,2 0,-1 0,0-1,1 1,0-1,0 0,0 0,1 0,2 1,17 4,0-4</inkml:trace>
  <inkml:trace contextRef="#ctx0" brushRef="#br0" timeOffset="1480.911">1752 1,'-4'18,"2"13,2 1</inkml:trace>
  <inkml:trace contextRef="#ctx0" brushRef="#br0" timeOffset="2221.163">1899 535,'0'9,"1"-1,0 0,1 0,0 0,0 0,1 0,-1-1,2 1,-1-1,1 1,0-1,1-1,0 1,0 0,0-1,1 0,0-1,0 1,0-1,1 0,0 0,0-1,0 0,0 0,1-1,-1 0,6 1,-9-5,0 0,0 0,0-1,0 0,0 0,0 0,0 0,-1 0,1-1,-1 0,1 1,-1-1,0-1,0 1,0 0,-1-1,1 1,-1-1,0 0,0 0,0 0,-1 0,1 0,-1 0,0 0,0-1,0 1,-1 0,0-1,1-1,28-232,-22 221,-4 27</inkml:trace>
  <inkml:trace contextRef="#ctx0" brushRef="#br0" timeOffset="2222.163">2193 669,'24'3,"0"0,1-2,-1-1,1-1,-1-1,0-1,0-1,0-1,4-2,-18 4,-1 0,0 0,0-1,0 0,0-1,0 0,-1 0,0-1,0 0,-1-1,0 1,0-1,0-1,-1 1,0-1,0-1,-1 1,0-1,-1 1,0-1,0 0,-1-1,2-6,-4 14,0 0,-1 0,1-1,-1 1,0 0,1 0,-1-1,0 1,0 0,-1-1,1 1,0 0,-1 0,1-1,-1 1,0 0,0 0,0 0,0 0,0 0,0 0,-1 0,1 0,0 0,-1 1,0-1,1 1,-1-1,0 1,0-1,0 1,0 0,0 0,0 0,0 0,0 0,0 1,-1-1,1 1,0-1,0 1,-1 0,1 0,0 0,-1 0,1 0,-1 0,-3 1,0 0,-1 1,1-1,0 1,0 0,0 1,1-1,-1 1,0 0,1 1,0-1,0 1,0 0,0 1,1-1,0 1,0 0,0 0,0 0,1 0,-1 1,2-1,-1 1,0 0,1 0,0 0,1 0,-1 0,1 0,0 1,1-1,-1 0,1 0,1 1,-1-1,1 0,0 1,1-1,-1 0,1 0,0 0,1 0,-1 0,1-1,0 1,4 4,6 0,0 0,0-1,1-1,0 0,1-1,0 0,0-1,0-1,0 0,1-2,0 1,0-2,0 0,0-1,8-1,29 0,-9-5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0:03.16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12 360,'-7'0,"3"0,10 0,14 0,17 0,18 0,18 0,10 0,5 0,-2 0,-6 0,-7 3,-12 0,-12 0,-11 2,-11-1,-9 0</inkml:trace>
  <inkml:trace contextRef="#ctx0" brushRef="#br0" timeOffset="239.889">79 682,'11'9,"18"3,17-3,19-5,15-5,7-6,0-3,-3-2,-7 0,-10 3,-12 3,-14 2</inkml:trace>
  <inkml:trace contextRef="#ctx0" brushRef="#br0" timeOffset="611.364">841 13,'-2'-2,"0"1,1 0,-1 0,0 0,0 0,0 0,1 0,-1 0,0 1,0-1,0 1,0-1,0 1,0 0,-1 0,1 0,0 0,0 0,0 0,0 1,0-1,0 1,0-1,0 1,0 0,0 0,1 0,-1 0,0 0,0 0,1 0,-1 1,1-1,-1 0,1 1,-1 0,1-1,0 1,0 0,0-1,0 1,0 0,0 0,0 0,1 0,-1 0,1 0,-1 0,1 1,2 7,1-1,0 1,1-1,0 1,0-1,1 0,0-1,1 1,0-1,0 0,1 0,0-1,0 0,1 0,0-1,0 0,0 0,1-1,0 0,0 0,44 24,1-1,2-3,34 9,-35-13,0 2,-2 2,42 27,-86-47,0 0,0 1,-1 0,0 1,0 0,0 0,-1 0,0 1,-1 0,0 0,0 1,-1 0,0 0,0 0,-1 1,0-1,-1 1,0 0,0 0,-1 0,-1 1,1-1,-2 0,1 1,-2 4,-2-1,-1 1,-1-1,0 0,-1 0,0-1,-1 0,-1 0,0 0,-1-1,0 0,0-1,-10 9,-14 12,-1-2,-2-1,-21 12,-76 43,84-55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0:04.30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627 751,'-6'26,"0"1,2 0,0 0,2 1,2 12,-1-11,-3 271,17-225,-13-73,1 0,0 1,0-1,0 0,0 0,1 0,-1-1,1 1,-1 0,1 0,-1-1,1 1,0-1,0 0,0 1,0-1,0 0,0 0,0 0,0 0,0-1,0 1,1 0,-1-1,0 0,0 1,1-1,-1 0,0 0,1 0,0-1,12-3,-1 0,0-2,0 1,0-2,-1 0,0-1,0 0,-1 0,0-2,0 1,-1-2,-1 1,7-9,-9 11,0-1,-1 1,0-1,0 0,-1-1,0 1,-1-1,0-1,-1 1,2-6,-6 15,0 0,1 0,-1 0,0 0,0 0,0 0,0 1,0-1,0 0,0 0,0 0,-1 0,1 0,0 0,0 1,-1-1,1 0,-1 0,1 0,0 1,-1-1,0 0,1 1,-1-1,1 0,-1 1,0-1,1 1,-1-1,0 1,0-1,1 1,-1-1,0 1,0 0,0 0,0-1,1 1,-1 0,0 0,0 0,0 0,0 0,0 0,0 0,0 0,1 0,-1 0,0 1,0-1,0 0,0 0,1 1,-1-1,0 1,0-1,1 1,-1-1,0 1,0-1,1 1,-1 0,1-1,-1 1,1 0,-1 0,1-1,-1 1,1 0,-12 13,1 1,1-1,1 2,0-1,1 1,0 1,1-1,1 1,1 0,0 1,2-1,0 1,0 9,-2 0,2-1,1 1,1 0,2 0,0 0,2 0,1 0,1-1,1 0,1 0,3 3,9 17</inkml:trace>
  <inkml:trace contextRef="#ctx0" brushRef="#br0" timeOffset="2976.877">5761 603,'-16'-6,"-7"-4,-3 2,2 3,4 8,6 7,3 7,3 1</inkml:trace>
  <inkml:trace contextRef="#ctx0" brushRef="#br0" timeOffset="1658.909">1844 977,'12'46,"-12"-45,1 0,-1 0,0-1,1 1,-1 0,1 0,-1-1,1 1,0 0,-1 0,1-1,0 1,-1-1,1 1,0-1,0 1,-1-1,1 1,0-1,0 1,0-1,0 0,0 0,0 0,0 1,-1-1,1 0,0 0,0 0,0 0,0 0,0-1,0 1,0 0,0 0,0-1,-1 1,1 0,0-1,0 1,0-1,-1 1,1-1,0 1,0-1,-1 1,1-1,0 0,0-1,1-1,-1 1,0 0,0 0,0-1,0 1,0-1,0 1,-1-1,1 1,-1-1,0 1,1-1,-1 1,-1-1,1 1,0-1,0 1,-1-1,0 1,1-1,-1 1,0-1,0 1,0 0,-1-1,1 1,-1 0,1 0,-1 0,1 0,-1 0,0 1,0-1,0 0,0 1,0 0,-1-1,1 1,0 0,-1 0,1 0,0 0,-1 1,0-1,-9-1,0 0,0 1,0 1,1 0,-1 1,0 0,0 0,0 1,1 1,-1 0,1 1,0 0,0 0,0 2,0-1,1 1,0 1,0-1,1 2,0-1,0 1,1 1,-1 0,-5 9,10-13,0-1,0 1,1 0,0-1,0 2,0-1,1 0,-1 1,1-1,0 1,1-1,0 1,0 0,0 0,0 0,1-1,0 1,0 0,1 0,-1 0,1 0,1 0,-1-1,1 1,0-1,0 1,0-1,1 0,0 1,0-1,1-1,-1 1,1 0,0-1,2 2,10 4,0 0,0-1,1-1,1 0,-1-1,1-1,0-1,1-1,-1 0,1-1,0-1,-1-1,1-1,0 0,0-2,6-1,-8 3,1-1,-1 0,0-2,0 0,0-1,0-1,-1 0,1-1,-1-1,-1 0,1-2,-1 1,-1-2,0 0,0-1,-1 0,11-12,-3-30,-10 71,-7-11,0 0,0 0,0-1,1 0,0 0,0 0,1-1,-1 1,1-1,0-1,1 1,-1-1,1 0,0 0,0-1,0 0,0 0,0-1,7 1,-12-2,-1-1,1 0,0 0,0 0,-1-1,1 1,0 0,-1-1,1 1,0-1,-1 1,1-1,0 0,-1 0,1 0,-1 0,0 0,1 0,-1 0,0 0,1 0,-1-1,0 1,0-1,0 1,0 0,-1-1,1 0,0 1,0-1,-1 1,1-1,-1 0,0 0,1 1,-1-3,-4-65,0 60,0-1,-1 1,0 0,-1 0,0 0,-1 1,1 0,-2 0,1 0,-1 1,0 0,0 1,-1 0,0 0,0 1,0 0,-1 1,0 0,0 0,0 1,0 0,0 1,-1 0,1 1,-1 0,1 0,-1 1,-5 1,50 2,-11-3,57 2,-1 3,-1 3,21 8,-91-15,-1 0,0 0,1 1,-1 0,0 0,0 0,-1 1,1 0,0 1,-1 0,0 0,0 0,0 0,0 1,-1 0,0 1,0-1,0 1,0 0,-1 0,0 0,1 4,5 36,12 27,-20-71,0-1,0 1,0-1,1 0,-1 0,0 0,1 0,-1 0,0 0,1-1,-1 1,1-1,0 0,-1 0,1 0,-1 0,1 0,-1 0,1-1,-1 1,1-1,-1 0,0 1,1-1,-1 0,0-1,1 1,-1 0,0-1,0 1,0-1,0 0,-1 1,1-1,0 0,-1 0,1 0,-1 0,0-1,1 1,-1 0,0 0,0-1,-1 1,1-1,48-149,-49 151,0 0,0 0,0 0,0 1,0-1,0 0,0 0,0 0,1 0,-1 1,0-1,0 0,1 0,-1 1,1-1,-1 0,1 1,-1-1,1 0,-1 1,1-1,0 1,-1-1,1 1,0-1,-1 1,1 0,0-1,0 1,-1 0,1-1,0 1,0 0,0 0,-1 0,1 0,0 0,0 0,0 0,0 0,-1 0,1 0,0 0,0 0,0 1,-1-1,1 0,0 1,0-1,-1 0,1 1,0-1,-1 1,1-1,0 1,0 0,4 7,-1 1,1-1,-1 1,-1 0,0 0,0 1,-1-1,0 1,0-1,-1 1,0 8,16 68,-17-85,0 0,0 0,0 0,1 0,-1 0,0 0,1 0,-1 0,1 0,-1 0,1 0,-1 0,1 0,-1 0,1 0,0 0,0 0,-1-1,1 1,0 0,0-1,0 1,0 0,0-1,0 1,0-1,0 0,0 1,0-1,0 0,0 0,0 1,0-1,1 0,-1 0,0 0,0 0,0 0,0-1,0 1,0 0,0 0,0-1,0 1,0-1,0 1,0-1,0 1,0-1,0 0,0 1,0-1,0 0,-1 0,2 0,7-12,-1-1,0 0,-1 0,0-1,-2 0,1 0,0-6,6-14,-8 23,0-1,1 2,0-1,1 0,0 1,1 0,1 1,-1-1,2 1,-8 9,-1 0,1 0,0 1,-1-1,1 1,0-1,0 0,-1 1,1 0,0-1,0 1,0-1,0 1,-1 0,1 0,0-1,0 1,0 0,0 0,0 0,0 0,0 0,0 0,-1 0,1 0,0 1,0-1,0 0,0 0,0 1,0-1,-1 1,1-1,0 1,0-1,-1 1,1-1,0 1,-1-1,1 1,0 0,-1 0,1-1,-1 1,1 0,-1 0,0 0,1 0,17 47,-15-38,-1-1,0-1,1 0,0 0,0-1,1 1,-1-1,2 1,-1-1,1-1,0 1,1 0,0-1,-1 0,2-1,-1 1,1-1,0 0,0-1,0 0,1 0,-1-1,9 3,6-1,0 0,0-2,1-1,-1-1,1-1,-1 0,1-2,-1-1,0-1,0 0,0-2,0-1,-1 0,9-6,-21 9,0-1,0 0,0 0,-1-1,0-1,0 1,-1-1,0 0,0-1,4-5,-9 10,-1 0,1 0,0 1,-1-1,1 0,-1 0,0-1,0 1,0 0,0 0,-1 0,1-1,-1 1,0 0,0-1,0 1,0 0,-1 0,1-1,-1 1,0 0,0 0,0 0,0 0,-1 0,1 0,-1 0,0 0,1 0,-1 1,-1-1,1 1,-2-3,0 1,0 1,0-1,0 0,-1 1,1 0,-1 0,0 0,0 1,0 0,0 0,0 0,0 0,0 1,-1 0,1 0,-1 0,1 1,-1 0,1 0,-1 0,1 1,0 0,-5 0,7 3,1-1,-1 0,1 1,0-1,0 1,0 0,0-1,0 1,1 0,0 0,0 0,0 0,0 1,1-1,0 0,-1 0,1 0,1 0,-1 1,1-1,0 0,0 0,0 0,0 0,0 0,1 0,0-1,0 1,0 0,0-1,1 0,0 2,6 8,1-1,1 1,0-2,0 1,1-2,0 1,1-2,0 0,1 0,0-1,0-1,1 0,-1-1,1-1,1 0,-1-1,1-1,0 0,7 0,9-3</inkml:trace>
  <inkml:trace contextRef="#ctx0" brushRef="#br0" timeOffset="2055.82">3983 1018,'14'-51,"-14"51,0 0,0-1,0 1,0-1,0 1,1-1,-1 1,0 0,0-1,0 1,1 0,-1-1,0 1,0 0,1-1,-1 1,0 0,1-1,-1 1,0 0,1 0,-1 0,1-1,-1 1,0 0,1 0,-1 0,1 0,-1 0,0 0,1 0,-1 0,1 0,-1 0,1 0,-1 0,0 0,1 0,-1 0,1 0,-1 0,0 0,1 1,-1-1,1 0,-1 0,0 0,1 1,-1-1,0 0,1 0,-1 1,0-1,0 0,1 1,-1-1,0 1,0-1,0 0,1 1,-1-1,14 30,-12-27,2 9,-1-2,0 0,1 0,0 0,1 0,0-1,0 1,1-1,0-1,1 1,0-1,0 0,1-1,0 1,0-2,0 1,9 4,-14-10,0 0,0-1,0 1,0-1,1 0,-1 1,0-2,0 1,0 0,1 0,-1-1,0 0,0 0,0 0,0 0,0 0,0 0,0-1,-1 1,1-1,0 0,-1 0,1 0,-1 0,0-1,0 1,0 0,1-3,43-79,-21-16,-27 108,1 0,0 0,0 0,1 0,0 0,0 0,1 0,0 1,0-2,1 1,0 0,1 0,-1 0,1-1,1 0,0 0,0 0,0 0,1 0,0-1,0 1,0-1,1-1,0 1,0-1,5 3,1-1,1 0,-1-1,2-1,-1 0,0-1,1 0,13 2,11 0</inkml:trace>
  <inkml:trace contextRef="#ctx0" brushRef="#br0" timeOffset="2716.057">4638 844,'5'-5,"-1"1,1 0,0 0,0 0,1 1,-1 0,1 0,0 0,0 1,0 0,0 0,0 0,0 1,0-1,1 2,-1-1,0 1,1 0,-1 0,1 1,-1-1,0 2,0-1,1 1,-1 0,0 0,-1 0,1 1,0 0,-1 0,6 4,-2 0,1 1,-1 0,-1 0,0 1,0 0,0 1,-1-1,-1 2,0-1,0 1,-1-1,0 1,-1 1,0-1,-1 1,-1-1,1 1,-2 0,1 3,0 24,0 1,-3-1,-1 1,-3-1,-2 9,-5 19,6-38,1 1,1 0,2 1,0 17,3-42,-1 0,1-1,0 1,0 0,0 0,1-1,0 1,0-1,0 0,1 0,-1 1,1-2,1 1,-1 0,1-1,0 1,0-1,0 0,0 0,1-1,-1 1,1-1,0 0,0 0,1-1,-1 1,0-1,1 0,-1-1,1 0,3 1,5 1,0 0,1-1,0 0,0-2,-1 0,1 0,0-1,0-1,-1 0,1-1,-1-1,0 0,3-3,-14 6,0-1,0 1,-1-1,1 0,0 0,-1 0,0 0,1-1,-1 1,0-1,0 1,0-1,-1 0,1 0,-1 0,1 0,-1 0,0 0,0 0,-1 0,1 0,0 0,-1 0,0-1,0 1,0 0,0 0,0-1,-1 1,1 0,-1 0,0 0,0 0,0 0,-2-2,-58-101,16 50,-2 2,-3 3,-2 1,-1 3,-54-35,104 80,-19-17,22 18,0 1,0 0,-1-1,1 1,0-1,0 1,0-1,0 1,-1 0,1-1,0 1,0-1,0 1,0-1,0 1,0-1,0 1,0-1,0 1,0-1,1 1,-1 0,0-1,0 1,0-1,0 1,1 0,-1-1,0 1,0-1,1 1,-1 0,0-1,1 1,-1 0,1-1,-1 1,0 0,1 0,-1-1,1 1,-1 0,0 0,1 0,-1 0,1 0,-1 0,1-1,-1 1,1 0,-1 0,1 0,-1 0,0 1,1-1,150-6,277-8,-419 14,-7-1,0 0,0 1,0-1,1 1,-1 0,0 0,0 0,1 0,-1 0,0 0,0 0,1 1,-1-1,0 1,0 0,0 0,0 0,0 0,0 0,0 0,0 0,0 0,0 1,0-1,-1 1,1 0,-1-1,2 3,1 84,-4-79,0 0,0-1,1 1,0 0,0 0,1-1,0 1,1-1,0 0,0 1,1-1,0-1,0 1,1 0,0-1,0 0,1 0,0-1,0 1,0-1,1-1,0 1,2 0,14 4</inkml:trace>
  <inkml:trace contextRef="#ctx0" brushRef="#br0" timeOffset="3903.019">2245 991,'-7'21,"-4"20,-1 3</inkml:trace>
  <inkml:trace contextRef="#ctx0" brushRef="#br0" timeOffset="5459.772">361 2314,'413'9,"9"-10,27-19,-175 6,980-2,-427 13,-740 2,1245-4,-787 41,-527-38,-22-3</inkml:trace>
  <inkml:trace contextRef="#ctx0" brushRef="#br0" timeOffset="6527.492">240 122,'547'-22,"-228"6,2831-68,-1801 88,-1035 4,55 19,-360-25,-26-1,-33-3,-12-1</inkml:trace>
  <inkml:trace contextRef="#ctx0" brushRef="#br0" timeOffset="8301.572">6296 82,'12'-7,"-11"27,-31 406,27-38,33 230,-23-529,3-3,-4 0,-4 1,-3 0,-5-1,-3 0,-10 38,-26 1,24-87</inkml:trace>
  <inkml:trace contextRef="#ctx0" brushRef="#br0" timeOffset="9260.809">133 229,'0'-2,"2"1,4 8,-1 19,3 27,-1 36,-4 41,-6 35,-11 30,-6 19,-8 10,0-4,2-11,5-19,6-24,7-40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0:22.83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204 1299,'-9'-44,"-8"-77,19 91,1 0,2 0,1 1,1 0,1 0,2 1,1 0,1 1,2 0,0 1,2 0,0 1,2 1,1 1,1 1,4-3,14-18,3 2,1 2,2 1,2 2,1 3,2 1,0 3,3 2,16-5,73-14,2 6,64-7,-101 24,538-105,-398 102,1 11,172 15,-254 1,143 3,91 21,-272-10,0 5,-1 6,-2 5,61 26,-60-10,-2 5,-2 6,-3 5,25 22,-71-38,-1 4,-3 3,-3 3,-2 3,-2 2,-4 3,2 8,19 45,-5 3,-5 4,-6 2,-5 3,32 116,154 385,-211-533,-4 1,-4 1,-5 1,-4 1,0 52,15 509,-31-586,-4 1,-4-1,-3-1,-3 0,-3 0,-19 44,-98 301,107-353,-3-1,-4-1,-2-2,-2-1,-4-3,-2-1,-36 35,12-28,-4-2,-2-4,-2-3,-3-4,-2-3,-3-4,-24 7,22-7,-61 26,-125 39,-91 42,76-13,139-91,-2-7,-2-7,-119 12,27-18,-198-2,-38-28,117-41,-24-41,30 33,95 5,-17 7,255 33,-1-2,2-1,-1-1,1-1,0-1,1-1,1-1,0-2,0 0,-7-7,17 10,0 0,0 0,1-1,1-1,0 0,1 0,0-1,1 0,-4-12,-10-17,5 5,1 0,3 0,1-1,2-1,2 0,1 0,2-11,-12-55,-10-167,25 110,2 93,-2 0,-11-61,7 91,2 0,2 0,1 0,3 0,1 0,7-31,-1-9,-3 1,-4-1,-5-42,2 88,-12-239,-27-18,20 179,7-7,5 0,5 0,6-3,-2-12,26-349,-18 371,5 0,13-38,44-139,-45 191,3 1,26-50,-49 132,0 1,1-1,1 1,1 0,0 1,0 0,2 0,0 1,0 1,1-1,1 2,0 0,0 1,9-5,10-8,-18 9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0:26.12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95 1323,'0'-49,"-1"0,-3 0,-1 1,-3 0,-2 0,-2 0,-2 2,-13-29,17 58,6 9,18 14,3 1,1-1,0-1,0 0,0-1,0-1,1-1,-1-1,16 0,93 13,-124-13,1 0,-1 0,1 1,-1-1,0 1,0 0,0 0,0 0,0 0,0 0,0 1,-1-1,1 1,-1 0,1 0,-1 0,0 0,0 0,-1 0,1 0,-1 1,1-1,-1 1,0-1,-1 1,1-1,0 4,-6 103,1-83,4-24,-1 85,1-85,0 0,1-1,0 1,-1-1,1 1,0-1,0 1,0-1,1 0,-1 1,0-1,1 0,0 0,-1 0,1 0,0 0,0 0,0-1,0 1,1-1,-1 1,0-1,1 0,-1 0,0 0,1 0,-1 0,1-1,0 1,-1-1,3 1,5-3,-1 1,1-1,0-1,0 0,-1 0,0 0,1-2,-1 1,-1-1,1 0,-1-1,0 0,0 0,-1-1,1 0,-1 0,-1-1,0 1,0-2,0 1,-1-1,0 1,3-10,-2 7,-1-1,0 0,-1 0,0 0,-1 0,0 0,-1-1,0 1,-1-1,-1 0,0 1,-1-1,0 0,0 1,-2-1,1 1,-2 0,0 0,0 0,-5-8,9 19,0-1,-1 1,1 0,0 0,-1 0,1 0,-1 0,0 0,1 0,-1 0,0 0,0 0,1 0,-1 0,0 1,0-1,0 0,0 1,0-1,0 0,0 1,0-1,0 1,0 0,-1-1,1 1,0 0,0 0,0 0,0-1,-1 1,1 0,0 1,0-1,0 0,0 0,-1 0,1 1,0-1,0 1,0-1,0 1,0-1,0 1,0-1,0 1,0 0,0 0,0-1,0 2,-4 6,0 0,0 1,1-1,1 1,-1 0,1 0,1 0,0 0,0 1,1-1,0 1,0-1,1 1,1-1,0 1,0-1,0 0,1 1,1-1,0 0,0-2,0-1,1 1,0-1,0 0,0 0,1-1,0 1,0-1,0 0,1 0,0-1,-1 0,2 0,-1 0,0-1,1 1,0-2,0 1,0-1,0 0,0 0,0-1,3 0,34 6</inkml:trace>
  <inkml:trace contextRef="#ctx0" brushRef="#br0" timeOffset="563.975">951 668,'-12'4,"1"0,0 1,0 1,0 0,0 0,1 1,0 0,1 1,0 0,0 1,0 0,1 0,1 1,-1 0,2 0,-1 0,2 1,-6 11,11-18,-1 0,1 0,0 0,0 0,0 0,0 0,1 0,-1 0,1 0,0-1,0 1,1 0,-1 0,1-1,0 1,0-1,0 0,0 1,1-1,-1 0,1 0,0 0,0-1,0 1,0-1,0 1,1-1,98 49,-101-51,30 12,-19-9,-1 0,0 2,0-1,0 1,-1 1,1 0,-1 0,-1 1,1 0,7 8,-17-14,1 0,0 0,0 0,-1 0,1 1,-1-1,1 0,-1 1,1-1,-1 0,0 1,0-1,1 0,-1 1,0-1,0 0,-1 1,1-1,0 0,0 1,-1-1,1 0,0 1,-1-1,0 0,1 0,-1 1,0-1,1 0,-1 0,0 0,0 0,0 0,0 0,0 0,0 0,0 0,0-1,-1 1,1 0,-1 0,-53 23,53-23,0-1,1 1,-1-1,0 0,1 1,-1-1,0 0,0 0,1 0,-1 0,0-1,0 1,1 0,-1-1,0 1,1-1,-1 0,1 0,-1 1,1-1,-1 0,1 0,-1 0,1 0,0-1,0 1,0 0,-1-1,1 1,0 0,1-1,-1 1,0-1,0 1,1-1,-1 0,0 1,1-1,0 0,-1 1,1-1,0 0,0 0,0 1,0-1,0 0,1 0,0-28,2 1,0-1,3 1,0 0,10-26,-4 10,21-78,-6-2,-5-1,-6 0,-6-2,-4-1,-15 57,9 72,0-1,0 1,-1-1,1 1,0-1,0 1,-1 0,1-1,0 1,0 0,-1-1,1 1,0 0,-1-1,1 1,-1 0,1 0,0-1,-1 1,1 0,-1 0,1 0,-1 0,1 0,0 0,-1-1,1 1,-1 0,1 0,-1 0,1 0,-1 1,1-1,-1 0,1 0,0 0,-1 0,1 0,-1 0,1 1,-1-1,1 0,0 0,-1 1,1-1,0 0,-1 1,1-1,0 0,-1 1,1-1,0 0,0 1,-1-1,1 1,0-1,0 1,0-1,0 0,0 1,-1-1,1 1,0-1,0 1,0-1,0 1,0-1,-6 14,1 1,0-1,1 1,1-1,0 1,1 0,0 1,2 3,-2-3,-2 30,2 0,2 0,2 0,2 0,2 0,2 0,2-1,2-1,2 0,2 0,1-2,3 0,1-1,2-1,2-1,9 10,-25-37,0-1,1 1,0-2,1 1,0-1,1-1,7 5,-1-5</inkml:trace>
  <inkml:trace contextRef="#ctx0" brushRef="#br0" timeOffset="749.439">830 347,'19'-9,"23"-6,26-4,21 1,14 4,4 5,-18 6</inkml:trace>
  <inkml:trace contextRef="#ctx0" brushRef="#br0" timeOffset="1484.389">1472 1001,'1'-37,"-1"0,-2-1,-2 1,-1 0,-2 0,-1 1,-5-9,11 39,1 5,0 0,1 1,-1-2,0 1,1 0,-1 0,1 0,-1 0,1 0,0 0,-1 0,1-1,0 1,0 0,0 0,0 0,0-1,0 1,0 0,0 0,0 0,1-1,-1 1,0 0,1 0,-1 0,1 0,-1 0,1 0,0 0,-1 0,1 0,0 0,0 0,0 0,-1 0,2 0,95-3,-66 7,-1-3,-20-1,-1 1,1 0,0 1,-1 0,1 0,0 1,-1 0,0 1,5 2,-12-2,1 0,0 0,-1 1,0-1,0 1,0-1,0 1,0 0,-1 0,0 0,0 0,0 0,0 0,0 0,-1 0,0 0,0 0,0 0,0 1,-1-1,0 0,0 0,0 0,0 0,-1 1,0 10,-1 1,2-13,0 0,-1 0,1 0,0 0,1-1,-1 1,0 1,1-1,0 0,-1 0,1 0,0 0,1 0,-1 0,1 0,-1 0,1 0,0 0,0 0,0 0,0-1,1 1,-1 0,1 0,0-1,-1 1,1-1,0 0,0 0,1 1,-1-1,0-1,1 1,0 0,-1-1,1 1,0-1,0 1,8-3,0 0,0 0,0-1,0-1,-1 0,1 0,-1-1,1 0,-1-1,-1 0,1 0,-1-1,0-1,0 1,-1-2,0 1,0-1,0 0,1-4,-9 13,0-1,0 0,1 1,-1-1,0 0,0 0,0 1,0-1,0 0,1 1,-1-1,0 0,0 0,1 0,-1 1,0-1,0 0,1 0,-1 0,0 1,0-1,1 0,-1 0,0 0,1 0,-1 0,0 0,1 0,-1 0,0 0,1 0,-1 0,0 0,1 0,-1 0,0 0,1 0,-1 0,0 0,1 0,-1 0,0 0,0-1,1 1,-1 0,0 17,0-15,1 0,-1 1,1-1,0 0,0 0,0 0,0 0,0 0,1 0,-1 0,0 0,1 0,0-1,-1 1,1-1,0 1,0-1,0 0,0 1,0-1,0 0,0 0,0 0,0-1,1 1,-1-1,0 1,0-1,1 1,-1-1,0 0,1 0,-1-1,2 1,3 0,-1-1,1 0,0 0,-1-1,1 1,-1-2,0 1,1-1,-1 1,0-2,4-2,-6 4,0-1,0-1,0 1,0 0,0-1,-1 0,1 0,-1 0,0 0,0 0,-1-1,1 1,-1-1,0 0,0 0,-1 1,1-1,-1 0,0-1,0 1,-1 0,0 0,0 0,0 0,0 0,-1-1,0 1,0 0,0 0,-1 0,1 1,-1-1,0 0,-1 1,1-1,-1 1,0-1,0 1,0 0,-1 0,0 1,1-1,-1 1,0 0,-1 0,-2-2,1 3,-1 1,1 0,0 0,-1 0,1 1,-1 0,1 0,-1 1,1 0,0 0,-1 0,1 1,0 0,0 0,0 0,0 1,0 0,1 0,-1 1,1 0,0-1,0 2,0-1,0 1,1-1,0 1,0 0,0 1,1-1,-1 1,1-1,1 1,-1 0,1 0,0 1,0 0,7 42,6-33</inkml:trace>
  <inkml:trace contextRef="#ctx0" brushRef="#br0" timeOffset="1943.491">1914 200,'-3'-1,"2"2,1-1,0 0,-1 0,1 0,-1 0,1 1,0-1,-1 0,1 0,-1 0,1 0,-1 0,1 0,0 0,-1 0,1 0,-1 0,1 0,-1-1,1 1,0 0,-1 0,1 0,-1 0,1-1,0 1,-1 0,1 0,0-1,-1 1,1 0,0-1,-1 1,1 0,0-1,0 1,-1 0,1-1,0 1,0-1,0 1,0-1,0 1,0 0,-1-1,1 1,0-1,0 1,0-1,0 1,0 0,1-1,-1 1,0-1,0 1,0-1,0 1,0-1,36-17,-31 17,0-1,0 0,0 1,0-2,-1 1,1 0,-1-1,0 0,1 0,-1 0,-1-1,1 0,0 1,-1-1,0 0,0-1,0 1,0 0,-1-1,0 0,0 1,0-1,1-3,-7 3,-1 18,5 0,1 0,0 0,1-1,0 1,1-1,0 0,1 1,1-2,-1 1,2 0,5 7,4 14,12 34,-2 2,-4 1,4 28,9 81,-33-176,0-1,0 1,0-1,0 1,1-1,-1 0,1 0,0 1,0-1,0 0,0 0,0-1,0 1,0 0,0-1,1 1,-1-1,1 0,2 1,9 2</inkml:trace>
  <inkml:trace contextRef="#ctx0" brushRef="#br0" timeOffset="2385.303">2301 587,'20'12,"-1"1,0 1,-1 1,-1 1,0 0,-1 1,0 1,-2 0,0 1,8 15,-5-8,-7-57,-2-45,21-113,-29 188,0 0,0 1,0-1,-1 0,1 0,0 0,0 0,1 1,-1-1,0 0,0 0,0 0,1 1,-1-1,0 0,0 0,1 1,-1-1,1 0,-1 1,1-1,-1 0,1 1,-1-1,1 1,0-1,-1 1,1-1,0 1,-1-1,1 1,0 0,0-1,-1 1,1 0,0-1,0 1,0 0,0 0,-1 0,1 0,0 0,0 0,0 0,-1 0,1 0,0 1,0-1,0 0,-1 0,1 1,0-1,47 85,-31-46,-16-35,1 2,1 1,-1-1,1 0,1 0,-1 0,1 0,0 0,0-1,0 0,1 0,0 0,0 0,0-1,1 0,-1 0,1 0,0-1,0 1,0-1,1-1,-1 1,17-5,0-3</inkml:trace>
  <inkml:trace contextRef="#ctx0" brushRef="#br0" timeOffset="2744.384">3103 374,'-6'-5,"0"1,-1 0,1 0,-1 1,0 0,0 0,0 0,-1 1,1 0,0 0,-1 1,1 0,-1 1,0-1,1 1,-1 1,1 0,-1 0,1 0,-1 1,1 0,0 0,-1 1,1 0,0 0,1 1,-1-1,1 2,0-1,0 1,0 0,0 0,-1 2,-42 72,48-76,0-1,0 0,1 1,-1-1,0 1,1-1,0 1,-1-1,1 1,0-1,1 1,-1-1,0 1,1-1,-1 1,1-1,0 0,0 1,0-1,0 0,0 1,0-1,1 0,-1 0,1 0,-1 0,1 0,0-1,0 1,0 0,0-1,0 0,0 1,2 0,9 3,1 0,0-1,0 0,0-1,0-1,0 0,0-1,13 0,-12-1,1 0,-1 2,1 0,-1 1,0 0,0 1,9 4,-21-6,1-1,-1 1,0 0,0 0,1 0,-1 0,-1 1,1-1,0 1,-1 0,1 0,-1 0,0 0,0 0,0 0,0 0,0 1,-1-1,0 1,0-1,0 1,0 0,0-1,-1 1,1 0,-1 0,0-1,0 1,-1 0,1 0,-1-1,0 1,0 0,0-1,0 1,0-1,-1 1,0-1,0 0,0 0,-2 3,-1 2,-1-1,0 0,0 0,-1 0,0-1,0 0,0-1,-1 1,0-1,0-1,0 1,0-2,-1 1,0-1,1 0,-1-1,-3 1,-21 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0:23.80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586 833,'0'25,"3"20,2 15,3 12,1 4,0 4,1 1,-1-3,-2-9,-2-10,-2-13</inkml:trace>
  <inkml:trace contextRef="#ctx0" brushRef="#br0" timeOffset="277.134">186 940,'-21'-5,"-13"-3,-5-1,1 2,5-1,12-1,22-2,26-5,30-9,26-10,26-7,16-6,10-2,0 3,-7 10,-16 11,-28 10</inkml:trace>
  <inkml:trace contextRef="#ctx0" brushRef="#br0" timeOffset="1522.689">987 1033,'-6'0,"0"0,-1 0,1 0,0 0,-1 1,1 0,0 0,0 1,0 0,0 0,0 0,0 1,1 0,-1 0,1 0,-1 1,1 0,0 0,1 0,-1 1,1-1,0 1,0 0,0 0,1 1,-2 1,0 2,0 0,0 0,1 0,0 1,1-1,0 1,0 0,1 0,0 0,1 0,0 0,1 1,0-1,0 0,1 0,1 3,-2-10,1 0,0 0,-1 1,1-1,0 0,0 0,1 0,-1 0,1-1,-1 1,1 0,0 0,0-1,0 1,0-1,1 0,-1 0,0 0,1 0,0 0,0 0,-1-1,1 1,0-1,0 0,0 0,0 0,0 0,1 0,-1-1,0 1,0-1,0 0,1 0,-1 0,0-1,0 1,1-1,-1 1,0-1,0 0,0-1,0 1,0 0,0-1,0 0,9-8,0 1,-1-2,-1 0,0 0,0-1,-1 0,-1 0,0-1,0-1,-2 1,1-1,-2 0,0 0,-1-1,0 1,-1-1,0 0,-2 0,0 0,0-15,-8-35,-4 54,4 31,4-8,1 0,1 0,0 0,0 0,1 1,1-1,0 0,1 0,0 0,0 0,2 0,-1 0,2-1,-1 0,1 0,1 0,0 0,7 7,-11-15,0-1,0 0,1 0,-1-1,1 1,-1 0,1-1,0 0,0 1,0-1,0 0,-1 0,1-1,0 1,1-1,-1 1,0-1,0 0,0 0,0 0,0-1,0 1,0-1,0 0,0 0,0 0,0 0,-1 0,1 0,0-1,-1 1,1-1,-1 0,1 0,-1 0,0 0,0 0,1-2,8-10,-1 0,0-1,-1 0,0-1,-2 0,0 0,-1 0,0-1,-1 0,-1-1,-1 1,0 0,-2-1,0-9,3-27,-2-1,-3 0,-2 1,-3-1,-2 1,-7-21,6 45,9 30,0 1,0-1,0 0,0 1,0-1,0 0,0 1,0-1,-1 0,1 1,0-1,0 0,0 0,0 1,-1-1,1 0,0 0,0 1,-1-1,1 0,0 0,0 1,-1-1,1 0,0 0,-1 0,1 0,0 0,0 0,-1 1,1-1,0 0,-1 0,1 0,0 0,-1 0,1 0,0 0,-1 0,1 0,0-1,-1 1,1 0,0 0,-1 0,1 0,0 0,-3 50,2 0,3 0,2 0,2 0,2-1,2 0,15 41,30 90,-48-165,0-41,13-92,-19 112,1 1,0-1,1 0,-1 1,1 0,0-1,1 1,-1 0,1 1,0-1,0 0,0 1,1 0,-1 0,1 1,0-1,0 1,4-2,-6 4,1 0,-1 0,0 0,1 0,-1 1,1-1,-1 1,1 0,-1 0,1 0,-1 0,1 1,-1 0,1-1,-1 1,1 1,-1-1,0 0,0 1,0-1,0 1,0 0,0 0,0 0,0 1,-1-1,1 1,-1-1,0 1,0 0,0 0,0 0,1 2,3 6,0-1,0 1,-1 1,-1-1,0 1,-1 0,0 0,0 0,-1 3,-1-8,0-1,0 1,0 0,-1 0,0 0,-1-1,1 1,-1 0,0 0,-1-1,0 1,0-1,0 1,-1-1,0 0,0 0,-1 0,1 0,-1-1,0 1,-1-1,-3 3,6-7,1 0,-1 0,0-1,1 1,-1-1,0 1,0-1,0 0,1 0,-1 0,0 0,0 0,0 0,1 0,-1-1,0 1,0-1,1 1,-1-1,0 0,1 1,-1-1,0 0,1 0,-1 0,1 0,0-1,-1 1,1 0,0-1,0 1,0 0,0-1,0 1,0-1,0 0,0-1,-26-65,27 65,-1 0,1 0,0 0,0-1,0 1,1 0,-1 0,1 0,0 0,0 0,0 0,0 0,0 0,0 1,1-1,0 0,-1 1,1-1,0 1,0-1,1 1,-1 0,0 0,1 0,-1 0,1 0,-1 1,1-1,0 1,0 0,0 0,0 0,0 0,0 0,0 0,0 1,1 0,45-13,111-40,-152 49,1 0,-1-1,0 0,0 0,0-1,-1 0,1-1,-2 1,1-1,-1-1,0 1,0-1,-1 0,0 0,-1-1,0 1,-2 4,0 0,0 0,-1-1,0 1,0 0,0 0,0-1,-1 1,0-1,0 1,0 0,0-1,-1 1,1 0,-1-1,0 1,-1 0,1 0,-1 0,0 0,0 0,0 0,0 0,-1 1,1-1,-1 1,0-1,0 1,0 0,-1 0,1 1,-1-1,1 1,-1-1,0 1,0 1,0-1,0 0,-4 0,5 1,0 1,1 0,-1 0,0 0,1 0,-1 1,1-1,-1 1,0 0,1-1,-1 1,1 0,0 0,-1 1,1-1,0 0,0 1,-1 0,1-1,0 1,1 0,-1 0,0 0,1 0,-1 0,1 0,-1 1,1-1,0 0,0 2,-20 77,21-72,-1-1,1 1,1-1,0 1,0-1,0 1,1-1,0 0,1 0,0 0,0 0,1 0,0 0,0-1,0 0,1 0,1 0,-1 0,1-1,0 0,0 0,1-1,0 0,0 0,0 0,0-1,1 0,0 0,0-1,0 0,0 0,0-1,0 0,3-1,2 0,0-1,1-1,-1 0,0-1,0 0,0-1,-1-1,1 0,-1-1,0 0,0 0,0-2,-1 1,0-1,0-1,-1 0,1-1,-2 0,0 0,0-1,0 0,-1-1,-1 1,0-2,0 1,-1-1,-1 0,0 0,-1-1,0 1,0-1,-1-3,5-39,-3-1,-2 0,-2 0,-3 0,-2 0,-3 1,-2 0,-15-50,-37-133,44 196,17 43,0-1,-1 1,1-1,0 1,0 0,-1-1,1 1,0-1,0 0,-1 1,1-1,-1 1,1-1,0 1,-1-1,1 0,-1 1,1-1,-1 0,1 0,-1 1,1-1,-1 0,1 0,-1 0,1 1,-1-1,0 0,1 0,-1 0,1 0,-1 0,1 0,-1 0,0-1,1 1,-1 0,1 0,-1 0,1 0,-1-1,1 1,-1 0,1 0,-1-1,1 1,-1-1,1 1,0 0,-1-1,1 1,-1-1,1 1,0-1,0 1,-1-1,1 1,0-1,0 1,-1-1,1 1,0-1,0 1,0-1,0 0,0 1,0-1,0 1,0-1,0 0,-19 103,13-53,3 1,2-1,2 1,2-1,2 1,2-1,3-1,2 1,3 5,-8-37,-1-1,2 0,0-1,1 1,1-1,0-1,1 0,0-1,1 0,1 0,0-1,0-1,2 0,-1-1,7 2,64 25,-2-13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0:30.4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481 562,'-21'51,"20"-50,0-1,1 0,-1 0,0 1,1-1,-1 0,0 0,1 0,-1 0,0 0,0 0,1 0,-1 0,0 0,1-1,-1 1,0 0,1 0,-1 0,0-1,1 1,-1 0,1-1,-1 1,0-1,1 1,-1-1,1 1,-1-1,1 1,-1-1,1 1,0-1,-1 0,1 1,0-1,-1 0,1 1,0-1,0 0,0 1,0-1,0 0,-1 1,1-1,0 0,1 0,-1 1,0-1,0 0,0 1,0-2,0 2,-65-353,64 348,0-1,0 1,-1 0,0 1,1-1,-1 0,-1 0,1 1,-1-1,0 1,0 0,0 0,0 0,-1 0,0 1,1-1,-2 1,1-1,2 5,1-1,0 0,-1 0,1 1,0-1,0 1,0-1,-1 1,1-1,0 1,0 0,0 0,0 0,0-1,0 1,0 0,0 0,1 0,-1 0,0 1,0-1,1 0,-1 0,1 0,-1 0,1 1,-1-1,1 0,0 1,0-1,0 0,0 1,0-1,0 0,0 0,0 1,0-1,0 0,1 1,-1-1,1 0,-1 0,1 1,-1-1,1 0,-1 0,1 0,0 0,0 0,0 1,5 3,0 0,0 1,1-2,-1 1,1-1,0 0,0-1,1 1,-1-1,1-1,-1 0,1 0,0 0,0-1,0 0,0 0,0-1,0 0,0-1,0 0,5-1,14-2,-1 0,0-2,0-2,0 0,-1-1,0-2,2-2,-27 14,-1-1,1 1,0-1,0 1,-1-1,1 1,0 0,0-1,0 1,0-1,0 1,0 0,0-1,0 1,0-1,0 1,0 0,0-1,1 1,-1-1,0 1,0-1,0 1,1-1,-1 1,0-1,1 1,-1-1,1 1,-1-1,0 1,1-1,-1 0,1 1,-1-1,1 0,-1 1,1-1,-1 0,1 0,0 1,-1-1,1 0,-1 0,1 0,-1 0,1 0,0 0,-1 0,1 0,-1 0,1 0,0 0,-1 0,1-1,-1 1,1 0,-1 0,1 0,0-1,-1 1,1 0,-1-1,0 1,1-1,-1 1,1 0,-1-1,1 1,-6 35,-4 17,3 1,3 0,1 0,6 44,7-30,3-1,4 0,14 35,15 54,-42-135,0 1,-1 0,-1 0,-1 1,0 15,-2-32,0 0,-1 0,1 0,-1 0,0 0,0-1,0 1,-1 0,0 0,0-1,0 1,0-1,-1 0,1 0,-1 0,0 0,-1 0,1 0,-1-1,1 0,-1 0,0 0,0 0,-1 0,1-1,0 0,-2 1,0-1,1-1,-1 0,0 1,1-2,-1 1,0-1,0 0,1 0,-1 0,0-1,0 0,1 0,-1-1,0 1,1-1,0-1,-1 1,1-1,0 1,0-1,0-1,0 0,-8-6,1 0,1-1,-1 0,2 0,0-2,0 1,-5-10,4 3,0 0,1-1,1 0,1 0,0-1,2 1,1-2,0 1,2-1,0 1,1-16,1 34,1 1,0-1,0 1,0-1,1 0,-1 1,1-1,-1 1,1-1,0 1,0 0,0-1,0 1,0 0,1 0,-1-1,0 1,1 0,0 0,0 1,-1-1,1 0,0 0,0 1,1 0,-1-1,0 1,0 0,1 0,155-43,-94 30</inkml:trace>
  <inkml:trace contextRef="#ctx0" brushRef="#br0" timeOffset="251.932">1324 281,'0'25,"0"20,0 16,0 10,2 6,3 0,3-1,3-7,1-10,-1-16</inkml:trace>
  <inkml:trace contextRef="#ctx0" brushRef="#br0" timeOffset="570.114">1644 295,'-10'34,"-1"0,-2-1,-2-1,-1 0,-1-1,-1-1,-2-1,-1-1,-2 0,-17 17,34-41,5-3,0 0,-1-1,1 1,0 0,0 0,0-1,0 1,0 0,0 0,0 0,0 0,0 1,0-1,1 0,-1 0,0 0,1 1,-1-1,1 0,-1 1,1-1,0 0,0 1,-1-1,1 1,0-1,0 0,0 1,0-1,1 1,-1-1,0 0,1 1,0 0,8 7,0 0,1-1,0 0,1-1,0 0,0-1,0 0,1 0,0-2,8 3,-20-7,53 19,0-3,2-2,-1-3,1-2,25 0,-21-4</inkml:trace>
  <inkml:trace contextRef="#ctx0" brushRef="#br0" timeOffset="1567.98">0 1565,'702'-26,"186"-22,237-13,20 33,-1049 25,412-6,-460 15,-42-3</inkml:trace>
  <inkml:trace contextRef="#ctx0" brushRef="#br0" timeOffset="2975.636">2994 107,'1'0,"-1"0,0 0,0-1,0 1,0 0,1 0,-1 0,0-1,0 1,1 0,-1 0,0 0,0-1,1 1,-1 0,0 0,1 0,-1 0,0 0,0 0,1 0,-1 0,0 0,1 0,-1 0,0 0,1 0,-1 0,0 0,1 0,-1 0,0 0,0 0,1 0,-1 0,0 1,1-1,-1 0,0 0,0 0,1 0,-1 1,0-1,0 0,0 0,1 1,-1-1,0 0,0 0,0 1,0-1,0 0,1 1,-1-1,0 0,0 0,0 1,0-1,0 0,0 1,0-1,0 0,0 1,0-1,0 0,0 0,0 1,8 24,9 58,-4 0,0 49,-6-53,32 251,-3-38,-9 82,-27 667,-13-544,26-124,-13-169,-2-24,17 126,1-138,0 2,30 125,-7 12,-25-161,43 121,-44-58,63 130,-66-310,-6-25</inkml:trace>
  <inkml:trace contextRef="#ctx0" brushRef="#br0" timeOffset="4036.13">4359 1351,'1308'0,"-1235"3,-72-3,-1 0,0 0,1 0,-1-1,1 1,-1 0,0 0,1 0,-1 0,0 0,1 0,-1 0,1 0,-1 0,0 0,1 1,-1-1,1 0,-1 0,0 0,1 0,-1 0,0 1,1-1,-1 0,0 0,1 1,-1-1,0 0,0 0,1 1,-1-1,0 0,0 1,0-1,1 0,-1 1,0-1,0 1,0-1,0 0,0 1,0-1,0 0,0 1,0-1,0 1,0-1,0 0,0 1,0-1,0 1,0-1,0 0,0 1,0-1,-1 1,-19 11,0-7,0-1</inkml:trace>
  <inkml:trace contextRef="#ctx0" brushRef="#br0" timeOffset="4890.923">4359 468,'-7'-5,"0"0,-1 0,1 0,-1 1,0 0,0 1,0 0,0 0,0 1,-1 0,1 0,-1 1,0 0,1 0,-1 1,0 1,0-1,1 1,-1 1,1-1,-1 1,1 1,-1 0,1 0,0 1,-5 3,-1 0,1 1,0 0,0 1,1 0,1 1,-1 1,2-1,-1 2,2 0,-1 0,2 0,-1 1,2 1,0-1,0 2,3-8,1 1,0-1,0 1,1-1,0 1,0 0,1 0,0 0,0 0,1 1,0-1,0 0,1 0,0 0,0 0,1 0,0 0,1-1,0 1,0-1,0 1,1-1,0 0,1 0,-1-1,1 1,1-1,-1 0,1 0,0-1,0 0,1 0,-1 0,1-1,1 1,2-1,1-1,-1 0,1 0,0-1,-1 0,1-1,0 0,0-1,0 0,0-1,0 0,0 0,0-1,-1-1,1 0,-1 0,0-1,0-1,0 0,5-3,1-1,-1-1,1 0,-2-2,0 1,0-2,-1 0,0 0,-2-2,1 1,-2-1,8-15,-5 0,-1-2,-2 1,-1-1,-1-1,-2 1,-2-1,0 0,-3-1,0 1,-3 0,-3-26,4 46,-1 0,0 0,-1 0,0 0,-1 0,0 1,-1 0,-5-8,8 15,-1 1,1 0,-1 0,0 0,-1 0,1 0,-1 1,0-1,1 1,-1 0,-1 1,1-1,0 1,-1-1,1 1,-1 0,0 1,0-1,0 1,1 0,-1 0,0 1,0 0,-1-1,-5 2,1 1,-1-1,1 1,0 1,0 0,0 1,0-1,1 2,-1 0,1 0,0 0,0 1,1 1,0-1,0 1,0 1,1-1,0 1,1 1,0-1,0 1,0 0,1 0,1 1,0-1,0 1,1 0,0 0,1 1,0-1,0 1,1-1,0 1,1-1,1 1,-1-1,2 2,2 6,1 0,1 0,0-1,2 1,0-1,1-1,0 0,1 0,1-1,1 0,11 11,21 19,2-2,43 31,-53-45,-5-5,-1 1,-1 1,-1 2,3 5,-28-29,1-1,-1 1,0 0,0 1,0-1,0 0,-1 1,0 0,0-1,0 1,-1 0,1 0,-1 0,0 0,-1 0,1 0,-1 1,0-1,0 0,-1 0,1 0,-1 0,0 0,-1 2,-6 4</inkml:trace>
  <inkml:trace contextRef="#ctx0" brushRef="#br0" timeOffset="5197.008">4773 201,'23'-2,"18"-1,14-2,9 0,3-2,-1 0,-5 2,-11 1,-11 2,-13-1,-10 0</inkml:trace>
  <inkml:trace contextRef="#ctx0" brushRef="#br0" timeOffset="5476.26">5027 0,'0'9,"2"13,5 13,5 12,3 12,5 8,-1 5,-5 0,-3-3,-5-14</inkml:trace>
  <inkml:trace contextRef="#ctx0" brushRef="#br0" timeOffset="7424.206">615 2221,'-5'-1,"1"1,-1 0,1 1,-1-1,1 1,-1 0,1 0,0 0,0 1,-1 0,1-1,0 2,0-1,1 0,-1 1,0-1,1 1,-1 0,1 0,0 1,0-1,1 1,-1-1,0 1,1 0,-1 3,-3 4,1 1,0-1,1 1,1 0,0 0,0 1,1-1,1 1,0-1,0 1,2-1,-1 1,2-1,-1 1,3 5,-2-13,0 0,1 0,0 0,-1 0,2-1,-1 1,0-1,1 0,0 0,0 0,0 0,1 0,-1-1,1 0,0 0,-1-1,1 1,1-1,-1 0,0 0,0 0,1-1,4 1,6 0,1 0,-1-1,0 0,1-1,-1-1,0-1,10-2,-18 4,1-1,-1 0,-1 0,1-1,0 0,0 0,0-1,-1 0,0 0,1 0,-1-1,0-1,-1 1,1-1,-1 0,0 0,0-1,-1 0,1 0,-1 0,-1-1,1 1,-1-1,0 0,-1 0,1-1,-2 1,1-1,1-7,-5-4,-1 0,0 0,-2 0,0 0,-1 1,-1 0,-1 0,0 0,-1 1,-1 0,-1 0,0 1,-8-8,16 21,0-1,0 1,-1-1,1 1,-1 0,1 0,-1 1,0-1,-1 0,1 1,0 0,-1 0,1 0,-1 0,1 0,-1 1,0-1,0 1,0 0,0 0,0 1,0-1,0 1,0 0,0 0,0 0,0 1,-2 0,-19 7,0 2,1 1,1 0,0 2,0 1,1 0,1 2,-2 2,19-13,0 1,0-1,1 1,0 0,0 0,0 0,0 0,1 0,0 1,1-1,-1 1,1-1,0 1,1-1,-1 1,2 0,-1-1,1 1,-1 0,2-1,1 7,-1 3,7 65,-2-45</inkml:trace>
  <inkml:trace contextRef="#ctx0" brushRef="#br0" timeOffset="8143.52">1337 2260,'-5'11,"1"0,0 0,0 1,1-1,1 1,0 0,0 0,1 0,1 0,0 0,1-1,0 1,0 0,3 9,-2-17,1 1,-1 0,1-1,0 1,0-1,0 0,0 0,1 0,-1 0,1-1,0 1,0-1,1 0,-1-1,1 1,-1-1,1 1,0-1,0-1,0 1,0-1,5 1,4 1,1 0,-1-2,1 0,0 0,0-2,-1 0,11-2,-6 0,1-1,-1 0,0-2,-1 0,1-1,10-6,-23 10,0-1,-1 1,1-1,-1 0,0 0,0 0,0-1,0 0,-1 0,0 0,0 0,0-1,0 0,-1 0,0 0,-1 0,1 0,-1 0,0-1,-1 1,1-1,0-3,0 0,0 0,-1 0,0-1,-1 1,0 0,-1 0,0 0,-1 0,0 0,0 0,-1 0,0 1,-1-1,0 1,-1 0,0 0,0 0,0 1,-1-1,-1 1,0 1,0-1,0 1,-1 1,0-1,0 1,-7-3,6 5,-1 0,1 1,-1 0,0 1,0 0,0 0,0 1,0 0,0 1,0 1,0-1,0 1,0 1,0 0,0 1,0-1,0 2,1-1,0 2,0-1,0 1,0 0,1 1,0 0,0 0,0 1,1 0,0 1,0-1,1 1,0 0,0 1,1 0,0-1,1 2,0-1,0 0,1 1,0 0,1 0,0 1,0 7</inkml:trace>
  <inkml:trace contextRef="#ctx0" brushRef="#br0" timeOffset="19590.787">3850 2153,'-24'69,"5"-18,3 1,1 1,3 0,2 2,2-242,5 139,2-1,3 1,1 0,3 0,2 0,3-7,-11 55,1 1,-1-1,0 1,1-1,-1 0,1 1,-1-1,0 0,1 0,-1 1,1-1,-1 0,1 0,-1 0,1 0,-1 1,0-1,1 0,-1 0,1 0,-1 0,1 0,-1 0,1 0,-1 0,1 0,-1-1,1 1,-1 0,1 0,-1 0,1-1,-1 1,1 0,-1 0,0-1,1 1,-1 0,0-1,1 1,-1 0,0-1,1 1,-1-1,0 1,0 0,1-1,-1 1,0-1,0 1,0-1,0 1,1-1,-1 1,0-1,0 1,0-1,0 1,0-1,0 1,0-1,12 43,6 51,23 79,-41-170,0-1,1 1,0 0,-1 0,1 0,0-1,0 1,0 0,0-1,0 1,0-1,0 1,1-1,-1 0,0 1,1-1,-1 0,1 0,0 0,-1 0,1 0,0-1,-1 1,1 0,0-1,0 1,0-1,0 0,0 1,-1-1,1 0,0 0,0 0,0 0,0-1,0 1,0-1,-1 1,1-1,0 1,0-1,-1 0,1 0,0 0,-1 0,1 0,-1 0,1 0,14-14,0-1,-1 0,-1-1,0 0,-1-1,-1-1,-1 0,-1-1,0 0,-2 0,0-1,1-9,-8 29,31-67,-31 68,0 1,0-1,0 0,1 1,-1-1,0 1,0 0,0-1,0 1,0 0,0 0,0-1,0 1,0 0,0 0,0 0,-1 0,1 0,0 0,-1 1,1-1,-1 0,1 0,-1 0,1 1,-1-1,0 0,0 0,0 1,0-1,0 0,0 0,0 1,0-1,1 0,9 63,-2-1,-3 1,-2 1,-6 42,3-45,-1-37,0-18,0 1,1 0,0 0,1 0,0 0,0-1,0 1,1 0,2 5,4-2,0-5</inkml:trace>
  <inkml:trace contextRef="#ctx0" brushRef="#br0" timeOffset="20216.078">4412 2367,'89'12,"-74"-12,6 0,-1-1,1-1,0 0,-1-2,0 0,0-1,0-1,0-1,-1-1,5-3,-21 10,-1 0,1-1,0 0,-1 1,1-1,-1 0,1 0,-1 0,0 0,0-1,0 1,0-1,0 1,-1-1,1 0,-1 0,1 1,-1-1,0 0,0 0,-1 0,1 0,-1 0,1 0,-1-1,0 1,0 0,0 0,0 0,-1 0,0 0,1 0,-1 0,0 0,0 0,0 0,-1 0,1 1,-1-1,0 0,1 1,-1-1,0 1,-1 0,0-2,0 1,0 0,0 0,0 0,0 0,0 1,-1-1,1 1,-1 0,1 0,-1 0,0 0,0 1,0-1,0 1,0 0,0 0,0 1,0-1,0 1,-1 0,1 0,0 0,0 1,0 0,0-1,0 1,0 1,0-1,0 0,0 1,0 0,1 0,-1 0,1 1,-1-1,1 1,0-1,-1 2,-4 5,1 0,0 0,0 0,1 1,0 0,1 1,0-1,1 1,-1 3,3-9,0 0,1 1,-1-1,1 1,1-1,-1 1,1-1,0 1,0-1,0 1,1-1,0 1,0-1,0 0,1 1,0-1,0 0,0 0,1 0,1 2,3-1,0-1,0 0,0 0,1-1,0 0,0 0,1-1,-1 0,0 0,1-1,0 0,0 0,-1-1,1-1,0 1,0-1,0-1,1 0,156-15,-122 7</inkml:trace>
  <inkml:trace contextRef="#ctx0" brushRef="#br0" timeOffset="20860.729">5067 2221,'0'16,"-1"-1,0 1,1-1,1 0,1 0,0 1,1-1,0 0,1-1,1 1,0-1,7 13,-10-24,-1-1,1 0,0 0,-1 0,1 0,0 0,0 0,0 0,1 0,-1-1,0 1,1-1,-1 0,1 0,-1 0,1 0,-1 0,1 0,0-1,-1 1,1-1,0 0,0 0,-1 0,1 0,0 0,0-1,-1 1,1-1,0 0,-1 1,1-1,-1 0,1-1,-1 1,0 0,1-1,-1 0,0 1,0-1,0 0,0 0,0 0,0 0,-1 0,1-1,0 1,4-9,1-1,-2 1,1-1,-1 0,-1 0,0 0,-1 0,-1-1,0 0,0 1,-1-1,-1 0,0 0,-1 0,0-5,-1 53,6 52,-4-84,1 0,0 0,0 0,0 0,0 0,1 0,-1-1,1 1,-1 0,1-1,0 0,0 1,0-1,1 0,-1 0,0 0,1 0,-1 0,1-1,0 1,0-1,-1 0,1 1,0-1,0-1,0 1,0 0,4 0,-1 0,0-1,0 1,1-1,-1-1,0 1,1-1,-1 0,0 0,0-1,0 0,0 0,0 0,0-1,-1 0,1 0,-1 0,1-1,-1 0,-1 0,1 0,0-1,0 0,3-5,0 0,0-1,-1 1,-1-2,0 1,0 0,-1-1,-1 0,0-1,3-10,-9 28,-10 95,13-96,-1-1,0 1,1 0,0-1,0 1,0-1,0 1,0-1,1 1,0-1,-1 0,1 0,0 0,1 0,-1 0,0 0,1-1,0 1,-1-1,1 0,0 1,0-1,1-1,-1 1,0 0,0-1,3 1,9 2,1 0,-1-2,1 0,0 0,0-1,0-1,4-2,23 0</inkml:trace>
  <inkml:trace contextRef="#ctx0" brushRef="#br0" timeOffset="21192.842">5909 2327,'-2'1,"1"0,-1 1,0-1,1 1,0-1,-1 1,1-1,0 1,0 0,0 0,0 0,0 0,0 0,1-1,-1 1,1 1,-1-1,1 0,0 0,0 0,0 0,0 0,0 0,0 0,0 0,1 0,-1 0,1 0,-1 0,1 0,0 0,0 0,0 0,0 0,0-1,0 1,1 0,-1-1,1 1,-1-1,1 0,-1 1,1-1,0 0,0 0,-1 0,3 1,4 1,0-1,-1 0,1 0,0-1,0 0,1 0,-1-1,0 0,0-1,0 1,0-2,0 1,0-1,0 0,7-3,-11 3,0 1,0-1,0 0,0-1,0 1,-1-1,1 1,-1-1,1 0,-1 0,0-1,0 1,0-1,-1 1,1-1,-1 0,0 0,0 0,-1 0,1 0,-1 0,1-1,-1 1,-1-1,1 1,-1 0,1-1,-1 1,-1-3,1 3,-1-1,0 1,1 0,-2 0,1 0,0 0,-1 0,0 0,0 0,0 1,0-1,-1 1,1-1,-1 1,0 0,0 0,0 0,0 0,-1 1,1-1,-1 1,1 0,-1 0,0 0,0 1,0-1,0 1,0 0,0 0,-1 0,-3 0,1-1,-1 2,0-1,0 1,1 0,-1 1,0 0,0 0,1 0,-1 1,1 0,-1 1,1 0,0 0,0 1,-1 0,5-3,1 0,-1 1,1-1,-1 1,1-1,-1 1,1 0,0 0,0 0,0 0,0 0,0 1,0-1,1 1,-1-1,1 1,-1-1,1 1,0 0,0 0,1 0,-1-1,0 1,1 0,0 0,0 0,-1 0,2 0,-1 0,0 0,1 0,-1 0,1 0,0-1,0 1,0 0,0 0,1-1,0 3,3-1,0 1,0-1,1 0,0 0,-1 0,1-1,0 0,1 0,-1-1,5 2,32 9</inkml:trace>
  <inkml:trace contextRef="#ctx0" brushRef="#br0" timeOffset="22579.294">6310 2380,'11'-291,"-12"286,2 2,-1 1,0-1,0 1,0-1,-1 1,1 0,-1-1,1 1,-1-1,0 1,1 0,-1-1,-1 1,1 0,0 0,0 0,-1 0,1 0,-1 0,1 3,0-1,0 1,-1-1,1 1,0 0,0 0,0-1,1 1,-1 0,0 0,0 0,0 0,1 0,-1 0,0 0,1 0,-1 0,1 1,-1-1,1 0,0 0,-1 0,1 1,0-1,0 0,0 0,0 1,0-1,0 0,0 1,0-1,1 0,-1 0,1 0,-1 2,4 1,0 0,0 0,0 0,0 0,1 0,-1-1,1 0,0 0,0 0,0 0,0-1,0 0,1 0,-1 0,1-1,0 0,-1 0,1 0,0-1,-1 0,1 0,0 0,1-1,-2 1,145 10,-147-9,0 0,0 0,0 0,0 1,0-1,-1 1,1-1,-1 1,1 0,-1 0,0 0,1 1,-1-1,0 0,0 1,-1-1,1 1,-1 0,1-1,-1 1,0 0,0 0,0 0,0 0,0 0,-1 0,2 87,-4-56,2-31,0 1,-1-1,1 0,1 0,-1 1,1-1,-1 0,1 0,0 0,0 0,0 0,0 0,1 0,-1 0,1 0,0-1,0 1,0-1,0 1,0-1,0 0,1 0,-1 0,1 0,0 0,-1 0,1-1,0 1,0-1,0 0,0 0,0 0,0 0,0 0,2-1,19 4,1-2,0 0,0-2,0-1,0-1,0-1,0-1,-1-1,0-1,0-2,0 0,-1-1,6-5,-21 11,-1 0,0 0,0-1,-1 0,1 0,-1-1,0 0,0 0,0 0,-1-1,1 0,-2 0,1 0,-1 0,1-1,2-7,-8 12,1-1,-1 0,1 1,-1-1,0 1,0 0,0-1,0 1,-1 0,1-1,-1 1,1 0,-1 0,0 0,0 0,0 1,0-1,0 0,0 1,0 0,-1-1,1 1,0 0,-1 0,1 0,-1 0,1 1,-1-1,1 1,-1-1,0 1,1 0,-1 0,0 0,1 1,-2-1,-11-1,1 0,-1 1,0 1,1 0,-1 1,1 1,-1 0,1 1,0 0,0 1,1 1,-1 0,1 0,0 2,-7 5,18-12,0 0,1 0,-1 0,1 1,-1-1,1 0,0 0,-1 1,1-1,0 1,0-1,0 1,0 0,0-1,0 1,1 0,-1-1,1 1,-1 0,1 0,-1 0,1 0,0 0,0-1,0 1,0 0,0 0,0 0,1 0,-1 0,1 0,-1-1,1 1,0 0,-1 0,1-1,0 1,0-1,0 1,1-1,-1 1,0-1,0 1,1-1,8 4,-1 0,0-1,1 0,0-1,0 0,0-1,1 0,-1 0,0-1,1-1,-1 1,0-2,1 1,5-2,-11 2,1 0,0-1,-1 1,1-1,0 0,-1 0,1-1,-1 0,0 0,1 0,-1-1,0 1,0-1,-1 0,1-1,0 1,-1-1,0 0,0 0,0 0,-1-1,1 1,-1-1,0 0,2-5,-5 16,0 0,1-1,-1 0,1 1,1-1,-1 1,1-1,0 0,0 0,0 0,0 0,1 0,0 0,0-1,1 1,-1-1,1 0,0 0,0-1,0 1,0-1,1 1,0-1,-1-1,1 1,0-1,0 0,0 0,4 1,-7-3,0 1,0-1,0 0,0 0,0 0,0 0,0 0,0 0,0-1,0 1,-1-1,1 1,0-1,0 0,0 0,0 0,-1 0,1 0,-1 0,1 0,0 0,-1-1,0 1,1-1,-1 1,0-1,0 1,0-1,0 0,0 1,0-1,0 0,-1 0,1 0,-1 0,1 0,-1 0,9-77,-9 75,-1-123,0 125,1 0,0 0,0 0,0 0,0 1,1-1,-1 0,0 0,1 0,0 0,-1 1,1-1,0 0,0 1,0-1,0 0,0 1,0-1,0 1,0 0,1-1,-1 1,1 0,-1 0,1 0,-1 0,1 0,0 0,-1 0,1 1,0-1,0 0,-1 1,1 0,0-1,0 1,0 0,1 0,25-1,-1 2,0 0,0 2,0 1,0 1,-1 2,15 5,-37-12,0 0,0 1,0 0,0 0,0 0,0 1,0-1,-1 1,1 0,0 0,-1 0,1 1,-1-1,0 1,0-1,0 1,0 0,0 1,-1-1,1 0,-1 1,0-1,0 1,0 0,-1-1,1 1,-1 0,0 0,0 0,0 0,-1 0,1 1,-1-1,0 0,-1 2,-8 27,7-31,0 1,1-1,0 1,-1 0,1 0,0-1,0 1,1 0,-1 0,1 0,-1 0,1 0,0 0,0 0,0 0,1 0,-1 0,1 0,-1 0,1 0,0 0,0 0,0 0,1-1,-1 1,1 0,-1-1,1 1,0-1,0 0,0 0,0 0,1 1,10 2,-1 0,1 0,0-1,0-1,1 0,-1-1,1 0,-1-2,1 1,0-1,9-2,-22 2,14-1,-1 0,1 0,-1-2,0 1,0-2,0 0,0-1,0 0,-1-1,2-2,-10 5,0 1,0-1,0-1,-1 1,1-1,-1 0,0 0,0 0,-1-1,1 1,-1-1,0 0,0 0,0 0,-1 0,0 0,0-1,0 1,-1-1,1 1,-1-1,-1 0,1 1,-1-1,0 0,-1-5,1 7,-1 0,-1 0,1 0,0 1,-1-1,0 0,0 0,0 1,-1 0,1-1,-1 1,1 0,-1 0,0 0,0 0,-1 1,1-1,0 1,-1 0,0 0,1 0,-1 1,0-1,0 1,0 0,0 0,0 0,0 0,0 1,0 0,0 0,-1 0,1 0,0 1,0-1,0 1,0 0,0 0,0 1,0-1,1 1,-1 0,0 0,1 0,-1 0,1 1,0-1,0 1,0 0,0 0,0 0,1 0,-1 1,1-1,-2 3,1 0,0 0,1 0,-1 0,1 1,1-1,-1 1,1-1,0 1,0-1,1 1,0 0,0-1,0 1,1 0,0-1,1 1,-1-1,1 0,0 1,1-1,-1 0,1 0,1 0,-1-1,1 1,0-1,0 0,0 0,1 0,0 0,0-1,0 0,1 0,-1 0,1-1,0 0,1 1,21 9,0-1,2-1,-1-1,1-2,1-1,-1-2,1 0,0-2,1-2,-1-1,1-1,23-3</inkml:trace>
  <inkml:trace contextRef="#ctx0" brushRef="#br0" timeOffset="35848.742">736 3410,'1'-22,"0"17,0 0,-1 0,1 0,-1 0,0 0,0 0,-1 0,0 1,0-1,0 0,0 0,-1 0,1 1,-1-1,0 1,-1-1,1 1,-2-1,-1 3,0 0,0 0,-1 0,0 1,1 0,-1 0,1 0,-1 1,0-1,0 2,1-1,-1 1,0-1,1 1,-1 1,1-1,-2 2,0-1,1 1,-1 0,1 0,0 1,0 0,0 0,1 1,-1-1,1 1,0 0,0 1,1-1,-1 1,1 0,1 0,-1 0,0 3,-4 7,1-1,1 1,1 0,0 0,1 1,1-1,-1 7,3-11,0 1,0 0,2 0,-1 0,1-1,1 1,1 0,-1-1,4 8,-4-14,1-1,-1 1,1-1,0 0,0 0,1 0,0 0,0 0,0-1,0 0,0 0,1 0,0 0,0-1,0 0,0 0,1 0,-1 0,1-1,0 0,2 0,5 1,-1-1,1-1,-1-1,1 0,-1 0,1-1,-1-1,0 0,1 0,-1-1,0-1,0 0,-1-1,1 0,-1-1,0 0,-1-1,1 0,-1 0,-1-1,1-1,-2 1,1-2,-1 1,0-1,-1 0,0-1,-1 1,0-2,0 1,-2 0,1-1,-1 0,0-5,1-10,-1 0,-2 1,-1-2,-1 1,-2-11,2 32,-1 1,0-1,0 1,0-1,-1 1,0-1,0 1,0 0,-1 0,1 0,-1 0,0 1,-1-1,1 1,-1 0,0 0,0 0,0 0,-1 1,1-1,-1 1,0 0,0 1,0-1,0 1,0 0,-1 0,1 1,-1 0,1 0,-1 0,1 0,-3 1,-2-3,0 1,0 1,0 0,0 0,0 0,0 2,0-1,0 1,-1 1,1 0,1 0,-1 1,0 0,1 0,-1 2,1-1,0 1,0 0,1 1,0-1,0 2,0-1,1 1,0 1,0-1,0 1,-3 7,5-6,1-1,1 1,-1 0,2 0,-1 0,1 0,1 1,-1-1,2 0,-1 1,1-1,1 1,0-1,0 1,0-1,2 0,-1 0,1 0,0 0,1 0,0-1,0 1,6 6,14 18</inkml:trace>
  <inkml:trace contextRef="#ctx0" brushRef="#br0" timeOffset="36978.619">1363 3423,'14'-31,"0"1,2 0,1 1,8-8,-14 21,-10 13,23-34,1 0,2 2,24-25,-52 61,1 0,0-1,0 1,0 0,0 0,0-1,0 1,0 0,0-1,0 1,0 0,0 0,1-1,-1 1,0 0,0-1,1 1,-1 0,0-1,1 1,-1-1,1 1,-1 0,1-1,-1 1,1-1,-1 1,1-1,-1 0,1 1,0-1,-1 1,1-1,0 0,-1 0,1 1,0-1,-1 0,1 0,0 0,-1 0,1 0,0 0,0 0,-1 0,1 0,0 0,-1 0,1-1,0 1,0 0,-1 0,1-1,0 1,-1 0,1-1,0 1,-37 192,49 9,-7-151,-4-44,0 0,-1 0,0 1,0-1,-1 0,0 1,0-1,0 1,-1-1,0 0,0 1,0-1,-1 0,0 0,0 0,-1 0,1 0,-1-1,-1 1,1-1,-1 1,0-1,0-1,0 1,-1 0,0-1,0 0,0 0,0-1,-3 2,-22-7,52-9,16 5,1 2,0 2,1 2,4 1,10 0,68-3,-112-3,-6-1</inkml:trace>
  <inkml:trace contextRef="#ctx0" brushRef="#br0" timeOffset="44215.435">3904 3249,'-16'32,"8"-6,1 2,2-1,1 1,1 0,1 0,2 0,1 0,1 0,2 5,-5-18,2 0,0 0,1 0,0 0,2 0,-1-1,2 0,0 1,0-1,2-1,-1 1,2-1,0-1,0 1,1-1,1-1,0 0,2 1,-2-7,1-1,-1-1,1 0,0-1,0 0,0-1,0 0,0 0,1-1,-1-1,0 0,0 0,9-3,-11 2,-1 1,0-1,0-1,-1 1,1-1,0-1,-1 0,0 0,0 0,0-1,0 0,-1 0,0 0,0-1,0 0,-1 0,0-1,4-5,1-2,-1 1,-1-1,0-1,0 0,-2 0,1 0,-2-1,0 0,-2 0,1 0,-2 0,0-1,-1 1,-1-10,2 6,-1 0,-1 0,-1 0,-1 0,-1 0,-1 1,0-1,-2 1,0 0,-1 0,-1 1,0 0,-2 0,0 1,-1 0,3 7,0 1,-1 0,0 1,0-1,0 2,-1 0,-1 0,1 0,-1 2,-5-3,10 5,-1 0,1 0,-1 1,0 0,1 0,-1 0,0 1,0 0,0 1,0 0,0 0,0 0,0 1,0 0,0 0,0 1,0 0,0 0,1 0,-1 1,1 0,0 0,0 1,-5 3,8-3,0 1,0 0,1 0,-1 0,1 0,1 0,-1 0,1 0,-1 0,1 1,1-1,-1 1,1-1,0 2,-1 0,-22 184,12-137</inkml:trace>
  <inkml:trace contextRef="#ctx0" brushRef="#br0" timeOffset="53890.702">601 4706,'18'-20,"-2"-1,-1-1,-1 0,0-1,-2-1,9-22,6-11,33-52,-60 109,0 0,0-1,0 1,0 0,0-1,0 1,1 0,-1-1,0 1,0 0,0-1,0 1,1 0,-1 0,0-1,0 1,1 0,-1 0,0-1,1 1,-1 0,0 0,1 0,-1 0,0-1,1 1,-1 0,0 0,1 0,-1 0,0 0,1 0,-1 0,0 0,1 0,-1 0,0 0,1 0,-1 0,1 0,-1 0,0 0,1 1,-1-1,0 0,0 0,1 0,-1 1,0-1,1 0,-1 0,0 1,0-1,1 0,-1 0,0 1,0-1,0 0,1 1,-1-1,0 0,0 1,0-1,0 0,0 1,0-1,4 27,-4-26,-2 407,2-397,0 1,0 0,-1 0,-1-1,0 1,0-1,-1 1,-1-1,0 0,0 0,-1-1,-1 1,0-1,0 0,-1 0,0-1,-7 8,-16-6,39-16,178-7,-171 11,23-2,0 1,-1 3,35 4,-44-4,-18-2</inkml:trace>
  <inkml:trace contextRef="#ctx0" brushRef="#br0" timeOffset="54556.057">1565 4533,'-4'1,"1"1,0 0,0 0,1 0,-1 0,0 1,1-1,-1 1,1-1,0 1,0 0,0 0,0 0,1 0,-1 0,1 0,-1 1,1-1,0 0,1 1,-1-1,0 1,1 0,-3 4,1 1,0-1,0 1,1 0,0 0,1-1,0 1,0 0,1 0,0 0,0 0,1-1,0 1,1-1,0 1,0-1,1 0,0 0,0 0,1-1,0 0,0 1,1-2,0 1,0-1,3 3,6-1,0 0,1-1,0-1,0-1,0 0,1-1,-1 0,1-1,0-1,0-1,0-1,0 0,0-1,5-1,-15 1,0 0,0 0,-1-1,1 1,0-1,-1-1,1 1,-1-1,0-1,0 1,0-1,0 0,-1 0,0 0,0-1,0 0,0 0,0 0,-1-1,0 0,-1 1,1-1,-1-1,0 1,0 0,-1-1,0 1,0-1,-1 0,4-9,0 0,-2 0,0 0,0-1,-2 1,0-1,-1 0,-1 1,0-1,-1 1,-1-1,-1 1,0 0,-1 0,0 1,-2-1,-5-10,7 19,0 1,0 0,-1-1,0 2,0-1,0 1,-1 0,1 0,-1 0,0 1,-1 0,1 1,-1 0,0 0,0 0,1 1,-2 0,1 1,0 0,0 0,0 1,-1 0,1 0,0 1,0 0,-3 1,-1 0,0 1,1 0,-1 1,1 0,0 1,0 0,1 1,-1 0,1 1,1 0,-1 0,1 1,0 0,1 1,0 0,0 0,-5 10,5-4,0 0,1 1,1 1,1-1,0 1,1 0,1 0,0 0,1 0,1 1,1-1,0 0,3 12,19 39,-6-46</inkml:trace>
  <inkml:trace contextRef="#ctx0" brushRef="#br0" timeOffset="56093.956">3771 4706,'155'-209,"-96"125,-59 83,0 1,1-1,-1 1,0-1,1 1,-1-1,1 1,-1 0,1-1,-1 1,0 0,1-1,0 1,-1 0,1 0,-1 0,1-1,-1 1,1 0,-1 0,1 0,0 0,-1 0,1 0,-1 0,1 0,-1 0,1 0,0 0,-1 1,1-1,-1 0,1 0,-1 0,1 1,-1-1,1 0,-1 1,1-1,-1 0,1 1,-1-1,0 1,1-1,-1 1,0-1,1 1,-1-1,0 1,1-1,-1 1,10 32,-10-28,16 69,-4 1,-3 0,-3 1,-3-1,-5 17,2-82,0 0,-1 0,-1 0,0 0,0 0,-1 0,0-1,0 1,-1-1,0 0,-5 7,6-14,0 0,-1 0,1 0,-1 0,1-1,-1 0,1 1,-1-1,0-1,0 1,0 0,1-1,-1 0,0 0,0 0,0 0,0-1,1 1,-1-1,0 0,1 0,-1-1,0 1,1-1,-1 1,1-1,0 0,0-1,0 1,0 0,-2-3,5 4,0 1,0-1,0 0,0 1,0-1,0 0,0 1,0-1,1 0,-1 1,0-1,0 1,1-1,-1 0,0 1,1-1,-1 1,1-1,-1 1,1-1,-1 1,1 0,-1-1,1 1,-1-1,1 1,-1 0,1 0,0-1,-1 1,1 0,0 0,-1 0,1 0,0 0,-1 0,1 0,0 0,-1 0,1 0,0 0,-1 0,1 0,-1 0,1 0,0 1,-1-1,1 1,227 27,36-7,-229-16,-33-2</inkml:trace>
  <inkml:trace contextRef="#ctx0" brushRef="#br0" timeOffset="57286.819">749 6177,'233'-457,"-200"400,-32 57,-1 0,1 0,-1 0,1-1,-1 1,1 0,-1 0,1 0,-1 0,1 0,0 0,-1 0,1 0,-1 0,1 1,-1-1,1 0,-1 0,1 0,-1 0,0 1,1-1,-1 0,1 1,-1-1,1 0,-1 1,0-1,1 0,-1 1,0-1,1 1,-1-1,0 0,0 1,1-1,-1 1,0-1,0 1,0-1,0 1,0-1,0 1,0-1,0 1,0-1,0 1,0-1,0 1,0-1,0 1,0-1,0 1,0-1,-1 1,1-1,0 1,0-1,2 224,5 189,-5-384</inkml:trace>
  <inkml:trace contextRef="#ctx0" brushRef="#br0" timeOffset="57974.905">1511 6084,'55'-83,"-4"-2,-3-3,6-24,-21 53,-32 58,0 1,0-1,0 1,0 0,0 0,0-1,0 1,0 0,0 0,0 0,0 0,0 0,0 0,0 1,0-1,0 0,0 0,0 1,0-1,0 1,0-1,-1 0,1 1,0 0,0-1,0 1,-1-1,1 1,0 0,0 0,-1-1,1 1,-1 0,1 0,-1 0,1 0,-1 0,0 0,1 0,-1 0,0 0,0-1,0 1,1 0,-1 0,0 0,0 0,0 0,-1 0,1 0,0 0,0 0,-1 0,1 1,8 56,-2 1,-2 0,-3-1,-3 1,-8 49,0 135,12-206</inkml:trace>
  <inkml:trace contextRef="#ctx0" brushRef="#br0" timeOffset="59098.466">3449 6030,'0'3,"0"2,0 5,0 8,0 12,0 13,0 12,2 8,1 8,2 4,3 2,0-2,-2-4,-1-5,-2-9,-4-12,-2-14</inkml:trace>
  <inkml:trace contextRef="#ctx0" brushRef="#br0" timeOffset="60390.951">161 6939,'197'-12,"898"11,-702 0,2302 55,-1772 22,131 8,-448-56,-444-15,-156-11,-5-8,-9-3</inkml:trace>
  <inkml:trace contextRef="#ctx0" brushRef="#br0" timeOffset="61022.53">3944 5936,'-13'19,"-6"14,2 13,3 11,4 4,4 1,2-3,3-7,1-8,1-16,-1-20,1-10</inkml:trace>
  <inkml:trace contextRef="#ctx0" brushRef="#br0" timeOffset="61510.224">3863 6217,'-8'-82,"4"-1,3 0,4 0,-4 79,1-1,-1 1,1-1,0 1,0-1,1 1,0 0,-1-1,2 1,-1-1,0 1,1 0,0 0,-1 0,2 0,-1 0,0 0,1 1,0-1,0 1,0 0,0 0,0 0,1 0,-1 0,1 1,0-1,0 1,0 0,0 0,0 1,0-1,3 0,1 4,1-1,-1 1,0 0,0 1,0 0,0 1,0-1,-1 1,1 1,-1 0,0 0,0 0,-1 1,1-1,-1 2,-1-1,1 1,-1 0,0 0,-1 0,0 0,0 1,3 7,-5-9,0-1,0 1,0 0,0 0,-1 0,0 0,0 0,0 0,-1 0,0 0,0 0,-1 0,0 0,0 0,0 0,-1 0,0 0,0-1,0 1,-1-1,1 1,-2-1,1 0,0 0,-1 0,0 0,0-1,-1 1,-10 8,0-2,-1 0,0-1,-1-1,0 0,0-1,-1-1,0 0,-16 2,52-12,0 1,0 0,0 1,0 1,0 1,0 0,0 2,0 0,0 1,15 5,-24-7,0 0,-1 0,0 1,0 0,0 1,0-1,0 1,0 1,-1 0,0 0,0 0,-1 1,1 0,-1 0,0 0,-1 1,1 0,-1 0,-1 1,0-1,0 1,0 0,-1 0,0 1,0-1,0 4,-4-7,1 0,-1-1,0 1,0 0,-1 0,1 0,-1-1,0 1,-1-1,1 1,-1-1,1 0,-1 0,0 0,-1 0,1-1,-1 1,0-1,0 0,0 0,0 0,-3 1,-104 44,96-43,-1-1,1 0,-1-1,0-1,0 0,-1-2,1 1,0-2,0 0,0-1,0-1,-6-2,21 6,0-1,0 0,0 0,-1 0,1 0,0 0,0 0,-1-1,1 1,0 0,0-1,0 1,0-1,-1 1,1-1,0 1,0-1,0 0,0 1,0-1,0 0,1 0,-1 0,0 0,0 0,1 0,-1 0,0 0,1 0,-1 0,1 0,-1 0,1 0,0-1,-1 1,1 0,0 0,0 0,0-1,0 1,0 0,0 0,0-1,0 1,1 0,-1 0,0 0,1-1,-1 1,1 0,-1 0,1 0,0 0,-1 0,1 0,0 0,15-9</inkml:trace>
  <inkml:trace contextRef="#ctx0" brushRef="#br0" timeOffset="61969.674">4559 6123,'-12'-2,"2"-2,-1 0,0 2,0-1,0 1,0 1,0 0,-1 0,1 1,0 1,0 0,-1 0,1 1,0 0,0 1,1 1,-1-1,1 2,-3 1,9-1,-1 1,2 0,-1 0,1 0,0 0,0 1,0-1,1 1,0-1,1 1,-1 0,1 0,1 0,-1 0,1 0,0 0,1 0,0 0,0 0,0-1,1 1,0 0,0-1,1 1,0-1,0 0,0 1,1-2,0 1,2 2,-3-4,0 0,1-1,-1 1,1-1,0 0,0 0,0 0,0-1,1 1,-1-1,1 0,0 0,-1-1,1 1,0-1,0 0,0 0,0-1,0 1,0-1,0 0,0-1,0 1,0-1,0 0,0 0,-1-1,1 1,0-1,-1 0,1 0,-1-1,0 1,1-1,-1 0,0 0,-1 0,1-1,-1 0,1 1,-1-1,0 0,0 0,-1-1,2-2,2-5,-1 0,0 0,-1-1,0 0,-1 0,-1 0,0 0,0 0,-1 0,-1-1,-1-11,-7 58,7-29,-2 11,0 0,1 0,1 0,0 0,1 1,1-1,0 0,1 0,1 0,0 0,1 0,1-1,1 4,-3-14,1 0,-1 0,1 0,-1-1,1 1,0-1,0 0,0 0,1-1,-1 1,1-1,-1 0,1 0,0 0,0-1,0 0,0 0,0 0,27 4</inkml:trace>
  <inkml:trace contextRef="#ctx0" brushRef="#br0" timeOffset="62340.685">5054 6057,'-23'-1,"4"0,0 1,0 0,0 2,0 0,1 1,-1 0,1 2,-1 0,-9 5,26-9,0 0,0-1,0 1,0 0,1 0,-1 0,0 1,1-1,-1 0,1 1,-1-1,1 1,-1-1,1 1,0-1,0 1,0 0,0 0,0 0,0 0,1 0,-1 0,0 0,1 0,0 0,-1 0,1 0,0 0,0 0,0 0,0 0,1 0,-1 0,1 0,-1 0,1 0,-1 0,1 0,0 0,0-1,0 1,0 0,0 0,1-1,0 2,90 61,-33-28,4 27,-61-62,-1 1,0 0,1 0,-1 0,0 0,0 0,-1 0,1 0,0 0,-1 1,1-1,-1 0,1 0,-1 1,0-1,0 0,0 0,-1 1,1-1,0 0,-1 0,1 0,-1 0,0 1,0-1,0 0,0 0,0 0,0 0,-1-1,1 1,0 0,-1-1,0 1,1 0,-2 0,-8 4,-1 0,1 0,-1-1,0 0,-1-2,1 1,-1-1,1-1,-1 0,0-1,-4 0,-5 1,-52 6,47-6</inkml:trace>
  <inkml:trace contextRef="#ctx0" brushRef="#br0" timeOffset="64271.772">5588 6151,'-5'-3,"-1"2,0-1,0 1,0-1,-1 2,1-1,0 1,0 0,0 0,-1 0,1 1,0 0,0 1,0-1,0 1,0 0,1 0,-1 1,0 0,1 0,0 0,0 1,-5 4,2-2,0 1,0 1,1-1,0 1,0 0,1 1,0 0,1 0,0 0,0 1,1 0,0-1,-2 9,5-14,1 1,-1-1,0 1,1-1,0 1,0-1,1 1,-1-1,1 1,0-1,0 0,0 1,1-1,0 0,0 0,0 0,0 0,0 0,1-1,0 1,-1-1,1 1,1-1,-1 0,0 0,1 0,-1-1,1 1,0-1,0 0,0 0,3 1,9 4,1-2,-1 1,1-2,0 0,0-1,0-1,1 0,-1-2,0 0,1 0,-1-2,0 0,0-1,0-1,0-1,0 0,-1-1,0-1,5-3,-12 5,-1-1,0 0,0 0,-1-1,1 0,-2-1,1 1,-1-1,0-1,0 1,-1-1,-1 0,1 0,-1 0,-1-1,0 0,0 1,-1-1,0 0,-1 0,0 0,0 0,-1-1,-1 1,-4 47,5-26,4 76,-3-84,0 0,0 0,0 0,0 0,0 0,1-1,-1 1,1-1,0 1,0-1,0 1,0-1,0 0,0 0,1 0,-1 0,1 0,-1-1,1 1,0-1,-1 0,1 0,0 0,0 0,0 0,0 0,0-1,5 1,-1 0,1-1,-1-1,1 1,-1-1,0 0,1-1,-1 1,0-1,0-1,0 0,0 0,0 0,-1-1,1 0,-1 0,0 0,0-1,-1 0,1 0,3-5,2-2,-1-1,0 0,-1 0,0-1,-1 0,-1-1,0 0,-1 0,2-8,-5 0,-5 29,-1 1,1-1,0 1,0-1,1 1,0 0,0 0,1-1,0 1,0 0,0 0,1 0,0 0,0-1,1 1,0-1,0 1,1-1,-1 1,1-1,1 0,-1 0,1-1,0 1,0-1,1 0,0 0,0 0,0 0,3 1,2 0,1-1,-1 0,1 0,1-1,-1-1,1 0,-1 0,1-1,0 0,0-1,0-1,0 0,0 0,0-1,0-1,0 0,-1-1,1 0,-1-1,0 0,1 0,-2-1,1-1,-1 0,0 0,0-1,0-1,-1 1,0-1,7-10,-3-6,-2 0,-1-1,0 0,-2-1,-1 0,-1 0,-2-1,0 1,-2-1,-1 0,-1 0,-1-6,3 2,-2 1,-1-1,-1 1,-1-1,-2 1,-1 0,-2 0,0 1,-6-11,13 37,0 0,0-1,-1 1,1 0,-1 0,1 0,-1 0,0 1,0-1,0 0,-1 1,1-1,0 1,-1 0,0 0,1 0,-1 0,0 0,0 0,0 1,0 0,-1-1,1 1,0 0,0 1,-1-1,1 1,-1-1,1 1,0 0,-1 0,1 0,-1 1,-2 0,-3 4,0 1,1 0,0 1,0 0,0 0,0 1,1 0,1 0,-1 0,1 1,1 0,0 0,0 1,1-1,-2 6,-6 10,1 1,1 1,1-1,1 2,1-1,2 1,1 0,1 0,2 0,0 0,2 1,1-1,3 11,-2-27,1 0,-1 0,2-1,0 1,0-1,1 0,1 0,0-1,0 0,1 0,0-1,0 0,1-1,1 1,-1-2,1 1,1-1,-1-1,1 0,0 0,1-1,-1-1,1 0,0 0,11 1,18 2,1-1,1-3,-1-1,1-2,-1-2,0-2,0-2,0-1,20-8,-62 15,4 0,-1 0,1 0,0 0,-1-1,1 0,-1 1,1-1,-1 0,1-1,-1 1,0-1,1 1,-1-1,0 0,0 0,0 0,-1-1,1 1,0-1,-1 0,0 1,1-1,-1 0,0 0,0 0,-1-1,1 1,-1 0,0-1,0 1,0-1,0 1,0-1,-1-3,-1 2,0 1,-1-1,0 0,0 1,0 0,-1-1,1 1,-1 0,0 0,0 0,0 1,-1-1,0 1,1 0,-1 0,0 0,0 0,-1 1,1-1,-1 1,1 0,-1 1,1-1,-1 1,0 0,0 0,0 0,0 1,0-1,0 1,1 1,-1-1,0 1,0 0,0 0,0 0,1 0,-1 1,0 0,1 0,-1 0,1 1,0-1,-1 2,-2 1,0 1,1 0,-1 0,1 0,1 1,-1 0,1 0,0 1,1-1,0 1,0 0,1 0,0 0,0 1,0 0,2-4,0-1,0 1,1-1,-1 1,1 0,0-1,0 1,0-1,1 1,-1-1,1 1,1-1,-1 1,0-1,1 0,0 1,0-1,0 0,1 0,-1-1,1 1,0 0,0-1,0 0,1 1,-1-1,1-1,-1 1,3 1,1-1,0 0,1-1,-1 0,0 0,1 0,-1-1,1 0,-1-1,1 0,0 0,-1 0,1-1,-1 0,1-1,-1 1,1-2,-1 1,0-1,0 0,0 0,-1-1,1 0,-1 0,0 0,0-1,0 0,0 0,-1-1,0 0,0 0,-1 0,1 0,-2-1,1 1,0-1,1-7,0 5,-1 0,0 0,0 0,-1-1,0 0,-1 0,0 0,-1 0,1-5,-3 15,1-1,-1 1,1 0,-1 0,1 0,0 0,-1-1,1 1,-1 0,1 0,-1 0,1 0,-1 0,1 0,-1 0,1 0,-1 0,1 1,-1-1,1 0,0 0,-1 0,1 1,-1-1,1 0,0 0,-1 1,1-1,-1 0,1 1,0-1,-1 0,1 1,0-1,0 0,-1 1,1-1,0 1,0-1,0 1,-1-1,1 0,0 1,0-1,0 1,0-1,0 1,0-1,0 1,0-1,0 1,0-1,0 1,0-1,1 1,-1-1,0 1,-3 7,-1 1,2 0,-1 0,1 0,1 1,-1-1,2 0,-1 1,1-1,1 9,0-14,-1-1,1 1,0 0,0 0,0-1,0 1,0-1,1 1,0-1,0 0,0 1,0-1,0 0,1 0,-1 0,1-1,0 1,0-1,0 1,0-1,0 0,0 0,1 0,-1-1,1 1,-1-1,4 1,-4-1,0-1,0 1,0-1,0 0,0 0,0-1,0 1,0 0,0-1,0 0,0 0,-1 0,1 0,0 0,0 0,-1-1,1 1,-1-1,0 0,1 0,-1 0,0 0,0 0,0 0,0 0,0-1,37-70,-30 40,-2 0,-1-1,-1 0,0-30,-5 60,0-1,0 5,0-1,0 0,-1 0,1 0,0 1,0-1,0 0,0 0,0 0,0 0,0 1,0-1,0 0,0 0,1 0,-1 0,0 1,0-1,1 0,-1 0,1 1,-1-1,1 0,-1 1,1-1,-1 0,1 1,-1-1,1 1,0-1,-1 1,1-1,0 1,0-1,-1 1,1 0,0-1,0 1,0 0,-1 0,1 0,0-1,0 1,0 0,0 0,150 54,-133-49,66 27,-81-30,-1-1,0 1,1 0,-1-1,0 1,0 0,0 0,0 1,-1-1,1 0,0 1,-1-1,0 1,0-1,1 1,-2 0,1-1,0 1,0 0,-1 0,0 0,1 0,-1-1,0 1,0 0,-1 0,1 0,-1 0,1 0,-14 39,12-39,-1 1,1-1,1 0,-1 1,0-1,1 1,-1-1,1 1,0 0,1-1,-1 1,0 0,1 0,0 0,0-1,0 1,1 0,-1 0,1 0,0-1,0 1,0 0,0-1,1 1,-1-1,1 1,0-1,0 0,0 0,1 0,-1 0,1 0,-1 0,1-1,3 3,7 0,1-1,0 0,1-1,-1-1,0 0,1-1,-1 0,1-1,-1-1,1 0,-1-1,1-1,-1 0,9-4,-13 6,0 0,-1-1,1-1,-1 0,1 0,-1-1,0 0,0 0,-1-1,1 0,-1-1,0 0,0 0,-1-1,0 0,0 0,-1 0,0-1,0 0,0 0,-1-1,-1 0,1 0,-2 0,1 0,-1 0,0-1,0-3,-3 9,-1 0,1 0,-1 0,1-1,-1 1,0 0,-1 0,1 0,-1 0,0 1,1-1,-2 0,1 1,0-1,-1 1,0 0,1 0,-1 0,-1 0,1 0,0 1,-1-1,1 1,-1 0,0 0,1 0,-1 1,0-1,0 1,0 0,0 0,-1 0,1 1,0-1,0 1,0 0,-1 1,1-1,0 0,0 1,0 0,0 0,0 1,0-1,0 1,0-1,0 1,1 1,-1-1,-2 2,2 0,0 0,0 0,0 0,0 0,1 1,0 0,0 0,0 0,0 0,1 0,0 0,0 1,0-1,1 1,-1 0,1-1,1 1,-1 0,1 0,0-1,0 1,1 0,0-1,0 1,0 0,1-1,0 1,0-1,0 0,0 1,1-1,0 0,0 0,0-1,1 1,0-1,0 0,0 0,0 0,1 0,1 1,19 12,1-1,0-1,1-1,0-1,1-2,1-1,0-1,0-1,0-2,1-1,0-1,0-2,1-1,0-1,26 0</inkml:trace>
  <inkml:trace contextRef="#ctx0" brushRef="#br1" timeOffset="71107.765">4893 3410,'2'0,"4"0,2 0,4 0,8 0,7-2,5-1,5 0,0 1,-4 0,-5 1,-5 3,-9 0,-6 1</inkml:trace>
  <inkml:trace contextRef="#ctx0" brushRef="#br1" timeOffset="71365.087">4933 3556,'11'3,"11"0,11 0,8 0,5-2,1 0,-3 0,-4-1,-7 0,-7 0,-7 0</inkml:trace>
  <inkml:trace contextRef="#ctx0" brushRef="#br1" timeOffset="72204.965">5334 3209,'2'5,"0"1,0-1,1 0,0 0,0 0,0 0,0 0,1-1,0 1,0-1,0 0,0 0,1-1,0 1,0-1,0 0,0 0,0-1,0 0,5 2,4 4,19 10,-13-8,-2 0,1 1,-1 1,-1 1,0 0,0 1,-2 1,3 4,-15-16,-1 1,1-1,-1 1,0 0,0 0,-1-1,1 1,-1 1,0-1,0 0,0 0,-1 0,1 0,-1 1,0-1,0 0,0 0,-1 1,0-1,0 0,0 0,0 0,0 0,-1 0,0 0,0 0,0-1,0 1,-1 0,1-1,-1 0,0 0,0 0,-1 1,-21 19,-1-2,-2-1,0 0,-1-2,0-2,-2-1,0-1,-11 3,20-8</inkml:trace>
  <inkml:trace contextRef="#ctx0" brushRef="#br1" timeOffset="73106">5855 3209,'20'-2,"0"-1,0-1,0 0,-1-2,1 0,-2-1,1-1,-1-1,0 0,12-10,-18 12,-1 0,0-1,-1-1,0 0,0 0,-1-1,0 0,1-3,-7 10,0 0,-1-1,0 0,0 1,0-1,0 0,0 0,-1 0,0 0,0 0,0 0,0-1,-1 1,1 0,-1-1,0 1,-1 0,1 0,-1-1,0 1,0 0,0 0,0 0,-1 0,1 0,-1 0,-1-1,1 2,0 0,0 0,0 0,0 1,-1-1,1 1,-1 0,1 0,-1 0,0 0,0 0,0 0,0 1,0-1,0 1,0 0,0 0,-1 0,1 0,0 1,-1-1,1 1,-1 0,1 0,0 0,-1 1,1-1,0 1,-1 0,1 0,0 0,0 0,-1 0,1 1,0-1,0 1,1 0,-1 0,0 0,1 0,-1 1,1-1,0 0,-1 1,1 0,0 0,0 1,-6 12,1 0,1 0,1 1,0 0,1 0,1 0,0 0,2 0,0 1,1 16,0-29,1 79,4 1,4-1,17 72,3 23,-26-157,1-7,-1 0,-1 0,0 1,-1 0,-1-1,0 1,-1-1,-1 1,0-1,-1 0,-1 1,0-1,-1-1,-6 13,-22-1,16-22</inkml:trace>
  <inkml:trace contextRef="#ctx0" brushRef="#br1" timeOffset="74134.362">5949 3530,'118'-24,"-1"0,-115 25,0-1,0 1,-1 0,1 0,0 0,-1 0,1 1,-1-1,0 0,1 1,-1-1,0 1,0-1,0 1,0 0,0 0,0-1,0 1,0 0,-1 0,1 0,-1 0,1-1,-1 1,0 0,0 0,0 0,0 0,0 0,0 0,-1 0,1 0,-1 0,1 0,-1-1,0 1,1 11,-1-9,1 1,0-1,0 1,0 0,1-1,-1 1,1-1,0 1,1-1,-1 1,1-1,-1 0,1 1,1-1,-1 0,1-1,-1 1,1 0,0-1,0 1,1-1,-1 0,1 0,-1 0,1-1,0 1,0-1,0 0,1 0,-1 0,0-1,2 1,-2-1,1 1,-1-1,1-1,-1 1,1-1,0 1,0-1,-1 0,1-1,0 1,-1-1,1 0,-1 0,1-1,-1 1,1-1,-1 0,0 0,0-1,0 1,0-1,0 0,0 0,-1 0,0 0,1-1,-1 1,0-1,-1 0,1 0,-1 0,0 0,0 0,0-1,0 1,-1 0,1-1,-1 0,-1 1,1-1,-1 0,1 1,-1-1,-1-4,1 4,-1 0,-1-1,1 1,0 0,-1 0,0 0,-1 1,1-1,-1 0,0 1,0-1,0 1,0 0,-1 0,1 1,-1-1,0 1,-1-1,1 1,0 1,-1-1,0 0,0 1,1 0,-1 0,0 1,-1-1,1 1,0 0,0 1,0-1,-1 1,1 0,0 0,-2 1,4 0,1 0,-1 0,1 0,0 0,0 1,-1-1,1 1,0 0,0-1,0 1,0 0,1 0,-1 0,1 0,-1 1,1-1,-1 0,1 1,0-1,0 1,0-1,1 1,-1-1,1 1,-1 0,1-1,0 1,0 0,0-1,0 1,0 0,1-1,-1 1,1-1,0 1,0-1,0 1,0-1,0 1,0-1,1 0,-1 0,1 1,0-1,-1 0,1 0,0-1,0 1,0 0,0-1,2 1,5 4,2 0,-1-1,0-1,1 0,0 0,0-1,0-1,1 1,-1-2,0 0,1 0,-1-1,3 0,-11 0,-1 0,1 0,0-1,-1 1,1 0,-1-1,1 0,-1 1,1-1,-1 0,1 0,-1-1,0 1,1 0,-1-1,0 1,0-1,0 0,0 0,0 0,-1 0,1 0,0 0,-1 0,0 0,1-1,-1 1,0-1,0 1,-1-1,1 1,0-1,-1 1,1-1,-1 0,0 1,0-1,0 0,-4-175,4 177,0 0,0-1,0 1,0 0,1-1,-1 1,1 0,-1 0,1-1,-1 1,1 0,0 0,-1 0,1 0,0 0,0 0,0 0,0 0,0 0,0 0,0 0,0 1,0-1,1 0,-1 1,0-1,0 1,1-1,-1 1,0 0,1-1,-1 1,0 0,1 0,-1 0,1 0,54 6,-45-3,134 27,-142-28,-1 1,0-1,1 1,-1-1,0 1,0 0,0 0,-1 0,1 0,-1 0,1 0,-1 0,0 1,0-1,-1 0,1 1,-1-1,0 1,1-1,-1 0,-1 1,1-1,-1 1,1-1,-1 0,0 1,0-1,0 0,-1 0,0 2,-2 19,2-21,1 0,0 1,0-1,1 1,-1-1,1 1,0-1,0 1,0-1,0 1,0-1,1 1,0-1,-1 0,1 1,1-1,-1 0,0 0,1 1,0-1,-1 0,1 0,0-1,1 1,-1 0,0-1,1 1,0-1,-1 0,1 0,0 0,0 0,0 0,0-1,1 1,2 0,0-1,0 0,0 0,0 0,1-1,-1 0,0 0,0 0,0-1,1 0,-1 0,0-1,0 0,0 0,-1 0,1-1,0 1,-1-1,0-1,1 1,-1-1,-1 0,1 0,0 0,-1-1,0 0,0 0,-1 0,1 0,-1 0,0-1,0 1,-1-1,2-4,7-29,-2 0,-1-1,-2 0,-2 0,-1-1,-2 1,-3-3,3 23,-5-178,0 178,5 21,-1-1,0 0,0 0,0 1,0-1,0 0,0 0,0 1,0-1,0 0,0 0,0 1,-1-1,1 0,0 1,0-1,0 0,0 0,0 0,0 1,-1-1,1 0,0 0,0 1,0-1,0 0,-1 0,1 0,0 0,0 1,-1-1,1 0,0 0,0 0,-1 0,1 0,0 0,0 0,-1 0,1 0,0 0,0 0,-1 0,1 0,0 0,-1 0,1 0,0 0,0 0,-1 0,1 0,0 0,0 0,-1-1,1 1,0 0,0 0,0 0,-1 0,1-1,0 1,0 0,-7 29,2 1,0 0,3 0,0 0,2 4,0-32,-1 29,1 0,1-1,2 1,1 0,1-1,2 0,1 0,1-1,1 0,2-1,1 0,1 0,2-1,-12-21,0 1,1-1,0-1,0 1,0-1,0 1,1-1,0-1,0 1,0-1,1 0,0-1,-1 1,1-1,0-1,0 1,1-1,-1-1,0 1,1-1,2 0,9-4</inkml:trace>
  <inkml:trace contextRef="#ctx0" brushRef="#br1" timeOffset="74319.735">6831 3156,'21'-2,"22"-1,22 0,21 0,12 1,2 4,-7 3,-18 0</inkml:trace>
  <inkml:trace contextRef="#ctx0" brushRef="#br1" timeOffset="75175.511">7567 3303,'-24'0,"1"1,-1 1,1 1,-1 1,1 1,0 1,0 1,16-4,0-1,0 1,0 0,0 1,1 0,0 0,0 0,0 0,0 1,1 0,-1 1,1-1,1 1,-1 0,1 0,0 0,0 1,1-1,0 1,0 0,0 0,1 0,0 0,0 2,2-5,-1 0,1 0,0 1,0-1,0 0,1 0,0 1,-1-1,1 0,1 0,-1 0,1 0,-1 0,1 0,0 0,0-1,1 1,-1-1,1 1,0-1,0 0,0 0,0 0,1-1,-1 1,1-1,-1 0,1 0,0 0,0 0,0 0,1-1,1 2,1-1,0 0,-1-1,1 1,0-1,0-1,0 1,0-1,0-1,0 1,0-1,0 0,0-1,0 1,0-1,-1-1,1 1,-1-1,4-2,-4 0,1 0,-1-1,-1 1,1-1,-1 0,0-1,0 1,-1-1,0 0,0 0,0 0,-1-1,0 1,-1-1,0 0,0 0,0 0,-1 0,-1 0,1 0,-1 0,-1-7,1 15,-1 0,1 0,-1-1,0 1,1 0,-1 0,1 0,-1 0,1 0,-1 0,1 1,-1-1,1 0,-1 0,1 0,-1 0,1 1,-1-1,1 0,-1 0,1 1,-1-1,1 0,-1 1,1-1,0 1,-1-1,1 0,0 1,-1-1,1 1,0-1,0 1,-1-1,1 1,0-1,0 1,0-1,0 1,0-1,0 1,0 0,0-1,0 1,0-1,0 1,0-1,0 1,0-1,0 1,0-1,1 1,-5 11,2-1,-1 1,1-1,1 1,0 0,1-1,0 1,1 3,-1-11,1-1,-1 0,1 1,-1-1,1 0,0 1,0-1,1 0,-1 0,1 0,-1 0,1 0,0 0,0-1,0 1,1 0,-1-1,1 0,-1 1,1-1,0 0,0-1,0 1,0 0,0-1,0 0,0 1,0-1,1 0,1 0,-2-1,0 0,-1 0,1 0,0 0,0 0,0-1,0 1,0-1,0 0,0 0,-1 0,1 0,0 0,-1-1,1 1,-1-1,1 0,-1 1,0-1,0 0,0 0,0-1,0 1,0 0,0-1,-1 1,2-3,26-77,-26 60,-2 0,0 0,-1-1,-1 1,-2-8,3 30,1-1,-1 1,1-1,0 1,0-1,-1 1,1-1,0 1,0 0,0 0,-1-1,1 1,0 0,0 0,0 0,0 0,0 0,-1 0,1 0,0 0,0 0,0 1,0-1,-1 0,1 1,0-1,0 0,0 1,-1-1,1 1,0-1,-1 1,1-1,0 1,-1-1,1 1,-1 0,1-1,-1 1,1 0,-1 0,7 3,2 0,-3-1,0-1,0 0,-1 1,1 0,-1 1,0-1,0 1,0 0,0 0,-1 1,1-1,-1 1,0 0,-1 0,1 0,-1 1,0-1,0 1,1 4,-4 90,-4-35,4-62,0 0,1-1,-1 1,1 0,0 0,-1-1,1 1,1 0,-1-1,0 1,1-1,-1 1,1-1,-1 0,1 1,0-1,0 0,0 0,1-1,-1 1,0 0,1-1,-1 1,1-1,-1 0,1 0,0 0,-1 0,1 0,0-1,0 1,-1-1,1 1,0-1,0 0,0 0,2-1,4 1,0 0,-1 0,1-1,0 0,-1 0,1-1,-1 0,0 0,1-1,-1-1,-1 1,1-1,0 0,-1-1,0 0,0 0,0 0,-1-1,0 0,0-1,0 1,-1-1,0 0,0 0,-1-1,1 1,-2-1,1 0,-1 0,-1 0,1-1,-1 1,-1-1,1 1,-1-3,-1 9,0-1,0 1,-1 0,1 0,0-1,-1 1,1 0,-1 0,0 0,1 0,-1-1,0 1,0 0,-1 1,1-1,0 0,-1 0,1 0,-1 1,1-1,-1 1,0-1,0 1,0 0,0 0,0-1,0 1,0 1,0-1,0 0,0 0,0 1,-1-1,1 1,0 0,0 0,-1 0,1 0,0 0,0 0,-1 0,1 1,0-1,0 1,0 0,0 0,-1 0,1 0,0 0,1 0,-1 0,0 1,0-1,0 0,0 2,-1 0,0 1,0 0,1 0,-1 0,1 0,0 1,0-1,1 0,-1 1,1-1,0 1,0 0,1-1,-1 1,1 0,0 0,0-1,1 1,-1 0,1 0,0-1,0 1,1-1,-1 1,1-1,0 0,0 1,1-1,-1 0,1 0,0-1,0 1,0-1,0 1,1-1,0 0,-1 0,1 0,0-1,0 1,1-1,13 7,1-1,1-1,-1-1,1 0,0-2,0 0,18 1,25 1</inkml:trace>
  <inkml:trace contextRef="#ctx0" brushRef="#br1" timeOffset="75542">8730 3236,'-7'4,"0"1,1 0,-1 0,1 1,0-1,1 1,-1 0,1 1,0 0,1-1,-1 1,1 1,1-1,0 1,0-1,0 1,1 0,0 0,0 0,1 0,0 0,1 1,-1-1,2 0,-1 0,1 0,0 1,1-1,0 0,0 0,1-1,0 1,0 0,5 5,-1-4,1-1,1 0,0 0,0-1,0 0,1-1,0 0,0-1,1 0,0 0,0-1,0 0,0-1,0-1,1 0,-1 0,1-1,-1 0,1-1,0-1,5 0,-12 0,-1 0,1 0,-1 0,0-1,0 0,0 0,0 0,0 0,0 0,0-1,-1 0,1 0,-1 0,0 0,0 0,0-1,0 1,-1-1,1 0,-1 0,0 0,0 0,0 0,-1 0,1 0,-1-1,0 1,-1-1,1 0,1-7,-2 1,1-1,-2 1,1-1,-1 1,-1-1,0 1,-1 0,0-1,-1 2,0-1,2 4,0 0,-1 1,0-1,0 1,0 0,-1 0,0 0,0 1,0-1,-1 1,0 0,0 0,0 1,-1-1,1 1,-1 1,0-1,0 1,-1 0,1 0,-1 0,1 1,-1 0,0 1,0-1,0 1,0 1,1-1,-1 1,0 0,-7 2,-1 3,1 1,0 0,0 1,0 1,1 0,0 1,0 0,1 1,0 0,-3 6,-29 26</inkml:trace>
  <inkml:trace contextRef="#ctx0" brushRef="#br1" timeOffset="76238.849">5067 4693,'2'0,"6"0,7 0,12 0,11 0,9-2,8-1,3 0,-1 1,-8 0,-12 1</inkml:trace>
  <inkml:trace contextRef="#ctx0" brushRef="#br1" timeOffset="76487.186">5134 4787,'20'5,"19"1,13-1,10 0,5-4,-1-4,-6-4,-13-1</inkml:trace>
  <inkml:trace contextRef="#ctx0" brushRef="#br1" timeOffset="76695.663">5468 4492,'19'16,"223"96,-228-104,0 1,-1 0,0 1,0 1,-1 0,0 0,-1 1,3 6,-10-13,0 0,-1 1,0 0,0 0,0 0,-1 0,0 1,0-1,0 0,-1 1,0-1,0 1,-1 0,0-1,0 1,0 0,-1-1,0 1,0-1,-1 1,-1 4,-5 5,0-1,-1 0,0 0,-2-1,1 0,-2-1,1 0,-2-1,0-1,0 0,-1 0,0-1,-1-1,0-1,-10 4,-6 3</inkml:trace>
  <inkml:trace contextRef="#ctx0" brushRef="#br1" timeOffset="77429.935">6163 4546,'4'3,"-1"0,0 0,0 0,1-1,0 1,-1-1,1 0,0 0,0 0,0 0,0-1,1 0,-1 0,0 0,1 0,-1-1,0 1,1-1,-1 0,0-1,1 1,3-2,94-30,-88 24,-1 0,-1 0,1-1,-1-1,-1 0,0-1,0 0,-1-1,-1 0,5-8,-9 13,-1 1,0-1,0 0,-1-1,0 1,0 0,-1-1,0 0,0 0,-1 1,0-1,0 0,-1 0,0 0,-1 0,1 0,-1 0,-1 0,0 1,0-1,-1-1,2 7,0-1,0 0,0 1,-1 0,1-1,-1 1,1 0,-1 0,0 0,0 0,0 0,0 0,-1 0,1 1,0-1,-1 1,1-1,-1 1,1 0,-1 0,1 0,-1 1,0-1,0 1,1-1,-1 1,0 0,0 0,0 0,1 0,-1 1,0-1,0 1,1 0,-1-1,0 1,1 1,-1-1,1 0,-1 0,1 1,0 0,0-1,0 1,-1 1,-6 8,0 0,1 1,1 0,0 0,1 0,0 1,1 0,0 1,1-1,0 1,1 0,1-1,0 1,1 4,-3 54,2 1,4-1,3 1,3-1,3 0,5 5,14 111,-25-119,-7-50</inkml:trace>
  <inkml:trace contextRef="#ctx0" brushRef="#br1" timeOffset="78493.724">6230 4773,'326'-56,"-325"55,1 0,0 0,0 1,-1-1,1 1,0-1,0 1,0 0,0 0,-1-1,1 1,0 1,0-1,0 0,0 0,-1 1,1-1,0 1,0-1,0 1,-1 0,1 0,-1 0,1 0,0 0,-1 0,0 0,1 0,-1 0,0 1,1-1,-1 1,0-1,0 1,0-1,0 1,0 0,-1-1,1 1,-1 0,1 0,-1 0,1-1,-1 1,-3 30,2-29,0-1,0 1,0-1,0 0,1 1,-1-1,1 1,-1-1,1 1,0 0,0-1,0 1,1-1,-1 1,0-1,1 1,0-1,0 1,-1-1,1 0,1 1,-1-1,0 0,0 0,1 0,0 0,-1 0,1 0,0 0,0 0,0-1,0 1,0-1,0 1,0-1,1 0,-1 0,0 0,1 0,1 0,2 0,0-1,-1 0,1 0,-1-1,1 0,0 0,-1 0,1 0,-1-1,0 0,1 0,-1 0,0-1,0 0,-1 0,1 0,-1-1,1 1,-1-1,0 0,0 0,-1 0,1-1,-1 0,2-2,-3 4,0-1,0 1,0-1,-1 0,1 1,-1-1,0 0,0 0,0 0,0 0,-1 0,0 0,1 0,-1 0,-1 0,1 0,-1 0,0 0,1 0,-2 0,1 0,0 1,-1-1,0 0,0 1,0-1,0 1,0 0,-1 0,1-1,-1 2,0-1,0 0,0 1,-3-2,4 2,-1 0,1 0,-1 0,0 0,0 1,0 0,0-1,0 1,0 0,0 0,0 1,0-1,0 1,-1-1,1 1,0 0,0 1,-1-1,1 0,0 1,0-1,0 1,0 0,0 0,0 1,0-1,0 1,0-1,0 1,1 0,-1 0,1 0,-1 0,1 0,0 1,0-1,0 1,0-1,0 1,0 0,0 2,2-2,0 0,0 0,1 0,-1 0,1 1,-1-1,1 0,0 0,0-1,1 1,-1 0,1 0,-1 0,1-1,0 1,0-1,0 1,0-1,0 0,1 0,-1 0,1 0,-1 0,1-1,0 1,-1-1,1 0,0 1,0-1,0-1,0 1,0 0,2-1,30 11,-1-2,2-1,-1-2,1-2,0-1,-31-3,-3 1,-1 0,1 0,0-1,0 1,0-1,0 1,0-1,0 0,0 0,0 0,-1 0,1 0,0 0,0 0,0-1,0 1,0-1,0 1,0-1,-1 0,1 0,0 0,0 0,-1 0,1 0,-1 0,1 0,-1-1,1 1,-1 0,0-1,0 0,0 1,0-1,0 0,0 1,0-1,0 0,-1 0,1 0,-1 0,1 0,-1-14,0-1,-1 0,-1 0,0 1,-2-1,0 1,0-1,3 17,0-1,1 0,-1 0,0 0,1 0,-1 0,1 0,0 0,-1 0,1 0,0 0,-1 0,1-1,0 1,0 0,0 0,0 0,0 0,0 0,0 0,1 0,-1 0,0 0,1-1,-1 1,0 0,1 0,-1 0,1 1,0-1,-1 0,1 0,0 0,0 0,-1 0,1 1,0-1,0 0,0 1,0-1,0 1,0-1,0 1,0-1,0 1,0 0,0-1,0 1,0 0,0 0,0 0,1 0,-1 0,0 0,0 0,0 0,0 0,25 2,0 1,0 2,0 0,0 1,-1 2,0 0,-1 2,2 2,-22-11,-1 0,1 0,-1 1,1-1,-1 1,0 0,0 0,1 0,-2 1,1-1,0 1,0-1,-1 1,1 0,-1 0,0 0,0 0,0 1,0-1,-1 0,1 1,-1-1,0 1,0 0,0-1,-1 1,1 0,-1-1,0 1,0 0,0 0,0 0,-1-1,0 1,0 1,-5 13,-8 38,14-55,0 1,0-1,0 0,1 1,-1-1,0 1,1-1,-1 1,1-1,-1 0,1 1,-1-1,1 0,0 0,0 1,0-1,0 0,0 0,0 0,0 0,0 0,0 0,0 0,1-1,-1 1,0 0,1-1,-1 1,0-1,1 1,-1-1,1 0,-1 1,0-1,2 0,6 0,-1-1,1 1,-1-2,1 1,-1-1,0 0,0-1,0 0,0 0,0-1,-1 0,1-1,-1 1,0-1,0-1,-1 1,0-1,0 0,0 0,-1-1,1 0,-2 0,1 0,1-4,6-15,-2-1,0 0,-2-1,-1 0,-1-1,-1 1,-2-1,-1 0,-1-11,2 7,-1 0,-2 1,-1-1,-2 0,-1 1,-1-1,-2 1,-2-2,9 35,0 0,0 0,-1-1,1 1,0 0,-1 0,1-1,0 1,-1 0,1-1,-1 1,0 0,1-1,-1 1,1-1,-1 1,0-1,1 1,-1-1,0 1,0-1,1 0,-1 1,0-1,0 0,0 0,1 1,-1-1,0 0,0 0,0 0,0 0,1 0,-1 0,0 0,0-1,0 1,1 0,-1 0,0-1,0 1,1 0,-1-1,0 1,0-1,1 1,-1-1,0 1,1-1,-1 1,1-1,-1 0,1 1,-1-1,1 0,-1 0,1 1,0-1,-1 0,1 0,0 1,0-1,0 0,-1 0,1 0,-8 28,1 1,1 1,2-1,1 1,1-1,1 1,1 0,3 7,-2-9,2 1,1-1,1 0,1 0,1 0,2-1,0 0,2-1,1 0,1-1,1 0,1-1,10 12,21 5,-45-39,1-1,-1 1,1 0,-1 0,1-1,0 1,-1-1,1 1,0-1,-1 0,1 0,0 1,-1-1,1 0,0-1,0 1,-1 0,1 0,0-1,-1 1,1-1,-1 1,1-1,0 0,-1 0,1 0,-1 0,0 0,1 0,-1 0,0 0,1-1,9-13</inkml:trace>
  <inkml:trace contextRef="#ctx0" brushRef="#br1" timeOffset="78760.07">7273 4359,'11'0,"20"0,21 0,19 0,13 0,5 0,-7 2,-17 1</inkml:trace>
  <inkml:trace contextRef="#ctx0" brushRef="#br1" timeOffset="79641.241">7915 4760,'-2'-2,"-6"-7,1 1,-2 0,1 0,-1 1,0 0,-1 0,1 1,-1 0,-1 1,1 0,-1 0,-8-1,15 6,0 0,1 0,-1 0,1 0,-1 1,1 0,-1 0,1 0,-1 0,1 0,0 1,0-1,-1 1,1 0,0 0,1 0,-1 1,0-1,0 1,1-1,0 1,-1 0,1 0,0 0,1 0,-1 0,0 0,1 0,0 1,0-1,0 1,0 0,-1 0,1 0,0 1,0-1,0 1,0 0,1-1,0 1,0-1,0 1,0 0,1-1,0 1,0-1,0 1,0-1,1 1,0-1,0 0,0 0,0 0,1 0,-1 0,1 0,2 2,-2-4,-1 0,1 0,0 0,0 0,0 0,0-1,0 1,0-1,0 0,0 0,0 0,1 0,-1 0,0-1,1 0,-1 1,0-1,1 0,-1-1,0 1,1-1,-1 1,0-1,0 0,1 0,-1-1,0 1,0-1,0 1,-1-1,1 0,0 0,0 0,4-5,0 1,-1-1,1 1,-2-2,1 1,-1-1,0 0,0 0,-1 0,0 0,0-4,-1 20,-1-1,1 1,0 0,0-1,1 0,0 0,0 0,1 0,4 4,-6-9,0 0,0 0,0-1,0 1,1-1,-1 0,0 0,1 0,-1 0,1-1,-1 1,1-1,0 0,-1 0,1 0,-1 0,1-1,-1 0,1 0,-1 0,0 0,1 0,-1 0,0-1,0 0,0 1,0-1,0 0,0-1,0 1,-1 0,1-1,-1 0,0 1,0-1,0 0,0 0,0 0,0-1,-1 1,0 0,1-1,-1-2,3-10,-1-1,0 0,-1 1,-1-1,-1 0,-2-14,2-14,-1 44,1-1,0 1,0 0,0 0,0 0,0-1,0 1,0 0,0 0,0 0,0-1,1 1,-1 0,0 0,1 0,-1 0,1-1,0 1,-1 0,1 0,0 0,-1 0,1 1,0-1,0 0,0 0,0 0,0 1,0-1,0 0,0 1,0-1,0 1,0-1,1 1,-1 0,0-1,0 1,0 0,1 0,-1 0,0 0,0 0,1 0,-1 0,0 0,0 0,1 1,5 0,-1 0,1 0,0 1,-1 0,1 0,-1 0,0 1,1 0,-1 0,-1 1,1 0,0 0,-1 0,0 1,0-1,0 1,-1 1,1-1,-1 0,-1 1,1 0,-1 0,0 0,0 0,0 1,0 5,0 119,-3-130,1 1,0 0,-1 0,1 0,0 0,0 0,0-1,0 1,1 0,-1-1,0 1,1-1,-1 1,1-1,0 0,-1 0,1 0,0 0,0 0,-1 0,1 0,0 0,0-1,0 1,0-1,0 1,0-1,0 0,2 0,60-4,-55 2,0 0,-1-1,0 0,1 0,-1-1,0 1,-1-2,1 1,-1-1,0-1,0 1,0-1,-1 0,0-1,0 1,-1-1,0 0,0-1,0 1,-1-1,0 0,-1 0,0 0,0-1,0 1,-1-1,-1 1,1-1,-1 0,-1 0,0 1,0-1,-1 0,0 0,0 1,-1-1,0 0,-1-1,2 8,1 0,-1 0,0 0,0 0,0 0,0 0,0 1,0-1,0 0,-1 1,1-1,-1 0,1 1,-1 0,0-1,1 1,-1 0,0 0,0 0,0 0,0 0,0 1,0-1,0 0,0 1,0 0,0-1,0 1,0 0,0 0,0 0,-1 0,1 1,0-1,0 0,0 1,0 0,0-1,0 1,0 0,0 0,1 0,-1 0,0 0,0 1,1-1,-1 0,1 1,-1 0,1-1,0 1,-1 0,-3 5,0 0,0 1,1-1,0 1,0 0,1 0,0 1,0-1,1 1,0-1,0 1,1 0,1-1,-1 1,1 0,1 0,0-1,0 1,0 0,1-1,1 1,-1-1,1 1,1-1,-1 0,1-1,1 1,0-1,0 1,41 38,-26-30</inkml:trace>
  <inkml:trace contextRef="#ctx0" brushRef="#br1" timeOffset="80186.795">7553 4947,'2'14,"2"11,-1 8,1 6,3 0,0-2,-1-4,-2-9</inkml:trace>
  <inkml:trace contextRef="#ctx0" brushRef="#br1" timeOffset="80837.969">8890 4573,'10'-27,"1"0,1 1,1 0,1 1,2 1,5-6,-21 29,0 1,0-1,0 1,0-1,0 0,1 1,-1-1,0 1,0-1,1 1,-1-1,0 1,1-1,-1 1,0 0,1-1,-1 1,1-1,-1 1,0 0,1-1,-1 1,1 0,-1 0,1-1,-1 1,1 0,0 0,-1 0,1-1,-1 1,1 0,-1 0,1 0,-1 0,1 0,0 0,-1 0,1 1,-1-1,1 0,-1 0,1 0,-1 0,1 1,0-1,4 30,-3 95,10 105,-4-161,-9-55</inkml:trace>
  <inkml:trace contextRef="#ctx0" brushRef="#br1" timeOffset="81091.301">8943 4854,'10'0,"9"0,8 0,12 0,7 0,6 0,0 0,-4 0,-10 0</inkml:trace>
  <inkml:trace contextRef="#ctx0" brushRef="#br1" timeOffset="81259.849">9505 4974,'0'0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3:42.19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277 202,'-2'30,"-1"-1,-2 0,-1 0,-1 0,-5 11,-10 43,8-19,4 0,2 1,3 0,3 13,32 306,-30-368,1-1,1 1,1-1,0 1,1-1,0 0,1-1,1 1,1-1,0 0,0 0,2-1,-1 0,10 10,136 112,-130-122,1 0,1-2,0 0,1-2,-1-1,2-1,-1-2,1 0,15-1,-34-2,43 6,1-2,-1-3,1-2,1-2,-38-2,-1-1,0-1,0 0,0-1,-1 0,0-2,0 1,-1-2,0 0,0 0,4-6,0 3,-10 7,0 0,0 0,0-1,0 0,-1 0,0 0,-1-1,1 0,-1 0,0 0,-1-1,0 0,0 0,2-7,9-26,2 0,2 1,2 1,14-19,-30 49,1 0,-1 0,0-1,-1 0,0 0,-1 0,0-1,0 1,-1 0,-1-1,0 0,0-9,-17-229,15 215,-2 1,-1-1,-1 1,-2 0,-1 0,-8-16,-44-159,55 188,4 8,-1 0,-1 0,0 0,-1 0,0 0,-1 1,0-1,-1 1,0 1,-1-1,0 1,0 0,-3-1,-165-119,159 120,1 0,-2 1,1 0,-1 1,0 1,-1 1,0 1,1 0,-2 1,1 1,0 1,-1 0,-10 2,-32-1,0 3,1 3,-1 2,1 3,-27 9,65-13,-1 2,2 0,-1 1,1 1,1 1,0 0,0 2,1 1,1 0,0 1,1 1,1 0,0 2,1 0,-6 10,-52 93,41-63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3:45.73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179 125,'0'-2,"1"1,-1 0,0-1,1 1,-1 0,0-1,0 1,0 0,0-1,0 1,0-1,0 1,0 0,-1-1,1 1,-1 0,1-1,-1 1,1 0,-1-1,0 1,1 0,-1 0,0 0,0 0,0 0,0 0,0 0,0 0,0 0,0 0,0 1,-1-1,1 0,0 1,-1-1,1 1,0-1,-1 1,1 0,0-1,-1 1,1 0,0 0,-1 0,1 0,-1 0,1 1,0-1,-1 0,1 0,0 1,-1-1,1 1,0 0,-9 4,0 2,0-1,1 2,0-1,1 1,-1 0,1 1,1 0,0 0,0 1,0 2,1-1,1 0,0 0,1 1,1-1,0 1,0 0,1 0,0 0,1 0,1 1,0-1,1 0,0 0,0 0,2 0,-1 0,2 0,-1 0,2-1,-1 1,2-1,-1-1,1 1,1-1,1 2,1-1,1-1,0 0,1 0,0-1,0 0,1-1,0 0,0-1,1 0,1-1,-8-3,1 0,0-1,0 0,0 0,0-1,0 0,0 0,0 0,0-1,1 0,-1 0,0-1,0 0,0 0,0-1,0 0,0 0,0-1,-1 1,5-4,1-2,-1 0,0 0,0-2,-1 1,-1-1,1-1,-2 1,1-2,-1 1,-1-1,0 0,-1-1,-1 1,1-1,2-14,1-6,-2 0,-1-1,-1 0,-2 0,-1-34,-2 62,1 1,-1-1,0 0,0 0,-1 1,0-1,0 0,0 1,-1-1,0 1,0-1,0 1,0 0,-1 0,0 0,0 0,0 0,-1 1,0 0,0-1,0 1,0 0,0 1,-1-1,0 1,0 0,0 0,-9-1,1 0,0 1,-1 0,1 1,-1 1,1 0,-1 1,0 1,0 0,1 0,-1 2,1-1,0 2,0 0,0 0,-10 6,17-7,0 0,0 1,0 0,0 0,0 1,1-1,0 1,0 0,0 1,1-1,0 1,0 0,0 0,1 0,0 0,0 1,0 0,1-1,0 1,0 0,1 2,-5 22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3:48.10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0 255,'92'-120,"15"-15,-108 136,1-1,0 1,0 0,0-1,0 1,0 0,0-1,0 1,0 0,0-1,1 1,-1 0,0-1,0 1,1-1,-1 1,0 0,0-1,1 1,-1-1,1 1,-1-1,1 1,-1-1,1 0,-1 1,1-1,-1 1,1-1,-1 0,1 1,-1-1,1 0,0 0,-1 0,1 1,0-1,-1 0,1 0,0 0,-1 0,1 0,-1 0,1 0,0 0,-1 0,1-1,0 1,-1 0,1 0,-1-1,1 1,0 0,-1 0,1-1,-1 1,1-1,-1 1,1-1,-1 1,1-1,-1 1,0-1,1 1,-1-1,0 1,1-1,6 115,0 239,-3-326,-3-24,0-1,0 0,-1 1,1-1,0 0,-1 1,0-1,0 1,0-1,0 1,0-1,0 1,0-1,-1 1,1-1,-1 0,0 1,0-1,0 0,0 1,0-1,0 0,0 0,-1 0,1 0,-1 0,0 0,1 0,-1-1,0 1,0-1,-2 2,-7 0,0 0,0 0,0-1,0 0,0-1,0-1,-1 0,1 0,-7-2,11 2,91-11,349 8,-412 1,-6-1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4:31.62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92 173,'-2'33,"-2"1,-1-1,-2 0,-8 23,-4 22,6-18,2 0,3 1,3 0,2 1,3-1,3 0,9 50,-2-46,-3 1,-2 0,-4 1,-2-1,-5 19,4-69,1 1,1-1,1 1,0-1,1 1,1-1,0 0,4 10,0-6,21 105,-28-120,0-1,1 1,-1 0,1-1,0 1,1 0,-1-1,1 0,0 1,0-1,0 0,1 0,-1 0,1 0,0 0,0-1,1 0,-1 1,1-1,-1 0,1 0,0-1,0 1,0-1,1 0,1 1,85 45,-83-43,0 0,0 0,0-1,0 0,1 0,0-1,0 0,0 0,0-1,0-1,6 1,229 25,-31-60,-181 28,-1-2,0-1,-1-2,0-1,-1-1,0-1,-1-2,0-1,-1-1,8-8,-27 16,1 1,-2-2,1 1,-1-1,-1-1,1 1,-2-1,0 0,0 0,-1-1,0 1,0-5,10-22,0 0,-1-1,-2 0,-2 0,-1-1,-2 0,-2 0,-1-23,6-209,-10 235,0 1,-3-1,-1 1,-3-8,-10-97,16 79,3 41,-1 0,-1 0,-1 1,0-1,-2 1,0-1,-2 1,-3-7,-92-157,98 175,-1 1,-1 0,1 0,-1 0,-1 0,1 1,-1 0,-1 0,1 1,-1-1,0 2,-1-1,1 1,-1 0,0 0,0 1,-1 0,1 1,-1 0,0 0,-5-1,-168-29,159 27,-1 2,0 0,1 1,-1 1,0 1,0 2,0 0,0 1,0 2,0 0,1 2,-17 6,6-1,0 3,1 1,0 1,2 2,0 1,1 1,1 2,-4 5,5-2,2 2,0 0,2 2,-6 12,-5 9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4:32.12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1 770,'23'-16,"18"-12,14-10,12-11,9-7,9-7,5-2,8-4,5 1,4-1,-1 2,-4 7,-9 8,-15 13,-21 16,-23 16,-16 9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4:32.66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1 500,'22'-14,"24"-13,29-14,31-13,30-11,23-9,12-5,2 0,-28 13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4:33.39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1 358,'20'-13,"21"-14,21-14,26-13,24-14,19-13,-14 7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4:38.63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17 341,'0'-1,"-1"-18,1 19,0 1,0-1,0 0,0 0,0 0,-1 0,1 0,0 0,0 0,0 0,0 0,0 0,0 1,-1-1,1 0,0 0,0 0,0 0,0 0,-1 0,1 0,0 0,0 0,0 0,0 0,0 0,-1 0,1 0,0 0,0 0,0-1,0 1,0 0,-1 0,-2 19,0 1,1-1,0 1,2-1,1 17,0 1,2 283,35-19,-38-259,0-11,0-1,3 0,0 0,2 0,1 0,32 144,24 4,48 8,-99-170,1 0,0-2,1 1,1-1,0-1,1-1,0 0,1-1,10 5,-11-8,1-1,0-1,0-1,1 0,-1-1,1-1,0 0,0-2,8 1,57 8,-64-6,-1-1,1-1,0 0,-1-1,1-1,0-1,-1-1,1 0,0-1,-1-1,0-1,10-4,-19 6,1 0,0-1,-1-1,1 1,-1-1,-1-1,1 1,-1-2,0 1,0-1,0 1,-1-2,0 1,-1-1,0 0,1-2,21-50,-4-2,-2 0,-2-3,27-81,-32 107,-1-2,-2 1,-2-1,-2-1,0-14,-2-76,-7-1,-4 1,-7 0,-25-105,31 207,-1 1,-2 0,-1 0,-1 1,-1 1,-2 0,-4-5,-4-9,17 28,0 0,-1 1,-1 0,0 0,-1 1,0 0,-1 0,0 1,-6-5,-131-70,132 76,0 2,-1 0,1 1,-1 0,-1 2,1-1,-1 2,1 0,-1 1,0 1,0 1,0 0,0 1,0 1,-4 1,-106 13,115-12,1 0,-1 1,1 1,0 0,1 0,0 1,0 0,-2 3,-13 7,8-6,1 0,0 1,0 1,1 0,1 1,0 1,1 0,0 1,2 0,0 1,0 0,2 1,-2 5,-3 19,3-2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4:39.28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1 471,'13'-11,"15"-9,12-8,12-7,13-6,11-4,8-4,7 0,2 1,1 5,-4 6,-6 9,-10 7,-12 9,-13 8,-14 5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4:39.66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0 439,'19'-11,"19"-14,21-10,20-10,15-7,11-5,6 1,-3 3,-8 9,-14 8,-22 12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4:40.30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1 167,'18'-6,"20"-10,19-9,20-9,21-10,-8 3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2:19.3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615 629,'-28'-129,"21"103,3 1,-2 1,-1 0,-1 0,-1 0,-1 1,-1 0,-9-11,20 33,0 0,-1 0,0 0,1 0,-1 1,1-1,-1 0,0 0,0 0,0 1,1-1,-1 0,0 1,0-1,0 0,0 1,0-1,0 1,0 0,0-1,0 1,0 0,-1 0,1 0,0-1,0 1,0 0,0 1,0-1,0 0,0 0,0 0,0 1,-1-1,1 0,0 1,0-1,0 1,0-1,1 1,-1 0,0-1,0 1,0 0,0 0,1-1,-1 1,0 0,1 0,-1 0,0 0,1 0,0 0,-1 0,1 0,-1 0,1 0,0 0,0 0,0 0,0 1,-1-1,1 0,1 0,-1 1,-1 0,1 0,0 0,0 0,0 0,0 0,0 0,0 0,0 0,1 0,-1 0,1 0,-1-1,1 1,0 0,0 0,-1 0,2-1,-1 1,0 0,0-1,0 1,1-1,-1 1,1-1,-1 0,1 1,-1-1,1 0,0 0,0 0,0 0,-1-1,1 1,0 0,0-1,0 0,0 1,0-1,1 0,83-3,90-47,-174 50,-1 0,1 1,0-1,-1 0,1 1,-1-1,1 1,-1-1,1 1,-1 0,1 0,-1-1,1 1,-1 0,0 0,0 0,1 1,-1-1,0 0,0 0,0 1,0-1,0 1,-1-1,1 0,0 1,-1 0,1-1,-1 1,1-1,-1 1,0 0,0-1,0 1,0-1,0 1,0 0,0-1,0 1,-1 0,1-1,-1 1,1-1,-1 1,1-1,-2 2,2 11,7 78,4 0,20 77,13 105,-42-254,-1 0,-1 0,0 1,-2-1,0 0,-5 19,5-32,0-1,0 1,-1 0,1-1,-1 0,-1 1,1-1,-1 0,0-1,-1 1,1-1,-1 0,0 0,-1 0,1-1,-1 0,1 0,-1 0,-1 0,1-1,-4 1,5-2,-1-1,1 1,-1-1,1 0,-1 0,0-1,1 0,-1 0,0 0,0-1,1 0,-1 0,1 0,-1-1,1 0,-1 0,1 0,0 0,0-1,0 0,0 0,1-1,-1 1,1-1,0 0,0 0,-3-4,-4-5,1 0,0-1,1 0,1 0,0-1,1 0,1-1,0 1,0-3,2 3,-1 0,2-1,0 1,1 0,0-1,1 0,1 1,0-1,2 0,-1 1,2-1,1-1,-3 13,1 0,1 0,-1 0,1 1,-1-1,1 0,0 1,0 0,1 0,-1 0,1 0,-1 0,1 1,0-1,0 1,0 0,0 0,1 1,3-2,89-17,-89 19,197-30,-158 22</inkml:trace>
  <inkml:trace contextRef="#ctx0" brushRef="#br0" timeOffset="291.232">1324 414,'2'21,"3"15,1 13,-1 13,-1 6,-1 5,-4 3,-3-4,-2-9,1-11,5-14,8-18,2-12</inkml:trace>
  <inkml:trace contextRef="#ctx0" brushRef="#br0" timeOffset="679.799">1658 455,'-67'69,"-13"-6,-2-3,-4-4,71-46,10-7,3-2,0-1,0 1,-1 0,1 0,0 0,0 0,0 0,0 1,0-1,1 0,-1 1,0 0,1-1,-1 1,1 0,-1 0,1 0,0 0,0 0,0 0,0 0,0 0,0 0,1 1,-1-1,1 0,-1 0,1 1,0-1,0 0,0 1,0-1,1 0,-1 1,0-1,1 0,0 0,0 2,10 11,1 0,1-1,0 0,1-1,1-1,0 0,0-1,1-1,0 0,1-1,0-1,1 0,0-1,0-1,5 0,13 3,0-2,0-1,1-2,-1-1,1-2,0-2,-1-1,1-2,30-7,-49 7</inkml:trace>
  <inkml:trace contextRef="#ctx0" brushRef="#br0" timeOffset="2775.07">2994 374,'-3'-2,"-1"1,0 0,0 0,1 0,-1 0,0 1,0-1,0 1,0 0,0 0,0 0,0 1,0-1,0 1,1 0,-1 0,0 1,0-1,1 1,-1 0,1 0,0 0,-1 0,1 1,-72 66,72-65,-14 12,2 2,0-1,0 2,2 0,1 1,0 0,1 1,1 0,2 1,0 0,1 0,1 1,1 0,1 0,1 0,1 0,1 16,2-33,0 1,0-1,1 0,0 0,0 0,1 0,0 0,0 0,0 0,0-1,1 0,0 0,0 0,1 0,-1 0,1-1,0 0,0 0,1 0,-1-1,1 1,0-1,-1-1,1 1,1-1,-1 0,0-1,0 1,1-1,-1 0,1-1,-1 0,1 0,-1 0,1 0,-1-1,0-1,1 1,-1-1,0 0,0 0,10-7,0 0,-1-1,-1-1,1-1,-2 0,0-1,0 0,-1-1,-1 0,0-1,-1 0,-1 0,0-1,-1-1,-1 0,0 0,-1 0,2-15,1 4,-2-1,-1 0,-2-1,0 0,-2 1,-1-1,-2 0,-3-19,4 45,0 0,0 0,-1 0,0 0,0 1,0-1,0 0,-1 0,1 1,-1-1,0 1,0-1,0 1,-1 0,1 0,-1 0,0 0,0 0,0 0,0 1,0 0,0-1,-1 1,1 0,-1 1,1-1,-1 1,0-1,0 1,0 0,0 1,0-1,0 1,1-1,-1 1,0 0,0 1,0-1,-2 1,-1 0,1 1,0 0,0 0,1 0,-1 1,0 0,1 0,-1 0,1 1,0 0,0 0,1 0,-1 0,1 1,0 0,0 0,0 0,1 0,0 1,0-1,0 1,1 0,-1 0,1 0,1 0,-1 0,1 0,0 0,1 1,-1 4,0 16,0 0,2-1,0 1,2 0,1-1,1 0,2 0,0 0,2 0,0-1,2-1,1 0,2 1,205 308,-217-330,1 0,0 0,0 1,-1-1,1 1,-1 0,0 0,0 0,0 0,-1 0,0 0,1 0,-1 0,-1 1,1-1,0 0,-1 1,0-1,0 1,-1-1,1 0,-1 1,0-1,0 0,0 0,-2 4,-9 2</inkml:trace>
  <inkml:trace contextRef="#ctx0" brushRef="#br0" timeOffset="4431.472">120 1577,'52'-10,"0"1,0 3,0 2,1 3,12 2,120-7,37-19,130-8,309-7,-395 15,1 12,89 14,-178 5,141-15,-232 2,306-13,-220 12,94 2,-266 7,0-1,0 0,0 1,0-1,0 0,0 0,0 0,0 0,0 0,0 0,0 0,0 0,0 0,0-1,0 1,0 0,0 0,0-1,0 1,0-1,0 1,-1-1,1 1,0-1,0 0,-1 1,1-1,0 0,-1 0,1 1,0-1,-1 0,1 0,-1 0,1 0,-1 0,0 0,1 0,-1 0,0 0,0 0,0 0,0 0,0 0,0 0,0 0,0 0,-7-19,-3-1</inkml:trace>
  <inkml:trace contextRef="#ctx0" brushRef="#br0" timeOffset="6178.291">3757 0,'1'41,"1"0,1-1,3 1,8 29,12 35,-4 0,6 92,12 413,-36-540,-4 1,-2-1,-7 32,-1 8,5-1,6 18,-7 144,-5-8,12 9,0-84,-1 483,-27-129,34-319,-1-108,-10 111,-1-121,3 0,9 46,1 168,54 104,-7 119,4-48,-56-466,14 120,-7 0,-6 1,-7 11,-14 757,15-859,6-51,2-9</inkml:trace>
  <inkml:trace contextRef="#ctx0" brushRef="#br0" timeOffset="7421.303">4198 1310,'600'-26,"693"18,-1027 2,-266 6,-1 0,1 1,0-1,0 0,0 1,0-1,0 1,0-1,0 0,0 1,0-1,0 0,0 1,0-1,0 0,0 1,1-1,-1 0,0 1,0-1,0 0,0 1,1-1,-16 2</inkml:trace>
  <inkml:trace contextRef="#ctx0" brushRef="#br0" timeOffset="8316.434">5067 455,'-11'-3,"0"1,-1 0,1 0,0 2,-1-1,1 1,-1 1,1 0,0 1,-1 0,1 0,0 1,0 1,1 0,-1 1,1-1,0 2,0 0,0 0,1 1,-8 7,5-4,0 1,1 1,1 0,0 0,1 1,0 0,1 1,0 0,1 0,1 1,0-1,1 1,1 1,0-1,0 10,2-18,1-1,0 1,0-1,1 1,0-1,0 1,1-1,0 1,0-1,0 1,1-1,0 0,0 1,1-1,-1 0,1 0,1-1,-1 1,1-1,0 0,0 0,1 0,-1 0,1-1,0 1,0-1,1-1,-1 1,1-1,0 0,0 0,0 0,0-1,0 0,0 0,1-1,-1 0,1 0,0 0,4-4,1 0,0-1,-1-1,1 1,-1-2,-1 0,1 0,-1-1,0 0,0 0,-1-1,0-1,-1 0,1 0,-2 0,1-1,-1 0,-1-1,5-9,15-23,-1-1,-3-1,-2-1,-1-1,-3-1,-2 0,-1-1,-1-14,-9 45,-1 0,0 0,-2-1,0 1,-1 0,-1-5,2 19,-1 0,0 0,0-1,0 1,0 0,0 0,-1 0,0 1,0-1,0 0,0 1,0-1,-1 1,0 0,1-1,-1 1,0 1,-1-1,1 0,0 1,-1 0,0-1,1 1,-1 1,0-1,0 1,0-1,0 1,-3 0,-1 0,1 1,-1 0,1 0,-1 1,1 0,-1 0,1 1,0 0,0 0,0 1,0 0,0 0,0 1,1-1,-1 2,1-1,0 1,-2 2,-4 4,0 0,1 0,1 1,0 1,0 0,1 0,1 1,-2 4,5-9,1 1,0-1,0 1,1 0,1 0,-1 0,2 1,-1-1,1 0,1 1,0-1,0 0,1 1,1-1,-1 0,2 1,-1-1,2 0,-1-1,1 1,1-1,-1 1,2-1,5 7,18 22,3-1,1-2,2-1,28 21,91 94,-149-145,-1 1,0 0,0 0,0 0,-1 0,0 1,0-1,0 1,-1 0,0 0,0 0,0 0,-1 0,0 0,1 3,-5 0,0-5</inkml:trace>
  <inkml:trace contextRef="#ctx0" brushRef="#br0" timeOffset="8637.573">5361 200,'16'0,"14"3,14 0,10 0,8-1,2 0,-3-3,-5-4,-7-1,-10 1,-10-2,-9-1,-8 1</inkml:trace>
  <inkml:trace contextRef="#ctx0" brushRef="#br0" timeOffset="8972.21">5642 13,'0'2,"0"6,0 5,0 8,0 12,0 11,0 10,0 9,0 5,2 3,1-2,2-3,3-7,-1-8,2-11,-1-16,-3-13</inkml:trace>
  <inkml:trace contextRef="#ctx0" brushRef="#br0" timeOffset="10380.739">575 2112,'-9'15,"1"1,1 0,0 0,1 0,1 1,0 0,2 0,0 0,0 1,2-1,0 1,1-1,1 1,0-1,3 8,-3-21,0 0,1 0,-1 0,1 0,0-1,0 1,1-1,-1 1,1-1,-1 0,1 0,0 0,0 0,1 0,-1-1,0 0,1 1,0-1,-1 0,1-1,0 1,0-1,0 0,0 0,0 0,0 0,0 0,1-1,-1 0,0 0,0 0,2-1,4 0,0-1,0 0,0 0,0-1,-1 0,1-1,-1 0,0-1,0 0,-1 0,1-1,-1 0,0 0,-1-2,1-1,-2 1,1-1,-1-1,-1 1,0-1,0 0,-1 0,0 0,0-1,-1 1,-1-1,0 0,0 0,-1 0,-1 0,0 0,0 0,-1 0,0 0,-1 0,-1 0,1 1,-2-1,1 1,-2 0,1 0,-1 0,-1 0,1 1,-2 0,1 0,-1 1,-1-1,0 2,-6-6,9 9,1 0,-1 1,0-1,-1 1,1 0,0 1,-1 0,0 0,1 0,-1 0,0 1,0 0,0 0,0 0,0 1,0 0,0 0,0 1,0 0,0 0,0 0,0 1,0-1,1 1,-1 1,1-1,-1 1,1 0,0 0,0 1,0-1,0 2,-5 3,1 0,1 1,-1 0,1 0,1 1,-1 0,2 0,-1 1,2 0,-1 0,2 0,-1 1,2 0,-1 0,1 0,1 0,1 0,-1 0,2 1,0-1,0 0,1 1,1-1,0 0,1 1,-1-6,2 0,-1-1,1 1,0-1,0 0,0 0,1 0,0-1,0 1,1-1,-1-1,6 5,31 17</inkml:trace>
  <inkml:trace contextRef="#ctx0" brushRef="#br0" timeOffset="10853.809">1257 2112,'-6'12,"1"0,0 1,1-1,0 1,1 0,0 0,1 0,1 1,0-1,1 0,0 1,1-1,2 12,-1-21,0 1,0-1,1 1,0-1,-1 0,1 0,1 0,-1-1,0 1,1-1,0 0,0 1,0-2,0 1,0 0,1-1,-1 0,1 0,-1 0,1-1,0 1,0-1,4 0,4 1,0 0,0-1,1-1,-1 0,0-1,0 0,0-1,8-2,-11 2,0 0,0-1,0 0,0-1,-1 0,1 0,-1-1,0 0,0-1,-1 0,1 0,-1-1,-1 0,1 0,-1-1,-1 0,1 0,-1 0,-1-1,0 0,0-1,-1 1,0-1,0 1,-1-1,0 0,-1 0,0-1,-1 1,0 0,-1-7,-1 6,0 0,-1 0,-1-1,0 2,0-1,-1 0,0 1,-1-1,-1 1,1 1,-5-6,7 10,-1 1,0-1,0 0,0 1,0 0,-1 0,0 0,0 0,0 1,0 0,-1 0,1 0,-1 1,0 0,1 0,-1 0,0 1,0 0,0 0,0 0,-6 1,-1 2,1 2,-1-1,1 2,0-1,0 2,0-1,1 2,0 0,0 0,1 1,0 0,0 0,1 1,0 1,1 0,0 0,0 0,1 1,0 0,1 1,1-1,-1 1,-1 7,-19 78,22-57</inkml:trace>
  <inkml:trace contextRef="#ctx0" brushRef="#br0" timeOffset="11516.654">642 3022,'-5'-1,"0"0,0 1,0 0,0 0,0 1,0-1,0 1,0 0,0 0,0 1,1 0,-1-1,0 2,1-1,0 0,-1 1,1 0,0 0,0 0,1 0,-1 1,1-1,0 1,-1 0,2 0,-1 0,0 1,1-1,0 1,0-1,0 1,1 0,-1 0,0 3,3 3,0 0,1 0,0-1,1 1,0 0,1-1,0 0,0 0,1 0,0 0,1-1,0 0,1 0,0 0,0-1,1 0,0-1,0 1,0-2,1 1,1-1,-1 0,1-1,-1 0,11 3,-13-4,0 0,0-1,0 1,0-2,1 1,-1-1,1 0,-1 0,1-1,0 0,0-1,-1 1,1-2,0 1,0-1,0 0,-1 0,1-1,-1 0,1-1,-1 0,0 0,0 0,0-1,0 0,0 0,-1-1,6-5,-4-2,0-1,-1-1,-1 1,0-1,0-1,-2 1,1-1,-2 1,0-1,-1 0,-1-1,0 1,-1 0,0 0,-1 0,-1 0,-1 0,-1-6,3 13,-1 1,1-1,-1 1,-1-1,1 1,-1 0,-1 0,1 0,-1 1,0-1,-1 1,0 0,0 0,0 1,0-1,-1 1,0 0,0 1,0-1,-1 1,0 0,1 1,-1 0,0 0,-1 0,1 1,0 0,-1 1,0-1,1 1,-1 1,0-1,0 2,0 0,0 0,0 1,0 0,0 0,0 1,1 0,-1 0,1 1,0 0,0 0,0 1,1 0,-1 0,1 0,0 1,1 0,-1 0,1 1,0-1,1 1,0 0,0 0,0 1,1-1,0 1,1 0,-1-1,2 1,-1 0,1 1,0-1,0 0,1 0,1 0,-1 0,1 0,0 1,1-1,0 0,0-1,1 1,0 0,0-1,1 0,0 1,0-1,1-1,5 7,31 19,2-8</inkml:trace>
  <inkml:trace contextRef="#ctx0" brushRef="#br0" timeOffset="11999.362">1377 2928,'-4'7,"-1"1,1 0,0 1,1-1,0 1,0-1,1 1,0 0,0 0,1 0,0 0,1 0,0 0,0 0,1 1,0-1,1 0,0-1,1 1,-1 0,1-1,1 1,0-1,0 0,5 6,-5-6,1-1,0 0,1 0,0 0,0-1,0 0,1 0,0 0,0-1,0 0,0-1,1 1,0-1,0-1,0 0,1 0,-1 0,0-1,1 0,0-1,0 0,-1-1,1 1,0-1,0-1,-1 0,1 0,0-1,-1 0,1 0,-1-1,0 0,0-1,8-4,-5-1,-1-1,0 0,-1-1,0 0,0-1,-1 1,-1-1,0-1,-1 0,0 0,-1 0,0 0,-1-1,-1 0,0 0,-1 0,0 0,-1 0,-1 0,0-1,-1 1,0 0,-1 0,-1 0,0 0,-1 1,-3-6,4 12,0 0,0 0,-1 1,0 0,0-1,0 1,-1 1,0-1,0 1,-1-1,1 2,-1-1,0 1,0-1,-1 2,1-1,-1 1,0 0,0 0,0 1,0 0,-1 0,1 1,0 0,-1 0,1 0,-1 1,1 1,-1-1,1 1,0 0,-1 1,1 0,-4 1,-2 1,0 1,0 1,1 0,0 0,0 2,1-1,0 1,0 1,1 0,0 0,0 1,1 0,0 1,1 0,1 0,-1 1,2 0,0 0,0 1,1 0,1 0,0 0,0 0,2 0,0 1,0 0,1-1,1 12,4 4</inkml:trace>
  <inkml:trace contextRef="#ctx0" brushRef="#br0" timeOffset="13770.356">0 3623,'63'17,"20"-9,0-5,1-3,-1-4,54-9,-46 4,471-39,-197 24,245-4,-253 4,144 12,40 5,45-7,197-6,-154-6,-211 12,41 7,-187 1,-202-2,-70 8,1-1,-1 1,1 0,0 0,-1 0,1-1,-1 1,0 0,1 0,-1-1,1 1,-1 0,1-1,-1 1,0-1,1 1,-1 0,0-1,1 1,-1-1,0 1,0-1,1 1,-1-1,0 1,0-1,0 0,0 1,0-1,0 1,0-1,0 1,0-1,0 1,0-1,0 1,0-1,0 1,0-1,-1 0,1 1,0-1,-6-12</inkml:trace>
  <inkml:trace contextRef="#ctx0" brushRef="#br0" timeOffset="19190.796">2807 1899,'-13'17,"1"0,1 1,0 1,1 0,1 0,1 1,0 0,2 0,0 1,2-1,0 1,1 0,1 1,1 7,2-23,-1 0,1 1,0-1,0 0,1 0,-1 0,1 0,1 0,-1-1,1 1,0 0,0-1,1 0,0 0,0 0,0 0,0-1,1 1,0-1,0 0,0-1,0 1,0-1,1 0,-1 0,1-1,2 1,11 4,0-1,1-1,0 0,0-2,0 0,0-1,19-1,-33 0,1-1,0 0,-1 0,1 0,0-1,-1 0,1 0,-1-1,1 0,-1 0,0 0,0-1,0 0,0 0,0-1,-1 1,1-1,-1-1,0 1,0-1,-1 1,1-1,-1-1,0 1,0 0,1-5,3-8,-1 0,0-1,-2 0,0 0,-1-1,-1 1,-1-1,-1 1,-1-1,-1-13,0 21,-1 1,0-1,-1 1,0 0,-1 0,0 0,-1 1,0-1,0 1,-1 0,-1 1,0 0,0-1,0 2,-1-1,-1 1,1 1,-1 0,-1 0,1 0,-1 1,-2 0,3 3,0 1,0 1,0-1,-1 1,1 1,0 0,0 0,-1 1,1 0,0 0,0 1,0 0,0 1,0 0,-5 3,4-1,1 0,0 0,0 1,0 1,1-1,0 1,0 0,0 1,1 0,1 0,-1 1,1 0,1 0,-1 0,2 1,-1 0,1 0,1 0,0 0,0 0,1 1,0 5,-12 33,1-3</inkml:trace>
  <inkml:trace contextRef="#ctx0" brushRef="#br0" timeOffset="20768.562">2794 2861,'189'-233,"-188"230,0 2,-1 0,0 0,0 0,1 0,-1 0,0 0,1 0,-1 0,1 0,-1 0,1 1,-1-1,1 0,0 0,0 0,-1 1,1-1,0 0,0 1,0-1,0 1,-1-1,1 1,0-1,0 1,0-1,0 1,0 0,0 0,1 0,-1-1,0 1,0 0,0 0,0 0,0 1,0-1,0 0,0 0,0 1,0-1,0 0,0 1,0-1,0 1,1 122,10 227,-11-347,0 0,-1-1,1 1,-1-1,0 1,0 0,0-1,0 1,0 0,0-1,-1 1,1-1,-1 1,0-1,0 1,0-1,0 1,0-1,-1 0,1 1,-1-1,1 0,-1 0,0 0,0 0,0 0,0-1,0 1,0-1,0 1,0-1,-1 0,1 0,-1 0,-1 1,-66-5,524-11,-448 14,-7 0</inkml:trace>
  <inkml:trace contextRef="#ctx0" brushRef="#br0" timeOffset="21998.218">722 4011,'-9'1,"1"1,0 1,1-1,-1 1,0 0,1 1,0 0,0 0,0 1,0 0,0 0,1 0,0 1,0 0,1 0,0 0,0 1,0 0,1 0,0 0,0 0,1 1,0 0,0 0,1-1,0 1,0 1,1-1,0 0,0 0,1 0,0 1,0-1,1 0,1 1,0-1,1 1,1-1,0 0,0 0,0 0,1 0,0-1,1 1,0-1,0-1,0 1,1-1,0 0,0-1,1 0,-1 0,1 0,5 1,0 1,1-1,0-1,0 0,0-1,1 0,-1-1,1-1,0 0,0-1,0 0,0-2,-7 0,0 0,0 0,0-1,0-1,-1 1,1-1,-1 0,0-1,1 0,-2 0,1-1,0 1,-1-1,0-1,0 1,-1-1,1 0,-1 0,0-1,-1 0,0 0,0 0,0 0,0-2,3-8,-1 1,0-1,-1 0,-1-1,-1 1,0-1,-1 0,-1 1,-1-1,-1-12,1 22,-1-1,0 0,0 1,0-1,-1 1,0-1,-1 1,0 0,0 0,-1 0,0 0,0 0,-1 1,0 0,0 0,-1 0,1 1,-2 0,1 0,-1 0,1 1,-2 0,1 0,0 1,-1 0,0 0,0 1,0 0,-1 0,1 1,0 0,-1 1,0-1,1 2,-8-1,3 4,1 0,0 0,0 1,0 1,1 0,0 0,0 1,0 1,0 0,1 0,0 1,1 0,0 1,0 0,1 1,0-1,1 2,0-1,0 1,1 0,0 0,1 0,1 1,0 0,0 0,1 0,1 1,0-1,0 1,2-1,-1 1,2 3,0-11,0 0,0 0,0 0,1 0,0 0,0 0,0 0,1 0,-1-1,1 1,0-1,0 0,1 0,-1 0,1 0,0-1,4 3,16 9</inkml:trace>
  <inkml:trace contextRef="#ctx0" brushRef="#br0" timeOffset="22467.981">1417 4251,'29'-47,"-2"-1,-2-2,-3 0,13-42,-28 73,-1 46,-10 68,-4-1,-4 0,-6 7,-7 66,21-128</inkml:trace>
  <inkml:trace contextRef="#ctx0" brushRef="#br0" timeOffset="23519.852">669 5054,'-14'16,"1"1,1 1,0 0,1 1,1 0,1 1,1 0,0 0,1 3,5-15,-1 1,1-1,1 1,0 0,0 0,1 0,0 0,0 0,1-1,0 1,0 0,1 0,1-1,-1 1,1-1,1 0,0 0,0 0,0 0,1 0,0-1,0 0,1 0,4 2,1-1,-1 0,1-1,1 0,-1-1,1 0,0-1,0 0,1-1,-1 0,1-1,0 0,0-1,0-1,0 0,1-1,-1 0,0-1,0-1,0 0,0 0,0-1,-1-1,6-2,-11 3,1-1,-1 0,0 0,0 0,0-1,-1 0,0 0,0 0,0-1,0 0,-1 0,0-1,0 0,-1 0,0 0,0 0,-1 0,1-1,-2 0,1 1,-1-1,0 0,-1 0,0 0,0-1,-1 1,0 0,0 0,-1 0,0 0,0 0,-1 0,0 0,0 0,-4-7,0 3,0-1,-1 1,0 1,-1-1,-1 1,1 0,-2 1,1 0,-2 0,1 1,-1 1,-1 0,-10-6,14 9,1 1,-1 0,0 1,0 0,0 0,0 1,-1 0,1 0,-1 1,1 0,-1 1,1 0,-1 0,1 0,-1 1,1 1,-1-1,1 2,0-1,0 1,0 0,-8 4,9-2,1 0,0 1,0-1,0 1,0 0,1 1,0 0,0-1,1 1,0 1,0-1,1 1,-1-1,2 1,-1 0,1 0,0 0,1 1,0-1,0 0,1 1,0-1,1 0,0 0,0 1,0-1,1 0,0 0,1 0,0 0,0-1,1 1,0-1,0 0,0 0,1 0,3 3,36 35,2-7</inkml:trace>
  <inkml:trace contextRef="#ctx0" brushRef="#br0" timeOffset="23859.944">1377 5267,'10'-22,"35"-78,30-104,-100 396,22-151,2 0,1 0,3 0,1 0,2 0,2-1,4 12,11 36,-17-57</inkml:trace>
  <inkml:trace contextRef="#ctx0" brushRef="#br0" timeOffset="25518.604">335 5922,'218'-24,"-97"6,254-12,-282 19,477-40,313 16,9 16,-129 6,-19 14,2 53,-22-55,-565 14,12-13,-93-13,97 14,-164 1,-10-2,0 1,-1-1,1 1,0-1,0 1,-1-1,1 1,0-1,0 0,0 0,0 1,0-1,-1 0,1 0,0 0,0 0,0 0,0 0,0 0,0 0,0 0,-1-1,1 1,0 0,0 0,0-1,0 1,-1-1,1 1,0-1,0 1,-1-1,1 1,0-1,-1 1,1-1,-1 0,1 0,-1 1,1-1,-1 0,1 0,-1 1,0-1,1 0,-1 0,0 0,-3-12</inkml:trace>
  <inkml:trace contextRef="#ctx0" brushRef="#br0" timeOffset="26848.655">2848 4024,'-7'0,"0"0,0 1,0 0,0 0,0 1,1 0,-1 0,1 0,-1 1,1 0,0 0,0 1,0-1,0 1,1 1,-1-1,1 1,1 0,-1 0,0 0,1 1,0-1,1 1,-1 0,1 1,0-1,0 0,1 1,-1 4,-1-1,0 1,1 0,0 0,1 0,0 1,0-1,2 0,-1 1,1-1,1 1,0-1,1 0,0 1,1-1,0 0,0 0,1-1,1 1,0-1,0 0,1 0,1 0,-1-1,1 0,1 0,0-1,7 6,0-4,1 0,1-1,-1-1,2 0,-1-1,1-1,0-1,0 0,0-2,1 0,0-1,-1 0,1-2,17-2,-26 1,-1-1,1 0,-1-1,0 0,0-1,-1 0,1 0,-1-1,0 0,0 0,0-1,-1 0,1-1,-2 1,1-1,-1-1,0 1,0-1,-1 0,0 0,-1-1,1 1,-2-1,1 0,-1 0,-1 0,0-1,0 1,0 0,-1-2,2-8,-1 0,-1-1,-1 1,0-1,-1 0,-1 1,-1 0,-1-1,-1 1,-5-13,8 24,-1 0,-1 0,1 1,-2-1,1 1,-1 0,0 0,0 0,-1 1,0 0,0 0,0 0,-1 1,0 0,0 0,0 1,0-1,-1 2,0-1,0 1,0 0,0 1,0 0,-1 0,-4 0,2 2,-1 0,1 0,0 1,-1 0,1 1,0 1,0 0,0 0,0 1,1 0,0 1,-1 0,1 1,1 0,-1 1,1-1,1 2,-1-1,-3 6,-1 0,1 1,1 0,0 0,1 1,1 1,0 0,1 0,1 0,0 1,2 0,0 0,0 2,3-5,0 0,1 0,0 0,1 0,1 0,0 0,1 0,2 8,12 32</inkml:trace>
  <inkml:trace contextRef="#ctx0" brushRef="#br0" timeOffset="27907.395">2835 5134,'44'-50,"-3"-1,-1-3,-3-1,-2-1,20-47,-55 103,0 0,0 1,0-1,0 0,0 0,0 0,0 0,0 0,1 1,-1-1,0 0,0 0,0 0,0 0,0 0,1 0,-1 0,0 1,0-1,0 0,0 0,1 0,-1 0,0 0,0 0,0 0,1 0,-1 0,0 0,0 0,0 0,1 0,-1 0,0 0,0 0,0 0,0 0,1-1,-1 1,0 0,0 0,0 0,0 0,1 28,-1-24,-1 21,-1 60,4 0,3 0,12 60,23 39,-32-144</inkml:trace>
  <inkml:trace contextRef="#ctx0" brushRef="#br0" timeOffset="28978.709">843 6751,'83'-432,"-78"409,-4 65,-6 8,-4 24,4 0,3 0,3 0,6 26,-5-82,2-1,-1 1,2-1,0 0,2 0,-1-1,5 7,5 3</inkml:trace>
  <inkml:trace contextRef="#ctx0" brushRef="#br0" timeOffset="29345.356">1324 6631,'-2'6,"1"0,0 0,0 0,0 0,1 1,0-1,0 0,0 0,1 0,0 0,0 0,1 0,0 0,0 0,0 0,1-1,-1 1,1-1,1 1,-1-1,1 0,0-1,0 1,0-1,1 1,-1-1,1-1,0 1,6 2,0-1,0-1,1 0,0 0,-1-1,1 0,0-1,0-1,1 0,-1 0,0-1,0-1,0 0,0-1,0 0,0-1,0 0,0-1,-1 0,0-1,0 0,0 0,0-2,-1 1,2-3,-5 2,0 0,-1 0,-1 0,1 0,-1-1,0 0,-1 0,0-1,0 1,0-1,-1 0,-1 0,0 0,0 0,-1-1,0 1,0 0,-1-1,0 1,-1 0,0 0,0-1,-1 1,0 0,-1 0,0 0,-1 1,1-1,-2 1,1 0,-1 0,0 0,-1 0,0 1,0 0,0 0,-1 1,-6-5,3 3,-1 1,0 0,0 1,0 1,-1-1,0 2,0-1,0 2,0 0,-1 0,1 1,-1 0,0 1,-4 1,9 0,0 0,-1 1,1 0,0 0,0 1,0 0,0 0,0 1,0 0,1 0,-1 1,1 0,0 1,0-1,1 1,-1 0,1 1,0 0,0 0,1 0,0 1,-1 1,-1 6,0 0,1 1,1-1,1 1,0 0,1 1,0-1,2 1,0-1,0 1,1-1,1 1,1-1,2 13,6 29</inkml:trace>
  <inkml:trace contextRef="#ctx0" brushRef="#br0" timeOffset="29872.982">843 7553,'0'-7,"-1"-70,4-1,3 1,4-1,-3 47,-7 32,0-1,0 0,0 1,0-1,0 0,0 0,1 1,-1-1,0 0,0 0,0 1,1-1,-1 0,0 0,0 1,0-1,1 0,-1 0,0 0,0 0,1 1,-1-1,0 0,1 0,-1 0,0 0,1 0,-1 0,0 0,0 0,1 0,-1 0,0 0,1 0,-1 0,0 0,1 0,-1 0,0 0,1 0,-1 0,0-1,7 212,-9-140,1 162,1-213</inkml:trace>
  <inkml:trace contextRef="#ctx0" brushRef="#br0" timeOffset="30494.999">1404 7527,'1'8,"0"1,1 0,0 0,0-1,1 1,0-1,1 0,0 0,0 0,1-1,0 1,0-1,0 0,1 0,0-1,1 0,0 0,-1 0,2-1,-1 0,1 0,-1-1,1 0,1-1,5 3,2-1,0-1,1 0,0-1,0-1,0 0,0-1,0-1,0-1,0-1,0 0,0-1,-1 0,1-2,-1 0,0-1,0 0,9-6,-14 7,-1-1,0 0,0 0,-1-1,0 0,0-1,-1 0,0 0,0-1,-1 0,0 0,0-1,-1 0,-1 0,0 0,0-1,-1 1,0-1,-1 0,0-1,-1 1,0 0,0-1,-2 1,1-1,-2-4,0 4,0 1,-1 0,0 0,-1 0,0 0,-1 0,0 1,-1-1,0 1,-1 0,0 1,0-1,-1 1,0 0,-1 1,0 0,0 0,-1 0,0 1,0 1,-1 0,1 0,-1 0,-1 2,1-1,-1 1,0 1,0 0,0 0,0 1,0 0,0 1,-1 1,-2-1,2 3,0 1,0 0,0 0,1 1,-1 1,1 0,0 1,1-1,-1 2,1 0,1 0,-1 1,1 0,0 0,1 1,0 1,1-1,0 1,0 0,1 1,0-1,1 1,0 1,0-1,2 1,-1-1,2 1,-1 1,0 25</inkml:trace>
  <inkml:trace contextRef="#ctx0" brushRef="#br0" timeOffset="31349.523">2914 6377,'-2'7,"1"0,-1 0,1 0,1 0,-1 0,1 1,0-1,1 0,0 0,0 0,0 0,1 0,0 0,1 0,-1 0,1 0,0-1,1 0,0 1,0-1,0-1,1 1,0-1,0 1,0-1,0-1,2 2,5 0,-1-1,1 0,0-1,0 0,1-1,-1 0,1-1,-1 0,1-1,0-1,-1 0,1-1,0 0,-1 0,1-2,-1 0,1 0,-1-1,0 0,-1-1,1-1,-1 0,0 0,1-1,-3 1,-1 0,1 0,-1-1,0 0,0-1,-1 0,0 0,0 0,-1-1,0 0,-1 0,0-1,0 1,-1-1,0 0,-1 0,0-1,-1 1,0-1,0 1,-1-1,-1 1,0-1,0 0,-1 0,0 1,-2-5,0 3,-1 0,-1 0,0 1,-1-1,0 1,-1 1,0-1,-1 1,0 0,0 1,-1 0,0 0,-1 1,0 0,0 1,-1 0,0 0,0 1,0 1,-1 0,0 0,0 2,0-1,0 1,0 1,-1 0,-2 1,7 1,0 1,0 0,0 1,0 0,0 0,1 1,-1 0,1 0,0 1,0 0,0 0,0 0,1 1,-1 0,1 0,0 1,1 0,-1 0,1 0,-3 6,-4 6,1 0,1 1,0 0,2 0,0 1,1 0,-1 8,0 5,2-1,2 1,1 0,1 0,2 30,5-3</inkml:trace>
  <inkml:trace contextRef="#ctx0" brushRef="#br0" timeOffset="31791.664">3062 7205,'133'-245,"-80"140,-53 105,0 1,0-1,0 0,-1 1,1-1,0 1,0-1,0 0,0 1,0-1,0 0,-1 1,1-1,0 1,0-1,0 0,0 1,0-1,1 0,-1 1,0-1,0 1,0-1,0 0,0 1,0-1,1 0,-1 1,0-1,0 0,1 1,-1-1,0 0,0 0,1 1,-1-1,0 0,1 0,-1 1,0-1,1 0,-1 0,0 0,1 0,-1 0,0 1,1-1,-1 0,1 0,-1 0,0 0,1 0,-1 0,1 0,-1 0,0-1,1 1,-1 0,0 0,1 0,-1 0,1 0,-1-1,0 1,-17 233,14-175,3 0,2 1,3-1,6 23,15 50,-17-81</inkml:trace>
  <inkml:trace contextRef="#ctx0" brushRef="#br0" timeOffset="33345.368">695 8302,'40'-13,"0"1,1 2,0 3,0 1,0 1,2 3,365-25,-30 5,87 18,240-16,-286 3,300 29,87-13,-171-25,732-52,-899 32,-156 35,-203-14,-52 21,-71-9,-9 5</inkml:trace>
  <inkml:trace contextRef="#ctx0" brushRef="#br0" timeOffset="34199.6">1056 9050,'91'-497,"-74"399,-23 157,-7 77,6 0,5 11,9-28,-1-76</inkml:trace>
  <inkml:trace contextRef="#ctx0" brushRef="#br0" timeOffset="34552.008">1537 8850,'11'-90,"-4"24,3 1,14-49,-23 108,0 3,-1 0,1 0,-1 0,1 0,0 0,0 0,0 1,1-1,-1 0,1 1,-1-1,1 1,0-1,0 1,0 0,0 0,1-1,0 1,13 22,-8 9,-2 0,-2 1,0-1,-2 1,-1 0,-2 2,2-3,-1-4,20 347,-13-321</inkml:trace>
  <inkml:trace contextRef="#ctx0" brushRef="#br0" timeOffset="35099.113">1056 10187,'-6'-63,"3"0,3-1,3 1,2-1,13-59,-4 76,-6 64,13 318,2-89,-18-205</inkml:trace>
  <inkml:trace contextRef="#ctx0" brushRef="#br0" timeOffset="35468.128">1431 10160,'1'-48,"3"0,1 0,3 0,2 0,12-33,-4 36,-17 45,-1 0,1 0,-1 0,1 0,-1 0,1 0,-1 1,1-1,-1 0,1 0,-1 1,1-1,-1 0,0 1,1-1,-1 1,1-1,-1 0,0 1,0-1,1 1,-1-1,0 1,0-1,1 1,-1-1,0 1,0-1,0 1,0-1,0 1,0-1,0 1,0 0,0-1,0 1,0-1,0 1,0-1,0 1,0-1,-1 1,4 270,-4-226,0-19,0 0,2 0,1 0,1 0,1-1,4 12,28 22,-16-45</inkml:trace>
  <inkml:trace contextRef="#ctx0" brushRef="#br0" timeOffset="36218.149">2994 8516,'-6'9,"0"1,1 0,0 0,1 0,0 1,1 0,0-1,0 1,1 0,0 0,1 1,1-1,0 0,0 0,1 1,0-1,1 0,1 0,-1 0,2-1,-1 1,2-1,-1 1,1-1,1-1,0 1,0-1,1 0,0 0,4 2,-4-4,1-1,-1 0,1 0,1-1,-1 0,1 0,0-1,0 0,0-1,0 0,1 0,0-1,-1 0,1-1,0 0,0-1,-1 0,1 0,0-1,0 0,-1-1,1 0,0-1,-1 1,0-2,0 0,0 0,0 0,-1-1,1 0,-1-1,0 0,-1 0,0-1,0 0,3-3,-2-3,0-1,-1 0,0-1,-1 1,-1-1,0 0,-1-1,0 1,-2-1,0 0,0 1,-2-1,0 0,-1 0,0 0,-1 1,-1-1,0 1,-2-1,1 1,-2 0,-6-12,10 23,0-1,0 1,-1-1,0 1,0 0,0 0,0 0,0 0,-1 1,0 0,0-1,0 1,0 0,0 1,0-1,-1 1,0 0,1 0,-1 0,0 1,0 0,0 0,0 0,1 0,-2 1,1 0,0 0,0 0,0 0,0 1,0 0,1 0,-4 1,-10 6,1 1,0 1,0 0,1 2,0-1,1 2,0 0,1 1,1 0,0 1,1 1,0 0,1 1,0 0,1 0,0 1,2 0,0 1,1 0,1 0,0 5,-4 25</inkml:trace>
  <inkml:trace contextRef="#ctx0" brushRef="#br0" timeOffset="36668.086">3035 9733,'1'-39,"3"1,1 0,1 0,3 0,1 1,1 0,3 1,13-28,-13 38,-14 26,0 0,0 1,0-1,0 1,0-1,0 0,0 1,0-1,1 1,-1-1,0 0,0 1,0-1,0 1,0-1,1 0,-1 1,0-1,0 0,1 0,-1 1,0-1,0 0,1 1,-1-1,0 0,1 0,-1 1,0-1,1 0,-1 0,0 0,1 0,-1 0,1 0,-1 1,0-1,1 0,-1 0,1 0,-1 0,0 0,1 0,-1 0,1-1,-1 1,0 0,1 0,-1 0,0 0,1 0,-1-1,0 1,1 0,-1 0,0-1,1 1,-1 0,0 0,0-1,1 1,-1 0,0-1,8 218,-6-180,2-1,1-1,2 1,1-1,2 0,1 0,2-2,1 1,2-2,1 0,5 4,6 4</inkml:trace>
  <inkml:trace contextRef="#ctx0" brushRef="#br0" timeOffset="37762.42">4118 8355,'-3'1,"0"1,1-1,-1 1,0-1,1 1,-1 0,1 0,0 0,0 0,0 1,0-1,0 1,0-1,0 1,1-1,0 1,-1 0,1 0,0 0,0 0,0 0,1 0,-1 0,1 0,0 0,0 0,0 0,0 0,0 0,0 0,1 0,0 0,0 1,-1 6,1 580,-1-531,0 151,16 68,0-123,3-1,-7 0,-7 0,-8 25,-39 30,30-144,11-110,-2 17</inkml:trace>
  <inkml:trace contextRef="#ctx0" brushRef="#br0" timeOffset="38765.764">3155 10080,'36'0,"0"1,1 2,-1 1,26 8,-192-19,106 13,25-6,-1 0,0 0,1 0,-1 0,0 1,0-1,1 0,-1 0,0 0,0 0,0 0,1 1,-1-1,0 0,0 0,0 0,1 1,-1-1,0 0,0 0,0 1,0-1,0 0,0 0,0 1,0-1,1 0,-1 0,0 1,0-1,0 0,0 0,0 1,0-1,0 0,-1 1,1-1,0 0,0 0,0 1,0-1,0 0,0 0,0 1,-1-1,1 0,0 0,0 0,0 1,0-1,-1 0,1 0,0 0,0 0,-1 1,1-1,0 0,0 0,-1 0,1 0,0 0,0 0,-1 0,11 3,0-1,0 0,0-1,0 0,0-1,0 0,0-1,0 0,1 0,-1-1,27-2,-29 8,-28 3,-30 1,23-6</inkml:trace>
  <inkml:trace contextRef="#ctx0" brushRef="#br0" timeOffset="40133.208">1069 10668,'0'1,"-1"0,1 0,0 0,-1 0,1 0,0 0,0-1,0 1,0 0,0 0,0 0,0 0,0 0,0 0,0 0,0 0,1 0,-1 0,0-1,1 1,-1 0,1 0,-1 0,1 0,-1-1,1 1,-1 0,1-1,0 1,-1 0,1-1,0 1,0-1,-1 1,1-1,0 1,0-1,0 1,0-1,0 0,-1 0,1 0,0 1,0-1,46 0,267-47,280 7,-218 22,-165 2,541-27,347 25,-856 6,504-14,67 28,-199 11,-594-13,81-1,1 5,86 14,-82-5,-115-19,-4-1</inkml:trace>
  <inkml:trace contextRef="#ctx0" brushRef="#br0" timeOffset="70946.968">8516 1979,'8'98,"-4"0,-4 0,-12 87,17-308,17-275,-18 350,-3 48,0 1,0-1,0 0,0 1,1-1,-1 1,0-1,0 1,0 0,0-1,0 1,-1 0,1 0,0 0,0-1,0 1,-1 0,1 0,0 0,-1 0,1 0,-1 1,1-1,-1 0,0 0,1 0,-1 0,0 0,0 1,0 0,27 103,-24-85,1 0,1 0,0 0,2-1,0 0,2-1,0 1,1 0,-8-17,-1 1,1-1,-1 1,1-1,0 0,0 0,0 0,0 0,1 0,-1 0,0 0,1-1,-1 1,1-1,0 0,-1 0,1 0,0 0,0 0,-1 0,1-1,0 0,0 1,0-1,0 0,0 0,0-1,0 1,0-1,-1 1,1-1,0 0,0 0,0 0,-1 0,1-1,-1 1,1-1,-1 1,2-3,11-10,-2-1,1 0,-2-1,0-1,-1 0,0 0,-2-1,0-1,-1 1,-1-1,3-13,40-116,-64 216,10-43,1-1,1 1,1 0,1 0,1 0,2-1,0 1,2-1,0 1,9 19,48 143,-62-184,1 1,0-1,-1 0,2 0,-1 0,0 0,0-1,1 1,0 0,0 0,-1-1,2 1,-1-1,0 0,0 0,1 1,-1-1,1-1,-1 1,1 0,0-1,0 1,0-1,0 0,0 0,0 0,0 0,0-1,0 1,1-1,-1 0,0 0,0 0,0 0,1-1,-1 1,0-1,3 0,6-6</inkml:trace>
  <inkml:trace contextRef="#ctx0" brushRef="#br0" timeOffset="71479.883">9211 2326,'22'0,"0"-2,-1-1,1 0,-1-2,0 0,0-1,0-2,-1 0,0-1,-14 6,0 0,0 0,-1-1,1 0,-1 0,0 0,-1-1,1 1,-1-1,1 0,-2 0,2-2,-4 5,0-1,1 1,-1 0,-1-1,1 1,0 0,0-1,-1 1,0-1,1 1,-1-1,0 1,0-1,0 0,-1 1,1-1,-1 1,1 0,-1-1,0 1,0-1,0 1,0 0,0 0,0-1,-1 1,1 0,-1 0,0 0,1 1,-1-1,-1 0,-1-2,0 1,0 0,0 0,0 0,-1 0,1 1,-1 0,0 0,0 0,0 1,1-1,-2 1,1 0,0 1,0-1,0 1,0 0,0 0,0 1,0-1,0 1,0 0,0 1,0-1,0 1,0 0,0 0,1 0,-1 1,1 0,0 0,0 0,-2 1,1 0,0 0,0 0,1 1,-1 0,1 0,0 0,0 0,0 1,1 0,0-1,0 1,1 0,-1 1,1-1,1 0,-1 1,1-1,0 1,1-1,-1 1,1-1,0 1,1 0,0-1,3 3,0 0,1 0,0 0,1-1,0 0,0 0,0-1,1 0,0 0,1 0,0-1,0 0,0 0,0-1,1 0,0-1,0 0,0 0,1-1,-1 0,1-1,0 0,0 0,-1-1,7 0,92 1,-60-7</inkml:trace>
  <inkml:trace contextRef="#ctx0" brushRef="#br0" timeOffset="72387.503">9812 2193,'-3'5,"0"1,0-1,1 1,-1 0,1 0,1 0,-1 0,1 0,0 0,0 0,1 1,0-1,0 0,0 0,1 0,0 1,0-1,1 1,0 2,1 0,-1 0,2-1,-1 0,1 1,1-1,-1-1,1 1,1-1,-1 1,1-2,7 7,-10-10,0 0,1 0,-1-1,1 1,-1-1,1 0,0 0,0 0,0-1,0 1,0-1,0 0,0 0,0 0,0-1,1 0,-1 1,0-1,0-1,1 1,-1-1,0 0,0 0,0 0,0 0,0-1,0 1,2-2,3-4,-1-1,0 0,0-1,0 1,-1-2,0 1,-1-1,0 0,-1 0,0 0,-1-1,1 0,-2 0,0 0,0-1,-1 1,-1 0,0-1,0 1,-1-1,0 0,-2-8,-4-6,6 26,-1-1,1 1,0 0,0 0,-1-1,1 1,0 0,-1 0,1 0,0-1,-1 1,1 0,0 0,-1 0,1 0,-1 0,1 0,0 0,-1 0,1 0,-1 0,1 0,0 0,-1 0,1 0,0 0,-1 0,1 0,-1 1,1-1,0 0,-1 0,1 0,0 1,0-1,-1 0,1 0,0 1,-1-1,1 0,0 1,0-1,0 0,-1 1,1-1,0 0,0 1,0-1,0 0,0 1,0-1,-1 0,1 1,0-1,0 1,0-1,0 0,0 1,1-1,-1 1,0-1,-5 11,1 1,1 0,-1-1,2 1,0 0,0 0,1 1,1-1,0 0,2 12,-1-19,1 0,0 0,0 0,0-1,1 1,-1-1,1 1,0-1,1 0,-1 0,1 0,-1 0,1-1,0 0,1 0,-1 0,0 0,1 0,0-1,-1 0,1 0,0 0,0-1,0 1,1-1,-1-1,0 1,0-1,0 0,1 0,-1 0,0 0,0-1,0 0,0 0,0-1,0 0,0 1,0-2,0 1,-1 0,1-1,-1 0,1 0,1-3,3 0,-2-1,1 0,-1 0,0-1,0 0,-1-1,0 1,-1-1,0 0,0-1,-1 1,0-1,1-4,-9-5,-15 33,17-11,-1-1,1 1,-1 0,1 0,0 0,0 1,0-1,0 0,1 1,0-1,-1 1,1 0,0-1,1 1,-1 0,1 0,-1-1,1 1,0 0,1 0,-1 0,1-1,-1 1,1 0,0-1,1 1,-1-1,1 1,-1-1,1 1,0-1,0 0,0 0,1 0,-1 0,1 0,0-1,0 1,0-1,0 0,0 0,1 1,15 2,1 0,0-1,1-1,-1-1,1 0,-1-2,1 0,-1-2,0 0,1-1,-1-1,1-2,62 9,-77-1,1-1,-1 0,1 0,0-1,-1 1,1-1,0-1,-1 1,1-1,-1-1,1 1,-1-1,1 0,-1 0,0-1,0 0,4-2,-8 3,1 0,-1-1,1 1,-1-1,0 1,0-1,0 0,0 0,-1 0,1 0,-1 0,1 0,-1 0,0 0,0-1,-1 1,1 0,-1-1,0 1,0-1,0 1,0-1,0 1,-1 0,1-1,-1 1,0 0,0 0,0-1,-2-1,0-4,-1 1,-1-1,1 1,-1 0,-1 1,1-1,-1 1,-1 0,1 0,-7-4,11 9,1 0,-1 0,0 1,0-1,-1 1,1-1,0 1,0-1,-1 1,1 0,-1 0,1 0,-1 1,1-1,-1 1,0-1,1 1,-1 0,0 0,1 0,-1 0,0 0,1 1,-1-1,1 1,-1 0,0 0,1 0,0 0,-1 0,1 0,0 1,-1-1,1 1,0-1,0 1,0 0,0 0,1 0,-1 0,0 0,1 0,-2 3,1 0,0 1,0 0,1-1,0 1,0 0,0 0,0 0,1 0,0 0,1 0,-1 0,1 0,0-1,1 3,6 22</inkml:trace>
  <inkml:trace contextRef="#ctx0" brushRef="#br0" timeOffset="73686.089">10922 2406,'9'-42,"-1"-1,-3-1,-1 1,-3-38,0 74,-1 1,0-1,0 1,0-1,-1 1,0-1,-1 1,1 0,-1-1,-1 1,1 0,-1 0,0 0,-3-4,5 10,0 0,0 0,0 1,1-1,-1 0,0 1,0-1,0 1,1-1,-1 1,0-1,0 1,1-1,-1 1,1 0,-1-1,0 1,1 0,-1-1,1 1,-1 0,1 0,0 0,-1-1,1 1,0 0,0 0,0 0,-1 0,1 0,0 0,0-1,0 1,0 0,0 0,1 0,-1 0,0 0,0 0,1 0,-1-1,0 1,1 0,-1 0,1 0,2 3,1 1,0-1,1 1,-1-1,1-1,-1 1,1-1,0 1,1-2,-1 1,0 0,1-1,-1 0,1 0,0-1,0 0,0 0,0 0,0 0,-1-1,1 0,0-1,2 1,-5 0,65 1,-49-1,1 0,-1 1,1 1,-1 0,19 6,-35-7,-1 0,0 0,1 0,-1 0,0 0,1 1,-1-1,0 1,0-1,0 1,0 0,0 0,-1 0,1 0,0 0,-1 0,0 0,1 1,-1-1,0 0,0 1,-1-1,1 1,0-1,-1 1,1 0,-1-1,0 1,0 1,-14 82,5-48,9-34,-1 0,1 0,0 0,0 0,0-1,0 1,1 0,-1 0,1 0,0 0,0 0,0-1,1 1,0-1,-1 1,1-1,0 1,1-1,-1 0,1 0,-1 0,1 0,0-1,0 1,0-1,0 1,0-1,1 0,-1 0,1-1,-1 1,1-1,0 0,0 1,0-2,-1 1,1 0,0-1,2 0,15 2,1-2,0 0,0-1,-1-2,1 0,-1-1,0-1,0-1,0-1,-1 0,0-2,-1-1,1 0,-2-1,0-1,5-5,-17 14,-1-1,0 1,0-1,-1 0,1 0,-1-1,0 0,0 1,0-1,-1-1,1 1,-1 0,0-1,-1 0,0 1,0-1,0 0,0 0,0-5,-4 8,0 0,0 0,0 0,0 0,0 0,-1 0,1 0,-1 1,0-1,0 1,0 0,0 0,0 0,0 0,-1 0,1 1,0 0,-1-1,0 1,1 0,-1 1,1-1,-1 1,0 0,0-1,1 2,-3-1,-2-2,0 1,-1 0,1 0,0 1,0 0,0 0,-1 1,1 0,0 0,0 1,0 0,0 1,0-1,1 2,-1-1,1 1,0 0,0 0,0 1,1 0,-1 0,1 1,0 0,1 0,-1 0,-2 6,7-10,0 0,1-1,-1 1,0 0,1 0,0 0,0 0,-1 0,1 0,0 0,0 0,1 0,-1 0,0 0,1 0,-1 0,1 0,0 0,-1 0,1 0,0-1,0 1,0 0,0-1,1 1,-1 0,0-1,1 0,-1 1,1-1,0 0,-1 0,1 1,0-1,-1-1,2 2,71 18,-66-19,0 0,0-1,0 0,0 0,0-1,0 1,0-2,0 1,0-1,0-1,0 1,-1-1,1-1,-1 1,0-1,0-1,-1 1,1-1,-1 0,0-1,1 0,-4 1,-10 20,7-10,-1 0,1 0,0-1,1 1,-1 0,1 0,0-1,0 1,0 0,1-1,0 1,0-1,0 1,0-1,1 0,-1 0,1 0,0 0,0-1,1 1,-1-1,1 0,-1 0,1 0,0 0,1-1,-1 1,0-1,1 0,-1 0,1-1,-1 0,1 1,0-1,-1-1,1 1,0-1,0 0,4 0,-5-2,-1 0,1 0,-1 0,0 0,1-1,-1 1,0-1,-1 0,1 0,0 0,-1 0,0 0,1-1,-1 1,-1-1,1 0,0 1,-1-1,0 0,0 0,0 0,0 0,-1 0,1 0,-1 0,0 0,0 0,-1 0,0-2,2-4,3-194,-5 203,1 0,0 1,0-1,0 0,0 1,0-1,0 0,0 0,0 1,0-1,0 0,0 1,0-1,1 0,-1 1,0-1,0 0,1 1,-1-1,0 1,1-1,-1 0,1 1,-1-1,1 1,-1-1,1 1,-1 0,1-1,-1 1,1-1,0 1,-1 0,1 0,0-1,-1 1,1 0,0 0,-1 0,1 0,0 0,-1 0,1 0,0 0,-1 0,1 0,0 0,32 16,-27-11,123 73,-125-74,-1 0,0 0,0 1,0 0,0-1,-1 1,0 0,0 0,0 0,0 0,-1 1,0-1,0 0,-1 1,1-1,-1 1,0-1,0 0,-1 1,0 2,0 25,1-31,1 0,-1 0,0 0,1 0,-1 0,1-1,0 1,-1 0,1 0,0-1,0 1,0 0,1-1,-1 1,0-1,0 1,1-1,-1 0,1 0,-1 1,1-1,0 0,-1 0,1-1,0 1,0 0,0-1,-1 1,1-1,0 1,0-1,1 0,66 1,-50-3,1-1,-1-1,0 0,0-2,-1 0,1-1,-1 0,-1-2,1 0,-1-1,9-7,-23 14,0 1,0 0,0-1,0 0,0 0,-1 0,1 0,-1 0,0 0,0-1,0 1,0-1,0 1,-1-1,0 0,0 1,0-1,0 0,0 0,-1 0,0 0,0 0,0 0,0 0,0 0,-1 0,0 0,0 1,0-1,0 0,0 0,-1 1,0-1,0 1,0-1,0 1,0 0,-2-2,0 2,0 0,0 0,-1 0,1 0,0 1,-1-1,0 1,1 0,-1 1,0-1,0 1,0 0,0 0,0 1,0-1,-1 1,1 0,0 1,0-1,0 1,0 0,0 0,0 1,0-1,0 1,1 0,-1 0,1 1,-1 0,1-1,0 1,0 1,0-1,0 1,1-1,-1 1,1 0,0 0,0 0,1 1,-1-1,1 1,0 0,0-1,0 1,1 0,0 0,0 0,0 0,0 0,1 2,0 0,1 0,0 0,0-1,1 1,0 0,0-1,0 0,1 1,0-1,0 0,1 0,0-1,0 1,0-1,0 0,1 0,0 0,4 3,105 63,24-22,-77-33</inkml:trace>
  <inkml:trace contextRef="#ctx0" brushRef="#br0" timeOffset="106914.061">8101 4118,'-24'228,"-26"172,38-363,4-53,3-11,1-1,1 1,2-1,1-23,0 14,0-110,-10-221,10 368,0-2,-1 1,1 0,-1-1,1 1,-1 0,1-1,0 1,0 0,0-1,0 1,0-1,0 1,0 0,0-1,1 1,-1-1,1 1,-1 0,1 0,-1-1,1 1,-1 0,1 0,0 0,0-1,0 1,0 0,0 0,0 0,0 0,0 1,0-1,0 0,0 0,1 1,-1-1,0 1,1-1,-1 1,0-1,2 1,142-6,-45 3,1 4,31 6,-114-5</inkml:trace>
  <inkml:trace contextRef="#ctx0" brushRef="#br0" timeOffset="107199.301">7968 4518,'23'0,"18"-2,12-3,8-3,3-3,-1 2,-3 1,-6 2,-8 1,-6 0,-11 1</inkml:trace>
  <inkml:trace contextRef="#ctx0" brushRef="#br0" timeOffset="108466.681">6724 3369,'1'-1,"0"0,-1 0,1 0,0 0,0 0,0 1,0-1,0 0,0 0,1 1,-1-1,0 1,0-1,0 1,0-1,1 1,-1 0,0-1,1 1,-1 0,0 0,0 0,1 0,-1 0,1 1,1-2,268 0,1448-7,-779 2,-870 9,-70-3,0 0,0 0,0 1,0-1,-1 0,1 0,0 0,0 1,0-1,0 0,0 0,0 0,0 1,0-1,0 0,0 0,0 0,0 1,0-1,0 0,0 0,0 0,0 1,0-1,0 0,0 0,0 0,0 1,0-1,0 0,0 0,0 0,1 1,-1-1,0 0,0 0,0 0,0 0,0 1,1-1,-1 0,0 0,0 0,0 0,1 0,-1 0,0 0,0 0,0 0,1 1,-1-1,0 0,0 0,0 0,1 0,-1 0,0 0,0 0,1 0,-1-1,0 1,0 0,-9 6</inkml:trace>
  <inkml:trace contextRef="#ctx0" brushRef="#br0" timeOffset="109329.025">8490 4653,'-1'6,"0"0,1 0,0 0,0 0,0 0,1 0,0 0,0 0,0 0,1 0,0-1,0 1,1 0,0-1,0 0,0 0,0 0,1 0,0 0,0 0,0-1,0 0,1 0,0 0,0-1,0 1,0-1,0 0,1-1,-1 1,1-1,0 0,-1-1,1-1,-1 0,0 1,0-2,1 1,-1-1,0 0,0 0,0 0,0-1,0 0,0 0,0 0,0 0,-1-1,1 0,-1 0,0 0,0 0,0-1,0 0,-1 0,1 0,-1 0,0 0,0-1,0 0,3-5,0 0,-1 0,0 0,-1-1,0 0,-1 0,0 0,-1 0,0 0,0-1,-2 1,1-2,-1 8,-1 0,1-1,-1 1,0 0,0 0,0 0,-1 1,0-1,0 0,0 1,0-1,-1 1,0-1,0 1,0 0,0 0,-1 1,1-1,-1 1,0-1,0 1,-1 0,1 1,0-1,-1 1,0 0,1 0,-1 0,0 1,0-1,0 1,0 1,0-1,0 1,0-1,-1 2,1-1,0 0,0 1,0 0,0 0,0 1,0-1,1 1,-1 0,-1 1,1 0,1 0,0 0,0 0,0 1,0-1,0 1,1 0,-1 0,1 1,0-1,0 1,1-1,0 1,-1 0,1 0,1 0,-1 0,1 0,0 0,0 1,1-1,-1 0,1 1,0-1,1 0,-1 1,1-1,0 0,0 0,1 0,0 0,0 0,0 0,2 3,23 23,5-5</inkml:trace>
  <inkml:trace contextRef="#ctx0" brushRef="#br0" timeOffset="109997.707">8891 4719,'-4'-28,"1"-1,2 0,1 0,2 0,0 0,2 0,5-20,-8 48,-1-1,0 1,1 0,-1 0,0-1,1 1,-1 0,1 0,0 0,-1 0,1 0,0 0,0 0,0 0,0 0,0 0,0 0,0 0,0 1,0-1,0 0,0 1,0-1,1 1,-1-1,0 1,0 0,1-1,-1 1,0 0,0 0,1 0,-1 0,0 0,1 0,-1 0,0 1,0-1,1 0,-1 1,0-1,0 1,1-1,-1 1,0 0,1-1,270 32,-267-32,-1 0,1 1,-1-1,0 1,1-1,-1 2,1-1,-1 0,0 1,0-1,0 1,0 1,0-1,0 0,0 1,-1 0,0 0,1 0,-1 0,0 0,0 1,-1-1,1 1,-1 0,1 0,-1 0,0 0,-1 0,1 0,-1 1,1 2,-5 125,3-130,1 0,-1 1,1-1,0 0,0 0,0 0,0 0,0-1,0 1,1 0,-1 0,0-1,1 1,0-1,-1 1,1-1,0 0,0 1,-1-1,1 0,0 0,0 0,0-1,1 1,-1 0,0-1,0 1,0-1,0 0,2 0,66-11,-60 5,-1 0,0 0,-1 0,1-1,-1 0,-1-1,1 0,-1 0,-1 0,1-1,-1 0,-1-1,0 1,0-1,-1 0,0 0,1-6,4-17,-1-1,-1 0,-2-1,0-28,0 10,-2 1,-3 0,-2-1,-3 1,-1 0,-14-49,2 61,12 46,10 109,27 313,-31-392,-1-21,1 1,0-1,1 0,1 1,0-1,1 0,1 0,0 0,7 13,-10-25,1 0,0 0,-1-1,1 1,1 0,-1-1,0 0,1 1,-1-1,1 0,0 0,-1-1,1 1,0-1,0 1,0-1,0 0,0 0,1 0,-1 0,0-1,0 1,1-1,-1 0,0 0,1 0,-1 0,0-1,0 1,1-1,-1 0,0 0,0 0,0-1,0 1,0 0,0-1,0 0,-1 0,1 0,1-1,16-16</inkml:trace>
  <inkml:trace contextRef="#ctx0" brushRef="#br0" timeOffset="110199.859">9318 4157,'12'5,"21"3,26 1,25-1,20-2,9 0,0 1,-8 2,-18 4,-23 0</inkml:trace>
  <inkml:trace contextRef="#ctx0" brushRef="#br0" timeOffset="111031.905">10134 4344,'-26'15,"8"-7,0 0,0 1,2 1,-1 1,1 0,0 1,1 1,1 0,0 1,1 0,0 2,1-1,1 1,1 1,0 0,-6 15,15-27,-1-1,1 0,0 0,1 0,-1 0,1 1,0-1,0 0,0 1,1-1,-1 0,1 0,0 0,0 1,1-1,-1 0,1 0,0-1,0 1,0 0,0-1,1 1,-1-1,1 1,0-1,0 0,0-1,1 1,-1 0,1-1,-1 0,1 0,0 0,0 0,0 0,0-1,2 1,1 0,0 0,-1 0,1 0,0-1,0 0,0-1,0 1,0-1,-1-1,1 1,0-1,0 0,0-1,0 0,-1 0,1 0,-1-1,0 0,1 0,-1 0,-1-1,1 0,0 0,-1-1,0 0,0 1,0-2,-1 1,0 0,0-1,0 0,-1 0,1 0,0-5,-1 5,0 0,-1-1,0 0,0 1,-1-1,0 0,0 0,-1 0,1 0,-2 0,1 0,-1 0,0 0,0 0,-1-1,2 8,0-1,-1 1,1-1,0 1,-1-1,1 1,0-1,-1 1,1 0,-1-1,1 1,-1-1,1 1,-1 0,1 0,-1-1,1 1,-1 0,1 0,-1-1,0 1,1 0,-1 0,1 0,-1 0,1 0,-1 0,0 0,1 0,-1 0,1 0,-1 0,0 0,1 1,-1-1,1 0,-1 0,1 1,-1-1,1 0,-1 1,1-1,-1 0,1 1,-1-1,1 1,0-1,-1 1,1-1,0 1,-1-1,1 1,0-1,0 1,-1-1,1 1,0 0,-19 33,16-24,0 0,0 0,1 0,1 1,0-1,0 0,1 1,0-1,2 9,-2-16,0 0,0 0,1 0,0 0,-1 0,1 0,0 0,1 0,-1 0,0 0,1-1,0 1,-1 0,1-1,0 0,0 1,0-1,1 0,-1 0,1 0,-1 0,1-1,-1 1,1-1,0 1,0-1,0 0,0 0,0 0,0-1,0 1,0-1,0 1,3-1,0-2,1 1,-1-1,1-1,-1 1,1-1,-1 0,0-1,-1 1,1-1,0 0,-1-1,0 1,0-1,0 0,-1 0,0-1,0 1,0-1,-1 0,1 0,-1 0,-1-1,1 1,-1-1,0 1,-1-1,0 0,0-1,4-16,-1-1,-2 0,0 0,-2 0,0 0,-2 0,-1 0,-1 0,-4-13,-7 4,27 45,-1-2,1 1,0-1,1-1,0 0,1-1,-1-1,1 0,1-1,38 20,-50-23,1 0,-1 0,1 1,-1-1,0 1,0-1,0 1,0 0,0 0,-1 1,1-1,-1 0,0 1,0 0,0-1,-1 1,1 0,-1 0,0 0,0 0,0 0,-1 0,1 0,-1 0,0 0,0 0,-1 3,-12 132,13-136,1 0,0 0,0-1,0 1,0 0,0-1,1 1,-1-1,1 1,-1-1,1 1,0-1,0 0,0 0,0 0,1 0,-1-1,0 1,1 0,-1-1,1 0,0 1,-1-1,1 0,0-1,0 1,0 0,-1-1,2 1,88 1,-83-3,0 1,1-1,-1-1,0 0,1 0,-1-1,0 0,-1 0,1-1,-1 0,1-1,-1 0,0 0,-1-1,0 0,1 0,-2-1,1 0,-1 0,0 0,-1-1,1 0,-2 0,1 0,-1-1,0 1,-1-1,0 0,0 0,-1 0,0-1,-1 1,0 0,0-1,-1 1,-1-4,1 9,0 1,0-1,-1 1,0-1,0 1,0-1,0 1,0 0,0 0,-1 0,0 0,0 0,1 0,-2 0,1 0,0 1,-1-1,1 1,-1-1,1 1,-1 0,0 0,0 0,0 1,0-1,-1 1,1 0,0-1,-1 1,1 1,0-1,-1 0,1 1,-1 0,1 0,-1 0,1 0,-1 1,1-1,-1 1,1 0,0 0,-1 0,1 0,-2 2,0-1,0 1,1 0,-1 1,1-1,0 1,0 0,0 0,0 0,1 1,0-1,-1 1,2 0,-1 0,1 0,-1 0,1 0,1 0,-1 1,1-1,0 1,0-1,1 1,-1-1,1 1,0-1,1 1,-1-1,1 1,1-1,-1 1,1-1,-1 0,1 1,3 3,1-1,0 0,0-1,1 0,0 0,0-1,1 0,-1 0,2-1,-1 0,0 0,2 0,48 23</inkml:trace>
  <inkml:trace contextRef="#ctx0" brushRef="#br0" timeOffset="111311.161">11684 4278,'0'16,"0"14,0 11,2 9,6 1,6-1,4-4,3-7,-1-9,-4-9</inkml:trace>
  <inkml:trace contextRef="#ctx0" brushRef="#br0" timeOffset="111766.234">11564 4118,'28'-3,"1"1,0 2,-1 0,1 2,0 2,-1 0,0 2,28 9,-50-13,1 1,-1-1,0 1,1 1,-1-1,0 1,-1 0,1 0,-1 1,0 0,0 0,0 0,-1 0,0 1,0 0,0 0,-1 0,1 0,-2 1,1-1,-1 1,0-1,0 1,0 0,-1 0,0 0,-1 6,-6 177,6-187,0 0,1 0,-1 1,1-1,-1 0,1 0,0 0,0 0,0 0,1 0,-1 0,1 0,0-1,0 1,0 0,0-1,0 0,0 1,1-1,-1 0,1 0,-1 0,1 0,0-1,0 1,0-1,0 0,0 0,0 0,0 0,0 0,0-1,0 1,1-1,-1 0,0 0,0 0,1 0,-1-1,0 1,0-1,0 0,0 0,0 0,0 0,0-1,8-3,-1 0,0-1,0-1,0 0,-1 0,0-1,-1 0,1 0,-2-1,1 0,-1-1,-1 1,1-1,-2-1,1 1,-2-1,1 0,-1 0,-1 0,0 0,-1-1,1-6,-6-13,3 30,0 1,-1 0,1-1,-1 1,1 0,-1 0,1 0,-1-1,1 1,0 0,-1 0,1 0,-1 0,1 0,-1 0,1 0,-1 0,1 0,-1 0,1 0,-1 0,1 0,-1 1,1-1,-1 0,1 0,-1 0,1 1,-1-1,1 0,0 1,-1-1,1 0,0 1,-1-1,1 0,0 1,-1-1,1 1,0-1,0 0,-1 1,1-1,0 1,0-1,0 1,0-1,0 1,-1-1,1 1,0-1,0 1,0-1,1 1,-1 0,-5 7,2 0,-1 0,1 0,0 0,1 1,0 0,0-1,1 1,0 0,0 0,1 0,0 0,1 0,0-1,0 1,1 0,0 0,1-1,0 1,0-1,1 0,0 0,0 0,1-1,0 1,0-1,1 0,0-1,0 1,4 2,86 35,-48-33</inkml:trace>
  <inkml:trace contextRef="#ctx0" brushRef="#br0" timeOffset="112133.735">12673 4331,'-6'7,"0"0,0 0,1 0,0 0,0 1,1 0,0 0,1 0,-1 1,1-1,1 1,0-1,0 1,1 0,0 0,0 0,1 0,0 0,1 0,0 0,0 0,1 0,0 0,0-1,1 1,1-1,-1 0,1 0,1 0,-1 0,1-1,1 1,-1-1,1-1,0 1,1 0,-3-5,-1 1,1 0,-1-1,1 0,0 0,0 0,0 0,0 0,0-1,1 0,-1 0,0 0,1 0,-1-1,0 0,1 1,-1-2,1 1,-1 0,0-1,1 0,-1 0,0 0,0-1,0 1,0-1,0 0,0 0,0-1,0 1,-1-1,1 0,-1 0,0 0,0 0,0 0,0-1,-1 1,2-3,2-7,-1-1,-1 1,0-1,-1 0,0-1,-1 1,0 0,-1-1,-1 1,-1-1,0 1,-1-1,0 1,-1 0,-4-11,7 19,-1-1,-1 1,1 0,-1 0,-1 0,1 0,-1 0,1 1,-2-1,1 1,-1 0,1 0,-2 0,1 0,0 1,-1-1,0 1,0 0,0 1,0-1,-1 1,1 0,-1 0,0 1,0 0,0 0,0 0,0 1,-1 0,1 0,0 0,0 1,-1 0,1 0,-4 1,-12 8,0 1,1 1,0 1,0 1,2 1,-1 1,2 0,0 1,1 1,-3 5,3-5,-41 40</inkml:trace>
  <inkml:trace contextRef="#ctx0" brushRef="#br0" timeOffset="115188.825">4960 3957,'-4'6,"0"1,0-1,1 1,0 0,0 0,1 0,0 0,0 0,0 0,1 1,0-1,1 0,0 1,0-1,0 1,1-1,1 4,-1 17,-1-4,0 0,2 0,1 0,0 0,2-1,5 13,-6-22,1-1,1 0,1 0,-1-1,2 1,0-2,0 1,1-1,1 0,-1-1,2 0,1 1,-5-8,0 0,-1 0,1 0,0-1,0 0,1 0,-1-1,0 0,0 0,1-1,-1 0,0 0,1-1,6-1,14 1,-22 0,-1 1,1-1,-1 0,1-1,-1 1,1-1,-1 0,0 0,0-1,0 0,0 0,-1 0,1 0,-1-1,0 1,0-1,0 0,0-1,-1 1,1-1,-1 1,0-1,-1 0,1 0,-1 0,0-1,0 1,0-1,48-144,-37 83,-13 56,1 0,-2 0,1 0,-2 0,1 0,-2 0,1 0,-1 1,-1-1,0 1,0 0,-1 0,-1 0,0 1,0 0,0 0,-1 0,-1 1,1 0,-1 0,-1 1,1 0,-1 0,0 1,-10-5,7 5,-1-1,1 2,-1 0,0 0,0 1,0 1,-1 0,1 1,-1 0,0 1,1 1,-1 0,-9 1,20-1,0 0,0 0,-1 0,1 0,0 0,0 1,0-1,-1 1,1 0,0 0,0 0,0 1,0-1,1 1,-1-1,0 1,1 0,-1 0,1 0,-1 0,1 1,0-1,0 1,0-1,0 1,1 0,-1 0,1-1,-1 1,1 0,0 1,0 1,0 33,1-18</inkml:trace>
  <inkml:trace contextRef="#ctx0" brushRef="#br0" timeOffset="116298.002">5107 4799,'-5'4,"0"0,0 1,0 0,1-1,-1 2,1-1,0 0,1 1,-1 0,1-1,0 1,1 1,-1-1,1 0,1 1,-1-1,1 1,0-1,0 1,1 0,0-1,0 1,1 3,-2 1,-2 6,1 0,0 0,1 0,1 1,1-1,0 0,1 0,1 0,1 0,0 0,1-1,1 0,0 0,2 0,-1-1,2 0,0 0,1-1,3 3,-1-4,1 0,1 0,0-2,1 1,0-2,1 0,0-1,1 0,-1-2,5 2,-11-9,-1 0,1 0,-1-1,0 0,1 0,-1-1,0 0,0-1,0 0,0-1,-1 1,1-2,-1 1,0-1,0 0,-1-1,1 0,-1 0,0-1,-1 0,0 0,1-1,2-5,0-1,-1 0,0 0,-1-1,-1 0,-1 0,0 0,0-1,-2 0,0 0,-1 0,0 0,-2 0,0 0,0 0,-2 0,0 0,0 0,-2 0,0-1,1 2,-1-1,0 1,-1-1,0 1,-1 1,-1-1,0 1,-1 0,-1 1,0 0,-1 0,0 1,-1 0,0 1,-1 0,0 1,-1 0,-4-2,1 2,-1 0,-1 1,1 1,-2 0,1 1,-1 1,0 1,-8-1,24 5,-1 1,0-1,0 0,0 1,1 0,-1 0,0 0,0 0,0 1,0 0,1-1,-1 1,0 1,1-1,-1 0,0 1,1 0,0 0,-1 0,1 0,0 0,0 1,0-1,0 2,-106 152,57-71,24-46,3-4</inkml:trace>
  <inkml:trace contextRef="#ctx0" brushRef="#br0" timeOffset="148629.862">5147 6537,'47'-73,"100"-220,-123 257,-14 51,-10 206,0-210,-2 36,2 0,2 0,2 0,2 0,2-1,6 14,-6-36,-2-5</inkml:trace>
  <inkml:trace contextRef="#ctx0" brushRef="#br0" timeOffset="149401.669">5267 7486,'34'-40,"-2"-2,-1-1,-3-2,14-29,-12 13,-23 86,-23 292,15-275,-1 3,2-1,3 0,5 34,-8-77,0 0,-1 0,1 0,0-1,0 1,0 0,0 0,0 0,0-1,0 1,1 0,-1 0,0 0,0-1,1 1,-1 0,0 0,1-1,-1 1,0 0,1-1,-1 1,1 0,-1-1,1 1,0-1,-1 1,1-1,0 1,-1-1,1 0,0 1,-1-1,1 0,0 1,0-1,-1 0,1 0,0 0,0 1,0-1,-1 0,1 0,0 0,0-1,0 1,-1 0,1 0,0 0,0 0,-1-1,1 1,0 0,0-1,-1 1,1-1,0 1,-1-1,1 1,-1-1,1 1,0-1,-1 1,1-1,-1 0,6-7</inkml:trace>
  <inkml:trace contextRef="#ctx0" brushRef="#br0" timeOffset="151314.745">7072 6671,'2'20,"1"14,0 13,0 6,-1 7,-1 2,-1-1,-2-4,-1-6,0-9,-2-10,0-16,1-14,1-18,1-5</inkml:trace>
  <inkml:trace contextRef="#ctx0" brushRef="#br0" timeOffset="151568.11">7059 6859,'-11'-49,"-2"2,-2-1,-2 2,-1 0,-7-6,21 45,3 6,0 0,-1-1,1 1,0 0,0 0,1-1,-1 1,0-1,0 1,1-1,-1 1,0-1,1 1,0-1,-1 0,1 1,0-1,0 1,0-1,0 0,0 1,0-1,0 0,1 1,-1-1,1 1,-1-1,1 1,-1-1,1 1,0-1,0 1,0-1,0 1,0 0,0 0,0-1,0 1,1 0,85-20,28 4,1 5,55 5,-54 16,-79-1</inkml:trace>
  <inkml:trace contextRef="#ctx0" brushRef="#br0" timeOffset="151989.002">7059 6885,'17'2,"1"0,-1-1,1-1,0 0,-1-2,1 0,-1-1,16-4,-21 4,260-52,-271 54,1 0,0 1,0-1,0 1,0-1,0 1,0 0,0 0,0 0,0 0,0 0,0 0,0 1,0-1,0 0,0 1,0 0,0 0,0-1,-1 1,1 0,0 0,-1 1,1-1,0 0,-1 0,0 1,1-1,-1 1,0-1,1 1,-1 0,0-1,0 1,-1 0,1 0,0 0,-1 0,1 0,-1 0,1 0,-1 0,-2 12,0 0,-1 0,0-1,-2 1,1-1,-2 0,1 0,-7 8,-8 22,-9 53,28-92,0 0,1 0,0-1,-1 1,1 0,1 0,-1 0,1-1,-1 1,1 0,0 0,1-1,-1 1,0-1,1 1,0-1,0 0,0 0,0 0,1 0,-1 0,1 0,-1 0,1-1,1 1,5 1,0 0,0-1,0 0,0 0,1-1,0 0,-1-1,1 0,0 0,-1-1,1 0,0-1,0 0,-1-1,1 0,-1 0,1-1,-1 0,0-1,0 0,0 0,0-2,-1 2,-2 1,1-1,0-1,-1 1,0-1,0 0,0 0,-1-1,0 0,0 0,0 0,-1-1,0 1,0-1,0 0,-1 0,0-1,-1 1,1 0,-1-1,-1 0,0 1,0-1,0 0,-1 0,0 0,0 1,-1-1,0 0,-1 0,0 1,0-1,0 1,-1-1,-2-3,0 1,-1 0,-1 1,0 0,0 0,0 0,-1 1,-1 0,1 0,-1 1,-1 0,1 1,-8-4,12 7,1 0,-1 1,0 0,0 0,0 0,1 1,-2 0,1 0,0 0,0 0,0 1,0 0,-1 0,1 0,0 1,0 0,0 0,0 0,0 0,0 1,0 0,0 0,0 0,1 1,-1-1,1 1,0 0,-3 3,3-2,2-1,-1 1,0 0,1 0,0 0,0 0,0 0,0 1,1-1,-1 1,1-1,0 1,1-1,-1 1,1-1,0 1,0 0,0-1,1 1,-1-1,1 1,0 0,1-1,-1 0,1 1,0-1,0 0,0 0,0 0,1 0,0 0,0-1,0 1,0-1,0 0,30 34</inkml:trace>
  <inkml:trace contextRef="#ctx0" brushRef="#br0" timeOffset="152650.973">8075 7179,'-6'-19,"0"1,1-1,1-1,0 1,2 0,0-1,2 0,0 1,1-1,1 1,0-1,2 1,0 0,1 0,5-9,17-121,-32 132,5 19,1 0,-1 0,1 0,-1 0,1 0,0 0,0 0,0 0,0 0,0-1,0 1,1 0,-1-1,1 1,-1-1,1 1,-1-1,1 0,0 1,0-1,-1 0,1 0,0 0,0-1,0 1,0 0,0-1,0 1,2-1,175 46,-175-43,0-1,0 0,-1 1,1-1,-1 1,0 0,0 0,0 1,0-1,-1 0,1 1,-1 0,0 0,0-1,0 1,0 0,-1 1,0-1,0 0,0 0,0 4,-2 93,0-89,-3 22,2-19,0-1,1 1,1 0,0 0,1 0,0-1,1 2,-1-14,-1 0,1-1,-1 1,1 0,0 0,0 0,0 0,0-1,0 1,0-1,0 1,0 0,1-1,-1 0,1 1,-1-1,1 0,-1 0,1 0,0 0,0 0,0 0,-1 0,1-1,0 1,0-1,0 1,0-1,0 0,0 0,0 0,0 0,0 0,2 0,63-26,-48 10,0-1,-2 0,0-1,-1-1,-1-1,-1 0,-1 0,0-2,-2 0,0 0,-2-1,3-10,4-16,-2-1,-3 0,-2 0,-2-1,-2 0,-2 0,-3-1,-5-45,4 76,-1 1,0-1,-1 1,-2 0,0 0,-1 0,-1 1,-1 0,-3-5,11 23,-1 0,1 1,-1-1,1 0,-1 1,1-1,-1 1,0-1,1 1,-1-1,0 1,1-1,-1 1,0-1,0 1,1 0,-1 0,0-1,0 1,0 0,1 0,-1 0,0 0,0 0,0 0,0 0,1 0,-1 0,0 0,0 1,0-1,1 0,-1 1,0-1,0 0,1 1,-1-1,0 1,1-1,-1 1,0-1,1 1,-1-1,1 1,-1 0,1-1,-1 1,1 0,-1 0,1-1,0 1,0 0,-1 0,1-1,0 1,0 0,0 0,0 0,0 0,0-1,0 1,0 0,0 0,0 0,0-1,0 1,1 0,-1 0,0 0,-5 37,1 0,2 0,2 0,2 0,1 0,1 0,11 37,-7-22,43 326,-50-372,0 2,0 1,1-1,0 1,1-1,0 0,0 0,1 0,0-1,0 1,6 7,-9-15,0 0,0 0,0 0,0 0,0 0,0 0,0 0,1 0,-1 0,0-1,1 1,-1 0,0-1,1 1,-1-1,1 0,-1 1,1-1,-1 0,1 0,-1 0,1 0,-1 0,1 0,0-1,16-4</inkml:trace>
  <inkml:trace contextRef="#ctx0" brushRef="#br0" timeOffset="152933.226">8342 6443,'20'-4,"28"-4,28-3,24 0,13 3,3 4,-8 8,-24 3</inkml:trace>
  <inkml:trace contextRef="#ctx0" brushRef="#br0" timeOffset="153182.563">8756 7219,'0'14,"3"11,2 6,3 4,0 4,-1 1,-2 1,-4 1,-4-3,-7-4,-3-4,0-9</inkml:trace>
  <inkml:trace contextRef="#ctx0" brushRef="#br0" timeOffset="154101.941">9198 6938,'-6'-8,"1"-2,0 1,-1 0,0 1,0-1,-1 1,0 0,0 1,-1 0,0 0,0 0,-1 1,0 0,0 1,0 0,-1 1,-5-2,13 5,-1 1,1 0,-1 0,1 0,-1 0,0 0,1 0,-1 1,1-1,-1 1,1 0,-1-1,1 1,0 1,-1-1,1 0,0 0,0 1,0-1,0 1,0 0,0 0,0 0,1 0,-1 0,1 0,-1 0,1 0,0 0,0 1,0-1,0 0,0 1,-16 85,16-83,1 0,0 1,0-1,0 0,1 1,0-1,0 0,0 0,1 0,-1 0,1 0,0 0,1 0,-1 0,1-1,0 1,0-1,0 0,1 0,0 0,-1-1,1 1,0-1,1 0,-1 0,1 0,-1 0,1-1,0 0,2 1,0-2,1 0,-1 0,0-1,0 0,1 0,-1-1,0 0,0 0,0 0,0-1,0 0,0-1,0 1,-1-2,1 1,-1 0,0-1,0 0,0-1,-1 1,1-1,-1 0,0-1,-1 1,1-1,-1 0,0 0,1-2,-5 9,0 0,-1 0,1 0,1 0,-1 0,0 0,0 0,0 0,1 1,-1-1,0 0,1 0,-1 0,1 0,-1 0,1 0,-1 0,1-1,0 1,0 0,-1 0,1 0,0-1,0 1,0 0,0-1,0 1,0-1,0 1,0-1,0 1,0-1,0 0,0 0,0 1,0-1,0 0,0 0,1 0,-1 0,0 0,0 0,0-1,0 1,0 0,0 0,0-1,0 1,0-1,0 1,0-1,1 0,5-3,0-1,0 0,-1 0,1-1,-1 0,0 0,-1 0,1-1,-1 0,-1 0,1 0,-1-1,0 1,-1-1,0 0,0 0,-1 0,0 0,0-1,-1 1,1-8,5-59,-5 73,0 0,0 1,0 0,0-1,0 1,0 0,0 0,0 0,1 0,-1 0,0 1,1-1,-1 1,1-1,-1 1,0 0,1 0,-1 0,1 0,-1 1,1-1,-1 1,0-1,1 1,-1 0,0 0,0 0,1 0,-1 0,0 0,0 1,0-1,1 2,2-1,-4-1,5 0,-1 1,1-1,-1 1,0 1,0-1,0 1,0 0,-1 0,1 0,-1 1,1-1,-1 1,0 0,-1 1,1-1,-1 0,0 1,0 0,0 0,0 0,-1 0,1 3,4 160,-6-166,0 1,0-1,-1 1,1-1,1 0,-1 1,0-1,1 0,-1 0,1 0,-1 0,1 0,0 0,0-1,0 1,0-1,0 1,0-1,1 0,-1 0,0 1,1-2,-1 1,0 0,1 0,-1-1,1 1,-1-1,1 0,1 0,78-9,-68 5,0-1,-1-1,1 0,-1 0,0-2,-1 0,1 0,-2-1,1 0,-1-1,-1-1,0 0,0 0,-1-1,-1 0,0 0,0-1,-1 0,3-10,-9 21,1 0,-1 0,0 0,0 0,0 0,0-1,-1 1,1 0,0-1,-1 1,0-1,0 1,1 0,-2-1,1 1,0-1,0 1,-1 0,1-1,-1 1,0-1,1 1,-1 0,-1 0,1 0,0 0,0 0,-1 0,1 0,-1 0,1 0,-1 0,0 1,0-1,0 1,0-1,0 1,0 0,0 0,0 0,-1 0,1 0,0 0,-1 1,1-1,0 1,-1 0,1-1,-2 1,-2 2,0-1,0 1,0 0,1 1,-1-1,1 1,-1 0,1 1,0-1,0 1,1 0,-1 0,1 1,0-1,0 1,0 0,1 0,0 0,0 0,0 1,0-1,1 1,0 0,0 0,1 0,-1 0,1 0,0 0,1 0,0 0,0 0,0 0,1 1,0-1,0 0,0 0,1 0,0-1,0 1,0 0,1-1,0 1,2 3,6 0,1 0,0 0,0-1,0-1,1 0,0-1,0-1,1 0,0 0,0-1,0-1,0 0,0-1,12 0,37 5</inkml:trace>
  <inkml:trace contextRef="#ctx0" brushRef="#br0" timeOffset="154389.25">10816 6751,'0'19,"2"12,1 5,2 2,3-1,1-5,3-8,-2-8</inkml:trace>
  <inkml:trace contextRef="#ctx0" brushRef="#br0" timeOffset="154832.091">10762 6471,'59'-11,"-39"12,0 0,-1 1,1 0,0 2,-1 1,0 0,0 1,7 5,-18-8,0 1,0 0,-1 0,1 1,-1-1,0 2,-1-1,1 1,-1 0,-1 1,1-1,-1 1,0 0,0 0,-1 1,0 0,0-1,-1 1,0 1,1 4,3 89,5 16,-11-116,-1 1,1 0,0-1,1 1,-1-1,0 1,1-1,-1 0,1 1,0-1,0 0,0 0,0 0,0-1,0 1,0 0,0-1,1 1,-1-1,1 0,-1 0,1 0,0 0,-1 0,1-1,0 1,-1-1,1 0,0 1,0-1,-1-1,1 1,0 0,0-1,-1 1,3-1,2-1,0-1,0 1,0-1,0 0,0-1,-1 1,0-1,1-1,-2 1,1-1,0 0,-1 0,2-3,-1 0,0 0,-1-1,0 0,0 0,-1 0,0-1,0 1,-1-1,0 0,-1 0,0 0,-1 0,0 0,0 0,-2-4,2 14,-1-1,0 1,0-1,0 0,0 1,0-1,1 1,-1-1,0 0,-1 1,1-1,0 1,0-1,0 0,0 1,0-1,-1 1,1-1,0 1,0-1,-1 1,1-1,0 1,-1-1,1 1,-1-1,1 1,-1-1,1 1,0 0,-1-1,0 1,1 0,-1-1,1 1,-1 0,1 0,-1 0,1 0,-1-1,0 1,1 0,-1 0,0 0,1 0,-1 0,1 0,-1 0,-21 24,19-19,1 0,-1 1,1-1,-1 1,1 0,1-1,-1 1,1 0,0 0,1 0,-1 0,1 0,1 0,-1 0,1 0,0-1,0 1,0 0,1 0,0 0,0-1,0 1,1-1,0 0,0 0,1 0,2 4,76 46,-35-36</inkml:trace>
  <inkml:trace contextRef="#ctx0" brushRef="#br0" timeOffset="155469.387">12246 6751,'70'-159,"-43"105,45-95,-62 135,-5 21,-5 28,-5 76,4 0,9 59,-5-147,-2 0,0 0,-1 0,-2 0,0 0,-2 2,3-19,-1 0,1 0,-1 0,-1 0,1 0,-1 0,0-1,0 1,-1-1,1 0,-1 0,0 0,-1-1,1 1,-1-1,0 0,0 0,0-1,0 0,-1 0,1 0,-1 0,0-1,-3 1,-25 1,45-12,27 3,0 1,1 1,-1 2,6 3,34-2,51-12,-105 4</inkml:trace>
  <inkml:trace contextRef="#ctx0" brushRef="#br0" timeOffset="155800.546">12059 6029,'-5'11,"1"9,4 7,8 5,10 0,8 0,7-6,-2-7</inkml:trace>
  <inkml:trace contextRef="#ctx0" brushRef="#br0" timeOffset="156068.84">12527 6003,'13'2,"5"6,2 5,-3 8,-5 9,-1 9,2 4,3 2,3-2,1-4,-3-9</inkml:trace>
  <inkml:trace contextRef="#ctx0" brushRef="#br0" timeOffset="157503.063">12420 3756,'-3'3,"0"4,0 7,1 7,5 5,7 2,8 1,5-2,7-3,-3-6</inkml:trace>
  <inkml:trace contextRef="#ctx0" brushRef="#br0" timeOffset="157825.979">12901 3770,'-5'21,"4"13,8 7,10 7,11 1,8 0,-3-9</inkml:trace>
  <inkml:trace contextRef="#ctx0" brushRef="#br0" timeOffset="165249.352">7915 8943,'10'479,"-7"-399,-13-88,-7-29,2 0,1-1,2-1,2 0,-3-23,6 17,1-1,2 1,2-1,2-10,0 53,-1-1,1 1,0 0,0-1,0 1,1-1,0 1,-1-1,1 1,0 0,0-1,1 1,-1 0,1 0,-1 0,1 0,0 0,0 0,1 1,-1-1,0 1,1-1,0 1,-1 0,1 0,0 0,0 0,0 1,2-1,5-1,1 1,0 0,0 1,0 1,-1-1,1 2,0 0,0 0,0 1,0 0,-1 0,1 1,-1 1,0 0,0 1,0-1,2 3,-6-4,-1 1,1-1,-1 1,0 0,0 0,0 1,0-1,-1 1,0 0,0 0,0 1,-1-1,1 1,-1 0,-1 0,1 0,-1 0,0 0,-1 0,1 1,-1-1,0 1,-1-1,1 1,-2-1,1 1,0-1,-1 1,-1 0,1 0,-1-1,-1 1,1-1,-1 1,0-1,0 0,-1 0,0 0,0-1,0 0,-1 1,0-1,0-1,0 1,-1-1,1 0,-1 0,0 0,0-1,-3 1,-6-2,21-8,7 2,0 1,0 1,0 0,0 1,1 1,-1 0,0 0,0 2,0-1,0 2,0 0,0 0,0 1,-1 1,1 0,-1 0,-1 1,1 1,-1 0,0 1,-1 0,0 0,3 4,-9-8,0-1,-1 1,1 0,-1 0,0 0,0 0,0 1,-1-1,1 1,-1-1,0 1,-1 0,1 0,-1 0,0 0,0 0,-1 0,1 0,-1 0,0 1,0-1,-1 0,0 0,0 0,0 0,0 0,-1 0,0 0,0-1,0 1,-1-1,1 1,-3 2,-2 0,0-1,0 0,0 0,-1-1,0 0,0 0,0-1,0 0,-1-1,1 1,-1-2,0 1,0-1,0-1,0 1,-1-2,-10 2,0-1,0-1,0-1,-1-1,1-1,-16-4,-33-18,70 25,-1 0,1 0,0 0,-1 0,1 0,0 0,-1 0,1 0,0 0,-1 0,1 0,-1 0,1-1,0 1,-1 0,1-1,-1 1,1 0,-1-1,1 1,-1-1,1 1,-1 0,1-1,-1 1,1-1,-1 0,0 1,1-1,-1 1,0-1,0 1,1-1,-1 0,0 1,0-1,0 0,0 1,0-1,0 0,0 1,0-1,0 0,0 1,0-1,0 0,-1 1,1-1,0 1,0-1,-1 0,1 1,0-1,-1 1,1-1,0 1,-1-1,1 1,-1-1,1 1,-1 0,1-1,-1 1,29-5</inkml:trace>
  <inkml:trace contextRef="#ctx0" brushRef="#br0" timeOffset="165690.509">8690 9171,'-3'0,"-100"8,98-7,0 0,1 0,0 0,-1 1,1-1,0 1,0 1,0-1,0 0,0 1,0 0,1 0,-1 0,1 0,0 0,0 1,0 0,0-1,1 1,-2 4,2-5,1 1,1-1,-1 0,0 1,1-1,0 1,-1-1,1 1,1-1,-1 1,0-1,1 1,0-1,0 1,0-1,0 0,0 0,1 1,0-1,-1 0,1 0,0-1,0 1,1 0,-1-1,1 1,-1-1,1 0,0 1,90 52,-90-53,0-1,0 1,0-1,1 0,-1 0,0 0,1 0,-1 0,1-1,-1 0,1 1,-1-1,1-1,-1 1,1 0,-1-1,0 0,1 0,-1 0,1 0,-1 0,0-1,0 1,0-1,0 0,0 0,0 0,-1 0,1-1,0 1,1-3,29-94,-20 44,-7 52,-4 19,-3-9,0 1,1 0,0 0,1 0,-1 0,2-1,-1 1,1 0,0-1,0 1,1-1,0 0,1 0,-1 0,1 0,1-1,-1 1,1-1,0 0,1-1,-1 1,1-1,0 0,0 0,1-1,-1 0,1 0,0 0,7 2,20-1,-3-5</inkml:trace>
  <inkml:trace contextRef="#ctx0" brushRef="#br0" timeOffset="166034.106">9278 9104,'-20'0,"0"0,1 2,-1 0,1 1,-1 1,1 1,0 1,0 0,1 1,-16 10,33-17,-1 0,1 0,0 0,0 1,0-1,0 1,0-1,0 1,0-1,-1 1,1 0,1-1,-1 1,0 0,0 0,0 0,0-1,0 1,1 0,-1 0,0 0,1 0,-1 0,1 1,-1-1,1 0,0 0,-1 0,1 0,0 1,0-1,0 0,0 0,0 0,0 0,0 1,0-1,1 0,-1 0,0 0,1 0,-1 1,0-1,1 0,0 0,-1 0,1 0,0 0,-1 0,1 0,0 0,0-1,0 1,0 0,0 0,104 28,-57-19,-48-10,13 2,0 1,-1 0,1 1,-1 0,0 1,0 1,-1 0,1 0,-1 1,7 6,-17-12,0 0,0 0,0 0,0 1,1-1,-2 0,1 0,0 1,0-1,0 1,-1-1,1 1,0-1,-1 1,0-1,1 1,-1 0,0-1,0 1,0-1,0 1,0 0,0-1,0 1,0-1,-1 1,1 0,-1-1,1 1,-1-1,0 1,1-1,-1 0,0 1,0-1,0 0,0 1,0-1,-53 35,32-27,-1-1,1-2,-2 0,1-1,-7 0,30-4,-1-1,0 1,1-1,-1 0,1 1,-1-1,0 0,0 1,1-1,-1 0,0 0,0 1,1-1,-1 0,0 0,0 0,1 0,-1 0,0 0,0 0,0 0,1-1,-1 1,0 0,1 0,-1-1,0 1,0 0,1-1,-1 1,0-1,1 1,-1-1,1 1,-1-1,1 1,-1-1,1 1,-1-1,1 0,-1 1,1-1,0 0,-1 0,1 1,0-1,0 0,0 1,0-1,-1 0,1 0,0 0,0 1,0-1,0 0,10-10</inkml:trace>
  <inkml:trace contextRef="#ctx0" brushRef="#br0" timeOffset="167717.912">9799 9144,'-136'-5,"131"5,-1 1,1 0,0 0,-1 0,1 1,0-1,0 1,0 1,0-1,0 1,0-1,1 1,-1 1,1-1,0 1,0-1,0 1,0 1,1-1,-1 0,1 1,0-1,0 2,2-2,-1 0,1 0,-1 0,1 0,1 0,-1 0,0 0,1 0,0 0,0 0,0 0,1 1,-1-1,1 0,0 0,0 0,0 0,1-1,0 1,-1 0,1 0,0-1,1 1,-1-1,1 0,-1 0,1 0,0 0,0 0,1 0,5 4,0 0,0-1,0 0,1-1,0 0,0-1,0 0,0 0,1-1,10 2,-11-3,0 0,0-1,0 0,0 0,0-1,0-1,0 0,0 0,0-1,0 0,0 0,-1-1,1-1,-1 1,1-2,-1 1,-1-1,1-1,-1 1,0-2,0 1,0-1,-1 0,0 0,-1-1,2-3,44-103,-48 160,-4-43,0 0,-1 1,1-1,0 0,1 0,-1 0,1 0,-1 1,1-1,0 0,0 0,0 0,1 0,-1-1,1 1,-1 0,1 0,0-1,0 1,0-1,0 0,1 0,-1 0,1 0,-1 0,1 0,0 0,0-1,-1 0,1 1,0-1,0 0,0 0,1-1,-1 1,0-1,0 1,0-1,0 0,1 0,-1-1,1 1,8-5,0 1,0-2,-1 0,1 0,-1-1,-1 0,0-1,0 0,0-1,-1 0,0 0,6-11,22-29,-42 88,5-35,0-1,1 1,-1-1,1 1,-1-1,1 0,0 1,0-1,1 0,-1 0,1 0,-1 1,1-2,0 1,0 0,0 0,1-1,-1 1,1-1,-1 1,1-1,0 0,0 0,0-1,0 1,0 0,0-1,1 0,-1 0,0 0,1 0,1 0,6 1,0 0,0-1,-1 0,1-1,0 0,0 0,0-1,0-1,0 0,0-1,1 0,-1-2,0 1,0-1,-1-1,0 0,1-1,-2 0,1 0,-1-1,0 0,-1-1,0 0,0 0,-1 0,0-1,-1 0,0-1,-1 0,0 1,0-2,1-8,6-18,-2-1,-2-1,-1 0,-2 0,-1-35,-2 50,-1 0,-1 0,-1 0,-1 0,-1 0,-1 1,-2-1,-6-17,12 40,0 0,-1 1,1-1,0 0,-1 1,0-1,1 0,-1 1,0-1,0 1,0-1,0 1,0 0,0-1,0 1,0 0,-1 0,1 0,-1 0,1 0,0 0,-1 0,0 0,1 0,-1 1,1-1,-1 1,0-1,0 1,1 0,-1-1,0 1,1 0,-1 0,0 0,0 0,1 1,-1-1,0 0,1 1,-1 0,0-1,1 1,-1 0,0-1,-6 9,0 0,0 1,0-1,1 2,1-1,-1 1,2-1,0 2,0-1,1 1,-1 3,-4 9,1 0,2 1,0 0,1 0,2 0,0 0,2 1,2 20,0-31,0-1,2 1,0-1,0 0,1 0,1 0,1 0,0-1,0 0,1 0,1-1,0 0,1 0,0-1,1 0,1 1,6 1,0 0,0 0,1-2,1 0,0-2,1 0,-1-1,2 0,-1-2,1-1,0 0,0-2,0 0,1-1,-1-2,0 0,1-1,-1-1,0-1,0-1,20-6,-35 9,1 0,-1-1,0 0,0-1,0 1,0-1,0 0,-1-1,1 1,-1-1,0 0,0 0,0-1,-1 1,1-1,-1 0,0-1,-1 1,1-1,-1 1,0-1,0-1,-3 4,0 1,0 0,0 0,0-1,-1 1,1 0,-1 0,0 0,1-1,-1 1,0 0,0 0,0 0,-1 0,1 1,0-1,-1 0,1 0,-1 1,0-1,1 1,-1 0,0-1,0 1,0 0,0 0,0 0,0 0,0 0,0 1,-2-1,-71-13,67 13,-1 1,1 1,0 0,-1 0,1 0,0 1,-1 1,1-1,0 1,-1 1,5-2,1-1,0 1,1 0,-1 0,0 0,0 0,1 0,-1 0,1 1,0-1,0 1,0 0,0 0,0-1,0 1,1 0,0 1,-1-1,1 0,0 0,1 0,-1 1,0-1,1 1,0-1,0 3,0-2,1-1,-1 0,1 1,0-1,0 1,0-1,1 0,-1 0,1 0,0 0,0 0,0 0,0 0,0 0,1-1,-1 1,1-1,0 0,-1 0,1 0,0 0,0 0,1-1,-1 1,0-1,0 0,2 1,4 1,1-1,0 1,-1-2,1 1,0-1,0-1,0 0,0 0,2-1,63-14,-38 51,-34-33,-1-1,0 0,0 0,1 0,-1 0,1-1,0 1,0-1,-1 1,1-1,0 0,0 0,0 0,0-1,0 1,0-1,1 1,-1-1,0 0,0 0,0-1,0 1,0-1,0 1,0-1,0 0,0 0,0 0,0-1,0 1,-1-1,1 1,0-1,-1 0,0 0,1 0,-1 0,0-1,0 1,0 0,0-1,1-2,2-8,-1 1,0-1,0 0,-1 0,-1 0,0 0,-1 0,-1 0,0-1,0 1,-2 0,1 0,-2-1,0 2,0-2,1 6,2 7,-1 0,1 0,-1 0,1 0,0 0,-1 0,1 1,0-1,0 0,-1 0,1 0,0 0,0 0,0 0,0 0,0 0,1 0,-1 0,0 0,0 0,1 0,-1 0,0 0,1 0,-1 0,1 0,-1 1,1-1,0 0,-1 0,1 1,0-1,-1 0,1 1,0-1,0 0,0 1,-1 0,1-1,0 1,0-1,0 1,0 0,0-1,0 1,0 0,0 0,0 0,0 0,0 0,0 0,0 0,0 0,0 0,0 1,0-1,0 0,0 1,0-1,-1 1,1-1,1 1,261 25,-260-26,-2-1,1 1,-1-1,1 1,-1 0,1 0,-1 0,1-1,-1 2,1-1,0 0,-1 0,1 0,-1 1,1-1,-1 0,1 1,-1 0,0-1,1 1,-1 0,0 0,1-1,-1 1,0 0,0 0,0 1,0-1,0 0,0 0,0 0,0 1,0-1,-1 0,1 1,0-1,-1 1,1-1,-1 1,0-1,1 1,-1-1,0 1,-16 50,13-46,0 1,1-1,-1 1,1 0,1-1,-1 1,1 0,1 0,-1 0,1 0,0 0,1 0,0-1,0 1,0 0,1 0,0-1,1 0,0 0,1 0,0-1,-1 0,2 1,-1-1,0-1,1 1,0-1,0 0,1 0,-1 0,1-1,0 1,0-1,0-1,0 1,0-1,0 0,1-1,-1 1,1-1,0-1,5 2,0-1,-1-1,1 0,0 0,0-2,-1 1,1-1,0-1,-1 0,0-1,0 0,0-1,2-1,-3 1,-1-1,0 0,-1-1,1 0,-1 0,0-1,-1 0,0 0,0-1,-1 0,0 0,0-1,-1 1,-1-1,0 0,0-1,0 1,-2-1,1 1,-1-1,-1 0,0 0,0-2,-1 11,1 0,-1 0,0 0,0 0,0 1,0-1,0 0,0 0,0 0,-1 0,1 1,-1-1,1 0,-1 0,0 1,0-1,1 0,-1 1,0-1,-1 1,1-1,0 1,0 0,0-1,-1 1,1 0,-1 0,1 0,-1 0,0 0,1 0,-1 0,0 1,1-1,-1 0,0 1,0 0,0-1,1 1,-1 0,0 0,0 0,-1 0,-2 4,-1-1,1 1,1 0,-1 0,0 0,1 1,0 0,0 0,0 0,1 0,0 1,0-1,0 1,0 0,1 0,0 0,1 0,-1 0,1 0,0 0,0 0,1 1,0-1,0 3,1-2,0-1,0 0,0 0,1 1,0-1,0 0,1-1,0 1,0 0,0-1,0 1,1-1,0 0,0 0,0-1,1 1,0-1,0 0,0 0,0 0,0-1,1 0,0 0,3 1,10 4,0-1,1 0,0-2,0 0,0-1,20 1,2-2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5:51.85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203 214,'-2'1,"-1"0,1 1,0-1,0 0,0 1,0 0,0 0,0-1,0 1,0 0,1 0,-1 1,1-1,-1 0,1 0,0 1,-1 1,0 0,-7 15,1 1,0 0,2 1,0 0,1 0,2 0,0 0,1 1,-6 35,-20 185,23-177,2 86,21 87,-11-170,-1 0,3 0,2-1,17 48,32 127,-9-129,-18-49,-24-46,9 24,1-2,3 0,20 28,-34-60,1-1,0 0,0 0,0-1,1 0,0-1,0 0,0 0,0-1,1-1,0 0,0 0,0-1,0 0,0-1,0-1,0 1,1-2,-1 0,0 0,8-2,-6 1,0 0,-1-1,1-1,-1 0,0 0,0-1,-1-1,1 0,-1 0,0-1,-1-1,0 0,9-8,111-129,-128 142,29-42,-3 0,-2-2,-2-1,-2-2,-3 0,-1 0,5-31,-10 32,-2-1,-3 0,-1 0,-1-27,41-310,-41 167,-7 134,-1 53,-2 1,-1 0,-2 0,-1 0,-3-5,-8-34,11 40,-1 1,-2 0,-1 0,-2 1,-15-26,18 41,0 1,0 0,-2 0,1 1,-2 1,-13-10,23 17,-9-6,-1-1,0 2,-1 0,1 0,-2 1,1 1,-3 0,-98-8,-77 16,183 1,0 0,-1 1,2 1,-1-1,0 1,1 1,0 0,-8 5,-17 9,-20 6,-79 48,-69 93,197-162,1 1,0 0,0 0,0 1,1-1,0 1,0-1,0 1,1 0,0 0,0 0,0 1,1-1,0 0,0 1,1-1,0 0,0 1,-1 17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5:59.63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0 301,'4'-30,"84"-125,-82 144,0 0,0 1,1 0,1 0,0 1,0 0,1 1,0-1,0 1,1 1,3-2,-12 8,0 0,0 1,0-1,0 1,1 0,-1-1,0 1,0 0,0 0,0-1,0 1,0 0,0 0,1 0,-1 0,0 1,0-1,0 0,0 0,0 1,0-1,0 0,0 1,0-1,0 1,0 0,0-1,0 1,0 0,0-1,0 1,0 0,-1 0,1 0,0 0,-1 0,1 0,-1 0,1 0,-1 0,1 0,-1 0,0 0,1 0,-1 0,0 0,0 1,0-1,0 0,0 0,0 0,0 0,0 0,-1 0,1 1,0-1,-1 0,1 0,-2 291,12-120,-9-164,0-2,1 0,-1 0,0 0,0 0,-1 0,1 1,-1-1,-1 0,1 0,-1 0,0 0,-1 0,1 0,-1 0,-1 0,1-1,-1 1,1-1,-2 0,1 1,-1-1,1-1,-1 1,-1 0,1-1,-3 2,-2-1,0-1,0 0,0-1,-1 0,0 0,1-1,-1 0,0 0,0-1,-9-1,-58 22,100-17,178-31,-147 16,97-13,114-2,-225 18,-29 2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6:07.85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405 136,'1'-3,"1"-1,-1 1,0 0,0-1,0 1,0-1,-1 1,1 0,-1-1,0 1,0-1,0 1,-1-1,1 1,-1-1,0 1,0-1,0 1,0 0,-1-1,1 1,-1 0,0 0,0 0,0 0,0 1,0-1,-1 1,1-1,-1 1,1 0,-1-1,-9-1,1 0,-1 1,1 0,-1 1,0 0,0 1,0 0,0 1,-1 0,1 1,0 1,0 0,1 0,-1 1,0 1,1 0,0 0,0 1,0 0,-7 6,10-6,-1 1,1 0,0 0,1 1,-1 0,1 0,1 1,-1 0,1 0,1 1,0-1,0 1,0 0,1 1,1-1,-1 1,2 0,-2 6,-4 39,3 1,2 0,2 0,5 24,-4-71,0 0,1-1,0 1,1-1,-1 1,2-1,-1 0,1 0,1 0,-1 0,1 0,1-1,-1 1,1-1,1-1,-1 1,1-1,0 0,0 0,1 0,0-1,0 0,15 7,0 0,1-2,0 0,1-2,0 0,0-2,16 2,-20-6,0-1,0 0,1-2,-1-1,0 0,0-1,-1-2,1 0,-1-1,0 0,0-2,-1 0,0-1,0-1,-1-1,0 0,-1-1,0-2,-11 10,1 0,-1-1,0 0,0 0,-1 0,1-1,-1 0,-1 1,1-1,-1-1,0 1,0 0,0-1,-1 0,0 1,-1-1,1-3,3-29,-1 1,-2-1,-1 1,-3-1,-1-4,1 28,0 1,-1-1,0 1,-2 0,1 0,-2 0,0 1,0 0,-1 0,-1 0,0 1,-1 0,0 1,-1 0,0 0,-1 1,0 0,0 1,-1 1,0-1,-1 2,0 0,-6-2,9 4,1 1,-1 0,0 0,0 1,0 1,0 0,0 0,0 1,-1 0,1 1,0 0,-1 0,1 2,0-1,-1 1,0 1,-30 14,1 4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6:27.03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1 696,'13'-4,"1"-1,-1 0,0-1,0 0,0-1,-1 0,0-1,-1-1,0 0,0 0,-1-1,0 0,-1-1,0 0,0-1,-1 1,1-5,-5 12,-1 0,0 0,0 0,-1-1,1 1,-1-1,0 0,0 0,0 0,-1 0,0 0,0 0,0 0,0 0,-1 0,0-1,0 1,0 0,-1 0,0 0,0 0,0 0,-2-4,0 8,0-1,0 1,0 0,0 0,-1 0,1 1,0-1,-1 1,1 0,-1-1,1 2,-1-1,1 0,0 1,-1-1,1 1,0 0,0 0,-1 0,1 1,0-1,0 1,0 0,0 0,1 0,-1 0,0 0,1 0,0 1,-1-1,1 1,-2 3,-3 2,-1 0,1 1,1 0,0 0,0 1,0 0,2 0,-1 0,1 0,0 1,1 0,1 0,0 0,0 0,1-5,0 1,1-1,0 0,0 1,0-1,1 0,0 1,1-1,-1 0,1 0,0 0,0 0,1 0,0 0,0-1,0 1,1-1,0 0,0 0,0 0,0-1,1 1,0-1,0 0,0 0,6 2,0-1,1 0,-1 0,1-1,0 0,0-1,0-1,0 0,1-1,-1 0,1-1,-1 0,1-1,-1 0,7-2,27-6</inkml:trace>
  <inkml:trace contextRef="#ctx0" brushRef="#br0" timeOffset="250.333">455 428,'0'18,"0"13,7 8,9 2,8 1,10-3,6-5,4-4,3-7,-3-5,-4-6,-7-4,-9-5</inkml:trace>
  <inkml:trace contextRef="#ctx0" brushRef="#br0" timeOffset="420.875">722 535,'-13'13,"-10"15,-7 12,-3 10,-1 7,3 4,8-3,7-11</inkml:trace>
  <inkml:trace contextRef="#ctx0" brushRef="#br0" timeOffset="892.128">1016 0,'-10'73,"13"53,5-1,10 30,-13-113,-1-2,1 0,2-1,2 0,2 0,11 28,-20-63,-1 1,1-1,-1 0,1 0,1 1,-1-1,0 0,1-1,0 1,0 0,0-1,0 0,1 1,-1-1,1-1,0 1,0 0,0-1,0 0,0 0,1 0,-1-1,1 1,-1-1,1 0,-1 0,1-1,0 1,-1-1,2 0,6-5,-1-1,0 0,-1-1,0 0,0-1,0 0,-1 0,0-1,-1 0,0-1,0 0,-1 0,0-1,-1 1,0-2,3-8,40-65,-49 84,1 1,0 0,-1-1,1 1,0 0,-1 0,1 0,0 0,-1 0,1 0,0 0,-1 0,1 0,0 0,-1 0,1 0,-1 0,1 1,0-1,-1 0,1 0,0 1,-1-1,1 0,-1 1,1-1,-1 1,1-1,-1 0,1 1,-1-1,0 1,1-1,-1 1,1 0,-1-1,0 1,0-1,1 1,-1 0,0-1,0 1,0 0,0-1,0 1,0 0,0-1,0 1,0 0,0-1,0 1,0 0,0-1,0 1,-1-1,1 1,0 0,-1-1,1 1,0-1,4 29,19 75,-22-101,1 0,-1 0,1 0,-1 0,1 0,0 0,0 0,0-1,1 1,-1-1,1 0,-1 0,1 0,0 0,0 0,0 0,0-1,0 1,0-1,0 0,0 0,1 0,-1-1,0 1,1-1,-1 1,0-1,1 0,0-1,50-19,-29 2</inkml:trace>
  <inkml:trace contextRef="#ctx0" brushRef="#br0" timeOffset="1052.7">1511 455,'-16'-7,"-7"-4,-5-5,3-1</inkml:trace>
  <inkml:trace contextRef="#ctx0" brushRef="#br0" timeOffset="1500.615">990 254,'54'8,"0"-2,1-2,0-3,-1-2,1-3,3-2,80-4,-117 9,0 1,1 1,-1 1,0 0,0 2,8 2,-21-4,0 1,-1 0,1 0,-1 1,1-1,-1 2,0-1,-1 1,1 0,-1 0,0 1,0 0,-1 0,1 0,-1 1,-1 0,5 6,-1 7,-1-1,-1 1,-1 0,0 0,-1 1,-2 0,0-1,-1 1,-1 7,12 103,8-82,-19-48,-1 0,1 0,0 0,0 0,0 0,0 0,0 0,-1-1,1 1,1 0,-1-1,0 1,0-1,0 1,0-1,0 0,0 1,1-1,-1 0,0 0,0 0,0 0,1 0,-1 0,0 0,0 0,0 0,1-1,-1 1,0 0,0-1,0 1,0-1,0 1,0-1,0 0,0 1,0-1,0 0,0 0,0 0,10-11,-1 1,0-2,-1 0,0 0,-1 0,-1-1,0 0,-1-1,0 0,1-8,2 1,30-75,-39 97,0 0,0 1,0-1,0 0,0 1,1-1,-1 0,0 0,0 1,1-1,-1 0,0 0,0 1,1-1,-1 0,0 0,0 0,1 1,-1-1,0 0,1 0,-1 0,0 0,1 0,-1 0,0 0,1 0,-1 0,1 0,-1 0,0 0,1 0,-1 0,0 0,1 0,-1 0,0 0,1 0,-1-1,0 1,1 0,-1 0,0 0,0 0,1-1,-1 1,0 0,0 0,1-1,-1 1,0 0,0-1,0 1,1 0,-1-1,0 1,0 0,3 36,-3-33,-1 57,9 75,-7-132,0 0,-1-1,1 1,0-1,0 1,0-1,1 1,-1-1,1 1,-1-1,1 0,0 0,0 0,0 0,0 0,0-1,0 1,0 0,1-1,-1 0,1 1,-1-1,1 0,-1 0,1-1,0 1,-1 0,1-1,0 0,0 1,-1-1,1 0,0-1,0 1,-1 0,3-1,27-10,0-4</inkml:trace>
  <inkml:trace contextRef="#ctx0" brushRef="#br0" timeOffset="1921.496">2540 335,'-6'-4,"-1"1,0 0,0 1,0 0,0 0,0 0,0 1,0 0,-1 0,1 1,0 0,-1 0,1 1,0 0,-1 0,1 1,0-1,0 2,0-1,0 1,1 0,-1 0,1 1,0 0,0 0,0 1,0-1,0 2,1-1,1 0,0 0,0 1,1 0,-1-1,1 1,1 0,-1 1,1-1,0 0,0 1,1-1,0 1,0 0,1-4,-1 0,1 0,1 1,-1-1,0 0,1 0,0 0,-1 0,1 0,1 0,-1 0,0 0,1-1,-1 1,1 0,0-1,0 1,0-1,0 0,0 1,0-1,1 0,-1 0,1-1,0 1,-1 0,1-1,0 0,0 0,1 1,7 1,1 0,-1-1,1 0,0-1,0 0,-1-1,1 0,1-1,62 4,-73-3,1 1,-1 0,1 0,0 0,-1 0,0 1,1-1,-1 1,0-1,0 1,0 0,0 0,0 0,0 0,0 0,-1 0,1 0,-1 1,1-1,-1 0,0 1,0-1,0 1,0 0,-1-1,1 1,-1 0,1 1,-8 78,5-76,-1 0,1 0,-1 0,0 0,-1 0,0-1,1 0,-2 1,1-1,-1-1,1 1,-1-1,-1 1,1-1,0-1,-1 1,0-1,0 0,0 0,0-1,0 0,-1 0,1 0,-1-1,1 0,-1 0,1-1,-1 0,0 0,1 0,-1-1,1 0,-1 0,1-1,-1 0,1 0,-2-1,-16-10,4-1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6:18.45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1070 4209,'11'0,"5"0</inkml:trace>
  <inkml:trace contextRef="#ctx0" brushRef="#br0" timeOffset="3381.062">1 2739,'7'-134,"7"0,6 1,5 0,25-67,234-813,-261 934,4 2,4 1,2 2,4 1,3 2,3 1,14-13,-29 55,1 0,2 2,0 2,2 0,0 3,2 0,0 2,1 2,1 1,1 2,0 2,0 1,1 2,36-4,-75 13,27-2,-27 2,1 0,-1 0,0 0,1 0,-1 1,0-1,1 0,-1 0,0 0,0 1,1-1,-1 0,0 0,1 1,-1-1,0 0,0 1,0-1,1 0,-1 1,0-1,0 0,0 1,0-1,0 0,0 1,0-1,1 0,-1 1,0-1,0 1,0-1,-1 0,1 1,0-1,0 0,0 1,0-1,0 0,0 1,0-1,-1 0,1 1,0-1,0 0,0 1,-1-1,1 0,0 1,-1-1,1 0,0 0,0 0,-1 1,1-1,0 0,-9 12</inkml:trace>
  <inkml:trace contextRef="#ctx0" brushRef="#br0" timeOffset="4021.868">790 25,'4'4,"1"0,-1 0,1-1,0 1,0-1,1 0,-1 0,0 0,1-1,0 0,0 0,0-1,-1 1,1-1,1-1,-1 1,0-1,0 0,0 0,0-1,0 0,0 0,1 0,226-34,-229 34,-1 0,1 1,0-1,-1 1,1 0,0 0,0 0,-1 1,1-1,-1 1,1 0,0 0,-1 0,1 1,-1-1,0 1,0 0,1-1,-1 2,0-1,0 0,-1 0,1 1,0 0,-1-1,0 1,0 0,1 1,-1 6,1 0,-1 0,-1 1,0-1,-1 0,0 1,0-1,-1 0,0 1,-1-1,0 0,-1 0,0 1,-80 246,52-172,22-62,0-60,4-14,-2 0,-2 0,-2 0,-2 2,-3-1,-2 2,-2 0,-25-44,11 46,33 47,1-1,-1 0,0 1,0-1,0 1,1-1,-1 1,0-1,1 1,-1 0,1-1,-1 1,0 0,1 0,-1-1,1 1,0 0,-1 0,1 0,0-1,-1 1,1 0,0 0,0 0,0 0,0 0,0 0,0-1,0 1,0 0,0 0,0 0,0 0,0 0,1 0,-1-1,0 1,1 0,-1 0,1 0,4 30,2 0,1 0,2-1,7 16,-3-8,58 169,-40-110</inkml:trace>
  <inkml:trace contextRef="#ctx0" brushRef="#br0" timeOffset="5369.936">1 2779,'2'5,"3"10,3 16,3 19,1 22,1 16,-2 14,-2 10,-3 2,-3-3,-1-8,-2-14,0-14,-1-15,1-17,-1-12,1-16,0-11</inkml:trace>
  <inkml:trace contextRef="#ctx0" brushRef="#br0" timeOffset="5722.992">629 3568,'-5'11,"-1"13,0 12,4 10,2 8,1 2,2 0,2-4,-1-7,-1-8,-1-8,-1-8</inkml:trace>
  <inkml:trace contextRef="#ctx0" brushRef="#br0" timeOffset="5948.659">308 3475,'11'0,"13"2,17 1,14 0,9-1,8 0,2 3,1 6,-4 6,-13-1</inkml:trace>
  <inkml:trace contextRef="#ctx0" brushRef="#br0" timeOffset="6382.53">1137 3822,'-21'0,"11"-1,0-1,0 2,0 0,0 0,0 0,0 1,0 1,0 0,0 0,1 1,-1 0,1 1,0 0,0 0,0 1,0 0,1 1,0 0,0 0,-6 7,6-3,2-1,0 1,0 0,0 1,2-1,-1 1,1 0,1 1,0-1,0 0,1 1,1 0,0-1,1 1,0 0,0-1,1 1,1 0,0-1,1 1,0 0,-1-9,-1 0,1 0,0 0,0 0,1 0,-1 0,0 0,1-1,0 1,0-1,-1 0,1 0,1 0,-1 0,0 0,0-1,1 1,-1-1,1 0,-1 0,1 0,-1-1,1 1,0-1,-1 0,1 0,0 0,-1 0,1-1,-1 0,1 1,0-1,-1-1,0 1,1 0,-1-1,0 0,0 1,1-1,-1 0,-1-1,3-1,10-9,-2-1,0 0,-1 0,0-1,-1-1,-1 0,0-1,-1 0,-1 0,-1-1,0 1,-2-2,0 1,0-1,-2 0,0-7,-1 10,0-4,1 22,1 49,-3-33,0 1,1-1,0 0,2 0,0-1,1 1,1-1,1 0,0 0,2 1,-8-15,0-1,0 0,1 0,-1 0,0 0,1 0,0 0,-1-1,1 1,0 0,0-1,0 1,0-1,0 0,0 0,0 0,0 0,1 0,-1 0,0 0,1-1,-1 1,0-1,1 0,-1 1,1-1,-1 0,1-1,-1 1,0 0,1-1,-1 1,0-1,1 0,-1 0,0 0,0 0,1 0,17-14</inkml:trace>
  <inkml:trace contextRef="#ctx0" brushRef="#br0" timeOffset="7980.714">1431 3460,'1'-52,"6"70,15 94,-5 1,-6 1,-3 24,-3-43,-5-95,0 0,0-1,1 1,-1 0,0 0,0 0,0 0,0 0,1 0,-1 0,0 0,0 0,0 0,0 0,1 0,-1 0,0 0,0 0,0 0,0 0,1 0,-1 0,0 0,0 0,0 0,0 0,1 0,-1 0,0 0,0 0,0 0,0 0,1 1,-1-1,0 0,0 0,0 0,0 0,0 0,0 1,0-1,1 0,-1 0,0 0,0 0,0 1,0-1,0 0,0 0,0 0,0 1,6-19,-4 9,-1-1,1-1,1 0,-1 1,2-1,-1 1,2 0,-1 0,1 0,1 1,0-1,0 1,0 1,2-1,-1 1,1 0,4-3,-9 10,-1 0,0 0,1 0,-1 0,1 1,-1-1,1 1,-1-1,1 1,-1 0,1 0,-1 0,1 0,0 1,-1-1,1 1,-1 0,0-1,1 1,-1 0,1 0,-1 1,0-1,0 0,0 1,0-1,0 1,0 0,0-1,0 2,40 67,-37-56,-1 0,0 1,-1-1,-1 0,0 1,-1 0,0-1,-1 1,-1 0,0-1,-2 1,1-1,-4 9,6-20,-1-1,0 0,1 1,-1-1,0 0,0 1,-1-1,1 0,0 0,-1 0,1 0,-1 0,0-1,1 1,-1 0,0-1,0 1,0-1,0 0,-1 1,1-1,0 0,0 0,-1-1,1 1,-1 0,1-1,-1 1,1-1,0 0,-1 0,1 0,-1 0,1 0,-1-1,1 1,-1-1,1 0,0 1,-1-2,-4-2,0-1,1-1,0 1,0-1,0 0,1 0,0 0,0-1,1 0,-1 0,2 0,-1-1,1 1,0-1,0 0,1 0,0 0,1 0,0 0,0 0,0 0,1-3,1 8,1 0,-1 0,1 0,-1 0,1 0,0 1,0-1,0 1,0-1,0 1,1 0,-1 0,1 0,-1 0,1 0,0 1,0-1,0 1,0 0,0-1,0 1,0 1,0-1,0 0,0 1,1 0,-1 0,0 0,0 0,1 0,-1 0,0 1,3 0,4-1,12 1,-1-1,0-2,0 0,0-1,0-1,-1 0,1-2,-1-1,0 0,-1-1,0-2,0 0,-1 0,0-2,-1 0,0-1,2-4,-17 15,0 1,0-1,0 0,0-1,0 1,-1 0,1 0,0-1,-1 1,0-1,0 1,0-1,0 0,0 1,0-1,-1 0,1 0,-1 0,0 1,0-1,0 0,0 0,0 0,-1 1,1-1,-1 0,0 0,0 1,0-1,0 0,0 1,-1-1,1 1,-1 0,1-1,-1 1,-1-1,0 0,0 1,-1 0,1 0,-1 0,1 1,-1-1,0 1,1 0,-1 0,0 0,0 0,0 1,0-1,0 1,0 0,0 0,1 1,-1-1,0 1,0 0,0 0,0 0,1 0,-1 1,0 0,1-1,0 1,-1 1,1-1,0 0,0 1,0-1,0 1,1 0,-1 0,1 0,-1 1,1-1,0 0,0 1,1-1,-1 1,1 1,-4 7,0 1,1 0,1 0,0 0,1 1,0-1,1 0,1 1,0-1,1 1,0-1,1 1,0-1,4 10,-4-16,0 0,1 0,-1-1,1 1,1-1,-1 0,1 0,0 0,1 0,-1-1,1 0,0 0,0 0,1 0,-1-1,1 0,0 0,1 0,-1-1,0 0,1-1,0 1,-1-1,1 0,0-1,0 1,0-2,4 1,0-1,0 0,0-1,0-1,0 0,0 0,0-1,0 0,-1-1,0 0,0-1,0 0,0-1,-1 0,1 0,-2-1,1 0,-1 0,0-1,6-8,0-1,-1 0,-1 0,-1-1,0 0,-2-1,0 0,-1-1,-1 0,-1 0,1-4,3-32,-3-2,-1 1,-4-1,-2 0,-2 0,-3 1,-6-24,-9-13,20 95,0 0,-1-1,1 1,0 0,0 0,-1-1,1 1,-1 0,1 0,-1-1,1 1,-1-1,1 1,-1 0,1-1,-1 1,0-1,1 1,-1-1,0 0,1 1,-1-1,0 0,0 1,1-1,-1 0,0 0,0 0,1 0,-1 1,0-1,0 0,0-1,0 1,1 0,-1 0,0 0,0 0,1-1,-1 1,0 0,0 0,1-1,-1 1,0-1,1 1,-1-1,0 1,1-1,-1 1,1-1,-1 0,1 1,-1-1,1 0,-1 1,1-1,0 0,-7 28,1 1,2 0,0 0,2 0,2 7,-1-8,2 226,1-230,2 1,0-1,1-1,1 1,1-1,1 0,1 0,1-1,11 16,-15-27,0-1,0-1,1 1,0-1,1 0,0-1,0 0,1 0,0-1,0 0,0 0,1-1,-1 0,1-1,0 0,1-1,-1 0,1 0,0-1,-1-1,1 0,0 0,0-1,0 0,0-1,-1 0,1-1,8-2,-13 0,0 1,0-1,-1-1,1 1,-1-1,0 0,0 0,-1 0,1-1,-1 1,-1-1,1 0,-1-1,0 1,0 0,0-1,-1 0,0 1,-1-1,0 0,0 0,0-6,4-6,-5 19,0 0,0 1,0-1,0 0,0 0,1 1,-1-1,0 0,0 0,0 0,0 0,1 1,-1-1,0 0,0 0,0 0,1 0,-1 0,0 1,0-1,0 0,1 0,-1 0,0 0,0 0,1 0,-1 0,0 0,0 0,1 0,-1 0,0 0,0 0,1 0,-1 0,0 0,0 0,1 0,-1-1,0 1,0 0,1 0,-1 0,0 0,0 0,0-1,1 1,-1 0,0 0,0 0,0 0,0-1,0 1,1 0,-1 0,0-1,0 1,0 0,0 0,0-1,0 1,0 0,11 24,-11-21,11 28,-11-25,1-1,-1 1,2-1,-1 1,0-1,1 0,0 0,1 1,-1-1,1-1,0 1,0 0,0-1,1 1,-1-1,1 0,0 0,0-1,1 1,-1-1,1 0,0 0,-1 0,1-1,1 0,-1 0,5 2,-5-4,0 0,-1 0,1-1,0 0,0 1,-1-1,1-1,0 1,-1-1,1 0,-1 0,0 0,1 0,-1-1,0 0,-1 0,1 0,0 0,-1 0,0-1,0 0,0 0,0 0,0 0,0 0,50-97,-48 131,-6-23,1 1,0 0,0 0,0-1,1 1,0 0,1-1,0 1,0-1,1 0,-1 0,2 0,-1 0,1 0,0 0,0-1,1 0,0 0,0 0,0 0,1-1,-1 0,1 0,1-1,-1 0,1 1,3-2,-1 0,1 0,-1-1,1 0,0-1,0 0,0 0,-1-1,1 0,0-1,0 0,0-1,0 0,-1 0,1-1,-1 0,0-1,0 0,0-1,0 0,-1 0,0 0,0-1,0-1,-1 1,1-1,-2-1,1 1,-1-1,0 0,0-2,6-15,-1 0,-2-1,-1 0,0 0,-2-1,-2 0,0 0,-1 0,-2-1,-1 1,-1 0,-1-1,-6-26,4 19,-1 0,-1 0,-2 0,-2 1,-1 0,-1 0,-7-8,-11 3,30 38,-1 0,0 0,0 1,0-1,0 1,0-1,0 1,0-1,0 1,0 0,0-1,0 1,0 0,0 0,0 0,0-1,0 1,0 0,-1 1,1-1,0 0,0 0,0 0,0 1,0-1,0 0,0 1,0-1,0 1,0 0,0-1,0 1,1-1,-1 1,0 0,0 0,1 0,-1-1,0 1,1 0,-1 0,-6 12,1 1,0-1,1 1,0 0,1 0,1 0,1 0,-1 1,2-1,0 8,0-8,-4 29,2-1,2 1,2 0,1 0,3-1,1 1,3-1,1-1,4 9,-10-39,0-1,0 0,1 1,0-1,1-1,0 1,1-1,0 0,0-1,1 1,0-1,0-1,1 0,0 0,0 0,1-2,0 1,0-1,0 0,4 0,46 9,-4-7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5:34.2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5442 1136,'0'0</inkml:trace>
  <inkml:trace contextRef="#ctx0" brushRef="#br0" timeOffset="70912.105">1 80,'276'-26,"23"33,-225-6,0-5,-1-2,62-14,123-9,42 50,348-18,-229-16,-161 2,146 17,270 41,-394-34,71-13,-133-2,1369 3,-450 53,-248-37,277 5,-1088-22,1298 26,-429-11,-638-16,-277 1,805-22,-169 2,-583 20,809-31,464-40,-238 32,-579 26,36 8,-540 13,-63 7,9-13</inkml:trace>
  <inkml:trace contextRef="#ctx0" brushRef="#br0" timeOffset="72532.801">937 495,'-6'55,"2"0,3 1,3-1,1 0,5 12,-5-50,0 1,1-1,1 0,0 0,2-1,0 0,0 0,2-1,0 1,1-2,0 1,1-2,0 1,2-2,-1 1,1-2,1 0,5 3,-14-10,1-1,0 1,0-2,0 1,0 0,1-1,-1 0,1-1,-1 1,1-1,0-1,-1 1,1-1,0 0,-1-1,1 1,0-1,-1-1,1 1,-1-1,1 0,-1-1,0 1,0-1,6-4,10-6,-1-1,0-1,-1 0,0-2,16-17,-11 6</inkml:trace>
  <inkml:trace contextRef="#ctx0" brushRef="#br0" timeOffset="72808.063">896 829,'21'0,"17"0,15 0,9-2,5-6,3-3,-1-2,-6-2,-9 0,-14 3</inkml:trace>
  <inkml:trace contextRef="#ctx0" brushRef="#br0" timeOffset="73063.003">924 482,'22'-3,"24"-2,20-3,17-3,10 1,5 2,-14 3</inkml:trace>
  <inkml:trace contextRef="#ctx0" brushRef="#br0" timeOffset="73686.112">1886 883,'-8'-6,"0"2,0-1,0 1,0 0,-1 0,0 1,1 1,-1-1,0 1,-1 1,1 0,0 0,0 1,0 0,-1 0,1 1,0 0,0 1,0 0,0 0,0 1,1 0,-1 1,1 0,0 0,0 1,0 0,0 0,1 1,0 0,0 0,1 1,0 0,0 0,-2 3,5-5,0 1,1-1,0 1,0-1,0 1,1 0,0 0,0-1,0 1,1 0,0 0,0 0,0 0,1 0,0 0,0 0,1 0,-1-1,1 1,0-1,1 1,-1-1,1 0,0 0,1 0,-1 0,1 0,0-1,0 1,0-1,1 0,-1-1,1 1,0-1,7 4,-1-1,1 0,0-1,0-1,1 0,-1 0,1-1,0-1,0 0,0-1,0 0,0-1,0-1,0 0,0-1,0 0,6-2,1-1,0-1,0-1,-1 0,0-2,-1 0,1-1,-2-1,1 0,-2-1,12-11,-21 16,1 0,-1 0,-1-1,0 1,0-1,0-1,-1 1,0-1,-1 0,0 0,0-1,-1 1,0-1,-1 1,0-1,0 0,-1 0,0 0,-1-2,-5 31,4-9,0 0,1-1,0 1,1 0,0 0,0-1,1 1,0-1,1 1,0-1,0 0,1 0,0 0,1-1,0 1,0-1,1 0,0-1,0 1,1-1,0-1,0 1,0-1,1 0,0-1,1 0,-1 0,1 0,0-1,0-1,0 0,0 0,10 1,-11-3,1-1,0 0,0-1,0 0,0 0,0-1,-1 0,1-1,-1 0,1 0,-1 0,0-1,0-1,-1 1,1-1,-1-1,0 1,-1-1,1-1,-1 1,0-1,-1 0,1 0,-2 0,1-1,-1 0,0 0,0 0,-1 0,0-1,-1 0,0 1,0-1,-1 0,0 0,0 0,-1 0,0-2,-7-16,7 26,0 1,0 0,-1-1,1 1,0 0,0-1,0 1,-1 0,1-1,0 1,0 0,-1 0,1-1,0 1,-1 0,1 0,0-1,-1 1,1 0,0 0,-1 0,1 0,0-1,-1 1,1 0,0 0,-1 0,1 0,-1 0,1 0,0 0,-1 0,1 0,-1 0,1 0,0 1,-1-1,1 0,0 0,-1 0,1 0,0 1,-1-1,1 0,0 0,-1 0,1 1,0-1,0 0,-1 1,1-1,0 0,0 1,-1-1,1 0,0 1,0-1,0 0,0 1,0-1,0 0,-1 1,1-1,0 1,0-1,0 1,-3 4,-1 0,1 0,0 1,1-1,-1 1,1 0,0 0,1 0,-1 0,1 0,0 1,1-1,-1 0,1 0,1 1,-1-1,1 0,0 0,0 0,1 0,0 0,0 0,0 0,1 0,0-1,0 1,0-1,1 0,-1 0,1 0,1-1,-1 1,1-1,-1 0,5 3,11 0,0-1,0-1,1-1,0 0,0-2,0 0,0-1,0-2,0 0,0-1,2-1,48-6</inkml:trace>
  <inkml:trace contextRef="#ctx0" brushRef="#br0" timeOffset="74466.157">3196 976,'-104'-60,"100"58,0 1,0 0,0 0,0 0,-1 0,1 0,0 1,0 0,0 0,-1 0,1 1,0-1,0 1,0 0,0 0,0 0,0 1,0-1,0 1,0 0,1 0,-1 1,1-1,0 1,-1-1,1 1,0 0,-2 4,0 0,0 0,1 1,0-1,0 1,1 0,0 0,0 0,1 0,0 1,0-1,1 1,0-1,1 1,0 1,0-8,-1 1,2 0,-1-1,0 1,0 0,1-1,0 1,-1 0,1-1,0 1,0-1,0 1,1-1,-1 0,1 0,-1 1,1-1,0 0,-1 0,1 0,0-1,1 1,-1 0,0-1,0 1,1-1,-1 0,0 0,1 0,-1 0,2 0,2 0,1 1,-1-2,0 1,1-1,-1 0,1 0,-1-1,0 1,1-2,-1 1,0-1,5-1,-1-1,1-1,-2 0,1 0,-1-1,1 0,-2 0,1-1,-1-1,0 1,0-1,-1 0,0-1,-1 0,6-9,-12 18,0 0,0 1,1-1,-1 0,0 1,0-1,1 0,-1 1,0-1,0 0,1 0,-1 1,0-1,1 0,-1 0,0 1,1-1,-1 0,1 0,-1 0,0 0,1 0,-1 0,1 0,-1 0,0 0,1 0,-1 0,1 0,-1 0,0 0,1 0,-1 0,0 0,1 0,-1-1,1 1,-1 0,0 0,1 0,-1-1,0 1,0 0,1 0,-1-1,0 1,1 0,-1-1,0 1,0 0,1-1,1 11,0-5,0 0,0 0,0 0,0 0,1 0,0-1,0 1,0-1,0 1,1-1,-1 0,1-1,0 1,1-1,-1 0,0 0,1 0,0 0,0-1,0 1,0-2,0 1,0 0,0-1,0 0,1 0,-1 0,1-1,-1 0,0 0,1 0,-1-1,1 0,-1 0,0 0,0-1,1 0,5-2,-1-1,1 0,-1-1,-1-1,1 1,-1-2,0 1,-1-1,1 0,-2-1,1 0,-1 0,0-1,-1 0,-1 0,1 0,0-3,7-18,-2-1,-1 0,-1 0,-1-1,0-14,9-79,-6-1,-5 0,-6-27,-9 86,-3 69,-24 68,18-15,2 1,3 1,2 0,2 1,3 0,2 19,3-48,1 1,1-1,1 1,2-1,1 0,1 0,3 3,-6-21,0 0,1 0,1 0,0 0,0-1,1 0,0 0,1 0,0-1,0 0,0 0,1-1,1 0,-1 0,1-1,0 0,0-1,1 0,0 0,2 0,-2-1,0-1,0 0,0-1,1 0,-1 0,1-1,0-1,-1 0,1 0,0-1,-1 0,1-1,-1 0,0-1,0 0,0-1,0 0,0 0,-1-1,1 0,-1-1,-1 0,1-1,-1 1,0-1,0-1,-1 0,0 0,0-1,38-70,-43 104,-3 10,-1-18,1 0,1 0,0-1,1 1,1 0,1 0,0-1,1 1,3 5,-5-18,0 0,0 0,1 0,0 0,0-1,0 1,0-1,0 0,1 0,-1 0,1 0,0-1,0 1,0-1,0 0,0 0,1 0,-1-1,0 1,1-1,-1 0,1-1,0 1,0-1,21 1</inkml:trace>
  <inkml:trace contextRef="#ctx0" brushRef="#br0" timeOffset="74736.971">4145 776</inkml:trace>
  <inkml:trace contextRef="#ctx0" brushRef="#br0" timeOffset="74941.334">3424 521,'-5'-5,"6"-3,13-3,21-1,20-2,17 0,7 2,-9 3</inkml:trace>
  <inkml:trace contextRef="#ctx0" brushRef="#br0" timeOffset="75147.949">3637 1390,'0'20,"2"15,6 4,3 4,3-2,-2-3,-3-8</inkml:trace>
  <inkml:trace contextRef="#ctx0" brushRef="#br0" timeOffset="75581.488">4426 989,'-6'-5,"0"0,0 0,0 1,-1-1,0 2,0-1,0 1,0 0,0 0,-1 1,1 0,-1 0,-2 1,6 0,0 0,0 1,0 0,0 0,0 0,0 1,0-1,0 1,0 0,1 0,-1 0,0 0,0 1,1 0,-1 0,1 0,-1 0,1 0,0 0,0 1,0 0,0 0,1 0,-1 0,1 0,-1 1,-1 3,0 1,1-1,0 1,0 0,1 0,0 0,0 0,1 0,0 1,1-1,0 0,0 1,0-5,0 0,0-1,1 1,-1 0,1 0,0-1,0 1,0-1,0 1,1-1,0 1,0-1,-1 0,2 0,-1 0,0 0,1 0,-1 0,1-1,0 1,0-1,0 0,0 0,0 0,1 0,-1-1,2 2,4-2,0 0,0 0,1-1,-1 0,0-1,0 0,0 0,0-1,0 0,0-1,0 0,0 0,-1-1,0 0,1 0,-1-1,-1 0,1-1,-1 1,0-2,0 1,-1-1,0 0,0 0,-1 0,1-1,-2 0,1 0,-1 0,0-1,-1 1,0-1,0 0,-1 0,-1 6,0 0,0 0,-1-1,1 1,-1 0,1 0,-1 0,0 0,0-1,-1 1,1 0,-1 0,1 0,-1 0,0 0,0 0,-2-3,-12 17,12-5,1 0,-1 0,1 1,1-1,0 0,-1 1,2-1,-1 0,1 1,0-1,0 1,1-1,0 1,0-1,1 0,-1 1,1-1,1 0,-1 0,1 0,0-1,0 1,1-1,0 1,0-1,0 0,0-1,1 1,0-1,0 0,0 0,0 0,1-1,-1 0,4 2,11 3,0-1,0-1,0 0,1-2,20 3,38 2</inkml:trace>
  <inkml:trace contextRef="#ctx0" brushRef="#br0" timeOffset="76258.769">5415 963,'24'-3,"-1"0,0-1,-1-1,1-1,-1-2,0 0,-1-1,0-1,0-1,-1 0,-1-2,0 0,4-6,-5 6,-1 0,0-1,-1-1,-1-1,0 0,-2-1,0-1,0 0,-2-1,0 0,-1 0,-1-1,-1 0,-1-1,-1 0,0 0,-1-7,-4 26,0 0,-1 0,1-1,0 1,-1 0,0-1,1 1,-1 0,0-1,0 1,-1-1,1 1,0 0,-1-1,1 1,-1 0,0 0,0-1,0 1,0 0,0 0,0 0,-1 0,1 0,-1 0,1 1,-1-1,0 0,0 1,1-1,-1 1,0 0,0-1,-1 1,1 0,0 0,0 0,0 1,-1-1,1 1,0-1,-1 1,1 0,-1 0,1 0,0 0,-1 0,-1 0,-7 7,1-1,-1 2,1-1,0 1,1 1,0 0,0 0,1 1,0 0,1 0,0 1,0 0,2 0,-1 0,1 1,1 0,-4 12,-8 36,3 0,2 1,3 0,3 0,2 1,3 0,3 0,2-1,4 0,3 6,72 448,-83-500,2-2,-1 0,-1 0,0 0,-1 0,-1 0,0 0,0 0,-1-1,-4 14,-6-3</inkml:trace>
  <inkml:trace contextRef="#ctx0" brushRef="#br0" timeOffset="76768.405">5469 1163,'186'-64,"-113"35,28-8,1 3,8 4,-110 30,81-11,-77 11,-1 0,0 0,0 0,0 1,0-1,0 1,0 0,0 0,0 0,-1 0,1 0,0 1,-1 0,1-1,0 1,-1 0,0 0,1 0,-1 0,0 1,0-1,-1 0,1 1,1 1,0 5,0-1,-1 1,0 0,0 0,-1 0,0 0,0 0,-1 0,0 0,-1 0,-1 4,5 70,-2-81,-1 1,1-1,0 0,0 1,0-1,0 0,0 0,0 0,0 0,1 0,-1 0,1 0,0 0,0 0,-1-1,1 1,0-1,0 0,0 1,1-1,-1 0,0 0,0 0,1 0,-1-1,0 1,1-1,-1 1,1-1,-1 0,1 0,-1 0,0 0,1 0,-1-1,1 1,-1-1,6 0,0-1,0-1,-1 1,0-1,1 0,-1-1,0 0,0 0,-1 0,1-1,-1 0,9-11,0 0,-1-1,-1-1,-1 0,0 0,-2-1,0-1,1-4,-2 5,-8 19,-1 0,1 0,0 0,-1 0,1 0,-1 0,1 1,-1-1,1 0,-1 0,1 0,-1 1,1-1,-1 0,1 1,-1-1,1 0,-1 1,0-1,1 1,-1-1,1 1,-1-1,0 1,0-1,1 1,-1-1,0 1,0-1,0 1,0-1,1 1,-1-1,0 1,0 0,0-1,0 1,0-1,0 1,0-1,-1 1,1 0,0-1,0 1,0-1,-1 1,1-1,0 1,0-1,-1 1,1-1,0 1,-1-1,1 0,-1 1,1-1,0 2,0 24,7 79,-5-101,-1 1,0-1,1 0,0 0,0 0,0-1,0 1,1 0,0-1,-1 1,1-1,0 0,1 0,-1 0,0-1,1 1,0-1,0 1,-1-1,1-1,0 1,4 1,25 4,-4-6</inkml:trace>
  <inkml:trace contextRef="#ctx0" brushRef="#br0" timeOffset="77112.904">6792 1003,'-4'14,"0"1,1-1,1 1,0 0,1 0,0 0,3 13,-2-22,1 0,0 0,1 0,0 0,0 0,0 0,0-1,1 1,0-1,0 0,1 0,-1 0,1 0,0-1,0 1,1-1,-1 0,1 0,0-1,2 2,1-1,-1-1,1 0,0-1,0 0,0 0,0-1,0 0,1 0,-1-1,0 0,1 0,-1-1,0 0,0 0,0-1,0 0,0-1,0 0,0 0,-1 0,1-1,-1 0,0-1,-1 1,1-2,-1 1,0 0,0-1,0 0,-1-1,0 1,0-1,-1 0,1 0,-2-1,4-6,2-5,0-1,-1 0,0-1,-2 1,2-13,-7 24,-5 13,-4 15,5-14,0 1,1 0,-1 0,1 0,0 0,1 0,0 0,0 1,0-1,1 0,-1 1,1-1,1 1,0-1,0 0,0 0,0 1,1-1,0 0,0 0,1-1,0 1,0 0,0-1,1 0,-1 1,1-1,1-1,-1 1,1-1,-1 1,4 1,33 8,0-5</inkml:trace>
  <inkml:trace contextRef="#ctx0" brushRef="#br0" timeOffset="77773.759">7728 909,'-9'-1,"1"0,-1 1,0 0,1 1,-1-1,1 2,0-1,-1 1,1 0,0 1,0 0,0 0,0 1,1 0,-1 0,1 1,0 0,1 0,-1 1,1 0,0 0,0 0,-3 5,5-6,1 1,-1 0,1 0,0 0,0 0,1 0,-1 1,1-1,1 1,0-1,-1 1,2 0,-1-1,1 1,0 0,1 0,-1 0,1-1,1 1,-1-1,1 1,0-1,1 1,-1-1,1 0,1 0,-1 0,1-1,0 1,0-1,0 0,1 0,0 0,0-1,0 1,1-1,-1-1,1 1,1 0,3 0,0 0,1 0,-1-1,1-1,-1 1,1-2,0 0,0 0,-1-1,1 0,0 0,0-2,0 1,-1-1,1-1,-1 0,1 0,-1-1,0-1,-1 1,4-3,6-4,0-1,-1-1,-1 0,0-2,-1 0,0 0,-2-2,1 0,-2 0,2-5,4-15,-1-1,-2-1,-2-1,-1 0,-2-1,-2 0,-2 0,-1-1,-3 0,-1 0,-2 0,-2-3,3 7,-1 1,-3-1,-1 0,-1 1,-4-8,8 42,1-1,-1 0,0 0,0 1,-1-1,1 0,-1 1,0 0,0-1,0 1,0 0,0 0,-1 0,1 0,-1 0,0 1,-1-1,3 2,0 1,-1 0,1 0,-1 0,1 0,-1 0,1 0,0 1,-1-1,1 0,0 1,-1-1,1 1,0-1,-1 1,1 0,0-1,0 1,0 0,0 0,-1 0,1 0,0 0,1 0,-1 0,0 0,0 1,0-1,1 0,-1 0,1 1,-1-1,0 2,-7 18,0 0,2 1,0 0,2 1,0-1,2 1,0 0,1 0,2-1,0 1,1 0,2-1,3 15,1 3,0 0,3-1,1 0,2-1,2 0,1-1,2-1,2-1,1-1,1 0,2-2,7 5,-23-28,0 1,1-2,1 0,-1 0,1-1,0 0,7 2,-14-7,-1 0,1 0,0-1,0 0,0 0,0 0,0 0,0-1,1 1,-1-1,0 0,0 0,0-1,0 1,1-1,-1 0,0 0,0 0,0-1,-1 1,1-1,0 0,-1 0,1-1,0 1,3-6,1 1,-1-1,-1 0,0-1,0 0,-1 0,0 0,0 0,-1-1,0-1,29-51,-34 62,1-1,1 1,-1-1,0 1,0-1,0 1,0 0,0-1,0 1,0-1,1 1,-1 0,0-1,0 1,1 0,-1-1,0 1,0 0,1-1,-1 1,0 0,1-1,-1 1,0 0,1 0,-1 0,1-1,-1 1,0 0,1 0,-1 0,1 0,-1 0,1 0,-1 0,0 0,1 0,-1 0,1 0,-1 0,1 0,-1 0,0 0,1 0,-1 0,1 0,-1 1,0-1,1 0,-1 0,1 1,-1-1,0 0,0 0,1 1,-1-1,0 0,1 1,-1-1,0 1,0-1,0 0,1 1,-1-1,0 0,0 1,5 31,-5 23,-1-40,1-1,0 0,1 0,1 0,0 0,1 0,1 5,-3-16,0 0,1-1,-1 1,1 0,-1 0,1-1,0 1,0-1,0 0,0 1,0-1,1 0,-1 0,1-1,-1 1,1 0,0-1,-1 0,1 1,0-1,0 0,0 0,0-1,0 1,0-1,0 1,0-1,0 0,1 0,-1 0,0-1,0 1,2-1,23-6</inkml:trace>
  <inkml:trace contextRef="#ctx0" brushRef="#br0" timeOffset="78031.58">8704 883,'-16'-16,"-8"-10,1 0</inkml:trace>
  <inkml:trace contextRef="#ctx0" brushRef="#br0" timeOffset="78207.109">7755 468,'25'7,"26"2,28 0,22-5,20-4,12-3,-17 0</inkml:trace>
  <inkml:trace contextRef="#ctx0" brushRef="#br0" timeOffset="79679.715">8931 1057,'-2'5,"1"1,-1 0,1-1,0 1,1 0,-1 0,1 0,1 0,-1 0,1 0,0 0,0-1,0 1,1 0,0-1,0 1,1-1,-1 1,1-1,0 0,1 0,-1-1,1 1,0-1,0 1,0-1,1-1,-1 1,1 0,0-1,2-1,0 1,0-1,0-1,1 1,-1-1,0-1,1 1,-1-1,1-1,-1 1,0-1,1 0,-1-1,0 0,0 0,0-1,0 1,-1-1,1-1,-1 1,1-1,-1-1,0 1,3-4,-5 5,1-1,-1 0,0 0,0-1,-1 1,1-1,-1 1,0-1,0 0,0 0,-1-1,0 1,0 0,0-1,-1 1,1-1,-2 0,1 0,0 1,-1-1,0 0,-1 0,1 1,-1-1,0 0,0 1,-1-1,0 1,0-1,0 1,-2-3,0 1,-1 0,-1 0,1 0,-1 1,0 0,0 0,-1 0,0 1,0 0,0 1,-1-1,1 1,-1 1,0-1,0 1,0 1,-1 0,1 0,-1 0,1 1,-1 0,1 1,-1 0,1 0,-1 1,0 0,1 1,0 0,-1 0,0 1,7-3,1 0,0 0,0 0,0 0,-1 0,1 0,0 1,0-1,0 0,0 1,0-1,-1 1,1-1,0 1,0-1,0 1,0 0,0-1,1 1,-1 0,0 0,0 0,0 0,1 0,-1 0,0 0,1 0,-1 0,1 0,-1 0,1 0,0 0,-1 1,1-1,0 0,0 0,0 0,0 1,0-1,0 0,0 0,0 0,1 0,-1 1,0-1,1 0,-1 0,1 0,-1 0,1 0,-1 0,1 0,0 0,-1 0,1 0,0 0,0 0,0-1,0 1,0 0,0 0,0 0,14 2,0 0,0 0,0-2,0 0,0 0,0-1,0-1,0-1,0 0,-1-1,13-4,-13 4,70-14,146-20,-228 36,1 0,0 1,0-1,0 1,-1 0,1 0,0 0,0 0,0 0,0 1,-1-1,1 1,0 0,0 0,-1 0,1 0,0 0,-1 1,0-1,1 1,-1-1,0 1,1 0,-1 0,0 0,-1 0,1 0,0 1,-1-1,1 1,-1-1,1 1,-1-1,0 1,0 0,0-1,-1 2,2 144,-1-146,-1-1,0 1,1 0,-1-1,1 1,0 0,-1-1,1 1,0-1,0 0,0 1,0-1,0 1,0-1,0 0,1 0,-1 0,0 0,1 0,-1 0,1 0,-1 0,1-1,-1 1,1 0,0-1,-1 1,1-1,0 0,-1 0,1 1,0-1,-1 0,1 0,0-1,-1 1,1 0,0-1,-1 1,1 0,0-1,-1 0,1 1,-1-1,1 0,65-46,-55 32,-1 0,0-1,-1-1,-1 1,0-1,-1-1,-1 0,-1 0,3-13,19 105,-21-62,1-1,0 0,1 0,0-1,1 0,0-1,0 0,1 0,0-1,1-1,-1 0,1 0,1-1,10 3,5 1,0-1,0-2,1 0,0-2,0-2,14 1,-20-2,0-1,0-2,0 0,0-1,-1-1,1-1,-1-1,1-1,-2-1,1-1,-1-1,0 0,-1-2,0-1,0 0,9-9,-22 14,-1 0,0 0,0-1,-1 0,0 0,0 0,-1 0,0-1,0 0,1-4,-4 10,0 0,-1 1,1-1,0 0,-1 0,0 0,1 0,-1 1,0-1,0 0,-1 0,1 0,-1 0,1 0,-1 1,0-1,0 0,0 0,0 1,-1-1,1 1,-1-1,0 1,1 0,-1 0,0-1,0 1,0 0,-1 1,1-1,0 0,-1 1,1-1,-1 1,-1-1,-4 1,-1-1,0 1,0 1,0 0,0 0,1 0,-1 1,0 1,0 0,1 0,-1 0,1 1,-1 0,1 1,0 0,1 0,-1 1,1 0,-1 0,2 0,-1 1,0 0,1 1,0 0,1 0,0 0,0 0,-4 8,7-13,0 0,1 0,-1 0,1 0,-1 1,1-1,0 0,0 1,0-1,0 1,0-1,0 1,1 0,-1-1,1 1,0-1,0 1,0 0,0-1,0 1,0 0,1-1,-1 1,1 0,0-1,0 1,0-1,0 0,0 1,1-1,-1 0,1 0,-1 1,1-1,0 0,0-1,0 1,0 0,8 0,-1 0,1-1,-1 0,1 0,-1-1,1-1,-1 1,1-2,-1 1,1-1,-1-1,0 1,0-2,0 1,0-1,-1-1,1 1,-1-2,0 0,66-43,-78 75,2-23,0 0,0 1,0-1,1 1,0-1,-1 1,1-1,1 1,-1 0,0-1,1 1,0 0,0 0,0-1,0 1,1 0,0 0,-1-1,1 1,0-1,1 1,-1-1,1 1,-1-1,1 0,0 1,0-1,1 0,-1 0,1-1,-1 1,4 2,4-1,1-1,0 0,0 0,1-1,-1 0,0-1,1 0,-1-1,1-1,-1 1,1-2,-1 0,0 0,0-1,6-2,6-2,0-1,0 0,-1-2,-1-1,1 0,-2-2,0 0,0-1,-1-2,-1 1,-1-2,0-1,-1 0,-1 0,0-2,-2 0,0-1,-2 0,0 0,-1-2,4-14,-5 12,-1 0,-1-1,-1 1,-1-1,-2-1,0 1,-2 0,0-1,-2 1,-1-1,-2 1,0 0,-2 0,0 0,-5-6,11 28,-1 1,-1-1,1 1,0-1,-1 1,0 0,0-1,0 1,0 0,0 0,-1 1,1-1,-1 0,0 1,0 0,0-1,0 1,0 0,0 1,-1-1,1 0,0 1,-1 0,1 0,-1 0,0 0,1 1,-1-1,0 1,0 0,1 0,-1 0,0 1,1-1,-3 1,-3 5,0 0,0 1,0 0,1 0,0 1,1 0,0 0,0 1,0 0,1 0,1 1,0-1,0 1,0 0,2 0,-3 8,-7 14,2 1,1 0,1 1,2 0,1 0,2 1,2-1,0 1,3 0,1-1,4 19,-4-41,1 0,0-1,1 1,0-1,1 0,0 0,1 0,0-1,0 0,1 0,1 0,0-1,0 0,1-1,0 0,0 0,1-1,0 0,0-1,1 0,-1 0,1-1,1-1,-1 0,1 0,-1-1,3 0,9 1,0-1,0-1,0-1,-1-1,1-1,0-1,0-1,0-1,-1-1,0-1,0-1,0-1,-1-1,0 0,-1-2,0 0,12-11,-27 19,1-1,-2 1,1-2,0 1,-1 0,0-1,0 0,0 0,-1 0,0 0,0-1,0 1,0-1,0-1,-6-2,-7 22,8-8,0 0,1 0,-1 0,1 0,0 0,0 1,1-1,0 0,0 0,0 1,0-1,1 0,0 0,0 1,0-1,1 0,0 0,-1 0,2-1,-1 1,1 0,-1-1,1 1,1-1,-1 0,1 0,-1-1,1 1,0 0,0-1,1 0,-1 0,1-1,-1 1,1-1,0 0,0 0,0 0,0-1,0 0,0 0,0 0,1-1,-1 1,0-1,1 0,-1-1,0 1,0-1,1-2,0 1,0-1,0 0,-1 0,1 0,-1-1,0 0,0 0,0 0,-1-1,1 1,-1-1,0 0,-1-1,1 1,-1-1,0 1,0-1,-1 0,0 0,0 0,0 0,-1 0,1-1,-2 1,1 0,-1-1,0 1,0-1,-1 1,1 0,-1-1,-2-2,3 3,-1 0,0 0,0 0,-1 0,0 0,0 1,0-1,-1 1,0-1,0 1,0 0,0 0,-1 0,0 1,0-1,0 1,-1 0,1 0,-1 1,0-1,0 1,0 0,-1 0,1 1,-1 0,1-1,-1 2,0-1,0 1,0 0,0 0,0 1,0-1,0 1,-3 1,0 2,-1 0,2 0,-1 1,0 0,1 1,-1 0,1 0,1 1,-1 0,1 0,0 1,0 0,1 0,0 0,0 1,1 0,0 0,0 1,1-1,0 1,1 0,0 0,0 0,1 1,0-1,0 7,1-12,0 0,0 0,1 0,0 0,0 0,0 0,0 1,1-1,-1 0,1 0,0 0,1 0,-1 0,1 0,-1-1,1 1,0 0,0-1,1 0,-1 1,1-1,0 0,0 0,0 0,0-1,0 1,0-1,1 1,0-1,-1 0,1-1,0 1,3 0,4 1,0-2,1 0,0 0,-1-1,1 0,0-1,-1-1,1 0,-1 0,0-1,0 0,0-1,0-1,0 1,-1-2,6-3,27-16</inkml:trace>
  <inkml:trace contextRef="#ctx0" brushRef="#br0" timeOffset="79931.044">11899 495,'-16'4,"-12"9,-8 9,-3 9,6 7,8 3,11 0,14-3,15-3,4-8</inkml:trace>
  <inkml:trace contextRef="#ctx0" brushRef="#br0" timeOffset="80112.561">12086 1057,'16'11,"12"4,8-1,7-2,8-8,1-8,-7-2</inkml:trace>
  <inkml:trace contextRef="#ctx0" brushRef="#br0" timeOffset="81252.311">2420 3783,'-8'29,"3"308,31 674,-1-643,16 242,-30 284,-21-283,1-489,4-135,1-7</inkml:trace>
  <inkml:trace contextRef="#ctx0" brushRef="#br0" timeOffset="83510.819">2394 4171,'10'-344,"-5"299,1-14,-2-1,-2 0,-5-19,-24-16,26 92,0 1,0 0,1-1,0 1,-1-1,1 1,0-1,0 1,0-1,0 1,1-1,-1 1,1-1,-1 1,1 0,0-1,0 1,0 0,0 0,1-1,-1 1,0 0,1 0,0 0,-1 1,1-1,0 0,58-42,-54 40,-3 3,0-1,1 0,-1 1,0 0,0 0,1 0,-1 0,1 1,-1-1,0 1,1 0,-1 0,1 0,-1 0,1 1,-1-1,1 1,-1 0,0 0,1 0,-1 0,0 1,0 0,2 0,1 1,20 4,1-1,-1-1,1-2,0 0,0-2,0-1,0-1,16-3,-3 2,113-2,99 13,-76-5,1-7,166-27,-77 6,1 11,0 11,30 14,-78 5,214-13,496-25,339 21,-532-42,171 30,-599 13,-169-1,0-6,97-19,-171 14,0 4,1 2,0 3,19 4,-83-2,1 0,0 0,0 0,-1 0,1 1,0-1,0 1,-1-1,1 1,-1 0,1 0,0 0,-1 1,0-1,1 0,-1 1,0 0,0 0,0-1,0 1,0 0,0 0,0 1,-1-1,1 0,-1 1,0-1,0 1,0-1,0 1,1 0,4 32,-1 0,-1 1,-2-1,-2 1,-1-1,-2 11,-68 513,60-303,11 1,-2 84,2-313,-35 680,22-572,-5 68,8 52,10-227,-12 274,5-238,2 1,3 0,3-1,3 3,5 233,1-256,-4-44,-2-4</inkml:trace>
  <inkml:trace contextRef="#ctx0" brushRef="#br0" timeOffset="86598.387">2527 7527,'-5'31,"-3"13,2 0,2 0,1 0,3 10,0-49,0-1,0 0,1 1,0-1,0 0,0 0,0 0,0 0,1 0,0 0,0 0,0 0,0-1,1 1,-1-1,1 0,0 1,0-1,0 0,0-1,1 1,-1-1,1 1,-1-1,1 0,0 0,0-1,0 1,0-1,0 0,0 0,1 0,-1 0,3-1,14 0,1-1,-1-1,1-1,-1-1,0 0,0-2,1-1,64-15,58 2,1 7,74 5,-50 2,732-20,-667 27,628-20,-36-49,-387 57,121-8,-135-26,226-18,232 12,-154 44,-438 9,79-2,-367-1,1 1,0 1,0-1,0 0,0 1,0 0,0 0,-1 0,1 0,0 1,-1-1,1 1,-1 0,1 0,-1 0,1 1,-22-14,-34-63,33 43</inkml:trace>
  <inkml:trace contextRef="#ctx0" brushRef="#br0" timeOffset="86862.681">10588 7179,'12'23,"5"16,1 11,-1 4,-1-1,-4-2,-3-6,-3-10</inkml:trace>
  <inkml:trace contextRef="#ctx0" brushRef="#br0" timeOffset="88700.602">2447 5735,'58'-10,"1"2,-1 3,1 3,0 2,-1 2,49 9,-106-10,217 8,1-10,86-16,241-2,-389 23,229 2,3-17,362-17,-168 19,153-8,-277-4,-271 9,401-3,34-8,-120 14,33-19,-208 29,-136-14,-140 13,-51-2,-5-1</inkml:trace>
  <inkml:trace contextRef="#ctx0" brushRef="#br0" timeOffset="89774.479">6070 3342,'21'769,"-15"152,7-680,35 186,-15-162,-7 69,-25-145,9 134,1-200,-5 103,-4-218,0-19</inkml:trace>
  <inkml:trace contextRef="#ctx0" brushRef="#br0" timeOffset="90778.339">8276 3409,'-16'172,"-8"297,22 123,4-301,-2 1052,28-897,-28-375,-2-23,3 1,2-1,2 0,9 36,-10-65,-2-5</inkml:trace>
  <inkml:trace contextRef="#ctx0" brushRef="#br0" timeOffset="91880.291">3958 3209,'31'372,"-21"353,-11-510,9 773,-10-330,4-159,5 200,-8-449,1-248</inkml:trace>
  <inkml:trace contextRef="#ctx0" brushRef="#br0" timeOffset="92706.18">6190 7179,'12'68,"-5"273,-4-320</inkml:trace>
  <inkml:trace contextRef="#ctx0" brushRef="#br0" timeOffset="93968.545">415 1832,'12'20,"1"0,1-1,0-1,2 0,0-1,1 0,0-2,1 0,1 0,0-2,1-1,1 0,0-2,0 0,15 4,2 5,33 17,256 140,-84-8,-119-79,132 70,-186-123,-23-13,-1 2,-1 2,-2 1,0 3,13 14,-55-44,20 20,1-1,2-1,0-1,25 14,-32-23,0 0,0 0,-1 2,0 0,-1 1,0 0,-1 1,-1 1,0 0,0 1,-1 1,71 104,-17-74,-65-38,-3-2</inkml:trace>
  <inkml:trace contextRef="#ctx0" brushRef="#br0" timeOffset="95899.942">362 2688,'-1'89,"-24"-454,25 365,0 5,0-1,1 1,-1-1,1 1,0-1,0 0,0 1,1-1,0 0,-1 0,1 0,1 0,-1 0,1 0,-1-1,1 1,0-1,5 0,0-1,0 0,1 0,-1 0,0-1,1-1,-1 1,1-1,-1-1,0 0,1 0,-1 0,0-1,0 0,0-1,0 0,0 0,0-1,-1 0,0 0,4-4,4 2,-11 4,-3 1,0 0,0 0,0 0,1 0,-1 0,0 0,1 0,-1 1,1-1,-1 0,0 1,1-1,0 1,-1 0,1-1,-1 1,1 0,-1 0,1 0,-1 0,1 0,0 1,-1-1,1 0,-1 1,1-1,-1 1,1-1,-1 1,0 0,1 0,-1-1,0 1,1 0,-1 0,0 0,0 1,0-1,0 0,0 0,0 0,0 1,-1-1,2 2,33 176,5 16,-20-115,-4 1,-4 1,-3 0,-4 0,-3 10,-1-82,-1 0,0 1,-1-1,0 0,-1 0,0-1,0 1,-1 0,0-1,-1 1,0-1,-1 0,0 0,0-1,0 1,-1-1,-1 0,1-1,-3 3,6-9,0 1,0-1,0 0,0 0,0 0,0 0,0 0,-1-1,1 0,0 1,0-1,0 0,-1 0,1-1,0 1,0-1,0 0,0 1,-1-1,1-1,0 1,1 0,-1-1,0 1,0-1,1 0,-1 0,1 0,-3-2,-58-76,38 36,2 0,2-2,2 0,0-7,18 51,0-1,0 0,0 0,0 0,0 0,1 0,-1 0,1 0,0 0,0 0,0 0,0 0,1 0,-1 0,1 0,-1 0,1 0,0 0,1 0,-1 0,0 1,1-1,-1 0,1 1,0-1,0 1,0 0,0 0,3-2,99-60,209-68,-202 91</inkml:trace>
  <inkml:trace contextRef="#ctx0" brushRef="#br0" timeOffset="96681.349">1592 4786,'-5'8,"1"-1,1 1,-1 0,1 0,1 0,-1 0,1 1,1-1,0 1,0-1,1 1,-1-1,2 1,-1-1,2 1,-1-1,1 0,0 1,0-1,1 0,1 0,-1-1,1 1,0 0,1-1,0 0,0 0,0-1,1 0,0 1,0-2,3 3,1-2,0-1,1 0,-1 0,1-1,0 0,0-1,0-1,1 0,-1 0,1-1,-1 0,1-1,-1 0,1-1,-1-1,1 1,-1-2,10-3,-15 4,-1-1,0 0,0 0,0 0,0-1,-1 0,1 1,-1-2,0 1,-1 0,1-1,-1 0,1 0,-1 0,-1 0,1 0,-1-1,0 1,0-1,-1 0,2-5,-1-3,0 0,-1 0,0-1,-1 1,0 0,-2 0,1 0,-4-10,2 12,0-1,-1 0,0 1,-1 0,0 0,-1 0,-1 1,0 0,0 0,-1 0,0 1,-1 1,0-1,-1 1,-6-5,12 12,1 0,-1 0,0 0,0 0,0 0,0 1,0 0,0 0,0 0,0 0,0 0,-1 1,1 0,0 0,0 0,-1 1,1-1,0 1,0 0,0 0,0 0,0 1,0-1,0 1,0 0,0 0,1 1,-1-1,1 1,0-1,0 1,-2 3,-8 7,0 2,1-1,1 2,1-1,0 2,-6 13,-64 170,50-100</inkml:trace>
  <inkml:trace contextRef="#ctx0" brushRef="#br0" timeOffset="97273.805">1699 7032,'3'-46,"2"1,3 0,1 0,2 1,15-35,13-26,-39 105,0-1,0 1,0 0,0-1,0 1,0-1,0 1,0 0,1-1,-1 1,0 0,0-1,0 1,0 0,1-1,-1 1,0 0,0-1,1 1,-1 0,0 0,1-1,-1 1,0 0,1 0,-1 0,0-1,1 1,-1 0,0 0,1 0,-1 0,0 0,1 0,-1 0,1 0,-1 0,0 0,1 0,-1 0,0 0,1 0,-1 0,1 0,-1 0,0 0,1 1,-1-1,0 0,1 0,-1 0,0 1,1-1,-1 0,0 0,0 1,1-1,-1 0,8 25,9 87,-5 0,-4 8,10 100,-8-149,-1-17</inkml:trace>
  <inkml:trace contextRef="#ctx0" brushRef="#br0" timeOffset="98691.554">1364 1671,'0'18,"0"18,0 13,0 13,0 7,0 3,0-2,0-8,0-10,0-13</inkml:trace>
  <inkml:trace contextRef="#ctx0" brushRef="#br0" timeOffset="99120.409">1699 1684,'-10'21,"-1"-1,-1-1,-1 0,0 0,-2-1,0-1,-2 1,3-3,-8 12,-1-2,-1 0,-2-2,0 0,-2-2,0-1,-9 3,3-14,41-22,-4 11,-1 0,1 1,0-1,0 1,0-1,0 1,0 0,0 0,0 0,0 1,0-1,0 1,1 0,-1 0,0 0,0 0,0 0,0 1,1-1,-1 1,0 0,0 0,0 0,0 1,-1-1,1 0,2 2,68 57,-68-54,9 9,1 0,0 0,0-1,2-1,-1-1,2-1,0 0,17 8,-20-14,0 0,0-1,1 0,-1-2,1 0,0 0,-1-2,1 0,0 0,4-2,18-4</inkml:trace>
  <inkml:trace contextRef="#ctx0" brushRef="#br0" timeOffset="99779.405">2246 1939,'-14'7,"0"1,1 1,-1 0,2 1,-1 0,1 1,1 1,0 0,1 0,0 1,1 0,0 1,1 0,1 0,-5 13,9-23,0 0,1 1,0-1,0 0,1 1,-1-1,1 1,0 0,0-1,0 1,1 0,-1 0,1-1,1 1,-1 0,1 0,-1 0,1-1,1 1,-1-1,1 1,-1-1,1 1,1-1,-1 0,0 0,1 0,0 0,0 0,0-1,1 1,-1-1,1 0,0 0,3 1,1-1,0 0,1-1,-1 0,0 0,1 0,-1-1,1-1,-1 1,1-1,0-1,-1 0,1 0,-1-1,0 1,1-2,-1 1,0-1,0-1,4-2,2-1,0-1,-1 0,0-1,0-1,0 0,-2-1,1 0,-1-1,-1 0,7-10,-2-4,0-1,-2-1,-1 0,-1-1,-2 0,-1 0,-1-1,-1 0,-2 0,-1-1,-1-28,-15-50,12 106,0-1,0 1,0-1,0 1,-1-1,1 1,-1 0,0 0,0 0,0 0,-1 0,1 1,-1-1,1 0,-1 1,0 0,0 0,0 0,0 0,0 0,-1 1,1-1,0 1,-1 0,1 0,-1 0,1 0,-3 1,-5 1,0 2,0-1,1 1,-1 1,1 0,0 0,0 1,0 1,1-1,-1 2,2-1,-1 1,1 0,0 1,0 0,1 1,-2 2,0-1,0 0,0 0,2 1,-1 1,1-1,1 1,0 0,1 1,0-1,1 1,0 0,1 0,0 1,1-1,1 0,0 1,1-1,1 1,0-1,0 1,1-1,1 0,0 0,1 0,1 0,0 0,0-1,5 6,9 10,2-1,0-1,2-1,1-1,1-1,14 10,39 36,-29-12,-31-32</inkml:trace>
  <inkml:trace contextRef="#ctx0" brushRef="#br0" timeOffset="100416.737">2995 2888,'-2'7,"-13"97,15-101,0 0,0 0,0 0,0 0,1 0,-1 0,1 0,0 0,0 0,0 0,0-1,0 1,1 0,-1-1,1 1,0-1,0 1,0-1,0 0,0 0,0 0,0 0,1 0,-1-1,1 1,-1-1,1 1,0-1,0 0,-1 0,1 0,2 0,2-1,-1-1,1 0,0 0,-1-1,1 0,-1 0,1-1,-1 1,0-1,0 0,0-1,0 0,-1 0,1 0,-1-1,0 1,0-1,-1 0,0-1,0 1,0-1,0 1,-1-1,0-1,0 1,-1 0,1-1,-1 0,1-2,0 0,-1-1,0 1,0-1,-1 0,0 1,-1-1,0 0,0 0,-1 0,-1 1,-1-9,2 13,-1 0,1 0,-1 0,0 0,-1 0,1 0,-1 1,0-1,0 1,0 0,0 0,-1 0,0 0,0 1,0-1,0 1,0 0,-1 0,1 1,-1-1,0 1,0 0,0 0,-2 0,-1 2,1 0,0 0,0 1,0 0,0 0,0 0,0 1,0 0,0 1,0-1,1 1,-1 1,1-1,0 1,0 0,1 0,-1 1,1 0,0 0,0 0,0 0,1 1,-1 0,2 0,-1 0,1 1,-1-1,2 1,-1-1,1 1,-1 5,2-9,0 0,0 1,1-1,-1 0,1 0,0 1,0-1,0 0,0 1,0-1,1 0,0 1,-1-1,1 0,1 0,-1 0,0 0,1 0,-1 0,1 0,0 0,0-1,0 1,0-1,1 1,-1-1,1 0,-1 0,1 0,0 0,-1 0,1-1,0 1,0-1,1 0,-1 0,0 0,3 0,36 8,0-5</inkml:trace>
  <inkml:trace contextRef="#ctx0" brushRef="#br0" timeOffset="100710.949">3330 2901,'-1'17,"9"67,-8-82,1 0,0 0,0 0,0 0,0 0,0 0,0-1,0 1,1 0,-1 0,0-1,1 1,0-1,-1 0,1 1,0-1,0 0,0 0,-1 0,1 0,0 0,0-1,1 1,-1 0,0-1,0 0,0 1,0-1,0 0,1 0,-1 0,0-1,0 1,0 0,0-1,1 0,3 0,1-1,0-1,-1 1,0-1,0 0,0-1,0 1,0-1,-1-1,1 1,-1-1,0 1,-1-1,1-1,-1 1,0-1,0 0,-1 0,0 0,0 0,0 0,-1-1,2-5,-2 7,-1-1,0 1,0 0,0 0,0-1,-1 1,0 0,0-1,0 1,-1 0,0-1,0 1,0 0,0 0,-1 0,0 0,0 0,-1 0,1 0,-1 1,0-1,0 1,-1 0,1 0,-1 0,0 0,0 1,0 0,0-1,-4-1,2 3,1 0,0 0,-1 0,0 0,1 1,-1 0,0 0,1 1,-1-1,0 1,0 1,0-1,1 1,-1 0,0 0,0 1,1-1,-1 1,1 1,0-1,0 1,0 0,0 0,0 0,0 1,1-1,0 1,-1 0,1 1,1-1,-1 1,1 0,0-1,0 1,0 1,1-1,-1 0,1 1,1-1,-1 1,1 0,0-1,0 2,0-2,1 0,-1 0,1 0,0 0,0 0,1 0,0 0,0 0,0 0,0 0,1 0,0 0,1 2,13 21</inkml:trace>
  <inkml:trace contextRef="#ctx0" brushRef="#br0" timeOffset="101195.177">4639 2861,'-4'17,"0"-1,1 0,0 1,2 0,0-1,0 1,3 16,-2-27,1-1,0 0,0 0,0 1,1-1,0 0,0 0,0 0,0-1,1 1,0 0,0-1,0 0,0 0,1 0,0 0,0 0,0-1,0 1,0-1,1 0,0-1,-1 1,1-1,0 0,3 1,-2-1,0-1,1 1,0-1,-1-1,1 1,0-1,0 0,-1-1,1 0,0 0,-1 0,1-1,-1 0,0 0,1 0,-1-1,0 0,0 0,-1-1,1 1,-1-1,1-1,-1 1,-1-1,1 0,-1 0,1 0,-1 0,-1-1,1 0,1-5,-1 5,0-1,-1 0,0 0,-1 0,1 0,-1-1,-1 1,1-1,-1 1,-1-1,1 0,-1 1,-1-1,1 0,-1 1,-1-1,1 1,-1-1,-1 1,1 0,-1 0,0 0,-1 0,0 0,0 1,0 0,-5-6,5 8,1 0,-1 1,0-1,0 1,0 0,0 0,0 0,-1 0,1 1,-1 0,0 0,0 0,0 0,0 1,0 0,0 0,0 0,0 1,0-1,0 1,-1 1,1-1,0 1,0-1,0 2,0-1,0 0,0 1,0 0,1 0,-1 1,0-1,1 1,0 0,0 0,-3 3,2-2,1 0,0 1,0-1,0 1,0 0,1 0,0 0,0 0,0 1,0 0,1-1,0 1,0 0,1 0,0 0,0 0,0 0,1 0,0 0,0 0,0 1,1-1,0 0,0 0,0 0,1 0,0-1,0 1,1 0,-1-1,1 1,0-1,2 1,29 21,4-8</inkml:trace>
  <inkml:trace contextRef="#ctx0" brushRef="#br0" timeOffset="101450.517">5201 2888,'0'-186,"-13"266,8-47,-3 12,2 0,2 0,2 0,2 1,2-1,6 34,0-43</inkml:trace>
  <inkml:trace contextRef="#ctx0" brushRef="#br0" timeOffset="101977.132">6912 2794,'-6'-22,"1"0,1 0,0 0,2-1,1 1,0-1,2 1,2-15,2 17,-5 20,0 0,0 0,1 1,-1-1,0 0,0 0,0 0,0 0,1 0,-1 0,0 0,0 0,0 0,0 0,1 1,-1-1,0 0,0 0,0 0,1 0,-1 0,0 0,0 0,0 0,0-1,1 1,-1 0,0 0,0 0,0 0,0 0,1 0,-1 0,0 0,0 0,0 0,0-1,0 1,1 0,-1 0,0 0,0 0,0 0,0-1,0 1,0 0,0 0,0 0,0 0,1-1,-1 1,0 0,3 20,0 1,-2 0,0-1,-1 1,-2 12,0-6,0 29,-1-30,1-1,1 1,1 0,2 0,0-1,2 1,1-1,1 0,9 23,0-19</inkml:trace>
  <inkml:trace contextRef="#ctx0" brushRef="#br0" timeOffset="102284.314">7193 2821,'-13'-194,"14"182,2 26,7 177,6 37,-6-179,-1-8</inkml:trace>
  <inkml:trace contextRef="#ctx0" brushRef="#br0" timeOffset="102989.935">9199 2634,'-3'-18,"0"-9,0-1,1 8,0 17,-1 20,-3 20,-2 19,-3 12,1 5,2-2,5-5,8-8,6-9,8-11,-1-11</inkml:trace>
  <inkml:trace contextRef="#ctx0" brushRef="#br0" timeOffset="103327.06">9506 2834,'-3'25,"1"-15,0 1,0-1,1 1,1 0,-1-1,2 1,0 0,0-1,1 1,0-1,1 1,0-1,0 0,4 5,-3-11,0 0,0 0,1-1,-1 1,1-1,0 0,0-1,0 1,1-1,-1 0,0 0,1 0,0-1,-1 0,1 0,0-1,-1 1,1-1,0-1,0 1,-1-1,1 0,0 0,-1 0,1-1,-1 0,0 0,1 0,-1-1,0 0,0 0,-1 0,1 0,0-1,-1 0,0 0,0 0,0-1,1-2,2-4,-1-1,-1 1,0-1,0 0,-2 0,1-1,-1 1,-1-1,-1 0,1 0,-2 1,0-1,0 0,-1 0,-1 0,0 1,-1-1,0 1,-1 0,-4-9,6 16,1 0,-1 0,0 1,0-1,-1 1,1-1,-1 1,0 0,0 0,0 0,-1 0,0 1,1-1,-1 1,0 0,-1 0,1 1,0-1,-1 1,1 0,-1 0,0 0,0 1,0 0,0-1,0 2,0-1,0 1,0 0,0 0,0 0,0 0,-5 2,-7 7,0 0,0 1,1 1,0 0,1 1,0 1,1 0,1 1,0 1,1 0,0 0,1 1,-8 18,17-32,-43 67</inkml:trace>
  <inkml:trace contextRef="#ctx0" brushRef="#br0" timeOffset="104180.785">8289 7006,'7'18,"2"15,2 11,2 7,-3 4,-1 0,-4-10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7:39.25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165 100,'-11'10,"1"1,0 1,0 0,2 0,-1 1,1 0,1 0,0 1,1 0,1 0,0 1,1 0,0 2,-6 32,2 0,3 0,0 19,1 16,3 1,3-1,11 60,13-48,-24-93,-1 0,1 0,-1 0,1 0,0 0,0-1,0 1,1 0,-1-1,0 0,1 0,0 1,-1-2,1 1,0 0,0 0,0-1,0 0,0 0,1 0,-1 0,0 0,1 0,-1-1,0 0,1 1,1-1,4-3,0 0,0 0,0-1,-1 0,0-1,0 0,0 0,0 0,-1-1,0 0,0-1,0 0,-1 0,0 0,0-1,-1 1,0-1,2-7,20-30,-3 0,-2-2,-2-1,-2-1,-2 0,-2-1,-2 0,0-18,-8 37,-1 1,-1-1,-2 0,-1 1,-1-1,-5-18,4 34,0 0,-1 0,-1 0,0 1,-1 0,0 0,-2 0,1 1,-2 0,1 0,-2 1,0 0,0 1,-1 0,7 7,0 0,0 0,0 1,0 0,-1-1,1 2,-1-1,0 0,0 1,0 0,0 0,0 1,0-1,-1 1,1 0,0 1,-1-1,1 1,-1 0,1 0,0 1,-1-1,1 1,0 1,0-1,-1 1,1-1,0 2,0-1,1 0,-1 1,0 0,-7 8,1 1,0 1,0-1,1 2,1-1,0 1,1 1,1 0,0 0,1 0,0 1,-1 9,-10 35,3 1,3 0,2 0,1 27,1 14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7:40.05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1 595,'62'-196,"36"-157,-78 308,-19 45,0 0,-1 0,1 0,-1 0,1 0,0 0,-1 0,1 0,0 0,-1 0,1 0,-1 1,1-1,-1 0,1 1,0-1,-1 0,1 1,-1-1,1 0,-1 1,0-1,1 1,-1-1,1 1,-1-1,0 1,1-1,-1 1,0 0,0-1,0 1,1-1,-1 1,0 0,0-1,0 1,0 0,0-1,0 1,0 0,1 1,7 32,-1 0,-1 1,-2 0,-1 0,-2 0,-1 3,0-5,7 175,-1 268,-5-473,-1 1,0-1,0 1,-1 0,1-1,-1 1,0-1,0 1,0-1,0 1,-1-1,1 1,-1-1,0 0,0 0,0 0,0 0,-1 0,-8 5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7:40.35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1 157,'2'0,"6"-2,9-4,15-4,15-6,12-4,9-2,3 2,0 1,-7 4,-11 4,-10 5,-10 2,-11 1,-9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7:41.3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180 176,'-21'46,"2"2,1 0,3 1,2 1,2 0,3 0,1 1,3 0,2 26,2 116,1-179,1 0,1 1,0-1,1 0,0 0,1-1,0 1,2-1,-1 0,1-1,1 1,2 1,-5-9,0 1,0-1,0 0,0-1,1 1,0-1,0 0,1 0,-1-1,1 0,-1 0,1-1,0 0,0 0,0 0,0-1,0 0,1 0,-1-1,0 0,4 0,3-2,-1 0,0-1,0 0,0-1,0 0,0-1,-1 0,0-1,0-1,-1 0,3-2,9-8,-2-1,0-1,-1-1,-1-1,-1 0,0-1,-2-1,-1-1,-1 0,-1-1,9-25,-7 12,-1-1,-3-1,-1 0,-2 0,-1-1,-3 0,0-35,-4 47,-1 0,-2 1,-1-1,-1 1,-1 0,-1 0,-8-15,11 31,-1 0,0 0,-1 1,-1 0,0 0,0 0,-1 1,0 1,-1-1,0 1,0 0,-1 1,0 0,-1 1,0 0,0 1,0 0,-1 0,2 3,1 0,-1 1,1 0,-1 0,0 1,0 0,0 1,1 0,-1 0,0 1,0 1,0-1,1 2,-1-1,1 1,0 1,0 0,0 0,0 0,-6 6,-4 3,0 1,0 0,2 2,0 0,1 1,0 1,1 0,-2 6,-11 19,3 0,1 1,-12 36,-5 22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7:41.98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221 172,'-15'7,"1"0,0 1,1 1,-1 0,2 0,-1 2,2-1,-1 2,1-1,1 1,0 1,1 0,0 0,1 1,1 0,0 1,1-1,0 1,1 0,1 1,0 0,1 16,1 0,1 0,1 0,2 1,2-1,0 0,3-1,0 1,2-2,1 1,2-1,1 0,1-1,1-1,2 0,1-2,1 1,15 15,-21-28,-1-1,2 0,0-1,0 0,1-1,1-1,0 0,0-1,1-1,17 6,-27-11,1-1,-1 0,1 0,-1-1,1 0,0 0,-1-1,1 0,0 0,0-1,-1 0,1 0,0-1,-1 0,1 0,-1-1,0 0,0 0,0-1,0 0,-1 0,1 0,-1-1,0 0,-1 0,1-1,0 0,8-15,0-1,-1 0,-2 0,0-1,-2-1,0 1,-1-2,-2 1,0-1,-2 0,-1 0,0-11,3-22,-2 0,-2-1,-3 1,-8-50,5 78,-1 1,-2-1,-1 1,-1 0,-1 0,-1 1,-2 1,-1 0,-1 1,-6-6,12 19,-1 1,0 0,-1 1,0 0,0 1,-1 0,-1 1,0 0,-3 0,10 5,1 2,-1-1,0 1,0 0,0 0,0 0,-1 1,1 0,0 0,-1 0,1 1,0 0,-1 1,1-1,0 1,-1 0,1 1,0 0,0 0,0 0,0 0,0 1,-2 2,-4 4,0 0,0 1,1 1,1 0,0 0,1 1,0 0,0 1,1 0,1 0,1 1,-3 6,-41 111,10 4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7:43.79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1 773,'4'-95,"5"-1,14-55,-18 118,50-302,-40 274,-10 60,0 69,9 896,-12-747,1-140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7:44.71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0 906,'4'-65,"2"-1,4 1,9-31,0-2,56-340,-56 362,-13 74,7 83,56 727,-65-748,2 24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7:45.75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1 682,'66'-198,"86"-200,-117 313,-34 85,-1 0,0 1,0-1,0 0,0 1,1-1,-1 0,0 1,0-1,1 0,-1 0,0 1,1-1,-1 0,0 0,0 1,1-1,-1 0,1 0,-1 0,0 0,1 0,-1 0,0 0,1 0,-1 1,0-1,1 0,-1 0,1-1,-1 1,0 0,1 0,-1 0,0 0,1 0,-1 0,0 0,1-1,-1 1,0 0,1 0,-1 0,0-1,1 1,-1 0,0 0,0-1,1 1,-1 0,0-1,0 1,3 175,-21 452,15-541,0-16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7:47.11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94 449,'-14'28,"2"0,0 1,3 0,0 1,2 0,-2 18,7-34,0 0,1 1,1-1,0 1,1-1,1 0,0 1,1-1,0 0,1-1,1 1,0 0,1-1,7 12,-7-17,-1 0,1 0,1-1,-1 0,1-1,1 1,-1-1,1-1,0 1,0-1,0-1,1 0,0 0,0 0,0-1,0 0,0-1,1 0,-1-1,1 0,-1 0,1-1,2 0,5-1,-1-1,0 0,0-1,0-1,0 0,0-2,-1 1,0-2,0 0,0-1,-1 0,-1-1,5-4,2-5,-2-1,0-1,-1 0,-1-1,0-1,-2-1,-1 0,-1 0,-1-2,-1 1,-1-1,-1-1,-1 0,-1 0,-2 0,-1 0,0-1,-2 1,-2-1,0 1,-1-1,-2 1,-1-1,-1 2,-1-1,-1 1,-1 0,-1 0,-2 1,-5-8,9 18,-1 1,0-1,-1 1,0 1,-1 0,-1 0,0 1,0 1,-8-5,15 12,-1-1,1 1,-1 0,0 0,0 1,0-1,0 1,-1 1,1-1,-1 1,1 0,-1 1,1 0,-1 0,1 0,-1 1,1-1,-1 2,1-1,-1 1,1 0,0 0,0 1,-5 2,0 1,1 1,0 1,0-1,1 1,0 1,1 0,-7 8,-68 112,-2 48,8 8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7:59.03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1348 1194,'34'-222,"-33"202,-2 0,0 1,0-1,-2 1,-1 0,0 0,-2 0,0 0,0 1,-10-16,-13-21,-2 2,-32-40,-36-60,93 141,0-2,-1 0,0 0,-1 1,-1 0,0 1,0 0,-1 0,-1 1,0 0,0 1,-1 0,0 1,-1 0,-7-3,-255-73,203 42,56 32,-1 1,0 0,0 1,-1 1,0 1,-5-1,-2 4,1 0,-1 2,1 0,-1 2,0 1,-9 2,22-2,0 1,0 0,1 1,0 1,-1-1,1 2,0 0,1 0,-1 1,1 0,1 1,-1 0,1 0,0 1,0 1,1-1,1 1,-1 0,1 1,1 0,0 0,0 1,1-1,0 1,1 0,0 1,1-1,0 1,1-1,0 1,1 0,0 8,-6 229,2-189,-3 32,4 0,3 0,6 7,12 322,1-24,-10-6,20-35,-27-238,-5 1,-5-1,-13 52,-5 59,-2 177,18-11,14-335,-4-18,2-1,2 0,2 1,1-1,3-1,1 0,1 0,3-1,1 0,6 8,1-10,97 145,-108-168,1-1,0-1,1 0,0-1,1 0,0-1,0-1,1 0,0-1,1-1,9 4,16 0,0-1,1-2,0-1,0-3,1-1,-1-3,5-1,-21-3,0-1,-1-1,0-1,0-2,0 0,-1-1,-1-2,0 0,0-2,18-15,-38 28,19-14,0-1,-2-2,1 1,-2-2,-1-1,0 0,-1-1,-1-1,-2-1,0 0,-1-1,4-12,13-29,-3 0,-4-2,-2-1,-3-1,-3 0,5-65,25-391,-39 454,-4-1,-2 0,-6-25,-16-197,12-65,7 250,-18-101,4-132,-35-62,66-59,-28 331,6-44,3 146,-2 1,-1 0,-1 0,-2 1,-1 0,0 1,-7-9,-49-33,52 54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8:08.52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299 108,'0'-1,"1"0,0 0,-1 1,1-1,0 0,-1 0,1 0,0 1,0-1,0 0,0 1,0-1,0 1,0-1,0 1,0-1,0 1,0 0,0-1,0 1,0 0,0 0,0 0,0 0,0 0,0 0,1 0,-1 0,0 1,0-1,0 0,0 0,71-8,-1-3,52-16,-51 10,0 3,47-1,232 11,-196 6,-100-3,1 3,0 2,0 2,-1 3,40 12,-40-3,1-3,1-3,0-2,21-1,-43-7,-11-2,-1 0,1 2,-1 1,1 1,-1 0,0 2,0 1,-1 0,0 2,-1 1,16 9,-16-5,2 3,1-1,0-2,1 0,1-2,1-1,-9-4,0-2,-1 0,0 2,0-1,0 2,-1 1,0 0,-1 1,0 0,0 1,-1 1,-1 0,0 1,0 1,10 18,-2 1,-1 1,-2 0,-1 1,-2 1,-1 1,-2 0,-1 1,-3 0,-1 0,-1 1,-1 24,3 195,-4-218,-2 1,-2 0,-2 0,-1-1,-2 1,-2-1,-2-1,-4 9,5-26,0 0,-2-1,-1 0,0-1,-1 0,-1-1,-1 0,-1-1,-1-1,0 0,-1-1,-1-1,-4 2,-37 21,-1-2,-1-3,-2-3,-1-3,-1-2,-2-3,0-3,-1-4,0-2,-1-3,-41 0,-318 35,243-31,-182-12,180-4,182 2,-74 1,1-3,-1-4,-55-12,101 10,0 1,-1 2,0 1,1 1,-1 2,0 2,0 1,0 2,-5 2,14-8,34-4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8:10.61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2808 0,'-239'13,"-375"7,-232 51,761-62,23-3,1 2,-1 3,2 2,-22 10,4 5,3 3,0 4,-5 7,52-24,2 0,1 2,0 0,1 2,2 1,0 1,1 0,2 2,1 0,-8 15,9-6,2 1,1 1,2 0,1 1,-4 31,11-53,-11 51,2 0,-2 57,14-99,0 0,2-1,1 1,1-1,0 1,2-1,1 0,1-1,7 15,7 7,1-1,3-1,1-1,2-1,29 31,-31-47,0-1,2-2,0-1,2-1,0-2,1-1,1-1,0-1,1-2,1-2,0-1,0-1,26 2,143 37,2-8,23-8,219-14,575-11,-629-22,-402 16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8:22.6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365 338,'-30'22,"0"2,2 1,1 1,1 1,2 1,0 1,2 2,2 0,0 1,2 1,2 0,1 2,1 0,2 0,2 1,1 1,2-1,1 2,2-1,2 0,1 8,2-33,1 0,0 0,0 0,1-1,0 1,1-1,1 0,4 9,-7-17,-1 0,1-1,-1 1,1 0,0 0,0-1,1 1,-1-1,0 0,1 1,0-1,-1 0,1-1,0 1,0 0,0-1,0 0,0 0,0 0,1 0,-1 0,0 0,0-1,1 0,-1 1,0-1,1 0,-1-1,0 1,1-1,-1 1,0-1,1 0,9-7,-1 1,0-1,0-1,-1 0,0-1,-1 0,0-1,0 0,-1 0,-1-1,0 0,-1-1,6-11,-8 15,55-94,-5-3,-4-2,5-30,-39 96,-3 0,-1-1,-2 0,-2-1,-2 0,-2 0,-2-4,-2 39,0-1,-1 1,-1-1,0 1,0-1,-1 1,0 0,-1 0,1 0,-2 0,1 0,-2 0,1 1,-1 0,0 0,0 0,-1 0,0 1,-1 0,0 0,0 1,0 0,-1 0,0 1,0 0,0 0,0 1,-1 0,0 0,0 1,-9-2,10 4,0 0,0 1,0 0,1 1,-1 0,0 0,0 0,0 1,1 0,-1 1,1 0,-1 0,1 0,0 1,0 0,1 0,-1 1,1 0,0 0,0 1,1-1,-1 1,1 1,1-1,-4 6,-3 5,1 0,1 1,0 0,2 0,0 1,1 0,1 0,1 0,-2 19,4-14,2-1,0 0,1 0,2 0,0 0,2 0,0-1,2 1,0-1,1-1,10 18,18 29,3-2,43 56,-56-85,7 10,41 59,-6 2,10 29,-65-112,-2 1,0 1,-2 0,-1 0,-1 1,-2 0,1 11,-3-2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8:23.21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38,'4'2,"7"1,8 0,7-1,8 0,11-3,6-2,3 1,0-3,0 0,-4-1,-4-2,-6-2,-10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8:23.5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79 0,'-9'18,"-3"18,-2 16,0 12,1 13,4 5,3 3,4 1,6-1,4-3,1-16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8:24.2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64,'21'-3,"20"-4,14-5,10 1,4 0,1 1,-6 3,-9 4,-11 8,-13 5,-13 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8:24.45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44,'21'7,"17"0,15-4,11-6,11-8,6-4,4-2,-14 3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8:25.52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 0,'-6'69,"2"0,4 0,3 0,3 0,8 37,-3-14,86 902,-22-395,-60-401,-11 177,-5-218,15 63,-14-195,0 8,1 0,1 0,2-1,7 30,-9-53,-2-8,0 0,-1-1,1 1,0 0,0 0,0 0,0 0,0 0,0 0,0 0,0 0,0 0,0 0,0 0,1 0,-1 0,0-1,1 1,-1 0,1 0,-1 0,1 0,-1-1,1 1,-1 0,1 0,0-1,-1 1,1-1,0 1,0 0,0-1,-1 1,1-1,0 0,0 1,0-1,0 0,0 1,0-1,0 0,0 0,-1 0,1 0,0 0,0 0,0 0,0 0,0 0,0-1,0 1,0 0,0-1,0 1,0 0,6-7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8:32.60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40 356,'0'0,"-1"-1,1 1,0 0,-1 0,1 0,0 0,-1 0,1 0,0 0,-1 0,1 0,-1 0,1 0,0 0,-1 0,1 0,0 0,-1 0,1 0,-1 0,1 0,0 1,-1-1,1 0,0 0,0 0,-1 1,-13-231,-1 103,16 133,1-1,0 0,1 0,-1 0,1 0,0 0,0-1,0 1,1-1,0 0,0 0,0 0,0 0,0-1,1 1,0-1,0 0,6-1,0 0,0 0,0-1,1 0,-1-1,0-1,0 0,1 0,-1-1,0 0,0-1,-1 0,1-1,7-4,56-12,-69 18,0 0,0 1,0 0,0 0,0 1,0 0,1-1,-1 2,0-1,0 0,0 1,1 0,-1 1,0-1,0 1,-1 0,1 0,0 0,-1 1,1-1,-1 1,0 0,0 1,0-1,0 1,0-1,-1 1,0 0,0 1,0-1,2 4,4 14,-1 1,-1 0,-1 0,-2 1,0-1,-1 1,-1 0,-1 0,-2 2,7 66,9 46,1-14,-7 0,-4 46,-5-161,0-1,0 0,-1 0,0 0,0 0,-1 0,0-1,-1 1,1 0,-1-1,-1 1,1-1,-1 0,-1 0,1-1,-1 1,-1-1,1 0,-1 0,0-1,0 0,0 0,-1 0,0-1,0 0,-3 2,-3-1,1-1,-1 0,0-1,0 0,0-1,0-1,0 0,-1-1,1 0,0-1,0 0,0-1,0-1,0 0,0-1,0 0,1-1,0 0,0-1,0 0,1-1,0 0,0-1,1 0,0-1,0 0,1-1,0 0,1 0,0-1,1 0,0 0,0-1,1 0,1 0,0 0,1-1,0 1,1-1,0 0,1 0,1 0,0-5,1 13,0 1,1-1,-1 1,1-1,0 1,0-1,1 1,-1 0,1 0,0 0,0 0,0 0,1 0,-1 0,1 1,0-1,0 1,1 0,-1 0,0 0,1 0,4-2,40-27,2 3,1 2,1 2,2 2,4 2,9-4,0 4,1 2,42-4,-61 11,-39 7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8:34.9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577 247,'-18'-4,"0"0,0 2,-1 0,1 1,0 1,-1 1,1 1,0 0,0 1,0 1,0 1,1 0,-1 1,1 1,-2 2,-3 6,0 0,1 2,1 0,0 2,1 0,1 1,1 1,1 0,1 1,1 1,1 1,0 0,2 0,1 1,1 0,-5 27,10-38,1 1,0 0,1-1,1 1,1 0,0 0,0 0,3 10,-3-21,1 1,0-1,1 1,-1-1,1 0,-1 0,1 0,0 0,1 0,-1 0,1-1,0 1,-1-1,1 0,1 0,-1 0,0 0,1 0,0-1,0 1,-1-1,1 0,1 0,-1-1,0 1,0-1,0 0,1 0,-1 0,3-1,0 1,0-1,0-1,0 1,0-1,0 0,0-1,-1 0,1 0,-1 0,1-1,-1 0,0 0,0-1,0 0,0 0,-1 0,3-3,84-90,-83 87,17-21,0-1,-2-2,-2 0,-1-2,-1 0,-2-1,-2-1,-2-1,-1 0,-2 0,-1-1,-3-1,0-7,-6 40,0-1,0 1,-1-1,0 1,0-1,-1 1,0 0,-1-1,0 1,0 0,0 0,-1 0,-1 0,1 0,-1 1,-1-1,1 1,-1 0,0 1,-1-1,0 1,0 0,0 0,0 1,-1 0,0 0,-1 0,3 3,0-1,-1 1,1 0,-1 0,0 1,1 0,-1 0,0 0,0 1,0 0,0 0,0 0,1 1,-1-1,0 2,0-1,1 0,-1 1,1 0,-1 1,1-1,0 1,0 0,0 0,0 1,0-1,1 1,0 0,-1 0,1 1,1-1,-1 1,1 0,0 0,0 0,-2 6,-1 10,1 0,0 1,2-1,1 1,0 0,2 0,0 0,2 0,0 0,2-1,0 1,1-1,2 2,5 22,2-1,2-1,1 0,3-1,1-1,2-1,2-1,1-1,2-2,2 0,1-2,2-1,13 9,127 93,-172-135,2 2,-1 0,1 0,-1 0,1 0,-1 0,0 1,0-1,0 1,0-1,0 1,0 0,-1 0,1 0,-1 0,0 0,0 0,0 0,-1 0,1 1,-1-1,1 1,-6 8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8:35.5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42,'13'0,"15"0,15 0,18-2,18-3,13-1,10-2,2 1,-2 2,-9 1,-14 1,-18 2,-17 0,-21 1,-14 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8:40.13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 1,'-4'14,"-2"15,0 15,2 13,3 11,2 4,1 5,-1 0,1-2,-1-4,0-7,-3-9,-1-10,1-14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8:40.54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483 1,'-18'32,"-1"0,-2-2,-1 0,-1-1,-1-2,-2 0,-1-2,-1-1,0-1,-2-1,-1-2,-1-1,-1-1,-77 39,100-43,31-10,-14-4,13 4,-1 1,0 1,0 1,0 0,-1 1,0 1,0 1,-1 1,0 0,-1 1,9 9,82 51,-92-63,1-1,0-1,1 0,0-2,0 1,0-2,1 0,0-2,-1 0,1 0,0-2,16-1,4-16,-29 5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8:40.96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54,'260'-22,"26"0,94 13,-362 9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8:41.9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421 210,'-15'1,"-1"0,1 1,0 1,-1 0,1 1,1 1,-1 0,1 1,0 1,0 0,0 1,1 0,0 1,1 0,0 1,1 1,0 0,-3 4,-2 4,0 2,0 0,2 0,1 2,1 0,1 0,1 1,0 0,2 1,-2 14,-11 99,21-129,0 0,0 0,1 0,0 0,0-1,1 1,0 0,1-1,-1 0,2 1,-1-1,1 0,1-1,2 6,-3-9,0 1,0-1,0 0,1 0,-1-1,1 1,0-1,0 0,0 0,1-1,-1 1,0-1,1-1,0 1,-1-1,1 0,0 0,0 0,0-1,0 0,-1 0,1 0,0-1,2 0,6-2,-1-1,1 0,-1 0,0-1,-1-1,1 0,-1-1,0 0,9-8,11-12,-1-1,-2-2,0-1,-3-1,0-1,-2-1,-2-1,-1-1,-2-1,-2-1,-1 0,-1-2,1-15,-9 33,-1-1,-1 0,-2 0,0-1,-1 1,-2-13,0 28,0 0,-1 0,0 0,-1 1,1-1,-2 0,1 1,-1 0,0-1,-1 1,1 0,-1 1,-1-1,1 1,-1 0,0 0,-1 0,0 0,1 1,-2 0,1 0,-4 0,1-1,-1 2,1-1,-1 1,-1 1,1 0,0 0,-1 1,1 1,-1 0,0 0,0 1,1 0,-1 1,0 0,1 0,-1 1,1 1,-1 0,1 0,-6 4,13-5,-1 0,1 1,-1 0,1 0,0 0,0 0,0 0,0 0,1 1,0-1,-1 1,1 0,0 0,1 0,-1 0,1 0,-1 0,1 0,1 0,-1 0,1 1,-1-1,1 0,1 4,22 103,36 30,62 105,-96-196,-3-4,1-1,3-1,1-2,3 0,1-2,1-1,27 23,-26-34,-9-8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8:43.4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0,'8'21,"-1"1,-1 0,0 0,-2 0,0 0,-2 1,-1 2,3 10,67 577,-29-310,3 260,-43-429,-2 1,7-1,5 0,14 47,43 83,-36-154,16 112,17 350,-63-558,6 29,-1 0,-3 1,-1-1,-2 1,-3 17,-6-42,1-16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8:44.36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0,'2'7,"1"7,0 5,-1 6,0 6,-1 5,2 3,0 3,2 0,3-1,-1-3,2-5,0-6,2-6,1-6,-1-8,-3-5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8:57.67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3773 96,'-476'0,"120"-38,-113-2,265 29,-214 5,255 7,120-1,-110 0,-129 18,214-11,21-3,0 1,1 2,0 2,0 3,1 1,0 2,2 2,-4 4,-314 186,340-196,0 1,1 1,1 0,0 2,0 0,2 1,0 0,1 2,1 0,0 1,1 0,2 1,-11 21,1 22,2 1,4 1,2 1,0 26,6-44,-2 9,2-1,3 1,3 0,2 0,7 54,-2-88,0 0,1-1,1 0,2 0,0-1,1 0,1-1,0 0,2-1,9 11,14 14,2-1,2-1,32 23,-33-33,2-2,0-2,2-1,1-3,2-1,0-2,1-3,48 13,8-3,2-5,0-4,1-5,1-5,0-4,27-6,599-30,-175 3,-539 27,176-8,-79 5,-1-5,6-6,203-41,-307 53,0-1,0-1,-1-1,1 0,-1-1,-1 0,1-2,-1 0,-1 0,1-2,9-5,-11 9,-1-1,-1 0,1-1,-1 0,-1-1,0 0,9-11,0-9,-2-1,-1 0,-1-2,-2 1,-1-2,-1 0,-2 0,0-9,-3 0,-1-1,-3 0,-1 1,-4-26,1-15,9-57,-5-71,-3 192,-2-19,-2 0,-1 0,-2 0,-2 1,-5-11,-28-81,-24-56,63 178,1 0,-1 1,-1 0,1-1,-1 2,0-1,-1 1,1-1,-1 1,-1 1,1-1,-1 1,0 1,0-1,0 1,-1 0,-121-38,127 42,0-1,0 0,-1 0,1 0,0 0,0 0,0 0,0 0,0-1,0 1,0-1,1 1,-1-1,0 0,1 0,-1 0,1 0,0 0,0 0,0 0,0 0,0 0,0 0,-5-14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9:07.65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2781 122,'-39'-15,"1"1,-2 2,0 1,0 3,0 1,-26 0,39 3,-270-28,125 21,-155 11,304 1,-154 11,0 8,-41 15,178-28,-1 2,1 2,1 2,0 1,1 2,-9 6,-37 20,3 4,2 3,-33 29,66-41,2 1,1 2,2 3,2 1,-32 47,57-73,1 0,1 0,0 1,2 1,0 0,2 0,0 1,1 0,1 0,1 1,-2 15,4 167,-6-77,-3 148,16-243,1 1,1-1,2 0,1 0,2-1,4 7,7 23,-11-25,1-1,2 0,2-1,1-1,1-1,2 0,1-1,2-2,6 6,238 196,-238-209,0-1,1-2,1 0,0-2,1-2,17 5,-3 1,-13-6,0-2,1-1,1-1,29 5,177 0,-119-12,7 7,-53-4,0-3,35-4,-23-10,0-3,0-4,-2-4,59-24,-98 30,-1-2,-1-2,-1-2,-1-2,-1-2,19-16,-27 17,-1-3,-1 0,-1-2,-2-2,-1 0,7-13,19-30,-4-3,-3-1,-3-3,-4-1,11-40,-4 7,-31 81,-1-1,-2 0,-2 0,-1-1,-1-1,2-31,-10-34,-4 0,-5 0,-4 0,-6-6,14 78,-2 1,-2-1,0 1,-2 1,-1-1,-1 2,-4-5,8 15,-1 0,-1 1,0 0,-1 1,0 1,-1-1,-1 2,0 0,-1 0,-1 1,-4-2,-136-77,137 84,-1 2,1 0,-1 1,1 0,-1 2,0 0,-1 1,1 1,0 1,0 1,0 0,1 2,-1 0,-17 6,-245 58,119-25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5:15.29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2246 4010,'0'0</inkml:trace>
  <inkml:trace contextRef="#ctx0" brushRef="#br0" timeOffset="-188965.738">134 39,'251'-21,"52"9,216 22,587 7,1349-38,-1272 11,-832 8,75 20,-334-11,-90-6,-12-1</inkml:trace>
  <inkml:trace contextRef="#ctx0" brushRef="#br0" timeOffset="-188288.538">1244 720,'10'37,"-2"0,-1 0,-2 1,-2 0,-1-1,-2 1,-2 5,2-34,-1 42,6 104,-4-147,1-1,0 0,0 1,0-1,1 0,0 0,0-1,1 1,0-1,0 1,0-1,1 0,0-1,0 1,1-1,-1 0,1 0,5 2,3-1,0 0,0-2,1 1,-1-2,1 0,0-1,0 0,0-1,0-1,0 0,0-1,-1-1,1 0,0-1,0-1,-1 0,0-1,0 0,0-1,-1-1,11-7,16-11</inkml:trace>
  <inkml:trace contextRef="#ctx0" brushRef="#br0" timeOffset="-188018.263">1190 1042,'21'-3,"17"-4,15-7,11-4,8-5,4 0,-4-1,-8 2,-13 1,-14 3,-15 0,-10 3</inkml:trace>
  <inkml:trace contextRef="#ctx0" brushRef="#br0" timeOffset="-187837.744">1390 667,'0'-5,"10"-3,15-3,21-4,22-2,23 3,13 2,8 7,-15 4</inkml:trace>
  <inkml:trace contextRef="#ctx0" brushRef="#br0" timeOffset="-187538.499">2273 1162,'-15'-10,"-1"2,0-1,0 2,-1 0,0 1,0 1,0 0,-1 2,0 0,-12-1,20 3,0 1,0 0,0 1,0-1,0 2,0 0,1 0,-1 0,0 1,1 1,0 0,0 0,0 0,0 2,1-1,0 1,0 0,0 0,-5 7,10-11,0 1,1 0,-1 1,0-1,1 0,0 1,0-1,0 1,0 0,0 0,1 0,0-1,0 2,0-1,0 0,0 0,1 0,0 0,0 0,0 0,0 1,1-1,0 0,0 0,0 0,0 0,0 0,1 0,0-1,0 1,0 0,0-1,0 1,1-1,1 2,8 3,0 0,0-1,1 0,0-1,1 0,-1-2,1 1,0-1,0-1,0-1,0 0,1-1,-1 0,7-1,33-1,1-1,-1-4,-1-1,1-3,-1-2,11-7,-23 8</inkml:trace>
  <inkml:trace contextRef="#ctx0" brushRef="#br0" timeOffset="-186930.121">3757 908,'35'-2,"1"-3,-1-1,-1-1,0-2,0-1,0-2,-1-1,-1-2,12-8,-18 10,-1-2,0 0,-1-2,14-13,-30 24,-1-1,0 0,0 0,-1 0,1-1,-2 0,1 0,-1 0,-1-1,1 0,-2 0,1 0,-1 0,0-1,0-6,-2 12,-1 1,0-1,0 0,0 1,0-1,0 1,-1-1,0 1,0-1,0 1,0 0,0-1,-1 1,1 0,-1 0,0 0,0 0,0 0,-1 0,1 1,0-1,-1 1,0-1,0 1,0 0,1 0,-2 0,1 1,0-1,0 1,-1 0,1 0,0 0,-1 0,1 0,-1 1,1-1,-1 1,0 0,0 0,-4 1,1-1,0 1,0 1,1-1,-1 1,0 0,0 1,1-1,0 1,-1 1,1-1,0 1,1 0,-1 0,1 1,-1 0,1 0,1 0,-1 0,1 1,0 0,0 0,1 0,-1 0,0 4,-5 10,1 1,1 0,1 0,1 1,1 0,1-1,0 17,2 42,5 1,2-1,5 0,16 66,-10-59,10 81,0 63,-23-163</inkml:trace>
  <inkml:trace contextRef="#ctx0" brushRef="#br0" timeOffset="-186358.763">3783 1229,'29'-21,"0"1,1 2,1 1,1 2,0 1,1 1,0 2,13-2,-24 5,0 2,0 0,1 2,-1 0,1 2,0 0,0 1,7 2,-26 0,0 0,0 0,0 1,-1-1,1 1,-1-1,1 1,-1 1,0-1,1 0,-1 1,0-1,-1 1,1 0,0 0,-1 0,0 0,1 1,-1-1,-1 1,1-1,0 1,-1-1,0 1,0 0,0 0,0 0,-1 0,1 0,-1 0,0 0,0 0,0 2,-1 1,2-1,-1 0,1 0,0 0,0 0,0 0,1 0,0 0,0 0,1 0,0-1,0 1,0-1,0 0,1 0,0 0,0 0,0-1,1 0,0 0,-1 0,1 0,1-1,-1 0,2 1,1-2,0-1,-1 0,1 0,0-1,0 0,0 0,0-1,-1 0,1 0,0-1,-1 0,1-1,-1 1,0-2,1 1,-1-1,-1 0,1 0,-1 0,0-1,0 0,0-1,0 1,-1-1,0 0,0 0,-1-1,0 0,0 1,0-1,-1-1,0 1,2-7,31-85,-31 124,-5-11,1 0,1 0,0 0,1 0,1 0,0-1,4 7,-7-16,1 1,1-1,-1 0,0-1,1 1,0 0,0-1,0 0,0 1,1-1,-1-1,1 1,0 0,0-1,0 0,0 0,0 0,0 0,1-1,-1 1,0-1,1 0,-1-1,1 1,-1-1,3 0,-1 0,1-1,-1 0,0 0,1 0,-1-1,0 0,0 0,0-1,0 1,0-1,-1-1,1 1,-1-1,0 0,0 0,0-1,15-14</inkml:trace>
  <inkml:trace contextRef="#ctx0" brushRef="#br0" timeOffset="-186008.711">5000 1068,'-4'2,"1"0,0 1,-1-1,1 1,0 0,0 0,0 0,0 0,1 0,-1 1,1-1,0 1,0-1,0 1,1 0,-1 0,1 0,0 0,0 0,0 0,1 0,-1 1,1-1,0 0,0 0,1 0,-1 0,1 1,0-1,0 0,0 0,0 0,1-1,0 1,0 0,0 0,0-1,0 1,1 0,1-1,1 0,-1 0,0-1,1 1,0-1,-1 0,1 0,0-1,0 1,0-1,0 0,0-1,0 1,0-1,0 0,0 0,1 0,-1-1,0 0,0 0,0 0,0-1,-1 1,1-1,0 0,-1-1,1 1,-1-1,0 0,2-1,6-5,0-1,0 0,-1-1,-1 0,0-1,0 0,-1 0,-1-1,5-10,14-44,-27 67,-1-1,1 1,-1 0,1 0,0 0,-1 0,1 0,-1 0,1 0,0 0,-1 0,1 0,-1 0,1 0,-1 0,1 0,0 0,-1 1,1-1,0 0,-1 0,1 0,-1 1,1-1,0 0,-1 0,1 1,0-1,0 0,-1 1,1-1,0 0,0 1,-1-1,1 0,0 1,0-1,0 1,0-1,-1 0,1 1,0-1,0 1,0-1,0 1,0-1,0 0,0 1,0-1,0 1,1-1,-1 0,0 1,0-1,0 1,0-1,1 0,-1 1,-3 3,1-1,0 1,0 0,0 0,0 0,1 0,-1 0,1 1,0-1,0 0,1 1,0-1,-1 1,1-1,1 0,-1 1,0-1,1 1,0-1,0 0,1 0,-1 0,1 1,0-1,0-1,0 1,0 0,1 0,0-1,-1 1,1-1,1 0,-1 0,0 0,1-1,1 2,6 1,1-1,0-1,0 0,0 0,0-2,0 1,0-1,0-1,7 0,26-2</inkml:trace>
  <inkml:trace contextRef="#ctx0" brushRef="#br0" timeOffset="-185417.286">5655 1055,'-5'-1,"0"0,0 1,1 0,-1 0,0 0,0 1,0-1,0 1,1 0,-1 1,0-1,1 1,-1 0,1 0,0 0,-1 0,1 1,0 0,0 0,1 0,-1 0,1 1,-1-1,1 1,0 0,1 0,-1 0,1 0,-1 1,0 3,2-6,1 0,-1 0,1 0,-1 0,1 0,0 0,0 0,0 0,0 0,0-1,0 1,1 0,-1 0,1 0,-1 0,1 0,0 0,0 0,-1-1,1 1,1 0,-1-1,0 1,0-1,0 1,1-1,-1 0,1 1,-1-1,1 0,0 0,-1 0,1 0,0 0,0 0,0-1,0 1,76 14,-62-15,0-1,-1-1,1 0,0-1,-1-1,1 0,-1-1,0-1,0-1,-1 1,0-2,0 0,-1-1,0 0,-1-1,1-1,-2 0,0 0,0-1,-1-1,0 1,-2-2,1 1,-1-1,-1 0,2-7,6-21,-1-1,-3 0,-1-1,-2-1,-2 1,-2-1,-2 0,-3-31,1 73,1-16,-1 0,-1 0,-1 0,-1 1,0-1,-1 0,-1 1,-7-17,12 34,-1-1,1 1,-1-1,1 1,-1-1,0 1,0 0,0-1,0 1,0 0,0 0,0-1,0 1,0 0,0 0,-1 0,1 1,0-1,-1 0,1 0,-1 1,1-1,-1 1,1-1,-1 1,1 0,-1-1,1 1,-1 0,0 0,1 0,-1 0,1 0,-1 1,1-1,-1 0,0 1,1-1,-1 1,1 0,0-1,-1 1,1 0,0 0,-1 0,1 0,0 0,0 0,0 0,0 0,0 1,0-1,0 0,0 1,-9 14,1 0,1 0,0 1,2 0,0 0,1 1,0-1,1 1,2 0,-1 1,2-1,1 11,1 43,3 0,4 0,2-1,4 0,9 25,-9-37,39 164,-45-203,0-36,-9-8,-1 0,-1 0,-1-1,-1 2,-1-1,-1 1,-2 0,0 0,-1 1,-6-9,5 8,-1 0,-2 1,0 0,-1 1,-1 1,-1 0,0 1,-2 1,0 0,-1 2,-1 0,0 2,-1 0,-1 1,0 1,-4 4,19 10,22 5,26 5,1-3,0-1,1-2,-1-2,10-1,-37-2,70 4</inkml:trace>
  <inkml:trace contextRef="#ctx0" brushRef="#br0" timeOffset="-185207.335">6310 988,'0'16,"0"12,0 8,0 5,0 0,0-3,2-5,1-6,3-8,1-7,3-10,-1-5</inkml:trace>
  <inkml:trace contextRef="#ctx0" brushRef="#br0" timeOffset="-183767.168">6324 627,'-4'-1,"0"-1,0 1,0-1,0 1,0 0,0 1,0-1,0 1,0-1,0 1,0 1,-1-1,1 0,0 1,0 0,0 0,0 0,0 1,0-1,1 1,-1 0,0 0,1 0,-4 3,7-2,-1 1,1-1,0 1,0-1,0 1,0-1,1 0,-1 1,1-1,0 1,0-1,0 0,0 0,1 0,0 1,-1-1,1-1,0 1,0 0,1 0,-1-1,0 1,1-1,0 0,1 2,-3-4,105 97,26 28,-125-115,1 0,-1 0,-1 1,0 0,-1 0,0 0,0 1,-1 0,-1 0,0 0,-1 0,0 0,0 9,-4 61,2-82,0 0,1 1,-1-1,0 0,0 1,0-1,0 0,1 0,-1 1,0-1,0 0,0 0,1 1,-1-1,0 0,1 0,-1 0,0 1,0-1,1 0,-1 0,0 0,1 0,-1 0,0 0,1 0,-1 0,0 0,1 0,-1 0,0 0,1 0,-1 0,0 0,1 0,-1 0,0 0,1 0,-1 0,0 0,0-1,1 1,-1 0,0 0,1 0,-1 0,0-1,0 1,0 0,1 0,-1-1,0 1,0 0,0-1,1 1,-1 0,0 0,0-1,0 1,0 0,0-1,0 1,0 0,0-1,0 1,0 0,0-1,14-23,-10 16,-1-1,0 0,-1 1,0-1,0-1,-1 1,0 0,-1 0,0 0,0 0,-1-1,0 1,0 0,-1 0,-1 0,1 1,-1-1,-1 0,-4-6,7 13,0 1,0 0,0-1,0 1,0 0,0 0,0 0,-1 0,1 0,0 0,-1 0,1 1,-1-1,1 0,-1 1,1-1,-1 1,1-1,-1 1,0 0,1 0,-1 0,0 0,1 0,-1 0,1 0,-1 1,0-1,0 1,35 16,-32-17,70 13,-52-11,0 1,0 1,0 1,-1 0,0 1,12 6,-26-9,-1 0,1 0,-1 0,0 0,0 0,0 1,-1-1,1 1,-1 0,1 0,-1 0,-1 0,1 0,0 0,-1 1,0-1,0 1,0-1,-1 0,0 1,1-1,-1 1,-1-1,1 1,-1-1,0 1,0 1,0 11,1-16,0 0,-1 0,1 0,0 1,1-1,-1 0,0 0,0 0,0 0,1 0,-1 0,0 0,1 0,-1 0,1 0,-1 0,1 0,-1 0,1 0,0 0,0-1,-1 1,1 0,0 0,0-1,0 1,0-1,0 1,0 0,0-1,0 0,0 1,0-1,0 0,0 1,0-1,0 0,0 0,0 0,0 0,1 0,-1 0,0 0,0-1,0 1,0 0,50-20,25-58,-63 66,-9 17,-10 28,2-18,4-12,0-1,-1 0,1 0,1 0,-1 0,0 1,0-1,1 0,-1 0,1 0,0 0,0 0,0 0,0 0,0 0,0 0,0 0,0-1,1 1,-1 0,1-1,-1 1,1-1,0 0,0 1,-1-1,1 0,0 0,0 0,0 0,0-1,0 1,0 0,0-1,1 0,-1 1,0-1,2 0,3 1,0-1,-1 0,1 0,0-1,-1 0,1 0,0 0,-1-1,1 0,-1 0,0-1,3-1,-1-1,-1 0,0-1,0 0,0 0,-1 0,0-1,0 0,-1 0,0-1,3-5,-8 13,0-1,0 1,0-1,1 1,-1 0,0-1,0 1,0-1,1 1,-1 0,0-1,0 1,1 0,-1-1,0 1,1 0,-1-1,0 1,1 0,-1 0,1-1,-1 1,0 0,1 0,-1 0,1 0,-1 0,0-1,1 1,-1 0,1 0,-1 0,1 0,-1 0,1 0,-1 0,1 1,-1-1,0 0,1 0,-1 0,1 0,-1 0,0 1,1-1,-1 0,1 0,-1 1,0-1,1 0,-1 1,0-1,0 0,1 1,12 27,-7-15,-5-10,0 0,1 0,-1 0,1 0,0-1,-1 1,1 0,1-1,-1 0,0 1,0-1,1 0,0 0,-1 0,1-1,0 1,0-1,0 1,0-1,0 0,0 0,0 0,0-1,0 1,0-1,1 1,-1-1,0 0,0-1,0 1,1 0,-1-1,0 0,0 1,0-1,0-1,0 1,2-1,5-4,-1 0,1 0,-1-1,-1 0,1-1,-1 0,0 0,-1-1,0 0,0 0,-1-1,-1 0,1 0,-1-1,8-18,-2 0,-1-1,-1 0,2-17,9-54,-4-2,-6 0,-3 0,-6-26,-17-30,-7 111,22 47,-1 1,1-1,0 1,0-1,-1 1,1-1,0 1,-1 0,1 0,0 0,-1 0,1 0,0 0,0 0,-1 0,1 0,0 0,-1 1,1-1,0 1,0-1,-1 1,1-1,0 1,0 0,0 0,0-1,0 1,0 0,0 0,0 0,0 0,0 0,1 0,-1 0,0 1,0 0,-12 17,1 1,0 0,2 1,0 0,1 1,1 0,2 0,0 1,1-1,4-17,-14 45,2 1,3 0,1 1,3-1,3 1,1 0,3 1,2-1,2-1,8 28,-9-63,1-1,1 0,0 0,1 0,1-1,0 0,5 5,-10-14,0-1,0 0,0-1,0 1,1 0,-1-1,1 0,0 0,0 0,0 0,1-1,-1 0,1 1,-1-2,1 1,0 0,-1-1,1 0,0 0,0-1,0 1,0-1,0 0,0 0,4-1,-1-2,0 0,-1-1,0 0,1 0,-2-1,1 1,0-2,-1 1,0-1,0 1,-1-2,1 1,-2-1,1 0,-1 0,1 0,-1-2,-4 9,0 0,1 1,-1-1,0 0,0 0,0 0,1 0,-1 0,0 0,0 0,0 0,1 0,-1 0,0 0,0 0,1 0,-1 0,0 0,0 0,0 0,1 0,-1 0,0 0,0 0,1 0,-1 0,0 0,0 0,0-1,1 1,-1 0,0 0,0 0,0 0,0 0,0-1,1 1,-1 0,-7 31,4-17,2 60,2-72,-1 0,0 0,1-1,-1 1,1 0,0-1,-1 1,1 0,0-1,0 1,0-1,0 1,0-1,1 0,-1 0,0 1,0-1,1 0,-1 0,1 0,-1 0,1 0,0-1,-1 1,1 0,0-1,-1 1,1-1,0 0,0 1,-1-1,1 0,0 0,0 0,-1 0,1-1,0 1,0 0,-1-1,2 0,4-2,0 0,0-1,0 0,-1 0,0-1,1 0,-2 0,1-1,0 1,-1-1,0 0,-1-1,1 1,-1-1,-1 0,1 0,-1 0,0 0,-1-1,1 1,-2-1,1 0,-1 1,0-1,0 0,-1-5,0 12,1-1,-1 0,0 0,0 0,1 0,-1 0,-1 0,1 1,0-1,0 0,-1 0,1 0,-1 0,1 0,-1 1,0-1,0 0,0 1,0-1,0 0,0 1,0-1,0 1,-1 0,1-1,0 1,-1 0,1 0,-1 0,0 0,1 0,-1 0,0 0,0 1,1-1,-1 1,0-1,0 1,0 0,0-1,0 1,0 0,0 0,1 0,-2 1,-4 1,1 0,0 0,0 1,0 0,1 0,-1 0,1 1,-1 0,1 0,0 0,1 0,-1 1,1 0,0 0,0 0,0 1,1-1,0 1,0 0,0 0,1 0,0 0,0 0,0 1,1 2,1-8,0 1,0-1,0 1,0 0,0-1,1 1,-1 0,1-1,-1 1,1-1,-1 1,1-1,0 1,0-1,0 0,0 1,0-1,0 0,0 0,0 0,1 0,-1 0,1 1,14 7</inkml:trace>
  <inkml:trace contextRef="#ctx0" brushRef="#br0" timeOffset="-183564.708">7901 761,'-13'16,"-6"12,2 1</inkml:trace>
  <inkml:trace contextRef="#ctx0" brushRef="#br0" timeOffset="-183301.842">7968 1216,'16'4,"7"-3,3-5,-4-8,-5-1</inkml:trace>
  <inkml:trace contextRef="#ctx0" brushRef="#br0" timeOffset="-183043.085">6618 93,'23'0,"25"0,28 0,27 0,25 0,19 0,12 0,5 2,-9 3,-16 1,-32-1</inkml:trace>
  <inkml:trace contextRef="#ctx0" brushRef="#br0" timeOffset="-181080.186">1123 2847,'-14'-1,"1"1,0 1,0 0,-1 1,1 0,0 1,0 1,1 0,-1 1,1 0,0 1,0 0,1 1,0 0,0 1,0 0,1 1,1 0,-1 0,1 1,1 0,0 1,0 0,1 0,1 1,0 0,0 0,1 0,1 1,-3 11,1-4,1 0,1 0,1 1,0-1,2 1,0 6,1-19,0 0,1 0,0 0,0 0,1-1,0 1,0 0,1-1,0 1,0-1,1 0,0 0,0 0,0-1,1 1,0-1,5 4,-6-7,-1 0,0 0,1-1,0 0,0 0,0 0,0 0,0 0,0-1,0 0,0 0,1 0,-1 0,0-1,1 1,-1-1,0 0,1-1,-1 1,0-1,1 0,-1 0,0 0,0 0,0-1,0 0,0 1,0-2,0 1,1-1,7-5,0-1,-1 0,0-1,0 0,-1-1,-1 0,0-1,5-7,4-14,-1 0,-2 0,-1-2,-2 0,-1 0,-2-1,-1 0,-2-1,-2 0,-1 0,-2 0,-1 0,-6-36,6 59,-1 1,-1-1,0 1,-1 0,0 0,-1 0,0 1,-1-1,-1 1,0 0,-1-1,6 11,0 0,-1 0,1 0,-1 1,1-1,-1 0,1 1,-1-1,0 1,0 0,0-1,0 1,0 0,0 0,0 0,0 1,0-1,-1 0,1 1,0-1,0 1,-1 0,1 0,0 0,0 0,-1 0,1 1,0-1,0 0,-1 1,1 0,0 0,0-1,0 1,0 0,-2 2,-2 1,0 0,1 1,-1-1,1 1,0 1,1-1,-1 1,1-1,0 1,0 1,0 1,-3 9,1 1,1 0,0 0,2 1,0-1,1 1,0-1,2 1,0 0,2 0,0-1,0 1,2-1,0 1,2-1,0 0,1-1,0 0,1 0,1 0,1-1,0-1,2 1,-1-2,2 0,10 10,36 34,-39-40,-1 1,0 1,-2 0,0 2,1 3,-14-19,-1 0,0 0,0 1,0-1,0 1,-1-1,0 1,-1 0,0 0,0 0,0 0,-1 0,0 0,0 0,-1 0,1 0,-2 0,-1 6,-4 2</inkml:trace>
  <inkml:trace contextRef="#ctx0" brushRef="#br0" timeOffset="-180797.94">1404 2753,'9'0,"10"0,11-3,11-2,11-3,5-3,2-1,-2-1,-9 2,-10 0,-11 2</inkml:trace>
  <inkml:trace contextRef="#ctx0" brushRef="#br0" timeOffset="-180518.686">1631 2499,'-4'16,"-2"16,0 17,4 11,4 9,1 7,6 1,3 0,-1-14</inkml:trace>
  <inkml:trace contextRef="#ctx0" brushRef="#br0" timeOffset="-180058.918">2166 3074,'11'-2,"11"-4,11-2,8-3,9-1,3-1,-1 2,-4 2,-9 5,-11 4</inkml:trace>
  <inkml:trace contextRef="#ctx0" brushRef="#br0" timeOffset="-179890.367">2219 3328,'18'2,"20"-1,15-4,12-3,8-5,4-3,-3-1,-14 1</inkml:trace>
  <inkml:trace contextRef="#ctx0" brushRef="#br0" timeOffset="-178756.398">3169 2993,'-1'-1,"0"0,0 0,1 0,-1 0,0 0,1-1,-1 1,0 0,1 0,0-1,-1 1,1 0,0-1,-1 1,1 0,0-1,0 1,0 0,0-1,1 1,-1 0,0-1,0 1,1 0,-1-1,1 1,-1 0,1 0,0-1,-1 1,1 0,1-1,-1-2,2-9,18-118,-21 125,0 0,0 0,0-1,-1 1,0 0,0 0,-1 0,0 0,0 0,0 0,-1 1,1-1,-1 1,-1 0,1-1,-1 1,0 1,0-1,-4-3,7 6,-1 1,0-1,1 1,-1-1,0 1,0 0,0 0,0 0,0 0,0 0,0 0,0 1,0-1,0 1,0-1,-1 1,1 0,0 0,0 0,-1 0,1 0,0 0,0 1,0-1,0 1,-1-1,1 1,0 0,0 0,0 0,0 0,1 0,-1 1,0-1,0 0,1 1,-1 0,1-1,-1 1,1 0,0-1,-1 2,2 0,1-1,0 0,0 0,0 1,1-1,-1 0,0 0,1-1,0 1,-1 0,1 0,0-1,0 1,0-1,0 1,0-1,0 0,0 0,0 0,0 0,1 0,-1-1,0 1,1 0,-1-1,0 0,1 0,-1 0,1 0,-1 0,0 0,1 0,1-1,32 0,-1-2,0-1,1-2,4-3,49-7,-87 15,1 1,-1-1,1 0,-1 1,1 0,-1-1,1 1,-1 0,0 1,1-1,-1 0,1 1,-1-1,1 1,-1 0,0-1,1 1,-1 0,0 1,0-1,0 0,0 1,0-1,0 1,0 0,0-1,0 1,-1 0,1 0,-1 0,0 0,1 0,-1 1,0-1,0 0,9 130,44 332,-51-427,-1 1,-1-1,-3 1,0-1,-3 0,-1 0,-2 0,-1-1,-2 0,-2-1,-1 0,-4 4,-44 32,59-69,0 0,0 0,0 0,0-1,-1 1,1-1,0 0,0 0,-1 0,1 0,-1-1,1 1,-1-1,1 0,-1 0,1 0,-1 0,1-1,-1 1,1-1,-1 0,1 0,0-1,0 1,-3-2,-8-7,1-1,0-1,0 0,2-1,-1 0,2-1,0 0,0-1,1 0,-5-14,-4-3,2-1,1 0,2-1,2-1,1 0,-6-35,15 66,0 0,0 0,1 0,-1 0,1 0,0 0,0 0,0 0,0 0,1 0,0-1,0 2,0-1,0 0,1 0,-1 0,1 0,0 1,0-1,0 1,1 0,-1-1,1 1,0 0,0 1,0-1,0 0,0 1,1 0,-1 0,1 0,1-1,135-34,-107 30,125-24,-85 15</inkml:trace>
  <inkml:trace contextRef="#ctx0" brushRef="#br0" timeOffset="-178209.346">4091 2806,'-10'0,"1"1,0 0,-1 0,1 1,0 0,0 0,0 1,1 0,-1 1,1 0,-1 0,1 1,0 0,1 1,-1-1,1 2,1-1,-1 1,1 0,-5 6,0 0,0 0,1 1,1 0,0 0,1 1,1 0,0 0,1 1,1 0,0 0,1 0,1 1,0-1,2 1,-1 10,2-21,1 0,0 0,0 0,0 0,0 0,1-1,0 1,0 0,1-1,0 0,0 1,0-1,0 0,1 0,0-1,0 1,0-1,0 0,1 0,0 0,0-1,0 1,0-1,0 0,1-1,-1 1,1-1,-1 0,1-1,0 1,0-1,0-1,0 1,0-1,0 0,0 0,0 0,0-1,2 0,2-2,1 1,-1-2,0 1,0-2,0 1,0-1,-1-1,1 0,-2 0,1 0,-1-1,0-1,0 1,-1-2,0 1,0 0,2-5,6-11,0-1,-2 0,0-1,-2 0,-1-1,0-1,0-9,-1 0,-1 0,-2-1,-2 0,-2 0,-1-4,-17-55,15 94,0 1,0-1,-1 0,1 1,-1-1,1 1,-1 0,0-1,0 1,0 0,0 0,-1 0,1 1,0-1,-1 0,1 1,-1 0,1-1,-1 1,0 0,0 0,0 1,1-1,-1 1,0-1,0 1,0 0,0 0,0 0,0 0,0 1,0-1,-7 4,-1-1,0 2,1-1,0 2,0-1,1 1,-1 1,1 0,0 0,1 0,0 1,0 1,1-1,0 1,0 1,1-1,0 1,1 0,0 0,1 1,0-1,1 1,0 0,0 0,0 9,1-5,2-1,0 1,0 0,1-1,1 0,1 1,0-1,0 0,2 0,0 0,0-1,1 0,1 0,0 0,1-1,8 10,15 17,1-1,2-1,2-2,10 6,132 113,-167-143,-7-6</inkml:trace>
  <inkml:trace contextRef="#ctx0" brushRef="#br0" timeOffset="-177941.061">3824 2445,'2'-2,"10"-1,17-2,19-3,15-2,12-1,6-2,-3 2,-4 3,-12 2,-15 3</inkml:trace>
  <inkml:trace contextRef="#ctx0" brushRef="#br0" timeOffset="-177160.099">4853 2993,'16'0,"12"-2,10-3,11-1,5-2,3 2,-1 0,-4 2,-4 2,-7 1,-11 0</inkml:trace>
  <inkml:trace contextRef="#ctx0" brushRef="#br0" timeOffset="-176901.79">5041 2793,'2'20,"5"17,4 12,3 10,-2 6,0 1,-3-2,-2-2,-3-5,1-5,1-10,0-11</inkml:trace>
  <inkml:trace contextRef="#ctx0" brushRef="#br0" timeOffset="-176623.532">5749 2660,'-2'20,"-1"16,-5 14,0 11,-2 7,1 1,3-3,1-4,2-10,4-8,6-12,5-11,-1-10</inkml:trace>
  <inkml:trace contextRef="#ctx0" brushRef="#br0" timeOffset="-176287.402">6056 2753,'-36'20,"1"3,1 1,1 1,-6 8,-25 20,-51 29,115-81,-1 1,1-1,0 1,0-1,-1 1,1-1,0 1,0-1,0 1,1-1,-1 1,0-1,1 1,-1-1,1 1,-1-1,1 1,-1-1,1 0,0 1,0-1,0 0,0 0,0 1,0-1,0 0,0 0,0 0,1 0,-1-1,0 1,1 0,-1 0,0-1,1 1,-1-1,1 1,-1-1,1 0,0 1,1 1,22 13,1-1,0 0,1-2,1-2,0 0,0-2,1 0,-1-3,2 0,-1-2,29 0,-36-5,-7-1</inkml:trace>
  <inkml:trace contextRef="#ctx0" brushRef="#br0" timeOffset="-176031.087">5642 2445,'-9'-9,"-3"-1,7 2,11 4,17 5,15 2,15 1,12 0,8-3,4-5,-2-3,-15-1</inkml:trace>
  <inkml:trace contextRef="#ctx0" brushRef="#br0" timeOffset="-174743.088">6898 2566,'-9'-1,"0"0,1 1,-1 1,0 0,1 0,-1 0,1 1,-1 0,1 1,0 0,-1 0,2 1,-1 0,0 0,1 1,0 0,0 0,0 1,1 0,-1 0,1 0,-3 6,-8 10,2 1,0 0,2 1,0 0,2 1,-6 18,-1 5,1-1,3 2,2 0,2 0,2 1,-1 36,8-81,1-1,-1 1,1 0,0-1,0 1,0 0,1-1,0 1,0 0,0-1,0 1,1-1,0 0,0 1,0-1,0 0,1 0,-1 0,1-1,0 1,0-1,0 1,1-1,-1 0,1 0,0 0,0-1,0 1,0-1,0 0,1 0,-1-1,0 1,5 0,1-1,0-1,0 0,0 0,0-1,0 0,0-1,0 0,-1-1,1 0,0 0,-1-1,0 0,0-1,0 0,-1 0,6-5,1-1,0-1,-1-1,0 0,-1-1,0-1,-1 0,-1 0,4-9,2-11,-2 0,-1-1,-1-1,-2 0,-2 0,-2-1,-1 0,-2-1,-1 1,-2-1,-3-10,2 27,-1-1,-1 1,-1-1,-1 1,-2 0,-2-6,7 22,-1 0,-1 0,1 0,-1 1,0-1,0 1,-1-1,0 1,1 0,-2 1,1-1,-1 1,1-1,-1 1,0 1,-1-1,1 1,-1 0,1 0,-1 0,0 1,0 0,0 0,-2 0,3 1,0 1,-1-1,1 1,0 0,0 1,0-1,0 1,0 0,0 0,0 1,0 0,1-1,-1 1,0 1,1-1,0 1,-1 0,1 0,0 0,0 0,1 1,-1 0,1-1,0 1,0 1,-1 1,-2 3,0 1,1 0,1 0,-1 0,2 1,-1-1,2 1,-1 0,1 0,1 0,0 10,1-1,2 1,0-1,2 1,0-1,1 0,1 0,1-1,0 1,2-1,5 9,13 18,1-2,2 0,20 20,254 273,-255-270,-36-44</inkml:trace>
  <inkml:trace contextRef="#ctx0" brushRef="#br0" timeOffset="-172950.365">495 2244,'6'-8,"77"-10,1 4,40 0,-106 12,264-19,1 13,-9 1,529-44,123-4,1629 27,-2388 28,770 20,-350 25,-481-43,-89-13,-12 3</inkml:trace>
  <inkml:trace contextRef="#ctx0" brushRef="#br0" timeOffset="-170320.319">7647 2085,'16'0,"9"0,8 0,3 0,2 0,-1 0,-5 2,-5 1,-7 2,-9 2,-7 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39:57.6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1156 5120,'-7'-1,"1"-1,-1 2,0-1,1 1,-1 0,0 0,1 1,-1 0,0 0,1 0,-1 1,1 0,0 0,-1 1,1 0,0 0,1 0,-1 1,1 0,-2 1,-6 6,0 0,1 0,1 1,0 1,0 0,2 0,-7 12,2 0,1 1,1 0,2 1,0 0,2 1,1 0,1 1,2-1,0 1,1 20,3-38,1 0,0 0,0 0,1 0,0 0,1 0,0 0,3 3,-5-10,0-1,1 0,-1 1,1-1,0 0,0 0,0-1,1 1,-1 0,1-1,-1 1,1-1,0 0,0 0,0 0,0 0,0 0,1-1,-1 0,0 1,1-1,-1 0,1-1,-1 1,1-1,0 1,2-1,1-2,0-1,0 0,0 0,-1 0,1-1,-1 0,0 0,0 0,0-1,0 0,-1 0,0-1,0 1,-1-1,1 0,-1-1,0 1,-1-1,0 1,0-1,0 0,-1 0,1-1,19-47,-1 0,-3-1,-3-1,-2-1,-3 0,0-21,-7 63,-1 1,-1-1,0 0,-2 0,1 1,-2-1,0 0,-1 1,-1-1,0 1,-1 0,-4-9,7 21,0 0,0 0,-1 0,1 0,-1 1,1-1,-1 1,0-1,0 1,0 0,0 0,0 0,0 1,-1-1,1 1,-1 0,1-1,-1 2,1-1,-1 0,0 1,1 0,-1-1,0 1,1 1,-1-1,0 1,1-1,-1 1,0 0,1 0,-1 1,1-1,0 1,0-1,-1 1,1 0,0 0,0 1,1-1,-1 1,-1 1,-5 7,1 0,0 0,1 1,0 0,1 0,1 0,0 1,0 0,1 0,1 0,0 1,1-1,1 1,0-1,0 1,2 0,0-1,0 1,1-1,1 1,0-1,1 0,0 0,1 0,2 4,18 35,3-1,1-2,2-1,3-1,2-1,16 14,8 12,5 22,-54-73</inkml:trace>
  <inkml:trace contextRef="#ctx0" brushRef="#br0" timeOffset="322.135">1263 5094,'7'0,"9"0,8 0,10 0,8 0,3-3,2 1,-4-1,-3 0,-8 2,-8 0</inkml:trace>
  <inkml:trace contextRef="#ctx0" brushRef="#br0" timeOffset="578.449">1450 4866,'-11'16,"-2"15,6 10,9 10,8 6,8 4,0 5,-3 3,-4 2,-3-13</inkml:trace>
  <inkml:trace contextRef="#ctx0" brushRef="#br0" timeOffset="1043.207">1999 5334,'4'0,"11"0,12 0,13 0,13 0,9-2,3-1,-3 0,-7 3,-13 1</inkml:trace>
  <inkml:trace contextRef="#ctx0" brushRef="#br0" timeOffset="1294.395">2079 5682,'13'2,"14"1,14 0,13-1,12 0,5-1,2 2,-10 0</inkml:trace>
  <inkml:trace contextRef="#ctx0" brushRef="#br0" timeOffset="1776.866">2974 4733,'-8'19,"3"38,3 0,3 0,2 0,7 31,-1 8,41 765,-50-858,3 50,2-1,3 1,2-1,13 39,-14-70,-2-8</inkml:trace>
  <inkml:trace contextRef="#ctx0" brushRef="#br0" timeOffset="2886.409">3415 5000,'-5'-19,"7"-10,1 3,-1-1,-2 1,0 0,-2 0,-1 0,-1 0,-4-11,8 37,1 0,-1-1,0 1,0-1,0 1,0 0,0-1,0 1,0 0,0-1,0 1,0-1,0 1,0 0,-1-1,1 1,0 0,0-1,0 1,0 0,-1-1,1 1,0 0,0-1,0 1,-1 0,1 0,0-1,-1 1,1 0,0 0,-1 0,1-1,0 1,-1 0,1 0,0 0,-1 0,1 0,0 0,-1 0,1 0,-1 0,1 0,0 0,-1 0,1 0,0 0,-1 0,1 0,-1 0,1 0,0 0,-1 0,1 1,0-1,-1 0,1 0,0 0,0 1,-1-1,1 0,0 0,0 1,-1-1,1 0,0 1,-1 26,5-24,-1 1,1-1,0-1,0 1,0 0,0-1,0 0,1 0,-1 0,1-1,-1 1,1-1,-1 0,1-1,0 1,0-1,-1 0,2 0,-4 0,186-7,-186 7,0-1,0 1,0 0,0 0,0-1,0 1,0 1,0-1,0 0,0 0,0 1,0-1,0 1,-1-1,1 1,0 0,0 0,0 0,-1 0,1 0,-1 0,1 0,-1 1,1-1,-1 0,1 1,-1-1,0 1,0 0,0-1,0 1,0 0,0 0,-1-1,1 1,-1 0,1 0,0 2,-11 114,3-79,3-8,1 0,1 1,2-1,1 1,2-1,1 4,4 7,-3-19,-1 1,-1-1,-2 1,0-1,-1 14,0-34,-1 0,1 0,-1-1,1 1,-1 0,0 0,0-1,0 1,0 0,-1-1,1 0,-1 1,1-1,-1 0,0 1,0-1,0 0,0 0,0-1,0 1,-1 0,1-1,-1 1,1-1,-1 0,1 0,-1 0,0 0,0 0,1-1,-1 1,0-1,0 0,0 0,0 0,1 0,-1 0,0 0,0-1,0 1,1-1,-1 0,-2-1,-6-4,0-1,0 0,1 0,0-1,0-1,1 0,0 0,0-1,1 0,1 0,-1-1,2 0,-1 0,2 0,-1-1,2 0,-1 0,2-1,0 1,0-1,1 0,1 1,0-1,0-5,1 10,-1 0,2 0,-1 0,1 0,0 1,0-1,1 0,0 0,0 1,1-1,0 1,1-1,-1 1,1 0,1 1,-1-1,1 1,0 0,1 0,0 0,0 1,0 0,0 0,1 0,-1 1,1 0,0 1,1-1,-1 1,1 0,24-4,0 1,0 2,0 1,1 1,26 2,-51 0,47 1</inkml:trace>
  <inkml:trace contextRef="#ctx0" brushRef="#br0" timeOffset="3449.933">4325 4693,'-9'1,"0"1,1 0,-1 1,1 0,0 1,0-1,0 2,0-1,0 1,1 0,0 0,0 1,1 0,-1 1,1-1,0 1,1 0,0 0,0 1,1 0,0 0,0 0,0 0,1 1,1-1,-1 1,1-1,0 5,0-1,0 0,0 0,1 0,1 0,0 1,1-1,0 0,1 0,0 0,0-1,2 1,-1 0,2-1,-1 0,2 0,-1 0,1-1,1 0,0 0,1 0,-1-1,2 0,-1-1,1 0,1 0,3 2,-10-8,1 0,0-1,-1 1,1-1,0 0,0 0,0 0,0-1,0 0,0 1,0-1,0 0,0-1,0 1,0-1,0 0,0 0,0 0,-1 0,1-1,0 1,-1-1,1 0,-1 0,1 0,-1-1,0 1,1-2,74-90,-68 79,0 0,-1-1,0 0,-2-1,0 0,0 0,-2 0,0-1,-1 0,-1 0,-1 0,0 0,-1 0,-1-1,-2-8,1 22,-1 1,1 0,-1-1,0 1,0 0,0 0,-1 1,0-1,1 0,-1 1,0 0,-1-1,1 1,-1 1,1-1,-1 0,0 1,0 0,0 0,0 0,0 0,-1 1,1-1,0 1,-1 0,1 0,-1 1,1 0,-1-1,1 2,-1-1,1 0,-1 1,1 0,-1 0,1 0,-1 0,1 1,0 0,0 0,0 0,0 0,-1 2,-1-1,1 0,-1 0,1 1,0 0,0 0,1 0,-1 1,1-1,0 1,0 0,0 0,1 1,0-1,0 1,0-1,1 1,0 0,0 0,0 0,1 1,0-1,0 0,0 0,1 1,0-1,0 0,1 1,0-1,0 0,0 0,1 0,0 0,0 0,0 0,2 1,8 14,1-2,0 0,2-1,0 0,1-1,1-1,0 0,2-1,6 3,0 2,-1 0,0 2,-2 1,11 14,-16-12,-7-4</inkml:trace>
  <inkml:trace contextRef="#ctx0" brushRef="#br0" timeOffset="3712.229">3963 4545,'12'-2,"17"-1,19 0,21-2,15-1,11-1,4 1,-1 2,-17 1</inkml:trace>
  <inkml:trace contextRef="#ctx0" brushRef="#br0" timeOffset="4606.588">2921 4492,'0'16,"0"12,0 8,0 7,0 8,0 6,0 7,3 5,0-11</inkml:trace>
  <inkml:trace contextRef="#ctx0" brushRef="#br0" timeOffset="5728.161">3495 5936,'0'4,"-2"7,-1 7,0 11,1 7,0 6,1 5,1 1,2 0,3-4,4-5,-1-9</inkml:trace>
  <inkml:trace contextRef="#ctx0" brushRef="#br0" timeOffset="6111.137">3763 5936,'-7'27,"-2"1,-1-1,-1 0,-1-1,-1 0,-1-1,-2 0,0-2,-2 0,0 0,-1-2,-22 19,32-34,0 0,14-6,10-4,-1 1,1 0,-1 1,1 1,0 0,0 0,-1 2,1 0,0 1,0 0,-1 1,0 1,1 0,-1 1,9 4,77 23,-84-30</inkml:trace>
  <inkml:trace contextRef="#ctx0" brushRef="#br0" timeOffset="6569.964">3268 5722,'16'0,"17"0,16 0,13 3,13-1,6 1,4 0,-4 0,-11 1,-13 0,-14 1,-16-3,-13-1</inkml:trace>
  <inkml:trace contextRef="#ctx0" brushRef="#br0" timeOffset="8077.446">4512 5896,'-18'18,"1"0,1 1,0 1,1 0,2 2,0-1,1 1,1 1,2 0,0 1,1 0,-2 15,8-35,1 0,0 0,0 0,0 0,1 0,-1 0,1 0,0 0,0 0,0 0,1 0,0 0,-1 0,2 0,-1 0,0-1,1 1,-1 0,1-1,0 1,0-1,1 1,-1-1,1 0,-1 0,1 0,0 0,0-1,0 1,1-1,-1 0,1 0,-1 0,1 0,3 1,-1-2,1 0,0-1,-1 0,1 0,0 0,0-1,-1 0,1 0,-1-1,1 0,-1 0,0-1,0 1,1-1,-2 0,1-1,0 0,-1 0,3-2,5-5,-1 0,0-1,-1 0,-1-1,0 0,0 0,3-8,1-6,0 0,-2-1,-1-1,-2 1,-1-2,0 1,-3-1,0 0,-2 0,-1-1,-2 0,1 25,-1-1,0 1,0-1,0 0,-1 1,0-1,-1 1,1 0,-1-1,0 1,-1 0,0 0,0 0,0 0,0 1,-1-1,0 1,0 0,0 0,-1 0,0 1,0-1,0 1,-4-2,4 4,0 0,-1 0,1 0,-1 0,1 1,-1 0,1 0,-1 1,0 0,1 0,-1 0,0 0,1 1,-1 0,0 0,1 1,0 0,-1 0,1 0,0 0,0 1,0 0,0 0,0 0,1 0,0 1,-1 0,1 0,0 0,1 0,-1 1,1 0,0-1,0 1,1 0,-1 0,1 1,0-1,-1 5,1 1,1 1,0 0,1-1,0 1,1 0,0-1,1 1,0-1,1 1,0-1,1 0,0 0,1-1,6 10,95 135,90 73,-131-175,-50-47</inkml:trace>
  <inkml:trace contextRef="#ctx0" brushRef="#br0" timeOffset="8896.261">4993 4478,'55'312,"-13"-108,28 133,8 188,-31-80,-41-379,5-59,-6-11</inkml:trace>
  <inkml:trace contextRef="#ctx0" brushRef="#br0" timeOffset="13326.542">60 1,'-17'61,"3"2,3 0,2 1,3-1,3 2,3-1,3 0,5 20,-8-80,76 892,-56-207,-9-554,5-1,29 105,-17-71,-8 0,-3 97,-11-156,32 486,-25-300,-8-259,13 93,0 113,-18-159,-1-13,3 0,4 0,4 12,63 223,23 164,-89-421,-2 0,-2 1,-2-1,-3 20,-27 176,29-241,0 1,-1-1,1 0,0 1,1-1,-1 1,0-1,1 1,0-1,0 0,0 0,0 1,1-1,-1 0,1 0,-1 0,1 0,0 0,1-1,-1 1,0-1,1 1,-1-1,1 0,0 0,0 0,0 0,0 0,0-1,114 47,-95-36,2 1,1 0,0-2,1 0,0-2,1-1,-1-1,3-1,451 30,166-6,7 10,-415-19,89-9,63-13,30-48,282 9,-304 20,-263 0,140-11,127 4,-219 15,89 10,61-3,55-5,-289-1,-1-3,48-16,-127 27,0-2,0-1,-1 0,0-1,0-1,0 0,-1-2,-1 0,0-1,0 0,-1-2,0 0,-1 0,-1-1,0-1,-1 0,0-1,-2 0,1-1,-2 0,3-7,21-78,-4-1,-5-1,-5-1,-4 0,-1-44,-6 72,96-576,-88 500,-5 0,-9-93,-2 105,12-100,18-73,-19 156,-10-144,-2 150,1 125,-13-259,7 240,2 0,2-1,2 1,2-1,1 1,3 0,10-36,10-79,-2-67,-9 103,-2-90,-14-226,-4 386,-2-1,-3 2,-2-1,-2 1,-3 1,-11-21,-20-71,31 110,-2 0,-2 1,0 1,-3 1,-13-14,25 32,0 0,-2 0,1 1,-2 1,1 1,-2 0,0 0,0 2,0 0,-1 1,-1 0,1 1,-1 2,0 0,-9-1,-44-5,-1 3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2:04.6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E71224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348 9907,'-15'-6,"0"-1,-1 2,0 0,0 1,0 1,0 0,0 1,0 1,-13 1,24 0,1 1,-1 0,1 1,0-1,-1 1,1-1,0 1,0 0,0 1,0-1,1 1,-1 0,1 0,-1 0,1 0,0 0,0 1,1 0,-1-1,1 1,-1 0,1 0,0 0,1 1,-1-1,1 0,0 1,-1 3,-1 7,1-1,0 1,1 0,1-1,0 1,1 0,0 0,2 6,25 53,-27-72,1 0,-1 1,1-1,0 0,-1 0,1-1,0 1,0 0,0 0,0-1,0 0,1 1,-1-1,0 0,1 0,-1 0,0 0,1 0,0-1,-1 1,1-1,-1 0,1 0,-1 0,1 0,0 0,-1 0,1-1,-1 1,7-4,-1-1,0 0,0 0,-1 0,1-1,-1 0,0 0,-1-1,0 0,0 0,0-1,-1 1,0-1,-1-1,1 1,-2 0,1-1,-1 0,0 0,-1 0,0-2,7-79,-9 90,0 0,-1 1,1-1,0 0,0 0,0 1,0-1,0 0,-1 0,1 0,0 1,0-1,0 0,-1 0,1 0,0 1,0-1,-1 0,1 0,0 0,0 0,-1 0,1 0,0 0,-1 0,1 0,0 0,0 0,-1 0,1 0,0 0,-1 0,1 0,0 0,0 0,-1 0,1 0,0 0,-1 0,1 10,-1 1,1 0,1 0,0-1,0 1,1 0,1-1,0 1,0-1,1 0,0 0,0 0,2-1,-1 0,1 0,0 0,1 0,0-1,0 0,1-1,7 7,-9-10,0-1,0 0,0 0,0 0,0-1,1 0,-1 0,1 0,-1-1,1 0,0 0,0-1,-1 0,1 0,0 0,0-1,-1 0,1-1,0 1,-1-1,0 0,1-1,-1 0,6-3,15-12</inkml:trace>
  <inkml:trace contextRef="#ctx0" brushRef="#br0" timeOffset="249.333">655 9760,'-29'-231,"39"257,16 50,-3 1,-3 1,-4 1,-3 0,-3 1,-4 0,-4 0,-5 35,-6-45,-4-1,-3 0,-17 46,-17 30</inkml:trace>
  <inkml:trace contextRef="#ctx0" brushRef="#br0" timeOffset="29276.916">12326 10843,'-2'26,"2"1,0-1,2 0,1 0,2 0,0 0,1 0,2-1,1 0,0-1,2 0,8 13,-18-36,-1 1,1-1,-1 1,1-1,0 0,0 1,0-1,0 0,-1 0,2 1,-1-1,0 0,0 0,0 0,0 0,1-1,-1 1,0 0,1 0,-1-1,1 1,-1-1,1 1,-1-1,1 0,-1 0,1 0,-1 1,1-1,-1-1,1 1,0 0,-1 0,1 0,-1-1,1 1,-1-1,0 1,1-1,-1 0,1 0,-1 1,0-1,0 0,0 0,1 0,3-10,0 1,0-1,-1 1,0-1,-1-1,0 1,-1 0,0-1,-1 1,0-11,0 20,4-204,9 363,20-55,-32-99,-1 0,1 0,0-1,0 1,0 0,0-1,0 1,0-1,1 0,0 0,-1 0,1 0,0 0,0 0,0-1,0 0,0 1,0-1,0 0,0 0,1-1,-1 1,0-1,1 0,-1 1,0-1,1-1,-1 1,0 0,2-1,7-4,1 0,-1-1,0 0,0-1,-1-1,1 1,-2-2,1 0,-1 0,-1 0,0-1,0-1,-1 0,0 0,-1 0,0-1,3-9,30-81,-40 87,-9 30,4-1,1 0,0 1,1-1,0 1,1 0,1 0,0 0,1 0,0-9,1 1,-1-1,1 0,0 0,0 1,1-1,0 0,0 0,1-1,-1 1,1 0,1-1,-1 0,1 1,-1-1,2-1,-1 1,0-1,1 1,1 0,3 0,0 0,1 0,-1-1,1 0,0 0,0-1,0-1,1 0,-1 0,0-1,1 0,-1-1,1 0,-1-1,1 0,-1 0,1-1,-1-1,0 1,0-2,0 0,-1 0,1 0,-1-1,0-1,0 1,-1-2,1 1,-1-2,1-3,-2-2,1 1,-2-1,1 0,-2 0,0-1,0 1,-1-1,-1-1,-1 1,0 0,0 0,-1-1,-1 1,-1-1,0 1,-1-2,-5-12,7 27,0 1,-1 0,1-1,0 1,0-1,0 1,0 0,-1-1,1 1,0 0,0-1,-1 1,1 0,0-1,-1 1,1 0,0 0,-1-1,1 1,-1 0,1 0,0 0,-1-1,1 1,-1 0,1 0,0 0,-1 0,1 0,-1 0,1 0,-1 0,1 0,0 0,-1 0,1 0,-1 0,1 0,0 1,-1-1,1 0,-1 0,1 0,0 1,-1-1,1 0,0 0,-1 1,1-1,0 0,-1 1,1-1,0 0,0 1,-1-1,1 0,0 1,0-1,0 1,0-1,-6 11,0 0,1 1,1 0,0 0,1 0,0 0,1 0,0 0,1 1,0-1,1 1,0 0,0-6,0 0,0-1,1 1,-1-1,1 1,1-1,-1 1,1-1,0 0,0 0,1 0,0 0,0 0,1-1,-1 1,1-1,0 0,1 0,-1 0,1 0,0-1,0 0,0 0,1 0,-1-1,1 0,0 0,0 0,0-1,0 0,3 1,-1-1,1-1,-1 1,1-1,0-1,0 1,-1-2,1 1,0-1,-1 0,1-1,-1 0,1 0,-1-1,0 0,0-1,0 0,0 0,-1 0,1-1,-1 0,-1-1,1 1,-1-1,0-1,0 1,0-1,-1 0,0 0,-1-1,1 1,-1-1,1-6,-1 6,-1 0,0 0,-1 0,0-1,0 1,-1-1,0 1,0-1,-1 1,-1-3,2 10,-1 1,0-1,0 1,1 0,-1-1,0 1,0-1,0 1,0-1,1 1,-1 0,0-1,0 1,0-1,0 1,0-1,0 1,0-1,0 1,0-1,-1 1,1 0,0-1,0 1,0-1,0 1,-1 0,1-1,0 1,0-1,-1 1,1 0,0-1,-1 1,1 0,0 0,-1-1,1 1,-1 0,1 0,0-1,-1 1,1 0,-1 0,1 0,-1 0,1 0,-1 0,1 0,0 0,-1 0,1 0,-1 0,1 0,-1 0,1 0,-1 0,1 0,0 0,-1 0,1 1,-1-1,1 0,0 0,-1 1,1-1,-1 0,1 0,0 1,-1-1,-16 31,14-26,0 0,1 1,0-1,0 1,1 0,-1 0,1-1,0 1,1 0,-1 0,1 0,1 0,-1 0,1 0,0 0,0-1,0 1,1 0,0-1,0 1,1-1,-1 0,1 1,1-1,-1 0,0-1,1 1,0-1,0 0,3 3,1-4,-1 0,1 0,0-1,-1 0,1-1,0 0,0 0,0 0,0-1,0 0,0-1,0 0,0 0,0-1,-1 0,1 0,0 0,-1-1,0-1,1 1,-1-1,-1 0,1-1,-1 1,1-2,-1 1,-1 0,1-1,-1 0,0 0,0-1,-1 0,0 1,0-1,0-1,0-2,2-8,-1 0,-1 0,0 0,-2-1,0 1,-1-1,0 1,-2-7,-7 73,5-28,0 4,1 1,0-1,2 0,1 1,1-1,3 15,-4-36,-1 0,1 0,0-1,0 1,0-1,1 1,-1-1,0 1,1-1,0 0,0 0,0 0,0 0,0 0,0 0,0 0,0-1,1 1,-1-1,1 1,-1-1,1 0,-1 0,1 0,0 0,0-1,-1 1,1-1,0 0,0 0,0 0,-1 0,3 0,5-1,0-1,-1 0,1 0,-1-1,0 0,1 0,-1-1,-1-1,2 0,69-55,-47 28</inkml:trace>
  <inkml:trace contextRef="#ctx0" brushRef="#br0" timeOffset="29581.105">14157 10923,'-5'15,"-2"2,2-1,0 1,1 1,1-1,0 0,1 1,1 12,1-27,1 0,-1 0,1 0,-1 0,1-1,0 1,0 0,0 0,1-1,-1 1,0-1,1 1,0-1,0 0,-1 0,1 1,1-1,-1-1,0 1,0 0,1 0,-1-1,1 1,-1-1,1 0,0 0,-1 0,1 0,0 0,0-1,0 1,0-1,0 0,-1 0,3 0,5 0,0 0,1-1,-1 0,0-1,0 0,0 0,0-1,0-1,5-2,-5 1,-1-1,0 0,0 0,0-1,-1 0,0 0,0-1,-1 0,0-1,-1 0,1 0,-2 0,1 0,-1-1,-1 0,0 0,0-1,-1 1,0-1,-1 1,0-1,-1 0,0 0,-1 0,0 0,-1 0,0 0,0 1,-1-1,-1 0,0 1,0-1,-1 1,-2-3,4 9,0 0,-1 0,0 0,0 0,0 0,0 1,-1 0,0-1,1 1,-1 1,0-1,0 0,-1 1,1 0,0 0,-1 0,1 1,-1-1,0 1,1 0,-1 1,0-1,0 1,1 0,-1 0,0 0,0 1,0-1,1 1,-1 0,0 1,1-1,-1 1,1 0,0 0,-1 0,1 1,0 0,0-1,-1 3,-2 0,1-1,1 1,-1 1,1-1,-1 1,2 0,-1 0,1 0,0 1,0-1,0 1,1 0,0 0,1 0,0 1,0-1,0 1,1-1,0 1,0 0,1-1,0 1,1-1,-1 1,2 0,-1-1,1 1,0-1,0 0,1 0,0 1,0-2,1 1,1 1,28 21,2-7</inkml:trace>
  <inkml:trace contextRef="#ctx0" brushRef="#br0" timeOffset="30863.729">14745 11004,'-3'-24,"1"1,1-1,0 0,2 0,1 1,2-1,0 1,1 0,8-22,-2-1,-9 34,-5 17,-5 17,6-19,1-1,0 1,0 0,0-1,1 1,-1 0,0 0,1-1,0 1,0 0,0 0,0 0,0 0,0-1,1 1,-1 0,1 0,0-1,0 1,0 0,0-1,1 1,-1-1,0 1,1-1,0 0,0 0,-1 0,1 0,1 0,-1 0,0 0,0 0,1-1,-1 1,1-1,1 1,14 2,-1-1,1 0,0-1,0-1,0-1,15-1,80 6,-110-5,0 1,0 0,0 0,0 0,0 1,0-1,0 1,-1-1,1 1,-1 0,1 0,-1 0,0 1,1-1,-1 0,0 1,-1-1,1 1,0 0,-1 0,1-1,-1 1,0 0,0 0,0 0,0 1,-1-1,1 0,-1 0,0 0,0 0,0 0,0 1,-1-1,1 0,-1 0,0 0,0 0,-1 3,-19 96,23-99,0 1,0-1,0 0,0-1,0 1,1 0,-1-1,1 1,0-1,0 0,0 0,0 0,0 0,0 0,0-1,1 1,-1-1,1 0,-1 0,1 0,-1-1,1 1,-1-1,1 0,0 0,-1 0,1 0,-1-1,3 0,-4 1,39 1,0-2,-1-2,1-2,-1-2,0-1,0-2,-1-1,0-3,15-8,40-40,-91 60,0-1,-1 1,1-1,-1 0,0 0,0 0,0 0,0 0,0 0,0-1,-1 1,0 0,0-1,0 1,0-1,0 1,-1-1,1 0,-1 1,0-1,0 0,-1 1,1-1,-1 0,1 1,-1-1,0 1,-2-3,-1 1,0 0,0 1,0-1,-1 1,0 0,0 0,0 1,0 0,0 0,-1 0,1 0,-1 1,0 0,0 0,0 1,0-1,0 1,0 0,0 1,-1 0,1 0,0 0,0 1,0 0,0 0,0 0,0 1,0 0,0 0,0 0,1 1,-5 2,4-1,-1 0,1 0,0 1,1 0,-1 0,1 0,0 0,0 1,0 0,1 0,0 1,0-1,0 1,1 0,0-1,1 2,-1-1,1 0,1 0,-1 1,1-1,1 1,-1-1,1 1,0-1,1 1,0-1,0 0,1 2,-1-7,0 1,0 0,1-1,-1 1,0-1,1 1,0-1,0 0,0 0,0 0,0 0,0 0,0 0,0 0,1-1,-1 1,1-1,-1 1,1-1,0 0,-1 0,1-1,0 1,0 0,0-1,0 0,-1 1,1-1,0 0,0-1,0 1,0 0,2-2,5 0,1 0,-1-1,0-1,0 1,-1-2,1 1,-1-1,6-5,80-71,-94 81,-1 0,1 0,0 1,-1-1,1 0,-1 1,1-1,0 0,-1 1,1-1,-1 1,0-1,1 1,-1-1,1 1,-1 0,0-1,1 1,-1-1,0 1,1 0,-1-1,0 1,0 0,0-1,0 1,0 0,0-1,0 1,0 0,0-1,0 1,0 0,0-1,0 1,-1 0,1-1,0 1,0 0,-1-1,1 1,0-1,-1 1,1-1,-1 1,1 2,-1 5,2 86,0-91,-1 0,1 0,0 0,0 0,1-1,-1 1,0 0,1-1,0 1,-1-1,1 0,0 0,0 1,1-1,-1-1,0 1,1 0,-1 0,1-1,-1 1,1-1,0 0,-1 0,1 0,0 0,0-1,0 1,0-1,0 1,1-1,0 0,-1 0,1 0,0 0,0 0,-1-1,1 0,-1 0,1 0,0 0,-1 0,0 0,1-1,-1 0,0 0,0 0,0 0,0 0,0-1,0 1,-1-1,1 0,-1 0,0 0,1 0,-2 0,1 0,0 0,-1-1,1 0,3-9,0 0,-1 0,-1 0,0-1,-1 1,-1-1,1-4,-11-166,9 183,0 1,0-1,0 1,0-1,0 1,1-1,-1 1,0-1,0 1,0-1,1 1,-1-1,0 1,1-1,-1 1,0 0,1-1,-1 1,0-1,1 1,-1 0,1 0,-1-1,1 1,-1 0,1 0,-1-1,1 1,-1 0,1 0,-1 0,1 0,-1 0,1 0,-1 0,1 0,-1 0,1 0,-1 0,1 0,-1 0,1 0,-1 1,1-1,-1 0,1 0,-1 0,1 1,-1-1,1 0,-1 1,0-1,1 0,-1 1,0-1,1 1,-1-1,0 0,1 1,-1-1,0 1,12 4,241 22,-249-27,0 1,0 0,0 0,0 0,0 0,-1 0,1 1,0 0,-1 0,1 0,-1 0,0 1,0-1,0 1,0 0,0 0,0 0,-1 0,1 0,-1 0,0 1,0-1,0 1,-1 0,1-1,-1 1,0 0,0 0,0 0,-1 0,1 0,-1 0,0 0,0 0,0 2,-25 147,25-150,1 0,-1-1,1 1,-1 0,1-1,0 1,0-1,0 1,0-1,1 1,-1-1,1 0,-1 0,1 0,0 0,0 0,0 0,0 0,0 0,0-1,0 1,1-1,-1 0,1 0,-1 1,1-2,1 2,75 8,-50-10,-1-1,1-2,-1-1,0-1,0-2,0 0,-1-2,0-1,-1-1,0-2,-1 0,0-2,7-6,-22 13,-1 0,-1-1,1 0,-2 0,1-1,-1 0,-1 0,1-1,-5 8,0-1,0 0,-1 1,1-1,-1 0,1 0,-1 0,0 0,-1 0,1 0,-1 0,0 0,0-1,0 1,0 0,-1 0,0 0,0 0,0 0,0 0,0 0,-1 0,0 1,0-1,0 0,1 2,-1 1,1-1,0 0,-1 1,1-1,-1 1,0 0,1-1,-1 1,0 0,0 0,0 0,0 0,0 0,0 1,0-1,0 0,0 1,0 0,0-1,0 1,-1 0,1 0,0 0,0 1,0-1,0 0,0 1,0 0,-1-1,1 1,0 0,-1 1,-3 1,1 0,0 0,0 1,0 0,0 0,1 0,-1 0,1 1,0 0,0 0,-1 2,2-3,1 1,-1-1,1 1,0-1,0 1,0 0,0 0,1 0,0 0,0 0,0 0,1 0,0 0,0 0,0 0,0 0,1 0,0 0,0 0,0 0,1 0,0 0,0 0,0-1,0 1,1-1,-1 1,1-1,0 0,1 0,-1-1,1 1,2 2,5 1,1-1,0 0,0 0,0-1,0-1,1 0,0 0,0-1,3-1,59 11</inkml:trace>
  <inkml:trace contextRef="#ctx0" brushRef="#br0" timeOffset="-58970.39">23155 1939,'60'138,"-40"-89,-9-18,1 0,2-1,2 0,0-1,16 21,-31-49,-1 0,1 1,-1-1,1 0,-1 1,1-1,0 0,0 0,0 1,0-1,0 0,0 0,0 0,0 0,0 0,0-1,1 1,-1 0,0 0,1-1,-1 1,0-1,1 1,-1-1,0 0,1 1,-1-1,1 0,-1 0,1 0,-1 0,1 0,-1 0,1-1,-1 1,0 0,1-1,-1 1,1-1,-1 0,0 1,0-1,1 0,-1 0,0 0,0 0,0 0,0 0,1 0,3-12,0-1,0 0,-2 1,1-1,-2-1,0 1,0 0,-2-1,0 1,-1-5,2 0,-1-135,0 152,-1 0,1 0,0 0,0 1,0-1,0 0,1 0,-1 0,0 1,1-1,0 0,-1 0,1 1,0-1,0 1,-1-1,1 0,1 1,-1 0,0-1,0 1,0 0,1-1,-1 1,1 0,-1 0,1 0,0 0,12-3</inkml:trace>
  <inkml:trace contextRef="#ctx0" brushRef="#br0" timeOffset="-58725.046">23675 2033,'0'16,"0"10,0 4,2 5,2 1,-1-2,-1-3,2-6,0-4,2-8,-1-7</inkml:trace>
  <inkml:trace contextRef="#ctx0" brushRef="#br0" timeOffset="-58555.499">23608 1793,'21'4,"13"4,1 1</inkml:trace>
  <inkml:trace contextRef="#ctx0" brushRef="#br0" timeOffset="-58281.837">23930 2046,'0'16,"0"10,0 5,2 1,1-1,2-5,2-4,3-6,0-7,-3-7</inkml:trace>
  <inkml:trace contextRef="#ctx0" brushRef="#br0" timeOffset="-58036.126">23849 1685,'13'10,"17"2,3-1</inkml:trace>
  <inkml:trace contextRef="#ctx0" brushRef="#br0" timeOffset="-57786.797">24237 1391,'0'644,"0"-637,-1 22,2 0,1 0,1-1,1 1,3 6,-5-29,-1 1,1-1,1 0,-1 0,1 0,0 0,0-1,1 1,-1-1,1 0,1 0,-1 0,1 0,-1-1,2 1,-1-1,0-1,1 1,-1-1,1 0,0 0,0-1,0 1,0-2,6 2,-1-2,0 0,0-1,0 0,0-1,1 0,-1-1,0 0,0-1,-1 0,1-1,-1 0,1-1,-1 0,-1 0,1-1,-1 0,0-1,0 0,-1-1,0 1,2-3,17-23</inkml:trace>
  <inkml:trace contextRef="#ctx0" brushRef="#br0" timeOffset="-57785.797">24157 1779,'25'-4,"26"-5,28-4,20-3,14-1,4 3,-18 3</inkml:trace>
  <inkml:trace contextRef="#ctx0" brushRef="#br0" timeOffset="-59736.374">23408 469,'-18'0,"1"0,-1 2,0 0,1 1,-1 1,1 0,0 1,0 1,-12 7,25-11,1 0,-1 0,1 0,0 1,0 0,0-1,0 1,0 0,1 1,-1-1,1 0,0 1,0-1,0 1,0 0,1-1,-1 1,1 0,0 0,0 0,1 0,-1 0,1 0,0 0,0 0,0 0,1 2,0 6,1 0,1 0,0 0,1-1,0 1,1-1,0 1,4 4,13 19,2-1,1-2,1 0,2-2,26 22,35 39,-82-85,0 1,-1 0,0 1,0-1,-1 1,0 0,0 1,-1-1,0 1,-1 0,3 9,-6-17,1 1,-1 0,0 0,0 0,0 0,0 0,-1-1,1 1,0 0,-1 0,1 0,-1-1,0 1,1 0,-1 0,0-1,0 1,0-1,0 1,0-1,-1 1,1-1,0 0,-1 0,1 1,-1-1,1 0,-1 0,0 0,1-1,-1 1,0 0,0-1,1 1,-1-1,0 1,0-1,0 0,-1 0,-1 1,-1-1,1 0,0 0,-1 0,1-1,0 1,-1-1,1 0,0 0,0 0,0-1,0 0,0 0,0 0,0 0,1 0,-1-1,-1-4,0-1,0 0,1 0,0 0,1-1,0 1,0-1,0 0,1 1,1-1,0 0,0-1,0 1,1 0,1 0,0 0,0 0,0 0,1 0,1 0,-1 1,2-1,1-4,22-56,3 0,3 3,35-54,-29 53,3-7,-34 66,-9 21,-5 18,2 1,1-1,2 1,1 0,2 0,0-1,3 1,0-1,2 0,1 0,2-1,13 29,-10-35,2 0,0 0,2-2,1 0,0-1,2 0,0-2,1 0,6 3,16 0,-43-22,0-1,1 1,-1-1,0 1,1-1,-1 1,0-1,0 1,0-1,1 0,-1 1,0-1,0 0,0 1,0-1,0 1,0-1,0 0,0 1,0-1,-1 1,1-1,0 0,0 1,0-1,-1 1,1-1,0 1,-1-1,1 1,0-1,-1 1,1-1,-1 1,1-1,-1 1,1 0,-1-1,1 1,-14-20</inkml:trace>
  <inkml:trace contextRef="#ctx0" brushRef="#br0" timeOffset="-59480.045">23542 737,'20'-3,"23"0,23 1,19 1,15 3,6 2,-7 3,-19 0</inkml:trace>
  <inkml:trace contextRef="#ctx0" brushRef="#br0" timeOffset="-63336.426">20172 1765,'0'14,"0"18,3 17,0 17,2 9,1 10,-2 2,0-1,-2-4,-1-12,0-15,-1-17</inkml:trace>
  <inkml:trace contextRef="#ctx0" brushRef="#br0" timeOffset="-63073.12">20079 1806,'23'-14,"19"-6,15-3,10 3,1 5,-8 7,-11 10,-14 8,-17 10,-21 9,-20 5,-14 2,-8 0,0-5,11-9,18-11,13-8</inkml:trace>
  <inkml:trace contextRef="#ctx0" brushRef="#br0" timeOffset="-62499.129">20601 1953,'12'-217,"-12"206,-1 9,1 1,-1-1,1 1,-1-1,1 0,0 1,0-1,0 1,0-1,0 0,0 1,0-1,0 1,1-1,-1 0,1 1,-1-1,1 1,0-1,-1 1,1 0,0-1,0 1,0 0,0-1,0 1,0 0,0 0,1 0,-1 0,0 0,0 0,1 0,-1 1,1-1,-1 0,1 1,-1-1,1 1,-1 0,1-1,0 1,-1 0,2 0,141 46,-136-44,0 1,-1-1,1 1,0 0,-1 1,1 0,-1 0,0 1,-1-1,1 2,-1-1,0 1,0-1,-1 2,1-1,-1 1,-1-1,1 2,-1-1,-1 0,3 5,-5-1,-1 0,0 0,0 0,-1 0,0 0,-1 0,-1 0,0 0,0-1,-2 6,-14 62,19-76,-1-1,1 1,0-1,0 1,1-1,-1 1,0-1,0 1,1-1,-1 0,1 1,-1-1,1 1,0-1,-1 0,1 0,0 1,0-1,0 0,0 0,0 0,0 0,0 0,0 0,1 0,-1-1,0 1,1 0,-1-1,0 1,1-1,-1 1,0-1,1 1,-1-1,1 0,1 0,56-3,-43-2,-1-1,-1 0,1-1,-1-1,0 0,-1-1,1 0,-2-1,0-1,0 0,-1 0,0-1,-1 0,0-1,-1-1,0 1,-1-1,-1-1,-1 1,0-1,0-1,-2 1,0-1,2-9,-9-15,3 40,0-1,-1 0,1 1,0-1,-1 0,1 1,-1-1,1 0,-1 1,1-1,-1 1,1-1,-1 1,1-1,-1 1,0-1,1 1,-1 0,0-1,1 1,-1 0,0 0,0-1,1 1,-1 0,0 0,0 0,0 0,1 0,-1 0,0 0,0 0,1 0,-1 1,0-1,0 0,1 0,-1 1,0-1,1 0,-1 1,0-1,1 1,-1-1,1 1,-1-1,0 1,-7 5,1 1,0 0,0 0,0 1,1 0,0 0,0 0,1 1,0 0,0 0,1 0,1 1,-1-1,2 1,-1 0,1 0,1 0,-1 8,2-11,0 0,1 0,-1-1,1 1,1 0,-1-1,1 1,0 0,1-1,-1 0,1 0,1 0,-1 0,1 0,0-1,0 1,1-1,0 0,-1 0,2-1,-1 0,0 0,1 0,0 0,0-1,0 0,0 0,1-1,-1 1,1-1,-1-1,3 1,1 1,1-1,0 0,0-1,-1 0,1-1,0 0,0-1,0 0,0-1,0 0,6-2,17-8</inkml:trace>
  <inkml:trace contextRef="#ctx0" brushRef="#br0" timeOffset="-62022.821">21443 1685,'11'1,"0"0,0 0,0 1,0 0,0 1,0 0,0 1,-1 0,0 0,0 1,0 1,0 0,-1 0,0 1,0 0,-1 0,0 1,0 0,-1 1,0-1,0 2,-1-1,0 1,-1-1,0 2,4 9,-4 7,-2 0,0-1,-2 1,0 1,-2-1,-1 0,-2 0,0-1,-2 1,-7 20,-14 99,26-138,0 0,1 0,0 0,1 0,-1-1,2 1,-1 0,1 0,0-1,3 7,-4-11,0-1,1 1,-1-1,0 0,1 0,0 0,-1 0,1 0,0 0,0 0,0 0,0-1,0 1,1-1,-1 0,0 0,1 1,-1-1,1-1,-1 1,1 0,-1-1,1 1,0-1,-1 0,1 0,0 0,-1 0,1 0,-1 0,1-1,0 0,0 0,5-2,-1 0,1-1,-1 0,0 0,0-1,0 0,-1 0,0 0,0-1,0 0,-1 0,0-1,0 0,-1 0,1 0,-1 0,-1 0,0-1,0 0,0 1,-1-1,0 0,0-1,-1 1,0 0,-1 0,0 0,0-1,-1 1,0-2,-1 3,0 0,-1 1,1-1,-1 1,-1 0,1 0,-1 0,0 0,-1 1,1 0,-1-1,0 2,0-1,-1 0,1 1,-1 0,-1 0,-108-52,-92-6,168 48,46 7,127-24,270-52,-345 69</inkml:trace>
  <inkml:trace contextRef="#ctx0" brushRef="#br0" timeOffset="-63988.682">20360 602,'-6'-2,"-1"1,0 0,1 0,-1 0,0 1,0 0,1 0,-1 1,0 0,0 0,1 1,-1-1,1 1,-1 1,1-1,0 1,0 0,0 1,0-1,1 1,-1 0,1 1,0-1,0 1,1 0,-1 0,1 1,-1 2,-1 2,0 1,1 0,0 1,1-1,0 1,1 0,0 0,1 0,0 0,1 0,1 0,0 1,0-1,1 0,1 0,0 1,0-1,2-1,-1 1,1 0,1-1,0 0,1 0,0 0,1-1,0 0,0 0,1 0,5 4,11 7,1-1,1-2,1 0,15 6,27 19,-67-42,0-1,0 1,0-1,0 1,0 0,0 0,0 0,-1 0,1 0,0 0,0 1,-1-1,1 1,-1-1,0 1,1-1,-1 1,0 0,0 0,0 0,0-1,0 1,0 0,-1 0,1 0,0 0,-1 0,0 1,1-1,-1 0,0 0,0 0,-1 0,1 0,0 0,0 0,-1 0,0 0,1 0,-1 0,0 0,0 0,0 0,0 0,0 0,0-1,-1 1,-8 5,-1 0,-1-1,1 0,-1-1,0 0,0-1,-1 0,1-1,-1 0,1-1,-2 0,-38-7,51 5,0 0,0 0,0-1,-1 1,1-1,0 1,0-1,0 0,0 1,0-1,0 0,0 0,1 0,-1 1,0-1,0 0,0 0,1 0,-1 0,1 0,-1-1,1 1,-1 0,1 0,0 0,-1 0,1-1,0 1,0 0,0 0,0 0,0-1,0 1,0 0,0 0,1 0,-1-1,0 1,1 0,-1-1,5-6,-1 1,1-1,1 0,-1 1,1 0,1 1,-1-1,1 1,0 0,0 1,7-4,3-4,53-39,-41 32,0-1,-1-1,-2-2,0-1,21-27,-38 38,-1 0,-1-1,-1 0,0 0,-1-1,0 1,-1-1,-1 0,-1 0,0-1,-1 1,0 0,-2 0,0-1,-1 1,0 0,-2 0,1 0,-2 1,0-1,-4-5,9 22,0-1,0 0,-1 1,1-1,0 0,0 1,-1-1,1 0,0 0,-1 1,1-1,-1 0,1 0,0 0,-1 1,1-1,0 0,-1 0,1 0,-1 0,1 0,-1 0,1 0,0 0,-1 0,1 0,-1 0,1 0,-1 0,1 0,0 0,-1 0,1-1,-1 1,7 46,1-1,2-1,2 1,3 2,11 46,-9-17,-13-51,2 0,1-1,0 0,2 0,1 0,1-1,1 0,7 10,-16-30,1 1,-1 0,1-1,0 0,0 0,0 0,0 0,0 0,1 0,-1-1,1 0,0 0,0 0,0 0,0 0,0-1,0 0,0 1,0-2,0 1,1 0,-1-1,0 0,1 0,-1 0,0-1,1 1,-1-1,0 0,0 0,0-1,0 1,0-1,0 0,0 0,0 0,-1 0,1-1,-1 1,0-1,1-1,2-2,0 0,-1 0,0-1,-1 1,1-1,-1 0,0 0,-1-1,0 1,0-1,-1 0,0 1,0-1,-1 0,0 0,0 0,0-1,-2-5,-3-24</inkml:trace>
  <inkml:trace contextRef="#ctx0" brushRef="#br0" timeOffset="-63733.364">20614 816,'-16'-2,"-10"-1,-2 0,5 1,12 0,18 1,25-1,29-6,29-3,22-5,13-1,-2-3,-21 2</inkml:trace>
  <inkml:trace contextRef="#ctx0" brushRef="#br0" timeOffset="-61004.236">20801 2969,'-16'1,"0"2,0 0,0 0,0 2,1 0,-1 0,1 2,1-1,-1 2,1 0,1 1,-1 1,1 0,0 1,-3 6,0 1,1 0,0 1,2 1,0 0,2 1,0 0,1 1,1 0,1 1,2 0,0 0,1 0,1 1,1-1,1 1,2 22,0-35,1 0,0 0,1 0,0-1,1 1,0-1,0 0,1 0,0 0,2 1,-4-8,0 1,0-1,0 1,1-1,0 0,0 0,0 0,0 0,0 0,0-1,1 1,-1-1,1 0,0 0,0 0,-1-1,1 1,0-1,0 0,1 0,-1-1,0 1,0-1,0 0,0 0,1 0,0 0,10-5,0 0,0-1,0 0,-1-1,0-1,0 0,-1-1,0 0,-1-1,1 0,-2-1,0-1,0 0,-1 0,4-8,13-15,-2-1,-1-1,-2-1,-1-2,-2 0,-2-1,-2 0,-2-1,-1-1,-3 0,4-38,-11 63,-1 0,0 0,-2 0,0 1,-1-1,-1 0,0 0,2 13,0 0,-1 0,1 0,-1 0,0 1,0-1,-1 0,1 1,-1 0,0-1,0 1,-1 0,1 0,-1 1,0-1,0 1,0 0,0 0,0 0,-1 0,1 1,-1 0,0 0,0 0,0 1,0-1,-4 2,0 0,0 1,1 0,-1 0,0 1,1 0,-1 0,1 1,0 0,0 1,0-1,0 2,0-1,1 1,0 0,0 1,0 0,1 0,0 0,0 1,0-1,1 1,0 1,1-1,-1 1,1 0,1 0,0 0,0 0,0 1,1-1,0 1,1 2,0 1,0-1,1 0,1 0,-1 0,2 1,0-1,0 0,1-1,0 1,1 0,0-1,1 0,0 0,1 0,0 0,1 0,18 24,2-1,1-1,21 17,-32-32,15 11,-2 2,0 1,-2 2,-2 0,-1 2,-1 1,-2 1,-2 0,-1 2,-2 0,-2 2,-2 7,-10-42,-1-10</inkml:trace>
  <inkml:trace contextRef="#ctx0" brushRef="#br0" timeOffset="-56970.438">23796 3049,'-19'7,"0"0,0 2,1 1,0 0,1 1,0 0,1 2,0 0,1 1,0 0,1 1,1 1,0 0,1 1,-2 6,-4 3,2 1,0 0,2 1,1 1,1 1,1-1,2 2,1-1,2 1,1 1,-1 18,5-45,0 0,0 1,1-1,0 0,0 1,0-1,0 0,1 1,0-1,0 0,1 1,-1-1,1 0,0 0,1 0,-1-1,1 1,0 0,0-1,0 0,1 0,-1 0,1 0,0 0,0-1,1 0,-1 0,1 0,-1 0,1-1,0 1,0-1,0 0,0-1,0 1,1-1,1 0,2-2,-1 0,1-1,-1 0,1 0,-1-1,0 0,0 0,0-1,0 0,0-1,-1 1,0-2,0 1,0-1,-1 0,88-102,-77 82,-1-1,-1 0,-1-2,-2 0,-1 0,-1-1,-1 0,-2-1,-1 0,-2 0,0 0,-3 0,0-1,-2-6,1 30,0 0,-1 1,0-1,0 1,0-1,-1 1,0 0,-1 0,1 0,-1 0,-1 0,1 0,-1 1,0-1,-1 1,1 0,-1 1,-1-1,1 1,-1 0,0 0,0 1,0 0,0 0,-1 0,0 1,0 0,0 0,0 0,0 1,-2 0,4 2,-1-1,1 1,0 1,-1-1,1 1,0 0,0 0,-1 0,1 1,0-1,0 1,0 1,1-1,-1 1,0 0,1 0,0 0,0 0,0 1,0 0,0 0,1 0,-1 0,1 1,0-1,1 1,-1-1,1 1,0 0,0 0,0 0,1 1,0-1,0 0,0 0,0 1,1-1,0 0,0 1,1 4,5 15,1 0,1-1,2 0,0 0,1-1,1 0,1-1,2 0,0-1,16 16,-23-25,41 51,-3 3,-3 2,-2 2,23 58,-46-90,-13-39,-2-8</inkml:trace>
  <inkml:trace contextRef="#ctx0" brushRef="#br0" timeOffset="-56730.078">24050 3049,'16'-3,"14"1,16-1,11-2,8-2,1 1,-1-3,-7 0,-11-2,-14-3,-12 0</inkml:trace>
  <inkml:trace contextRef="#ctx0" brushRef="#br0" timeOffset="-56557.033">24344 2742,'-5'15,"-1"18,0 16,1 16,7 15,4 9,6 9,2 0,-3-4,-2-19</inkml:trace>
  <inkml:trace contextRef="#ctx0" brushRef="#br0" timeOffset="-55102.905">19919 4332,'181'-7,"132"-25,-131 11,653-55,403-3,-106 15,188-19,-1041 68,382-8,-634 28,-35-5,-2-4</inkml:trace>
  <inkml:trace contextRef="#ctx0" brushRef="#br0" timeOffset="-52851.102">25320 469,'19'71,"-3"2,-3 0,1 53,-9-78,81 889,29-106,-95-560,-12 1,-24 223,10 269,5-556,-8 0,-12 24,-39 418,23 368,38-153,37-357,-51-277,0-30,17-100,7-96,-6-14</inkml:trace>
  <inkml:trace contextRef="#ctx0" brushRef="#br0" timeOffset="-51650.675">25894 3932,'504'26,"-89"-2,572-4,149 17,-1107-36,163 8,36 12,-197-15,-40-8</inkml:trace>
  <inkml:trace contextRef="#ctx0" brushRef="#br0" timeOffset="-46598.785">26443 3009,'0'7,"0"-29,-1-244,1 265,1 0,-1-1,0 1,0-1,0 1,0-1,0 1,0-1,0 1,-1-1,1 1,0-1,-1 1,0-1,1 1,-1 0,0-1,1 1,-1 0,0 0,0-1,0 1,0 0,0 0,0 0,-1 0,2 2,-1 0,0 0,1-1,-1 1,1 0,0 0,-1 0,1 0,0 0,-1 0,1 0,0 0,0 0,0 0,0 0,0 0,0 0,0 0,0 0,0 0,0 0,1 0,-1 0,0 0,1-1,-1 1,0 0,1 0,-1 0,1 0,0 0,-1-1,1 1,0 0,-1-1,1 1,0 0,0 0,7 5,-1-1,1 1,0-1,1-1,-1 1,1-1,0-1,0 0,0 0,0-1,5 1,55 20,-64-18,1 0,-1 1,0-1,0 1,-1 0,0 0,0 0,0 1,-1-1,0 1,0 0,-1 0,0 0,0 0,0 4,2 2,5 23,-2 0,-2 1,-1 0,-2 0,-1 0,-4 20,2 0,1-28,2 3,-2 0,-1 0,-1 0,-2 0,-1-1,-2 0,-1 0,-1 0,-3 0,11-25,-2-1,1 0,-1 1,1-1,-1 0,-1 0,1-1,-1 1,0-1,0 0,0 0,0 0,-1 0,0-1,0 1,0-1,0-1,0 1,0-1,-1 0,1 0,-1 0,0-1,0 0,1 0,-1 0,0-1,0 0,0 0,1 0,-1-1,-4-1,-4-5,1-2,0 0,0 0,0-1,2-1,-1 0,1 0,1-1,0-1,1 0,0 0,1-1,0 0,1 0,0-2,-4-6,1 0,0 0,2-1,1 0,-3-17,9 37,1 1,0 0,-1-1,1 1,1-1,-1 1,0 0,0-1,1 1,-1 0,1-1,0 1,0 0,0 0,0-1,0 1,0 0,1 0,-1 0,1 0,-1 1,1-1,0 0,-1 1,1-1,0 1,0-1,0 1,0 0,1 0,-1 0,0 0,0 0,1 1,-1-1,0 1,1-1,-1 1,2 0,256-43,-127 21,115-35,-206 43,-13 2</inkml:trace>
  <inkml:trace contextRef="#ctx0" brushRef="#br0" timeOffset="-46288.517">27405 2835,'0'7,"0"11,0 14,0 15,0 14,-2 9,-4 7,-2 2,0-4,-1-5,1-10,2-14,4-18,5-21,2-12</inkml:trace>
  <inkml:trace contextRef="#ctx0" brushRef="#br0" timeOffset="-45800.821">27739 2862,'-30'47,"-3"-1,-2-2,-2-1,-1-2,-15 9,51-47,-30 36,54-30,-20-9,19-1,-5 0,0 0,0 1,0 1,-1 0,1 1,0 1,-1 0,1 1,0 1,293 170,-287-167,1 0,0-1,1-2,0 0,-1-2,1 0,1-2,16-1,-24-1</inkml:trace>
  <inkml:trace contextRef="#ctx0" brushRef="#br0" timeOffset="-45557.419">28729 3383,'2'0,"1"-2,-5-1,-1 0</inkml:trace>
  <inkml:trace contextRef="#ctx0" brushRef="#br0" timeOffset="-44466.286">20708 4800,'-11'7,"1"0,0 1,0 1,1-1,0 2,1-1,0 1,0 0,1 1,0 0,1 0,0 0,1 1,0 0,1 0,0 0,1 0,1 1,-1 8,-3 4,1 1,1 0,2-1,0 1,2 0,1 0,2 11,-2-27,1 0,0 0,0 0,1 0,1 0,-1-1,2 1,-1-1,1 0,1-1,-1 1,1-1,1 0,0 0,0-1,0 0,1-1,0 1,0-1,3 1,-4-3,0 1,0-1,1 0,0-1,0 0,0 0,0-1,0 0,0 0,1-1,-1 0,1 0,-1-1,0 0,1-1,-1 0,1 0,-1 0,0-1,0-1,0 1,0-1,0-1,0 0,-1 0,0 0,0-1,0 0,0 0,-1 0,4-4,0-9,0 1,-2-1,0-1,0 1,-2-1,0-1,-2 1,0-1,-1 0,-1 0,0 0,-2 0,-1 0,0 0,-1 0,-1 1,-1-1,-2-2,4 6,0 0,-1 0,-1 1,-1-1,0 1,-1 0,-1 0,0 1,-1-1,0 2,-1-1,-1 1,0 1,-1 0,0 0,-1 1,0 0,-14-8,21 17,-1 0,1 0,-1 1,1-1,-1 2,0-1,0 0,1 1,-1 0,0 1,0-1,1 1,-1 0,0 0,1 1,-1 0,1 0,-1 0,1 0,0 1,0 0,0 0,1 1,-1-1,1 1,-1 0,1 0,-1 2,-5 4,1 1,0 1,1-1,0 1,1 0,0 1,1 0,0 0,1 0,1 1,0 1,2-6,0 0,1 0,1 0,-1 0,2 0,-1 0,1 0,0 1,1-1,0-1,1 1,1 4,19 37</inkml:trace>
  <inkml:trace contextRef="#ctx0" brushRef="#br0" timeOffset="-43985.066">21563 5042,'18'2,"22"1,23 0,23-3,19-4,18-3,10-6,0-2,-3 1,-9 3,-13 4,-18 2,-21 3,-18 1,-19 3,-17 2,-13 0,-7-1</inkml:trace>
  <inkml:trace contextRef="#ctx0" brushRef="#br0" timeOffset="-43647.967">22499 4787,'-53'0,"52"0,1 0,-1 0,1 0,0 0,-1 0,1 0,0 1,-1-1,1 0,0 0,0 0,-1 0,1 1,0-1,-1 0,1 0,0 1,0-1,-1 0,1 1,0-1,0 0,0 0,0 1,-1-1,1 0,0 1,0-1,0 1,0-1,0 0,0 1,0-1,0 0,0 1,0-1,0 0,0 1,0-1,0 0,0 1,1-1,-1 0,0 1,0-1,0 0,0 1,1-1,-1 0,0 1,0-1,1 0,-1 0,0 1,0-1,1 0,-1 0,0 0,1 0,-1 1,0-1,1 0,-1 0,0 0,25 15,18 3,1-3,0-1,20 2,-25-7,-1 2,0 1,-1 2,0 1,4 6,-36-20,-1 2,1-1,-1 1,1-1,-1 1,0 0,-1 1,1-1,0 1,-1-1,0 1,0 0,0 1,0-1,-1 0,1 1,-1-1,0 1,-1 0,1 0,-1-1,0 1,0 0,-1 0,1 0,-1 0,0 1,0-1,-1 0,0 0,0 1,-6 8,-1 0,0-1,-1 1,0-2,-2 1,1-1,-1-1,-1 0,0-1,0 0,-8 4,5-2,-76 59,56-45</inkml:trace>
  <inkml:trace contextRef="#ctx0" brushRef="#br0" timeOffset="-43197.655">23475 4961,'-2'11,"0"1,1 0,1-1,0 1,0 0,1 0,1-1,0 1,0-1,1 1,1-1,0 0,0 0,1-1,0 1,1-1,1 0,-1 0,1-1,1 0,0 0,0-1,5 3,-6-6,1 0,0-1,0-1,0 1,1-1,-1-1,1 1,0-1,0-1,-1 0,1 0,0-1,0 0,0 0,0-1,0 0,0-1,-1 0,1 0,-1-1,1 0,-1 0,0-1,0 0,0-1,-1 0,0 0,1 0,-2-1,1 0,-1-1,0 1,0-1,-1 0,0 0,0-1,0 0,-1 0,3-8,0 0,-1 0,0 0,-2 0,0-1,-1 0,0 0,-1 0,-1 0,-1 0,-1 0,0 0,-1 0,-1 0,0 0,-1 0,-1 1,-1 0,0 0,-1 0,-4-6,6 14,0 0,-1 0,1 0,-1 1,-1 0,0 0,1 1,-2 0,1 0,-1 0,0 1,0 0,-1 1,1 0,-1 0,0 1,0 0,0 0,-1 1,1 0,0 1,-1 0,1 0,-1 1,1 1,-1-1,1 2,-1-1,-2 2,-3 2,0 0,0 1,1 1,0 1,0 0,1 0,0 2,0-1,1 2,0 0,1 0,0 1,1 0,-7 12,0 1,1 2,1 0,1 1,2 0,1 1,1 0,0 5,-8 42</inkml:trace>
  <inkml:trace contextRef="#ctx0" brushRef="#br0" timeOffset="-42312.501">20708 6218,'-12'9,"0"0,1 1,0 0,1 1,0 0,1 1,0 0,1 1,0-1,1 2,1-1,0 1,0 0,2 0,0 0,0 1,1-1,1 1,0 0,2 0,-1 6,0-10,0 0,0 0,1 0,1 0,0 0,0 0,1 0,0 0,1 0,0-1,1 1,0-1,1 0,0 0,0 0,1-1,1 0,-1 0,1-1,1 0,0 0,0 0,0-1,1 0,5 3,-2-4,0 0,1-1,0 0,0 0,0-2,0 0,0 0,1-1,0-1,-1 0,1-1,0 0,3-1,-10 0,1 0,-1-1,0 1,0-1,0-1,0 1,0-1,0 0,-1-1,1 0,-1 0,0 0,0-1,-1 0,1 0,-1 0,0-1,0 1,-1-1,0 0,0-1,0 1,-1-1,2-5,1-10,-2 0,0-1,-2 1,0-1,-2 0,0 1,-2-1,0 0,-1 1,-2 0,0 0,-1 0,-2 0,0 1,-1 0,-4-4,5 8,-1 0,0 0,-2 2,0-1,0 1,-2 1,1 0,-6-3,15 13,-1 1,0-1,-1 1,1 0,-1 0,1 0,-1 1,0-1,0 1,0 0,0 1,0-1,0 1,-1 0,1 0,0 1,-1-1,1 1,-1 1,1-1,0 1,-1 0,1 0,0 0,0 1,0-1,0 1,0 1,0-1,-3 3,-2 3,1 1,0 0,0 1,1 0,0 0,1 1,0 0,1 0,0 1,0-1,2 2,-1-1,2 0,-1 1,2-1,0 1,0 0,1 0,1 0,0 6,0-6,2 1,-1 0,2 0,-1-1,2 1,0-1,1 0,0 0,1-1,0 1,30 45</inkml:trace>
  <inkml:trace contextRef="#ctx0" brushRef="#br0" timeOffset="-42036.24">21509 6499,'14'4,"20"2,23 0,19-4,21-4,13-6,8-5,3-1,-5 1,-14 2,-17 4,-21 3,-24 2,-18 1</inkml:trace>
  <inkml:trace contextRef="#ctx0" brushRef="#br0" timeOffset="-41705.114">22125 6204,'221'43,"-65"-17,-135-23,-1 1,0 1,0 1,0 1,-1 1,0 0,0 1,-1 1,0 1,-1 1,0 0,0 2,-13-9,0 0,-1 0,1 1,-1-1,0 1,-1 0,1-1,-1 1,0 1,-1-1,0 0,0 0,0 1,0-1,-1 0,0 1,-1-1,1 0,-1 1,0-1,-1 0,1 0,-1 0,-1 0,1 0,-1 0,0-1,0 1,-1-1,1 0,-1 0,-1 0,-1 2,-24 25,-1 0,-1-3,-2 0,-1-2,-1-2,-8 3,-4 5,34-24</inkml:trace>
  <inkml:trace contextRef="#ctx0" brushRef="#br0" timeOffset="-41006.426">23462 6392,'20'-40,"-2"0,-2-1,-1-1,-3 0,-1-1,-2 0,-1-6,-9 132,1-49,-2 62,4 0,12 72,10 36,-23-201,-1-1,0 1,0-1,0 0,-1 1,1-1,-1 1,1-1,-1 0,0 1,0-1,0 0,0 1,0-1,0 0,-1 0,1 0,-1 0,1 0,-1-1,0 1,0 0,1-1,-1 1,0-1,-1 0,1 0,0 0,0 0,0 0,-1 0,1 0,-1-1,1 1,0-1,-1 0,1 1,-1-1,1-1,-1 1,1 0,-1 0,1-1,0 1,-1-1,1 0,0 0,-1 0,-1-1,5 2,0 0,-1-1,1 1,0 0,-1 0,1-1,0 1,-1 0,1-1,-1 1,1-1,-1 1,1-1,-1 1,1-1,-1 1,1-1,-1 0,0 1,1-1,-1 1,0-1,0 0,1 1,-1-1,0 0,0 1,0-1,0 0,0 1,0-1,0 0,0 0,0 1,0-1,0 0,-1 1,1-1,0 0,0 1,-1-1,1 1,0-1,-1 0,1 1,-1-1,1 1,-1-1,1 1,-1-1,1 1,-1-1,1 1,-1 0,1-1,-1 1,0 0,1-1,-1 1,0 0,1 0,-1 0,0 0,1 0,-1-1,0 1,1 0,-1 0,0 1,0-1,143-8,-101 9,208 0,-204-1</inkml:trace>
  <inkml:trace contextRef="#ctx0" brushRef="#br0" timeOffset="-40236.972">20801 8049,'7'-189,"-2"119,-2-1,-4 0,-3 1,-5-17,3 64,6 53,48 261,-35 144,-13-428,0 1,0-1,1 1,0-1,0 1,1-1,0 0,0 0,1 0,-1 0,2 0,-1-1,1 1,0-1,2 3,13 8</inkml:trace>
  <inkml:trace contextRef="#ctx0" brushRef="#br0" timeOffset="-39791.654">21697 7849,'23'7,"23"-1,22-3,18-6,14-6,9-3,2-2,-5 2,-11 3,-17 2,-20 3,-19 2</inkml:trace>
  <inkml:trace contextRef="#ctx0" brushRef="#br0" timeOffset="-39454.495">22312 7527,'2'9,"1"-2,0 1,1 0,0-1,0 1,1-1,0 0,0-1,0 1,1-1,0 0,0 0,1-1,-1 0,1 0,0 0,5 1,137 55,-122-52,15 5,-16-7,1 2,-2 0,1 2,-2 1,1 1,13 11,-33-21,-1 0,1 1,-1 0,0 0,0 0,0 1,-1-1,0 1,0 0,0 0,0 0,-1 0,0 1,0-1,0 1,-1-1,1 1,-1 0,-1-1,1 1,-1 0,0 0,0-1,-1 1,0 0,0-1,0 1,-1 0,-7 14,-1 1,-1-1,-1-1,-1 0,0-1,-1 0,-1-1,-1-1,-13 11,-62 54,55-52</inkml:trace>
  <inkml:trace contextRef="#ctx0" brushRef="#br0" timeOffset="-39003.7">23301 7849,'0'9,"0"0,0 1,1-1,1 0,-1 0,2 0,-1 0,1 0,0 0,1-1,0 0,0 1,1-2,0 1,1 0,0-1,0 0,0 0,1-1,0 0,0 0,0 0,1-1,0 0,0-1,0 1,1-2,-1 1,1-1,0-1,0 1,0-1,0-1,2 0,4-3,0-1,0-1,0 0,-1-1,1-1,-2 0,1-1,0-1,-1 0,-1 0,0-2,0 1,0-1,-1-1,-1 0,0-1,0 0,-1 0,5-11,-8 12,-1 1,0-1,-1-1,0 1,-1 0,0-1,0 0,-2 0,1 0,-1 0,-1 0,0 0,-1 0,-1 0,1 1,-2-1,0 0,0 1,-1-1,0 1,-1 0,0 0,-1 1,0 0,-1 0,0 0,-1 1,0 0,0 0,-1 1,0 0,0 0,-1 1,-9-5,10 7,-1 0,1 1,-1 0,0 1,0 0,0 1,-1 0,1 0,0 1,-1 0,1 1,-1 0,1 1,-1 0,1 1,0 0,0 1,0 0,0 0,0 1,0 0,1 1,0 0,0 0,-6 6,-10 10,1 0,1 2,1 1,1 1,1 0,2 1,0 2,2 0,1 0,1 1,1 1,2 1,-2 12,-10 30</inkml:trace>
  <inkml:trace contextRef="#ctx0" brushRef="#br0" timeOffset="-38253.437">20801 9439,'41'-91,"-4"-2,13-58,-27 82,-19 55,-3 10,-1-1,1 1,1 0,-1 0,1 0,-1 0,1 0,0 0,1 0,-1 1,0-1,1 1,0 0,0 0,0 0,0 0,1 0,-2 3,0 1,0-1,1 1,-1-1,0 1,0 0,0 0,0 0,0 0,0 0,-1 0,1 1,0-1,-1 1,1-1,0 1,-1 0,0-1,1 1,-1 0,0 0,0 0,0 0,0 0,-1 0,1 0,0 0,-1 1,1 1,1 0,15 41,-1 1,-3 1,-2 0,-1 0,-3 1,-2 1,-2-1,-2 1,-3 12,1-34,-2 1,-1-1,-2 0,0 0,-2 0,-9 20,3-15</inkml:trace>
  <inkml:trace contextRef="#ctx0" brushRef="#br0" timeOffset="-38006.583">20988 9747,'18'0,"18"0,13 0,13 0,9 0,9 0,4-3,1 0,-13 1</inkml:trace>
  <inkml:trace contextRef="#ctx0" brushRef="#br0" timeOffset="-37699.809">22005 9412,'13'-2,"16"-3,20-3,16-3,16 2,15-2,8 1,4 0,-4 3,-8 2,-11 0,-13 1,-15-1,-12-3,-14 1</inkml:trace>
  <inkml:trace contextRef="#ctx0" brushRef="#br0" timeOffset="-37348.746">22606 8998,'19'18,"1"0,1-2,0 0,1-2,1 0,0-1,0-2,2 0,-1-1,17 3,244 83,-274-92,0 2,0-1,0 1,-1 1,0 0,0 0,9 10,-16-14,-1 0,1 0,0 0,-1 1,1-1,-1 1,0 0,0 0,-1 0,1 0,-1 0,0 0,0 0,0 0,0 0,-1 0,0 1,0-1,0 0,0 0,-1 1,0-1,1 0,-2 3,-7 11,-1-1,-1 0,0 0,-1-1,-1 0,0-2,-1 1,-1-1,0-1,-1-1,0 0,-1-1,-18 8,-57 35,59-38</inkml:trace>
  <inkml:trace contextRef="#ctx0" brushRef="#br0" timeOffset="-36598.603">23636 9092,'139'-371,"-137"362,4-11,3 29,15 102,-4 1,0 51,-10-78,-7-61,18 239,-21-261,1 0,-1 1,1-1,-1 0,0 1,0-1,0 0,0 1,-1-1,1 0,0 0,-1 1,0-1,0 0,1 0,-1 0,0 0,-1 0,1 0,0 0,-1 0,1 0,-1 0,1-1,-1 1,0 0,0-1,0 0,0 1,0-1,0 0,0 0,0 0,0 0,0-1,-1 1,-61-20,64 18,0 1,0 0,1 0,-1 0,0 0,0 0,1-1,-1 1,0 0,0 0,0 0,0 0,1-1,-1 1,0 0,0 0,0-1,0 1,0 0,0 0,0-1,0 1,0 0,0 0,0-1,0 1,0 0,0 0,0-1,0 1,0 0,0 0,0-1,0 1,0 0,0 0,0-1,0 1,0 0,-1 0,1 0,0-1,0 1,0 0,0 0,-1 0,1-1,0 1,0 0,0 0,-1 0,1 0,0 0,0 0,-1 0,1-1,0 1,27-3,-22 3,534-39,-484 38</inkml:trace>
  <inkml:trace contextRef="#ctx0" brushRef="#br0" timeOffset="-35766.438">25507 8424,'-6'8,"0"1,1 0,0 0,1 1,0-1,0 1,1 0,0 0,1 0,0 1,1-1,0 0,0 1,1-1,1 1,1 8,61 155,-37-92,-5 2,-3 0,-3 1,-5 0,-3 6,1 432,-10-395,3 85,5-195,3-26,-5-12,-1-3</inkml:trace>
  <inkml:trace contextRef="#ctx0" brushRef="#br0" timeOffset="-34130.043">20374 10562,'31'-12,"-28"12,312-4,468-49,332 0,-8 13,-53-5,-438 24,85 30,180-11,290-5,-734 8,570 7,111-2,-1035-4,0 3,54 11,-137-16,1 0,-1 0,1 0,0-1,-1 1,1 0,-1 0,1 0,0 0,-1 0,1 0,-1 0,1 0,0 0,-1 0,1 1,-1-1,1 0,-1 0,1 0,-1 1,1-1,0 0,-1 1,0-1,1 0,-1 1,1-1,-1 1,1-1,-1 1,0-1,1 1,-1-1,0 1,0-1,1 1,-1-1,0 1,0 0,0-1,0 1,0-1,1 1,-11 2</inkml:trace>
  <inkml:trace contextRef="#ctx0" brushRef="#br0" timeOffset="-33155.137">25574 10135,'0'2,"0"6,2 5,1 8,2 9,3 9,-1 7,0-5</inkml:trace>
  <inkml:trace contextRef="#ctx0" brushRef="#br0" timeOffset="-27586.772">29344 629,'0'820,"-40"-320,50-65,-15-29,1-230,10 62,-1 118,-4-127,11 24,-8-219,21 387,-18 70,1 202,29-241,-5 163,-9-12,-9-319,-14 55,-2-133,3 381,12-308,-13-236,0 72,14 96,0 45,-1 16,-14 54,2-314,0 1,1-1,1 0,0 0,1 0,0 0,4 7,-9-6,-5-9</inkml:trace>
  <inkml:trace contextRef="#ctx0" brushRef="#br0" timeOffset="-25636.911">29383 335,'3'0,"0"3,0 2,0 8,-2 10,0 11,0 15,-1 13,0 14,0 8,0-10</inkml:trace>
  <inkml:trace contextRef="#ctx0" brushRef="#br0" timeOffset="-23822.678">25868 269,'-20'24,"13"-38,7 8,0-1,-1 1,0 0,0 0,0 0,-1 0,0 0,0 1,0-1,-1 1,0-1,0 1,0 0,-1 0,1 0,-1 0,0 1,-1-1,1 1,-1 0,0 1,0-1,0 1,-1 0,1 0,-1 1,-5-3,5 4,0-1,0 2,0-1,0 0,-1 1,1 0,0 1,0-1,0 1,0 1,0-1,0 1,0 0,0 0,1 0,-1 1,1 0,-1 0,1 1,0-1,0 1,1 0,-1 0,1 1,0-1,0 1,0 0,1 0,0 1,0-1,0 1,1-1,-1 1,1 2,-4 5,2 1,0 0,0 1,1-1,1 1,0-1,1 1,1 0,0 0,1-1,1 1,0 0,1-1,1 0,0 1,1-1,0-1,1 1,0-1,2 0,-1-1,1 1,1-1,0-1,1 0,0 0,1-1,0 0,1-1,-1 0,2-1,-1 0,1-1,0-1,1 0,0-1,12 4,-19-8,0-1,0 1,0-1,0-1,0 1,0-1,0-1,0 1,0-1,0 0,-1 0,1-1,-1 0,0 0,0-1,0 0,0 0,-1 0,1-1,-1 1,0-1,0-1,-1 1,3-5,3-3,0-1,-2 0,0-1,0 0,-2 0,0 0,0-1,-1 0,-1 0,-1-1,-5-38,2 54,0 0,-1 0,1 0,0 0,-1 0,1 0,-1 0,0 0,1 0,-1 0,0 0,0 0,1 0,-1 1,0-1,0 0,0 0,0 1,0-1,0 1,0-1,0 1,0-1,0 1,-1 0,1 0,0-1,0 1,0 0,0 0,0 0,-1 0,1 0,0 0,0 1,0-1,0 0,0 1,-1-1,1 0,0 1,0-1,0 1,0 0,0-1,-3 3,0 0,0 1,0-1,0 0,1 1,-1 0,1 0,0 0,0 0,0 1,1-1,0 1,-1 0,2-1,-1 1,0 0,1 0,0 0,0 0,1 0,-1 1,1-1,0 0,1 0,-1 0,1 0,0 0,0 0,1 0,-1 0,3 4,0-1,1-1,0 0,0 0,0 0,1-1,0 0,0 0,1 0,-1-1,1 0,0 0,1-1,-1 1,1-2,0 1,0-1,0-1,0 1,4-1,13 4,1-1,0-1,0-2,0-1,19-1,16-4</inkml:trace>
  <inkml:trace contextRef="#ctx0" brushRef="#br0" timeOffset="-23351.931">26617 1,'-10'106,"5"0,6 60,-1-157,1 12,0 1,1 0,1-1,1 1,1-1,1 0,0 0,3 2,-5-15,0 0,0 0,1 0,0 0,0-1,1 0,0 0,0 0,0-1,1 0,0 0,1-1,-1 0,1 0,0-1,0 0,0 0,1 0,-1-2,7 3,-9-4,-1 0,1 0,0-1,0 1,0-1,-1-1,1 1,0-1,0 0,-1 0,1-1,0 1,-1-1,0 0,1-1,-1 0,4-2,16-13</inkml:trace>
  <inkml:trace contextRef="#ctx0" brushRef="#br0" timeOffset="-23102.997">26443 215,'2'-2,"10"1,17 1,21 1,20 0,17-1,7 1,-3 1,-17 1</inkml:trace>
  <inkml:trace contextRef="#ctx0" brushRef="#br0" timeOffset="-22452.228">26951 763,'14'-29,"-2"0,0-1,-2 0,-2-1,0 0,-2 0,-2-1,-1 0,-1-23,-1 49,-1 1,-1 0,1-1,-1 1,0 0,0 0,0 0,-1-1,0 1,0 1,0-1,0 0,-1 0,0 1,0-1,0 1,-1 0,-1-2,3 6,1 0,0-1,0 1,0 0,-1 0,1 0,0 1,0-1,0 0,0 0,-1 1,1-1,0 0,0 1,0-1,0 1,0 0,0-1,0 1,0 0,0-1,0 1,0 0,1 0,-1 0,0 0,1 0,-1 0,0 0,1 0,-1 0,1 0,0 0,-1 1,1-1,0 0,0 0,-1 0,1 0,0 1,0-1,0 0,1 0,-1 0,0 1,0-1,1 0,-1 0,0 0,1 0,-1 0,1 0,0 1,0 2,1-1,0 1,-1-1,1 1,0-1,1 0,-1 1,1-1,-1-1,1 1,0 0,0-1,0 1,0-1,1 0,-1 0,1 0,-1 0,1-1,0 1,-1-1,2 0,87 16,25-7,-114-8,-1-1,0 1,0 0,0 0,0 1,0-1,-1 0,1 0,-1 1,1-1,-1 1,0-1,0 1,0 0,0 0,0-1,-1 1,1 0,-1 0,0 0,0-1,0 1,0 0,0 0,-1 0,1 0,-1-1,0 1,0 0,0 15,17 75,-15-90,0-1,0 1,1-1,-1 1,0-1,1 0,0 0,-1 0,1 0,0 0,0 0,0 0,0 0,1-1,-1 1,0-1,1 0,-1 0,1 0,-1 0,1 0,0 0,-1 0,1-1,0 0,-1 1,1-1,0 0,0 0,-1-1,1 1,2-1,10-4,-1 0,0 0,-1-2,1 0,-1 0,0-1,-1-1,0 0,0-1,-7 5,1 0,-1 0,0-1,-1 0,1 0,-1 0,0 0,-1-1,1 1,-1-1,-1 0,1 0,-1 0,-1-1,1 1,-1 0,0-1,-1 1,0 0,0-1,0 1,-2-6,2 12,0-1,0 1,0-1,0 1,0-1,0 1,0-1,-1 1,1 0,-1-1,1 1,-1 0,1-1,-1 1,0 0,0 0,1-1,-1 1,0 0,0 0,0 0,0 0,-1 0,1 1,0-1,0 0,-1 0,1 1,0-1,0 1,-1-1,1 1,-1-1,1 1,0 0,-1 0,1 0,-1 0,1 0,-1 0,1 0,-1 0,1 0,0 1,-1-1,1 1,-1-1,1 1,0-1,0 1,-1 0,1 0,0-1,0 1,0 0,-3 6,0-1,0 0,1 1,0-1,1 1,0 0,0 0,0 0,1 0,0 0,0 1,0-1,1 0,0 0,1 2,0 1,0 0,0-1,1 1,0-1,1 1,0-1,0 0,1 0,0 0,1 0,0-1,0 0,1 0,0 0,0-1,1 0,0 0,0 0,1-1,0 0,0-1,0 0,1 0,-1 0,1-1,0-1,1 0,-1 0,0 0,1-1,8 0,18 1</inkml:trace>
  <inkml:trace contextRef="#ctx0" brushRef="#br0" timeOffset="-21451.354">27806 82,'-5'11,"0"1,1 0,0 0,1 0,1 0,0 0,0 1,1-1,1 1,0 4,-1 30,3 1,1 0,3-1,1 1,3-2,15 45,-24-86,1 0,-1 0,1 0,0 1,0-1,0 0,1-1,0 1,0 0,0-1,0 0,1 1,-1-1,1-1,1 2,-3-6,1 1,-1 0,0-1,1 1,-1-1,0 0,0 0,1 0,-1 0,0 0,0 0,0 0,0-1,0 1,-1-1,1 1,0-1,-1 0,1 0,-1 0,1 0,-1 0,0 0,0 0,0 0,0 0,0-1,-1 1,1 0,-1-1,1-1,2-3,60-108,-62 114,-1 0,0 1,1-1,-1 1,0-1,1 0,-1 1,1-1,-1 1,1-1,-1 1,1 0,0-1,-1 1,1 0,-1-1,1 1,0 0,-1-1,1 1,0 0,-1 0,1 0,0 0,-1 0,1 0,0 0,0 0,-1 0,1 0,0 0,-1 0,1 0,0 1,-1-1,1 0,0 0,-1 1,1-1,-1 1,1-1,0 0,-1 1,1-1,-1 1,1-1,-1 1,0 0,1-1,-1 1,1-1,-1 1,0 0,11 38,-8-23,-1-1,-1 1,-1 0,0 0,-1 0,0 0,-1 0,-1 0,-1 0,0-1,-1 0,-1 0,-6 13,11-26,1-1,0 0,0 0,-1 1,1-1,0 0,-1 0,0 0,1 0,-1 0,1 1,-1-1,0 0,0-1,0 1,0 0,0 0,1 0,-2 0,1-1,0 1,0 0,0-1,0 1,0-1,0 1,-1-1,1 0,0 0,0 1,-1-1,1 0,0 0,0 0,-1 0,1 0,0 0,0-1,-1 1,1 0,0-1,0 1,0-1,0 1,0-1,-1 0,1 1,0-1,0 0,0 0,1 1,-1-1,0 0,0 0,0-1,0-9,1 0,0 0,0 0,1 0,1 0,0 0,0 1,1-1,1 1,-1-1,2 1,-1 0,6-7,-5 3,1 0,1 1,0 0,0 0,2 1,-1 0,2 0,-1 1,2 0,-1 1,1 0,1 1,0 0,0 1,1 0,2 0,-14 7,0 0,0 0,1 1,-1-1,0 1,0-1,1 1,-1 0,1-1,-1 1,0 0,1 0,-1 0,1 0,-1 0,0 0,1 1,-1-1,0 0,1 1,-1-1,0 1,1-1,-1 1,0 0,0-1,0 1,1 0,-1 0,0 0,0 0,0 0,0 0,-1 0,1 0,0 0,0 1,-1-1,1 0,-1 0,1 1,-1-1,1 0,-1 2,5 213,-5-213,1 0,-1 0,1-1,0 1,0 0,0-1,0 1,0-1,1 1,-1-1,1 0,-1 1,1-1,0 0,0 0,0 0,0 0,0-1,1 1,-1-1,0 1,1-1,-1 0,1 0,0 0,-1 0,1 0,0 0,-1-1,1 1,0-1,0 0,0 0,-1 0,1 0,0-1,0 1,-1-1,1 1,0-1,1-1,6-3,0-1,0-1,-1 0,0 0,0-1,0 0,-1-1,-1 1,1-1,-1-1,-1 0,0 0,0 0,-1-1,0 1,-1-1,0 0,0-3,8-64,-12 78,-1 0,1 0,0-1,-1 1,1 0,-1 0,1 0,0 0,-1 0,1 0,-1-1,1 1,-1 0,1 0,-1 0,1 0,0 1,-1-1,1 0,-1 0,1 0,-1 0,1 0,0 0,-1 1,1-1,-1 0,1 0,0 1,-1-1,1 0,0 1,-1-1,1 0,0 1,0-1,-1 0,1 1,0-1,0 1,0-1,-1 0,1 1,0-1,0 1,0-1,0 1,0-1,0 0,0 1,0-1,0 1,0-1,0 1,0-1,0 1,0-1,1 0,-1 1,0-1,0 1,0-1,1 0,-1 1,-13 115,13-111,1 0,-1 0,1 0,0 0,0 0,1 0,-1 0,1 0,0-1,1 1,-1-1,1 1,0-1,0 0,0 0,0 0,1 0,0-1,-1 1,1-1,3 1,-4-2,1 0,0-1,0 0,0 1,0-2,0 1,0 0,0-1,0 1,0-1,0 0,0-1,0 1,0-1,0 0,0 0,0 0,0 0,0-1,0 1,-1-1,1 0,-1 0,1-1,0 0,74-74,-70 65,0-1,-1 0,-1 0,0-1,-1 0,0 0,-1 0,-1 0,1-7,-3 5,-11 36,4-4,2 1,0 0,2 0,-1 0,2 0,0 0,1 0,1 1,1-1,0 0,1 0,2 4,-4-18,0 0,1 0,-1 0,1 0,-1-1,1 1,0-1,0 1,0-1,0 1,1-1,-1 0,1 0,-1 0,1 0,0-1,-1 1,1-1,0 0,0 1,0-1,0-1,0 1,1 0,1 0,20-1</inkml:trace>
  <inkml:trace contextRef="#ctx0" brushRef="#br0" timeOffset="-21288.723">28769 95,'-9'18,"1"11,7 7,4-3</inkml:trace>
  <inkml:trace contextRef="#ctx0" brushRef="#br0" timeOffset="-20953.625">28916 589,'12'-4,"0"-1,0 0,0-1,0 0,-1-1,0-1,0 1,-1-2,0 1,9-11,-15 14,1 0,-1-1,0 1,-1-1,1 0,-1 0,0-1,-1 1,1 0,-1-1,0 0,-1 1,0-1,0 0,0 0,-1 1,0-1,0 0,-1 0,0 0,-1-5,1 10,1-1,-1 1,0 0,1 0,-1-1,0 1,0 0,-1 0,1 0,0 0,-1 0,1 0,-1 0,1 1,-1-1,0 1,0-1,0 1,0-1,0 1,0 0,0 0,0 0,-1 0,1 0,0 1,0-1,-1 1,1 0,0-1,-1 1,1 0,-1 0,1 0,0 1,-1-1,1 1,0-1,-1 1,-1 0,-6 6,-1 0,1 1,0-1,1 2,0 0,0 0,1 0,0 1,1 0,0 1,0 0,1 0,1 0,0 1,0-1,1 1,1 0,0 1,1-1,-1 11,1-16,2 0,-1 0,1 0,0 0,0 0,1 0,0-1,0 1,1 0,-1 0,2-1,-1 1,1-1,0 1,0-1,1 0,-1 0,1-1,1 1,-1-1,1 0,0 0,0 0,0-1,1 0,0 0,0 0,1 0,9 3,1 0,0-2,1 0,-1-1,1 0,0-2,0 0,0-1,0-1,0 0,0-1,0-2,0 1,0-2,-1-1,0 0,1-1,-2 0,1-2,0 0,45-27</inkml:trace>
  <inkml:trace contextRef="#ctx0" brushRef="#br0" timeOffset="-19570.092">25748 1712,'9'-76,"-8"55,1-1,0 0,2 1,0-1,2 1,0 1,2-3,-7 21,0-1,-1 1,1 0,1 0,-1 0,0 0,0 0,1 0,-1 0,1 0,-1 1,1-1,0 1,0-1,0 1,0 0,0-1,0 1,0 0,0 0,0 1,1-1,-1 0,0 1,1-1,-1 1,0 0,1 0,-1 0,0 0,1 0,-1 0,0 1,1-1,-1 1,0-1,1 1,-1 0,0 0,0 0,0 0,0 1,0-1,0 0,0 1,0 0,7 8,-1 0,1 1,-2 1,1 0,-2 0,1 0,-2 0,0 1,0 0,-1 0,-1 1,0-1,-1 1,0-1,-1 11,-1-21,-7 40,5-43,1 0,0-1,0 0,-1 1,1-1,0 0,0 0,0 1,0-1,0 0,0 0,0 0,1 0,-1 0,0-1,0 1,1 0,-1 0,1 0,-1-1,1 1,-1 0,1 0,0-1,0 1,0 0,0-1,0 1,0 0,0-1,0 1,0-2,0-2,-2-2,1-1,0 1,1 0,0-1,0 1,0-1,1 1,0 0,1-1,-1 1,4-6,-3 10,1 0,0 1,0-1,0 1,0 0,1 0,-1 0,0 0,1 0,0 1,-1 0,1 0,0 0,-1 0,1 0,0 1,0 0,6-3,143-21,-152 24,0-1,0 0,1 1,-1-1,1 1,-1-1,1 1,-1-1,1 1,0 0,-1 0,1 0,-1 0,1 0,-1 0,1 0,0 1,-1-1,1 1,-1-1,1 1,-1-1,0 1,1 0,-1 0,0 0,1-1,-1 1,0 0,0 1,0-1,0 0,0 0,0 0,0 1,0-1,0 0,-1 1,1-1,0 1,-1-1,1 2,-1 73,2-74,0 0,0 0,1 0,-1-1,0 1,1 0,0-1,-1 0,1 0,0 0,0 0,-1 0,1 0,0-1,0 1,0-1,0 0,0 0,0 0,0 0,0 0,0-1,0 1,-1-1,4-1,-2 2,1 0,0-1,-1 0,1 0,0 0,-1 0,1-1,-1 1,0-1,1 0,-1-1,0 1,0-1,-1 0,1 0,0 0,-1 0,0 0,0-1,0 0,0 1,0-1,-1 0,0-1,0 1,0 0,0-1,-1 1,1-1,-1 1,0-1,-1 1,1-1,-1 0,0 0,0 1,0-1,-1 0,0 1,1-1,-2 0,1 1,-1 0,1-1,-2-1,0 2,0 1,0-1,0 1,0 0,-1 0,1 0,-1 0,0 0,0 1,0 0,0 0,0 0,-1 0,1 1,0-1,-1 1,1 0,-1 0,0 1,1 0,-1 0,1 0,-1 0,0 0,1 1,-1 0,1 0,-1 0,1 1,-1-1,1 1,0 0,0 1,0-1,0 1,-1 0,1-1,0 1,0 0,0 0,0 0,0 0,1 0,0 1,-1-1,1 1,0 0,1 0,-1 0,1 0,0 1,0-1,0 1,0-1,1 1,0 0,0-1,0 1,0 0,1 0,0 0,0 0,0-1,1 1,0 0,0 0,0-1,0 1,1 0,-1-1,2 3,2-2,-1 0,1 0,1 0,-1-1,1 0,-1 0,1 0,0-1,0 0,1 0,-1 0,1-1,-1 0,1 0,0-1,0 0,0 0,0-1,0 1,0-1,0-1,35 1</inkml:trace>
  <inkml:trace contextRef="#ctx0" brushRef="#br0" timeOffset="-19313.269">26456 990,'-16'0,"-12"5,-6 6,-1 5,2 5,8 3,12 5,15 1,16 1,6-5</inkml:trace>
  <inkml:trace contextRef="#ctx0" brushRef="#br0" timeOffset="-19134.748">26550 1552,'-2'16,"-2"7,6 1,11-5,14-5,17-10,12-10,-3-4</inkml:trace>
  <inkml:trace contextRef="#ctx0" brushRef="#br0" timeOffset="-18784.68">27405 1418,'-15'-4,"1"1,-1 1,1 0,-1 1,0 1,0 0,1 1,-1 0,-5 2,14-1,0-1,0 1,0 0,0 0,0 1,0 0,1 0,-1 0,1 1,0 0,0 0,0 0,1 0,-1 1,1 0,0 0,1 0,-1 0,1 0,0 1,0 0,-1 4,3-8,0 0,-1 1,2-1,-1 0,0 1,0-1,1 0,-1 1,1-1,0 1,0-1,0 1,0-1,0 0,0 1,1-1,-1 1,1-1,0 0,0 1,0-1,0 0,0 0,0 0,0 1,1-1,-1-1,1 1,-1 0,1 0,0 0,0-1,0 1,0-1,0 0,0 1,1-1,7 1,-1 0,1 0,0-1,0-1,0 0,0 0,0-1,-1 0,1-1,0 0,0 0,-1-1,0 0,1-1,-1 0,-1 0,1-1,0-1,-1 1,6-6,-8 6,-1-1,0 1,-1-1,1 1,-1-1,0 0,-1-1,1 1,-1-1,-1 0,1 1,-1-1,0 0,-1-1,1 1,-1 0,-1 0,0 0,0-1,0 1,-1 0,0 0,-1-3,2 9,0 0,0 0,0 0,-1 0,1 1,0-1,-1 0,1 0,-1 1,1-1,-1 0,1 1,-1-1,0 1,1-1,-1 0,0 1,1 0,-1-1,0 1,0-1,1 1,-1 0,0-1,0 1,0 0,1 0,-1 0,0 0,0 0,0 0,0 0,0 0,1 0,-1 0,0 0,0 0,0 0,1 1,-1-1,0 0,0 1,0-1,1 1,-1-1,0 1,1-1,-1 1,0-1,1 1,-1 0,1-1,-1 1,1 0,-1-1,1 1,0 0,-1 0,1-1,0 1,-1 0,1 0,0 0,0 0,0-1,0 1,0 0,0 0,0 0,0 0,-2 4,-1-1,1 1,1 0,-1 0,1 0,-1 0,2 0,-1 0,0 1,1-1,0 0,0 0,1 0,-1 0,1 1,0-1,1 0,-1 0,1 0,0-1,0 1,1 0,-1-1,1 1,0-1,0 0,0 0,1 0,0-1,-1 1,1-1,1 1,18 8</inkml:trace>
  <inkml:trace contextRef="#ctx0" brushRef="#br0" timeOffset="-18437.095">27632 1325,'-1'11,"1"1,0 0,1 0,0-1,1 1,0-1,1 1,0-1,1 0,0 0,1 0,0-1,1 1,0-1,0-1,1 1,0-1,1 0,0-1,1 0,-1 0,2 0,-1-1,1-1,-9-5,0 1,0-1,1 0,-1 0,1 0,-1 0,1 0,-1-1,1 1,-1 0,1-1,0 1,-1-1,1 0,0 1,-1-1,1 0,0 0,-1 0,1 0,0 0,0 0,-1-1,1 1,0-1,-1 1,1-1,0 0,-1 1,1-1,-1 0,0 0,1 0,-1 0,1 0,-1 0,0-1,0 1,0 0,1-2,5-10,-1-1,-1 0,0 0,-1-1,-1 1,0-1,-1 0,0-3,2-10,-1 7,-2 10,1 0,0 0,0-1,1 2,1-1,0 0,0 1,2-3,-4 11,-1 0,1 0,-1 1,1-1,-1 1,1-1,0 1,0-1,0 1,-1 0,1 0,1 0,-1 0,0 0,0 0,0 1,0-1,1 1,-1-1,2 1,10-1</inkml:trace>
  <inkml:trace contextRef="#ctx0" brushRef="#br0" timeOffset="-17532.449">28127 1512,'22'-12,"-1"-1,0-1,-1-1,-1-1,0 0,-1-1,-1-1,14-19,-10-30,-20 66,-1-1,0 1,0-1,-1 1,1-1,0 1,0-1,-1 1,1 0,-1-1,1 1,-1 0,0-1,0 1,1 0,-1-1,0 1,0 0,0 0,0 0,0 0,0 0,-1 0,1 0,0 1,0-1,-1 0,1 1,0-1,-1 1,1-1,-1 1,1 0,-1-1,1 1,-1 0,1 0,0 0,-1 0,1 0,-1 0,1 1,-1-1,1 0,-1 1,-6 2,0 0,0 1,1 0,-1 1,1-1,0 1,0 1,1-1,0 1,0 0,0 1,0-1,1 1,0 0,1 1,-1-1,2 1,-1 0,1 0,0 0,0 0,1 0,0 6,0-10,1 1,0 0,1 0,-1-1,1 1,0 0,0 0,1 0,-1 0,1-1,0 1,0 0,1-1,-1 1,1-1,0 1,0-1,1 0,-1 0,1 0,0 0,0 0,0 0,1-1,-1 0,1 0,0 0,0 0,0 0,0-1,0 0,1 1,-1-2,3 2,4 0,0 0,1-1,-1 0,1 0,0-2,-1 1,1-2,0 1,-1-1,1-1,-1 0,1-1,-1 0,0-1,0 0,2-2,-6 3,-1 0,1-1,-1 0,0 0,0-1,0 1,0-1,-1-1,0 1,0-1,0 0,-1 0,0 0,0 0,0-1,-1 0,0 0,-1 0,1 0,-1 0,-1 0,1-1,-1 1,0-1,-1-4,0 13,-1 0,1-1,-1 1,0 0,1-1,-1 1,0-1,1 1,-1-1,0 1,1-1,-1 0,0 1,0-1,0 0,1 1,-1-1,0 0,0 0,0 0,0 0,0 0,1 0,-1 0,0 0,0 0,0 0,0-1,1 1,-1 0,0 0,0-1,1 1,-1-1,0 1,0-1,1 1,-1-1,0 1,1-1,-1 1,1-1,-1 0,1 1,-1-1,1 0,-1 0,1 1,0-1,-1 0,1 0,0 0,0 1,0-1,-1 0,1 0,0 0,0 0,0 1,0-1,1 0,-1 0,0 0,0 0,1 0,-5 5,2 1,-1-1,0 1,1 0,0 0,0 0,1 0,-1 0,1 0,0 0,0 0,1 1,0-1,0 0,0 1,0-1,1 0,0 0,0 1,0-1,1 0,0 0,0 0,0 0,0-1,1 1,0-1,0 1,0-1,0 0,1 0,0 0,-1-1,1 1,4 1,-3-2,0-2,1 1,-1 0,0-1,1 0,-1-1,1 1,0-1,-1 0,1 0,-1-1,1 1,-1-1,1 0,-1-1,0 0,0 1,1-2,-1 1,0-1,-1 1,1-1,0 0,-1-1,0 1,0-1,0 0,0 0,0 0,-1-1,0 1,0-1,0 0,0 0,-1 0,0 0,0 0,0-2,2-2,-1-1,-1 1,0 0,0-1,-1 1,0-1,0 1,-1-1,0 0,-2-5,3 15,-1-1,0 1,0 0,0-1,0 1,0-1,0 1,0-1,0 1,0-1,0 1,0-1,-1 1,1 0,0-1,0 1,0-1,-1 1,1 0,0-1,0 1,-1-1,1 1,0 0,0-1,-1 1,1 0,-1 0,1-1,0 1,-1 0,1 0,-1 0,1-1,0 1,-1 0,1 0,-1 0,1 0,-1 0,1 0,-1 0,1 0,0 0,-1 0,1 0,-1 0,1 0,-1 0,1 0,-1 1,1-1,0 0,-1 0,1 0,-1 1,-15 21,12-13,0-1,1 1,0 0,1 0,0 0,0 1,1-1,0 0,1 1,0-1,2 9,-2-15,1 0,0-1,1 1,-1-1,0 1,1-1,-1 1,1-1,0 0,0 0,0 0,0 0,0 0,0 0,0-1,1 1,-1-1,1 0,-1 1,1-1,-1 0,1 0,0-1,0 1,-1 0,1-1,0 0,0 0,1 0,83-11,-80 9,0 0,0-1,-1 0,1 0,-1 0,1-1,-1 0,0 0,0-1,-1 1,1-1,-1 0,0-1,0 1,-1-1,0 0,0 0,0-1,-1 1,0-1,0 0,0 0,-1 0,0 0,-1 0,1 0,-1 0,-1-1,1 1,-1 0,-1-1,1 1,-3-7,3 13,0 0,0 0,0 0,-1 0,1-1,0 1,-1 0,1 0,-1 0,1 0,-1 0,0 0,1 0,-1 1,0-1,0 0,1 0,-1 0,0 1,0-1,0 0,0 1,0-1,0 1,0-1,0 1,0 0,0-1,-1 1,1 0,0 0,0 0,0 0,0 0,0 0,-1 0,1 0,0 0,0 0,0 1,0-1,0 1,0-1,0 0,0 1,0 0,0-1,0 1,0 0,0-1,0 1,0 0,1 0,-1 0,-3 5,0 0,1 0,0 0,0 0,1 1,-1-1,1 1,1-1,-1 1,1 0,1 0,-1-1,1 1,0 0,1 0,-1 0,2 0,-1-1,0 1,1 0,1-1,1 1,2-1,-1 1,1-1,0 0,0-1,0 0,1 0,0 0,0 0,0-1,0-1,1 1,-1-1,1 0,0-1,0 0,0 0,1-1,-1 0,0 0,0-1,5 0,154 1,-86-9</inkml:trace>
  <inkml:trace contextRef="#ctx0" brushRef="#br0" timeOffset="-16727.09">25988 2074,'-7'20,"-2"21,0 16,2 15,2 9,5 7,3-1,3-4,-1-4,-1-16</inkml:trace>
  <inkml:trace contextRef="#ctx0" brushRef="#br0" timeOffset="-16187.025">25842 2247,'-1'-2,"0"0,0-1,0 1,1-1,0 0,-1 1,1-1,0 1,0-1,0 1,1-1,-1 1,0-1,1 1,0-1,0 1,0-1,0 1,0 0,0-1,0 1,1 0,-1 0,1 0,-1 0,1 0,0 0,0 1,0-1,0 1,0-1,2 0,81-24,-71 24,0 1,1 0,-1 1,0 1,0 0,0 1,0 1,0 0,0 1,-1 0,1 1,-1 0,0 2,-1-1,1 1,-2 1,1 0,-1 1,0 0,0 1,-1 0,0 2,-8-9,0-1,0 1,-1 0,1 0,-1 0,0 0,0 0,0 0,0 0,-1 0,1 1,-1-1,0 0,0 0,0 1,0-1,0 0,-1 0,0 0,1 1,-1-1,-1 0,1 0,0 0,-1 0,1-1,-1 1,0 0,0-1,0 1,0-1,0 1,0-1,-1 0,1 0,-1 0,0 0,0-1,1 1,-4 0,-7 4,-2-1,1 0,-1-1,1-1,-1 0,0-1,0-1,0 0,0-1,0-1,0 0,0-1,0 0,0-2,-13-4,-2-10,30 17,-1 1,1-1,0 0,0 1,0-1,-1 1,1-1,0 1,0-1,0 0,0 1,0-1,0 1,0-1,1 0,-1 1,0-1,0 1,0-1,0 1,1-1,-1 1,0-1,1 1,-1-1,0 1,1-1,-1 1,1-1,-1 1,0 0,1-1,-1 1,1 0,-1-1,1 1,-1 0,1 0,0-1,-1 1,1 0,-1 0,1 0,-1 0,1 0,0 0,-1 0,1 0,-1 0,1 0,-1 0,1 0,0 0,-1 1,1-1,-1 0,314-37,-295 34,0-1,-1-1,0-1,0 0,0-1,-1-1,0-1,0-1,-1 0,-1-1,0-1,10-9,-23 20,-1 0,1-1,-1 1,1-1,-1 1,1-1,-1 1,0-1,0 0,0 0,0 0,0 0,0 1,-1-1,1 0,-1-1,1 1,-1 0,0 0,1 0,-1 0,0 0,0 0,-1 0,1 0,0 0,-1 0,1 0,-1 0,0 0,0 0,0 0,0 0,0 0,0 1,0-1,0 0,-1 1,1-1,-1 1,1-1,-1 1,0 0,1-1,-2 1,-3-2,0 1,0 0,0 0,0 1,-1 0,1 0,-1 0,1 1,-1 0,1 0,-1 1,1-1,0 1,-1 1,1-1,0 1,0 0,0 1,0-1,0 1,0 1,1-1,-1 1,1 0,0 0,0 0,1 1,-1-1,1 1,0 0,0 1,1-1,-1 1,1-1,0 1,1 0,-1 1,3-4,-1 1,1-1,0 1,0-1,0 1,0-1,1 1,-1-1,1 1,0-1,0 0,0 1,1-1,-1 0,1 0,0 0,-1 0,2 0,-1 0,0 0,0-1,1 1,-1-1,1 0,2 2,85 38,-10-25,0-6</inkml:trace>
  <inkml:trace contextRef="#ctx0" brushRef="#br0" timeOffset="-15885.831">27419 2140,'0'18,"0"13,0 8,0 2,-2-2,-2-4,1-10</inkml:trace>
  <inkml:trace contextRef="#ctx0" brushRef="#br0" timeOffset="-15204.135">27218 1900,'35'-2,"-1"2,1 1,0 1,-1 3,0 0,0 2,0 2,-1 1,0 2,0 1,-23-7,0 0,-1 1,0 0,-1 0,1 1,-2 0,1 1,-1 0,0 0,-1 0,0 1,0 0,-1 0,0 0,-1 1,0-1,-1 1,0 0,-1 0,0 1,-1-1,0 0,-1 1,0-1,-1 1,0 21,0-26,0-1,0 1,1-1,0 1,0-1,1 1,0-1,0 1,0-1,1 0,0 1,0-1,1 1,1-4,-1-1,0 0,1 0,-1-1,1 1,0-1,0 0,-1 0,1 0,0 0,0 0,0-1,0 0,0 0,0 0,0 0,0-1,0 0,0 1,0-1,-1-1,1 1,0 0,-1-1,1 0,-1 0,1 0,-1 0,0-1,0 1,2-3,9-5,0 0,0-1,-1-1,-1 0,0-1,-1 0,2-4,-10 14,-3 2,0 1,0-1,0 0,0 0,0 0,0 1,1-1,-1 0,0 0,1 1,-1-1,0 0,1 1,-1-1,1 0,-1 1,1-1,0 1,-1-1,1 0,-1 1,1 0,0-1,0 1,-1-1,1 1,0 0,-1 0,1-1,0 1,0 0,0 0,-1 0,1 0,0 0,0 0,0 0,-1 0,1 0,0 0,0 0,0 0,-1 1,1-1,0 0,0 1,-1-1,1 1,0-1,-1 0,1 1,0-1,-1 1,1 0,-1-1,1 1,-1-1,1 1,-1 0,0 0,1-1,-1 2,10 16,-8-13,0 1,0-1,1 1,0-1,1 0,-1 0,1 0,-1 0,2-1,-1 1,0-1,1 0,0-1,0 1,0-1,0 0,0 0,1 0,4 1,-5-3,1 0,0 0,-1 0,1 0,0-1,-1 0,1-1,0 1,-1-1,1 0,-1 0,1-1,-1 0,1 0,-1 0,0 0,0-1,0 0,0 0,-1 0,1-1,-1 1,0-1,1-1,3-3,-1-1,1 0,-2-1,1 0,-1 0,-1 0,0 0,0-1,-1 0,0 0,0-6,3-19,-1 0,-3 0,0 0,-3-1,-1 1,-1 0,-4-11,5 39,1 0,-1 1,0 0,0 0,-1 0,0 0,0 0,-1 1,1-1,-1 1,-1-1,1 1,-3-2,6 8,-1-1,0 1,1 0,-1 0,1 0,-1 0,1-1,-1 1,0 0,1 0,-1 0,1 0,-1 1,0-1,1 0,-1 0,1 0,-1 0,1 1,-1-1,1 0,-1 0,1 1,-1-1,1 0,-1 1,1-1,-1 1,1-1,0 0,-1 1,1-1,0 1,-1-1,1 1,0 0,-1-1,1 1,0-1,0 1,0-1,0 1,0-1,0 1,0 0,0-1,0 1,0-1,0 2,-5 23,1 1,1-1,1 1,1 0,2 0,1 13,0-11,1-1,0 0,2 0,2 0,0-1,10 22,-14-39,1 1,1-1,0 0,0 0,1 0,0 0,1-1,-1 0,2-1,-1 0,1 0,0 0,0-1,1 0,0-1,0 1,0-2,1 0,3 2,16-1,-5-4</inkml:trace>
  <inkml:trace contextRef="#ctx0" brushRef="#br0" timeOffset="-14952.807">28114 1900,'18'0,"22"0,23 2,18 1,9 4,-1 6,-17 1</inkml:trace>
  <inkml:trace contextRef="#ctx0" brushRef="#br0" timeOffset="-14598.433">28582 2327,'11'-19,"0"0,-2-1,0 0,-1 0,-2-1,0 0,-1 0,-1-1,-1 1,0-1,-2 0,-1 0,-1-8,1 30,0-3,0 0,-1 1,1-1,-1 1,0-1,1 0,-1 1,0 0,-1-1,1 1,0 0,-1-1,1 1,-1 0,1 0,-1 0,-2-1,3 3,1 0,0 1,-1-1,1 1,-1-1,1 1,0-1,0 1,-1-1,1 1,0-1,0 1,-1-1,1 1,0 0,0-1,0 1,0-1,0 1,0 0,0-1,0 1,0-1,0 1,0 0,1-1,-1 1,0-1,0 1,0-1,1 1,-1-1,0 1,1-1,-1 1,0-1,1 1,-1-1,1 1,-1-1,1 0,-1 1,1-1,-1 0,1 1,5 5,1 0,0 0,1-1,-1 0,1 0,0-1,0 0,0 0,1-1,0 0,1 0,-1 0,1 0,-1 1,-1 0,1 0,0 1,-1 0,0 0,0 1,-1 0,3 2,-8-3,1 0,-1-1,0 1,-1 0,1 0,-1 0,0 0,0 0,-1 1,1-1,-1 0,0 0,0 0,-1 0,0 1,0-1,0 0,0 0,-1 0,0 0,0-1,0 1,-1 0,1-1,-1 0,-1 2,-9 22,10-20,-14 51,17-58,-1 1,1 0,0 0,0-1,0 1,0 0,1-1,-1 1,0 0,1-1,-1 1,1-1,0 1,-1-1,1 1,0-1,0 1,0-1,0 0,0 1,0-1,0 0,1 0,-1 0,0 0,1 0,-1 0,1 0,-1 0,1 0,-1-1,1 1,0-1,9 2,0 0,-1-2,1 1,0-1,-1-1,1 0,0 0,-1-1,1-1,-1 0,0 0,6-3,39-14</inkml:trace>
  <inkml:trace contextRef="#ctx0" brushRef="#br0" timeOffset="-10818.049">19732 2595,'0'0,"0"0,0 1,0-1,0 0,0 0,1 0,-1 1,0-1,0 0,0 0,0 1,0-1,0 0,0 0,0 1,0-1,0 0,0 0,0 0,-1 1,1-1,0 0,0 0,0 1,0-1,0 0,0 0,0 0,-1 1,1-1,0 0,0 0,0 0,0 0,-1 0,1 1,0-1,0 0,0 0,-1 0,1 0,0 0,25 1,238-23,252 12,190-8,-226 19,-370 4,107-2,-139-8,0 4,50 6,188 9,227-8,-328-7,-192 1,177 1,32 11,120 16,53-15,41 1,389 12,-710-26,471 12,277 3,-605-16,428-24,-616 19,280-20,10 16,-323 3,-43 1</inkml:trace>
  <inkml:trace contextRef="#ctx0" brushRef="#br0" timeOffset="-7520.317">19598 522,'5'18,"-2"-1,0 1,-1 0,-1-1,-1 1,-1 4,1 10,0 185,8 189,3-258,-7 1,-7 14,-8-23,3-63,3 0,3 0,4 1,7 33,36 112,-25-134,-3 0,2 60,-7 430,4-290,-15 84,-2-187,-6-22,-13 64,-8 141,16 198,12-466,-1 120,26 185,72 296,-75-538,-1 143,-15-189,-2 94,-5-119,5 0,3 0,5 4,3 1,-4 0,-5 1,-6 93,-20 56,-2 75,22-297,1 15,-2 1,-2-1,-1 0,-3 3,0 0,3 0,1 0,2 0,3 22,0 13,-1-45,1-1,2 1,1-1,2 0,3 6,-6-21,5 12,-1 0,-2 1,-1 0,-1 1,-1 10,-3-35,1 0,1 0,-1 1,1-1,1 0,-1-1,1 1,0 0,1-1,-1 1,1-1,1 0,-1-1,1 1,0-1,0 1,1-2,-1 1,1-1,0 1,0-1,1-1,-1 0,1 0,0 0,0 0,0-1,0 0,0-1,0 0,2 0,42 8,2-3,-1-2,1-2,37-5,0 2,13-1,-88-1</inkml:trace>
  <inkml:trace contextRef="#ctx0" brushRef="#br0" timeOffset="32084.049">18341 11178,'34'-333,"-32"312,0 2,0-1,-2 1,0-1,-1 0,-1 1,0-1,-2 1,-2-5,6 22,-1 1,1-1,-1 0,0 1,1-1,-1 1,0 0,0-1,0 1,0-1,0 1,0 0,0 0,-1 0,1 0,0 0,-1 0,1 0,-1 0,1 0,-1 1,1-1,-1 1,1-1,-1 1,0-1,1 1,-1 0,0 0,1 0,-1 0,0 0,1 0,-1 0,1 1,-1-1,0 1,1-1,-1 1,1-1,-1 1,1 0,-1 0,1 0,0 0,-1 0,1 0,0 0,0 0,-1 0,1 1,-3 2,0 1,0-1,1 1,-1 0,1 0,0 0,1 0,-1 1,1-1,0 1,0 0,0 5,1-9,1 0,0 1,-1-1,1 0,0 1,1-1,-1 0,0 1,1-1,-1 0,1 0,-1 1,1-1,0 0,0 0,0 0,0 0,1 0,-1 0,1 0,-1 0,1-1,-1 1,1-1,0 1,0-1,0 1,0-1,0 0,0 0,0 0,0 0,0 0,1 0,14 2,-1-1,1 0,0-1,-1-1,1-1,0 0,-1-1,1-1,-1 0,2-2,-1 2,18-5,-26 5,1 1,-1 0,1 0,0 1,0 0,0 1,0 0,0 1,0-1,-8 2,1-1,-1 1,1-1,-1 1,0 0,0-1,0 1,0 0,0 1,0-1,-1 0,1 0,-1 1,1-1,-1 1,0-1,0 1,0 0,0-1,0 1,-1 0,1 0,-1-1,0 1,0 0,0 0,0 0,0-1,-1 1,1 0,-2 1,2 2,-6 413,52 106,-44-502,0 0,-2 1,0-1,-2 0,-1 1,-1-1,0 0,-2-1,-1 1,0-1,-2 0,-1-1,0 0,-1-1,-4 4,13-21,0 1,-1-1,1 0,-1 0,0 0,1 0,-2-1,1 1,0-1,0 0,-1 1,1-2,-1 1,1 0,-1-1,0 1,0-1,0 0,0 0,0-1,0 1,0-1,0 0,0 0,0 0,0-1,0 1,0-1,1 0,-1 0,0 0,0-1,0 0,1 1,-1-1,1 0,0 0,-1-1,1 1,0-1,-9-14,0-1,1 0,1-1,1 0,0-1,1 1,2-2,0 1,1-1,1 0,1 0,1 0,0 0,2-16,-3 14,2 0,0 0,1 1,2-1,0 0,1 0,1 1,2-1,0 1,1 0,1 1,1 0,1 0,1 1,1 0,0 1,2 1,0 0,1 0,0 1,11-7,76-34,-58 40</inkml:trace>
  <inkml:trace contextRef="#ctx0" brushRef="#br0" timeOffset="32334.889">19170 10950,'-9'14,"-3"18,0 14,5 12,8 9,4 2,3 1,1-2,-2-9,-2-11,-1-14</inkml:trace>
  <inkml:trace contextRef="#ctx0" brushRef="#br0" timeOffset="32632.605">19451 10937,'-197'261,"183"-246,9-11,0 1,1 0,-1 0,1 0,0 1,0-1,1 1,-1 0,1 0,-2 6,6-7,0-1,-1 0,2 1,-1-1,0 0,1 1,0-1,0 0,0 0,1-1,-1 1,1 0,0-1,0 1,0-1,0 0,1 0,-1 0,1-1,0 1,0-1,-1 0,17 11,0-2,1 0,0-1,1-2,0 0,0-1,1-1,0-1,0-1,1-2,-1 0,0-1,1-1,-1-1,1-2,8-2,22-4,-9-3</inkml:trace>
  <inkml:trace contextRef="#ctx0" brushRef="#br0" timeOffset="33046.5">19932 11163,'9'0,"14"0,15 0,15 0,9 0,4 0,-3 0,-8 3,-13 0</inkml:trace>
  <inkml:trace contextRef="#ctx0" brushRef="#br0" timeOffset="33331.252">19985 11365,'23'6,"21"4,17-2,13-1,7-2,-5-4,-15-3</inkml:trace>
  <inkml:trace contextRef="#ctx0" brushRef="#br0" timeOffset="34088.74">20988 11178,'-7'1,"-1"1,1 0,0 0,0 1,0 0,0 0,0 1,1 0,0 0,-1 0,1 1,1 0,-1 0,1 1,0-1,0 1,1 0,0 1,0-1,0 1,1-1,-1 1,2 0,-1 1,1-1,0 0,1 1,0-1,0 1,0-1,1 1,0-1,1 1,-1-1,2 1,-1-1,1 1,0-1,0 0,1 0,0 0,0 0,1-1,0 1,4 5,3-3,-1-1,1 0,0-1,1 0,0-1,0-1,0 1,1-2,-1 0,1 0,0-1,0-1,1 0,-1-1,0 0,1-1,-1-1,0 0,0-1,9-2,-15 3,0 0,0-1,1 0,-1 0,0-1,0 0,-1 0,1-1,-1 0,0 0,0 0,0-1,0 1,-1-2,1 1,-1-1,-1 1,1-1,-1 0,0-1,-1 1,1-1,-1 0,0 0,-1 0,0 0,0 0,-1 0,1-1,-1-5,-1 2,0 0,-1 0,-1 0,0 0,0 0,-1 0,0 0,-1 1,0 0,-1-1,0 2,0-1,-1 0,-6-6,8 10,-1 1,1 0,-1 0,0 0,-1 1,1-1,-1 1,0 1,0-1,0 1,0 0,0 0,-1 1,0 0,1 0,-1 0,0 1,0 0,0 0,1 1,-1 0,0 0,0 1,-2 0,3 0,-1 1,1-1,0 1,0 1,0-1,0 1,0 0,0 1,1-1,-1 1,1 0,0 0,0 1,1 0,-1 0,1 0,0 0,0 0,1 1,0 0,0 0,0 0,1 0,-1 0,1 0,1 1,-1-1,1 1,1-1,-1 1,1-1,0 1,0-1,1 1,0 0,0-1,1 0,-1 1,1-1,1 0,-1 0,1 0,4 6,34 26,6-8</inkml:trace>
  <inkml:trace contextRef="#ctx0" brushRef="#br0" timeOffset="34390.93">21630 11324,'-3'3,"0"1,1-1,0 1,-1-1,1 1,1 0,-1 0,0-1,1 1,0 1,0-1,0 0,1 0,-1 0,1 0,0 1,0-1,1 0,-1 0,1 0,0 0,0 0,0 0,0 0,1 0,0 0,-1 0,2 0,-1-1,0 1,1-1,1 2,5 1,1 0,0-1,0-1,0 1,1-2,-1 1,1-1,0-1,0 0,0-1,0 0,0 0,0-1,0-1,0 0,0 0,0-1,0-1,0 0,-1 0,0-1,1 0,-1-1,0 0,-1-1,0 1,-1-1,0 0,0 0,-1-1,1 0,-2 0,1-1,-1 1,0-2,0 1,-1-1,-1 1,1-1,-1-1,1-5,-3 9,0-1,0 1,-1 0,0-1,0 1,-1-1,1 1,-2-1,1 0,-1 1,0-1,0 1,0 0,-1-1,0 1,-1 0,1 0,-1 0,0 0,-1 1,1-1,-1 1,0 0,-2-1,2 2,-1 0,0 0,0 0,0 1,0 0,-1 0,1 0,-1 1,0-1,0 2,0-1,0 0,0 1,0 0,0 1,-1 0,1 0,0 0,0 0,0 1,0 0,0 0,-1 1,2 0,-6 1,-14 7,-1 1,2 1,-1 1,2 1,-5 4,-62 44,8 0</inkml:trace>
  <inkml:trace contextRef="#ctx0" brushRef="#br1" timeOffset="46915.345">20775 11859,'-1'1,"1"0,0 0,0 0,0 0,0 0,0 0,0 0,0 0,1 1,-1-1,0 0,0 0,1 0,-1 0,1 0,-1 0,1 0,-1 0,1 0,0-1,-1 1,1 0,0 0,0 0,0-1,0 1,-1-1,1 1,0 0,0-1,0 1,0-1,0 0,0 1,0-1,1 0,-1 0,0 0,0 1,0-1,0 0,0 0,0-1,1 1,28 7,1-1,0-2,1-1,-1-1,14-2,-16 1,647 0,-522-2,1-7,-2-7,92-22,-212 30,-1-1,1-2,-2-2,0 0,26-16,-44 21,0-2,0 0,0 0,-1-1,0 0,-1-1,-1-1,0 0,0 0,-1-1,0 0,-1 0,3-9,-4 5,-1-1,-1 1,-1-1,0 0,-1 1,-1-2,-1 1,0 0,-2 0,0 0,-1 0,0 0,-2 0,0 0,-1 1,-1-1,0 1,-2 0,-11-24,-1 1,-3 2,-1 0,-1 1,-2 2,-28-28,5 11,-3 3,-2 2,-1 3,-3 2,-1 3,-2 2,-1 3,-2 3,-1 3,-1 3,-18-2,37 13,-1 1,0 4,0 1,-1 2,0 3,0 1,0 3,0 2,0 3,1 1,-1 3,2 1,-38 15,55-14,-1 0,2 2,0 1,0 2,2 1,0 1,1 1,1 2,1 0,1 2,1 0,2 2,0 1,1 0,2 1,1 1,1 1,2 0,0 1,3 1,-7 25,13-39,1 1,0-1,1 1,2-1,0 1,0 0,2 0,0-1,1 1,1 0,1-1,1 0,0 0,1 0,1-1,1 0,1 0,0 0,1-1,0-1,1 0,1 0,1-1,13 12,7-5,0-1,1-1,1-2,1-2,0-1,1-1,0-3,1 0,0-3,1-1,28 0,37 4</inkml:trace>
  <inkml:trace contextRef="#ctx0" brushRef="#br0" timeOffset="58543.879">4050 12407,'16'7,"15"2,12 0,14-3,12-3,13-7,11-8,10-6,3-2,-1-1,-17 4</inkml:trace>
  <inkml:trace contextRef="#ctx0" brushRef="#br0" timeOffset="64011.013">11536 12047,'14'3,"0"1,0 1,0 1,-1 0,0 0,-1 1,1 1,-1 0,-1 1,1 0,-2 1,1 0,-1 1,-1 0,0 0,0 1,-1 0,-1 1,0-1,-1 2,3 7,-2 7,-1 1,-1 0,-2 1,-1-1,-1 1,-2-1,0 1,-3-1,0 1,-1-1,-2-1,-3 7,-14 86,22-116,1 0,0 0,0 0,0 0,1 0,-1 1,1-1,0 0,1 0,0 0,-1 0,2 0,-1 0,0 0,1 0,0 0,0-1,1 1,-1-1,1 1,0-1,0 0,0 0,1 0,-1-1,1 1,0-1,0 1,8 0,-1 1,0-2,1 0,0 0,-1-1,1 0,0-1,0-1,0 0,0 0,0-1,0-1,0 0,0-1,-1 0,1 0,-1-1,0-1,0 0,0-1,2-1,-8 4,1 0,-1-1,0 1,0-1,0-1,0 1,-1 0,0-1,1 0,-2 0,1 0,-1-1,1 1,-2-1,1 0,-1 0,1 0,-2 0,1 0,-1 0,0-1,0 1,0 0,-1-1,0 1,-1-1,1 1,-1 0,0-1,-1-1,-6-10,0-1,-1 1,0 0,-2 1,0 0,-1 1,-1 0,0 1,-1 0,-1 1,0 1,-1 0,0 1,-1 1,-1 0,-5-1,-25-12,-1 2,-2 2,0 3,-17-3,25 3,45 10,59-5,426-63,-470 72,-8 3,-1-1,0 0,0-1,0 0,0 0,0-1,-1 0,1 0,-1-1,0 0,0 0,0 0,0-1,2-3,-9 6,1 0,-1 0,0 0,1 0,-1 0,0 0,-1 0,1 0,0 0,-1 0,1 0,-1 0,1 0,-1 0,0 0,0 0,0 0,0 0,0 1,0-1,0 0,-1 1,1-1,-1 1,1-1,-1 1,0 0,1 0,-1 0,0 0,0 0,0 0,0 0,0 0,0 1,0-1,0 1,0 0,0-1,0 1,0 0,0 0,0 0,0 0,-2 1,0 0,1-1,-1 1,1 0,0 0,-1 0,1 0,0 1,-1-1,1 1,0 0,0 0,0 0,1 1,-1-1,1 1,-1-1,1 1,0 0,0 0,0 0,0 0,0 0,1 0,-2 2,-18 85,20-83,0-1,1 1,0 0,1-1,-1 1,1 0,0-1,1 1,0-1,0 1,0-1,1 0,0 0,0 0,1 0,-1-1,1 1,0-1,1 0,-1 0,1 0,0-1,0 0,1 0,-1 0,1 0,0-1,5 2,-1 0,0-1,1 0,-1 0,1-1,0 0,0-1,0-1,1 0,-1 0,0-1,0 0,1-1,-1-1,0 1,0-2,0 1,0-2,-1 1,1-2,-1 1,0-1,0-1,-1 0,1 0,-1-1,-1 0,1-1,-1 1,-1-2,1 1,-1-1,-1 0,0-1,0 1,2-7,-4 7,-1 0,0 0,-1-1,0 0,0 1,-1-1,0 0,-1 0,0 0,-1 0,0 1,0-1,-1 0,0 1,-1-1,0 1,0 0,-1 0,0 0,-1 0,0 0,0 1,-1 0,0 1,-4-5,-21-3,146 26,68 4,-179-15,0 1,-1 0,1 0,-1 0,1 0,-1 1,1-1,-1 1,0 0,0 0,0 0,0 0,0 1,0-1,-1 1,1 0,-1 0,0-1,0 2,0-1,0 0,0 0,-1 1,1-1,-1 1,0-1,0 1,0-1,0 4,4 210,-4-213,0 0,0 0,1 0,-1-1,1 1,0 0,0-1,1 1,-1-1,0 0,1 0,0 0,0 0,0 0,0 0,0-1,1 0,-1 1,1-1,0-1,-1 1,1 0,0-1,0 0,0 0,0 0,0 0,0-1,0 1,3-1,7 0,0 0,0-1,0-1,0 0,-1 0,1-2,-1 0,8-3,15-10,-30 13,1 1,-1-1,1 1,0 1,0-1,0 1,0 0,0 1,0 0,7 0,61 26,-51-18,-1-2,1-1,0-1,1-1,-1-1,1-1,-1-1,0-1,2-2,-22 4,-1 0,1-1,0 1,-1-1,1 0,-1 0,1-1,-1 1,0-1,0 1,1-1,-1 0,0 0,0-1,-1 1,1-1,0 1,-1-1,0 0,0 0,1 0,-2 0,1 0,0 0,-1-1,1 1,-1 0,0-1,0 0,0-2,-2-5,-1 0,0 0,0 0,-2 1,1-1,-1 1,-1 0,1 0,-2 1,1-1,-2 1,1 0,-1 1,0-1,-1 1,0 1,0 0,-1 0,-5-4,9 7,0-1,-1 1,1 0,-1 0,0 0,0 1,0 0,0 0,-1 1,1-1,-1 1,1 1,-1-1,0 1,0 1,0-1,1 1,-1 0,0 0,0 1,0 0,0 1,1-1,-1 1,1 0,-1 1,1-1,0 2,0-1,0 0,0 1,-1 1,-3 7,0 0,1 1,0 0,1 1,0-1,1 2,1-1,0 1,1 0,1 0,0 0,1 1,0-1,2 1,0 0,0-1,2 13,6 22,4-10</inkml:trace>
  <inkml:trace contextRef="#ctx0" brushRef="#br0" timeOffset="62097.589">9852 12206,'0'19,"0"14,0 9,0 4,0-1,0-4,2-9,4-10,0-8</inkml:trace>
  <inkml:trace contextRef="#ctx0" brushRef="#br0" timeOffset="62547.908">9746 12060,'56'-10,"0"3,1 2,0 3,0 3,48 6,-97-6,0-1,0 2,-1-1,1 1,0 1,-1-1,0 1,0 0,0 1,0 0,0 0,-1 0,1 1,-1 0,0 0,-1 1,1 0,-1 0,0 0,-1 0,0 1,0 0,0 0,2 6,-2 3,0 1,-2-1,0 1,0 0,-2-1,0 1,-2 5,3 51,-1-71,0 0,0 1,0-1,0 1,1-1,0 0,-1 1,1-1,0 0,0 0,0 1,0-1,0 0,1 0,-1 0,1 0,-1-1,1 1,0 0,0-1,0 1,0-1,0 1,0-1,0 0,0 0,0 0,0 0,1 0,-1-1,0 1,1-1,-1 1,1-1,-1 0,0 0,1 0,-1 0,1 0,-1-1,0 1,1-1,-1 0,0 1,1-1,-1 0,1-1,7-3,0 0,0-1,-1 0,0-1,0 0,0-1,-1 1,0-2,-1 1,0-1,0 0,-1 0,0-1,-1 0,0 0,0 0,-1-1,0 0,-1 0,0 0,-1 0,0 0,-1 0,0-12,-1 24,-1-1,1 0,0 1,0-1,0 0,-1 1,1-1,0 0,-1 0,1 1,0-1,-1 0,1 0,0 0,-1 1,1-1,-1 0,1 0,0 0,-1 0,1 0,0 0,-1 0,1 0,-1 0,1 0,0 0,-1 0,1 0,-1 0,1 0,0 0,-1 0,1-1,-1 1,1 0,0 0,-1 0,1-1,0 1,-1 0,1 0,0-1,0 1,-1 0,1-1,0 1,-3 6,1-1,0 1,0 0,1 0,-1 0,2 0,-1 0,0 1,1-1,0 0,1 0,-1 0,1 0,0 0,1 1,-1-2,1 1,0 0,1 0,0-1,0 1,0-1,0 0,1 0,0 0,0 0,3 2,5 1,1 0,0-1,1-1,-1-1,1 0,0 0,1-1,-1-1,1-1,-1 0,10 0,48 6</inkml:trace>
  <inkml:trace contextRef="#ctx0" brushRef="#br0" timeOffset="59413.592">5641 12313,'2'4,"0"-1,0 0,0 0,0 0,1-1,-1 1,1 0,-1-1,1 0,0 0,0 0,0 0,1 0,-1 0,0-1,1 1,-1-1,1 0,-1 0,1-1,0 1,-1-1,1 1,0-1,-1-1,1 1,-1 0,1-1,0 1,-1-1,1 0,-1-1,1 1,-1 0,0-1,1 0,-1 0,1-1,19-11,-1-1,0-2,-1 0,-1-1,0-1,-2-1,0 0,-1-2,-2 0,14-24,-23 38,0-1,-1 0,0 0,0 0,-1 0,0-1,-1 0,0 0,0 0,-1 0,0 0,-1 0,0-1,-1 1,0 0,-1-6,0 13,0 1,0 0,0 0,0-1,0 1,0 0,0 0,-1 0,1 1,-1-1,1 0,-1 0,0 1,0-1,0 1,0 0,0-1,0 1,0 0,0 0,0 0,0 0,-1 1,1-1,0 1,-1-1,1 1,0 0,-1 0,1 0,0 0,-1 0,0 1,-3 0,0 0,0 0,1 1,-1 0,0 0,1 1,0 0,0 0,-1 0,2 0,-1 1,-4 3,-4 10,0 1,2 1,0 0,1 0,0 1,2 0,0 1,2 0,0 0,1 0,1 1,2-1,0 1,1 0,1 0,2 14,4 70,5 0,5-1,11 32,17 106,-35-194,-2 1,-3 0,-1 1,-3-1,-2 1,-2-1,-6 19,-2-28</inkml:trace>
  <inkml:trace contextRef="#ctx0" brushRef="#br0" timeOffset="59893.823">5722 12688,'0'-8,"1"0,1-1,-1 1,2 0,-1 0,1 0,0 0,0 0,1 1,0-1,1 1,0 0,0 0,0 1,1-1,-1 1,2 1,0-2,14-11,2 1,0 1,0 1,22-9,-24 12,1 1,0 1,1 1,0 1,0 1,0 1,1 1,0 1,8 0,-28 4,0 0,0 0,0 1,0-1,0 1,-1-1,1 1,0 0,0 1,-1-1,1 1,-1 0,1-1,-1 1,0 1,0-1,0 0,0 1,0 0,0 0,-1 0,0 0,1 0,-1 0,0 0,0 1,-1-1,1 1,-1-1,1 1,-1 0,0 3,3 39,-5-42,0 0,1-1,-1 1,1 0,0-1,0 1,0 0,0 0,0-1,1 1,0 0,0-1,0 1,0-1,1 1,-1-1,1 0,0 0,0 1,0-1,0 0,0 0,1-1,-1 1,1-1,0 1,0-1,0 0,0 0,0 0,1 0,-1-1,0 1,3 0,2-3,0 0,0-1,0 0,0 0,0-1,-1 0,1 0,-1-1,0 0,0 0,0-1,-1 1,1-1,-1-1,-1 0,1 1,-1-2,0 1,0-1,4-6,-4 5,1-1,-2 0,1 0,-1 0,0 0,-1-1,0 0,-1 1,0-1,0-7,-1 13,-1-1,0 1,0 0,0 0,0 0,-1-1,0 1,0 0,0 0,0 0,-1 0,1 1,-1-1,0 0,0 0,-1 1,1 0,-1-1,0 1,1 0,-1 0,-1 0,1 1,0-1,-1 1,-1-2,-1 2,0-1,0 1,-1 0,1 1,0-1,0 1,-1 1,1-1,-1 1,1 0,-1 0,1 1,0 0,-1 0,1 1,0-1,0 1,0 1,0-1,0 1,-2 1,-2 2,-1 0,1 1,0 0,0 0,0 1,1 1,1-1,0 2,0-1,-5 9,10-15,1 0,0 0,0 0,0 0,0 1,1-1,-1 1,1-1,0 1,0 0,0-1,0 1,1 0,-1 0,1 0,0-1,1 1,-1 0,0 0,1 0,0-1,0 1,0 0,0-1,1 1,0-1,-1 1,1-1,2 3,28 19,3-7</inkml:trace>
  <inkml:trace contextRef="#ctx0" brushRef="#br0" timeOffset="60493.219">6658 12581,'7'-32,"-1"0,-2-1,0 1,-3-1,0 0,-3 0,0 0,-6-22,-2 17,25 39,22 10,1 0,0-3,0-1,1-2,-32-4,-1-2,1 1,-1 0,0 0,0 1,0 0,0 0,0 0,0 1,-1 0,1 0,0 1,-1-1,0 1,1 0,-1 1,0-1,-1 1,1 0,0 0,-1 0,0 1,0 0,-1 0,1 0,1 4,-3 0,-1 0,0 0,0 0,-1 1,0-1,-1 0,0 0,0 1,-1-1,-1 0,-1 6,1-6,0 1,1 0,0 0,1 0,0 1,1-1,0 0,0 0,1 3,0-11,-1 1,1 0,0-1,0 1,0-1,1 0,-1 1,0-1,1 0,0 1,-1-1,1 0,0 0,0-1,0 1,0 0,0-1,1 1,-1-1,0 0,1 1,-1-1,1 0,0-1,-1 1,1 0,-1-1,1 0,0 1,0-1,-1 0,1 0,0 0,-1-1,2 1,6-2,-1 1,0-1,1 0,-1-1,0 0,0 0,0-1,-1 0,6-4,-2-1,-1 0,0-1,0 0,-1-1,0 0,-1-1,0 0,-1 0,0-1,-1 0,0 0,-1-1,-1 1,0-3,8-23,-3 0,-1-1,-2 0,0-23,0-11,-4 1,-3-2,-3-6,-10 9,5 72,-6 75,7 16,4 1,5 0,8 60,-7-131,1 1,0 0,2-1,0 1,1-2,10 20,-13-33,-1 0,1-1,0 0,0 1,1-1,0-1,0 1,1-1,-1 0,1 0,0-1,0 1,1-1,-1-1,1 1,0-1,0 0,0-1,0 0,1 0,5 1,30-2,-5-6</inkml:trace>
  <inkml:trace contextRef="#ctx0" brushRef="#br0" timeOffset="60754.068">7059 11993,'-14'5,"-7"3,-1 3,6 2,16-2,24-2,23-3,25-7,17-8,11-2,-13 1</inkml:trace>
  <inkml:trace contextRef="#ctx0" brushRef="#br0" timeOffset="60919.626">7353 12794,'-7'26,"-2"16,0 9,4 0,10-7,11-8,11-11,2-9</inkml:trace>
  <inkml:trace contextRef="#ctx0" brushRef="#br0" timeOffset="61744.53">7780 12474,'-2'-106,"2"105,0 0,-1 0,1 0,0 0,0 0,0 0,-1 0,1 0,0 0,-1 0,1 0,-1 0,1 0,-1 0,1 1,-1-1,0 0,1 0,-1 1,0-1,0 0,0 1,1-1,-1 1,0-1,0 1,0-1,0 1,0 0,0-1,0 1,0 0,0 0,0 0,0-1,0 1,0 1,0-1,0 0,0 0,0 0,0 0,0 1,0-1,0 0,-1 1,-39 29,33-23,1 0,0 1,0 0,1 1,-1-1,2 1,-1 0,2 0,-1 1,1 0,0 0,1 0,0 0,1 0,0 1,1-1,0 3,1-10,1-1,-1 1,1-1,0 1,0-1,0 0,0 1,0-1,1 0,-1 0,1 0,-1 0,1 0,0 0,0 0,0-1,0 1,0-1,0 1,0-1,1 0,-1 0,0 0,1 0,-1 0,1 0,-1-1,1 1,1-1,75-1,-69-2,1 1,-1-2,0 1,0-1,0-1,0 0,-1-1,0 1,0-2,0 1,-1-1,0-1,0 1,-1-1,0-1,5-7,-12 40,3 60,-2-81,0-1,0 1,0-1,0 1,0-1,0 1,1-1,-1 0,1 0,-1 0,1 0,0 0,0 0,0 0,0 0,0-1,0 1,0-1,1 1,-1-1,1 0,-1 0,1 0,-1-1,1 1,-1 0,1-1,0 0,-1 1,1-1,0 0,1-1,0 1,1-1,-1 0,1 0,-1 0,0-1,0 1,0-1,0 0,0 0,0-1,-1 1,1-1,-1 0,1 0,-1 0,0 0,0 0,0-1,-1 1,2-3,40-85,-37 72,-1 0,-2 0,0 0,0 0,-2-1,-1 1,0-1,-1 0,-1 1,-2-3,59 47,93 34,-145-55,0 0,0 0,0 0,-1 1,1-1,-1 1,0 0,-1 0,1 0,-1 1,0-1,0 0,-1 1,0 0,0-1,0 1,0-1,-1 1,0 0,0 0,-1-1,0 6,0-2,1-1,0 1,1 0,0 0,0-1,1 1,0-1,0 1,3 4,-2-9,1-1,0 1,1-1,-1 0,0 0,1 0,0 0,-1-1,1 0,0 0,0 0,1 0,-1-1,0 0,0 0,1-1,-1 1,1-1,-1 0,0-1,1 1,-1-1,0 0,1 0,-1-1,0 0,0 0,2-1,13-3,0-1,0-1,-1-1,0-1,0-1,-1 0,-1-2,0 0,0 0,-1-2,-1 0,11-14,5-42,-31 69,0 0,1-1,-1 1,0 0,0-1,-1 1,1 0,0-1,-1 1,1 0,-1 0,0-1,0 1,0 0,0 0,0 0,0 0,0 0,-1 0,1 0,-1 1,0-1,1 0,-1 1,0-1,0 1,0 0,0-1,0 1,0 0,-1 0,0 0,-1 0,0 0,1 0,-1 0,0 1,0-1,0 1,0 0,1 0,-1 1,0-1,0 1,0 0,1 0,-1 0,0 0,1 1,-1-1,1 1,-1 0,1 0,0 0,0 1,0-1,-2 3,-2 1,1 1,0-1,1 1,0 0,0 0,0 0,1 1,0 0,1 0,-1 0,1 2,2-6,0 1,0 0,0 0,0 0,1 0,0 0,0 0,1 0,-1 0,1 0,0 0,0 0,1 0,-1-1,1 1,0 0,0-1,1 0,-1 1,1-1,0 0,0 0,1 0,-1-1,1 1,0-1,0 0,0 0,0 0,0-1,1 1,-1-1,1 0,3 1,23 8,1-2,0-1,1-2,-1-1,1-1,0-2,8-1,-21 0,91 4</inkml:trace>
  <inkml:trace contextRef="#ctx0" brushRef="#br0" timeOffset="6708.642">7192 9493,'-11'22,"0"0,1 1,2 0,0 1,2 0,0 0,2 0,0 1,2-1,1 1,1 0,1-1,1 1,1 0,1-1,1 0,3 5,-3-18,0 0,0-1,1 1,1-1,0 0,0-1,1 0,0 0,0-1,1 0,1 0,-1-1,1 0,0 0,8 3,-11-7,0 0,0 0,0 0,0-1,1 0,-1 0,1-1,-1 0,1-1,0 1,-1-1,1-1,0 1,-1-1,1-1,-1 1,1-1,-1-1,0 1,0-1,0-1,0 1,-1-1,7-5,-4 0,-1 0,0-1,-1-1,0 1,0-1,-1 0,-1-1,0 1,0-1,-2 0,1-1,-1 1,-1 0,0-1,-1 0,0 1,-1-1,0 0,-1 1,-2-7,2-9,-2 0,-1 0,-1 0,-1 1,-1 0,-2 0,-1 1,-1 0,-1 1,-1 0,-1 1,-15-19,26 38,0 0,0 0,-1 0,0 0,0 0,0 1,-1 0,1 0,-1 0,0 0,0 1,0 0,-1 0,1 0,-1 1,0 0,1 0,-1 0,0 1,0 0,0 0,0 0,-1 1,1 0,0 0,0 0,0 1,0 0,0 0,0 1,0 0,0 0,1 0,-3 1,-4 8,1-1,0 1,0 1,1 0,0 1,1-1,1 2,0-1,1 1,0 1,1-1,1 1,0 0,1 3,-6 11,1 0,1 0,2 1,1 0,2 0,1 1,1-1,1 1,2-1,1 0,3 11,13 24</inkml:trace>
  <inkml:trace contextRef="#ctx0" brushRef="#br0" timeOffset="8180.331">10053 9547,'-13'15,"1"0,1 1,1 1,0 0,1 0,0 1,2 0,0 0,1 1,1 0,1 0,-1 15,3-28,1 1,0 0,0 0,1 0,-1 0,2-1,-1 1,1 0,0 0,0 0,1-1,0 1,0-1,1 1,0-1,0 0,0 0,1 0,-1 0,2-1,-1 1,0-1,1 0,0 0,0-1,5 3,3-1,1 0,0-1,1-1,-1 0,1-1,0-1,-1 0,1-1,0-1,0 0,0-1,0-1,-1 0,1-1,0 0,-1-1,0-1,0 0,0-1,-1-1,0 0,0-1,-3 2,0-1,0 0,-1-1,0 0,-1-1,1 0,-2 0,1 0,-1-1,-1 0,0-1,0 1,-1-1,-1-1,1 1,-2 0,0-1,0 0,-1 0,0 0,-1 0,-1 0,0-8,-1-1,0-1,-2 1,0 0,-2 0,0 1,-1-1,-1 1,-1 0,-1 1,-1 0,0 0,-2 1,-1-1,10 13,-2-1,1 1,-1-1,1 1,-2 1,1-1,-1 1,1 0,-1 0,-1 0,1 1,-1 0,0 1,0-1,0 1,0 0,0 1,-1 0,1 0,-1 1,1 0,-1 0,0 0,0 1,1 1,-1-1,0 1,1 0,-1 1,-2 0,-6 7,1 1,0 0,1 1,0 1,0 0,2 1,-1 0,1 1,1 1,1-1,0 2,1-1,1 1,-2 6,-24 49,4 3,3 0,-15 67,13-32</inkml:trace>
  <inkml:trace contextRef="#ctx0" brushRef="#br0" timeOffset="7354.945">8154 9760,'-4'2,"5"4,11 0,18 1,22 0,22-1,19-5,17-3,9-3,2-2,-12 0,-17 1,-20 4,-22 5,-20 1</inkml:trace>
  <inkml:trace contextRef="#ctx0" brushRef="#br0" timeOffset="7720.976">8716 9453,'202'46,"-156"-40,-1 3,0 2,0 1,-1 3,-1 1,-1 2,0 2,21 16,-55-32,-1 0,0 1,-1 0,1 0,-1 1,0-1,0 1,-1 1,1-1,-2 1,1 0,-1 0,0 0,0 1,-1-1,0 1,0 0,-1 0,0 0,0 0,-1 0,0 1,-1-1,1 0,-2 1,1-1,-1 0,0 0,-1 1,-8 8,-1-1,0-1,-2 1,1-2,-2 0,0 0,0-1,-1-1,-1-1,0 0,-1-1,0 0,0-2,-1 0,-18 5,-65 30,88-39</inkml:trace>
  <inkml:trace contextRef="#ctx0" brushRef="#br0" timeOffset="2716.81">1617 9506,'0'18,"0"18,0 13,0 15,0 10,2 4,2 0,-1-2,-1-7,0-11,-1-10,0-14</inkml:trace>
  <inkml:trace contextRef="#ctx0" brushRef="#br0" timeOffset="2965.147">1297 9399,'0'7,"11"6,18 7,19 1,20-3,15-4,10-4,5-5,-5-2,-8-1,-18 1</inkml:trace>
  <inkml:trace contextRef="#ctx0" brushRef="#br0" timeOffset="3400.984">2018 10188,'12'-31,"-2"0,-2-1,-1-1,-1 1,-1-1,-2 0,-2-29,-10 28,9 34,0-1,0 1,0-1,0 0,-1 1,1-1,0 1,0-1,-1 1,1-1,-1 1,1-1,0 1,-1 0,1-1,-1 1,1-1,-1 1,1 0,-1-1,1 1,-1 0,1 0,-1 0,0-1,1 1,-1 0,1 0,-1 0,0 0,1 0,-1 0,1 0,-1 0,0 0,1 0,-1 0,1 0,-1 1,1-1,-1 0,0 0,1 1,-1-1,1 0,-1 1,1-1,-1 0,1 1,0-1,-1 1,0 0,-1 1,1-1,0 1,0-1,-1 1,1 0,0-1,1 1,-1 0,0 0,0 0,1 0,-1-1,1 1,0 0,-1 0,1 0,0 0,0 0,0 0,0 0,1 0,-1 0,1 0,-1 0,1 0,-1 0,1 0,0-1,0 1,0 0,0 0,0-1,1 1,-1-1,0 1,1-1,-1 0,1 1,-1-1,1 0,1 1,83 15,-80-18,-1 1,1 0,-1 0,1 0,-1 1,1 0,-1 0,0 0,0 0,1 1,-1 0,0 0,0 1,0-1,-1 1,1 0,-1 0,0 1,1-1,-1 1,-1 0,1 0,-1 0,1 1,-1-1,0 2,2 7,-1 0,-1 0,0 0,-1 1,0-1,-1 0,-1 1,0 0,-1 4,1 36,0-52,0 0,0 0,1 0,-1 0,0 1,1-1,0 0,-1 0,1 0,0 0,0 0,0-1,0 1,1 0,-1 0,0-1,1 1,-1-1,1 1,-1-1,1 0,0 1,0-1,0 0,-1 0,1 0,0 0,0-1,0 1,0 0,1-1,-1 0,0 1,0-1,2 0,77-12,-38-4,-3-2</inkml:trace>
  <inkml:trace contextRef="#ctx0" brushRef="#br0" timeOffset="3778.486">2673 10068,'-3'-3,"-3"-4,0 0,0 1,-1 0,0 0,0 1,0 0,-1 0,1 0,-1 1,0 0,-1 1,0-1,7 4,0 0,0 0,0 0,0 1,0-1,0 0,0 1,0-1,1 1,-1 0,0-1,0 1,1 0,-1 0,0 0,1 1,-1-1,1 0,-1 0,1 1,0-1,0 1,-1-1,1 1,0 0,0-1,1 1,-1 0,0 0,0-1,1 1,-1 1,-12 62,14 15,0-78,0 1,-1-1,1 1,0-1,0 1,0-1,0 0,1 1,-1-1,1 0,-1 0,1 0,0 0,0 0,0-1,0 1,0 0,0-1,0 1,0-1,1 0,-1 0,1 0,-1 0,1 0,-1-1,1 1,-1-1,1 1,4-2,1 0,-1-1,0 0,0 0,0 0,0-1,0 0,-1 0,1-1,-1 0,0 0,0 0,0-1,-1 0,0 0,0 0,0-1,0 0,-1 1,0-2,0 1,-1 0,1-1,-1 0,-1 0,2-6,0 4,-1-1,-1 1,0-1,0 1,-1-1,0 0,-1 0,0 0,0 1,-1-5,-6 9,2 20,4-8,-1-1,1 1,0 0,1 0,0 0,0-1,0 1,1 0,0 0,0-1,1 1,0 0,0-1,0 1,1-1,0 0,0 0,1 0,-1 0,1-1,1 0,-1 1,1-1,0-1,0 1,0-1,0 0,1 0,0 0,0-1,0 0,0 0,3 0,63-5,-39-8</inkml:trace>
  <inkml:trace contextRef="#ctx0" brushRef="#br0" timeOffset="4198.804">3007 9934,'-1'2,"0"0,0 0,1 0,-1 1,0-1,1 0,-1 1,1-1,0 0,0 1,0-1,0 1,0-1,0 0,1 1,-1-1,1 0,0 2,0 2,2 13,1 0,0 0,2-1,0 0,1 1,0-2,2 1,0-1,10 13,-18-28,0 0,1 1,-1-1,1 0,-1 0,1 0,0 0,0 0,0 0,0-1,0 1,0 0,1-1,-1 0,0 0,1 1,-1-1,1-1,-1 1,1 0,0-1,-1 1,1-1,0 0,-1 0,1 0,0 0,-1 0,1 0,0-1,-1 0,1 1,-1-1,1 0,-1 0,1 0,-1-1,0 1,1-1,-1 1,0-1,0 0,0 1,0-1,0 0,-1 0,1-1,0 0,5-15,-2 0,0-1,-1 0,-1 1,-1-1,-1 0,0 0,-2 0,0-1,-1-3,3 42,2 0,0-1,1 1,1-1,1 0,0 0,1-1,8 13,-13-26,1-1,0 0,0 1,1-1,-1-1,1 1,-1 0,1-1,0 0,0 0,0 0,0 0,0-1,0 1,0-1,1 0,-1 0,0-1,1 0,-1 1,1-1,-1-1,0 1,1 0,-1-1,0 0,1 0,-1-1,0 1,0-1,0 0,0 0,0 0,0 0,-1-1,1 0,0 0,14-12</inkml:trace>
  <inkml:trace contextRef="#ctx0" brushRef="#br0" timeOffset="4834.105">3475 9854,'13'3,"0"0,-1 1,0 0,0 1,0 1,0 0,-1 1,0 0,-1 0,1 1,-1 0,-1 1,0 1,0-1,-1 1,0 0,0 1,-1 0,-1 0,0 1,0 0,-1 0,0 3,6 33,-2 1,-1 0,-4 0,-1 0,-2 1,-3-1,-2 7,2-14,0 3,-1-13,1-1,2 0,0 1,3-1,0 1,2-1,2 0,0-1,6 11,-9-33,0 0,0-1,1 1,0-1,0 0,1-1,0 1,0-1,1 0,0 0,-5-5,0 1,-1-1,1 0,0 0,0 1,0-2,0 1,0 0,0 0,0-1,0 1,0-1,0 1,0-1,1 0,-1 0,0 0,0 0,0 0,0 0,1-1,-1 1,0-1,0 0,0 1,0-1,0 0,0 0,0 0,-1-1,1 1,0 0,-1-1,1 1,0-1,-1 1,0-1,1 0,-1 0,0 1,0-1,1-1,4-11,-1-1,0 1,-1-1,0 1,-2-1,1 0,-2-1,0 1,-1 0,0 0,-1-1,-1 1,-1-6,-4-21,-1 0,-1 1,-3 0,-2 1,-1 0,-2 1,-1 0,-2 2,-2 0,-2 2,-1 0,-1 2,-2 0,-4-1,-26-26,57 60,1-1,-1 1,0-1,1 1,-1-1,0 0,1 1,-1-1,1 1,0-1,-1 0,1 1,-1-1,1 0,0 0,-1 1,1-1,0 0,0 0,0 1,0-1,0 0,0 0,0 0,0 1,0-1,0 0,0 0,0 0,0 1,1-1,-1 0,0 0,1 1,-1-1,0 0,1 1,-1-1,1 0,-1 1,1-1,-1 1,1-1,0 0,-1 1,1 0,0-1,-1 1,1-1,0 1,-1 0,1-1,0 1,0 0,0 0,-1 0,1 0,0 0,0 0,0 0,-1 0,1 0,0 0,0 0,29-4,0 1,0 1,1 2,16 1,26 1,160-13,-231 11,0 0,0-1,0 1,0 0,1 0,-1 0,0 0,0 1,0-1,0 1,0-1,0 1,0 0,0-1,0 1,0 0,0 0,-1 1,1-1,0 0,-1 0,1 1,-1-1,1 1,-1 0,0-1,1 1,-1 0,0 0,0 0,0 0,-1-1,1 1,0 2,1 163,-3-166,1 0,0 0,-1 0,1 0,0 0,0 0,0 0,0-1,0 1,0 0,0 0,0 0,1 0,-1 0,0 0,0 0,1 0,-1-1,1 1,-1 0,1 0,-1 0,1-1,-1 1,1 0,-1-1,1 1,0 0,0-1,-1 1,1-1,0 1,0-1,0 1,-1-1,1 0,0 1,0-1,0 0,0 0,0 0,0 0,0 0,0 0,0 0,-1 0,1 0,0 0,0 0,0 0,0-1,0 1,0 0,0-1,-1 1,1-1,0 1,0-1,0 1,0-1,10-12</inkml:trace>
  <inkml:trace contextRef="#ctx0" brushRef="#br0" timeOffset="5094.921">4010 9747,'-14'9,"-4"7,3 2,4-3</inkml:trace>
  <inkml:trace contextRef="#ctx0" brushRef="#br0" timeOffset="5429.029">4331 9399,'-24'-48,"24"48,-1 0,1 0,0 0,-1 0,1-1,-1 1,1 0,0 0,-1 0,1 0,0 0,-1 0,1 0,0 0,-1 0,1 0,-1 0,1 0,0 0,-1 1,1-1,0 0,-1 0,1 0,0 0,-1 1,1-1,0 0,0 0,-1 1,1-1,0 0,0 0,-1 1,1-1,0 0,0 1,0-1,-1 0,1 1,0-1,0 0,0 1,0-1,0 0,0 1,0-1,0 1,0-1,0 0,0 1,0-1,0 0,0 1,0-1,0 0,0 1,1-1,-1 0,0 1,0-1,0 0,1 1,-1-1,0 0,0 1,1-1,-1 0,0 0,1 1,15 175,-8-88,0 16,5 0,4-1,15 41,-26-124,1 0,0-1,1 0,1 0,1-1,10 13,-17-25,1-1,0 0,1 0,-1 0,1-1,0 1,0-1,0 0,1-1,-1 0,1 1,0-2,0 1,0-1,0 1,0-2,1 1,-1-1,1 0,-1 0,1-1,-1 0,2 0,-1-1,-1 0,0 0,1-1,-1 0,0-1,0 1,0-1,0 0,-1 0,1-1,-1 0,0 0,0 0,0 0,0-1,-1 0,0 0,0 0,0 0,-1-1,1 0,1-4,4-9,-1-1,0 0,-1-1,-1 0,-2 0,1-6,-5 27,0-1,0 1,-1-1,1 1,0-1,0 1,-1 0,1-1,0 1,0-1,0 1,0-1,0 1,0-1,0 1,0-1,0 1,0-1,0 1,0-1,0 1,0-1,0 1,1-1,-1 1,0-1,0 1,0 0,1-1,-1 1,0-1,1 1,-1 0,0-1,1 1,-1 0,0-1,1 1,-1 0,1 0,-1-1,1 1,-1 0,1 0,-1 0,0 0,1-1,-1 1,1 0,-1 0,1 0,0 0,3 74,-4-61,0 0,0 0,2 0,-1-1,2 1,-1 0,2-1,0 0,0 0,4 7,-7-17,1 1,-1-1,1 1,-1-1,1 0,0 0,0 0,0 0,0 0,0-1,0 1,0 0,1-1,-1 0,1 1,-1-1,1 0,-1 0,1-1,0 1,-1 0,1-1,0 0,0 0,-1 1,2-2,18-3</inkml:trace>
  <inkml:trace contextRef="#ctx0" brushRef="#br0" timeOffset="5676.394">4772 9854,'-16'-5,"-5"-1</inkml:trace>
  <inkml:trace contextRef="#ctx0" brushRef="#br0" timeOffset="5824">4237 9613,'16'0,"19"-2,22-1,19-2,15-1,7 2,-12 0</inkml:trace>
  <inkml:trace contextRef="#ctx0" brushRef="#br0" timeOffset="6168.081">5321 10122,'-1'-10,"0"0,0 1,-1-1,-1 1,1-1,-1 1,-1 0,0 0,0 1,0-1,-1 1,-1-1,3 5,0-1,0 1,0 0,-1-1,0 2,0-1,0 0,0 1,0 0,-1 0,1 0,-1 0,0 1,0 0,0 0,0 0,0 1,-1-1,1 1,0 0,-6 1,6 0,0 1,-1 0,1 0,0 1,0 0,0 0,0 0,1 0,-1 1,1 0,-1 0,1 0,0 0,0 1,0-1,0 1,1 0,0 0,0 1,0-1,0 1,0-1,1 1,0 0,0 0,-1 3,-1 0,2 0,-1 1,1-1,1 0,-1 1,1-1,1 1,-1-1,2 1,-1 0,1-1,0 1,1-1,1 3,0-6,0 1,0-1,1 0,-1 0,1 0,1 0,-1 0,1-1,0 0,0 0,0 0,0-1,1 0,-1 0,1 0,0-1,0 1,0-1,0-1,0 1,0-1,1 0,-1-1,0 1,1-1,-1 0,0-1,1 0,-1 0,0 0,0-1,0 0,0 0,0 0,0-1,-1 0,1 0,-1 0,1-1,-1 0,0 0,3-3,0-1,0 1,0-2,0 1,-1-1,-1 0,0 0,0 0,0-1,-2 0,1 0,-1-1,0 1,-1-1,-1 0,1 0,-2 0,1 0,-2 0,0-8,1 19,-1-1,0 0,1 1,-1-1,0 1,0-1,0 1,0-1,1 1,-1-1,0 1,0-1,0 0,0 1,0-1,0 1,-1-1,1 0,0 1,0-1,0 1,0-1,-1 1,1-1,0 1,0-1,-1 1,1-1,-1 1,1-1,0 1,-1 0,1-1,-1 1,1 0,-1-1,1 1,-1 0,1-1,-1 1,1 0,-1 0,1 0,-1 0,1 0,-1-1,0 1,1 0,-1 0,1 0,-1 0,1 0,-1 1,0-1,1 0,-1 0,1 0,-1 0,1 1,-1-1,0 0,-1 8,0-1,1 0,0 1,0-1,0 1,1-1,0 1,1-1,0 1,0-1,0 0,1 1,0-1,1 0,-1 0,1 0,1 0,-1-1,1 1,0-1,1 0,-1 0,1 0,0-1,3 2,4 3,1 0,0-1,1-1,0 0,0-1,1-1,-1 0,4 0,57 19</inkml:trace>
  <inkml:trace contextRef="#ctx0" brushRef="#br0" timeOffset="20430.84">4063 11365,'522'0,"-416"10,-87 7,-19-7</inkml:trace>
  <inkml:trace contextRef="#ctx0" brushRef="#br0" timeOffset="25381.049">5722 11217,'0'-2,"-1"0,1 0,-1 0,1 0,-1 0,0 0,1 0,-1 0,0 0,0 0,-1 1,1-1,0 0,-1 1,1-1,0 1,-1-1,0 1,1 0,-1 0,0 0,0 0,0 0,1 0,-1 0,0 0,0 1,0-1,-1 1,-62-11,59 11,-1-1,1 1,-1 0,0 0,1 1,0 0,-1 0,1 1,-1-1,1 2,0-1,0 0,0 1,1 0,-1 1,0-1,1 1,0 0,0 0,0 1,1-1,-1 1,1 0,0 1,1-1,-1 1,1-1,0 1,0 0,1 0,0 0,0 2,0-2,1-1,1 1,-1 0,1-1,0 1,0 0,0 0,1-1,0 1,0 0,1-1,-1 1,1-1,0 1,1-1,0 0,-1 0,1 0,1 0,-1-1,1 1,0-1,0 0,0 0,0 0,1-1,0 0,0 1,-1-1,2-1,-1 1,0-1,1 0,-1 0,1-1,-1 0,5 1,11 1,1-1,-1-1,1-2,0 0,-1 0,1-2,-1-1,0-1,0-1,-1 0,1-2,-1 0,-1-1,0-1,0-1,-1-1,15-12,22-22,-55 46,1 0,0 0,-1 1,1-1,-1 0,1 1,-1-1,1 0,-1 1,1-1,-1 1,1-1,-1 1,0-1,1 1,-1-1,0 1,1-1,-1 1,0-1,0 1,0 0,1-1,-1 1,0-1,0 1,0 0,0-1,0 1,0 0,0-1,0 1,0-1,-1 1,1 0,0-1,0 1,0-1,-1 1,1 0,-1-1,1 2,-1 15,0-13,0 0,0-1,0 1,1 0,-1 0,1 0,0 0,0 1,0-1,0 0,1 0,0 0,0-1,0 1,0 0,1 0,-1 0,1-1,0 1,0-1,0 1,1-1,-1 0,1 0,0 0,-1 0,2-1,-1 1,0-1,0 1,1-1,-1 0,3 1,3-1,-1-1,1 1,0-2,-1 1,1-1,0 0,0-1,0 0,-1 0,1-1,-1 0,1 0,-1-1,0-1,0 1,8-5,-14 6,0 0,0 0,0 0,0 0,-1-1,1 1,-1 0,1-1,-1 1,0-1,0 1,0-1,0 0,0 1,-1-1,1 0,-1 0,0 0,0 1,0-1,0 0,0 0,-1 1,1-1,-1 0,0 0,0 1,0-1,0 0,0 1,0 0,-2-2,-55-73,51 71,0-1,0 1,-1 1,0 0,-1 0,1 0,-1 1,1 0,-1 1,-1 0,1 0,0 1,-1 0,-1 0,203-4,-28-3,-157 9,0 0,0 0,-1 0,1 1,0 0,-1 1,1-1,-1 1,1 1,-1-1,0 1,0 0,0 0,0 1,-1 0,1 0,-1 0,0 1,0 0,-1 0,1 0,-1 0,0 0,-1 1,1 0,0 3,28 127,-31-134,0-1,0 1,0 0,0 0,0-1,0 1,1-1,-1 1,1-1,-1 0,1 1,-1-1,1 0,0 0,0 0,0 0,-1-1,1 1,0 0,0-1,0 1,0-1,0 0,0 0,0 1,0-1,0-1,0 1,0 0,0 0,0-1,0 1,1-1,57-34,-50 24,-1-1,0 0,-1 0,0 0,-1-1,0 0,-1-1,-1 1,0-1,-1 0,-1-1,0 1,0-1,-2 1,0-1,0-3,5 164,28-65,-33-79,0 0,0 0,0-1,1 1,-1-1,1 1,-1-1,1 1,-1-1,1 0,0 0,0 0,0 0,-1 0,1 0,0-1,0 1,0 0,0-1,0 0,0 1,1-1,-1 0,0 0,0 0,0-1,0 1,0 0,0-1,0 1,0-1,0 0,0 1,0-1,0 0,-1 0,1 0,0-1,1 0,9-9,-1 0,0 0,0-1,-1-1,-1 1,0-2,-1 1,-1-1,0 0,0-1,-2 0,5-15,-3-22,-15 64,5-6,1 1,-1 0,2-1,-1 1,1 0,0 0,1 0,-1 0,1 0,1 0,-1 0,1 0,0 0,1 0,0 0,0-1,0 1,1-1,0 1,0-1,1 0,0 0,0 0,0-1,1 0,-1 1,1-1,1-1,-1 1,0-1,3 1,30 14,-1-6</inkml:trace>
  <inkml:trace contextRef="#ctx0" brushRef="#br0" timeOffset="26232.305">7419 11271,'1'-4,"-1"0,0 1,0-1,-1 1,1-1,-1 1,0-1,1 1,-2 0,1-1,0 1,-1 0,1 0,-1 0,0 0,0 0,0 0,-1 0,1 1,0-1,-1 1,0 0,0 0,0 0,0 0,0 0,0 0,0 1,0 0,-1-1,1 1,0 1,-1-1,1 0,-1 1,1-1,-1 1,1 0,-1 1,1-1,-3 1,0 2,0 0,0 0,1 1,-1 0,1 0,0 0,0 1,0-1,1 1,-1 1,1-1,1 0,-1 1,1 0,0 0,0 0,0 0,1 1,0-1,1 0,-1 1,1 0,0-1,1 1,-1 0,1-1,1 1,-1 0,1-1,1 1,0 2,-1-5,1-1,-1 1,1-1,0 0,0 0,0 0,1 0,-1 0,1 0,0-1,-1 1,1-1,0 0,1 0,-1 0,0 0,0 0,1-1,-1 1,1-1,-1 0,1 0,0-1,-1 1,1-1,0 1,0-1,-1 0,1-1,3 0,4 0,-1 0,-1-1,1 0,0-1,0 0,-1-1,0 0,0 0,0-1,0 0,0-1,0-2,0 0,0 0,0-1,-1-1,0 1,-1-1,0 0,-1-1,0 0,-1 0,0 0,0-1,-1 1,-1-1,0 0,0 0,-2 0,1-1,-1-4,-1 1,-11 40,9-9,1 0,0 0,1 1,0-1,2 0,-1 0,2 0,0-1,1 1,-3-10,1 0,-1-1,1 1,0-1,1 0,-1 1,1-1,0 0,0-1,0 1,0 0,0-1,1 0,0 1,0-2,0 1,0 0,0-1,0 0,1 1,-1-2,1 1,-1-1,1 1,0-1,0 0,-1-1,1 1,5-1,1-3,0 0,0 0,0-1,0 0,-1-1,0 0,0-1,0 0,0 0,-1-1,0-1,-1 1,1-1,-2-1,1 1,-1-2,0 1,-1-1,0 1,-1-2,0 1,3-10,25-77,-32 82,-6 19,-7 23,8-14,1 0,0 0,1 0,1 0,-1 0,2 0,1 9,-1-18,0 0,1 1,0-1,0 0,0 1,1-1,-1 0,1 0,0 0,0 0,1 0,-1-1,1 1,-1-1,1 1,0-1,1 0,-1 0,0 0,1-1,0 1,-1-1,1 0,3 1,-1 0,0-1,1 0,-1 0,1-1,-1 0,1 0,0 0,0-1,-1 0,1-1,0 1,0-1,-1 0,1-1,-1 0,1 0,-1 0,0-1,1 1,-1-2,-1 1,1-1,0 0,3-3,0-1,1 0,-2-1,1 0,-1-1,-1 0,1 0,-2-1,1 0,-2 0,1 0,-2-1,1 1,-2-2,0 1,2-7,-3 21,-3 5,0 0,1 0,-1 0,2 0,-1 0,1 0,0 0,0 0,1 0,0 0,0-1,0 1,1-1,0 1,1-1,-1 0,1 0,0-1,1 1,-1-1,1 0,1 1,7 1,0 0,0-1,0 0,1-1,0 0,0-2,1 1,-1-2,1 0,-1-1,7 0,28 2</inkml:trace>
  <inkml:trace contextRef="#ctx0" brushRef="#br0" timeOffset="26700.055">8716 11191,'-107'-57,"105"56,0 0,0 0,0 0,0 0,0 0,0 1,0-1,0 1,0-1,0 1,0 0,0 0,0 0,0 0,-1 0,1 0,0 1,0-1,0 1,0-1,0 1,0 0,0 0,0 0,1 0,-1 0,0 0,0 0,1 1,-1-1,1 1,-1-1,1 1,0 0,-1-1,1 1,0 0,0 0,0 0,1 0,-1 0,0 0,1 0,-1 0,1 0,-2 6,0 1,1 0,0-1,1 1,0 0,0-1,1 1,0 0,0-1,1 1,0-1,1 1,0-1,0 0,1 0,0 0,4 6,-5-9,0-1,0 1,1-1,-1 0,1 0,0 0,0-1,0 1,1-1,-1 0,1 0,-1-1,1 1,0-1,0 0,0 0,1-1,-1 0,0 0,0 0,1 0,-1-1,1 0,-1 0,0 0,1-1,-1 1,0-1,2-1,1 0,-1-1,1 0,-1-1,0 0,0 0,0 0,0-1,-1 1,0-2,0 1,0-1,-1 0,0 0,0 0,0-1,-1 0,0 0,0 0,-1 0,0-1,2-5,2-9,-2 0,0 0,-1 0,-1-1,-1 1,-2-1,0-5,-1-28,-3 0,-2 0,-3 0,-2 1,-3 1,-3-6,-22-16,38 76,0-1,1 1,-1-1,0 1,0-1,1 1,-1-1,0 1,0 0,0 0,0-1,1 1,-1 0,0 0,0 0,0 0,0 0,0 0,1 0,-1 0,0 0,0 0,0 1,0-1,1 0,-1 1,0-1,0 0,0 1,1-1,-1 1,0-1,1 1,-1-1,0 1,1 0,-1-1,1 1,-1 0,1 0,-1-1,1 1,0 0,-1 0,1 0,0-1,0 1,-1 0,1 0,0 0,-5 14,0 0,0 0,2 0,0 1,1 0,0-1,1 1,1 5,-1-1,-2 37,2-1,2 1,3-1,2 1,3-1,2-1,7 17,-16-64,0 0,0 1,1-1,1 0,-1 0,1-1,1 1,-1-1,1 0,0 0,1 0,0-1,0 0,0 0,1-1,0 1,0-1,0-1,1 1,-1-1,1-1,0 1,0-1,0-1,1 0,0 0,32-3,-3-6</inkml:trace>
  <inkml:trace contextRef="#ctx0" brushRef="#br0" timeOffset="27031.171">9143 11178,'-3'6,"-34"92,36-95,0 0,1 0,-1 0,1 0,0 0,0 0,0 1,0-1,1 0,-1 0,1 0,0 0,0 0,0 0,0 0,0 0,1 0,-1 0,1-1,0 1,0 0,0-1,0 0,0 1,0-1,1 0,-1 0,1 0,-1 0,3 0,2 1,1-1,0 0,0-1,-1 1,1-2,0 1,0-1,0 0,0-1,0 1,0-2,-1 1,1-1,0 0,-1-1,1 0,-1 0,0 0,0-1,0 0,-1-1,1 1,-1-1,0 0,0-1,-1 0,0 0,0 0,0 0,-1-1,0 1,0-1,0-1,-1 1,0 0,-1-1,1 1,-1-1,-1 0,0 0,0 1,0-1,-1 0,0 0,-1 0,0 0,-1-5,0 7,-1 1,1 0,-1 0,-1 0,1 0,-1 1,0-1,0 1,0 0,0 0,-1 0,1 1,-1-1,0 1,0 1,0-1,-1 1,1-1,-1 1,1 1,-1-1,0 1,1 0,-1 0,0 1,0 0,0 0,0 0,1 1,-1 0,0 0,0 0,1 1,-1 0,1 0,-1 0,1 0,0 1,0 0,0 0,0 1,1-1,-1 1,1 1,-3 0,2 0,-1 1,1 0,0 0,0 1,0-1,1 1,0 0,1 0,-1 0,1 1,1-1,-1 1,1-1,1 1,-1 0,1 0,1 0,0 0,0 0,0 0,1 0,0 0,1 2,0-6,0 0,1-1,-1 1,1-1,-1 0,1 0,0 0,1 0,-1 0,0-1,1 1,0-1,-1 0,1 0,0 0,0-1,0 1,0-1,0 0,0 0,1-1,-1 1,4-1,30 3</inkml:trace>
  <inkml:trace contextRef="#ctx0" brushRef="#br0" timeOffset="27275.516">9345 10723,'-16'7,"-6"9,2 8,4 8,9 4,6-3</inkml:trace>
  <inkml:trace contextRef="#ctx0" brushRef="#br0" timeOffset="27528.383">9398 11257,'18'7,"18"2,18-2,20-8,21-7,-6-3</inkml:trace>
  <inkml:trace contextRef="#ctx0" brushRef="#br0" timeOffset="28015.068">10909 10991,'-8'1,"0"2,0-1,1 1,-1 0,1 1,0-1,0 2,0-1,0 1,1 0,0 0,0 0,0 1,1 0,0 1,0-1,0 1,1 0,0 0,0 0,1 0,0 1,0-1,0 1,1 0,1 0,-1 0,1 3,1-9,0 1,0 0,0 0,0 0,0-1,0 1,1 0,0-1,-1 1,1 0,0-1,0 1,1-1,-1 1,0-1,1 1,0-1,-1 0,1 0,0 0,0 0,0 0,0 0,1-1,-1 1,0-1,1 1,-1-1,1 0,-1 0,1 0,0 0,-1 0,1-1,0 1,0-1,-1 0,1 0,0 0,0 0,-1 0,1-1,0 1,0-1,-1 0,1 0,1 0,5-2,0-1,0 0,0 0,-1-1,0 0,1 0,-2-1,1 0,-1 0,0-1,0 0,-1 0,1-1,-2 0,1 0,-1 0,1-4,4-7,-1 0,-1-1,-1 1,-1-1,-1-1,0 1,0-15,-2 1,-1-1,-2 1,-2-1,-1 0,-1 1,-2 0,-1 0,-6-10,13 39,-2 1,1-1,-1 1,1-1,-1 1,0 0,-1 0,1 0,-1 0,0 0,0 1,0-1,-1 0,3 3,0 1,0 0,0-1,0 1,-1 0,1 0,0 0,0 0,0 0,0 0,0 0,0 0,-1 1,1-1,0 0,0 1,0-1,0 0,0 1,0-1,0 1,0 0,0-1,0 1,0 0,1 0,-1 0,0-1,0 1,1 0,-1 0,1 0,-1 0,0 0,1 0,0 0,-1 0,1 1,-10 19,1 0,1 1,2 0,0 0,1 1,1 0,1 0,1 0,1 15,0-13,1-1,1 1,2-1,0 0,1 1,2-1,0-1,2 1,1-1,1 2,-4-13,0 0,1 0,0-1,0 0,1-1,1 1,-1-1,2-1,-1 0,2 0,-1-1,1 0,0-1,0 0,1-1,0 0,0-1,1-1,5 2,-11-4,0-1,0 0,1 0,-1 0,0-1,0-1,0 1,1-1,-1 0,0 0,0-1,0 0,0-1,-1 1,1-1,-1 0,1-1,-1 0,0 0,0 0,-1-1,0 1,1-1,-1-1,-1 1,1-1,-1 0,0 0,2-4,5-9,-1-1,-1 0,-1-1,-1 0,0-1,-2 1,0-1,-2 0,0 0,-1 0,-2-1,0 1,-2-10,2 31,1 0,-1 1,0-1,1 0,-1 0,0 0,0 0,0 1,1-1,-1 0,0 0,0 0,0 0,0 0,-1 1,1-1,0 0,0 0,0 0,-1 0,1 1,0-1,-1 0,1 0,-1 1,1-1,-1 0,1 0,-1 1,1-1,-1 1,0-1,1 1,-1-1,0 1,1-1,-1 1,0-1,0 1,0 0,1-1,-1 1,0 0,0 0,0 0,0 0,0 0,1 0,-1 0,0 0,0 0,0 0,0 0,0 0,1 1,-1-1,0 0,0 1,0-1,1 0,-1 1,0-1,1 1,-1-1,0 1,-6 11,0-1,1 1,0 1,1-1,1 1,0 0,1 0,0 0,1 1,0-1,1 0,0 1,2 8,-1-12,1 0,0 0,1 0,0 0,1 0,0-1,0 1,1-1,0 1,1-1,0-1,0 1,1-1,0 1,1-2,3 5,30 25</inkml:trace>
  <inkml:trace contextRef="#ctx0" brushRef="#br1" timeOffset="41998.638">7139 8958,'-19'2,"1"0,1 2,-1 0,0 0,1 2,0 0,0 1,1 1,0 0,0 1,-9 8,11-3,1 0,1 1,1 1,0 0,1 0,-1 4,-9 13,-2-4,1 2,2 0,1 1,2 1,1 1,2 0,1 1,1 0,2 1,2 0,1 0,0 30,13-15,2-1,3 1,1-2,3 0,2-1,1-1,3 0,26 39,-38-62,1-1,2-1,0 0,1 0,1-2,1 1,0-2,2 0,0-2,2 0,-1 0,2-2,0-1,1 0,0-2,1 0,17 5,6-6,-1-2,1-2,1-2,-1-2,1-1,-1-3,11-3,-40 3,0-1,0-1,0 0,-1-1,1-1,-1 0,-1-1,1-1,-1-1,0 0,0-1,-1 0,0-1,12-12,5-9,0-1,-3-2,0-1,-2-1,-2-1,0-4,-10 13,-1-1,-1-1,-1 0,-2 0,-1-1,-2 0,0-1,-3 0,0 1,-2-1,-1 0,-4-19,-4-22,-4-1,-3 2,-3 0,-25-62,26 83,-3 0,-2 2,-2 0,-2 1,-2 2,-22-27,37 57,0-1,-1 2,-1 0,0 1,-1 0,0 2,-1-1,-1 2,0 1,0 0,-1 1,0 1,-1 0,0 2,0 0,0 2,-1 0,-15 0,3 4,0 2,0 1,0 1,1 3,-1 0,2 2,-1 1,1 2,-4 3,-131 59</inkml:trace>
  <inkml:trace contextRef="#ctx0" brushRef="#br2" timeOffset="73762.188">10601 8731,'-85'-43,"68"36,-1 1,0 0,0 2,0 0,-1 1,1 1,-1 0,1 2,-1 0,0 1,1 1,-1 0,1 2,0 0,0 1,-6 3,-30 17,1 2,1 3,2 2,1 2,2 2,-18 19,42-35,2 2,0 0,1 2,1 0,1 1,2 1,0 0,-9 24,19-37,-4 3,2 1,0 0,0 1,2-1,0 1,1 0,1 1,1-1,0 1,1 5,18 220,-14-222,0 0,1 0,1 0,2-1,0 1,1-1,0-1,2 0,1 0,0 0,7 7,4 4,-5-4,1 0,1-2,2 0,0-1,2-1,0-1,1-1,2-1,12 8,216 93,-223-109,1-2,0-1,0-1,1-2,0-1,0-2,0-1,1-1,18-3,-23-3,-1-1,0-1,-1-2,1 0,-1-2,-1-1,0 0,-1-2,-1-1,19-16,-24 21,-1-1,0-1,-1-1,0 0,-1-1,-1-1,0 0,-1-1,-1 0,0-1,-1 0,-1-1,-1 0,0-1,2-10,2-28,-3 0,-2-1,-2 0,-3-40,-1 61,2-47,-3 0,-4-1,-9-41,8 99,-1 1,-1 0,-1 0,-1 1,-2 0,0 0,-2 1,0 0,-2 1,-1 1,0 0,-2 1,-1-1,6 8,-1 0,0 0,-1 2,0-1,-1 2,0 0,-1 1,0 0,-1 1,0 1,0 1,-1 0,0 2,0 0,0 0,0 2,-1 0,0 2,-9 0,-11 6,1 2,0 2,0 1,1 2,1 2,0 1,-1 3,15-8,-58 25</inkml:trace>
  <inkml:trace contextRef="#ctx0" brushRef="#br0" timeOffset="86315.927">14785 12153,'-8'40,"3"-72,5-7,0 14,0 0,-1 0,-2 0,0 0,-2 1,-1-1,-1 1,-2-2,9 24,0 1,0 0,-1 0,1-1,-1 1,1 0,-1 0,1 0,-1 0,0-1,1 1,-1 0,0 0,0 1,0-1,0 0,0 0,0 0,0 1,0-1,0 0,0 1,0-1,-1 1,1-1,0 1,0 0,-1-1,1 1,0 0,0 0,-1 0,1 0,0 0,-1 0,1 0,0 1,0-1,-1 0,1 1,0-1,0 1,0-1,0 1,-1 0,1-1,0 1,0 0,0 0,0 0,1 0,-1-1,0 1,0 1,0-1,1 0,-1 0,1 0,-1 0,0 1,-1 1,1-1,-1 0,1 1,-1-1,1 1,0 0,0-1,0 1,0 0,1 0,-1 0,1-1,-1 1,1 0,0 0,0 0,0 0,1 0,-1 0,1 0,-1-1,1 1,0 0,0 0,0-1,1 1,-1-1,1 1,-1-1,1 0,0 1,0-1,0 0,0 0,0 0,0 0,1-1,-1 1,1-1,-1 1,1-1,-1 0,1 0,1 0,15 3,1 0,0-2,0-1,0 0,0-1,-1-1,11-3,78 1,-103 3,1 1,-1 0,1 0,-1 0,0 1,1 0,-1 0,0 0,0 0,0 1,-1 0,1 0,-1 0,1 1,-1 0,0-1,0 1,-1 1,1-1,-1 1,0-1,0 1,0 0,-1 0,0 0,0 0,0 0,-1 1,2 3,5 35,-2 0,-2 1,-1-1,-3 1,-3 25,1-10,-4 421,-4-402,9-76,0-1,0 1,0-1,0 1,0-1,0 0,0 0,-1 1,1-1,-1 0,0 0,0-1,1 1,-1 0,0-1,-1 1,1-1,0 1,0-1,-1 0,1 0,0 0,-1 0,1 0,-1-1,1 1,-1-1,1 0,-2 0,-5-1,1-1,-1 0,1-1,0 0,0-1,0 0,0 0,0 0,1-1,0 0,0 0,0-1,1 0,0 0,0-1,-5-6,-19-22,2-1,1-1,2-1,-18-37,42 74,-1-1,0-1,1 1,-1-1,1 1,-1-1,1 0,0 0,0 1,0-1,1 0,-1 0,0 0,1 0,0 0,0 0,0 0,0 0,0 0,1 0,0 0,-1 0,1 0,0 0,0 1,0-1,1-1,5-2,-1 1,0 0,1 0,0 0,0 1,1 0,-1 1,1-1,0 2,0-1,2 0,5-2,242-77,-198 62</inkml:trace>
  <inkml:trace contextRef="#ctx0" brushRef="#br0" timeOffset="86567.82">15521 12100,'-7'14,"-2"13,0 16,2 12,2 7,2 4,1 1,0-4,-4-6,1-6,0-11</inkml:trace>
  <inkml:trace contextRef="#ctx0" brushRef="#br0" timeOffset="86914.892">15854 12140,'-18'37,"-3"0,-1-1,-2-1,-1-2,-1 0,-2-1,-2-2,-27 22,55-50,0-1,0 1,0 0,0-1,0 1,0-1,0 0,-1 1,1-1,0 0,-1-1,1 1,-1 0,1-1,-1 1,1-1,-1 0,1 1,-1-1,-2-1,5 0,0-1,0 1,0 0,0-1,0 1,1-1,-1 1,0-1,0 1,1 0,-1-1,1 1,0 0,-1 0,1-1,0 1,0 0,-1 0,1 0,0 0,0 0,0 0,1 0,-1 0,0 0,0 0,0 1,1-1,-1 0,0 1,0-1,1 1,-1 0,2-1,0 0,0 0,-1 0,1 1,0-1,0 1,0-1,0 1,0 0,0 0,0 0,0 1,0-1,0 1,0 0,0-1,0 1,0 1,0-1,-1 0,1 1,0-1,-1 1,1 0,-1 0,0 0,0 0,1 0,47 72,-42-59,-2-4,0 0,1-1,0 0,1 0,0-1,0 0,1 0,0-1,1-1,0 1,0-1,0-1,1 0,0 0,0-1,1-1,10 3,5 0,1-2,-1-1,1-1,0-2,11-1,14-2</inkml:trace>
  <inkml:trace contextRef="#ctx0" brushRef="#br0" timeOffset="87168.749">16322 12354,'16'0,"17"0,16-2,11-4,3 0,-4 1,-8 1,-12 1,-11 1</inkml:trace>
  <inkml:trace contextRef="#ctx0" brushRef="#br0" timeOffset="87431.102">16390 12554,'23'7,"18"2,14 0,12-5,5-2,-10-1</inkml:trace>
  <inkml:trace contextRef="#ctx0" brushRef="#br0" timeOffset="87797.128">17312 12341,'-10'0,"1"0,0 1,-1 0,1 1,0 0,0 1,0-1,0 2,1-1,-1 1,1 1,0-1,0 2,0-1,1 1,0 0,0 0,0 1,1 0,0 0,0 0,1 1,0 0,0 0,1 0,0 1,0 0,1 0,1-1,-1 2,1-1,1 0,-1 0,2 1,-1-1,1 0,1 8,2-6,0-1,0 1,0-1,2 0,-1 0,1 0,1-1,-1 1,2-1,-1-1,1 1,1-1,-1 0,1-1,1 0,-1 0,1-1,1 0,-1 0,1-1,0 0,0-1,0 0,1-1,-1 0,1 0,0-1,-1-1,1 0,0 0,0-1,0-1,0 0,0 0,0-1,0 0,-1-1,1 0,6-4,-10 3,0 0,-1-1,0 0,0 0,0 0,0-1,-1 0,0 0,0 0,0-1,-1 1,0-1,-1 0,1-1,-1 1,-1 0,1-1,-1 0,-1 1,0-1,0 0,0 0,-1 0,0-1,0-5,0 0,-1 0,-1 1,0-1,-1 1,0-1,-1 1,0 0,-1 0,-1 1,0-1,-1 1,-5-7,9 15,1-1,-1 1,0 0,0-1,-1 1,1 1,-1-1,0 0,0 1,0 0,0 0,0 0,-1 1,0-1,1 1,-1 0,0 0,0 1,0-1,0 1,0 0,0 1,-1-1,1 1,0 0,0 0,0 1,0-1,-1 1,1 1,0-1,0 0,0 1,1 0,-1 1,0-1,1 1,-1-1,1 1,0 1,0-1,0 1,-2 3,1 0,1 1,-1 0,1 0,1 0,-1 0,1 0,1 1,-1-1,2 1,-1 0,1 0,0 0,1-1,0 1,1 7,5 34</inkml:trace>
  <inkml:trace contextRef="#ctx0" brushRef="#br0" timeOffset="88098.318">17740 12688,'64'-255,"-24"116,-14 43,-20 131,-11 139,1-103,2 1,4-1,3 0,9 38,-4-65</inkml:trace>
  <inkml:trace contextRef="#ctx0" brushRef="#br2" timeOffset="94213.265">17219 11912,'-9'0,"0"0,0 1,0-1,0 2,0-1,1 1,-1 1,1 0,-1 0,1 0,0 1,0 1,0-1,1 1,0 0,0 1,0 0,0 0,1 0,0 1,1 0,-1 0,1 0,1 1,-1 0,1 0,0 0,-1 7,-47 207,49-215,-10 27,1 1,1 0,2 0,2 1,1 1,1 4,4-16,1 0,1 0,1 0,1 0,2 0,0-1,1 0,2 0,8 19,10 11,3-2,1-2,16 18,-37-55,0-1,1 0,0-1,1-1,1 1,-1-1,1-1,1 0,0-1,0-1,1 0,0 0,0-2,0 1,1-2,3 1,38 6,1-3,0-3,1-1,41-5,-59 4,0-3,0-1,-1-2,1-1,-1-2,0-2,0-2,-1-1,-1-2,0-2,0-1,-2-2,26-17,-43 23,0 0,-1-1,-1-2,0 1,-1-2,0 0,-1-1,-1 0,-1-1,-1 0,0-1,-1 0,1-5,2-28,-2-1,-2 0,-3 0,-2-1,-2 1,-3-1,-4-25,4 68,0-1,-1 0,-1 1,1-1,-2 1,0 0,0 0,-1 0,0 1,-1-1,0 1,-1 0,0 1,0 0,-1 0,0 0,-1 1,0 1,-4-3,-230-172,229 171,0 1,-1 1,0 0,-1 1,0 1,0 0,0 1,-1 1,0 0,-8 0,-72-8,0 3,-1 5,-80 7,85-1,-70 4,82 1</inkml:trace>
  <inkml:trace contextRef="#ctx0" brushRef="#br0" timeOffset="101904.4">23582 12047,'20'-3,"17"0,10-2,7-1,2 2,2 0,-5 2,-7 1,-11 0</inkml:trace>
  <inkml:trace contextRef="#ctx0" brushRef="#br0" timeOffset="102175.664">23636 12234,'15'11,"15"4,14-1,10-6,10-11,6-8,1-7,-3-3,-15 2</inkml:trace>
  <inkml:trace contextRef="#ctx0" brushRef="#br0" timeOffset="102416.022">24143 11805,'117'40,"-81"-28,-5-3,-1 1,-1 1,0 2,0 1,-1 1,21 16,-43-26,-1 0,0 0,0 1,0 0,0 0,-1 0,0 0,0 1,-1-1,0 1,0 0,-1 0,0 0,0 1,0-1,-1 0,0 1,0-1,-1 1,0-1,-1 1,1-1,-1 0,-1 1,1-1,-1 0,-1 0,1 0,-1 0,-4 6,-151 257,149-246</inkml:trace>
  <inkml:trace contextRef="#ctx0" brushRef="#br0" timeOffset="103336.819">25239 11511,'11'25,"-11"-25,0 0,1 0,-1 1,0-1,1 0,-1 0,0 0,1 0,-1 0,1 0,-1 0,0 0,1 0,-1 0,1 0,-1 0,0 0,1 0,-1 0,0 0,1 0,-1 0,0 0,1 0,-1-1,1 1,-1 0,0 0,0-1,1 1,-1 0,0 0,1-1,-1 1,0 0,0 0,1-1,-1 1,0 0,0-1,0 1,0-1,0 1,1 0,-1-1,0 1,0 0,0-1,0 1,0-1,0 1,0 0,0-1,0 1,0-1,-1 1,1 0,0-1,0 1,0 0,0-1,-1 1,1-1,3-19,-1-1,-1 0,0 0,-2 0,0 0,-2 0,0 0,-2 0,0 1,-1 0,-1 0,-3-5,9 22,0 1,0-1,0 1,0-1,0 1,-1-1,1 1,-1 0,0 0,1 0,-1 0,0 0,0 0,-1 0,1 0,0 1,0-1,-1 1,1 0,-2-1,4 3,-1-1,1 0,-1 1,1-1,-1 1,1-1,0 0,-1 1,1-1,-1 1,1-1,0 1,0 0,-1-1,1 1,0-1,0 1,0-1,0 1,0-1,0 1,-1 0,1-1,0 1,1-1,-1 1,0 0,0-1,0 1,0-1,0 1,1-1,-1 1,0-1,0 1,1 0,-1-1,0 0,1 1,-1-1,1 1,-1-1,0 1,1-1,-1 0,1 1,-1-1,1 0,-1 0,1 1,0-1,0 0,9 6,1 0,0-1,0 0,1-1,0 0,-1-1,1-1,0 0,10 1,-13-2,37 5,-31-5,-1 1,1 0,-1 0,1 2,-1 0,0 1,0 0,12 7,-19-6,-1 0,0 1,0 0,-1 0,1 1,-2 0,1 0,-1 0,0 0,-1 1,0-1,0 1,-1 0,0-1,-1 1,0 0,0 1,-1 0,4 11,42 178,-28-134,-2 1,-4 0,1 31,-12-89,0 0,0 0,0 0,-1 0,0 1,-1-1,0 0,0 0,-1 0,0 0,0 0,-1 0,0-1,0 1,-1-1,0 0,0 0,-1 0,0 0,0-1,0 0,-1 0,0 0,0-1,0 0,-1 0,0-1,0 1,0-2,0 1,-1-1,0 0,-1 0,1-2,1 0,0-1,-1 0,1 0,-1-1,1 0,-1 0,1-1,0 0,0 0,0-1,0 0,0 0,0-1,1 1,0-1,0-1,0 1,0-1,1 0,-1-1,1 1,0-2,-4-3,1-1,1 1,0-1,1 0,0-1,1 0,0 0,0 0,2 0,-1-1,2 0,-1 1,2-2,1 4,1 0,0 0,0 0,1 0,0 0,1 1,0-1,1 1,0 0,0 0,1 0,0 1,1-1,0 1,0 0,1 1,-1 0,2 0,-1 0,1 1,0 0,0 0,1 1,0 0,0 1,0 0,0 0,0 1,7-2,111-36,-92 30</inkml:trace>
  <inkml:trace contextRef="#ctx0" brushRef="#br0" timeOffset="103599.167">25948 11378,'2'16,"1"12,3 10,1 8,1 5,-2 1,-2-2,-1-2,-1-5,-2-5,1-7,-2-9</inkml:trace>
  <inkml:trace contextRef="#ctx0" brushRef="#br0" timeOffset="103915.326">26323 11418,'-47'29,"1"1,2 3,2 2,-4 6,-12 25,57-64,0 0,0 0,0 1,0-1,0 0,1 0,-1 0,0 1,1-1,0 0,0 1,0-1,0 0,0 1,0-1,0 0,1 1,-1-1,1 0,0 0,-1 1,1-1,0 0,0 0,1 0,-1 0,0 0,1 0,-1-1,1 1,-1 0,1-1,0 1,0-1,0 1,16 8,-1-2,1 0,0 0,1-2,-1 0,1-2,1 0,-1-1,0 0,19-1,105 4,-110-6</inkml:trace>
  <inkml:trace contextRef="#ctx0" brushRef="#br0" timeOffset="104177.62">26683 11498,'16'0,"15"0,10 0,8 0,2 0,-3 0,-9 0</inkml:trace>
  <inkml:trace contextRef="#ctx0" brushRef="#br0" timeOffset="104432.935">26696 11712,'19'5,"16"1,17-1,13-2,9-8,3-4,-11-1</inkml:trace>
  <inkml:trace contextRef="#ctx0" brushRef="#br0" timeOffset="104696.741">27405 11618,'1'5,"0"1,1-1,-1 0,1 0,1-1,-1 1,1 0,-1-1,1 1,0-1,1 0,-1 0,1 0,0-1,0 1,0-1,0 0,1 0,-1 0,1 0,0-1,0 0,0 0,0 0,0-1,0 0,0 0,2 0,4 0,-1 0,1-1,0 0,-1-1,1 0,0 0,-1-1,0-1,1 0,-1 0,0-1,-1 0,8-5,-12 7,1-1,-1 0,0 0,0-1,0 1,0-1,-1 0,1 0,-1-1,0 1,0-1,-1 0,0 0,1-1,-2 1,1 0,-1-1,1 0,-2 1,1-1,-1 0,1 0,-2 0,1 0,-1 0,0 0,0 0,0 0,-1 0,0 0,0 0,-1-2,-1 1,1-1,-1 1,0 1,-1-1,0 0,0 1,0 0,-1 0,0 0,0 0,0 1,-1 0,1 0,-1 1,-1-1,1 1,-1 0,1 1,-1 0,0 0,0 0,-1 1,1 0,0 0,-1 1,1 0,-1 0,1 1,-1 0,0 1,1-1,-1 1,1 1,0-1,-4 2,2 2,1 1,-1-1,1 2,0-1,0 1,1 0,-1 1,2 0,-1 0,1 0,0 1,1 0,0 0,1 0,0 1,0-1,1 1,0 0,1 0,0 0,0 1,1-1,0 0,1 1,1-1,0 3,0-8,0 0,1 0,-1 0,1 0,0 0,1-1,-1 1,1-1,0 0,0 0,0 0,1 0,-1 0,2 0,23 17</inkml:trace>
  <inkml:trace contextRef="#ctx0" brushRef="#br0" timeOffset="105084.234">27913 11472,'-9'7,"1"1,0 0,0 1,1-1,0 1,1 1,0 0,0 0,1 0,-1 3,4-8,1-1,-1 1,1-1,0 1,0-1,0 1,1 0,0-1,-1 1,2 0,-1-1,1 1,-1 0,1-1,0 1,1-1,-1 1,1-1,0 0,0 1,1-1,-1 0,1 0,0-1,3 4,4 2,0-2,1 1,0-1,1-1,-1 0,1-1,0 0,1-1,-1 0,1-1,0 0,0-1,0 0,0-1,0-1,0 0,0-1,0 0,0-1,5-2,-11 3,0 0,0-1,0 0,-1 0,1-1,-1 1,1-1,-1-1,0 1,0-1,-1 0,1-1,-1 1,0-1,0 0,0-1,-1 1,0-1,0 0,0 0,-1 0,0 0,0 0,0-1,-1 0,0 1,0-1,-1 0,0 0,0 0,-1 0,1 0,-2 0,1 0,-1 0,-1-4,0 3,0 1,0-1,-1 1,-1 0,1 0,-1 0,0 0,-1 1,1-1,-1 1,-1 0,1 1,-1-1,0 1,0 0,0 1,-1 0,0-1,0 2,0-1,0 1,0 0,-1 1,0 0,1 0,-1 1,0-1,0 2,1-1,-1 1,0 0,0 1,-1 0,-14 4,1 1,0 0,1 2,0 1,0 0,0 1,1 2,1 0,0 1,1 1,0 0,-8 10,-14 12</inkml:trace>
  <inkml:trace contextRef="#ctx0" brushRef="#br0" timeOffset="106114.051">25600 12674,'-1'0,"0"0,0 0,0 0,0 0,0 0,0-1,0 1,0 0,0-1,0 1,0-1,0 1,0-1,0 1,0-1,0 0,1 1,-1-1,0 0,0 0,1 1,-1-1,1 0,-1 0,1 0,-1 0,1 0,-1 0,1 0,0 0,-1 0,1 0,0 0,0 0,0 0,0 0,0 0,0 0,0 0,0 0,0 0,1 0,-1 0,1-1,-2-1,-5-181,6 183,1 0,-1 0,0 0,0 0,0 0,0 0,0 0,-1 0,1 0,0 1,0-1,-1 0,1 0,-1 0,1 0,0 0,-1 0,0 1,1-1,-1 0,1 0,-1 1,0-1,0 0,1 1,-1-1,0 1,0-1,0 1,0-1,1 1,-2-1,2 3,0 0,0 0,0 0,0 0,0 0,0-1,1 1,-1 0,1 0,-1 0,1-1,-1 1,1 0,0-1,0 1,0 0,0-1,0 1,0-1,0 0,1 1,-1-1,1 0,-1 0,1 1,-1-1,1-1,-1 1,1 0,0 0,-1 0,1-1,0 1,0-1,0 0,0 1,-1-1,1 0,1 0,10 1,-1-1,1 0,-1 0,1-1,0-1,-1 0,0-1,0-1,0 1,0-2,5-2,38-11,-53 17,-1 0,0 1,1-1,-1 1,1-1,-1 1,1-1,-1 1,1 0,-1 0,1 0,0 0,-1 0,1 0,-1 0,1 1,-1-1,1 0,-1 1,1-1,-1 1,1 0,-1-1,0 1,1 0,-1 0,0 0,0 0,0 0,0 0,0 0,0 1,0-1,0 0,0 0,0 1,0-1,-1 1,1-1,-1 1,1-1,-1 1,0-1,1 1,-1-1,0 1,0-1,0 1,0-1,0 1,-1 1,-1 329,41-9,-37-316,0 0,-1 0,0 0,0 0,-1 1,0-1,0 0,-1 0,1 0,-2 0,1 0,-1 0,0 0,-1 0,1 0,-1-1,-1 1,1-1,-1 0,0 0,0 0,-1-1,0 0,0 1,0-2,-1 1,0 0,-1-3,1 0,-1 0,1-1,-1 0,0 0,1 0,-1-1,0 0,0-1,0 0,1 0,-1 0,1 0,-1-1,1 0,-1-1,1 0,0 0,0 0,0 0,1-1,-1 0,1 0,0-1,0 1,0-1,1 0,-1 0,1-1,1 0,-1 1,1-1,0 0,0 0,0-1,1 1,0-1,1 1,-1-1,-2-2,1 0,0 0,0-1,0 1,1-1,1 1,0-1,0 0,1 0,0 0,0 1,1-1,1 0,0 1,0-1,1 1,0-1,0 1,1 0,1 0,-1 1,1-1,1 1,-1 0,1 1,1-1,0 1,0 0,0 1,3-2,110-33,-53 23,-33 6</inkml:trace>
  <inkml:trace contextRef="#ctx0" brushRef="#br0" timeOffset="106361.392">26189 12434,'-2'13,"-1"12,-1 9,2 6,3 7,1 2,3-1,0-4,-1-5,0-4,-2-8</inkml:trace>
  <inkml:trace contextRef="#ctx0" brushRef="#br0" timeOffset="106665.935">26469 12434,'-35'38,"-1"-1,-2-1,-35 24,70-59,1 0,-1 1,1-1,-1 1,1-1,-1 1,1 0,0 0,0 0,0 1,0-1,0 0,0 1,1-1,-1 1,1-1,0 1,0 0,0 0,0 0,0-1,0 1,1 0,0 0,-1 0,1 0,0 0,0 0,1 0,-1 0,1 0,-1 0,1 0,6 5,-1-1,1-1,1 1,0-1,-1 0,2-1,-1 1,1-2,-1 1,1-1,1-1,-1 0,0 0,1-1,6 1,22 4,1-1,0-2,0-2,22-3,-28 1</inkml:trace>
  <inkml:trace contextRef="#ctx0" brushRef="#br0" timeOffset="106923.79">26898 12515,'22'-5,"17"-4,11 1,6 0,1 2,-8 3,-10 1,-11 1</inkml:trace>
  <inkml:trace contextRef="#ctx0" brushRef="#br0" timeOffset="107086.859">26937 12661,'23'5,"16"-2,14-4,6-6,-2-5,-11-1</inkml:trace>
  <inkml:trace contextRef="#ctx0" brushRef="#br0" timeOffset="107835.857">27713 12394,'-15'6,"0"1,0 0,1 1,0 0,1 1,0 1,0 0,-4 6,12-12,0 0,1 1,0 0,0 0,0 0,1 0,-1 1,1-1,0 1,1 0,0 0,0 0,0 0,0 0,1 1,0-1,1 0,-1 1,1-1,0 0,1 1,0 2,1-3,0-1,0 0,0 1,1-1,0 0,0-1,0 1,0-1,1 1,0-1,0 0,0 0,1-1,-1 1,1-1,0 0,0 0,0 0,0-1,0 0,0 0,1 0,-1-1,3 1,0 0,-1 0,0-1,1 0,-1 0,1-1,0 0,-1 0,1-1,-1 0,0 0,1-1,-1 0,0 0,0-1,0 0,0 0,0 0,3-3,-3-1,-1 0,1-1,-1 1,0-1,-1-1,0 1,0-1,-1 0,0 0,-1 0,1-1,-2 1,0-1,0 1,0-1,-1 0,-1 0,0 0,0 0,-1 1,0-1,0 0,-1 0,-1 1,0-1,0 1,-1 0,0 0,0 0,-1 0,0 1,-1-1,3 6,1 0,0 0,-1 0,0 1,0-1,0 1,0-1,0 1,0 0,0 0,-1 1,1-1,-1 1,1-1,-1 1,0 0,1 1,-1-1,0 0,0 1,0 0,1 0,-1 0,0 1,0-1,0 1,1 0,-1 0,0 0,1 0,-1 1,1-1,-1 1,1 0,0 0,0 1,0-1,-2 2,-1 2,0 1,0-1,1 1,0 1,0-1,1 1,0 0,0 0,0 0,1 0,1 0,-1 1,1 0,1-1,0 1,0 7,1 16</inkml:trace>
  <inkml:trace contextRef="#ctx0" brushRef="#br0" timeOffset="108333.041">28114 12474,'8'-38,"2"0,1 1,2 0,1 1,19-33,-16 45,-16 24,-1 0,1 0,-1 0,1 0,-1 0,1 0,-1 0,0 0,1 0,-1 1,1-1,-1 0,1 0,-1 1,0-1,1 0,-1 0,1 1,-1-1,0 1,0-1,1 0,-1 1,0-1,1 0,-1 1,0-1,0 1,0-1,0 1,1-1,-1 1,0-1,0 1,0-1,0 1,0-1,0 1,0-1,0 1,0-1,-1 0,1 1,0-1,0 1,0-1,0 1,-1-1,1 1,0-1,0 0,-1 1,1-1,0 0,-1 1,-9 110,4-60,3-1,1 1,4 18,1-40,0 56,-4-83,1 1,-1 0,1-1,-1 1,0 0,0-1,0 1,-1-1,1 1,-1-1,1 0,-1 0,0 0,0 0,0 0,0 0,0 0,0 0,0-1,-1 1,1-1,0 0,-1 1,1-1,-1 0,0-1,-1 2,-64 1,109-6,225-18,-235 18</inkml:trace>
  <inkml:trace contextRef="#ctx0" brushRef="#br0" timeOffset="110844.481">24958 10923,'0'-1,"0"0,0 0,0 1,0-1,0 0,0 0,0 0,0 1,-1-1,1 0,0 0,-1 1,1-1,0 0,-1 0,1 1,-1-1,1 1,-1-1,1 0,-1 1,0-1,1 1,-1-1,0 1,1-1,-1 1,0 0,0-1,1 1,-1 0,0 0,0 0,0-1,1 1,-1 0,0 0,0 0,0 0,0 0,1 0,-1 1,0-1,0 0,0 0,1 1,-1-1,0 0,0 1,-38 17,28-11,1 1,-1 0,2 0,-1 0,1 2,1-1,-1 1,1 0,1 1,0-1,1 2,0-1,1 1,0 0,0 0,2 0,-1 0,2 1,-1-1,2 1,0 0,0 0,1 0,1-1,0 1,1 0,0 0,4 10,66 110,-57-111,0 1,-2 0,-1 1,-1 1,2 7,-5 3,-2 0,-1 1,-1 0,-2 0,-2 0,-3 24,6 110,-3-168,1 1,0-1,-1 1,1 0,-1-1,0 1,0 0,0-1,0 1,0 0,-1-1,1 1,-1 0,0-1,0 1,0-1,0 1,0-1,0 1,-1-1,1 0,-1 0,0 0,0 0,1 0,-1 0,0 0,-1 0,1-1,0 1,0-1,-1 0,-1 1,-115 37,118-39,0 1,0-1,1 0,-1 0,0 1,0-1,0 0,0 1,1-1,-1 1,0-1,1 1,-1 0,0-1,1 1,-1 0,0-1,1 1,-1 0,1 0,0-1,-1 1,1 0,0 0,-1 0,1 0,0-1,0 1,0 0,-1 0,1 0,0 0,0 0,0 0,1 0,-1-1,0 1,0 0,0 0,1 0,-1 0,0 0,1-1,-1 1,1 0,-1 0,1-1,-1 1,1 0,36 30,1-8,-24-17,-1 1,0 1,0 0,-1 0,0 1,0 1,-1 0,-1 1,1 0,-2 0,1 1,-2 0,0 1,0 0,-1 0,3 10,-4 8,-1 0,-2 0,-2 0,0 0,-2 0,-2 1,-5 28,0 20,3-37,3 1,1-1,2 0,2 0,2 1,2-2,2 1,9 25,62 106,-68-150</inkml:trace>
  <inkml:trace contextRef="#ctx0" brushRef="#br0" timeOffset="118980.731">29023 11912,'2'3,"6"0,3 0,7-1,7 0,8-1,8 0,8-1,8 0,2 0,-1 0,-4 0,-7 0,-7-1,-7 1,-12 0,-10 0</inkml:trace>
  <inkml:trace contextRef="#ctx0" brushRef="#br0" timeOffset="119285.915">29103 12113,'9'0,"10"0,10 0,11 0,6 0,7 0,4 0,2 0,-4-2,-3-1,-4 0,-3-1,-8-3,-7 0,-7-2,-6 2</inkml:trace>
  <inkml:trace contextRef="#ctx0" brushRef="#br0" timeOffset="119667.295">29664 11712,'-2'1,"0"0,0 1,1-1,-1 0,0 1,0-1,1 1,-1 0,1-1,-1 1,1 0,0 0,0 0,0 0,0 0,0 0,0 0,0 1,1-1,-1 0,1 0,0 1,-1-1,1 0,0 0,0 1,1-1,-1 0,0 1,1-1,-1 0,1 0,0 0,0 0,0 1,0-1,1 0,6 5,0 0,1-1,-1-1,2 1,-1-2,0 1,1-1,0-1,0 1,0-2,1 1,-1-2,0 1,2-1,-4 0,40 7,-29-6,-1 1,1 0,-1 2,1 0,-1 1,-1 1,8 4,-23-10,1 1,0 0,0 0,-1 0,1 0,-1 0,0 0,1 1,-1-1,0 1,-1 0,1 0,0 0,-1-1,1 1,-1 1,0-1,0 0,-1 0,1 0,0 0,-1 1,0-1,0 0,0 1,0-1,0 0,-1 0,1 1,-1-1,0 0,0 0,0 0,-1 0,1 0,-64 102,-174 161,214-236</inkml:trace>
  <inkml:trace contextRef="#ctx0" brushRef="#br0" timeOffset="120929.985">30881 11592,'-10'18,"0"0,2 1,0 0,1 0,1 1,1 0,0 0,2 0,0 0,1 1,2-1,0 1,1-1,0 1,2-1,1 0,0 0,2 0,0 0,1-1,1 0,1 0,0-1,2 0,11 15,-15-23,0 0,0-1,1 0,1 0,0 0,0-1,0-1,1 0,0 0,1-1,-1 0,1-1,0 0,9 3,-16-8,-1 0,1 0,-1 0,1 0,0 0,-1-1,1 0,-1 1,1-1,-1-1,1 1,-1 0,0-1,1 0,-1 0,0 0,0 0,0 0,-1-1,1 1,-1-1,1 1,-1-1,2-3,39-80,-34 56,-1 0,-1 0,-2 0,-1-1,-1 0,-2 0,-1 0,-1 0,-2 0,-1 0,-2 1,0-1,-2 1,-6-12,8 28,0 1,-1-1,0 1,-1 0,-1 1,0 0,-1 0,0 1,-8-7,13 14,1 0,0 1,-1-1,0 1,0 0,0 1,0-1,0 1,-1 0,1 0,-1 1,1 0,-1-1,1 2,-1-1,0 1,0 0,1 0,-1 1,0-1,1 1,-1 0,1 1,-1 0,1 0,-5 2,1 1,0 0,1 1,-1 0,1 1,0 0,1 0,-1 0,2 1,-1 0,1 1,0 0,1-1,0 2,0-1,1 1,-2 5,0 3,0 0,2 1,0-1,1 1,1-1,0 1,2 0,1 14,5 20</inkml:trace>
  <inkml:trace contextRef="#ctx0" brushRef="#br0" timeOffset="124795.359">32044 11579,'-9'11,"-7"11,-11 8,-9 8,-8 7,-10 7,-8 6,-3 3,-1-1,4-3,8-7,12-7,12-9,16-11,10-8</inkml:trace>
  <inkml:trace contextRef="#ctx0" brushRef="#br0" timeOffset="125070.171">31563 11565,'12'9,"7"10,6 8,5 12,5 7,2 8,3 6,0 2,-1-3,-3-2,-3-7,-5-7,-5-6,-4-7,-5-9</inkml:trace>
  <inkml:trace contextRef="#ctx0" brushRef="#br0" timeOffset="125468.107">31482 11859,'-2'-3,"1"0,4 1,7-1,12 2,13 0,17 0,15 1,12 0,7 0,-1 0,-5 0,-9 0,-13-2,-15 2,-16 0</inkml:trace>
  <inkml:trace contextRef="#ctx0" brushRef="#br0" timeOffset="128798.104">26363 4653,'-4'3,"0"-1,1 0,-1 1,0 0,1-1,0 2,0-1,0 0,0 0,0 1,1 0,-1-1,1 1,0 0,0 0,1 0,-1 1,1-1,0 0,0 1,0-1,1 0,-1 1,1 3,-1 0,-8 37,2 0,1 0,3 0,2 1,4 37,-1-67,1 0,0-1,1 1,0-1,1 1,1-2,1 1,0 0,1-1,0-1,1 1,0-2,1 1,1-1,0 0,1-1,0-1,0 0,1 0,1-1,-1-1,12 5,-17-10,0-1,0 0,0 0,0 0,0-1,0-1,1 1,-1-1,0-1,1 1,-1-1,0-1,0 0,0 0,0 0,0-1,-1 0,1-1,-1 1,1-2,-1 1,-1-1,2-1,3-2,-1 0,0-1,0 0,-1-1,-1 0,0 0,0-1,0 0,-2-1,1 1,-2-1,1 0,-2-1,2-4,-2-13,-1 0,-2 1,-1-1,-1 0,-1 0,-2 0,-1 1,-1 0,-2 0,0 0,-10-17,14 30,-2 0,0 0,-1 0,0 1,-1 0,-1 0,0 1,-1 1,-1-1,-8-7,12 18,-1 0,1 0,-1 1,1 0,-1 0,0 1,0 0,0 1,0-1,0 1,0 1,0 0,0 0,1 0,-1 1,0 0,1 1,-1-1,1 2,0-1,0 1,0 0,0 0,-2 3,3-4,0 0,0 0,0 1,1 0,0 0,0 1,0-1,0 1,0 0,1 0,0 1,0-1,1 1,-1 0,1 0,1 0,-1 0,1 0,0 1,0-1,0 5,-1 14</inkml:trace>
  <inkml:trace contextRef="#ctx0" brushRef="#br0" timeOffset="129696.701">27473 4653,'6'14,"8"11,7 8,10 3,6 5,6 2,5 0,3 0,2 0,2-1,-1-4,-1-2,-4-4,-8-3,-6-3,-9-4,-9-4,-7-5</inkml:trace>
  <inkml:trace contextRef="#ctx0" brushRef="#br0" timeOffset="130028.361">27940 4746,'-13'7,"-10"7,-5 8,-5 6,-1 9,-1 6,-5 6,-1 5,-2 0,3 1,3-5,6-4,6-8,7-8,7-6,5-11,4-6</inkml:trace>
  <inkml:trace contextRef="#ctx0" brushRef="#br0" timeOffset="130411.341">27419 5027,'339'-19,"259"1,-533 10,-52 5</inkml:trace>
  <inkml:trace contextRef="#ctx0" brushRef="#br0" timeOffset="130836.233">28033 4653,'-2'-2,"-3"1,-8 6,-8 8,-12 14,-16 18,-18 20,2-2</inkml:trace>
  <inkml:trace contextRef="#ctx0" brushRef="#br0" timeOffset="140246.212">0 13784,'29'176,"-8"1,-2 130,-20-342,0 17,1 0,0 0,1 1,1-1,0 0,2 1,0 0,4-10,-7 24,0 0,0 1,0 0,1-1,-1 1,1 0,-1 0,1 0,0 0,0 0,0 0,0 0,0 0,1 1,-1-1,0 1,1 0,-1 0,1 0,-1 0,1 0,-1 0,1 1,0-1,0 1,-1 0,1 0,0 0,-1 0,1 0,1 1,2 0,0 1,0 0,0 0,0 0,-1 1,1 0,-1 0,0 0,0 1,0-1,0 1,0 1,1 1,0 1,0 0,0 0,-1 1,1 0,-2 0,1 0,-1 0,-1 1,1 0,-1 0,-1 0,0 0,0 0,-1 0,0 1,0-1,-1 1,0-1,-1 0,0 1,-1-1,0 0,0 0,-1 0,0 0,-4 7,4-12,-1-1,1 1,-1-1,0 0,0 0,0 0,0 0,-1-1,1 0,-1 0,0 0,1 0,-1-1,0 0,0 0,0 0,0-1,0 1,0-1,0 0,0-1,0 1,0-1,0 0,0 0,1-1,-1 1,0-1,1 0,-1-1,-3-1,8 3,-1 1,0 0,1-1,-1 1,1-1,-1 1,1-1,-1 1,1-1,-1 0,1 1,0-1,-1 1,1-1,0 0,-1 1,1-1,0 0,0 0,0 1,-1-1,1 0,0 1,0-1,0 0,0 0,0 1,1-1,-1 0,0 0,0 1,0-1,1 0,-1 1,0-1,1 0,-1 1,0-1,1 1,-1-1,1 1,-1-1,1 1,-1-1,1 1,0-1,-1 1,1-1,-1 1,1 0,0-1,-1 1,1 0,15-10</inkml:trace>
  <inkml:trace contextRef="#ctx0" brushRef="#br0" timeOffset="140503.525">507 13784,'10'4,"9"14,6 19,6 19,-1 16,-4 12,-8 7,-6 7,-12 5,-16 2,-15 5,-4-17</inkml:trace>
  <inkml:trace contextRef="#ctx0" brushRef="#br0" timeOffset="141745.99">1537 13771,'2'18,"1"20,0 19,2 13,-1 12,0 4,-1 0,-1-6,1-10,1-14,1-17,1-15</inkml:trace>
  <inkml:trace contextRef="#ctx0" brushRef="#br0" timeOffset="141992.842">1096 13717,'9'2,"14"1,20 0,20-1,18 0,11-1,5 2,-1 5,-9 8,-19 1</inkml:trace>
  <inkml:trace contextRef="#ctx0" brushRef="#br0" timeOffset="143267.463">1885 14399,'12'-22,"-1"-2,0 1,-2-1,-1-1,-1 1,-1-1,-1-1,-1 1,-2-1,0 0,-2-11,1 31,-1 0,0 0,0 0,0 0,-1 0,0 0,0 1,-1-1,0 0,0 0,0 1,0-1,-1 1,0 0,0 0,-1 0,1 0,-2-1,4 5,1 1,-1 0,0-1,1 1,-1 0,0-1,1 1,-1 0,0 0,1 0,-1 0,0-1,1 1,-1 0,0 0,0 0,1 1,-1-1,0 0,1 0,-1 0,0 0,1 1,-1-1,0 0,1 1,-1-1,1 0,-1 1,0-1,1 1,-1-1,1 1,-1-1,1 1,0-1,-1 1,1 0,-1-1,1 1,0-1,0 1,-1 0,1-1,0 1,0 0,0 0,0-1,0 1,0 0,-4 38,5-36,0 0,0-1,0 1,0 0,1-1,-1 1,1-1,-1 0,1 1,0-1,0 0,0 0,0 0,0 0,0 0,1-1,-1 1,1-1,-1 1,1-1,-1 0,1 0,0 0,0 0,2 0,75 7,-72-8,13 1,72 8,-90-8,1 0,-1 0,1 0,-1 1,0 0,0 0,1 0,-1 0,-1 0,1 0,0 1,0-1,-1 1,0 0,1 0,-1 0,0 0,0 0,-1 0,1 1,-1-1,0 1,1 1,15 176,-17-178,1 0,1 0,-1 0,0 0,1 0,0-1,-1 1,1 0,0-1,1 1,-1-1,0 0,1 0,-1 0,1 0,-1 0,1 0,0-1,0 1,0-1,0 0,0 0,0 0,0 0,0 0,1-1,-1 0,0 1,0-1,0 0,2-1,104-18,-104 17,199-63,-192 60,0 0,-1 0,0-1,0-1,-1 0,1 0,-1-1,-1 0,0-1,0 0,-1-1,0 1,0-2,5-8,-12 18,0 0,-1 0,1-1,0 1,0 0,0 0,-1-1,1 1,-1 0,1-1,-1 1,1 0,-1-1,0 1,0-1,0 1,0-1,0 1,0 0,0-1,0 1,0-1,-1 1,1-1,0 1,-1 0,1-1,-1 1,0 0,0 0,1-1,-1 1,0 0,0 0,0 0,0 0,0 0,0 0,0 0,-1 0,1 1,0-1,0 0,-1 1,1-1,0 1,-1-1,1 1,-1 0,0-1,-7 1,0-1,0 1,0 1,0 0,0 0,1 1,-1 0,0 0,1 1,-1 0,1 0,0 1,0 0,0 1,1 0,0 0,0 0,0 1,0 0,1 1,0-1,0 1,1 0,0 1,0-1,1 1,0 0,0 0,1 1,0-1,0 0,-1 8,4-11,0-1,-1 1,2-1,-1 1,0-1,1 1,0-1,0 1,0-1,1 0,0 0,-1 0,1 0,1 0,-1 0,0 0,1-1,0 1,0-1,0 0,0 1,1-2,-1 1,1 0,0-1,0 1,-1-1,2 0,-1-1,0 1,0 0,0-1,1 0,-1 0,1-1,-1 1,1-1,-1 0,1 0,3-1,0 1,0 0,0 0,0-1,0 0,0 0,0-1,0 0,-1-1,1 0,-1 0,1 0,-1-1,0 0,0 0,-1-1,0 0,1 0,-2-1,1 1,0-1,-1 0,0-1,-1 1,0-1,0 0,0 0,-1-1,0 1,0-1,0 0,-1 1,-1-1,1-2,-2-77,-3 122,3-28,10 115,-9-119,0 1,0 0,1-1,-1 1,1-1,0 1,0-1,0 0,0 0,0 0,1 0,0 0,-1 0,1-1,0 1,0-1,1 0,-1 0,0 0,1 0,-1-1,1 1,-1-1,1 0,0 0,0 0,-1-1,1 1,4-1,-2 0,-1 0,1 0,0-1,0 0,0 0,-1 0,1-1,-1 0,1 0,-1 0,0-1,0 1,0-2,0 1,0 0,-1-1,1 0,-1 0,0 0,0 0,0-1,-1 0,1 0,2-5,-1 0,1 0,-1 0,-1-1,0 0,-1 0,0 0,0-1,-1 1,-1 0,0-3,4-36,-1 79,-3-18,-1-1,0 0,0-1,1 1,1 0,0-1,0 1,0-1,1 1,1-1,0 0,0 0,0-1,1 1,1-1,-1 0,1 0,2 0,-6-6,0-1,1 0,-1 1,1-1,-1 0,1-1,-1 1,1 0,0-1,-1 1,1-1,0 0,-1 0,1 0,0 0,-1 0,1-1,0 1,-1-1,1 0,0 0,-1 0,1 0,-1 0,0 0,1-1,-1 1,0-1,0 1,2-2,56-63,-47 45,-1-1,-1-1,-1 0,-1 0,-1-1,3-12,-12 84,1-26,6 115,-5-130,1 0,0 0,0-1,0 1,1-1,0 1,0-1,1 0,0 0,0 0,0-1,0 1,1-1,0 0,0 0,1-1,-1 0,3 1,24 11,-2-6</inkml:trace>
  <inkml:trace contextRef="#ctx0" brushRef="#br0" timeOffset="143876.745">3596 14105,'9'-4,"0"0,1 1,0-1,0 2,0 0,0 0,0 1,0 0,0 0,1 1,-1 1,0 0,0 0,0 1,0 0,0 1,0 0,-1 1,1 0,-1 0,0 1,0 0,0 1,-1-1,0 2,0-1,-1 1,1 1,-1-1,-1 1,2 3,5 13,-2 1,-1 0,-1 1,-1 0,-1 0,-2 1,-1 0,0 0,-2 0,-1 0,-2 0,0 0,-3 6,-31 360,42-335,-7-56,1-1,-1 1,1-1,-1 1,1-1,-1 1,1-1,0 0,0 1,0-1,0 0,0 0,0 0,0 0,1 0,-1 0,0 0,0 0,1 0,-1 0,1-1,-1 1,1 0,-1-1,1 1,-1-1,1 0,-1 0,1 1,-1-1,1 0,0 0,0-1,4-1,0 0,0-1,-1 0,1 0,-1 0,1-1,-1 0,0 0,0-1,-1 1,0-1,1 0,-1 0,-1 0,1 0,-1-1,0 0,0 0,-1 1,2-6,2-12,0 0,-2 0,0 0,-2 0,-1-1,0 1,-2-1,-1 1,-1 0,0-1,-2 1,-1 1,-1-1,0 1,-2 0,-1 1,0 0,-2 0,0 2,-1-1,-1 1,-1 1,-4-3,6 8,0 1,-1 0,0 1,-1 0,0 1,0 1,-1 1,-9-4,67-5,27-3,0-4,32-18,103-34,-198 74,-4 1,0 0,0 0,1 0,-1 0,0 0,0 0,1 1,-1-1,0 1,1-1,-1 1,1 0,-1 0,0 0,1 0,-1 1,1-1,-1 1,0-1,1 1,-1 0,0 0,0 0,0 0,0 0,0 0,0 1,0-1,0 1,0-1,0 1,0 0,0 8,-1-1,0 1,0-1,-1 1,0-1,0 1,-1-1,-1 1,1-1,-2 0,1 0,-1 1,-3 4,0 6,-2 9,-20 106,27-134,1 0,0 0,-1 0,1 1,0-1,0 0,0 0,0 1,0-1,0 0,0 0,0 1,0-1,1 0,-1 0,0 0,1 1,-1-1,1 0,-1 0,1 0,0 0,0 0,-1 0,1 0,0 0,0 0,0-1,0 1,0 0,0 0,0-1,0 1,0 0,0-1,0 0,1 1,-1-1,0 1,0-1,0 0,1 0,-1 0,0 0,0 0,1 0,-1 0,0 0,0 0,0-1,1 1,-1 0,0-1,0 1,0-1,0 0,0 1,0-1,0 0,1 1,15-14</inkml:trace>
  <inkml:trace contextRef="#ctx0" brushRef="#br0" timeOffset="144135.055">4237 13891,'-15'2,"-9"3,-1 4,5-1,6-1</inkml:trace>
  <inkml:trace contextRef="#ctx0" brushRef="#br0" timeOffset="144467.167">4652 13410,'-7'43,"2"1,2-1,2 1,2 0,2 1,-2-16,25 477,-24-478,-2-4,2-1,1 0,0 0,2 0,1-1,2 7,-6-25,-1-1,1 1,0 0,0-1,1 1,-1-1,1 0,-1 0,1 0,0 0,0 0,1-1,-1 0,0 1,1-1,-1 0,1 0,0-1,0 1,-1-1,1 0,0 0,0 0,0-1,1 1,-1-1,0 0,0 0,0 0,0-1,0 1,0-1,0 0,0 0,0-1,0 1,-1-1,1 0,0 0,2-2,14-9,0-2,-1 0,-1-1,-1 0,0-2,-1 0,-1-1,-1 0,7-13,-19 29,-2 2,0 1,0-1,0 0,0 1,0-1,0 0,0 1,0-1,0 1,0-1,1 0,-1 1,0-1,0 1,1-1,-1 1,0-1,1 0,-1 1,1 0,-1-1,1 1,-1-1,1 1,-1-1,1 1,-1 0,1 0,-1-1,1 1,0 0,-1 0,1-1,0 1,-1 0,1 0,-1 0,1 0,0 0,-1 0,1 0,0 0,-1 0,1 1,-1-1,1 0,0 0,-1 0,1 1,-1-1,1 0,0 1,-1-1,1 0,-1 1,1 0,6 66,8 34,-14-97,1 0,0 0,-1 0,2-1,-1 1,0 0,1-1,-1 1,1-1,0 0,0 0,1 0,-1-1,0 1,1-1,0 1,-1-1,1 0,0-1,0 1,4 0,27 4,-2-7</inkml:trace>
  <inkml:trace contextRef="#ctx0" brushRef="#br0" timeOffset="144659.196">5053 13931,'0'0</inkml:trace>
  <inkml:trace contextRef="#ctx0" brushRef="#br0" timeOffset="144814.78">4492 13784,'18'0,"20"-5,21-3,22-5,17-5,-9 0</inkml:trace>
  <inkml:trace contextRef="#ctx0" brushRef="#br0" timeOffset="145227.676">5628 14239,'-5'-10,"-1"0,0 1,0-1,0 2,-1-1,-1 1,0 0,0 0,-3-1,8 7,1 0,-1 0,0 0,1 1,-1-1,0 1,0 0,0 0,0 0,0 0,0 0,0 1,0-1,0 1,-1 0,1 0,0 0,0 1,0-1,0 1,0-1,0 1,0 0,0 0,0 1,0-1,0 0,0 1,1 0,-1 0,1 0,-1 0,1 0,-1 0,-2 4,1-1,-1 1,1-1,0 1,0 0,0 1,1-1,0 0,1 1,-1 0,1 0,1 0,-1 0,1 0,0 0,1 0,-1 0,1 0,1 1,0-1,0 0,0 0,1 0,0 0,0-1,0 1,1 0,0-1,1 0,-1 1,1-1,1-1,-1 1,5 4,2-3,0 0,0-1,0 0,0-1,1-1,0 0,0 0,0-1,1-1,-1 0,1 0,-1-2,1 1,-1-2,1 1,-1-2,1 0,-1 0,0-1,1-1,-1 0,-1 0,1-1,-1-1,9-5,-14 8,-1-1,1 0,-1 1,0-2,0 1,0-1,-1 1,1-1,-1 0,0-1,-1 1,1-1,-1 0,0 0,-1 0,1 0,-1 0,0-1,-1 1,1 0,-1-1,-1 1,1-1,-1 0,0 1,-1-1,0 1,0-1,0 1,-1-1,1 1,-2 0,0-2,-1 0,-2 0,1-1,-1 2,-1-1,1 1,-1 0,-1 0,1 1,-1 0,0 0,0 1,-1 0,0 1,0 0,0 0,-3 0,6 1,0 1,0 1,0-1,0 1,0 0,0 1,0-1,0 1,-1 0,1 1,0 0,0 0,0 0,0 0,0 1,0 0,0 0,1 1,-1 0,1 0,-1 0,1 1,0-1,0 1,1 0,-1 1,0 1,0 1,1-1,-1 1,2 0,-1 0,1 0,0 0,0 1,1-1,0 1,0-1,1 1,0 0,0 0,1 0,0 4,4 27</inkml:trace>
  <inkml:trace contextRef="#ctx0" brushRef="#br0" timeOffset="146814.99">5802 14212,'0'-2,"0"1,0 6,0 8,0 12,0 10,0 8,2 7,3 1,6-4,7-5,12-10,19-17,25-24,26-28,23-24,-9-3</inkml:trace>
  <inkml:trace contextRef="#ctx0" brushRef="#br0" timeOffset="148085.697">7847 13958,'-10'20,"1"0,0 1,2 0,1 1,0 0,2 0,0 0,1 0,1 20,0-26,0-1,1 1,0 0,2 0,0 0,0 0,2-1,0 1,1 0,0-1,1 0,1 0,0-1,1 1,1-1,0-1,3 3,-8-12,0-1,1 0,0 0,0 0,0 0,0-1,0 0,0 1,1-1,-1-1,1 1,-1-1,1 0,0 0,-1 0,1 0,0-1,0 0,0 0,-1 0,1-1,0 0,0 1,-1-2,1 1,-1 0,1-1,-1 0,1 0,-1 0,0-1,0 0,0 1,0-1,-1-1,1 1,2-3,6-9,-1-1,0 0,-2-1,1 0,-2 0,-1-1,0 0,-1 0,0 0,-2-1,0 0,-2 0,0 0,-1-1,0 1,-3-13,3 12,-2 1,0-1,-1 0,-1 1,-1-1,-1 1,-1 0,0 1,-1-1,-1 1,-1 1,-1-1,0 1,-1 1,-1 0,0 1,-1 0,-14-12,23 24,0 0,1 0,-1 1,-1-1,1 1,0 0,0 0,-1 1,1-1,-1 1,0 0,1 0,-1 1,0-1,0 1,1 0,-1 1,0-1,1 1,-1-1,0 1,1 1,-1-1,1 1,-1 0,1 0,0 0,-1 1,-5 6,1 0,1 0,0 1,0 0,1 1,0-1,1 1,0 1,0-1,2 1,-1 0,2 0,-1 1,2-1,0 1,0-1,1 1,0 0,2 8,5 49,8-9</inkml:trace>
  <inkml:trace contextRef="#ctx0" brushRef="#br0" timeOffset="148382.925">8315 14225,'16'3,"16"0,20-1,15 1,16-2,11 0,6 0,0-1,-4 0,-7 0,-9 0,-14 0,-14 0,-15-3,-14-4,-12-2</inkml:trace>
  <inkml:trace contextRef="#ctx0" brushRef="#br0" timeOffset="148734.985">9010 13891,'3'5,"0"0,0 0,0 0,1 0,-1-1,1 0,0 0,1 0,-1 0,1 0,0-1,-1 0,6 3,-5-4,27 17,2-2,0-1,1-2,24 6,115 53,-170-71,-1-1,1 1,-1 0,0 0,0 0,1 0,-1 1,-1-1,1 1,0 0,-1 0,1 0,-1 0,0 0,0 1,0-1,0 0,-1 1,1 0,-1-1,0 1,0 0,0 0,-1-1,1 1,-1 0,0 0,0 0,-1 0,1 0,-1-1,1 1,-1 0,0 0,-1 1,-9 12,0-1,-1 0,0 0,-2-1,1 0,-2-2,0 1,-1-2,0 0,-5 2,18-12,-185 130,161-115</inkml:trace>
  <inkml:trace contextRef="#ctx0" brushRef="#br0" timeOffset="149966.296">9946 14185,'0'-21,"1"0,1 0,0 0,2 0,1 0,0 1,2 0,0 0,1 1,9-15,-13 24,2-6,6-13,1 1,1 0,1 1,16-22,-31 49,1 0,-1-1,0 1,0-1,0 1,0 0,1-1,-1 1,0 0,0-1,1 1,-1 0,0-1,0 1,1 0,-1-1,0 1,1 0,-1 0,1-1,-1 1,0 0,1 0,-1 0,1 0,-1 0,0-1,1 1,-1 0,1 0,-1 0,1 0,-1 0,0 0,1 1,-1-1,1 0,-1 0,1 0,-1 0,0 0,1 0,-1 1,0-1,1 0,-1 0,0 1,1-1,-1 0,0 1,1-1,-1 0,0 1,0-1,1 0,-1 1,0-1,0 0,0 1,1 0,5 28,-6-26,8 89,-5 0,-4 24,0-33,1-19,-9 144,9-204,0 1,-1-1,1 0,-1 1,0-1,0 0,-1 1,1-1,-1 0,0 0,0 0,0 0,0 0,-1-1,0 1,0-1,0 0,0 1,0-1,-1-1,1 1,-1 0,1-1,-1 0,0 0,0 0,0 0,-1-1,1 1,0-1,-1 0,1 0,0-1,-4 1,1-2,1 0,0 0,0-1,0 0,0 0,0 0,1-1,-1 0,1 0,-1 0,1-1,0 0,-3-3,8 6,0 0,0 0,1 0,-1 0,0 0,1 0,-1-1,1 1,-1 0,1 0,0 1,-1-1,1 0,0 0,0 0,-1 0,1 0,0 1,0-1,0 0,0 1,0-1,0 1,0-1,0 1,0 0,0-1,1 1,-1 0,0 0,0-1,0 1,0 0,0 0,1 0,-1 1,0-1,0 0,0 0,0 1,0-1,0 0,0 1,4-2,166-14,113 5,-234 10</inkml:trace>
  <inkml:trace contextRef="#ctx0" brushRef="#br0" timeOffset="150218.62">10802 14453,'6'-2,"1"1,-8 3,-4 2</inkml:trace>
  <inkml:trace contextRef="#ctx0" brushRef="#br0" timeOffset="151715.62">1898 15709,'20'0,"17"0,12 0,10 0,8 0,7 0,2 0,-1 0,-4 0,-9 0,-16 0</inkml:trace>
  <inkml:trace contextRef="#ctx0" brushRef="#br0" timeOffset="154603.455">3516 15736,'-1'2,"1"-2,0 0,-1-1,1 1,0-1,-1 1,1 0,-1 0,1-1,-1 1,1 0,0 0,-1 0,1-1,-1 1,1 0,-1 0,1 0,-1 0,1 0,-1 0,1 0,-1 0,1 0,-1 0,1 0,-1 0,1 0,-1 1,1-1,-1 0,1 0,-1 0,1 1,0-1,-1 0,1 1,-1-1,1 0,0 1,-1-1,1 0,0 1,0-1,-1 1,1-1,0 1,0-1,-1 0,1 1,0-1,0 1,0-1,0 1,0-1,0 1,0-1,0 1,0-1,0 1,0-1,0 1,0-1,0 1,1 0,-4-8,0 0,-1 0,0 0,0 1,0 0,-1 0,0 0,0 0,0 1,-1 0,0 0,0 0,0 1,0-1,-1 2,1-1,-1 1,0 0,-1 0,1 1,0 0,-1 0,1 1,-7-1,9 5,1-1,-1 1,1 0,-1 0,1 1,0-1,1 1,-1 0,0 0,1 0,0 1,0-1,0 1,1-1,0 1,-1 0,2 0,-1 0,0 0,1 1,0-1,1 0,-1 0,1 1,0-1,0 1,0 1,-1 0,0 1,1 0,-1 0,1 0,1 0,-1 0,2 0,-1 0,1 0,0 0,0-1,1 1,0-1,1 0,-1 1,1-2,1 1,-1 0,1-1,1 0,-1 0,1 0,0-1,0 0,0 0,1-1,0 1,0-1,0-1,5 3,7-4,0 0,0-2,0 0,0-1,0 0,-1-2,1 0,0-2,-1 0,0 0,0-2,-1 0,0-2,0 0,148-66,-163 75,0-1,-1 1,1 0,0 0,0 1,0-1,-1 0,1 1,0-1,0 1,0-1,-1 1,1 0,-1 0,1 0,0 0,-1 0,1 0,-1 0,0 0,1 0,-1 1,0-1,0 1,0-1,0 1,0-1,0 1,0 0,-1-1,1 1,-1 0,1 0,-1-1,1 1,-1 0,0 0,9 18,-5-14,0-1,0 1,1-1,0 0,0 0,0-1,1 0,-1 0,1 0,0 0,0-1,0 0,1 0,-1-1,1 0,-1 0,1 0,0-1,0 0,0 0,0-1,0 0,-1 0,1 0,0-1,0 0,0-1,0 0,-1 0,1 0,-1 0,0-1,1 0,-1-1,0 1,-1-1,1 0,-1-1,5-4,-8 6,0 1,0-1,0 0,0 0,-1 0,1 1,-1-1,0-1,0 1,0 0,0 0,-1 0,1-1,-1 1,0 0,0 0,0-1,0 1,0 0,-1 0,0-1,0 1,0 0,0 0,0 0,0 0,-1 0,1 0,-1 0,0 1,0-1,0 0,0 1,-2-2,-5-5,1 0,-1 1,-1 0,0 1,0 0,0 0,-1 1,-9-4,7 5,0 0,0 0,0 1,0 1,-1 0,1 1,-1 0,0 1,1 1,-1 0,-10 2,24-2,1 0,-1 1,1-1,-1 0,1 0,-1 1,0-1,1 1,-1-1,1 0,-1 1,0-1,1 1,-1-1,0 1,0-1,1 1,-1-1,0 1,0-1,0 1,0-1,0 1,0-1,0 1,0 0,0-1,0 1,0-1,0 1,0-1,0 1,0-1,0 1,-1-1,1 1,0-1,0 1,-1-1,1 1,0-1,-1 1,1-1,0 0,-1 1,1-1,-1 1,1-1,-1 0,1 0,0 1,-1-1,1 0,-1 0,0 1,1-1,-1 0,1 0,-1 0,1 0,-1 0,1 0,-1 0,1 0,-1 0,0 0,1 0,-1 0,1 0,-1-1,10 4,1 0,-1-1,1 0,-1-1,1 0,-1 0,1-1,0-1,-1 1,5-2,-3 1,307-34,-314 34,1 1,0-1,-1 1,1 1,-1-1,1 0,-1 1,1 0,-1 0,0 1,1-1,-1 1,0 0,0 0,0 0,0 0,0 1,-1 0,1-1,-1 1,0 1,0-1,0 0,0 1,0 0,-1 0,1-1,-1 1,0 1,9 55,-11-53,1 0,0 0,0 0,0 0,1 0,0 0,0-1,0 1,1-1,0 1,0-1,1 0,3 4,-5-8,0-1,0 1,0-1,0 1,1-1,-1 0,0 1,1-1,-1-1,1 1,-1 0,1-1,0 1,-1-1,1 0,0 1,-1-1,1-1,0 1,-1 0,1-1,-1 1,1-1,-1 0,1 0,-1 0,1 0,-1 0,0 0,1-1,-1 1,1-1,62-61,-59 55,-1-1,1 0,-2 0,0-1,0 1,0-1,-1 0,1-6,20 65,-22-43,0 0,1 0,-1-1,1 1,0-1,1 0,-1 1,1-1,0-1,0 1,0-1,1 1,0-1,0 0,0-1,0 1,0-1,1 0,-1-1,1 1,0-1,0 0,0 0,0-1,0 0,0 0,5 0,-4-4,-1-1,0 1,0-1,0 0,-1-1,1 1,-1-1,0 0,0 0,-1-1,1 1,-1-1,-1 0,1 0,-1-1,0 1,0-1,-1 1,1-5,25-86,-24 122,-4-20,-1 0,1 0,-1 0,1 0,1 1,-1-1,1 0,-1 0,1 0,1-1,-1 1,1 0,0 0,0-1,0 1,1-1,-1 1,1-1,0 0,0 0,1-1,0 2,74 23,-33-22</inkml:trace>
  <inkml:trace contextRef="#ctx0" brushRef="#br0" timeOffset="155017.349">5534 15843,'-15'-13,"0"1,-1 0,-1 1,0 1,0 0,-1 2,0 0,0 0,-1 2,-10-2,26 7,-1 0,0 1,0 0,1-1,-1 1,0 1,1-1,-1 0,0 1,1 0,-1 0,0 0,1 0,-1 1,1-1,0 1,-1 0,1 0,0 0,0 0,0 1,1-1,-1 1,1 0,-1-1,1 1,0 0,0 1,0-1,0 0,1 1,-1-1,1 0,0 1,0 0,0-1,0 1,1 2,-1-2,0 0,1 1,0-1,0 0,0 1,1-1,-1 0,1 0,0 1,0-1,0 0,1 0,-1 0,1 0,0 0,1-1,-1 1,0 0,1-1,0 0,0 0,0 0,0 0,0 0,1 0,-1-1,1 0,0 1,0-1,0-1,0 1,0-1,3 2,2-1,-1 1,1-2,0 1,0-1,0 0,-1-1,1 0,0 0,0-1,0 0,0-1,0 0,-1 0,1-1,-1 0,2-1,-4 0,-1 0,1 0,-1-1,0 1,0-1,0-1,-1 1,0-1,0 1,0-1,-1 0,1-1,-2 1,1 0,-1-1,0 0,0 1,0-1,-1 0,-1 0,1 0,-1 0,0 0,0 0,-1 0,0 0,0 0,-2-2,3 9,0 0,0 1,0-1,0 0,0 1,0-1,0 0,-1 0,1 1,0-1,0 0,0 0,-1 0,1 1,0-1,0 0,-1 0,1 0,0 0,0 1,-1-1,1 0,0 0,0 0,-1 0,1 0,0 0,-1 0,1 0,0 0,-1 0,1 0,0 0,0 0,-1 0,1 0,0 0,-1 0,1 0,0 0,0 0,-1-1,1 1,-1 10,0 1,1-1,0 0,0 0,1 1,1-1,0 0,0 0,1 0,0-1,1 1,0-1,0 1,1-1,0 0,1-1,0 1,0-1,1-1,1 1,-5-5,1-1,0 0,-1 0,1-1,0 1,0-1,0 0,1 0,-1 0,0 0,0-1,0 0,1 1,-1-2,0 1,0 0,0-1,1 0,-1 0,0 0,0-1,0 1,-1-1,1 0,3-2,16-10</inkml:trace>
  <inkml:trace contextRef="#ctx0" brushRef="#br0" timeOffset="155380.882">5829 15723,'3'134,"-2"-130,-1-1,1 0,0 0,0 0,0 0,1 0,-1 0,1 0,-1 0,1 0,0 0,0-1,1 1,-1-1,0 0,1 0,-1 0,1 0,0 0,0 0,0-1,0 1,0-1,0 0,0 0,0 0,0 0,0 0,1-1,-1 0,0 1,1-1,-1 0,0-1,1 1,-1-1,0 1,2-2,6 0,-1 0,1-1,-1 0,0-1,0 0,0-1,-1 0,0-1,0 1,0-2,0 1,-1-1,0-1,-1 0,0 0,0 0,0-1,-1 1,-1-2,1 1,-1-1,-1 1,3-10,-10 0,1 23,1-1,0 1,0-1,1 1,-1 0,1-1,0 1,0 0,0 0,0-1,1 1,-1 0,1-1,0 1,0-1,0 1,1-1,-1 1,1-1,0 0,0 0,0 0,0 0,0 0,1 0,0 0,-1-1,1 1,0-1,0 0,0 0,0 0,1 0,-1-1,0 1,2 0,22 5,0 0,0-2,1-1,0-1,-1-2,1 0,22-4,-26 3,11-1</inkml:trace>
  <inkml:trace contextRef="#ctx0" brushRef="#br0" timeOffset="155813.383">6537 15856,'1'-3,"0"1,-1-1,1 0,-1 0,0-1,0 1,0 0,0 0,0 0,-1 0,0 0,1 0,-1 1,0-1,0 0,-1 0,1 0,0 1,-1-1,0 1,0-1,1 1,-2 0,1-1,0 1,0 0,-1 1,1-1,-1 0,1 1,-1-1,0 1,1 0,-1 0,0 0,0 0,0 0,0 1,0-1,0 1,0 0,-3 1,1 0,0 0,0 1,0 0,0 0,1 0,-1 1,0 0,1 0,0 0,-1 0,1 1,1-1,-1 1,0 0,1 0,0 1,0-1,0 1,0-1,1 1,0 0,0 0,0 0,1 0,-1 0,1-1,0-1,0 0,0 1,0 0,1-1,-1 1,1-1,0 1,0-1,0 1,1 0,-1-1,1 1,0-1,0 1,0-1,0 1,1-1,-1 0,1 0,0 0,0 0,0 0,0 0,1 0,-1-1,1 1,0-1,-1 0,1 1,0-1,0-1,1 1,-1 0,0-1,1 1,-1-1,1 0,2 0,0 0,0 0,0-1,-1 1,1-1,0-1,0 1,0-1,0 0,0 0,-1-1,1 0,-1 0,1 0,-1-1,0 0,1 0,-1 0,-1 0,1-1,-1 0,1 0,0 0,5-7,0 0,-1-1,0 1,-1-2,0 1,-1-1,0-1,4-10,4-25,-3 0,-1-1,-3 0,-1 0,-3-1,-3 1,-1-5,0 51,1-18,-1 1,-1-1,-1 0,-1 1,-1 0,-2-6,6 28,0 0,0-1,-1 1,1 0,0 0,-1 0,1-1,-1 1,1 0,-1-1,1 1,-1 0,1-1,-1 1,0 0,1-1,-1 1,0-1,1 1,-1-1,0 0,0 1,0-1,1 0,-1 0,0 1,0-1,0 0,0 0,0 0,1 0,-1 0,0 0,0 0,0 0,0 0,0-1,1 1,-1 0,0-1,0 1,0 0,1-1,-1 1,0-1,0 1,1-1,-1 1,0-1,1 0,-1 1,1-1,-1 0,1 1,-1-1,1 0,0 0,-1 1,1-1,0 0,-1 0,1 0,0 0,0 1,0-1,0 0,0-1,-11 29,1-1,1 2,1-1,1 1,2 0,1 0,0 22,1-23,1 1,1 0,1-1,2 1,1 0,6 26,-7-45,0 0,1 0,0 0,0-1,1 0,1 1,-1-1,1-1,0 1,1-1,0 0,0 0,1 0,0-1,0 0,0-1,0 1,1-1,0-1,0 1,1-2,6 3,73 11,-51-16</inkml:trace>
  <inkml:trace contextRef="#ctx0" brushRef="#br0" timeOffset="156120.219">6938 15843,'0'5,"0"0,1-1,-1 1,1 0,0 0,0-1,0 1,0-1,1 1,0-1,0 0,0 0,1 0,-1 0,1 0,0 0,0 0,0-1,1 0,-1 1,1-1,0-1,-1 1,1 0,1-1,-1 0,0 0,0 0,1-1,-1 1,1-1,0 0,-1 0,1-1,0 1,-1-1,4 0,-4-2,0 1,0-1,0 0,0 0,0 0,-1 0,1 0,-1-1,1 0,-1 0,0 0,0 0,-1 0,1-1,-1 1,1-1,-1 1,0-1,0 0,-1 0,1 0,-1 0,0 0,0-1,0 1,0-2,1-5,-1-1,0 0,-1 0,0 0,-1 0,0 1,-1-1,0 0,-1-1,2 7,-1-1,1 1,-1-1,-1 1,1 0,-1 0,0 0,0 0,-1 1,1-1,-1 1,-1 0,1 0,-1 0,0 0,-4-2,7 6,0 1,0 0,0 0,0-1,0 1,0 0,0 1,1-1,-1 0,0 1,0-1,0 1,0-1,0 1,1 0,-1 0,0 0,0 0,1 0,-1 0,1 0,-1 0,1 1,0-1,-1 1,1-1,0 1,-1 0,-29 49,25-39,0 1,1 0,0-1,1 1,1 1,0-1,1 1,0-1,1 1,1-1,0 9,0-20,1 0,-1 1,1-1,-1 0,1 1,0-1,0 0,0 0,0 0,1 0,-1 0,0 0,1 0,-1 0,1-1,0 1,0 0,0-1,0 1,0-1,18 9</inkml:trace>
  <inkml:trace contextRef="#ctx0" brushRef="#br0" timeOffset="156380.52">7098 15415,'-13'18,"-5"11,5 5,7-2,5-5</inkml:trace>
  <inkml:trace contextRef="#ctx0" brushRef="#br0" timeOffset="156614.949">7233 15883,'15'11,"18"4,16 0,20-3,21-6,18-9,-9-3</inkml:trace>
  <inkml:trace contextRef="#ctx0" brushRef="#br0" timeOffset="157095.183">8957 15843,'-8'-2,"0"0,0 0,0 1,0 0,0 0,0 1,0 0,0 0,0 1,0 0,0 1,0-1,1 2,-1-1,0 1,1 0,0 0,0 1,0 0,0 1,0-1,1 1,0 0,0 1,-3 3,3-1,1-1,0 1,1 0,0 0,0 0,1 0,0 1,0 0,1-1,0 1,0 0,1 0,1 0,-1 0,1 0,1 2,0-8,0-1,0 1,0-1,0 1,0-1,1 0,-1 0,1 1,-1-1,1 0,0 0,0-1,0 1,0 0,0-1,0 1,1-1,-1 0,0 1,1-1,-1 0,1-1,-1 1,1 0,-1-1,1 1,0-1,-1 0,1 0,0 0,-1 0,1 0,0-1,-1 1,1-1,-1 0,1 0,-1 1,1-2,-1 1,0 0,1 0,-1-1,0 1,0-1,0 0,1-1,18-11,0-1,-1-1,-1 0,-1-2,0 0,-1-2,-1 1,-1-2,-1 0,-1-1,0 0,0-6,1 0,-2-1,-2 0,0 0,-2-1,-1 0,-1-1,-2 1,-1-1,-2 0,-1-25,0 49,0 0,-1-1,1 1,-1 0,-1 0,1 1,-1-1,0 0,-1 0,0 1,0-1,0 1,-1 0,0 0,0 0,0 1,-5-5,7 10,-1-1,0 0,1 1,-1-1,0 1,1 0,-1 0,0 0,1 0,-1 1,0-1,1 1,-1-1,0 1,1 0,-1 0,1 0,0 0,-1 1,1-1,0 1,0-1,-1 1,1 0,1 0,-1 0,0 0,0 0,1 0,-1 0,1 1,0-1,-1 0,1 1,0-1,0 1,-11 21,0 1,1 0,2 0,0 1,2 0,1 0,1 1,1 0,0 24,3-30,0 1,1 0,2-1,0 1,1-1,1 1,1-1,1 1,-3-14,0 1,0 0,1-1,1 0,-1 1,1-2,1 1,-1-1,1 1,0-2,1 1,0-1,0 0,0 0,1-1,0 0,0 0,0-1,8 3,-6-3,1-2,0 1,-1-2,1 1,0-1,0-1,0 0,1-1,-2 0,1 0,0-1,0-1,0 1,-1-2,1 0,-1 0,0-1,-1 0,1-1,-1 0,0 0,0-1,-1 0,0 0,0-1,0 0,-1-1,-1 0,1 0,-2 0,1-1,-1 0,-1 0,1 0,-2 0,1-1,0-7,-15-34,11 50,-1 1,1 0,-1 0,0 0,1 1,-1-1,0 0,0 0,0 0,0 0,1 1,-1-1,0 0,0 1,0-1,-1 1,1-1,0 1,0 0,0-1,0 1,0 0,0 0,-1 0,1-1,0 1,0 1,0-1,0 0,-1 0,1 0,0 1,0-1,0 0,0 1,0-1,0 1,0-1,0 1,0 0,0-1,0 1,-1 1,-2 2,0 0,0 1,1-1,0 1,-1 0,2 0,-1 0,0 0,1 1,0-1,0 1,1-1,0 1,0 0,0 0,0-1,1 1,0 0,0 0,1 0,0-1,0 1,0 0,0-1,1 1,0-1,2 5,4-1,0 0,0 0,1-1,0 0,0 0,1-1,0-1,0 1,1-2,-1 1,1-1,1-1,-1 0,1-1,-1 0,1-1,0 0,0 0,1-2,61 11</inkml:trace>
  <inkml:trace contextRef="#ctx0" brushRef="#br0" timeOffset="157686.635">10321 15522,'16'2,"1"0,-1-1,1 0,-1-2,1 0,-1-1,0 0,1-1,-1-1,-1-1,1 0,0-1,-1-1,-1 0,1-1,-1-1,0 0,-1-1,0 0,-1-1,8-9,-12 13,0 0,-1-1,0 1,0-2,-1 1,0-1,0 0,-1 0,0-1,-1 0,0 0,-1 0,0 0,0 0,-1-1,0 1,-1-3,-1 11,0 0,0-1,-1 1,1 0,-1 0,0-1,1 1,-1 0,0 0,0 0,0 0,-1 0,1 0,0 0,-1 1,1-1,-1 0,0 1,0-1,1 1,-1 0,0-1,0 1,0 0,0 0,0 0,-1 1,1-1,0 0,0 1,0-1,-1 1,1 0,0 0,-1 0,1 0,0 0,0 0,-1 1,1-1,0 1,0 0,-1-1,1 1,0 0,0 0,0 1,-6 4,0 0,1 1,0 0,0 0,0 0,1 1,1 0,-1 1,1-1,1 1,-1 0,1 0,1 0,0 1,-1 3,-12 52,3 1,2 0,4 1,2 0,3 0,4 17,-2-48,12 464,-14-439,-2-15</inkml:trace>
  <inkml:trace contextRef="#ctx0" brushRef="#br0" timeOffset="158145.43">10293 15843,'37'-17,"0"1,1 1,0 3,1 1,1 1,-1 3,16-1,-50 8,7-3,1 0,0 1,0 1,0 0,0 0,0 2,0 0,0 0,0 1,-1 0,1 1,-1 1,1 0,1 2,18 33,-31-37,1 1,-1 0,1 0,-1-1,1 1,0 0,0-1,0 0,1 0,-1 1,0-1,1-1,-1 1,1 0,0-1,0 1,-1-1,1 0,2 1,0-1,1 0,-1-1,1 0,-1 1,1-2,-1 1,1-1,-1 0,1 0,-1 0,0-1,1 0,-1 0,0 0,0-1,0 1,-1-1,1 0,-1-1,1 1,-1-1,0 0,-1 0,1 0,-1-1,1 1,-1-1,0 0,1-2,1 0,-2-1,1 1,-1-1,0 0,0 0,-1 0,0 0,-1 0,1 0,-2 0,1-1,-1 1,0 0,-1-1,0 1,0 0,-2-5,1 8,1 0,-1 0,1 1,-1-1,-1 1,1-1,-1 1,0 0,0 0,0 0,0 0,0 1,-1-1,0 1,0 0,0 0,0 0,0 1,-1-1,1 1,-1 0,1 1,-1-1,0 1,0 0,0 0,1 0,-1 0,0 1,0 0,0 0,0 1,0-1,0 1,0 0,0 0,0 1,1-1,-1 1,0 0,1 0,0 1,-2 0,1 1,1 0,-1 0,1 1,0-1,1 1,-1-1,1 1,0 0,0 1,1-1,-1 0,1 1,0 0,1-1,-1 1,1 0,0 0,1 0,-1-1,1 1,0 0,1 0,-1 0,1 0,1 0,-1-1,1 1,0 0,0-1,0 1,1-1,0 0,1 2,20 21</inkml:trace>
  <inkml:trace contextRef="#ctx0" brushRef="#br0" timeOffset="158744.827">11203 15749,'0'-23,"-2"11,1-1,0 0,1 1,1-1,0 0,0 1,1-1,1 1,0 0,1 0,0 0,1 0,0 0,1 1,0 0,1 0,0 1,4-4,-7 12,0 0,0 0,1 1,-1-1,1 1,-1 0,1 1,-1-1,1 1,0 0,-1 0,1 0,0 1,-1-1,1 1,-1 0,1 1,-1-1,0 1,1 0,-1 0,0 0,0 0,0 1,-1 0,1-1,0 2,-1-1,0 0,3 4,7 2,-2-2,-1-1,1 2,-1 0,0 0,-1 0,0 1,0 1,-1-1,0 2,-1-1,0 1,-1 0,0 0,-1 1,0-1,1 4,1 96,-6-108,0-1,0 1,0 0,0 0,1-1,-1 1,1-1,0 1,-1-1,1 0,0 0,1 1,-1-1,0-1,1 1,-1 0,1-1,-1 1,1-1,0 0,-1 0,1 0,0 0,0 0,0 0,0-1,0 0,0 0,0 1,0-1,0-1,0 1,0 0,0-1,0 0,-1 0,1 0,0 0,0 0,-1 0,3-2,13-1,0-2,-1-1,0 0,0-1,0 0,-1-2,-1 0,1-1,-2 0,1-1,-2-1,0 0,0-1,-1 0,-1-1,0 0,-1-1,-1 0,0 0,-2-1,0-1,0 1,-2-1,4-16,1-31,-2 0,-2-1,-4 0,-5-50,2 57,5 104,2 449,-7-485,1 0,0 0,0 0,0-1,1 1,1 0,-1 0,1-1,1 1,0-1,0 0,0 0,1 0,0 0,1-1,0 1,0-1,1 0,-1 0,1-1,1 0,-1 0,1-1,0 1,2-1,-3-2,0-1,0 0,0 0,1-1,-1 1,1-2,-1 1,1-1,0 1,-1-2,1 1,-1-1,1 0,-1 0,1-1,-1 0,0 0,0-1,4-1,16-12</inkml:trace>
  <inkml:trace contextRef="#ctx0" brushRef="#br0" timeOffset="159001.653">11470 15415,'13'0,"19"-2,22-4,22-2,19-2,8 0,-1 4,-18 4</inkml:trace>
  <inkml:trace contextRef="#ctx0" brushRef="#br0" timeOffset="159163.226">11965 15923,'-3'18,"-2"16,-1 8,1 4,3 1,5-5,3-8,6-9,6-10,3-8,-1-7</inkml:trace>
  <inkml:trace contextRef="#ctx0" brushRef="#br0" timeOffset="159995.05">12513 15777,'-5'-19,"-1"0,-1 1,0 0,-1 0,-1 1,-1 0,0 1,-2 0,-7-8,18 22,0 0,0 0,0 0,0 0,-1 1,1-1,-1 0,1 1,-1-1,1 1,-1 0,0 0,0-1,0 1,1 0,-1 0,0 1,0-1,-1 0,1 1,0-1,0 1,0 0,0 0,0-1,0 1,-1 1,1-1,0 0,0 0,0 1,0 0,0-1,0 1,0 0,-2 1,-2 6,0 1,0 0,1 0,0 1,1 0,0 0,1 0,0 0,0 0,1 1,0-1,1 1,0 9,0-16,1 0,-1 0,1 0,0 0,0 0,0 0,0 0,1-1,-1 1,1 0,0 0,0 0,1 0,-1-1,1 1,0-1,0 1,0-1,0 0,0 1,1-1,0-1,-1 1,1 0,0 0,0-1,1 0,-1 0,0 0,1 0,0 0,-1-1,1 1,0-1,1 0,6-1,0 0,0-1,0 0,0-1,0 0,-1-1,1 0,-1-1,0 0,0 0,0-1,0-1,-1 0,0 0,0-1,0 0,-1 0,0-1,-1 0,2-2,-8 9,-1 0,0 1,0-1,0 1,0 0,0-1,0 1,1 0,-1-1,0 1,0 0,0-1,0 1,0 0,0-1,1 1,-1 0,0-1,0 1,1 0,-1-1,0 1,0 0,1 0,-1 0,0-1,1 1,-1 0,0 0,1 0,-1-1,0 1,1 0,-1 0,0 0,1 0,-1 0,0 0,1 0,-1 0,1 0,-1 0,0 0,1 0,-1 0,0 0,1 0,-1 1,0-1,1 0,-1 0,0 0,1 1,-1-1,0 0,0 0,1 0,-1 1,0-1,0 0,1 1,-1-1,0 0,0 1,0-1,1 0,-1 1,-1 1,1 0,-1 0,1 0,0 0,0 1,0-1,0 0,0 0,0 1,0-1,1 0,-1 0,1 0,0 0,0 0,-1 0,1 0,0 0,1 0,-1 0,0 0,1-1,-1 1,1 0,-1-1,1 1,0-1,-1 0,1 1,0-1,0 0,0 0,0 0,0-1,0 1,0 0,1-1,-1 1,0-1,0 0,0 0,1 0,-1 0,0 0,0 0,0-1,1 1,-1-1,0 1,0-1,1 0,5-5,0 0,-1-1,0 0,0 0,0 0,-1-1,0 0,-1 0,0 0,0-1,-1 0,0 0,0 0,-1 0,0-1,-1 1,0-1,0 0,-1 0,0-5,12-45,-12 58,0 0,0 0,0 0,1 1,-1-1,1 1,-1-1,1 1,-1-1,1 1,0 0,-1 0,1 0,0 0,0 0,0 0,0 0,0 1,0-1,0 1,0 0,0-1,0 1,0 0,1 0,-1 0,0 0,0 1,0-1,0 1,0-1,0 1,0 0,0-1,0 1,0 0,1 1,13 2,19 1,-23-4,-1 0,0 1,0 0,0 0,0 1,0 1,-1 0,1 1,-1-1,0 2,-1 0,1 0,-5 1,-1-1,0 1,0 0,-1 0,0 1,0-1,-1 1,0-1,0 1,-1 0,0 0,0-1,-1 1,0 0,-1 0,1 0,-1 0,-1-1,-1 7,1 9,0-5,0-16,1 1,0-1,0 1,0 0,1-1,-1 1,1 0,-1-1,1 1,0 0,0-1,0 1,0 0,1 0,-1-1,1 1,-1 0,1-1,0 1,0-1,0 1,1-1,-1 0,0 1,1-1,0 0,-1 0,1 0,0 0,0 0,0 0,0-1,1 1,-1-1,0 1,1-1,-1 0,1 0,2 1,7-3,1-1,0 0,-1 0,1-2,-1 1,0-2,0 1,-1-2,1 0,-1 0,0-1,-1 0,0-1,4-3,1 0,-1 0,-1-1,0-1,0 0,-2 0,1-1,-2-1,0 0,0 0,-2-1,0 0,2-7,-9 22,0-1,0 0,0 0,0 1,-1-1,1 0,0 0,-1 0,1 0,-1 0,0 0,0 0,0 0,0 0,0 0,0 0,0 0,-1 0,1 0,-1 0,1 0,-1 0,0 0,0 0,0 0,0 1,0-1,0 0,0 1,-1-1,1 1,0-1,-1 1,1-1,-1 1,0 0,0 0,1 0,-1 0,0 0,0 0,0 1,0-1,-1 0,-4 3,1 0,-1 1,1-1,0 1,0 1,0-1,0 1,1 0,-1 0,1 1,0-1,1 1,-1 0,1 1,0-1,0 1,0 0,1 0,0 0,-1-2,1 1,0-1,0 1,0 0,1 0,-1 0,1 1,0-1,1 0,-1 1,1-1,0 1,1 0,-1-1,1 1,0 0,1-1,-1 1,1 0,0-1,1 1,-1-1,1 0,0 1,0-1,1 0,-1 0,1 0,1 0,-1-1,0 1,1-1,1 1,11 4,1-1,1 0,-1-2,1 1,1-2,-1-1,1 0,-1-1,1-1,0-1,0-1,11-1,44 2</inkml:trace>
  <inkml:trace contextRef="#ctx0" brushRef="#br0" timeOffset="160253.36">14064 15509,'2'18,"1"13,0 8,1 4,1 2,1-5,0-7,-2-8</inkml:trace>
  <inkml:trace contextRef="#ctx0" brushRef="#br0" timeOffset="160644.27">13970 15268,'42'9,"0"2,-1 1,0 3,-1 1,6 5,-32-14,-1 1,0 0,0 1,-1 0,0 1,0 0,-1 1,-1 0,0 1,0 0,-1 0,-1 1,0 1,-1-1,0 1,-1 1,0 6,-1-1,-1 1,0-1,-2 1,0 0,-2 0,-1 20,0-40,1 0,-1 1,1-1,0 0,-1 0,1 0,0 0,0 0,0 1,0-1,0 0,0 0,0 0,0 0,1 1,-1-1,0 0,1 0,-1 0,1 0,-1 0,1 0,-1 0,1 0,0 0,0 0,-1 0,1 0,0-1,0 1,0 0,0 0,0-1,0 1,0-1,0 1,0-1,0 1,0-1,1 0,-1 0,0 1,0-1,0 0,0 0,1 0,-1 0,0 0,8-4,0-1,-1 1,1-1,-1-1,0 0,-1 0,0 0,0-1,0 0,-1-1,0 1,4-8,70-126,-67 133,-8 28,-5-17,2 10,1 0,0 0,0 0,2 0,-1-1,2 0,-1 1,2-2,0 1,0-1,1 0,0-1,1 0,0 0,1-1,-1 0,10 6,39 17,0-9</inkml:trace>
  <inkml:trace contextRef="#ctx0" brushRef="#br0" timeOffset="161145.936">16042 15509,'46'-51,"0"0,-1-2,-3-1,-1-6,-39 103,-5-23,9 151,-2-132,-2 1,-1 0,-5 31,-2-25</inkml:trace>
  <inkml:trace contextRef="#ctx0" brushRef="#br0" timeOffset="161416.727">16148 15843,'19'-7,"14"-2,11-2,8 1,1 2,-4 3,-5 2,-11 1</inkml:trace>
  <inkml:trace contextRef="#ctx0" brushRef="#br0" timeOffset="161684.315">15641 14947,'-4'-11,"0"0,5 10,10 11,10 13,12 10,1-1</inkml:trace>
  <inkml:trace contextRef="#ctx0" brushRef="#br0" timeOffset="161931.666">16390 14800,'4'7,"7"9,5 11,7 10,5 7,1 4,-4-7</inkml:trace>
  <inkml:trace contextRef="#ctx0" brushRef="#br0" timeOffset="163433.006">9812 14854,'28'0,"24"-2,22-4,18-4,15-6,7-2,0-1,-8 2,-15 2,-21 5,-27 6,-27 8,-29 6,-11 1</inkml:trace>
  <inkml:trace contextRef="#ctx0" brushRef="#br0" timeOffset="165082.887">17579 15455,'21'0,"17"0,17-2,12-1,9 0,2 1,-5 3,-13 3,-16 6,-16 1</inkml:trace>
  <inkml:trace contextRef="#ctx0" brushRef="#br0" timeOffset="165248.449">17579 15629,'23'0,"23"0,22 0,21-2,12-3,5-4,-15 1</inkml:trace>
  <inkml:trace contextRef="#ctx0" brushRef="#br0" timeOffset="165496.786">18301 15255,'14'2,"18"6,19 3,20 7,13 7,6 6,-3 5,-12 5,-18 5,-22 3,-26 3,-25 2,-22-2,-15-3,-9-5,3-8,8-10,14-9</inkml:trace>
  <inkml:trace contextRef="#ctx0" brushRef="#br0" timeOffset="166164.509">19638 15496,'-1'-13,"0"1,1 0,0-1,2 1,-1 0,1-1,1 1,2-8,4-20,-8 37,8-39,-2-1,-2 1,-1-2,-3 1,-2-24,1 65,0-1,0 0,1 0,-2 0,1 0,0 0,-1 0,1 0,-1 0,0 1,0-1,0 0,0 0,-1 1,1-1,-1 1,1-1,-1 1,0 0,0 0,0 0,0 0,0 0,-1 0,1 0,0 1,-1-1,0 1,1-1,-1 1,0 0,1 0,-1 1,0-1,0 0,0 1,-2 0,0 1,-1 0,1 1,-1 0,1 0,0 0,0 1,0 0,0 0,0 0,0 0,1 1,0 0,0 0,0 0,0 0,-3 5,6-8,1 0,-1 0,1 0,-1 0,1 0,-1 0,1 0,-1 0,1 0,0 1,0-1,-1 0,1 0,0 0,0 0,0 0,0 0,1 1,-1-1,0 0,0 0,1 0,-1 0,0 0,1 0,-1 0,1 0,-1 0,1 0,0 0,0 0,-1 0,1-1,0 1,0 0,0 0,0-1,0 1,-1 0,1-1,1 1,-1-1,51 16,2-10,1-2,0-3,9-2,54 1,-115 0,0-1,0 1,-1 0,1 0,0 0,0 1,0-1,-1 1,1-1,0 1,0 0,-1 0,1 0,-1 0,1 1,-1-1,1 1,-1-1,0 1,0 0,0 0,0 0,0 0,0 0,0 1,-1-1,1 0,-1 1,0-1,1 3,1 8,-1 0,0 0,-1 1,0-1,-1 0,-1 1,-2 12,1-4,-7 106,5 0,12 119,24 76,-31-316,0 0,0 0,-1 0,0 0,0 0,-1 0,1 0,-1 0,-1 0,0 0,0-1,0 1,-1 0,1-1,-2 0,1 1,-1-1,0-1,0 1,0 0,-1-1,0 0,0 0,0-1,-1 1,-1 0,1-3,0 0,0 0,0 0,-1-1,1 1,-1-2,1 1,-1-1,1 0,-1 0,1-1,-1 1,1-2,-1 1,1-1,0 0,-1 0,1 0,0-1,1 0,-1-1,-2-1,-5-3,1-1,0-1,0 0,1-1,0 0,1 0,1-1,0-1,-1-1,-1-3,2 0,0-1,1 0,0 0,1 0,2-1,-4-18,7 30,1-1,0-1,0 1,1 0,0 0,1 0,0 0,0 0,0 0,1 0,0 0,1 1,0-1,0 1,0-1,1 1,0 0,1 1,-1-1,4-2,9-6,1 1,1 0,0 1,1 2,0 0,0 1,1 0,1 2,1 1,6-5,34-13</inkml:trace>
  <inkml:trace contextRef="#ctx0" brushRef="#br0" timeOffset="166417.62">20374 15295,'0'4,"2"11,3 15,3 12,0 12,2 9,-2 4,0-1,-1-5,1-5,-2-11,1-12,-1-13</inkml:trace>
  <inkml:trace contextRef="#ctx0" brushRef="#br0" timeOffset="166687.887">20828 15295,'-40'18,"1"2,0 2,2 2,1 1,-30 28,10 10,54-60,1-1,-1 0,1 1,0 0,0-1,0 1,0 0,0 0,1-1,-1 1,1 0,0 0,0 0,0 0,0 0,0-1,1 1,-1 0,1 0,0 0,0-1,0 1,0 0,0-1,0 1,1-1,0 2,10 8,0-1,1 0,0-1,0 0,1-1,1-1,-1 0,1-1,1 0,9 2,7 2,1-2,0 0,0-3,1-1,-1-1,1-2,0-1,21-3,5-2</inkml:trace>
  <inkml:trace contextRef="#ctx0" brushRef="#br0" timeOffset="166845.468">21269 15468,'16'-2,"16"-1,15 0,8 1,4 0,-8 1</inkml:trace>
  <inkml:trace contextRef="#ctx0" brushRef="#br0" timeOffset="167046.93">21296 15642,'25'7,"24"2,22 0,22-2,15-2,-11-2</inkml:trace>
  <inkml:trace contextRef="#ctx0" brushRef="#br0" timeOffset="167513.2">22325 15442,'-2'-26,"0"0,2 0,1 0,2 0,0 0,1 1,2-1,1 1,0 0,12-23,3 8,-15 45,-8 60,-10 26,2-28,3 0,2 0,6 60,-2-112,1-1,1 1,0-1,0 1,1-1,0 0,1 0,0 0,0 0,1 0,1-1,5 8,13 6</inkml:trace>
  <inkml:trace contextRef="#ctx0" brushRef="#br0" timeOffset="167881.216">22753 15442,'-4'5,"0"1,0-1,0 1,0 0,1 0,0 1,1-1,-1 0,1 1,0 0,1-1,-1 1,2 0,-1 0,1 0,0 0,0-1,0 1,1 0,0 0,1 0,0-1,0 1,0-1,1 1,-1-1,2 0,-1 0,2 2,2-2,0 0,0-1,1 0,0 0,0-1,0 0,0 0,1-1,-1 0,1 0,0-1,0 0,0-1,0 0,0 0,1-1,-1 0,0-1,0 0,0 0,0-1,0 0,0 0,-1-1,1-1,-1 1,0-1,0-1,0 0,0 0,-1 0,0-1,0 0,0 0,-1-1,0 0,0 0,-1 0,1-1,-1-1,0-3,-1 0,-1 0,0 0,0-1,-1 1,-1-1,0 0,-1 1,0-1,-1 0,-1 1,0-1,0 1,-1 0,-1 0,0 0,-1-2,2 7,0 0,0 0,-1 0,0 0,0 0,0 1,-1 0,0 0,-1 0,1 0,-1 1,0 0,0 0,0 1,-1 0,0 0,0 0,0 1,0 0,0 0,-1 1,1 0,-1 0,0 1,1 0,-1 0,0 1,0 0,-7 2,1 2,1-1,-1 1,1 1,-1 1,1 0,1 0,-1 1,1 1,1 0,-1 1,1 0,1 1,0 0,0 0,1 1,0 0,1 1,0 0,1 0,0 1,1 0,1 0,-4 11,7-15,-1 0,1 1,0-1,1 1,0-1,1 1,0 0,0-1,1 1,1-1,-1 1,2 1,14 38</inkml:trace>
  <inkml:trace contextRef="#ctx0" brushRef="#br0" timeOffset="168149.5">23501 15669,'-4'-4,"-2"-2</inkml:trace>
  <inkml:trace contextRef="#ctx0" brushRef="#br0" timeOffset="172178.857">2005 16966,'-4'0,"2"0,9 0,15 0,21-2,22-4,20 0,17-1,10 0,5 1,-5 2,-23 2</inkml:trace>
  <inkml:trace contextRef="#ctx0" brushRef="#br0" timeOffset="173849.419">3810 16886,'-15'-1,"1"1,0 0,-1 1,1 0,-1 1,1 1,0 0,0 1,1 1,-1 0,1 1,0 0,0 1,1 0,0 1,0 1,0 0,2 0,-1 1,1 0,0 1,1 0,1 1,-1 0,-4 10,11-17,0-1,0 1,0-1,1 1,0 0,0-1,0 1,0 0,1 0,0 0,0-1,0 1,1 0,-1 0,1 0,0-1,1 1,-1 0,1-1,0 1,0-1,0 0,1 1,-1-1,1 0,0-1,0 1,1 0,-1-1,1 0,-1 0,1 0,0 0,0 0,2-1,14 7,1-2,-1-1,2 0,-1-2,1 0,-1-2,1 0,0-1,0-1,0-2,0 0,-1-1,1-1,7-3,-10 4,0-1,0-1,-1-1,0-1,0 0,0-1,-1-1,-1 0,1-2,-1 0,-1-1,0 0,8-9,2-23,-10 67,-11-16,-1 0,1 0,1-1,-1 1,1-1,0 0,1 0,0-1,-1 1,2-1,-1-1,0 1,1-1,0 0,0-1,0 1,1-1,-1-1,1 1,-1-1,1-1,0 0,0 0,0 0,0-1,-1 0,1 0,0-1,0 0,0-1,0 1,-1-2,1 1,-1-1,0 0,5-3,-10 4,1 0,0 0,-1 0,1 0,-1-1,0 1,0-1,0 0,0 0,0 0,-1 1,1-2,-1 1,0 0,0 0,0 0,0-1,0 1,-1 0,1-1,-1 1,0 0,0-1,-1 1,1 0,-1-1,1 1,-1 0,0-1,0 1,-1 0,1 0,0 0,-1 0,0 0,0 0,0 1,0-1,0 1,-1-1,-1 0,-5-6,-1 0,0 1,-1 0,1 1,-2 0,1 1,-1 0,0 1,0 0,0 1,-1 1,-7-2,12 0,24 0,-14 5,18-5,63-15,-1 3,61-3,-137 19,0 0,0 0,0 1,0 0,0-1,-1 2,1-1,0 1,0 0,0 0,-1 1,1-1,0 1,-1 1,0-1,1 1,-1 0,0 0,0 0,-1 1,1 0,-1 0,0 0,0 0,0 1,0-1,1 4,-1 2,-1 0,-1 0,1 1,-2-1,0 0,0 1,-1-1,0 10,5 52,-5-70,0 0,1 0,-1 0,1 0,-1 0,1 0,0 0,0 0,0 0,0-1,0 1,1 0,-1-1,0 1,1-1,-1 0,1 1,-1-1,1 0,0 0,0 0,-1 0,1 0,0 0,0 0,0-1,0 1,0-1,0 1,0-1,0 0,0 0,0 0,0 0,0 0,0 0,1-1,69-29,-62 24,-1-1,0 0,-1-1,1 0,-2-1,1 0,-1 0,0 0,-1-1,0 0,-1 0,0-1,0 1,-1-1,1-6,-3 8,5-12,6 33,1 17,-5-8,0-1,2 0,1 0,0-1,2 0,2 2,-13-19,-1 1,0-1,1 1,-1-1,1 0,0 0,-1 0,1 0,0 0,0-1,1 0,-1 1,0-1,0 0,1 0,-1-1,0 1,1-1,-1 1,1-1,-1 0,0-1,1 1,-1 0,1-1,-1 0,0 0,0 0,1 0,-1-1,0 1,0-1,0 1,0-1,-1 0,1 0,0-1,-1 1,1-1,-1 1,0-1,0 1,0-1,1-2,3-6,1 0,-2-1,0 1,0-2,-1 1,0 0,-1-1,0 1,-1-1,-1-6,8 62,-8-33,18 76,-18-84,0 1,0-1,0 0,0 1,1-1,-1 0,1 0,0 0,-1 0,1 0,0 0,0-1,0 1,0 0,1-1,-1 0,0 1,1-1,-1 0,1 0,-1-1,1 1,-1 0,1-1,-1 0,1 1,0-1,-1 0,1 0,0-1,0 1,5-3,0 0,0-1,0 0,-1 0,0-1,0 0,0 0,0-1,-1 0,0 0,0 0,-1-1,1 0,-2 0,1 0,-1-1,0 1,0-1,-1 0,0 0,0 0,-1-1,0 1,-1-1,0-2,-1 18,-2 1,1 0,-1 0,2 0,-1 0,1 0,0 0,1 0,0 0,0 0,1 0,0 0,0-1,0 1,1 0,1-1,-1 0,1 0,0 0,1 0,0-1,0 0,0 0,1 0,0 0,1 0,81 16,-40-19</inkml:trace>
  <inkml:trace contextRef="#ctx0" brushRef="#br0" timeOffset="175366.533">6109 17086,'-16'-5,"2"-1,0 1,0 1,0 0,-1 0,1 2,-1 0,0 0,0 2,0 0,0 0,-5 2,16 0,0-1,0 1,0 0,0 0,1 0,-1 0,1 1,-1 0,1 0,0 0,0 0,0 0,0 0,0 1,1-1,0 1,0 0,0 0,0 0,0 0,1 0,0 0,0 0,0 1,0 2,0-4,1 0,-1 1,1-1,0 0,0 0,0 0,1 0,-1 1,1-1,0 0,0 0,0 0,0 0,0 0,0 0,1-1,0 1,-1 0,1-1,0 1,1-1,-1 1,0-1,0 0,1 0,0 0,-1 0,1-1,0 1,0-1,0 0,0 1,0-1,2 0,6-1,0 0,0-1,0 0,0-1,-1 0,1 0,-1-1,1-1,-1 0,0 0,0-1,-1 0,0-1,0 0,0-1,0 1,-1-2,0 1,-1-1,4-4,-5 5,0-1,-1 1,0-1,0 0,-1 0,0 0,0-1,-1 1,0-1,-1 0,1-1,-5 126,2-111,0-1,1 1,-1-1,1 0,0 1,0-1,0 0,1 0,-1 1,1-1,0 0,0-1,1 1,-1 0,1-1,0 1,0-1,0 0,0 0,0 0,1 0,0 0,-1-1,1 0,0 0,0 0,0 0,0 0,0-1,1 0,-1 0,0 0,1 0,-1-1,1 0,-1 0,0 0,1 0,-1-1,1 1,8-6,0 0,0-1,-1 0,0-1,0-1,0 1,-1-2,-1 0,0 0,0-1,-1 0,0 0,-1-1,0 0,-1-1,-1 0,0 0,0 0,2-12,-5 13,-11 34,6-14,-1 0,0 0,1 0,0 0,0 0,1 0,0 0,1 1,-1-1,2 0,-1 1,1-1,0 0,3 8,-3-14,1 0,-1 0,1 0,-1 0,1-1,0 1,0 0,0-1,0 1,0-1,0 1,0-1,0 0,0 0,1 0,-1 0,0-1,1 1,-1-1,1 1,-1-1,1 0,-1 0,1 0,-1 0,1 0,-1 0,1-1,-1 0,70-25,-60 20,0 0,-1-1,0 0,-1-1,0 0,0 0,0-1,-1-1,-1 1,1-2,-2 1,4-6,-3 40,-7-11,1-4,0-1,1 0,0 0,1 0,0 0,0 0,0-1,1 0,0 0,1 0,0 0,0-1,0 0,0 0,1-1,0 0,1 0,-1 0,1-1,-1 0,1-1,4 2,6 1,1 0,0-1,-1-1,1 0,1-2,-1 0,0-1,1-1,13-2,-22 1,-1-1,1 0,0-1,-1 0,0-1,1 0,-2 0,1-1,0-1,-1 0,0 0,4-3,-9 5,0 0,0 1,0-1,0-1,-1 1,1 0,-1-1,0 0,-1 0,1 0,-1 0,0 0,0 0,0 0,-1-1,0 1,0-1,0 1,-1-1,0 1,0-1,0 0,-1 1,0-1,0 0,1 4,0 0,0 1,0-1,0 0,-1 0,1 0,-1 0,0 0,1 0,-1 0,0 1,0-1,0 0,0 1,0-1,0 0,-1 1,1 0,-1-1,1 1,-1 0,1-1,-1 1,0 0,1 0,-1 1,0-1,0 0,0 0,1 1,-1-1,0 1,0 0,0 0,0-1,0 1,0 0,0 1,0-1,0 0,0 1,0-1,0 1,0-1,0 1,1 0,-1 0,0 0,1 0,-1 0,0 0,-4 5,1 0,-1 0,1 0,0 1,1-1,0 1,0 0,0 1,1-1,0 1,0-1,1 1,0 0,1 0,-1 0,1 6,1-12,0 0,0 1,0-1,0 0,1 0,-1 1,0-1,1 0,0 0,0 0,-1 0,1 1,0-1,1 0,-1-1,0 1,1 0,-1 0,1-1,-1 1,1 0,0-1,0 0,-1 1,1-1,0 0,0 0,0 0,1 0,-1 0,0-1,0 1,0-1,1 1,-1-1,0 0,0 0,1 0,-1 0,0 0,0 0,1-1,-1 1,0-1,0 0,0 1,1-1,-1 0,1-1,2 0,1-1,-1 1,0-1,0 0,-1 0,1-1,-1 1,0-1,0 0,0 0,0-1,0 1,-1-1,0 0,0 0,-1 0,1 0,-1 0,0-1,0 1,0-5,15-121,-16 65,-3 0,-4 1,-9-50,-4 51,10 65,-13 75,-17 254,36-308,1 1,2 0,0 0,1 0,2 0,0-1,1 1,2 0,-5-19,1 1,0-1,0 0,1 1,-1-1,1-1,-1 1,1 0,1-1,-1 1,0-1,1 0,0 0,-1 0,1-1,0 1,0-1,1 0,-1 0,0 0,1-1,-1 1,1-1,0 0,-1-1,1 1,0-1,-1 0,1 0,0 0,0-1,-1 0,1 0,-1 0,5-1,12-4,0-1,-1-1,0-1,0 0,-1-1,0-1,-1-1,-1-1,1-1,13-14,-19 14,-11 14,-1 0,0 0,0 0,0 1,1-1,-1 0,0 0,0 1,1-1,-1 0,0 0,0 0,1 0,-1 0,0 0,1 1,-1-1,0 0,1 0,-1 0,0 0,1 0,-1 0,0 0,0 0,1 0,-1 0,0-1,-8 86,8-83,1 1,-1 0,1-1,0 1,-1-1,1 1,0 0,1-1,-1 0,0 1,1-1,-1 0,1 0,0 0,-1 0,1 0,0 0,0 0,1 0,-1-1,0 1,1-1,-1 0,0 0,1 0,-1 0,1 0,0 0,-1-1,1 1,1-1,0 1,-1-1,1 0,0 0,-1-1,1 1,0-1,-1 0,1 0,-1 0,1 0,-1-1,1 1,-1-1,0 0,0 0,0 0,0 0,0-1,0 1,-1-1,1 1,-1-1,0 0,0 0,2-3,1-3,0 1,-1-1,0 0,0-1,-1 1,0-1,-1 1,0-1,0-5,-2 6,1 0,-2 0,1 0,-1 0,-1 0,0 1,0-1,0 0,-1 1,-1 0,1-1,-2 1,3 4,0 0,0 0,-1 0,1 0,-1 0,0 1,0-1,-1 1,1 0,-1 0,1 0,-1 1,0-1,0 1,0 0,0 0,-1 0,1 0,-1 1,1 0,-1 0,1 0,-1 1,0-1,1 2,0-1,0 1,-1 0,1 0,1 0,-1 1,0-1,0 1,0 0,1 0,-1 0,1 0,-1 1,1 0,0 0,0-1,0 2,1-1,-1 0,1 0,0 1,0 0,0-1,-1 3,-2 4,1-1,0 1,1 0,0 0,1 0,0 0,0 0,1 1,0 4,1-11,0 1,1 0,-1 0,1-1,0 1,0 0,0-1,1 1,0-1,0 0,0 1,0-1,1 0,-1 0,1 0,0-1,0 1,0-1,1 1,0-1,-1 0,1-1,0 1,0 0,0-1,1 0,-1 0,0-1,1 1,-1-1,1 0,0 0,-1 0,1 0,0-1,2 0,71-20,-45 2</inkml:trace>
  <inkml:trace contextRef="#ctx0" brushRef="#br0" timeOffset="175640">7793 16805,'-78'-52,"75"51,1 0,-1 0,1 0,-1 0,1 0,-1 1,1 0,-1-1,0 1,1 0,-1 0,1 0,-1 0,0 1,1-1,-1 1,1 0,-1-1,1 1,-1 0,1 1,0-1,-1 0,1 1,0-1,0 1,0 0,0-1,0 1,0 0,1 0,-1 0,0 2,-3 6,1 1,0-1,0 1,1 0,1 0,0 0,0 1,1-1,0 0,1 1,1-1,0 1,0-1,1 0,0 0,1 0,0 0,1 0,0-1,5 8,-2-5,1 0,0-1,1 0,0 0,1-1,0 0,1-1,0 0,0-1,1 0,1-1,-1 0,11 4,5 1,0 0,1-2,0-2,1 0,0-2,5-1,18 1,-1-2,1-3,0-2,0-3,23-4,12-5</inkml:trace>
  <inkml:trace contextRef="#ctx0" brushRef="#br0" timeOffset="176235.631">9291 17046,'-13'-10,"0"2,-1-1,0 2,-1 0,1 0,-1 1,0 1,-1 1,1 0,-12-1,22 6,0-1,0 1,1 0,-1 0,0 1,0-1,1 1,-1 0,1 0,-1 1,1-1,0 1,0 0,0 0,0 0,1 1,-1-1,1 1,0 0,0 0,0 0,1 0,-1 1,1-1,0 1,0-1,1 1,0 0,-1 0,1 0,1-1,-1 1,1 0,0 2,0-5,0-1,0 1,0 0,0-1,0 1,0 0,1-1,-1 1,1 0,-1-1,1 1,-1-1,1 1,0-1,0 1,0-1,0 0,0 1,0-1,0 0,1 0,-1 0,0 0,0 0,1 0,-1 0,1 0,-1-1,1 1,-1 0,1-1,0 1,-1-1,1 0,0 1,-1-1,1 0,0 0,0 0,64-18,-51 9,0-1,-1-1,0 0,-1 0,0-2,-1 1,0-2,-1 1,0-2,-2 1,1-1,-2-1,0 0,-1 0,-1 0,0-1,-1 0,-1 0,0-1,-2 1,0-1,-1 1,0-1,-1 0,-2 1,0-1,0 1,-2-1,0 1,-1 0,-1 1,-5-13,11 27,-1 0,1 0,0 0,-1 1,1-1,-1 0,0 1,1-1,-1 1,0-1,0 0,0 1,0 0,0-1,0 1,0 0,-1-1,1 1,0 0,-1 0,1 0,-1 0,1 0,-1 1,0-1,1 0,-1 1,0-1,1 1,-1-1,0 1,0 0,1 0,-1 0,0 0,0 0,0 0,1 1,-1-1,0 0,1 1,-2 0,-2 6,0 1,1 0,0 0,0 0,1 1,0-1,0 1,1 0,0-1,1 1,0 0,0 0,1 3,-1 2,-4 16,2 2,2-1,0 0,2 0,2 0,1 0,1 0,1-1,2 1,1-2,2 1,11 22,-19-45,1 0,0 0,0-1,0 0,1 0,0 0,1 0,-1-1,1 0,0 0,0 0,0-1,1 0,0 0,0-1,0 0,0 0,0 0,0-1,1 0,-1-1,1 1,0-1,-1-1,1 0,0 0,0 0,-1-1,5-1,-2-1,0-1,0-1,-1 1,0-1,0-1,0 0,0 0,-1-1,0 0,-1 0,1-1,-1 0,-1 0,1-1,-2 0,1 0,-1 0,-1-1,1 1,-2-1,1 0,-1-1,-1 1,0 0,0-1,-1 1,0-1,-1 1,-1-1,1 0,-2 1,1-1,-2-2,3 12,0-1,0 1,-1-1,1 1,0-1,-1 1,1-1,-1 1,1 0,-1-1,0 1,1 0,-1-1,0 1,0 0,0 0,0 0,0 0,0 0,-1 0,1 0,0 0,0 1,-1-1,1 0,0 1,-1-1,1 1,-1-1,1 1,0 0,-1-1,1 1,-1 0,1 0,-1 0,1 0,-1 0,0 1,-2 3,0 0,0 1,1 0,0 0,0 0,0 0,1 0,0 0,0 1,0-1,0 1,1 0,0-1,0 1,1 0,-1 0,0 1,0 0,0 0,1 1,0-1,0 0,1 0,0 0,0 0,0 1,1-1,0-1,1 1,-1 0,1 0,1-1,-1 0,1 0,0 0,0 0,1 0,0-1,0 0,0 0,1 0,5 3,3 0,0-1,0-1,0 0,1-1,0 0,0-2,9 2,44 6</inkml:trace>
  <inkml:trace contextRef="#ctx0" brushRef="#br0" timeOffset="176896.862">10534 16431,'16'216,"11"82,-25-288,-1 2,1-1,0 1,1-1,0 0,1 0,0 0,1-1,0 1,1-1,-6-9,1 0,-1 0,1 0,0 0,-1 0,1 0,0 0,0 0,0-1,-1 1,1 0,0-1,0 1,0-1,0 1,0-1,0 1,1-1,-1 0,0 1,0-1,0 0,0 0,0 0,0 0,0 0,1 0,-1 0,0 0,0-1,0 1,0 0,0-1,0 1,0-1,0 1,0-1,0 1,0-1,0 0,0 1,0-1,-1 0,1 0,36-44,-30 34,0 1,-1 0,0 1,0 0,1 0,0 1,0-1,1 2,0-1,0 1,1 0,0 1,0 0,1 0,5-1,-12 6,-1 1,0 0,0 0,0 0,1 0,-1 0,0 0,0 0,1 1,-1-1,0 1,0 0,0 0,0 0,0 0,0 0,0 0,0 0,0 1,-1-1,1 0,-1 1,1 0,-1-1,1 1,-1 0,0 0,0 0,1 0,-2 0,1 0,0 0,0 0,0 2,1 3,0 0,0-1,0 1,-1 1,0-1,-1 0,1 0,-1 0,-1 0,0 4,-1-5,0 0,0 1,-1-1,0 0,0-1,-1 1,1 0,-1-1,0 0,-1 0,1 0,-1 0,0-1,0 0,-1 0,1 0,-1-1,0 0,0 0,0 0,0-1,-1 0,1 0,0 0,-1-1,0 0,1 0,-1-1,1 0,-1 0,0 0,1-1,-1 0,1 0,-1-1,1 0,-4-2,8 4,1-1,-1 0,1 1,-1-1,1 0,0 0,-1 0,1 0,0-1,0 1,0 0,0 0,0-1,0 1,0 0,0-1,1 1,-1-1,0 1,1-1,0 0,-1 1,1-1,0 1,-1-1,1 0,0 1,0-1,1 0,-1 1,0-1,0 1,1-1,-1 0,1 1,0-1,-1 1,1-1,10-16</inkml:trace>
  <inkml:trace contextRef="#ctx0" brushRef="#br0" timeOffset="177278.86">11270 16899,'-11'-7,"0"0,0 0,-1 1,0 1,0 0,0 1,-1 0,1 0,-1 2,0-1,0 2,0 0,-11 0,20 2,1 1,-1-1,1 1,0 0,-1 0,1 0,0 0,0 0,0 1,0-1,1 1,-1 0,1 0,-1 0,1 0,0 0,0 0,1 1,-1-1,1 1,-1-1,1 1,0 0,1-1,-1 1,0 0,1 0,0 0,0-1,0 1,1 0,-1 0,1 0,0-1,0 1,0-1,0 1,1 0,-1-1,1 0,0 1,0-1,0 0,1 0,-1 0,3 2,-1-1,-1-1,1 1,0-1,1 0,-1 0,0 0,1-1,0 1,-1-1,1 0,0-1,0 1,0-1,0 0,1 0,-1-1,0 1,0-1,0 0,1 0,-1-1,0 0,0 0,0 0,0 0,4-2,-1-1,0 1,0-1,0-1,0 1,-1-1,0-1,0 1,0-1,-1 0,0-1,0 1,0-1,-1-1,0 1,1-4,11-24,-13 47,-4-5,1 1,1-1,-1 0,1 0,0 0,1-1,0 1,0 0,0-1,1 0,-1 0,2 0,-1 0,1 0,0-1,0 0,0 0,1-1,-1 1,1-1,0 0,1-1,-1 1,1-1,-1 0,1-1,0 0,2 1,41 7,-3-5</inkml:trace>
  <inkml:trace contextRef="#ctx0" brushRef="#br0" timeOffset="177632.973">11884 16672,'-10'1,"0"0,0 1,-1 0,2 0,-1 1,0 1,1-1,-1 2,1-1,0 1,0 1,1-1,0 2,0-1,0 1,1 0,0 1,0-1,1 1,0 1,0-1,1 1,-1 3,5-9,-1 0,1 1,0-1,0 1,1-1,-1 1,1-1,0 1,0 0,0-1,0 1,1 0,-1-1,1 1,0-1,0 1,0-1,0 0,1 1,0-1,-1 0,1 0,0 0,0 0,1 0,-1-1,1 1,-1 0,1-1,2 2,99 52,-81-47,-16-8,0 1,0 1,-1-1,1 1,-1 1,1-1,-1 1,0 0,-1 0,1 1,0 0,-6-4,0 0,0 1,0-1,1 1,-1-1,-1 0,1 1,0-1,0 1,0-1,-1 0,1 1,-1-1,1 0,-1 1,0-1,1 0,-1 0,0 0,0 1,0-1,0 0,0 0,0 0,0-1,0 1,0 0,0 0,0 0,-1-1,1 1,0-1,-1 1,1-1,0 1,-2-1,-22 11,0 0,-1-2,0-1,-1-1,0-1,-6-1,7-2,9-3</inkml:trace>
  <inkml:trace contextRef="#ctx0" brushRef="#br0" timeOffset="179267.506">12419 16818,'-9'-4,"0"0,0 0,0 1,-1 0,1 0,-1 1,0 1,1-1,-1 1,0 1,0 0,0 1,6 1,0 1,0 0,0 0,1 0,0 0,-1 1,1-1,0 1,0 0,1 0,-1 0,1 0,0 1,0-1,1 1,-1-1,1 1,0-1,0 1,0 0,1 0,0-1,0 1,0 0,0 0,1-1,-1 1,1 0,2 4,-1-2,0 1,0-1,1 0,0 1,1-1,-1-1,1 1,1 0,-1-1,1 0,0 0,1 0,-1-1,1 0,0 0,0 0,1-1,-1 1,1-2,0 1,0-1,1 0,-1-1,1 1,-1-1,1-1,-1 0,1 0,0 0,0-1,0 0,-1 0,1-1,0 0,0-1,3-1,4 0,0 0,-1-1,0-1,1 0,-2-1,1-1,-1 0,0 0,0-2,-1 0,0 0,-1-1,0 0,0-1,-1 0,-1-1,0 0,0 0,-1-1,5-11,-11-8,-15 48,11-10,0-1,0 1,1 0,-1 0,1 0,1 0,-1 0,1 0,0 0,0 0,1 0,0 0,0 0,0 0,1 0,-1 0,2-1,-1 1,0 0,1-1,0 0,1 0,-1 0,1 0,0 0,0-1,0 0,1 1,-1-2,1 1,0 0,0-1,1 0,-1 0,0-1,1 0,0 1,0-2,-1 1,1-1,0 0,0 0,2 0,9-3,-1-1,0 0,0-1,0-1,0 0,0-2,-1 1,0-2,-1 0,0 0,6-6,45-23,-64 36,1 0,-1 1,0-1,0 0,0 1,1-1,-1 1,0-1,0 1,1-1,-1 1,1 0,-1 0,0 0,1 0,-1 0,0 0,1 0,-1 0,0 1,1-1,-1 0,0 1,1-1,-1 1,0 0,0-1,0 1,1 0,-1 0,0-1,0 1,0 0,0 0,0 0,-1 0,1 1,0-1,0 0,-1 0,1 0,-1 1,1-1,-1 0,1 1,1 4,0-1,1 0,0 0,0 1,0-2,0 1,1 0,0-1,0 1,0-1,1 0,-1-1,1 1,0-1,0 0,0 0,0 0,1-1,-1 0,1 0,-1 0,1-1,0 1,0-1,0-1,-1 1,1-1,4 0,-1-2,-1 0,0-1,0 0,0 0,0 0,0-1,-1 0,1-1,-1 1,0-2,0 1,-1-1,0 0,0 0,0 0,-1-1,0 0,4-6,4-9,-1 0,-1-1,-1 0,-1-1,5-21,1-17,-2-1,-3 0,-3-1,-3 1,-2-1,-6-38,4 98,0-4,0 0,-1 0,0 0,0 0,-1 1,0-1,0 0,-1 0,-2-4,4 11,0 0,1 0,-1 0,0 0,0 1,1-1,-1 0,0 0,0 1,0-1,0 1,0-1,0 1,0-1,0 1,0 0,0-1,0 1,0 0,0 0,0 0,0 0,0 0,0 0,0 0,-1 0,1 0,0 0,0 1,0-1,0 0,0 1,0-1,0 1,0-1,0 1,0-1,1 1,-1 0,0 0,0-1,0 1,1 0,-1 0,0 0,1 0,-11 13,0-1,2 2,0-1,0 2,2-1,0 1,0 0,2 0,0 1,0 1,4-14,-9 24,1-1,1 1,1 0,2 1,1 0,1 0,2 0,0 0,2 0,2-1,0 1,2 0,5 15,-4-31,0 0,1-1,1 0,0 0,0-1,1 0,1 0,0-1,0 0,1-1,0 0,1-1,0 0,0-1,1 0,0-1,0 0,0-1,1-1,9 2,-5-1,1-1,-1-1,1-1,-1 0,1-2,0 0,-1-1,1-1,-1 0,1-2,-1 0,0-1,0-1,-1 0,11-7,-19 9,1-2,-1 1,-1-1,1 0,-1-1,-1 0,1 0,-1-1,5-6,-11 12,0 1,0-1,-1 0,1 1,0-1,-1 0,0 0,1 1,-1-1,0 0,0 0,1 1,-1-1,-1 0,1 0,0 0,0 1,-1-1,1 0,-1 0,1 1,-1-1,0 1,0-1,0 0,0 1,0-1,0 1,0 0,0-1,-1 1,1 0,0 0,-1 0,1 0,-1 0,0-1,-64-23,62 24,-1 1,0 0,1 0,-1 0,0 0,1 1,-1-1,1 1,-1 0,1 1,-1-1,1 1,0 0,-1 0,1 0,0 0,1 1,-1 0,0 0,1 0,-1 0,1 0,0 1,0 0,1-1,-1 1,1 0,-1 0,1 0,0 1,1-1,-1 0,1 1,-1 3,2-5,1 0,-1 0,1 0,-1 0,1-1,0 1,0 0,0 0,0-1,1 1,-1-1,1 1,0-1,-1 1,1-1,0 0,0 0,1 0,-1 0,0 0,1-1,-1 1,1-1,-1 1,1-1,1 1,76 20,44-16,-122-7,-1 1,1-1,0 1,0 0,0-1,-1 1,1 0,0 0,0 0,0 1,0-1,-1 0,1 1,0-1,0 1,-1 0,1-1,0 1,-1 0,1 0,-1 0,1 0,-1 0,1 1,-1-1,0 0,0 1,1-1,-1 1,0-1,0 1,-1-1,1 1,0 0,0-1,-1 1,1 0,-1 0,0 1,0 0,0 0,1 0,-1 0,1-1,-1 1,1 0,0 0,0-1,0 1,1 0,-1-1,0 1,1-1,0 0,0 1,-1-1,1 0,1 0,-1 0,0 0,0-1,1 1,-1 0,1-1,-1 0,1 0,0 1,2-1,0 1,0-1,0 0,-1-1,1 1,0-1,0 0,0 0,0-1,0 1,0-1,0 0,0 0,0-1,-1 0,1 1,-1-2,1 1,-1 0,0-1,0 0,0 0,0 0,0 0,-1-1,1 1,-1-1,0 0,0 0,0 0,-1-1,0 1,1-1,-2 1,1-1,0 1,-1-1,1-4,2-14,-1 0,0 0,-2-1,-1 1,-1-8,1-47,0 77,0 0,0 0,0 0,0 0,0 0,0 0,0 0,1 0,-1 0,0 1,0-1,1 0,-1 0,1 0,-1 0,0 1,1-1,0 0,-1 0,1 1,-1-1,1 0,0 1,0-1,-1 1,1-1,0 1,0-1,0 1,-1-1,1 1,0 0,0-1,0 1,0 0,0 0,0 0,0 0,0 0,0 0,-1 0,1 0,0 0,0 0,43 17,-37-13,63 27,-45-21,-1 1,0 0,0 2,-1 1,11 10,-31-21,1 1,-1 1,1-1,-1 0,-1 1,1-1,0 1,-1 0,0 0,0 0,-1 0,0 0,1 0,-2 1,1-1,0 0,-1 1,0-1,-1 0,1 1,-1-1,0 0,5 63,-1-64,0 0,0 0,0 0,0-1,1 1,-1-1,1 0,0 0,0 0,0 0,1-1,-1 0,1 1,-1-2,1 1,-1 0,1-1,0 0,0 0,0-1,0 1,0-1,0 0,0 0,0-1,-1 1,1-1,0 0,0-1,4-1,1 2,0-2,0 1,0-1,-1 0,1-1,-1 0,0-1,0 0,0 0,-1-1,0 0,0 0,-1-1,1 0,-1 0,-1-1,1 0,-1 0,-1-1,0 0,0 0,0 0,-1 0,-1 0,0-1,0 0,-1 0,0 0,0 0,-1 0,-1 0,1 0,-2-9,1 14,-1 0,1 0,-1 1,0-1,0 1,0-1,-1 1,0-1,0 1,0 0,0 0,-1 0,1 0,-1 0,0 0,0 1,0-1,-1 1,1 0,-1 0,0 0,0 1,0-1,0 1,-1 0,2 2,1 1,-1 0,1 0,-1 0,1 1,0-1,0 0,0 1,-1 0,1-1,1 1,-1 0,0 0,0 0,1 0,-1 0,1 1,0-1,-1 0,1 1,0-1,0 1,1-1,-1 1,1-1,-1 1,1-1,0 1,0 2,-3 5,1 1,1-1,-1 1,2 0,0 0,0-1,1 1,0 0,1 0,0-1,1 1,0-1,0 0,1 0,1 0,0 0,0-1,1 0,0 0,0 0,1-1,0 0,1 0,0-1,0 0,0 0,1-1,0 0,0 0,1-1,-1-1,2 1,37 9,-5-7</inkml:trace>
  <inkml:trace contextRef="#ctx0" brushRef="#br0" timeOffset="189630.49">10681 16458,'24'-35,"-24"35,0 1,-1-1,1 0,0 0,0 1,-1-1,1 0,0 0,0 1,-1-1,1 0,0 1,0-1,0 0,0 1,-1-1,1 0,0 1,0-1,0 0,0 1,0-1,0 0,0 1,0-1,0 1,0-1,0 0,0 1,0-1,0 0,1 1,-1-1,0 0,0 1,0-1,0 0,1 1,-1-1,0 0,0 0,1 1,-1-1,0 0,0 0,1 1,-1-1,0 0,1 0,-1 0,0 0,1 1,-1-1,0 0,1 0,-1 0,0 0,1 0,-1 0,1 0,-1 0,0 0,1 0,-1 0,0 0,1 0,-1 0,1-1,-96 531,90-464,5-73,1 0,0 0,1 1,0-1,0 0,0 1,1-1,-1 1,2 0,-1 0,1 0,0 0,0 0,0 1,1 0,0 0,2-2,7-4,1 0,-1 1,2 1,-1 0,1 1,1 1,-1 0,15-3,-29 10,0-1,0 0,1 1,-1-1,0 1,1-1,-1 1,1 0,-1 0,0 0,1 1,-1-1,1 1,-1-1,0 1,1 0,-1-1,0 1,0 0,0 1,0-1,0 0,0 1,0-1,0 1,0-1,-1 1,1 0,-1 0,1 0,-1 0,0 0,1 0,-1 0,0 0,0 0,-1 1,1-1,0 0,-1 1,0-1,1 1,-1-1,0 2,1 3,0 1,0 0,-1 0,0 0,-1 0,1 0,-2-1,1 1,-1 0,0 0,-1 2,-1-8,1 1,-1-1,1 0,-1 0,0 0,0 0,0 0,0-1,0 0,0 0,0 0,0 0,-1-1,1 1,0-1,0 0,-1 0,1-1,0 0,-2 0,-7 1,-10-1</inkml:trace>
  <inkml:trace contextRef="#ctx0" brushRef="#br0" timeOffset="191528.01">17446 16899,'18'0,"15"-2,14-1,9 0,5 1,2 0,-5 1,-6 1,-12 0</inkml:trace>
  <inkml:trace contextRef="#ctx0" brushRef="#br0" timeOffset="191784.86">17352 17099,'18'3,"18"0,16-1,12-2,12-3,7-6,-11-2</inkml:trace>
  <inkml:trace contextRef="#ctx0" brushRef="#br0" timeOffset="191995.298">17914 16712,'1'6,"1"-1,-1 0,1 0,0 0,1 0,-1 0,1-1,0 1,0-1,1 0,-1 1,1-1,0-1,0 1,0-1,1 1,-1-1,1-1,0 1,1 0,27 15,1-1,0-2,2-1,-1-2,16 2,115 45,-162-58,0 0,0 0,-1 1,1 0,0 0,0 0,-1 0,0 0,1 1,-1-1,0 1,0 0,0 0,0 1,-1-1,0 0,1 1,-1-1,0 1,0 0,-1 0,1 0,-1 0,0 0,0 0,0 0,-1 2,-3 3,0 1,-1-1,0 0,-1 0,0-1,0 1,-1-1,0 0,0 0,-1-1,0 0,-1 0,1-1,-1 0,-7 5,-170 114,137-97</inkml:trace>
  <inkml:trace contextRef="#ctx0" brushRef="#br0" timeOffset="192781.213">19397 16939,'0'0,"0"-1,0 1,-1 0,1 0,0 0,0 0,-1 0,1 0,0 0,0 0,-1 0,1 0,0 0,0 0,-1 0,1 0,0 0,0 0,-1 0,1 0,0 0,0 0,-1 1,1-1,0 0,0 0,0 0,-1 0,1 0,0 1,0-1,0 0,-1 0,1 0,0 1,0-1,0 0,0 0,0 1,0-1,0 0,-1 0,1 1,0-1,0 0,0 0,0 1,0-1,0 0,0 0,0 1,-2-27,0-53,4 56,-2-1,-1 0,-1 0,-1 1,-1-1,-1 1,-6-15,11 35,-1 1,0 0,1-1,-1 1,0 0,-1 0,1 0,0-1,-1 1,1 1,-1-1,1 0,-1 0,0 1,0-1,0 0,0 1,0 0,0 0,0-1,0 1,-1 0,1 1,0-1,-1 0,1 1,0-1,-1 1,1 0,-1 0,1 0,-1 0,1 0,0 0,-1 1,1-1,-1 1,1 0,0 0,0 0,-1 0,1 0,0 0,0 0,0 1,0-1,0 1,0-1,1 1,-1 1,0-3,1 1,0 0,0 0,0 0,0 0,0 0,0 1,0-1,0 0,0 0,0 1,1-1,-1 0,0 1,1-1,-1 1,1-1,0 1,-1-1,1 1,0-1,0 1,0-1,0 1,0-1,1 1,-1-1,0 1,1-1,-1 1,1-1,-1 1,1-1,0 0,-1 1,1-1,0 0,0 0,0 1,0-1,0 0,0 0,0 0,1 0,-1 0,1 0,14 4,-1-1,1-1,0 0,-1-1,1-1,0-1,0 0,7-1,9 0,29 0,-35 0,1 0,0 2,0 1,-1 1,24 6,-43-7,-1 0,0 1,0 0,0 1,0-1,-1 1,1 0,-1 0,0 1,0 0,0 0,-1 0,0 0,0 1,0-1,0 1,-1 0,0 0,0 1,-1-1,0 0,0 1,0 0,-1-1,0 1,0 5,6 58,-3 0,-4 0,-2 1,-4 11,0 18,-14 193,18-278,-1 0,0-1,-1 0,-1 0,0 0,-7 13,11-24,0 0,-1 0,1-1,-1 1,0-1,0 1,1-1,-2 1,1-1,0 0,0 0,-1 0,1 0,-1-1,0 1,1-1,-1 1,0-1,0 0,0 0,0 0,0-1,0 1,0-1,0 1,0-1,0 0,0 0,0-1,0 1,0 0,0-1,0 0,0 0,-3-1,-5-5,1-1,-1 0,1 0,1-1,-1-1,2 0,-1 0,1 0,1-1,0-1,1 1,0-1,0 0,-3-12,-4-5,2 0,0 0,3-1,0-1,1 1,2-1,2 0,1 0,1-17,1 41,0 0,1 0,0 0,0 0,1 1,-1-1,2 0,-1 1,1 0,0-1,0 1,0 0,1 1,0-1,0 1,1-1,0 1,-1 0,2 1,-1-1,0 1,1 0,0 1,4-3,19-7,1 1,0 2,0 1,11-1,12-3</inkml:trace>
  <inkml:trace contextRef="#ctx0" brushRef="#br0" timeOffset="193019.571">20079 16739,'5'13,"3"14,3 12,0 10,0 6,-2 4,-3 3,-1-1,-3-2,-1-4,-1-9,0-10,2-11,0-10</inkml:trace>
  <inkml:trace contextRef="#ctx0" brushRef="#br0" timeOffset="193333.73">20534 16833,'-29'26,"-1"-1,-1-1,-1-1,-1-2,-1-2,-1-1,-14 5,48-23,0 0,0 0,0 0,-1 0,1 0,0 0,0 0,0 1,-1-1,1 1,0-1,0 1,0-1,0 1,0 0,0-1,0 1,0 0,0 0,0 0,1 0,-1 0,0 0,0 0,1 0,-1 0,1 0,-1 0,1 0,-1 0,1 0,0 1,-1-1,1 0,0 0,0 0,0 1,0-1,0 0,0 0,1 1,-1-1,0 0,0 0,1 0,-1 0,1 1,-1-1,1 0,0 1,16 14,0 0,1-2,0 0,1 0,1-2,17 8,-15-8,2-2,-1-1,1-1,0-1,1 0,-1-2,1-1,0-2,0 0,1-1,-1-2,0 0,24-5,7-2</inkml:trace>
  <inkml:trace contextRef="#ctx0" brushRef="#br0" timeOffset="193582.066">21176 16859,'16'5,"16"1,12 0,8-2,2 0,-9-2</inkml:trace>
  <inkml:trace contextRef="#ctx0" brushRef="#br0" timeOffset="193753.607">21028 17046,'23'2,"21"1,19 0,19 0,18-4,16-3,8-2,-18 1</inkml:trace>
  <inkml:trace contextRef="#ctx0" brushRef="#br0" timeOffset="194249.949">22432 16939,'-1'-44,"2"1,2-1,2 1,2 0,1 1,3-1,-3 23,-8 20,0 0,0 0,0 1,0-1,0 0,1 0,-1 0,0 0,0 1,0-1,0 0,0 0,0 0,1 0,-1 1,0-1,0 0,0 0,1 0,-1 0,0 0,0 0,0 0,0 0,1 0,-1 0,0 0,0 1,1-1,-1 0,0 0,0-1,0 1,1 0,-1 0,0 0,0 0,0 0,1 0,-1 0,0 0,0 0,0 0,1 0,-1-1,0 1,0 0,0 0,0 0,0 0,1 0,-1-1,0 1,0 0,0 0,0 0,0-1,7 103,73 247,-78-346,-1 1,0-1,0 1,0 0,0-1,-1 1,0 0,1 0,-1-1,-1 1,1 0,0 0,-1-1,0 1,0 0,0-1,0 1,-1-1,1 1,-1-1,0 0,0 1,0-1,0 0,-1 0,1-1,-1 1,0 0,0-1,0 0,0 1,0-1,0-1,-1 1,1 0,-2 0,1-2,1 1,-1-1,0 0,1 0,-1 0,0 0,0 0,1-1,-1 0,1 0,-1 0,1 0,-1-1,1 1,-1-1,0 0,4 1,0 1,0-1,-1 1,1-1,0 1,0-1,0 0,0 1,0-1,0 1,0-1,0 1,0-1,0 1,0-1,0 0,0 1,0-1,0 1,1-1,-1 1,0-1,0 1,1-1,-1 1,0-1,1 1,-1-1,1 1,-1 0,0-1,1 1,-1 0,1-1,-1 1,1 0,-1-1,1 1,-1 0,1 0,-1 0,1 0,-1-1,1 1,0 0,-1 0,1 0,-1 0,1 0,-1 0,1 0,-1 1,1-1,0 0,-1 0,1 0,221-31,-52 21,-124 9</inkml:trace>
  <inkml:trace contextRef="#ctx0" brushRef="#br0" timeOffset="195344.025">23047 16912,'36'-112,"-1"-106,-30 207,-2 29,39 584,-81-678,18 50,54 23,53 10,0-3,0-4,18-5,-61-1,-35 2</inkml:trace>
  <inkml:trace contextRef="#ctx0" brushRef="#br0" timeOffset="196282.114">24718 16003,'14'-2,"15"-4,17-2,17-2,13 0,9 0,5 2,-3 1,-6 3,-12 4,-17 2,-18 1,-15 0</inkml:trace>
  <inkml:trace contextRef="#ctx0" brushRef="#br0" timeOffset="196561.457">25039 16137,'7'0,"11"0,14 0,15 0,14 0,11 0,6 0,-2 0,-4 0,-13 0,-13 0,-16 3,-12-3,-9-2,-6-2</inkml:trace>
  <inkml:trace contextRef="#ctx0" brushRef="#br0" timeOffset="196903.057">25707 15696,'27'30,"-24"-28,162 81,-53-32,-92-40,-1 0,0 0,0 2,-2 0,0 2,11 10,-24-21,-1 0,1 0,-1 0,1 0,-1 1,-1 0,1-1,-1 1,1 0,-1 0,-1 0,1 1,-1-1,0 0,0 1,0-1,-1 1,0-1,0 1,0-1,-1 0,0 1,0-1,0 1,0-1,-1 0,0 0,0 0,-2 2,-10 13,0-2,-1 0,-1-1,-1 0,0-1,-1-1,-1-1,0-1,-17 9,22-13,-123 90,120-78,10-6</inkml:trace>
  <inkml:trace contextRef="#ctx0" brushRef="#br0" timeOffset="197671.201">27005 15883,'-14'20,"14"-20,-1 0,1 0,0 0,0 0,-1 0,1 1,0-1,-1 0,1 0,-1 0,1 0,0 0,-1 0,1 0,0 0,-1 0,1 0,0 0,-1 0,1-1,0 1,-1 0,1 0,0 0,-1 0,1 0,0-1,0 1,-1 0,1 0,0-1,0 1,-1 0,1 0,0-1,0 1,0 0,-1-1,1 1,0 0,0-1,0 1,0 0,0-1,0 1,0 0,0-1,0 1,0 0,0-1,0 1,0 0,0-1,0 1,0 0,0-1,0 1,0 0,0-1,0 1,1 0,-1-1,0 1,0 0,17-186,-16 173,1 3,-1 0,0 0,0 0,-1 0,0 0,-1 0,0 0,-1 0,0 0,-1 1,0-1,-2-4,3 12,0 0,0 0,0 0,0 0,0 0,-1 1,1-1,0 1,-1 0,0 0,1 0,-1 0,0 0,1 0,-1 1,0-1,0 1,0 0,1 0,-1 0,0 0,0 0,0 1,1-1,-1 1,0 0,1 0,-1 0,0 0,1 0,-1 0,1 1,0-1,-1 1,1 0,0 0,0 0,0 0,0 0,0 0,1 0,-1 1,1-1,0-1,1 0,-1-1,1 1,-1 0,1 0,0-1,-1 1,1 0,0 0,0 0,0-1,-1 1,1 0,0 0,0 0,0 0,0 0,1-1,-1 1,0 0,0 0,0 0,1-1,-1 1,0 0,1 0,-1 0,1-1,-1 1,1 0,-1-1,1 1,-1 0,1-1,0 1,-1-1,1 1,0-1,-1 1,1-1,0 0,0 1,0-1,-1 0,1 0,0 1,43 9,63-4,-88-7,0 0,0 2,0 0,0 2,0 0,0 1,-1 1,1 0,-1 1,6 4,-18-6,0 1,0-1,0 1,0 0,-1 1,0-1,0 1,-1 0,1 0,-1 1,-1-1,1 1,-1 0,0 0,-1 0,1 0,-1 1,0 4,9 141,-11-130,18 449,-13-422,-1-9,-1 0,-2 1,-2-1,-2 13,2-48,1 1,-1 0,0-1,-1 0,0 1,0-1,0 0,-1 0,0 0,0 0,0 0,-1-1,0 1,0-1,0 0,-1 0,0-1,0 1,0-1,0 0,-1 0,1-1,-1 0,0 0,0 0,0-1,-1 1,1-2,0 1,-1-1,1 0,-5 0,1-1,0-1,0 0,0 0,0-1,0-1,1 0,-1 0,1-1,-1 0,1 0,0-1,1 0,-1-1,1 0,0 0,1-1,0 0,0 0,0-1,1 0,0 0,0-1,1 1,-2-5,0 0,0 0,1 0,1-1,0 0,1 0,0 0,1 0,1-1,0 1,1-1,0 0,1 1,1-1,1 0,0 1,3-11,-1 14,0 1,0 0,1 0,1 0,-1 1,2 0,-1 0,1 1,1-1,-1 2,1-1,1 1,-1 0,10-5,143-70,-101 56,-7 1</inkml:trace>
  <inkml:trace contextRef="#ctx0" brushRef="#br0" timeOffset="197903.579">27726 15629,'-4'25,"-3"20,-1 15,1 10,0 6,3-1,3-4,5-7,4-10,3-12,1-13,-1-12</inkml:trace>
  <inkml:trace contextRef="#ctx0" brushRef="#br0" timeOffset="198225.718">28154 15777,'-61'33,"1"3,2 2,2 3,-48 45,102-84,0-1,-1 1,1 0,0-1,-1 1,1 0,0 0,1 1,-1-1,0 0,1 0,-1 1,1-1,-1 1,1 0,0-1,0 1,1 0,-1 0,0-1,1 1,0 0,0 0,-1 0,2 0,-1 0,0-1,1 1,-1 0,1 0,0 0,0-1,0 1,0 0,0-1,0 1,2 0,7 7,1 0,0-1,1 0,0-1,0 0,1-1,0-1,0 0,1 0,0-2,0 1,0-2,0 0,11 1,21 5,0-2,1-2,-1-2,1-2,7-2,5-4</inkml:trace>
  <inkml:trace contextRef="#ctx0" brushRef="#br0" timeOffset="198486.025">28729 15897,'13'-3,"14"0,12 0,10 1,8 0,1 1,-8 0</inkml:trace>
  <inkml:trace contextRef="#ctx0" brushRef="#br0" timeOffset="198669.069">28715 16097,'16'0,"17"0,16 0,16 0,12 0,-6 0</inkml:trace>
  <inkml:trace contextRef="#ctx0" brushRef="#br0" timeOffset="199101.43">29664 15843,'-2'-18,"0"0,2 0,0-1,1 1,0 0,2 0,0 0,1 0,1 0,4-10,3 5,-12 22,0 1,1 0,-1-1,0 1,0 0,0 0,1-1,-1 1,0 0,0 0,0-1,1 1,-1 0,0 0,1 0,-1 0,0-1,1 1,-1 0,0 0,0 0,1 0,-1 0,0 0,1 0,-1 0,1 0,-1 0,0 0,1 0,-1 0,0 0,1 0,-1 0,0 0,0 0,1 0,-1 1,0-1,1 0,-1 0,0 0,0 1,1-1,-1 0,0 0,0 1,1-1,-1 0,0 0,0 1,0-1,1 0,-1 1,0-1,0 0,0 1,0-1,0 0,0 1,0-1,0 0,0 1,0-1,0 0,0 1,0-1,0 0,0 1,8 125,-9-89,19 296,-17-322,-2 61,1-70,0 0,-1 0,1-1,-1 1,1 0,-1 0,0-1,0 1,0 0,0-1,0 1,0-1,0 1,0-1,-1 0,1 0,-1 1,1-1,-1 0,1 0,-1 0,1 0,-1-1,0 1,0 0,1-1,-1 1,0-1,0 0,0 1,0-1,0 0,1 0,-3 0,-2-1,0 1,1-1,-1 0,1 0,-1 0,1-1,-1 1,1-2,0 1,-1 0,1-1,1 0,-1 0,0-1,1 1,-4-5,8 8,-1-1,1 0,0 1,0-1,0 0,1 1,-1-1,0 0,0 1,0-1,0 0,0 1,1-1,-1 0,0 1,1-1,-1 1,0-1,1 1,-1-1,1 1,-1-1,1 1,-1-1,1 1,-1-1,1 1,-1 0,1-1,0 1,-1 0,1 0,0-1,-1 1,1 0,0 0,-1 0,1 0,0 0,-1 0,1 0,0 0,-1 0,1 0,0 0,-1 0,1 1,0-1,0 0,-1 0,291-1,-241 1</inkml:trace>
  <inkml:trace contextRef="#ctx0" brushRef="#br0" timeOffset="199538.805">30373 15603,'14'20,"13"19,14 13,13 12,11 6,9 3,2-4,-4-8,-8-11,-10-12,-15-17,-13-12</inkml:trace>
  <inkml:trace contextRef="#ctx0" brushRef="#br0" timeOffset="199799.09">30828 15655,'-16'19,"-12"16,-8 15,-5 9,-5 9,0 2,-1-2,5-8,6-10,9-13</inkml:trace>
  <inkml:trace contextRef="#ctx0" brushRef="#br0" timeOffset="199979.722">30467 15950,'25'0,"26"0,28 0,20 0,14 0,4 0,-7 0,-22 0</inkml:trace>
  <inkml:trace contextRef="#ctx0" brushRef="#br0" timeOffset="200482.377">29664 15696,'-13'16,"-14"16,-7 17,-2 11,0 7,7-8</inkml:trace>
  <inkml:trace contextRef="#ctx0" brushRef="#br0" timeOffset="203971.113">19719 5803,'336'8,"-169"-9,0-8,32-10,179-11,470 17,-34-4,-116-4,-247 3,432 3,-818 16,780-13,-568 2,94 15,350 27,93-22,252 6,-932-16,385-14,-570 14,32 0</inkml:trace>
  <inkml:trace contextRef="#ctx0" brushRef="#br0" timeOffset="205635.725">19865 7167,'15'15,"71"-4,-67-11,1358 2,1391 11,-1864-14,29-7,142 1,-686 8,173 22,-237-5,18-5,-3 1,-278-4,-84-9,-5-4</inkml:trace>
  <inkml:trace contextRef="#ctx0" brushRef="#br0" timeOffset="207744.623">26443 6485,'25'-53,"-2"0,-3-1,-2-1,-2-1,-2-4,-2 27,-12 32,1 1,-1 0,1-1,-1 1,0 0,1 0,-1-1,1 1,0 0,-1 0,1 0,-1 0,1-1,-1 1,1 0,-1 0,1 0,-1 0,1 0,0 0,-1 1,1-1,-1 0,1 0,-1 0,1 0,-1 1,1-1,-1 0,1 1,-1-1,1 0,-1 1,0-1,1 0,-1 1,1-1,-1 1,0-1,0 1,1-1,-1 1,0-1,0 1,1-1,-1 1,0-1,0 1,0-1,0 1,0-1,0 1,0-1,0 1,0 0,0-1,0 1,38 142,-34-117,8 51,-4 1,-3 0,-3 0,-5 12,3-82,0-1,0 1,0 0,-1-1,0 1,0-1,-1 1,0-1,0 1,-1-1,0 0,0 0,-3 5,4-11,0 1,-1-1,1 0,0 0,0 0,-1 0,1 0,0 0,-1 0,1-1,-1 0,1 1,-1-1,1 0,-1 0,1 0,-1 0,1-1,-1 1,1-1,0 0,-1 1,1-1,0 0,-1 0,1 0,0-1,0 1,0-1,-1 0,3 1,0 0,0 0,0 0,1 1,-1-1,0 0,0 0,1 0,-1 0,0 0,1 0,-1 0,1 1,-1-1,1 0,0 0,-1 1,1-1,0 0,-1 1,1-1,0 0,0 1,0-1,-1 1,1 0,0-1,0 1,0 0,0-1,0 1,0 0,0 0,0 0,0 0,0 0,0 0,0 0,0 0,230-38,18 7,-263 33,1-1</inkml:trace>
  <inkml:trace contextRef="#ctx0" brushRef="#br0" timeOffset="208282.187">27565 6218,'7'18,"7"15,8 14,8 9,10 5,6 4,7-1,4-2,-2-7,-3-8,-5-10,-10-9,-7-9,-10-10,-8-12,-6-4</inkml:trace>
  <inkml:trace contextRef="#ctx0" brushRef="#br0" timeOffset="208480.172">27967 6298,'-19'9,"-9"10,-8 8,-4 12,-1 9,1 9,0 4,3 0,0-3,4-5,6-9,7-10,7-11</inkml:trace>
  <inkml:trace contextRef="#ctx0" brushRef="#br0" timeOffset="208731.876">27473 6551,'18'-2,"28"-1,33 0,28 1,23-2,11 0,-3-1,-8-1,-20 2,-21 0,-27 0,-28 0,-21 1,-17 0,-11 2,-3 0</inkml:trace>
  <inkml:trace contextRef="#ctx0" brushRef="#br0" timeOffset="-159903.991">26295 7594,'5'7,"6"9,5 11,5 10,3 10,3 11,0 6,1 2,0-1,0-5,-1-8,3-11,-3-12,0-12,-5-7</inkml:trace>
  <inkml:trace contextRef="#ctx0" brushRef="#br0" timeOffset="-159633.716">26563 7675,'-7'7,"-4"11,-5 14,-5 10,-5 10,-3 5,-3 2,-3 0,0-5,1-8,2-9,4-11,7-10</inkml:trace>
  <inkml:trace contextRef="#ctx0" brushRef="#br0" timeOffset="-159393.918">26121 7888,'23'0,"23"0,25 0,18 0,12 0,7 0,-3 0,-8 0,-17 0,-21 0</inkml:trace>
  <inkml:trace contextRef="#ctx0" brushRef="#br0" timeOffset="-158620.138">27873 7875,'164'-287,"-137"239,-27 47,1 1,-1 0,0 0,0 0,1 0,-1 0,0 0,1 0,-1 0,0 0,0 0,1 0,-1 0,0 0,1 0,-1 0,0 0,0 0,1 1,-1-1,0 0,0 0,1 0,-1 0,0 1,0-1,1 0,-1 0,0 0,0 1,0-1,1 0,-1 0,0 1,0-1,0 0,0 0,0 1,0-1,0 0,0 1,0-1,0 0,1 0,-1 1,0-1,-1 0,1 1,0-1,0 0,0 1,0-1,0 0,0 0,0 1,0-1,0 0,-1 0,1 1,0-1,0 0,0 0,-1 0,1 1,0-1,0 0,0 0,-1 0,-20 231,32 7,0-79,-23-80,11-77,0 0,0 0,0 0,0 0,0 0,0 0,-1 0,1 0,0-1,-1 1,0 0,1-1,-1 1,0-1,0 0,0 0,0 0,0 0,0 0,0 0,0 0,0-1,-1 1,1-1,0 1,0-1,-1 0,1 0,0 0,0 0,-1 0,1-1,-1 0,-1 0,0 0,0 0,0-1,0 1,0-1,1 0,-1 0,1-1,-1 1,1-1,0 1,0-1,0 0,0 0,1-1,-1 1,1-1,23-8,230-1,-188 12,83-1,-93 2</inkml:trace>
  <inkml:trace contextRef="#ctx0" brushRef="#br0" timeOffset="-156766.97">19705 8664,'153'1,"568"-18,278-22,2014 41,-1914 19,-380-3,248-3,4-2,140-14,-1111 1,0 0,0 0,0 0,-1 0,1 0,0 0,0-1,0 1,0 0,0 0,0 0,0 0,0-1,0 1,0 0,0 0,0 0,0-1,0 1,0 0,0 0,0 0,0 0,0-1,0 1,0 0,0 0,0 0,0 0,0-1,-12-2</inkml:trace>
  <inkml:trace contextRef="#ctx0" brushRef="#br0" timeOffset="-100018.808">26349 9292,'11'18,"13"15,14 10,14 5,10 2,5-1,-2-1,-7-6,-11-4,-12-7,-11-6,-10-12,-7-8</inkml:trace>
  <inkml:trace contextRef="#ctx0" brushRef="#br0" timeOffset="-99814.348">26844 9453,'1'-10,"-1"1,0-1,-1 1,0 0,0 0,-1-1,0 1,-1 0,0 0,0 1,-1-1,0 1,-1-1,0 1,0 1,0-1,-1 1,0 0,-5-4,9 9,0 1,-1-1,1 1,-1-1,0 1,1 0,-1 0,0 0,0 1,1-1,-1 1,0-1,0 1,0 0,0 0,0 0,0 0,1 1,-1-1,0 1,0 0,0 0,1 0,-1 0,0 0,1 0,-1 1,1-1,-1 1,1 0,0 0,0 0,-1 1,-59 81,31-18,2 1,-17 66,7-20,24-72,-40 85,47-116</inkml:trace>
  <inkml:trace contextRef="#ctx0" brushRef="#br0" timeOffset="-99570.008">26336 9573,'-9'-9,"1"-1,9 6,21 6,24 3,29 0,30-3,24-4,15-4,1-5,-24-2</inkml:trace>
  <inkml:trace contextRef="#ctx0" brushRef="#br0" timeOffset="-99314.637">27767 9373,'-19'47,"3"0,2 2,2 0,2 0,-4 48,13-91,0 0,1 1,-1-1,1 1,1-1,-1 0,1 1,0-1,1 1,-1-1,1 0,0 0,1 0,-1 0,1 0,1-1,-1 1,1-1,0 0,0 0,0 0,1-1,-1 1,1-1,0 0,1 0,2 1,3-3,1 0,-1-1,0-1,0 0,1 0,-1-1,0-1,0 1,0-2,0 0,0 0,0-1,-1 0,0-1,0 0,0-1,0 0,-1 0,0-1,0 0,-1-1,0 0,0 0,3-5,1-1,-1-1,0 0,-1 0,0-1,-2-1,0 1,0-1,-2-1,0 1,-1-1,-1 0,0 0,-2-1,0 1,-1-1,0 1,-2-1,0 1,-2-3,2 15,0 0,0 1,-1-1,1 1,-1-1,-1 1,1 0,-1 0,0 0,0 0,0 0,-1 1,0-1,0 1,0 0,0 0,0 1,-1-1,0 1,0 0,0 0,0 0,0 1,0 0,-1 0,1 0,-1 1,0 0,0-1,-3 3,0 0,0 1,0-1,0 1,1 1,-1 0,1 0,0 1,0 0,0 0,0 1,1 0,-1 0,1 1,1 0,-3 2,-69 72,5 7</inkml:trace>
  <inkml:trace contextRef="#ctx0" brushRef="#br0" timeOffset="-93859.089">280 3237,'54'-2,"0"3,0 2,0 2,-1 3,0 2,-1 2,0 2,0 3,19 11,4 12,-3 3,42 34,54 32,-74-62,-113-48,10-10,2-1</inkml:trace>
  <inkml:trace contextRef="#ctx0" brushRef="#br0" timeOffset="-93333.494">1190 3209,'-2'22,"2"0,1 0,0 0,2 0,0-1,2 1,0-1,1 0,2 0,6 14,16 26,2-1,31 44,33 47,-95-149,1-1,-1 1,0-1,0 1,0 0,0-1,-1 1,1 0,0 0,-1 0,1 0,-1 0,0-1,1 1,-1 0,0 0,0 0,0 0,0 0,-1 0,1 0,-1 0,1 0,-1-1,1 1,-1 0,0 0,0 0,0-1,0 1,0-1,0 1,-1-1,1 1,0-1,-1 0,1 1,-1-1,1 0,-1 0,0 0,-1 0,-15 5,-1-1,0-1,0 0,-1-1,1-2,-11 0,-13 2,-130 9,179-14,0-1,-1 1,1-1,-1 0,0 0,0-1,0 0,0 0,-1 0,1 0,-1-1,0 1,-1-1,1 0,0-2,10-17,-1 1,-1-2,-1 0,-2 0,0-1,-2 0,-1 0,-1 0,-1-1,-1 0,-2 0,0 0,-2 0,-1 0,-4-20,2 26,-2 41,4 12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5:45.8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237 428,'-5'-9,"0"0,0 0,-1 1,0-1,0 1,-1 1,0-1,-5-2,10 8,0 0,0 1,-1-1,1 1,0 0,-1-1,1 1,-1 0,0 1,1-1,-1 0,0 1,1 0,-1-1,0 1,1 0,-1 0,0 1,0-1,1 0,-1 1,0 0,1 0,-1-1,1 2,-1-1,1 0,0 0,-1 1,1-1,0 1,0 0,0 0,0 0,-8 8,1 1,0 1,1 0,0 0,1 1,0-1,1 2,1-1,0 1,1-1,0 1,1 0,1 1,0-1,1 0,0 10,1-17,0-1,0 1,1 0,0-1,0 1,0-1,1 0,0 1,0-1,1 0,0 0,0 0,0-1,1 1,0-1,0 1,0-1,0-1,1 1,0 0,0-1,0 0,1-1,-1 1,1-1,0 0,0 0,0-1,0 1,1-1,-1-1,1 1,2-1,9-1,0-1,0-1,0-1,0 0,0-1,0-1,-1-1,0 0,0-1,-1-1,0-1,0 0,-1-1,0-1,0 0,-2-1,13-13,24-24</inkml:trace>
  <inkml:trace contextRef="#ctx0" brushRef="#br0" timeOffset="258.354">491 1,'6'15,"10"22,9 25,6 27,-1 25,-6 28,-14 23,-18 16,-19 2,-5-30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5:48.4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1 339,'1'-16,"1"0,1 0,1 0,0 0,1 1,0 0,2-2,10-30,27-117,-38 175,22 137,-5 2,0 113,-23-261,1 7,0 0,-1 0,0 1,-1-1,1 0,-2 0,1 0,-1 0,-1 0,0 0,0 0,-1-1,-3 7,6-14,-1 0,0 1,0-1,0 0,1 0,-1 0,0 0,0 0,0-1,-1 1,1-1,0 1,0-1,0 0,0 0,0 0,-1 0,1 0,0 0,0 0,0-1,0 1,0-1,0 0,-1 1,2-1,-1 0,0 0,0-1,0 1,0 0,1 0,-1-1,0 1,1-1,0 0,-1 1,1-1,0 0,0 0,0 0,0 0,0 0,2 1,0 0,0 0,0-1,0 1,1 0,-1 0,1 0,-1 0,0 0,1 1,-1-1,1 0,0 1,-1-1,1 1,-1 0,1-1,0 1,0 0,-1 0,1 0,0 0,-1 0,1 0,1 1,-1-1,299-9,-242 7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5:49.6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203 165,'-26'123,"26"-118,0 1,0-1,1 1,0-1,0 1,0-1,0 1,1-1,0 0,0 0,0 0,1 0,0 0,0 0,0-1,0 1,1-1,0 0,-1 0,2 0,-1 0,6 2,0-1,-1 0,2-1,-1 1,0-2,1 0,0 0,-1-1,1 0,0-1,0 0,0 0,1-2,-1 1,0-1,0-1,-1 0,1-1,0 0,-1 0,1-1,-1 0,0-1,0 0,-3 0,0 0,0 0,0-1,-1 1,0-1,0-1,0 1,-1-1,0 0,0 0,-1-1,0 1,0-1,-1 0,0 0,0 0,-1-1,0 1,0-1,-1 1,0-1,0 1,-1-1,-1 0,1 1,-1-1,-1 1,0-1,0 1,0 0,-1 0,0 0,-1 0,0 0,0 0,-1 1,0 0,-1-2,-3-1,1 1,-2 0,1 0,-1 1,0 0,-1 1,0 0,0 1,-1 0,0 1,0 0,0 1,0 0,-1 1,1 0,-1 1,0 0,0 1,1 1,-1 0,0 1,0 0,0 1,0 0,1 1,-1 0,1 1,0 1,0 0,0 0,1 1,0 1,0 0,1 1,-8 6,8-6,0 1,0 0,1 1,1 0,-1 0,1 1,1 0,0 0,1 1,0 0,1 0,0 0,1 1,0 0,1 0,0 0,1 0,1 0,0 0,1 1,0-1,1 0,1 0,2 13,17 21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5:50.44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0 281,'14'2,"15"1,15 0,15-3,12-1,5-3,1-1,-4 1,-7 1,-13 0,-15 2</inkml:trace>
  <inkml:trace contextRef="#ctx0" brushRef="#br0" timeOffset="254.827">228 442,'20'9,"21"3,19 0,15-8,11-6,2-7,-14-2</inkml:trace>
  <inkml:trace contextRef="#ctx0" brushRef="#br0" timeOffset="510.655">789 0,'11'11,"142"56,-116-54,-22-8,19 6,-1 1,-1 2,0 1,-1 1,-1 2,23 17,-49-32,1 1,-1 0,1-1,-1 2,0-1,-1 0,1 1,-1 0,0-1,0 1,0 0,-1 1,0-1,0 0,0 1,0 0,-1-1,0 1,0 0,-1-1,0 1,0 0,0 0,0-1,-1 1,0 0,-6 11,0-1,-2 0,1 0,-2-1,0 0,-1 0,-1-1,0-1,0 0,-1-1,-10 7,-189 155,156-132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5:48.8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0 187,'18'5,"18"3,18 1,14-1,11-3,8-1,0-2,-2-1,-7-1,-11 0,-11 0,-15 0</inkml:trace>
  <inkml:trace contextRef="#ctx0" brushRef="#br0" timeOffset="361.56">441 0,'6'11,"15"-3,0-1,1 0,0-2,0 0,0-1,5-1,16 3,14 3,-28-6,0 1,0 1,0 2,-1 1,0 1,0 1,-1 2,8 5,-29-13,-1-1,0 1,1 0,-2 1,1-1,0 1,-1 0,0 0,0 1,-1-1,1 1,-1 0,0 0,-1 0,0 0,0 0,0 0,0 1,-1-1,0 1,-1-1,1 1,-1-1,0 1,-1 0,0-1,0 1,0-1,-1 0,0 1,0-1,0 0,-1 0,-6 9,0-1,0 0,-2 0,0-1,0 0,-1-1,-1 0,0-1,0 0,-1-1,-1-1,0 0,0-1,0-1,-1 0,0-1,0-1,-1-1,0 0,-9 1,-7-1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5:59.1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83 318,'20'-99,"-18"89,1-6,-1 1,-1-1,0 0,-1 0,0 1,-2-1,0 0,0 1,-4-9,6 22,-1-1,1 1,-1 0,0 0,1 0,-1 0,0 0,-1 0,1 0,0 1,0-1,-1 0,1 0,-1 1,1-1,-1 1,0 0,0-1,0 1,1 0,-1 0,0 0,0 0,0 1,-1-1,1 0,0 1,0-1,0 1,0 0,-1 0,1 0,0 0,0 0,0 0,-1 1,1-1,0 1,0 0,0-1,0 1,0 0,0 0,0 0,0 0,0 1,1-1,-1 0,0 1,1-1,-1 1,1 0,-1 0,0 1,1-1,0-1,0 1,1 0,-1 0,0 0,1 0,-1 0,1 0,0 0,0 0,-1 0,1-1,0 1,1 0,-1 0,0 0,1 0,-1 0,1 0,-1 0,1 0,0 0,0-1,0 1,0 0,0-1,0 1,0 0,1-1,-1 0,1 1,-1-1,1 0,-1 0,1 0,0 0,-1 0,2 1,74 26,-23-21,1-1,0-3,23-3,-33 0,-38 0,-5-1,1 1,0-1,-1 1,1 0,0 0,-1 0,1 1,-1-1,1 0,-1 1,1 0,0 0,-1-1,0 1,1 1,-1-1,0 0,1 1,-1-1,0 1,0-1,0 1,-1 0,1 0,0 0,0 1,1 6,-1-1,0 1,-1 0,0 0,0 0,-1-1,0 1,-1 0,-1 5,1 14,2 69,6 0,3 0,4-1,18 56,-21-105,-5-28,-1 1,-1 0,-1 0,0 0,-2 1,0-1,-1 0,-2 1,0 2,0-17,0 0,0-1,-1 1,0 0,0-1,0 0,-1 0,0 0,0 0,0-1,0 1,-1-1,0 0,0 0,0-1,0 1,-1-1,1-1,-1 1,1-1,-1 0,0 0,0 0,0-1,0 0,-1 0,1 0,0-1,0 0,0 0,0-1,-1 0,1 0,0 0,0-1,0 0,1 0,-1 0,0-1,1 0,-1 0,1-1,-7-6,0 0,1-1,0 0,1-1,0-1,1 1,1-2,0 1,0-1,2 0,0-1,0 1,1-1,1 0,0-1,2 1,-1 0,2-1,0 0,1 1,0-1,2 0,0 1,0-1,2-3,-2 10,0 1,0 0,0 0,1 0,0 0,1 0,0 1,0 0,1-1,-1 2,2-1,-1 0,1 1,0 0,0 0,0 1,1 0,0 0,0 0,0 1,1 0,0 1,-1-1,1 1,0 1,1 0,158-21,-115 18</inkml:trace>
  <inkml:trace contextRef="#ctx0" brushRef="#br0" timeOffset="254.319">898 131,'-2'22,"-1"22,3 17,5 9,5 4,4-1,3-7,3-7,0-11,-1-13,-1-11,-4-10</inkml:trace>
  <inkml:trace contextRef="#ctx0" brushRef="#br0" timeOffset="524.598">1313 171,'-35'24,"1"2,1 2,2 0,1 3,1 0,2 1,1 2,1 1,-16 32,38-61,1-4,0 0,0 0,1 1,-1-1,1 1,-1-1,1 1,0-1,0 1,0-1,0 1,0 0,1 0,-1 0,1-1,0 1,0 0,0 0,0 0,1-1,-1 1,1 0,-1 0,1 0,0-1,0 1,0-1,0 1,1 0,6 2,0-1,1 0,-1-1,1 1,0-2,0 1,0-1,0-1,0 1,0-2,1 1,3-1,-3 0,54 3,1-4,-1-3,46-8,-56 4</inkml:trace>
  <inkml:trace contextRef="#ctx0" brushRef="#br0" timeOffset="699.13">1888 478,'20'-2,"17"-3,7-1,5 1,-1 1,-7 1</inkml:trace>
  <inkml:trace contextRef="#ctx0" brushRef="#br0" timeOffset="960.43">1808 612,'20'4,"19"2,13 0,10-1,5-2,3 0,1-5,0 0,-13-1</inkml:trace>
  <inkml:trace contextRef="#ctx0" brushRef="#br0" timeOffset="1919.046">1847 438,'0'-2,"5"-1,6 2,7 2,11 0,9 0,5 0,4 0,1 0,-3-1,-5 0,-9-2,-10-1</inkml:trace>
  <inkml:trace contextRef="#ctx0" brushRef="#br0" timeOffset="2167.384">1928 572,'21'0,"15"0,11 0,9 0,4 0,-2 0,-5 0,-13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5:57.2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23,'16'-4,"1"0,0 1,0 1,0 0,1 1,-1 1,0 1,0 1,0 0,0 1,0 1,0 0,-1 1,1 1,-1 1,-1 0,0 1,0 0,0 2,2 2,-10-6,0 1,-1 0,1 0,-2 1,1 0,-1 0,0 1,-1-1,0 1,0 0,-1 0,0 0,0 0,-1 1,-1-1,1 1,-2-1,1 6,-2 9,-1 0,-1 0,0 0,-2-1,-1 0,-8 20,0-5,8-23,0 1,1 0,0 0,2 0,0 1,0-1,2 1,0 2,1-15,1-1,-1 1,1 0,0-1,0 1,1-1,-1 1,1-1,-1 0,1 0,0 0,1 0,-1 0,0 0,1 0,-1-1,1 1,0-1,0 0,0 0,0 0,0 0,1 0,-1-1,0 1,1-1,-1 0,4 1,106 9,-102-10,-1-1,1 0,0-1,0 0,-1 0,1-1,-1 0,1-1,-1-1,0 1,0-2,0 1,-1-1,0-1,0 0,0 0,0 0,-1-1,0-1,2-2,-1-9</inkml:trace>
  <inkml:trace contextRef="#ctx0" brushRef="#br0" timeOffset="245.857">134 251,'25'-7,"22"-2,21 0,15 2,7 2,-1 2,-3 1,-17 1</inkml:trace>
  <inkml:trace contextRef="#ctx0" brushRef="#br0" timeOffset="1199.329">842 223,'10'-1,"-1"0,1-1,-1 0,0 0,0-1,0-1,0 1,-1-1,1-1,-1 0,0 0,0-1,-1 1,1-2,-1 1,-1-1,1 0,-1 0,-1-1,1 0,1-4,-6 11,-1-1,1 0,-1 1,1-1,-1 0,0 1,0-1,1 0,-1 0,0 1,-1-1,1 0,0 0,0 0,-1 1,1-1,-1 0,0 1,1-1,-1 1,0-1,0 0,0 1,0 0,0-1,0 1,0 0,-1-1,1 1,0 0,-1 0,1 0,-1 0,1 0,-1 1,1-1,-1 0,0 1,0-1,-3-1,0 1,0 0,-1 0,1 0,0 1,-1 0,1 0,0 0,-1 0,1 1,-1 0,-2 1,3-1,0 1,0 0,0 0,1 1,-1-1,1 1,0 0,0 0,0 0,0 0,0 1,1 0,0 0,-1 0,1 0,1 0,-1 1,1-1,-1 1,1 0,1-1,-1 1,1 0,0 0,0 0,0 0,0 0,1 4,0 1,0 0,1 1,0-1,1 0,0 0,0 0,1 0,0-1,1 1,0-1,1 0,-1 0,2 0,0 1,3 1,0-1,1 0,0 0,0-1,1 0,0 0,1-2,0 1,0-1,1-1,-1-1,1 1,1-2,-1 0,5 1,-10-4,0 1,0-1,0 0,1 0,-1-1,0-1,0 1,1-1,-1 0,0-1,0 0,0-1,0 1,-1-1,1-1,-1 1,0-1,0-1,0 1,0-1,-1-1,1 1,-2-1,1 0,0 0,0-2,3-9,-1 1,-1-1,0 0,-1 0,-1-1,-1 0,0 0,-1 0,-2 0,1 0,-2-1,0 1,-2 0,0 0,-1-5,-7-33,11 55,-1-1,1 1,-1 0,1 0,-1 0,1 0,-1 1,1-1,0 0,0 0,-1 0,1 0,0 1,0-1,0 0,0 1,0-1,0 1,0-1,0 1,0-1,0 1,0 0,0-1,0 1,1 0,-1 0,0 0,0 0,0 0,0 0,0 0,0 1,1-1,-1 0,0 0,0 1,0-1,0 1,0-1,0 1,0-1,0 1,0 0,-1 0,1-1,0 1,0 0,0 0,-1 0,1 0,7 2,26 10,-1 1,0 2,-1 1,28 20,-55-32,1 0,-1 0,0 1,-1 0,1 0,-1 0,0 1,0-1,-1 1,0 0,0 0,-1 0,0 0,0 0,-1 1,0-1,0 1,0 3,0-1,0-5,-1 1,1-1,1 0,-1 1,1-1,-1 0,1 0,1 0,-1 0,1 0,0-1,0 1,0-1,1 1,-1-1,1-1,0 1,1 0,-1-1,0 0,1 0,0 0,-1 0,1-1,0 0,4 1,6 0,0-1,0 0,0-1,0-1,0 0,0-1,0-1,0 0,0-1,-1-1,1 0,-1-1,0-1,2-1,8-1,-21 7,-1 0,0 0,1 0,-1 1,1-1,0 1,-1-1,1 1,-1 0,1 0,0 0,-1 0,1 1,-1-1,1 1,-1-1,1 1,-1 0,1 0,-1 0,0 0,1 1,-1-1,0 0,0 1,0 0,0 0,1 1,3 2,0-1,1 1,-1-1,1 0,0-1,0 1,1-2,-1 1,1-1,-1 0,1 0,-1-1,1 0,0 0,0-1,0 0,-1-1,1 1,0-1,2-1,-5 1,0-1,0 1,0-1,0 0,0 0,0 0,0-1,-1 1,0-1,1 0,-1-1,0 1,0-1,-1 0,1 1,-1-2,0 1,0 0,0-1,0 1,-1-1,0 0,0 0,0 0,-1 0,1 0,-1 0,-1 0,1-1,0 0,-2-2,1 0,-1 0,-1 0,1 0,-1 0,-1 1,0-1,0 1,0 0,-1 0,1 0,-2 0,1 0,-1 1,0 0,-1 0,1 0,-1 1,0 0,0 0,-1 0,0 1,1 0,-1 0,-1 1,1 0,0 0,-1 1,0 0,0 0,1 0,-1 1,0 1,0-1,0 1,0 0,0 1,0 0,-7 2,6 1,0 0,0 1,1 0,-1 0,1 1,0 0,1 1,-1-1,1 2,1-1,-1 1,1 0,1 0,-1 0,-2 7,5-10,1 0,0 0,0 0,0 0,1 0,-1 0,1 1,0-1,1 1,-1-1,1 0,0 1,1-1,-1 1,1-1,0 0,0 1,1-1,-1 0,1 0,1 0,-1 0,1 0,-1 0,1-1,1 0,-1 1,1-1,0 1,43 31,4-6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6:05.2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132 141,'-9'4,"1"1,0 0,1 0,-1 1,1 0,0 0,1 1,-1 0,1 0,1 0,-1 1,1 0,1 0,-1 0,1 1,1-1,0 1,0 0,0 0,1 0,1 0,0 1,0-1,0 0,1 1,1-1,0 0,0 1,0-1,1 0,1 0,0 0,0 0,0-1,4 5,-4-4,0 0,1-1,0 1,0-1,1 0,0 0,1-1,0 1,0-1,0-1,1 1,0-1,0 0,1 0,0-1,0 0,0-1,0 0,9 3,-14-6,1-1,-1 0,1 0,-1 0,1-1,0 1,-1-1,1 1,-1-1,0-1,1 1,-1 0,0-1,1 1,-1-1,0 0,0 0,-1-1,1 1,0 0,-1-1,1 0,-1 1,0-1,0 0,0 0,1-3,37-93,-36 84,0 0,-1 0,0-1,-2 1,1-1,-2 0,0 1,-1-1,-1 0,0 1,-1-1,-1 1,0 0,-1 0,-1 1,0-1,-1 1,0 0,-5-4,9 14,-1 0,1 1,-1-1,0 1,0 0,-1 0,1 0,-1 1,1 0,-1-1,0 2,0-1,0 0,0 1,0 0,0 0,0 1,0-1,-1 1,1 0,0 1,0-1,0 1,0 0,-1 0,2 1,-1-1,0 1,0 0,0 1,1-1,-1 1,1 0,0 0,0 0,0 0,0 1,0 0,1 0,0 0,-3 4,-2 3,1 1,0 0,1 0,0 1,1 0,1 0,0 0,0 0,1 1,1-1,1 1,0 0,0-1,1 1,1 0,0 0,1-1,2 5,7 25</inkml:trace>
  <inkml:trace contextRef="#ctx0" brushRef="#br0" timeOffset="668.755">586 368,'54'-120,"-39"91,-1 0,-2-1,0 0,-3-1,0 0,2-24,-11 43,-4 26,0 26,2 0,1 0,3 0,1-1,1 1,3 0,7 23,-13-58,2 9,12 107,-15-116,0 1,-1 0,1-1,-1 1,0 0,0-1,-1 0,0 1,0-1,0 0,-1 0,1 0,-1 0,0 0,-1-1,1 1,-1-1,0 0,-2 2,46-4,254-9,-283 7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5:56.24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5077 570,'-2'16,"-1"11,2 10,4 1,4 2,0-4,-1-5,-1-9</inkml:trace>
  <inkml:trace contextRef="#ctx0" brushRef="#br0" timeOffset="447.809">4957 329,'32'9,"0"1,0 2,-1 1,-1 2,0 1,7 6,-25-14,0 1,0 0,0 1,-2 1,1-1,-1 2,-1-1,0 2,0-1,-1 1,-1 0,0 1,-1-1,-1 1,1 2,-2 3,-1-1,0 1,-1 0,-1 0,-2 18,1-2,0-33,1-1,-1 0,1 1,0-1,0 0,-1 1,1-1,0 0,0 0,0 1,0-1,0 0,0 0,1 0,-1 0,0-1,0 1,1 0,-1 0,1-1,-1 1,0-1,1 1,-1-1,1 0,-1 1,1-1,-1 0,1 0,0 0,-1 0,1-1,-1 1,1 0,-1 0,1-1,-1 1,0-1,1 0,-1 1,0-1,1 0,-1 0,0 0,0 0,1 0,-1 0,0 0,0 0,1-1,12-7,0 0,0 0,-1-2,0 1,-1-2,0 0,-1 0,0-1,-1 0,-1-1,0 0,0-1,-2 0,0 0,0 0,3-16,-4 15,-8 36,0-5,0-8,1 1,0 0,0 0,1-1,0 1,0 0,1-1,0 1,0 0,1-1,0 1,0-1,1 0,0 1,0-1,0 0,1-1,5 7,4-3,1-1,0 0,0-1,1 0,1-1,-1-1,1 0,0-2,0 1,0-2,1 0,-1-1,1-1,16 0,-32-1,77 5</inkml:trace>
  <inkml:trace contextRef="#ctx0" brushRef="#br0" timeOffset="-2658.101">559 529,'-1'4,"0"-1,0 1,0 0,1-1,0 1,-1 0,2 0,-1-1,0 1,1 0,-1 0,1-1,0 1,0-1,1 1,-1-1,1 1,0-1,-1 0,2 0,-1 0,0 0,0 0,1 0,0 0,0-1,-1 0,1 1,1-1,-1 0,0 0,7 0,0-1,0 1,0-2,1 1,-1-2,0 1,0-1,0-1,0 0,0 0,0-1,0 0,-1 0,1-1,-1-1,0 0,-1 0,6-4,9-4,0-2,0 0,-2-2,0 0,0-1,-2-1,-1-1,0-1,-1-1,6-11,5-44,-28 75,1 0,-1 0,0 0,0 0,0 0,0 0,0 0,-1 0,1 0,-1 0,1 0,-1 0,1 0,-1 0,0 1,0-1,0 0,0 0,-1 1,1-1,0 1,0-1,-1 1,1-1,-1 1,0 0,1 0,-1 0,0 0,0 0,1 0,-1 0,0 1,0-1,0 1,0-1,0 1,-1 0,0-1,-1 1,1 0,-1 0,1 1,0-1,-1 1,1 0,0 0,-1 0,1 0,0 0,0 1,0-1,0 1,0 0,0 0,0 0,1 0,-1 1,1-1,0 1,-1-1,1 1,0 0,-1 2,-35 82,30-32,2 0,2 1,3 0,2-1,3 1,2-1,3 0,2 0,11 30,-2 13,-19-94,11 45,-2 0,-3 1,-2 0,-1 1,-3-1,-3 1,-4 30,-2-45</inkml:trace>
  <inkml:trace contextRef="#ctx0" brushRef="#br0" timeOffset="-1541.444">612 917,'85'-31,"2"4,0 4,2 3,41-1,-16 22,-109 0,0 0,-1 0,1 0,-1 1,1-1,-1 1,1 0,-1 1,0-1,0 1,0 0,0 0,0 0,-1 0,0 1,1-1,-1 1,0 0,-1 0,1 0,-1 0,1 1,19 109,-21-112,0 1,0-1,1 1,-1-1,1 0,0 0,-1 0,1 0,0 0,0 0,0 0,1 0,-1-1,0 1,1-1,-1 0,1 0,-1 0,1 0,-1 0,1 0,0-1,-1 1,1-1,0 0,0 0,-1 0,1 0,0 0,0-1,-1 1,1-1,0 0,-1 1,1-1,-1 0,1-1,-1 1,1 0,-1-1,0 0,0 1,0-1,0 0,0 0,0 0,0 0,-1 0,1 0,-1-1,1-1,3-2,-1 0,0 0,0 0,-1-1,0 0,0 0,0 0,-1 0,0 0,-1 0,0-1,0 1,0-1,-1 1,0-1,0 1,-1 0,0-1,0 1,-1 0,0-1,0 1,-1 0,0 1,0-1,-1 0,1 1,-1 0,-1-1,1 2,-1-1,0 0,-1 1,1 0,-1 0,0 1,0 0,0 0,-1 0,1 1,-1 0,-2-1,3 2,0 0,0 0,0 0,0 1,0 0,0 0,0 0,-1 1,1 0,0 0,0 1,-1-1,1 1,0 1,0-1,0 1,0 0,0 1,1-1,-1 1,1 0,-4 3,9-5,0 0,-1 0,1 0,0 0,0 1,0-1,0 0,0 0,0 0,0 0,0 0,1 1,-1-1,0 0,1 0,-1 0,1 0,-1 0,1 0,-1 0,1 0,0 0,-1 0,1 0,0-1,0 1,0 0,0 0,0-1,0 1,0 0,0-1,0 1,0-1,0 0,0 1,0-1,0 0,0 1,0-1,1 0,-1 0,0 0,0 0,0 0,0 0,1-1,34 7,1-2,-1-1,0-2,20-2,-43 1,15 1,0-2,0 0,0-2,0-1,0-1,-1-2,0 0,17-9,-40 14,1-1,-1 0,0 0,0 0,0 0,0-1,-1 1,1-1,-1 0,0 0,0-1,0 1,-1-1,0 1,0-1,0 0,0 0,-1 0,1 0,-1 0,-1 0,1 0,-1 0,1 0,-2 0,1-1,0 1,-1 0,-1-2,-5-61,8 67,-1 1,1-1,0 0,0 1,0-1,-1 0,1 1,0 0,0-1,0 1,0-1,0 1,0 0,0 0,0-1,0 1,0 0,0 0,0 0,0 0,0 0,0 0,1 1,-1-1,0 0,0 0,-1 1,1-1,0 1,0-1,0 1,0-1,0 1,0 0,0-1,-1 1,1 0,0-1,-1 1,1 0,0 0,1 1,184 111,-183-112,1 1,-1 0,0 0,1 1,-1-1,0 1,0-1,-1 1,1 0,-1 0,1 0,-1 1,0-1,0 0,0 1,-1 0,1-1,-1 1,0 0,0 0,0-1,0 1,-1 0,1 0,-1 0,0 0,-1 0,1 0,-1 1,-12 40,-4 40,17-83,0 1,1-1,-1 0,1 1,0-1,0 0,0 0,0 1,0-1,0 0,1 0,-1 0,1 0,-1 0,1-1,0 1,-1 0,1-1,0 1,0-1,0 0,1 0,-1 1,0-1,0-1,1 1,-1 0,0-1,2 1,72 5,-61-6,0-2,0 1,0-2,0 0,-1-1,1 0,-1-1,0-1,0 0,-1-1,0-1,0 0,-1 0,0-1,0-1,-1 0,0-1,-1 0,0 0,-1-1,0-1,-1 1,0-1,-1-1,2-5,5-25,-2-1,-2 0,-2-1,-2 0,-2 0,-3-1,-1-7,2-16,-4 0,-2-1,-9-39,6 83,7 28,0-1,0 0,0 1,0-1,0 0,0 1,0-1,0 1,0-1,0 0,0 1,0-1,0 0,0 1,-1-1,1 1,0-1,0 0,0 1,0-1,-1 0,1 0,0 1,0-1,-1 0,1 1,0-1,0 0,-1 0,1 0,0 1,-1-1,1 0,0 0,-1 0,1 0,-1 0,1 1,0-1,-1 0,1 0,0 0,-1 0,1 0,-1 0,1 0,0-1,-1 1,1 0,0 0,-1 0,1 0,0 0,-1 0,1-1,0 1,-1 0,1 0,0-1,-1 1,-8 49,2-1,2 1,2 36,2-46,-1-5,-3 74,5 1,6 18,-5-107,2 1,1-2,0 1,2 0,0-1,1 0,5 8,-10-21,1-1,0 1,1-1,-1 0,1 0,0 0,0 0,0-1,1 1,-1-1,1 0,0-1,1 1,-1-1,0 0,1 0,0-1,0 0,0 0,0 0,0 0,0-1,0 0,0-1,5 1,42-16,-34 2</inkml:trace>
  <inkml:trace contextRef="#ctx0" brushRef="#br0" timeOffset="-1290.602">2096 342,'27'-11,"30"-4,23 0,14 4,4 5,-13 4</inkml:trace>
  <inkml:trace contextRef="#ctx0" brushRef="#br0" timeOffset="-259.31">3045 623,'-8'-6,"-1"0,1 1,-1-1,0 2,0-1,-1 2,1-1,-1 1,0 0,0 1,0 0,0 1,0 0,0 1,0 0,0 0,-1 1,1 0,0 1,0 0,1 1,-1 0,0 0,1 1,0 0,0 1,0 0,0 1,1-1,0 2,-4 3,7-6,1 0,-1 1,1 0,0 0,1 0,-1 0,1 0,0 1,0-1,1 1,0 0,0 0,0 0,1 0,-1 0,1 0,1 0,-1 1,1-1,1 0,-1 0,1 0,0 1,0-1,0 0,1 0,0 0,1-1,-1 1,1 0,0-1,0 0,1 1,-1-1,1-1,3 4,1-4,1 1,-1-2,1 1,0-1,0-1,0 0,0 0,1 0,-1-1,0-1,1 0,-1 0,0-1,1 0,-1 0,0-1,0 0,0-1,0 0,0 0,-1-1,1 0,-1-1,0 0,0 0,-1-1,0 1,0-2,0 1,0-1,-1 0,0 0,-1-1,0 0,0 0,0 0,-1-1,12-66,-16 85,0 0,0 1,1-1,0 1,1-1,0 0,0 0,1 0,1 0,0 0,0 0,1-1,0 0,0 0,1-1,1 1,6 6,-12-13,1 0,0 0,0 0,1 0,-1 0,0 0,1 0,-1-1,1 0,-1 1,1-1,-1 0,1 0,0 0,0-1,0 1,0-1,-1 1,1-1,0 0,0 0,0 0,0-1,0 1,0-1,-1 1,1-1,0 0,0 0,-1 0,1-1,-1 1,1-1,-1 1,1-1,-1 0,0 0,2-1,3-11,1 0,-2 0,0-1,0 1,-2-1,0-1,0 1,-1-1,-1 1,-1-1,0 0,-1 1,-1-1,-2-8,3 14,0-2,-1 11,0 0,1-1,-1 1,1-1,-1 1,1-1,-1 1,1-1,0 0,0 1,0-1,0 1,0-1,0 0,0 1,1-1,-1 1,0-1,1 1,-1-1,1 1,0-1,-1 1,1 0,0-1,0 1,0 0,0 0,0-1,0 1,0 0,1 0,-1 0,0 0,1 1,-1-1,0 0,1 0,-1 1,1-1,-1 1,1-1,-1 1,1 0,0 0,-1 0,1 0,-1 0,2 0,29 9,1 2,-1 1,-1 2,10 7,-34-18,0 0,0 0,0 1,0 0,-1 0,0 1,0 0,0 0,0 0,-1 1,0 0,0 0,0 0,-1 0,0 1,0 0,-1 0,0 0,0 0,-1 0,1 1,-2-1,1 1,-1 3,-4 36,2-43,-1 1,1 0,0 0,0 0,1 0,0 0,0 0,0 1,0-1,1 0,-1 0,1 0,1 0,-1 0,1-1,0 1,0 0,0-1,0 1,1-1,0 0,0 0,0 0,0 0,1 0,0-1,-1 1,1-1,1 1,5-2,-1 1,0-1,1-1,-1 0,1 0,0-1,-1 0,1 0,-1-1,1-1,-1 1,1-2,-1 1,0-1,0-1,0 1,0-1,-1-1,0 0,0 0,0-1,0 0,-1 0,0-1,0 1,-1-2,0 1,0-1,0 0,-1 0,-1 0,1-1,0-3,-2 6,0 1,0-1,-1 0,0-1,0 1,0 0,-1 0,0-1,0 1,0-1,-1 1,0-1,-1 1,1-1,-1 1,0 0,-1-1,1 1,-1 0,-1 0,1 0,-1 0,0 0,0 1,-1-1,0 1,0 0,0 0,-5-4,8 8,-1 0,0 0,0 0,0 1,0-1,0 0,-1 1,1 0,0-1,0 1,0 0,0 0,0 0,0 1,-1-1,1 0,0 1,0-1,0 1,0 0,0 0,0 0,0 0,1 0,-1 0,0 0,0 1,1-1,-1 0,1 1,-1 0,1-1,0 1,-1 1,-28 70,29-68,1 1,0-1,0 0,0 1,1-1,0 1,0-1,1 0,-1 0,1 0,0 0,0 0,1 0,-1 0,1-1,0 1,1-1,-1 0,1 0,-1 0,1 0,1-1,-1 1,0-1,1 0,-1 0,1-1,0 0,2 1,125 36,-60-28</inkml:trace>
  <inkml:trace contextRef="#ctx0" brushRef="#br0" timeOffset="13107.602">1147 1679,'-13'230,"13"-179,-11 473,20-625,-9 81,13-95,-12 111,0 0,1 0,-1 0,1 0,0 0,0 1,0-1,0 1,0-1,1 1,0 0,-1 0,1 0,0 0,1 1,-1-1,0 1,1 0,-1 0,1 0,0 0,0 1,0-1,0 1,3-1,9 2,0 1,0 0,0 0,0 2,-1 0,1 1,-1 0,0 1,0 1,0 1,-1 0,13 8,37 34,-62-48,-1 1,0 0,1-1,-1 1,0 0,0 0,0-1,-1 1,1 0,0 0,-1 0,1 0,-1 0,1 0,-1 0,0 0,0 0,0 1,0-1,0 0,-1 0,1 0,-1 0,1 0,-1 0,0 0,0-1,0 1,0 0,0 0,0 0,0-1,0 1,-1-1,1 1,-1-1,0 1,-12 9,-1 0,0-2,-1 1,0-2,-1 0,1-1,-2-1,1 0,-1-2,-10 2,14-2,6-1,-1-1,0 0,0 0,0-1,1 0,-1 0,-1-1,1 0,0-1,0 0,1-3</inkml:trace>
  <inkml:trace contextRef="#ctx0" brushRef="#br0" timeOffset="13560.592">1922 2227,'-13'-11,"-1"1,0 0,0 1,-1 0,0 1,-1 1,0 1,0 0,0 1,-8-1,21 5,-1 0,1 0,0 1,-1 0,1-1,0 1,-1 0,1 0,0 1,-1-1,1 1,0 0,0 0,0 0,-1 0,1 0,0 1,1-1,-1 1,0 0,0 0,1 0,-1 0,1 0,-1 1,1-1,0 1,0 0,0-1,0 1,1 0,-1 1,-2 7,0 0,1 0,0 0,1 0,0 1,1-1,0 1,1-1,0 1,1-1,0 1,1-1,0 0,1 1,0-1,1 0,0-1,5 9,-7-16,0 1,0-1,0 1,1-1,-1 0,1 0,0 0,0 0,0-1,0 1,0-1,1 0,-1 0,1 0,-1 0,1 0,0-1,0 0,0 0,0 0,0 0,0 0,0-1,0 0,0 0,0 0,0 0,0-1,0 1,0-1,0 0,0 0,-1-1,1 1,0-1,-1 0,1 0,-1 0,1-1,7-7,-2 0,1-1,-1 0,-1-1,0 0,-1 0,0-1,-1 0,0 0,-1 0,-1-1,0 0,2-11,-2 11,0 63,-5-43,0 0,1 0,-1 0,1 0,0 0,1 0,-1 0,1 0,0 0,1-1,0 1,0 0,0 0,0-1,1 0,0 1,0-1,0 0,1 0,0-1,0 1,0-1,0 0,1 0,-1 0,1-1,0 1,1-1,2 2,35 6,1-4</inkml:trace>
  <inkml:trace contextRef="#ctx0" brushRef="#br0" timeOffset="13908.699">2524 2053,'-23'3,"0"0,1 2,-1 1,1 1,0 0,1 2,-1 0,2 2,-9 5,28-15,0-1,-1 1,1-1,0 1,0 0,0 0,0-1,0 1,0 0,0 0,0 0,0 0,0 0,0 0,1 0,-1 1,0-1,1 0,-1 0,1 0,-1 1,1-1,0 0,0 1,-1-1,1 0,0 1,0-1,0 0,0 1,1-1,-1 0,0 1,0-1,1 0,-1 0,1 1,-1-1,1 0,0 0,-1 0,1 0,0 1,0-1,0 0,0-1,0 1,0 0,0 0,0 0,0 0,0-1,0 1,1-1,-1 1,0-1,2 1,97 35,-84-32,0 1,0 0,0 1,0 1,-1 0,8 6,-21-12,0 0,0 1,0-1,0 1,0-1,0 1,0 0,0 0,0-1,-1 1,1 1,-1-1,1 0,-1 0,0 0,0 1,0-1,0 1,-1-1,1 0,0 1,-1-1,0 1,0 0,0-1,0 1,0-1,0 1,-1-1,1 1,-1-1,1 1,-1-1,0 1,0-1,0 0,0 0,-1 1,1-1,-1 0,1 0,-1 0,0 0,-1 0,-11 9,-1-1,-1 0,1-1,-1-1,-1-1,0 0,0-1,0-1,-1 0,1-2,-1 0,-1-1,12-2,8-2</inkml:trace>
  <inkml:trace contextRef="#ctx0" brushRef="#br0" timeOffset="15597.741">3005 2173,'-5'-2,"0"0,0 0,-1 1,1-1,-1 1,1 0,-1 1,1-1,-1 1,0 0,1 1,-1-1,1 1,-1 0,1 1,0-1,-1 1,1 0,0 0,0 1,0 0,0-1,1 2,-1-1,1 0,0 1,-1 0,2 0,-1 0,0 1,1-1,0 1,-2 3,2-1,0-1,0 1,0 0,1 0,0 0,1 0,0 1,0-1,0 0,1 1,0-1,0 0,1 0,0 1,0-1,1 0,0 0,0 0,1 0,-1 0,2-1,-1 1,1-1,0 0,0 0,0 0,1 0,0-1,0 0,1 0,-1 0,1-1,0 0,0 0,1 0,-1-1,1 0,2 1,1 0,0-1,-1 0,1-1,0 0,0-1,0 0,0-1,1 1,-1-2,0 0,0 0,0-1,0 0,0 0,-1-1,1-1,-1 0,0 0,0-1,0 0,0 0,-1-1,0 0,0 0,-1-1,1 0,-2-1,2 0,3-8,0-1,-2 0,1 0,-2-1,-1 0,0 0,2-9,-9 27,0 1,0-1,1 0,-1 0,0 0,0 0,1 1,-1-1,0 0,1 0,-1 0,0 0,1 0,-1 0,0 0,1 0,-1 0,0 0,1 0,-1 0,0 0,1 0,-1 0,0 0,1 0,-1 0,0 0,0-1,1 1,-1 0,0 0,1 0,-1-1,0 1,0 0,1 0,-1 0,0-1,0 1,0 0,1-1,-1 1,0 0,0 0,0-1,0 1,0 0,0-1,0 1,0 0,1-1,-1 1,0-1,7 38,-6-29,-1-2,1-1,0 1,0 0,0-1,1 0,-1 1,1-1,1 0,-1 0,1 0,0 0,0 0,0-1,1 1,-1-1,1 0,0 0,1 0,-1-1,1 1,-1-1,1 0,0-1,0 1,0-1,0 0,1 0,-1 0,1-1,-1 0,2 0,7-3,0 0,-1-2,1 1,-1-2,0 1,0-2,0 0,-1-1,0 0,0 0,-1-1,0-1,0 0,-1-1,0 0,-1 0,2-3,57-63,-68 75,0 1,1 0,-1-1,0 1,0 0,1-1,-1 1,0 0,0-1,1 1,-1 0,0-1,1 1,-1 0,0 0,1 0,-1-1,1 1,-1 0,0 0,1 0,-1 0,1 0,-1 0,0 0,1 0,-1 0,1 0,-1 0,1 0,-1 0,0 0,1 0,-1 0,1 0,-1 0,0 1,1-1,-1 0,1 0,-1 0,0 1,1-1,-1 0,0 1,0-1,1 0,-1 1,0-1,0 0,1 1,-1-1,0 0,0 1,0-1,0 1,1-1,-1 0,0 1,0-1,2 32,-2-25,0 0,0 0,0-1,0 1,1 0,0 0,0-1,0 1,1 0,0-1,1 0,0 1,-1-1,2 0,-1 0,1-1,0 1,0-1,1 0,-1 0,1 0,0 0,0-1,1 0,-1 0,1-1,0 1,0-1,0 0,1-1,1 1,6-2,1 0,0 0,-1-2,1 0,0 0,-1-1,1-1,-1-1,0 0,0-1,0 0,-1-1,0 0,0-2,0 1,-1-1,0-1,-1 0,1-1,-2 0,0-1,0 0,0-2,10-13,-2-2,-1 0,-1-1,-2-1,-1-1,-1 1,-1-2,-2 0,-2 0,0 0,-2-1,-2 0,-1 0,-1 0,-2 0,-2 0,-3-17,4 32,0 0,-2 0,0 1,-1-1,-1 1,-5-11,10 26,0-1,0 0,0 0,-1 0,1 1,-1-1,0 1,0-1,0 1,0 0,0-1,0 1,0 0,-1 0,1 1,-1-1,0 1,1-1,-1 1,0 0,0 0,0 0,0 0,0 0,0 1,0-1,0 1,0 0,0 0,0 0,0 0,0 1,0-1,0 1,0 0,0 0,0 0,0 0,0 0,-1 1,-7 7,-1 0,2 0,-1 1,1 0,1 1,-1 0,2 1,0 0,0 0,1 1,1 0,0 0,-4 13,-3 5,2 1,1 0,1 0,2 1,1 0,-1 29,6-45,1 0,0 1,1-1,1 0,1 0,0 0,1 0,1 0,1-1,0 1,1-2,1 1,0-1,2 1,4 2,2 0,0-2,1 0,0 0,1-2,1-1,0 0,1-1,1-1,-1-1,2 0,-1-2,1-1,0-1,1 0,0-2,0 0,0-2,0-1,0 0,0-2,0 0,0-2,0-1,7-2,-16 2,0 0,-1-1,0-1,0 0,0-1,-1 0,0-1,0 0,-1-1,0 0,-6 5,-1 0,0 0,-1 0,1 0,-1-1,0 1,0-1,0 0,-1 0,1 0,-1 0,0 0,-1 0,1 0,-1-1,0 1,-1-1,1 1,-1-1,0 1,0-1,-1 1,0-1,0 1,0-1,0 1,-1-1,0 2,1 1,-1-1,0 0,0 1,0-1,0 1,-1-1,1 1,-1 0,0 0,0 1,0-1,0 0,-1 1,1 0,0 0,-1 0,0 0,0 0,1 1,-1 0,0 0,0 0,0 0,0 0,0 1,0 0,-1 0,1 0,0 0,0 1,-2 0,-1 0,0 0,0 1,0 0,0 0,1 1,-1 0,1 0,0 1,0-1,0 1,0 1,1-1,0 1,-1 0,2 0,-1 0,1 1,-3 4,4-7,1 0,0 0,0 0,0 1,0-1,0 1,1 0,0-1,-1 1,2 0,-1 0,0 0,1 0,-1 0,1 0,0 0,1 0,-1 0,0-1,1 1,0 0,0 0,0 0,1-1,-1 1,1 0,0-1,0 1,0-1,1 0,-1 0,1 0,-1 0,1 0,0-1,2 2,5-2,-1 0,1-1,0-1,0 1,0-2,-1 1,1-1,0-1,0 0,-1 0,1-1,-1 0,0-1,0 0,0 0,0-1,-1 0,0 0,3-4,4 1,-15 8,1-1,-1 0,1 0,0 1,-1-1,1 1,0-1,-1 1,1-1,0 1,0-1,0 1,-1 0,1-1,0 1,0 0,0 0,0-1,0 1,0 0,0 0,-1 0,1 0,0 0,0 0,0 1,0-1,0 0,0 0,0 1,-1-1,1 0,0 1,0-1,0 1,-1-1,1 1,0-1,-1 1,1 0,0-1,-1 1,1 0,-1 0,1-1,-1 1,1 0,-1 0,0 0,1-1,-1 1,0 0,0 0,0 0,1 0,-1 0,1 3,-1 0,1 1,-1 0,1-1,0 1,1-1,-1 1,1-1,0 1,0-1,1 0,-1 0,1 0,0-1,0 1,0 0,0-1,1 0,-1 0,1 0,0 0,0-1,0 1,3 1,-3-3,0 0,0 0,0 0,0 0,1-1,-1 0,0 0,0 0,0 0,0 0,1-1,-1 0,0 0,0 0,0 0,0-1,-1 1,1-1,0 0,-1 0,1-1,-1 1,0-1,1 0,-1 1,0-1,-1-1,1 1,-1 0,1-1,-1 1,1-3,5-7,-1-1,-1 0,0 0,-1 0,0-1,-2 1,1-1,-1-7,4-121,-7 143,1 1,-1-1,0 0,0 1,0-1,1 1,-1-1,0 0,1 1,-1-1,0 0,1 1,-1-1,0 0,1 0,-1 1,1-1,-1 0,0 0,1 0,-1 1,1-1,-1 0,1 0,-1 0,1 0,-1 0,1 0,-1 0,0 0,1 0,-1 0,1 0,-1 0,1-1,-1 1,1 0,-1 0,0 0,1-1,-1 1,1 0,-1 0,0-1,1 1,-1 0,0-1,1 1,-1 0,0-1,0 1,1-1,-1 1,0 0,0-1,0 1,1-1,-1 1,0-1,0 1,0 0,0-1,0 1,0-1,0 1,0-1,0 1,9 6,3 0,0-1,0-1,0 0,1 0,-1-1,1-1,5 1,-7-2,0 1,1 0,-1 1,0 1,0-1,0 2,-1-1,1 1,2 3,-8-3,-1-1,0 1,-1 0,1 1,-1-1,0 0,0 1,-1 0,0 0,0 0,0 0,0 0,-1 0,0 0,-1 0,1 0,-1 1,0-1,-1 0,1 0,-1 1,-1 3,3 64,0-71,0 0,0 0,0 0,1 0,-1-1,1 1,-1 0,1-1,0 1,0-1,0 0,0 0,1 0,-1 0,1 0,-1 0,1 0,-1-1,1 1,0-1,0 0,0 0,0 0,0 0,0 0,0-1,0 1,0-1,0 0,0 0,0 0,99-17,-85 10,0 0,-1-2,0 0,0 0,-1-2,0 0,0-1,-2 0,1-1,-2 0,0-1,0-1,-1 0,-1 0,-1-1,0 0,-1-1,1-3,0-20,-9 39,0 0,0 1,0-1,0 0,-1 0,1 1,0-1,0 0,0 0,-1 1,1-1,0 0,-1 1,1-1,-1 0,1 1,-1-1,1 0,-1 1,1-1,-1 1,1-1,-1 1,0 0,1-1,-1 1,0-1,1 1,-1 0,0 0,0-1,1 1,-1 0,0 0,0 0,1 0,-1 0,0 0,0 0,0 0,1 0,-1 0,0 1,0-1,1 0,-1 0,0 1,0-1,-7 4,1-1,-1 1,1 0,0 1,0-1,0 2,1-1,0 1,0-1,0 2,1-1,-1 1,2-1,-1 2,1-1,0 0,0 1,1 0,0-1,0 3,2-7,1 1,-1 0,0 0,1-1,0 1,0 0,0 0,1 0,-1-1,1 1,0 0,0-1,0 1,0 0,0-1,1 1,0-1,0 0,0 0,0 0,0 0,1 0,-1 0,1 0,0-1,0 1,0-1,0 0,2 2,7 3,0-1,1 0,-1-1,1 0,0 0,1-2,8 2,30 4,0-3,0-2,0-2,1-3,23-4,-9-1</inkml:trace>
  <inkml:trace contextRef="#ctx0" brushRef="#br0" timeOffset="16583.121">211 262,'-8'0,"1"0,-1 0,0 0,0 1,1 1,-1-1,0 1,1 0,0 1,-1 0,1 0,0 0,1 1,-1 0,1 0,-1 1,1 0,0 0,1 1,-1-1,1 1,1 0,-1 0,1 1,-2 2,-2 12,1 0,1 0,0 0,2 1,0 0,2-1,0 1,2 1,0-1,1 0,2-1,0 1,1 0,1-1,5 11,11 30,4-1,2-2,2 0,4-2,1-1,20 21,-18-23,-26-42,-1 0,-1 0,0 1,0 0,-2 0,1 0,-2 1,0 0,0 0,-1 1,-1-1,-1 1,0 0,-1 0,0 0,-1 0,-1-1,0 1,-1 0,-1 0,-3 9,-6 0,-2 0,0-2,-2 1,0-2,-2 0,0-1,-1-1,-1-1,-1-1,0 0,-1-2,-1 0,-1-2,-12 6,30-13,24-10,-11 3,14-4,1 1,-1 1,1 1,0 0,-1 2,1 1,15 2,-28-1,0 0,1 0,-1 1,0 0,0 1,0-1,-1 2,1-1,-1 1,0 1,0-1,-1 1,0 1,0-1,0 1,-1 1,0-1,4 7,-1 2,-1 0,-1 0,0 1,-1 0,-1 0,-1 1,0-1,-1 1,-1 0,-1 0,0 1,-13 200,1-129,3-37,2 0,3 1,2 0,4 33,-1-74,0 0,1 0,0 0,1 0,0 0,1-1,1 0,0 0,0 0,1-1,1 0,0 0,0-1,1 0,1-1,0 1,0-2,0 0,1 0,0-1,1 0,1 1,61 22,-4-9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6:16.4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0 352,'13'-25,"0"-1,-2 0,-1-1,-2 0,0 0,-2-1,-1 0,-1 0,-1 0,-1-21,5 139,-4 266,-3-336</inkml:trace>
  <inkml:trace contextRef="#ctx0" brushRef="#br0" timeOffset="367.05">348 218,'31'-205,"-26"193,-2 30,19 331,-10-241,-8-68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6:15.1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122 347,'-6'17,"2"-24,1-33,3 30,-3-26,-1 0,-1 1,-2-1,-2 1,-1 0,-4-5,13 39,0-3,0 1,0-1,0 1,-1-1,0 1,0 0,0 0,0 0,0 0,0 0,-1 0,0 0,1 1,-1-1,0 1,-3-2,5 5,0-1,0 1,0-1,0 1,0-1,0 1,0 0,0-1,1 1,-1 0,0 0,0 0,1 0,-1 0,0 0,1 0,-1 0,1 0,-1 0,1 0,0 0,-1 0,1 0,0 0,0 1,0-1,0 0,0 0,0 0,0 0,0 0,1 1,-1 2,0 0,1 0,0 0,0-1,0 1,0-1,1 1,-1-1,1 1,0-1,0 0,0 0,0 1,1-2,-1 1,1 0,0 0,0-1,0 0,0 1,0-1,0 0,1-1,-1 1,1-1,-1 1,3 0,102 20,-60-21,-36-1,0 0,0 0,0 1,0 1,-1 0,1 0,8 4,-15-2,0 0,-1 0,1 0,-1 1,0 0,-1 0,1 0,-1 0,0 0,0 1,-1-1,1 1,-1 0,-1 0,1 0,-1 0,0 0,0 0,-1 0,0 0,0 0,0 1,-1 2,1-4,-1 601,6-490,-3 136,-2-244,-1 1,-1-1,1 0,-1 1,0-1,-1 0,0-1,-1 1,-3 6,6-11,-1 0,0-1,0 0,0 1,0-1,-1 0,1 0,-1 0,1 0,-1 0,1-1,-1 1,0-1,0 0,0 0,0 0,0 0,0 0,0 0,0-1,0 0,-1 1,1-1,0-1,0 1,0 0,-2-1,-5-3,0-1,0 0,0 0,1-1,0 0,0-1,0 0,1 0,0-1,0 0,1 0,0-1,1 0,0 0,0-1,1 0,0 0,1 0,0 0,0-1,1-2,-5-11,0 0,2-1,1 1,1-1,2 0,0 0,1 0,2 0,0 0,2 0,1-2,-2 18,0 1,1 0,-1 0,2 0,-1 0,1 0,0 1,1-1,-1 1,2 0,-1 1,1-1,0 1,0 0,0 1,1 0,0 0,0 0,1 1,-1 0,1 0,0 0,0 1,0 1,5-2,149-27,-111 22</inkml:trace>
  <inkml:trace contextRef="#ctx0" brushRef="#br0" timeOffset="253.322">777 347,'0'21,"2"17,4 14,4 10,4 3,1 0,-2-2,-3-8,-1-8,-2-12</inkml:trace>
  <inkml:trace contextRef="#ctx0" brushRef="#br0" timeOffset="541.55">1124 307,'-30'51,"-2"-1,-3-2,-2-1,-1-2,-3-1,-14 9,51-49,3-4,1 0,-1 0,1 0,-1 0,0 0,1 0,-1 0,0 0,1 1,-1-1,1 0,-1 0,0 1,1-1,-1 0,1 1,-1-1,1 1,-1-1,1 1,-1-1,1 1,0-1,-1 1,1-1,0 1,-1-1,1 1,0 0,0-1,0 1,-1 0,1-1,0 1,0-1,0 1,0 0,0-1,0 1,0 0,0-1,0 1,1 0,-1-1,0 1,0-1,1 1,-1 0,0-1,1 1,-1-1,0 1,1-1,-1 1,1-1,-1 1,1-1,144 7,183 74,-294-77,-6-2</inkml:trace>
  <inkml:trace contextRef="#ctx0" brushRef="#br0" timeOffset="751.513">1512 481,'23'6,"19"4,13-2,9-1,1-2,-5-2,-10-1,-10-1,-13-1</inkml:trace>
  <inkml:trace contextRef="#ctx0" brushRef="#br0" timeOffset="923.31">1633 668,'13'4,"14"2,16 0,15-1,10-4,8-4,-9-2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6:17.9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1123,'20'0,"19"0,18 0,13 0,8-2,1-1,-10 0,-15 1</inkml:trace>
  <inkml:trace contextRef="#ctx0" brushRef="#br0" timeOffset="272.308">28 1350,'16'-2,"16"-1,15-2,15-3,10-2,9-4,3-1,-5-2,-15 4</inkml:trace>
  <inkml:trace contextRef="#ctx0" brushRef="#br0" timeOffset="436.868">535 869,'-2'12,"1"10,8 8,12 8,12 5,12 1,9 3,8 0,1-1,-8-2,-14 1,-14 2,-22 4,-24 3,-25 3,-23 1,-13-2,8-11</inkml:trace>
  <inkml:trace contextRef="#ctx0" brushRef="#br0" timeOffset="2570.327">1512 1230,'28'-130,"-19"99,-2-1,-1 1,-1-1,-2 0,0-9,-3 37,1 0,-1-1,0 1,0 0,0 0,0-1,-1 1,1 0,-1 0,0-1,-1 1,1 0,-1 0,0 0,0 1,0-1,0 0,-1 1,1-1,-1 1,0 0,0 0,0 0,0 0,-1 0,1 1,-1 0,0 0,1 0,-1 0,0 0,0 1,-1-1,1 1,0 0,0 1,-4-1,7 1,-1 0,1 0,-1 0,1 0,-1 1,1-1,-1 1,1-1,-1 1,1 0,0-1,-1 1,1 0,0 0,0 0,0 0,-1 0,1 0,0 0,0 0,1 0,-1 1,0-1,0 0,1 1,-1-1,0 1,1-1,-1 0,1 1,0-1,0 1,-1-1,1 1,0-1,0 1,0-1,1 1,-1-1,0 1,0-1,1 1,-1-1,1 1,0-1,-1 1,1-1,0 0,0 0,-1 1,1-1,0 0,0 0,1 0,7 5,0-1,0-1,0 0,1 0,0 0,-1-2,1 1,0-1,1 0,-1-1,0-1,8 1,-13-1,150 4,-153-4,0 0,0 1,0-1,-1 0,1 1,0-1,-1 1,1 0,0-1,-1 1,1 0,-1 0,1 0,-1 0,0 1,1-1,-1 0,0 0,0 1,0-1,0 1,0-1,0 1,0-1,0 1,-1 0,1-1,-1 1,1 0,-1 0,1-1,-1 3,-5 62,2-50,-12 100,4 2,6-1,6 21,1-77,-4 158,-25-132,25-85,1 1,-1 0,0-1,0 1,0-1,0 0,0 0,0 0,-1 0,1 0,-1 0,0 0,1-1,-1 1,0-1,0 0,0 0,0 0,0 0,0-1,0 1,0-1,0 1,0-1,0 0,0-1,-3 1,-3-4,1 0,-1-1,1 0,0 0,0-1,1 0,0 0,0-1,0 0,1 0,0 0,0-1,1 0,0 0,0 0,1-1,0 0,0 0,1 0,1 0,-1 0,1-1,-4-13,0 0,2 0,0-1,2 1,0-1,2 0,0 1,2-6,-1 18,1 1,0 0,0-1,1 1,0 0,1 0,0 1,0-1,1 1,0 0,1 0,0 1,0-1,1 1,0 1,1-1,-1 1,1 1,6-4,63-27,-42 26</inkml:trace>
  <inkml:trace contextRef="#ctx0" brushRef="#br0" timeOffset="3353.155">2755 1096,'20'0,"16"0,11 0,5 0,-5 0,-10 0</inkml:trace>
  <inkml:trace contextRef="#ctx0" brushRef="#br0" timeOffset="3541.029">2769 1310,'22'2,"20"1,13 0,7-3,1-3,-9-2</inkml:trace>
  <inkml:trace contextRef="#ctx0" brushRef="#br0" timeOffset="4437.689">3437 936,'7'18,"8"15,8 14,5 7,8 4,2-1,2-3,-2-7,-3-9,-5-10,-7-11</inkml:trace>
  <inkml:trace contextRef="#ctx0" brushRef="#br0" timeOffset="4711.523">3771 962,'-14'12,"-8"10,-6 8,-5 6,-1 4,-1 2,0 0,1-2,5-6,5-8,6-9</inkml:trace>
  <inkml:trace contextRef="#ctx0" brushRef="#br0" timeOffset="4919.966">3370 1149,'14'0,"15"3,17 0,12 0,9-1,3 0,-10-1</inkml:trace>
  <inkml:trace contextRef="#ctx0" brushRef="#br0" timeOffset="2799.715">2087 990,'0'-7,"0"2,0 11,0 14,0 15,0 12,0 8,0 4,0 0,0-2,0-5,0-8,0-13</inkml:trace>
  <inkml:trace contextRef="#ctx0" brushRef="#br0" timeOffset="3097.919">2421 976,'-74'67,"3"4,-27 38,93-103,3-5,0 0,0 0,0 0,0 1,1-1,-1 1,0-1,1 1,-1-1,1 1,0 0,-1 0,1 0,0 0,0 0,0 0,0 0,1 0,-1 0,1 0,-1 1,1-1,0 0,0 0,0 1,0-1,0 0,0 0,0 1,1-1,-1 0,1 0,0 0,0 0,0 0,0 0,0 0,0 0,0 0,1 0,-1 0,1 0,23 9,1-1,0-2,0 0,1-2,13 2,88 7,-94-13</inkml:trace>
  <inkml:trace contextRef="#ctx0" brushRef="#br0" timeOffset="5534.856">4293 1163,'39'-208,"-23"176,-7 48,-6 186,-17 135,8-295,-14-70,19 28,1-1,-1 0,1 1,-1-1,1 0,-1 0,1 0,0 1,-1-1,1 0,0 0,0 0,0 0,0 1,0-1,0 0,0 0,0 0,0 0,0 0,0 1,0-1,1 0,-1 0,0 0,0 1,1-1,-1 0,1 0,-1 1,1-1,-1 0,1 1,-1-1,1 0,0 1,-1-1,1 1,0-1,0 1,-1-1,1 1,0 0,0-1,-1 1,1 0,0 0,0 0,0-1,0 1,0 0,-1 0,1 0,0 0,0 0,0 1,0-1,200-10,-132 7,-6 1</inkml:trace>
  <inkml:trace contextRef="#ctx0" brushRef="#br0" timeOffset="5754.269">5055 1471,'-3'-3,"0"0</inkml:trace>
  <inkml:trace contextRef="#ctx0" brushRef="#br0" timeOffset="8302.542">1003 254,'4'4,"0"0,0 1,0-1,-1 1,0 0,0 0,0 0,-1 0,1 0,-1 1,-1-1,1 1,-1-1,0 1,0 0,0-1,-1 1,0 0,0 0,0-1,-1 1,0 0,-1 1,-36 302,20-42,12 2,18 135,-5-283,-6 1,-5 0,-6 12,9-128,-1 27,2-33,0 1,0-1,0 1,1-1,-1 0,0 1,0-1,0 1,1-1,-1 0,0 1,1-1,-1 0,0 1,1-1,-1 0,0 1,1-1,-1 0,1 0,-1 0,1 1,-1-1,0 0,1 0,-1 0,1 0,-1 0,1 0,-1 0,1 0,-1 0,1 0,-1 0,0 0,1 0,-1 0,1 0,-1-1,1 1,-1 0,1 0,-1 0,0-1,1 1,-1 0,0 0,1-1,-1 1,0 0,1-1,-1 1,0-1,0 1,1 0,-1-1,0 1,0-1,0 1,1-1,10-8,0 1,1 0,0 0,0 1,1 1,0 0,0 1,0 0,1 1,0 0,38-4,0 3,-1 1,2 3,4 2,-4 0,1486-12,-345 69,-690-24,-398-25,-93-6,-19-2,-20-1,-7-2</inkml:trace>
  <inkml:trace contextRef="#ctx0" brushRef="#br0" timeOffset="9428.677">1191 0,'31'10,"0"-1,0-2,1-1,14-1,-28-2,307 29,94-11,-314-17,1454 57,-1321-50,0 10,-2 11,-2 9,160 54,-302-68,-90-26,0 0,0 0,0 0,-1 1,1-1,0 0,-1 1,1-1,-1 1,1-1,-1 1,0 0,0 0,0-1,0 1,0 0,0 0,0 0,-1 0,1 0,0 0,-1 0,0 1,0-1,0 0,0 0,0 0,0 0,0 0,0 0,-1 0,1 1,-1-1,0 0,0 0,0 0,-1 12,-106 666,97-624,-21 103,7 2,1 71,24-171,3-1,3 0,5 17,-10-66,4 43,-5-53,0-1,0 1,0-1,-1 0,1 1,0-1,0 0,-1 1,1-1,0 0,0 1,-1-1,1 0,0 0,-1 0,1 1,0-1,-1 0,1 0,-1 0,1 0,0 1,-1-1,1 0,-1 0,1 0,0 0,-1 0,1 0,-1 0,1 0,0 0,-1 0,1 0,-1-1,1 1,0 0,-1 0,1 0,0 0,-1-1,1 1,0 0,-1 0,1-1,0 1,-1 0,1-1,0 1,0 0,-1-1,1 1,0 0,0-1,0 1,0 0,-1-1,1 1,0 0,0-1,0 1,0-1,0 1,0-1,0 1,0 0,0-1,0 1,0-1,1 1,-13-18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6:46.0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1 467,'131'-302,"-73"144,-48 152,-7 28,-4 374,-1-287,-5 0,-19 100,26-207,0 0,1-1,-1 1,-1-1,1 1,0 0,0-1,-1 1,1-1,0 1,-1-1,0 1,1-1,-1 1,0-1,0 0,0 1,0-1,0 0,0 0,0 1,0-1,0 0,0 0,-1 0,1-1,0 1,-1 0,1 0,-1-1,1 1,-1-1,1 1,-1-1,0 0,1 1,-1-1,1 0,-1 0,0 0,1 0,-1-1,1 1,-2 0,-10-12,38 4,254-27,-26-1,-129 17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6:46.4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0 254,'16'2,"14"4,11 0,11-1,4-1,1-1,-8 1,-12-1</inkml:trace>
  <inkml:trace contextRef="#ctx0" brushRef="#br0" timeOffset="262.295">13 494,'23'3,"18"0,15 0,10 0,9-2,-1-2,-12-2</inkml:trace>
  <inkml:trace contextRef="#ctx0" brushRef="#br0" timeOffset="517.615">561 0,'0'21,"12"10,16 6,21 3,17-2,14-1,8-4,6 1,-2 0,-7 2,-17 1,-19 4,-22 6,-30 9,-33 8,-30 5,-22 2,4-11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6:44.8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0 475,'30'-82,"-3"-1,-4-1,-3-2,2-45,-20 123,0 20,-2-9,41 469,-38-451,-1 1,-1-1,-1 1,-1-1,-1 1,-1-1,-1 0,-1 0,0 0,-2-1,0 0,-2 0,0-1,-4 7,-12-2,24-23,1-1,-1 1,1-1,-1 1,1-1,-1 1,1-1,-1 0,1 1,-1-1,1 0,-1 1,0-1,1 0,-1 0,1 0,-1 1,0-1,1 0,-1 0,0 0,1 0,-1 0,0 0,1 0,-1-1,0 1,1 0,-1 0,1 0,-1-1,0 1,1 0,-1 0,1-1,-1 1,1-1,-1 1,1-1,-1 1,1 0,-1-1,1 0,0 1,-1-1,1 1,0-2,0 1,1 0,-1 0,0 0,1 0,-1 0,1-1,-1 1,1 0,-1 0,1 0,0 1,0-1,-1 0,1 0,0 0,0 0,0 1,0-1,0 0,0 1,0-1,0 1,0-1,0 1,1 0,-1-1,0 1,0 0,0 0,0 0,1-1,-1 2,25-6,0 2,0 1,-1 2,1 0,24 4,-2-1,68 1,-67-2</inkml:trace>
  <inkml:trace contextRef="#ctx0" brushRef="#br0" timeOffset="261.302">695 394,'19'0,"18"0,20 0,19-4,13-4,11-3,6-2,1-1,-1 2,-6 3,-19 3</inkml:trace>
  <inkml:trace contextRef="#ctx0" brushRef="#br0" timeOffset="691.184">1457 21,'-4'-7,"15"14,-6-4,111 60,-80-46,-2 1,0 2,-1 1,-1 2,0 1,-2 1,9 13,-33-33,-2 1,1 0,-1 0,0 0,0 0,0 1,-1-1,0 1,0 0,-1 0,0 0,0 1,-1-1,0 0,0 1,0-1,-1 0,0 1,-1-1,0 1,0-1,0 0,-1 0,0 0,-3 7,-11 10,0-1,-1 0,-2-1,0-1,-1-1,-1-1,-1 0,-1-2,0 0,-1-2,-1-1,-16 7,-27 16,68-37,1 0,-1 0,0 1,0-1,0 0,0 0,0 0,0 1,0-1,0 0,0 0,0 1,0-1,0 0,0 0,0 0,0 1,0-1,0 0,0 0,18-4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6:43.7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240 709,'-3'-3,"0"1,-1-1,1 1,-1 0,1 0,-1 0,0 1,1-1,-1 1,0 0,0 0,0 0,0 1,0-1,0 1,0 0,-1 0,1 0,0 1,0 0,0 0,0 0,0 0,1 0,-1 1,0-1,0 1,1 0,-1 0,1 1,0-1,0 1,0-1,-1 2,-8 11,0 1,1 0,1 0,1 2,0-1,1 1,1 0,0 1,2-1,0 1,1 1,-1 13,4-29,0-1,0 1,0 0,0-1,1 1,-1 0,1-1,0 1,0 0,0-1,1 1,-1 0,1-1,0 1,0 0,0-1,1 1,-1-1,1 0,0 1,0-1,0 0,0 0,0 0,1-1,-1 1,1 0,0-1,0 0,0 1,0-1,0 0,0-1,1 1,1 0,3-3,-1-1,1 0,-1 0,0-1,0 0,0 0,0-1,-1 0,1 0,-1 0,0-1,0 0,-1 0,1 0,-1-1,0 0,-1 0,0 0,1-1,-2 1,1-1,1-5,10-17,-1-1,-2 0,0-1,-2 0,-2-1,-1 0,-1-1,-2 1,0-10,0-68,-5-1,-5-10,3 60,-8-130,8 172,-1 26,-1 327,5-213,6 0,5-1,6 4,-14-106,0 0,1 0,1 0,1 0,0-1,1 0,1 0,0-1,2 0,5 7,11 5</inkml:trace>
  <inkml:trace contextRef="#ctx0" brushRef="#br0" timeOffset="249.148">547 0,'5'21,"6"27,7 28,11 26,6 21,3 14,-4 9,-7 5,-10 4,-18 0,-20 0,-22-7,-3-29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6:53.6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180 67,'-11'8,"0"0,1 1,0 0,0 1,1 0,0 0,1 1,0 0,1 1,0 0,0 0,2 0,-1 1,2-1,0 1,0 0,0 6,2-11,1-1,0 0,0 0,0 0,1 1,0-1,1 0,-1 0,2 1,-1-1,1 0,0 0,0 0,0-1,1 1,1 0,-1-1,1 0,0 0,0 0,0 0,1-1,0 1,0-1,1 0,0-1,-1 1,1-1,1-1,-1 1,0-1,1 0,0 0,0-1,0 0,7 2,-4-4,-1 0,1 0,0-1,0 0,-1-1,1 0,-1-1,1 0,-1 0,0-1,0 0,-1 0,1-1,-1 0,0-1,0 0,0 0,-1-1,0 1,-1-2,1 1,-1-1,-1 0,1 0,-1-1,-1 1,0-1,0 0,0 0,-1-1,-1 1,0-1,0 1,-1-1,1-7,-2 3,0 0,-1-1,0 1,-1 0,-1 0,0 0,-1 0,0 0,-1 1,-1 0,0-1,3 8,0 0,0 0,-1 0,0 0,0 0,0 1,-1 0,0 0,0 0,0 0,-1 1,1 0,-1 0,0 1,0-1,-1 1,1 1,-1-1,1 1,-1 0,0 0,0 1,-2 0,-2 2,0 1,0 1,0 0,0 0,1 1,-1 0,1 1,1 1,-1-1,0 1,1 1,1 0,-1 0,1 1,0 0,1 0,-1 0,2 1,-1 1,1-1,1 1,0 0,-1-2,0-1,1 1,0 1,0-1,1 1,0-1,1 1,0 0,0 1,1-1,0 0,1 1,0-1,0 1,1-1,0 1,1-1,0 1,1-1,-1 1,2-1,-1 0,2 0,-1 0,1 0,1 1,5 0,0-1,0-1,1 0,-1-1,2 0,-1 0,1-1,0-1,0 0,1-1,0 0,-1-1,1 0,1-1,4 0,58 9</inkml:trace>
  <inkml:trace contextRef="#ctx0" brushRef="#br0" timeOffset="298.203">634 361,'32'-112,"-35"119,1 1,0-1,0 0,0 1,1-1,0 1,1 0,0-1,0 1,0-1,1 1,0 0,1-1,0 1,0-1,0 0,1 0,0 0,0 0,1 0,0-1,0 1,1-1,0 0,0-1,0 1,0-1,1 0,0 0,0 0,1-1,-1 0,1 0,0-1,0 0,0 0,0-1,7 2,-6-3,0-1,1 0,-1 0,0-1,0 0,0-1,0 1,0-2,0 1,-1-1,1 0,-1-1,0 1,1-2,-2 1,1-1,0 0,-1 0,0 0,0-1,-1 0,0-1,0 1,0-1,-1 0,0 0,0 0,-1 0,1-1,-2 0,1 1,-1-1,0 0,-1 0,0-1,0-6,0 4,-1 0,0-1,-1 1,0 0,-1-1,0 1,-1 0,0 0,-1 1,0-1,0 0,-1 1,-4-6,5 11,1-1,-1 1,0 0,-1 0,1 0,-1 0,0 1,0 0,0 0,-1 0,1 1,-1 0,0 0,0 0,0 1,0 0,0 0,-1 0,1 1,-1 0,1 0,-1 1,1 0,-3 0,-8 3,1 1,-1 1,1 1,-1 0,2 1,-1 1,1 0,0 1,1 1,0 0,0 1,1 0,0 1,-1 3,-67 63,7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6:52.55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1 510,'2'-40,"3"-1,1 1,2 0,5-13,-1 0,46-189,-71 283,12-39,0 1,-1 0,1 0,0 0,0 0,0 0,1 0,-1 0,1 0,-1 0,1 0,0 0,0 0,0 0,1 0,-1 0,1 0,0 0,0 0,0 0,0 0,0 0,1 0,-1-1,1 1,-1 0,1-1,0 0,0 1,1-1,-1 0,0 0,1 0,-1 0,1-1,1 2,12 1,0 0,0-2,0 0,0-1,1 0,-1-1,4-1,101 9,-115-6,0 0,-1 1,1-1,0 1,-1 1,0-1,0 1,0 0,0 0,0 0,-1 0,0 1,0 0,0 0,-1 0,1 0,-1 1,0-1,-1 2,35 114,-24-29,-4 1,-2 87,-6-111,1 363,-2-426,1 3,-1 0,0-1,0 1,-1 0,0 0,-1-1,0 1,0 0,-1-1,0 0,0 0,-1 0,0 0,-1 0,1-1,-2 1,1-1,-5 4,7-9,0-1,0 1,0-1,0 0,0 0,0 0,0-1,0 1,0-1,0 0,-1 0,1 0,0 0,0 0,0-1,0 1,0-1,0 0,0 0,0 0,0 0,0-1,0 1,1-1,-1 0,0 0,1 1,-1-2,1 1,0 0,-62-77,53 60,0-1,1 0,1 0,1-1,1 0,1 0,0 0,2-1,0 0,2 0,0 0,2 0,0-1,2 1,0 0,1 0,2 0,0 1,1-1,1 1,1 1,1-1,1 1,0 1,2 0,0 0,1 1,2 0,16-11,1 1,1 2,2 1,0 2,25-11,70-49,-130 83,5-3,0 1,0-2,0 1,0-1,-1 1,1-1,-1-1,0 1,0 0,-1-1,1 0,-1 0,0 0,0 0,-1-1,0 1,0-1,0 1,0-1,-1-1,1-70,2 76,-4 21,-49 560,55-519,4-52,2-8</inkml:trace>
  <inkml:trace contextRef="#ctx0" brushRef="#br0" timeOffset="314.195">1177 310,'-38'25,"2"1,0 2,2 1,1 2,2 1,-12 16,42-46,-54 71,54-70,-1 1,1-1,-1 0,1 0,0 1,0-1,0 0,1 1,-1-1,1 1,0-1,0 1,0-1,0 1,0-1,1 1,0-1,0 0,0 1,0-1,0 0,1 0,-1 0,1 1,9 8,1-1,0-1,0 0,1 0,0-2,1 1,0-2,0 0,1 0,-1-2,1 0,1 0,11 1,9 4,0-2,1-2,-1-1,1-2,0-1,1-2,-1-1,0-3,28-5,-17-3</inkml:trace>
  <inkml:trace contextRef="#ctx0" brushRef="#br0" timeOffset="524.401">1712 457,'20'0,"19"0,15 0,11 0,3 0,-5 0,-9 2,-14 1</inkml:trace>
  <inkml:trace contextRef="#ctx0" brushRef="#br0" timeOffset="748.314">1725 684,'23'9,"23"3,22 0,18-3,14-5,-9-2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6:47.86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306 0,'-15'5,"0"0,0 1,0 0,1 1,0 1,0 0,1 1,0 1,1 0,0 0,0 1,1 1,1 0,0 0,0 1,2 1,-1-1,2 1,0 1,0-1,0 6,-5 13,1 1,2 0,1 0,2 1,1 0,2 0,1 1,2-1,2 0,1 0,1 0,2 0,2 0,1-1,2-1,1 1,1-2,2 0,1 0,7 7,5 6,-9-17,-2 2,-1-1,-1 2,4 13,-16-36,-1 1,1 0,-1 0,-1 0,1 0,-2 0,1 0,-1 0,-1 0,1 0,-1 0,-1 0,0 0,0 0,-1 0,0-1,-1 1,-2 3,-5 6,-2-1,0 0,0-1,-2 0,0-1,-1-1,-5 3,-4 5,25-22,0 0,-1 0,1 0,0 0,-1 0,1 0,-1 1,1-1,0 0,0 0,-1 0,1 1,0-1,-1 0,1 0,0 1,0-1,-1 0,1 1,0-1,0 0,0 1,-1-1,1 0,0 1,0-1,0 0,0 1,0-1,0 1,0-1,0 0,0 1,0-1,0 0,0 1,0-1,0 1,0-1,0 0,0 1,1-1,-1 0,0 1,0-1,0 0,0 1,1-1,-1 0,0 0,1 1,-1-1,0 0,0 0,1 1,-1-1,0 0,1 0,-1 0,0 0,1 1,-1-1,1 0,29 3,-19-3,-1 1,-1 0,1 1,0 0,-1 0,0 1,1 0,-1 1,0-1,-1 2,1 0,-1 0,0 0,0 1,0 0,-1 1,0-1,0 1,-1 1,0-1,0 1,0 0,-1 1,-1-1,1 1,1 7,5 20,-2-1,-1 2,-2-1,-2 1,-1 0,-2 0,-3 21,-24 294,7-144,18-203,-6 50,2 0,3 0,2 1,3-1,2 0,2 0,2-1,4 0,11 34,-20-77,1 0,0 0,0-1,1 0,0 0,1 0,0-1,0 1,1-2,0 1,1-1,0-1,0 1,1-1,-1-1,2 0,-1 0,1-1,1 0,27 2</inkml:trace>
  <inkml:trace contextRef="#ctx0" brushRef="#br0" timeOffset="1417.766">921 455,'5'41,"1"0,3-1,1 0,1-1,3 0,1 0,12 21,17-7,-43-52,0 0,1 1,-1-1,0 0,1 0,-1 0,1-1,-1 1,1 0,-1-1,1 1,-1 0,1-1,0 0,-1 1,1-1,0 0,-1 0,1 0,0 0,-1 0,1 0,0-1,-1 1,1-1,-1 1,1-1,0 1,-1-1,1 0,-1 0,0 0,1 0,-1 0,0 0,1 0,0-1,3-7,1-1,-1 1,-1-1,0 0,-1-1,1 1,-2 0,0-1,0 0,-1 0,0 1,-1-3,0 12,16-157,-16 158,0 0,0 0,0 0,1 0,-1 0,0 0,0 0,0 1,1-1,-1 0,0 0,0 0,0 0,1 0,-1 0,0 0,0 0,0 0,1 0,-1 0,0 0,0 0,0-1,1 1,-1 0,0 0,0 0,0 0,1 0,-1 0,0 0,0-1,0 1,0 0,0 0,1 0,-1 0,0-1,0 1,0 0,0 0,0 0,0 0,0-1,0 1,0 0,1 0,-1-1,0 1,0 0,0 0,0-1,5 24,-4-20,6 39,-5-28,-1 0,2 0,0 0,1 0,0-1,1 0,0 0,1 0,1 0,0-1,0 0,4 3,-8-12,0 0,-1-1,1 1,1-1,-1 0,0 0,0 0,1-1,-1 1,1-1,0 1,-1-1,1 0,0-1,0 1,-1-1,1 0,0 1,0-2,0 1,-1 0,1-1,0 0,0 0,-1 0,1 0,0 0,-1-1,1 0,-1 0,0 0,0 0,2-2,6-3,-1-1,-1-1,0 1,0-2,-1 1,0-1,-1 0,0-1,4-8,31-96,-42 126,0 1,1-1,1 0,0 0,1 1,0-1,0 0,1-1,0 1,1-1,1 0,2 4,-2-6,-1-1,1 0,1 0,0-1,0 0,0 0,0-1,1 1,0-2,0 1,1-1,-1 0,1-1,0 0,0 0,0-1,0 0,0-1,0 0,0 0,1-1,-1 0,0-1,1 0,6-2,0 1,1-2,-1 0,0-1,0-1,-1 0,0-1,0 0,0-2,-1 0,-1 0,1-1,-1-1,-1 0,1-2,-6 6,-1 0,0-1,0 0,0 0,-1 0,0-1,-1 0,0 1,-1-2,1 1,-2 0,1-1,-1 1,-1-1,0 0,0 0,-1 1,0-1,-1 0,0 0,-1-3,1 10,1 0,-1 1,-1-1,1 1,0 0,-1-1,1 1,-1 0,1 0,-1 0,0 0,0 0,0 0,0 0,0 1,-1-1,1 1,0 0,-1-1,1 1,-1 0,0 0,1 1,-1-1,0 1,1-1,-1 1,0 0,1 0,-1 0,0 0,0 0,1 1,-1-1,0 1,1 0,-1-1,1 1,-1 1,1-1,-1 0,1 1,-4 1,0 1,1 0,0 0,-1 0,1 1,1-1,-1 1,1 1,0-1,0 0,0 1,1 0,0 0,0 0,0 0,1 1,0-1,0 1,1-1,0 1,0 0,0-1,1 1,0 0,0 0,1-1,0 1,0 0,0-1,1 1,0-1,0 1,1-1,0 0,0 0,0 0,1 0,0-1,0 1,1-1,0 1,11 3,0 0,1-1,0-1,0 0,1-2,-1 1,1-2,1-1,-1 0,0-1,1-1,-1-1,1-1,-1 0,4-2,38-4,-9-3</inkml:trace>
  <inkml:trace contextRef="#ctx0" brushRef="#br0" timeOffset="2311.441">2445 562,'-8'-80,"4"103,3-13,1 0,0 0,1 0,0 0,1-1,0 1,1 0,0-1,0 1,1-1,0 0,0 0,1 0,1-1,-1 1,1-2,1 1,-1 0,1-1,1 0,-1-1,1 0,0 0,1-1,-1 0,1 0,2 0,-4-1,0-1,0 0,0 0,0-1,1 0,0 0,-1-1,1 0,0 0,-1-1,1 0,0 0,0-1,-1 0,1 0,0-1,-1 0,1 0,-1-1,0 0,0 0,0-1,0 0,-1 0,1 0,-1-1,0 0,0 0,-1-1,0 0,0 0,0 0,0 0,-1-1,2-5,-1 1,-1-1,0 0,-1-1,0 1,-1-1,0 1,-1-1,0 0,-1 1,0-1,-3-9,4 21,-1 0,0 0,0 0,0 1,0-1,0 0,0 0,0 1,-1-1,1 0,0 0,0 1,-1-1,1 0,0 1,-1-1,1 0,-1 1,1-1,-1 0,1 1,-1-1,1 1,-1-1,1 1,-1-1,0 1,1-1,-1 1,0 0,1-1,-1 1,0 0,0 0,1 0,-1-1,0 1,0 0,0 0,-18 25,15-14,0 1,1-1,0 1,1-1,1 1,0 0,0-1,1 1,1 5,0-12,-1 0,1 0,0 0,0 0,1-1,-1 1,1 0,0 0,0-1,1 0,-1 1,1-1,0 0,0 0,1 0,-1-1,1 1,0-1,0 0,0 0,0 0,0-1,2 1,6 2,1-1,-1 0,1-1,0-1,1 0,-1-1,0 0,0-1,1 0,-1-1,0-1,0 0,0-1,0 0,0-1,-1-1,1 0,-1 0,0-1,0-1,-5 3,-1-1,1 0,-1 0,0 0,0-1,-1 0,0 0,0 0,0-1,-1 0,0 0,0 0,-1 0,0 0,0-1,-1 1,0-1,0 0,0 0,-1 0,-5-3,-4 33,7-19,0 1,1 0,-1 0,1 0,0 0,0 0,1 0,-1 0,1 0,0 0,0 0,0 0,0 0,1-1,-1 1,1 0,0-1,0 1,1-1,-1 0,1 0,-1 0,1 0,0 0,0-1,0 1,0-1,1 0,-1 0,1 0,0 0,-1-1,1 1,14 3,0 0,0-1,0-1,1-1,-1-1,1 0,-1-1,1-1,-1-1,1-1,-1 0,0-1,0-1,-1-1,5-2,45-26,-66 34,-1-1,1 1,-1 0,1 0,0 0,-1 0,1 0,0-1,-1 1,1 0,0 0,-1 0,1 1,0-1,-1 0,1 0,0 0,-1 0,1 1,0-1,-1 0,1 1,-1-1,1 0,-1 1,1-1,-1 1,1-1,-1 1,1-1,-1 1,1-1,-1 1,0-1,1 1,-1-1,0 1,0 0,1-1,-1 1,0 0,0-1,0 1,0 0,0-1,0 1,0 0,0-1,0 1,0 0,0-1,0 1,-1 0,1-1,0 1,0-1,-1 1,1 0,0-1,-1 1,1-1,-1 1,1 0,2 22,1-20,1 1,-1 0,1-1,0 0,0 0,0 0,1-1,-1 1,1-1,-1 0,1 0,0-1,0 1,0-1,0 0,0-1,0 1,0-1,0 0,0 0,0 0,0-1,0 0,0 0,0 0,0 0,0-1,-1 0,1 0,-1 0,3-2,0 0,0-1,0 0,-1 0,1-1,-1 0,0 0,-1 0,1-1,-1 1,0-2,-1 1,0 0,0-1,-1 1,0-1,0 0,0-1,-1 1,-1 0,1 0,-1-1,-1 1,0-1,0 1,0-1,-1 1,0-1,-1 1,0 0,0 0,-3-5,4 10,0 1,-1-1,0 1,0-1,1 1,-1-1,-1 1,1 0,0 0,0 0,-1 0,1 0,-1 1,0-1,1 1,-1-1,0 1,0 0,0 0,0 0,0 1,0-1,0 1,0 0,0 0,0 0,0 0,0 0,0 0,0 1,0 0,0-1,0 1,0 1,0-1,0 0,0 0,1 1,-3 1,-4 3,0 0,0 0,1 0,0 1,1 0,-1 1,1 0,1 0,-1 1,1-1,1 1,0 1,0-1,1 1,0-1,0 1,1 1,1-1,0 0,0 1,1-1,0 1,1-1,0 1,1-1,0 1,0-1,1 0,1 1,0 1,16 21</inkml:trace>
  <inkml:trace contextRef="#ctx0" brushRef="#br0" timeOffset="3502.153">4250 722,'-23'-49,"2"-2,3 0,1-1,-2-24,18 75,0-1,0 1,1 0,-1-1,0 1,1-1,-1 0,1 1,0-1,-1 1,1-1,0 0,0 1,0-1,0 1,1-1,-1 0,0 1,0-1,1 1,-1-1,1 1,0-1,-1 1,1-1,0 1,0-1,0 1,0 0,0 0,0 0,0-1,1 1,-1 0,0 0,1 1,-1-1,0 0,1 0,-1 1,1-1,-1 0,1 1,0 0,-1-1,2 1,27-2,1 2,-1 2,0 0,1 2,22 6,-29-6,0 1,-1 1,0 1,0 1,0 1,15 9,-32-15,-1 0,1 1,0 0,-1 0,0 0,0 1,0-1,-1 1,1 0,-1 1,-1-1,1 1,-1 0,1 0,-2 0,1 0,-1 0,0 0,0 1,0-1,-1 1,0 0,-1-1,0 1,1 0,-2 3,-8 39,1 34,10-79,1-1,-1 1,1-1,0 1,1-1,-1 0,0 0,1 0,-1-1,1 1,0-1,0 0,0 0,0 0,0-1,1 1,-1-1,0 0,1 0,-1-1,1 1,-1-1,1 0,-1 0,1-1,2 1,-1 0,45 2,1-1,-1-4,1-1,-1-2,-1-3,1-2,-1-2,8-6,-43 15,0-1,0-1,-1 0,0-1,0 0,-1-1,0 0,0-1,-1-1,0 0,-1-1,0 0,-1-1,1 0,-10 8,1 0,0 0,-1 1,0-1,0 0,0 0,-1 0,1 0,-1 0,0 0,0 0,0 0,-1 0,1 0,-1 0,0 0,0 0,0 0,-1 0,1 1,-1-1,0 0,0 1,0 0,-1-1,1 1,-1 0,0 0,0 0,0 1,0-1,0 1,0-1,-1 1,1 0,-1 1,0-1,1 0,-1 1,0 0,0 0,0 0,0 1,0-1,0 1,0 0,0 0,0 0,0 0,0 1,0 0,-4 1,0 1,-1 0,1 1,0 0,0 1,0 0,0 0,1 0,0 1,0 0,1 1,-1-1,1 1,1 1,-1-1,1 1,1 0,-1 0,1 0,1 0,0 1,0 0,0 0,1-1,-1 10,3-14,-1 0,1 1,0-1,0 0,0 1,0-1,1 0,0 1,-1-1,2 0,-1 0,0 0,1 0,0 0,0 0,0 0,1-1,-1 1,1-1,0 1,-1-1,2 0,-1 0,0 0,1-1,-1 1,1-1,0 0,-1 0,1 0,0 0,0-1,1 0,-1 0,0 0,5 1,-1-1,1 1,0-1,0 0,-1-1,1 0,0-1,0 0,0 0,-1-1,1 0,0 0,-1-1,0 0,0 0,0-1,0 0,0-1,-1 0,0 0,0 0,0-1,0 0,-1-1,0 1,-1-1,1 0,-1-1,-1 1,4-7,-6-3,-2 17,0 0,0 0,0 0,0 0,0 1,0-1,0 0,-1 0,1 0,0 0,0 0,0 0,0 0,0 0,-1 0,1 0,0 0,0 0,0 0,0 0,0 0,-1 0,1 0,0 0,0 0,0 0,0 0,0 0,0 0,-1 0,1-1,0 1,0 0,0 0,0 0,0 0,0 0,-4 8,1 0,0 1,1-1,0 1,0 0,1 0,0 0,1 0,0-1,0 1,1 0,0 0,0 0,1 0,0-1,1 1,0-1,3 7,-3-10,1-1,0 1,0-1,0 0,0 0,1 0,0 0,0-1,0 0,0 0,0 0,0-1,1 1,-1-1,1-1,0 1,0-1,0 0,-1 0,1-1,0 1,0-1,0-1,0 1,0-1,0 0,-1 0,1-1,0 0,-1 0,1 0,-1-1,0 1,1-1,-1 0,-1-1,1 0,0 1,-1-1,0-1,0 1,0-1,0 1,-1-1,2-3,5-13,0-1,-2 0,0 0,-1 0,-2-1,0 0,-1 0,-2-1,0 1,-2 0,0-1,-3-14,3 0,0 38,0 0,-1-1,1 1,0 0,0 0,0-1,0 1,0 0,0-1,0 1,0 0,0 0,1-1,-1 1,0 0,0 0,0-1,0 1,0 0,0 0,0-1,1 1,-1 0,0 0,0 0,0-1,1 1,-1 0,0 0,0 0,0 0,1-1,-1 1,0 0,0 0,1 0,-1 0,0 0,1 0,-1 0,0 0,0 0,1 0,-1 0,0 0,0 0,1 0,-1 0,0 0,1 0,-1 0,0 0,0 0,1 0,-1 1,0-1,0 0,0 0,1 0,-1 0,0 1,0-1,0 0,1 0,-1 1,21 17,-12-10,233 141,-238-146,1 1,-1 0,0 0,-1 0,1 0,-1 1,0-1,0 1,0 0,-1 0,1 0,-1 0,-1 0,1 1,-1-1,0 1,0-1,0 1,-1-1,1 1,-2-1,1 1,0-1,-2 5,-2 20,2-26,0 0,1 0,0 1,0-1,0 0,0 1,1-1,0 0,0 1,0-1,0 1,1-1,-1 0,1 1,0-1,1 0,-1 0,1 1,0-1,0 0,0-1,0 1,1 0,-1-1,1 1,0-1,0 0,0 0,3 2,6-1,1-1,0 0,0-1,0-1,0 0,0 0,0-2,1 1,-1-2,0 1,0-2,-1 0,1-1,0 0,-1 0,6-4,-2 1,-1 0,0-1,0-1,-1 0,0-1,0 0,-1-2,-1 1,0-1,-1-1,0 0,0-1,-2 0,0 0,0-1,-1 0,-1-1,-1 0,0 0,-1 0,2-14,-6 27,0 0,0-1,-1 1,1 0,-1 0,0 0,0-1,0 1,0 0,0 0,-1 0,0-1,1 1,-1 0,0 0,-1 0,1 0,0 0,-1 1,0-1,1 0,-1 1,0-1,0 1,-1-1,1 1,-1 0,1 0,-1 0,1 0,-1 1,0-1,0 1,0 0,0-1,0 1,-2 0,-2 3,0 0,1 0,-1 1,0-1,1 2,0-1,-1 1,2 0,-1 0,0 0,1 1,0 0,0 0,0 1,0-1,1 1,0 0,0 0,1 0,0 1,0-1,0 1,1 0,0-1,0 1,0 7,1-8,0 0,1 0,0 0,0 0,1-1,-1 1,1 0,0 0,1-1,0 1,0-1,0 1,0-1,1 1,0-1,0 0,0-1,1 1,-1 0,1-1,0 0,1 0,-1 0,1 0,0-1,9 7,0-1,1-1,1 0,-1-1,1 0,1-2,-1 0,2 0,81 15,-2-7</inkml:trace>
  <inkml:trace contextRef="#ctx0" brushRef="#br0" timeOffset="9967.384">961 2299,'11'6,"0"-1,1-1,-1 0,1 0,0-1,0-1,0 0,0-1,0 0,1-1,-1 0,0-1,0 0,1-1,-1 0,-1-1,1-1,10-4,5-2,-1-2,-1-1,0-2,-1 0,0-1,-1-1,12-13,-23 20,0 0,0-1,-1-1,0 1,-1-2,0 0,-1 0,-1 0,0-1,-1 0,0-1,-1 0,-1 0,0 0,-1-1,-1 1,0-1,-2 0,1-1,-3 12,0 0,0-1,0 1,0 1,-1-1,0 0,0 0,0 1,0-1,-1 1,0-1,0 1,0 0,-3-2,4 4,1 0,-1 1,0 0,0-1,1 1,-1 0,0 0,0 0,0 0,0 0,-1 0,1 1,0-1,0 1,0-1,0 1,-1 0,1 0,0 0,0 0,-1 0,1 1,0-1,0 1,0-1,0 1,0 0,-1 0,1 0,1 0,-1 0,0 0,0 1,-1 0,-3 5,0 0,0 0,1 1,0 0,0 0,0 0,1 1,1-1,-1 1,2 0,-1 0,1 0,0 0,1 0,0 1,1 3,-7 72,5 0,3 0,4 0,13 71,-9-73,-1-11,8 55,-6 1,-6-1,-7 46,-8-85,-2-19</inkml:trace>
  <inkml:trace contextRef="#ctx0" brushRef="#br0" timeOffset="10471.064">1122 2567,'65'-37,"2"4,1 2,1 3,25-5,-61 22,0 1,0 1,1 2,0 1,7 1,-38 5,1-1,-1 1,0-1,1 1,-1 0,0 0,1 1,-1-1,0 1,0-1,1 1,-1 0,0 0,0 1,0-1,0 1,0-1,0 1,-1 0,1 0,-1 0,1 1,-1-1,0 0,1 1,-1 0,0-1,-1 1,2 3,0 4,-1 0,-1 0,0 1,0-1,-1 0,0 0,-1 1,0-1,-1 0,-2 9,-2 81,8-97,-1 1,1-1,0 0,0 1,0-1,0 0,1 0,-1 0,1 0,0-1,0 1,0-1,0 0,0 1,1-1,-1-1,1 1,-1 0,1-1,-1 0,1 0,0 0,0 0,-1-1,1 1,0-1,0 0,0 0,0-1,-1 1,1-1,0 1,0-1,-1 0,1-1,0 1,-1-1,1 0,-1 1,0-1,1-1,-1 1,0 0,-1-1,1 0,0 0,3-2,0 0,0-1,-1 1,0-1,0-1,0 1,-1-1,0 1,0-1,-1 0,0-1,0 1,0 0,-1-1,0 0,-1 1,0-1,0 0,-1 0,0 0,0 1,0-1,-1 0,-1 0,1 1,-1-1,0 0,-1 1,0 0,0 0,-1 0,1 0,-2 0,1 1,-1-1,0 1,0 0,0 1,-1-1,0 1,0 0,-1 1,1 0,-1 0,0 0,0 0,0 1,-6-1,8 3,0 0,0 0,-1 1,1 0,0 0,0 0,-1 1,1-1,0 1,0 1,0-1,0 1,0 0,0 0,1 0,-1 1,1-1,-1 1,1 0,0 0,0 1,0-1,1 1,-1 0,1 0,0 0,0 1,0-1,1 1,-1-1,1 1,0 0,1 0,-2 5,3-6,0 0,0-1,1 1,-1 0,1 0,0 0,0 0,0-1,1 1,-1-1,1 1,0-1,0 1,0-1,0 0,1 0,-1 0,1 0,0-1,0 1,0 0,0-1,0 0,0 0,1 0,-1 0,1-1,-1 1,3-1,37 18</inkml:trace>
  <inkml:trace contextRef="#ctx0" brushRef="#br0" timeOffset="11071.46">2231 2567,'1'-239,"-2"237,1 0,0 0,0 0,1 0,-1 1,0-1,1 0,-1 0,1 0,-1 1,1-1,0 0,0 0,0 1,0-1,0 1,0-1,0 1,1 0,-1-1,0 1,1 0,-1 0,1 0,-1 0,1 0,0 0,-1 0,1 0,0 1,0-1,0 1,-1-1,1 1,0 0,0 0,0 0,0 0,0 0,0 0,8 1,1 0,0 0,0 1,-1 1,1 0,-1 0,0 1,0 0,0 1,-1 0,1 0,-1 1,-1 1,1-1,-1 1,0 1,0-1,0 2,-2 1,0 1,-1 0,0-1,-1 2,0-1,-1 0,0 1,-1-1,0 1,-1 0,0 0,-1 0,0 0,-1-1,0 1,-1 0,0 1,-2 73,4-84,-1 1,1-1,1 0,-1 0,0 0,1 0,-1 0,1 1,-1-1,1 0,0 0,0 0,0-1,0 1,0 0,0 0,1 0,-1-1,1 1,-1-1,1 1,-1-1,1 0,0 1,0-1,0 0,0 0,0 0,0-1,0 1,0 0,0-1,0 1,0-1,0 0,0 1,0-1,1 0,-1 0,0-1,0 1,0 0,2-1,9-4,0 0,-1-1,1 0,-1-1,0-1,-1 0,0 0,0-1,-1-1,0 1,0-2,-1 1,-1-1,0-1,0 1,-1-1,2-6,11-25,-2-2,-1 0,-3 0,-1-2,-3 1,-1-2,-3 1,-2-1,-2 0,-2 1,-2-1,-8-45,10 92,-1-21,-2 1,0-1,-1 1,-2 0,0 0,-5-11,11 31,0 0,0 0,0 0,0 0,0 0,0 0,0 1,-1-1,1 0,0 0,0 0,-1 0,1 0,0 1,-1-1,1 0,-1 0,1 1,-1-1,0 0,1 1,-1-1,0 1,1-1,-1 0,0 1,0 0,1-1,-1 1,0-1,0 1,0 0,1 0,-1-1,0 1,0 0,0 0,0 0,0 0,0 0,0 0,1 0,-1 0,0 1,0-1,0 0,0 0,0 1,1-1,-1 0,0 1,0-1,1 1,-1-1,0 1,0 0,1-1,-1 1,1 0,-1-1,1 1,-1 0,1-1,-1 1,1 0,-1 0,1 0,0 0,0-1,-1 2,-6 25,0 1,2 0,1 0,1 0,1 0,2 1,2 14,-2 10,3 0,2 0,3 0,2 0,2-1,18 48,-25-87,0 0,0 0,1 0,1-1,0 0,1 0,0-1,1 0,0 0,1-1,0 0,0-1,1 0,0-1,1 0,0-1,0 0,0-1,1 0,0-1,0 0,1-1,-1-1,1 0,0-1,0 0,0-1,11-1,-20 0,-1-1,0 0,0 0,0 0,-1 0,1-1,0 1,0-1,-1 0,1 0,-1 0,0-1,1 1,-1-1,0 0,1-2,13-19</inkml:trace>
  <inkml:trace contextRef="#ctx0" brushRef="#br0" timeOffset="11316.329">2499 2033,'-14'0,"-6"2,2 1,13 0,21-1,27-3,23-3,21-3,15-2,2 2,-6 5,-20 1</inkml:trace>
  <inkml:trace contextRef="#ctx0" brushRef="#br0" timeOffset="11568.659">2940 3115,'-5'14,"-6"15,-3 13,1 5,4 0,14-8,14-14,14-17,0-10</inkml:trace>
  <inkml:trace contextRef="#ctx0" brushRef="#br0" timeOffset="12255.362">3461 2527,'-78'-75,"77"74,0 1,0-1,0 0,0 0,0 1,0-1,0 0,0 1,-1-1,1 1,0 0,0-1,-1 1,1 0,0 0,-1 0,1-1,0 2,0-1,-1 0,1 0,0 0,-1 0,1 1,0-1,0 1,0-1,-1 1,1-1,0 1,0 0,0 0,0-1,0 1,0 0,0 0,0 0,0 0,1 0,-1 0,0 0,1 0,-1 1,0-1,-20 56,12 36,9-89,0-1,0 0,1 0,-1 0,1 0,0 0,0 0,0 0,0 0,1 0,-1-1,1 1,0 0,-1-1,1 1,0-1,1 0,-1 1,0-1,1 0,-1-1,1 1,-1 0,1-1,0 1,0-1,0 0,1 1,2-1,-1-1,1 1,0-1,-1 0,1 0,0 0,-1-1,1 0,0 0,-1-1,1 1,-1-1,0-1,0 1,1 0,-2-1,1 0,0-1,1 0,5-5,0 0,0 0,-1-1,0-1,-1 1,0-2,1-2,21-39,-30 107,-1-45,0 1,1 0,0 0,1-1,0 1,1-1,0 0,0 1,1-1,0 0,1 2,-2-7,-1 0,1-1,-1 1,1 0,0-1,1 1,-1-1,1 0,-1 0,1-1,0 1,0-1,0 0,0 1,0-2,1 1,-1-1,0 1,1-1,-1 0,1-1,0 1,-1-1,5 0,-4 0,0-1,0 0,0 0,0-1,0 1,0-1,0 0,-1 0,1-1,-1 0,1 1,-1-1,0-1,0 1,0-1,-1 1,1-1,-1 0,0 0,0-1,0 1,-1-1,1 1,-1-1,0-1,5-10,-2 0,0 0,-1 0,0-1,-2 1,0-1,0-4,-10-144,8 164,0 0,-1 0,1 0,0 0,0 1,-1-1,1 0,0 0,0 0,0 0,0 0,0 0,1 1,-1-1,0 0,0 0,0 0,1 0,-1 1,0-1,1 0,-1 0,1 1,-1-1,1 0,-1 0,1 1,0-1,-1 1,1-1,0 1,-1-1,1 1,0-1,0 1,0-1,-1 1,1 0,0-1,0 1,0 0,0 0,-1 0,1 0,0 0,0 0,0 0,0 0,0 0,0 0,-1 0,1 1,0-1,0 0,0 1,0-1,-1 0,1 1,0-1,0 1,-1-1,1 1,0-1,-1 1,1 0,-1-1,1 1,0 1,63 26,46 27,-105-50,0-1,0 1,0 1,-1-1,0 1,0-1,-1 1,1 1,-1-1,0 0,-1 1,0-1,0 1,0 0,-1-1,0 1,0 0,-1 0,0 0,0 2,8 48,-8-54,1 0,-1-1,1 1,0 0,0 0,1-1,-1 1,1-1,-1 1,1-1,0 0,-1 1,1-1,0 0,1 0,-1 0,0-1,1 1,-1 0,1-1,-1 0,1 1,-1-1,1 0,0 0,0-1,0 1,0-1,-1 1,1-1,0 0,0 0,0 0,0 0,0-1,0 1,0-1,-1 0,1 1,2-2,9-3,0 0,-1-1,1 0,-1-1,0 0,-1-2,0 1,0-1,-1-1,0 0,0 0,-1-1,-1-1,0 0,-1 0,0 0,0-1,-2 0,1-1,-1-2,-4 13,0-1,-1 1,0-1,0 1,0-1,0 0,0 0,0 0,-1 1,0-1,0 0,0 0,0 0,-1 1,0-1,1 0,-1 0,0 1,-1-1,1 0,-1 1,0 0,0-1,0 1,0 0,0 0,-3-3,2 6,0 0,1 0,-1 0,0 1,0-1,0 1,0-1,1 1,-1 0,0 0,0 0,1 0,-1 1,1-1,-1 1,1-1,0 1,0 0,-1 0,1 0,0 0,1 1,-1-1,0 0,1 1,-1 0,-2 2,0-1,1 1,0 0,0 0,0 0,1 1,-1-1,1 0,0 1,1 0,-1-1,1 1,0 0,1 0,0 0,0 0,0-1,0 1,1 0,0 0,0 0,0-1,1 1,0 0,0-1,3 5,1-2,1 0,-1-1,2 0,-1 0,1 0,0-1,0-1,0 1,1-1,0-1,0 1,0-1,1-1,7 2,138 26,-57-19</inkml:trace>
  <inkml:trace contextRef="#ctx0" brushRef="#br0" timeOffset="12500.706">5774 2286,'-9'19,"-3"12,0 10,3 5,5 2,5-4,3-6,2-9,1-11</inkml:trace>
  <inkml:trace contextRef="#ctx0" brushRef="#br0" timeOffset="12885.703">5560 1979,'34'-4,"-1"1,1 2,0 1,0 2,0 1,0 1,-1 2,0 2,0 1,0 1,-2 2,25 12,-46-18,-1 1,0-1,0 2,-1-1,0 1,0 0,0 1,-1 0,-1 0,0 0,0 1,0 0,-1 0,-1 0,0 1,0 0,-1-1,-1 1,0 0,0 1,-1-1,0 0,-1 0,-1 11,-22 145,23-165,0 0,0-1,0 1,0 0,0-1,0 1,0 0,0-1,1 1,-1 0,1-1,-1 1,1 0,0-1,0 1,0-1,-1 0,1 1,1-1,-1 0,0 1,0-1,0 0,1 0,-1 0,0 0,1 0,-1 0,1 0,-1-1,1 1,0-1,-1 1,1-1,0 1,-1-1,1 0,1 0,64-16,-53 8,-1 0,0-1,0 0,-1-1,-1-1,0 0,0-1,-1 1,0-2,-1 0,-1 0,0 0,-1-1,0 0,-1-1,-1 0,0 0,2-12,-9 16,-6 28,6-10,0 0,1 0,0 0,0 1,1-1,0 0,0 0,1 0,0 0,0 0,1 0,-1 0,2 0,-1 0,1 0,0-1,0 1,1-1,-1 0,1 0,1-1,-1 1,1-1,0 0,1 0,-1 0,1-1,2 2,45 22,1-8</inkml:trace>
  <inkml:trace contextRef="#ctx0" brushRef="#br0" timeOffset="13372.766">7218 2233,'3'-26,"0"0,2 0,1 0,1 1,1 0,1 0,2 1,0 0,11-15,-22 38,16-25,-16 26,0 0,1-1,-1 1,0-1,0 1,0 0,0-1,0 1,1 0,-1 0,0-1,0 1,1 0,-1-1,0 1,0 0,1 0,-1-1,0 1,1 0,-1 0,0 0,1 0,-1-1,0 1,1 0,-1 0,0 0,1 0,-1 0,0 0,1 0,-1 0,1 0,-1 0,0 0,1 0,-1 0,0 0,1 0,-1 1,0-1,1 0,-1 0,0 0,1 1,-1-1,0 0,1 0,-1 0,0 1,0-1,1 0,-1 1,0-1,0 0,0 1,1-1,-1 0,0 1,0-1,0 1,3 87,-5-61,-2 37,3 0,3-1,2 1,9 32,-6-58,-2-17,0 1,-2 1,0-1,-2 0,0 1,-2-1,-1 5,2-22,-1 0,0 0,0 0,0-1,0 1,-1 0,0-1,0 1,0-1,0 1,-1-1,0 0,0 0,0 0,0-1,-1 1,1-1,-1 0,0 0,0 0,0 0,0-1,-1 1,1-1,-1 0,1-1,-1 1,0-1,-4 1,4-6,20-1,209-11,-66 8,-121 5</inkml:trace>
  <inkml:trace contextRef="#ctx0" brushRef="#br0" timeOffset="13799.624">6843 1618,'-2'3,"-1"4,2 11,7 9,6 9,8 7,7 2,0-8</inkml:trace>
  <inkml:trace contextRef="#ctx0" brushRef="#br0" timeOffset="14128.745">7566 1524,'6'19,"8"14,5 11,4 8,-1 1,-5-9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7:17.0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16,'12'-4,"0"1,1 0,0 1,0 0,-1 1,1 0,0 2,0-1,0 1,0 1,-1 0,1 1,0 1,-1-1,0 2,0 0,0 0,-1 1,0 1,0 0,0 0,-1 1,0 0,-1 1,0 0,5 7,-4-1,-1 1,0 0,-1 1,-1 0,0 0,-2 0,0 1,0 0,-2 0,0 0,-1 1,-1 9,-1 21,-2 0,-2 0,-2 0,-4 5,-36 149,25-125,4 2,-7 72,23-144,-1-1,1 1,0 0,1-1,0 1,0 0,1 0,0-1,0 1,1 0,0-1,0 1,1-1,-1 0,2 0,-1 0,1 0,0-1,1 1,-1-1,1 0,0 0,1-1,-1 0,1 1,0-2,6 4,6-3,0-1,1 0,0-1,-1-2,1 0,0 0,0-2,0 0,-1-2,1 0,-1-1,1 0,-1-2,-1 0,1-1,-1-1,0 0,5-5,53-24,-74 36,0 1,-1 0,1 0,-1 0,1 0,-1 0,1 0,-1 0,1 0,0 0,-1 0,1 0,-1 0,1 0,-1 0,1 0,0 1,-1-1,1 0,-1 0,1 1,-1-1,0 0,1 1,-1-1,1 1,-1-1,1 0,-1 1,0-1,1 1,-1-1,0 1,0-1,1 1,-1-1,0 1,0-1,0 1,0 0,1-1,-1 1,0-1,0 1,0-1,0 1,0 0,-1-1,1 1,0-1,0 1,0-1,0 1,-1-1,1 1,0-1,0 1,-1-1,1 1,0-1,-1 1,1-1,-1 1,1-1,-1 0,1 1,-13 62,-29 179,39-161,4 0,4 0,3-1,4 0,3 0,7 14,-4-22,-5-22,-2 0,-2 1,2 43,-10-90,-1 1,0-1,0 1,0-1,0 1,-1-1,0 1,0-1,0 1,0-1,-1 0,1 1,-1-1,0 0,-1 0,1-1,-1 1,1 0,-1-1,0 1,0-1,-1 0,1 0,-1 0,0-1,1 1,-1-1,0 0,0 0,-1 0,1-1,0 1,0-1,-4 0,2 1,0-1,0 0,0 0,0 0,0-1,0 0,0 0,0-1,-1 0,1 0,0 0,1-1,-1 1,0-2,0 1,1-1,-1 1,1-1,0-1,0 1,0-1,-1-1,-9-16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7:19.2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0,'16'0,"14"0,12 0,6 2,6 1,2 0,-9-1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7:19.4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1,'16'4,"17"2,14 0,12-2,8 0,2-5,-11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7:20.1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1,'0'20,"7"19,13 11,18 8,17 7,16 0,12-1,3-5,-7-5,-9-10,-17-10,-22-16,-17-10</inkml:trace>
  <inkml:trace contextRef="#ctx0" brushRef="#br0" timeOffset="242.941">442 95,'-15'0,"-11"4,-7 11,-8 12,-5 13,-2 10,1 9,3 3,7 0,8-3,8-8,9-12</inkml:trace>
  <inkml:trace contextRef="#ctx0" brushRef="#br0" timeOffset="413.484">28 308,'5'-2,"12"1,22 1,24 3,23 0,17 1,8-1,0-1,-5-1,-13-1,-20 1</inkml:trace>
  <inkml:trace contextRef="#ctx0" brushRef="#br0" timeOffset="692.762">1110 215,'-5'6,"-1"0,1 1,0-1,0 1,1 0,0 1,0-1,0 1,1 0,1-1,-1 1,1 1,0-1,1 0,0 0,1 1,-1-1,1 0,1 1,0-1,1 7,-1-6,0-1,0 0,0 0,1-1,0 1,1 0,0-1,0 1,1-1,0 0,0 0,0 0,1 0,0-1,0 0,1 0,0-1,0 1,0-1,0 0,1-1,0 1,0-2,0 1,1-1,-1 0,1 0,0-1,0 0,0 0,0-1,0 0,0 0,0-1,0 0,0-1,7-1,-6-1,-1 0,0-1,-1 0,1 0,-1-1,1 0,-1 0,-1 0,1-1,-1 0,0-1,0 0,-1 1,0-2,0 1,-1-1,0 1,0-1,2-6,1-7,0 0,-1 0,-1 0,-1-1,-1 1,-1-1,-1-9,1 24,-1 1,-1-1,1 1,-1-1,-1 1,1-1,-1 1,0-1,0 1,-1-1,0 1,0 0,-1 0,1 0,-1 0,-1 0,1 1,-1-1,0 1,0 0,0 0,-1 0,0 1,0-1,0 1,0 1,-1-1,1 1,-1-1,-3 3,0 1,-1 0,1 0,0 1,0 0,0 0,0 1,1 0,-1 0,0 1,1 1,0-1,-6 4,-79 39,-2 6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7:18.5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45 457,'0'0,"-1"0,1-1,0 1,-1 0,1 0,0-1,0 1,-1 0,1-1,0 1,0-1,-1 1,1 0,0-1,0 1,0-1,0 1,0 0,0-1,0 1,0-1,0 1,0-1,0 1,0-1,0 1,0 0,0-1,0 1,0-1,0 1,1 0,-1-1,0 1,0-1,0 1,1 0,-1-1,0 1,1 0,-1-1,0 1,1 0,-1 0,0-1,1 1,-1 0,0 0,1-1,0 0,13-22,0 6,-1-1,-1-1,-1 0,-1-1,0 0,-2 0,0-1,-1 0,-1-1,-1 1,-2-1,0 0,0 0,-2 0,-2 17,1 0,-1 0,0 0,0 0,0 1,-1-1,1 1,-1-1,-1 1,1-1,0 1,-1 0,0 0,0 0,0 1,0-1,-1 1,0-1,1 1,-1 0,0 1,-1-1,1 1,0-1,-1 1,1 1,-1-1,1 1,-1-1,0 1,0 1,0-1,1 1,-1 0,0 0,0 0,0 0,0 1,0 0,1 0,-1 1,0-1,1 1,-1 0,4-2,1 0,-1 0,0 0,0 0,1 0,-1 0,0 1,1-1,-1 0,1 0,-1 1,0-1,1 0,-1 1,1-1,-1 1,0-1,1 0,-1 1,1 0,0-1,-1 1,1-1,-1 1,1-1,0 1,0 0,-1-1,1 1,0 0,0-1,0 1,-1 0,1-1,0 1,0 0,0-1,0 1,0 0,1 0,-1-1,0 1,0 0,0-1,1 1,-1-1,0 1,0 0,1-1,-1 1,1-1,-1 1,0 0,1-1,-1 1,1-1,0 0,-1 1,1-1,-1 1,1-1,45 17,10-10,0-2,1-3,4-2,36 1,-90-2,0 0,0 1,0 0,0 1,0-1,0 1,0 1,0 0,-1-1,1 2,0-1,-1 1,0 0,1 1,-1-1,0 1,-1 0,1 1,-1-1,0 1,0 0,0 1,-1-1,0 1,0 0,0 0,1 3,2 18,0 1,-2 0,-1 0,-1 1,-1-1,-2 1,-1 0,-5 27,5-31,-4 50,-4 30,5 1,5-1,12 86,18-14,-30-175,0 0,0 0,0 0,-1 0,1 0,-1 0,1 1,-1-1,0 0,0 0,0 0,0 1,0-1,-1 0,1 0,0 0,-1 0,0 1,0-1,1 0,-1 0,0 0,0-1,-1 1,1 0,0 0,-1 0,1-1,-1 1,1-1,-1 1,0-1,0 0,0 0,0 0,1 0,-1 0,-1 0,1 0,0 0,0-1,0 1,0-1,0 0,-1 0,1 1,-1-2,-11-3,0-1,0-1,1 0,0-1,0 0,1-1,0-1,0 0,1 0,0-1,1-1,-1-1,-4-2,0-1,1 0,1-2,1 1,0-1,1-1,1 0,1-1,-7-19,15 34,0 0,0 0,0-1,1 1,-1 0,1-1,0 1,1-1,-1 1,1 0,0-1,0 1,0 0,0 0,1 0,0 0,-1 0,2 0,-1 0,0 0,1 1,0-1,-1 1,1 0,1 0,0-1,102-59,-99 59,60-26,-4 2</inkml:trace>
  <inkml:trace contextRef="#ctx0" brushRef="#br0" timeOffset="244.863">888 203,'-11'18,"-5"17,2 15,3 12,7 9,7 6,5 4,4-3,2-6,-2-7,0-14,2-15,-1-13</inkml:trace>
  <inkml:trace contextRef="#ctx0" brushRef="#br0" timeOffset="487.217">1262 323,'-44'14,"1"3,0 1,1 2,2 2,0 1,-9 10,43-31,1 1,0-1,0 1,0 1,0-1,0 1,1-1,-1 1,1 1,0-1,1 1,-1-1,1 1,0 0,0 0,0 1,0-1,1 0,0 1,1 0,-1-1,1 1,0 0,0 0,1 0,0 3,5 1,0-1,1 0,0-1,1 1,0-1,0-1,1 1,0-1,0 0,1-1,0 0,0 0,0-1,7 2,-9-3,17 11,2-1,0-1,0-1,1-2,0 0,1-2,0-1,0-2,0 0,15-1,8-3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7:17.4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1 308,'13'5,"19"1,18 0,15-4,9-2,-9-1</inkml:trace>
  <inkml:trace contextRef="#ctx0" brushRef="#br0" timeOffset="253.84">68 469,'18'4,"20"2,19 0,18-4,15-6,8-7,-13-2</inkml:trace>
  <inkml:trace contextRef="#ctx0" brushRef="#br0" timeOffset="420.069">670 1,'11'13,"18"10,17 5,17 2,11 4,0 1,-8 3,-15 4,-19 3,-23 4,-23 2,-21 1,-12 2,-6-2,1-3,8-7,12-12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7:15.7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0 434,'2'-77,"4"0,3 0,3 0,8-18,-11 65,-9 30,0 0,0 0,0 1,0-1,1 0,-1 0,0 0,0 1,0-1,1 0,-1 0,0 0,0 0,1 0,-1 1,0-1,1 0,-1 0,0 0,0 0,1 0,-1 0,0 0,0 0,1 0,-1 0,0 0,1 0,-1 0,0 0,0 0,1-1,-1 1,0 0,1 0,0 227,0 115,2-300</inkml:trace>
  <inkml:trace contextRef="#ctx0" brushRef="#br0" timeOffset="350.092">441 261,'-2'7,"1"1,0-1,0 1,0 0,1-1,1 1,-1 0,1-1,0 1,1-1,0 1,0-1,1 1,0-1,0 0,0 0,1-1,0 1,1-1,-1 0,1 0,0 0,1-1,-1 1,1-1,0-1,1 1,-1-1,1 0,-1 0,1-1,1 0,-1 0,0-1,0 0,8 1,-8-1,1 0,0 0,0-1,0 0,0 0,0-1,0 0,0-1,0 0,0 0,-1 0,1-1,0 0,0-1,-1 0,0 0,1 0,-1-1,-1 0,1 0,0-1,-1 0,0 0,0-1,-1 1,1-1,-1-1,-1 1,1-1,-1 1,3-6,-4 0,0 0,0 0,-1 0,-1-1,0 1,-1 0,0-1,-1 1,0 0,-1-1,0 1,-1 0,0 0,-1 1,-1-1,0 1,0 0,-1 0,0 0,-1 1,0 0,-1 0,-1 0,6 6,0 1,-1-1,1 1,-1 0,0 0,0 0,0 0,0 1,-1-1,1 1,-1 1,1-1,-1 0,0 1,1 0,-1 0,0 1,0-1,0 1,0 0,0 0,1 1,-1-1,0 1,0 0,0 0,-1 1,-11 7,1 1,0 1,0 0,1 1,0 1,1 0,0 1,2 0,-1 1,2 0,0 1,1 1,-8 17,-19 29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7:14.55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94 482,'-10'71,"9"-100,6-10,2-12,-1 0,-3 0,-2 0,-3-1,-1 1,-3 0,-6-21,-7 29,19 42,-1 0,1 1,-1-1,1 0,-1 1,1-1,-1 0,1 1,-1-1,0 1,1-1,-1 1,0-1,0 1,1 0,-1-1,0 1,0 0,0-1,1 1,-1 0,0 0,0 0,0 0,0 0,0 0,1 0,-1 0,0 0,0 0,0 1,1-1,-1 0,0 1,0-1,0 0,1 1,-1-1,0 1,1-1,-1 1,0-1,1 1,-1 0,1-1,-1 1,1 0,-1-1,1 1,-4 4,1-1,0 1,0 0,1 0,0 0,0 0,0 0,0 1,1-1,-1 1,1 4,0-8,1 1,0-1,0 0,0 0,0 1,0-1,0 0,0 1,1-1,-1 0,1 0,-1 1,1-1,0 0,0 0,0 0,0 0,1 0,-1 0,0 0,1-1,-1 1,1 0,0-1,0 1,-1-1,1 0,0 1,2 0,8 0,-1 0,1 0,0-1,0-1,-1 0,1 0,0-1,0-1,-1 0,1-1,6-2,8 0,124-18,-147 23,0-1,0 1,0 0,-1 0,1 0,0 1,0-1,0 1,-1-1,1 1,0 0,-1 0,1 0,-1 0,1 1,-1-1,0 1,1-1,-1 1,0 0,0 0,0 0,0 0,-1 0,1 1,0-1,-1 0,0 1,1-1,-1 1,0-1,0 2,4 19,-1 0,-2 1,0-1,-1 1,-2 0,-1 15,0 7,1 17,3 0,3 0,3-1,3 0,12 41,-5-39,-1-8,-2 0,-3 1,-3 1,-2 0,-1 23,-5-72,0 0,-1 1,-1-1,1 0,-2 0,1 1,-1-1,0-1,-1 1,0 0,-1 0,1-1,-2 0,1 0,-1 0,0 0,-1-1,0 0,0 0,0 0,-1-1,0 0,0 0,-1-1,0 0,0 0,0-1,-6 3,7-6,0 1,0-1,0-1,0 1,0-1,1 0,-1-1,0 1,0-2,0 1,0-1,1 0,-1 0,1 0,-1-1,1 0,0-1,0 1,0-1,1 0,0-1,-1 1,1-1,1 0,-1-1,1 1,0-1,0 1,0-1,1 0,0-1,0 1,1-1,-1-1,-7-24,0 0,3 0,1-1,1 0,1 0,2 0,2 0,1-1,1 1,2 0,2-2,-4 12,2 0,0 0,1 0,1 1,2-1,0 2,1-1,1 1,1 1,1-1,0 2,2 0,0 1,1 0,1 1,1 0,0 2,7-4,7 0</inkml:trace>
  <inkml:trace contextRef="#ctx0" brushRef="#br0" timeOffset="248.342">869 201,'0'-3,"2"7,1 13,3 16,1 16,1 12,-2 11,-1 4,-2-2,-2-5,2-9,0-12,4-15,1-13</inkml:trace>
  <inkml:trace contextRef="#ctx0" brushRef="#br0" timeOffset="532.577">1311 201,'-42'19,"1"3,1 1,1 1,1 3,1 1,-32 32,60-52,-1-1,0 1,0 1,1 0,0 0,0 1,1 0,1 0,-1 1,2 0,-1 0,0 4,6-12,1-1,0 0,-1 0,1 0,0 1,0-1,0 0,1 0,-1 0,0 1,1-1,-1 0,1 0,0 0,0 0,0 0,0 0,0 0,0 0,1 0,-1-1,0 1,1 0,0-1,-1 1,1-1,0 0,0 1,-1-1,2 0,63 26,-8-14,2-3,0-2,-1-3,2-3,14-2,-7-2,-11-1</inkml:trace>
  <inkml:trace contextRef="#ctx0" brushRef="#br0" timeOffset="733.582">1805 321,'25'0,"22"0,16 0,10 0,-9 0</inkml:trace>
  <inkml:trace contextRef="#ctx0" brushRef="#br0" timeOffset="984.911">1845 562,'28'4,"26"0,23-2,16-2,-7-2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7:22.9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60 1,'-14'43,"1"0,3 1,1 1,3 0,1 0,3 0,1 20,7 57,6-1,5 0,8 15,-10-52,19 113,68 336,-91-488,2 0,2-1,2-1,2 0,1-2,3 1,-13-25,1-1,1 0,0-1,1 0,0-1,1-1,1 0,0-1,0 0,2-2,-1 1,1-2,1 0,-1-2,14 5,19-1,2-1,-1-3,1-2,0-2,0-3,7-2,-59 2,787-40,-212 21,483 50,-122 51,-703-71,-59-15,-160 1,-35 3,-2 0,-18-4,-2-2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8:04.8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1899,'33'-10,"310"8,-302 3,236 8,491-1,61-71,-265 15,297 17,-676 27,47-14,-219 16,-19 1,-21 0,3 2</inkml:trace>
  <inkml:trace contextRef="#ctx0" brushRef="#br0" timeOffset="-2797.602">468 294,'-8'2,"0"0,0 1,0 0,0 0,1 1,-1 0,1 0,0 0,0 1,0 0,1 1,0-1,0 1,0 1,1-1,0 1,0 0,0 0,1 0,-1 4,-22 36,3 0,1 2,3 1,2 1,2 0,3 1,1 0,-2 42,12-78,0-8,0 1,0-1,1 1,1-1,-1 1,2 0,-1-1,1 1,0-1,1 1,0-1,0 1,1-1,0 1,-2-8,1 1,-1-1,0 1,1-1,-1 1,1-1,-1 0,1 0,-1 1,1-1,0-1,0 1,0 0,0 0,-1-1,1 1,0-1,0 1,0-1,0 0,0 0,0 0,0 0,0 0,0 0,0-1,0 1,0 0,0-1,0 0,0 1,0-1,1-1,59-38,-31 9,-1-1,-2-2,-2-1,0-1,-3-1,-1-1,-2-1,-1 0,-3-2,-1 0,-2-1,7-37,-12 50,-1 0,-1-1,-2 0,-1-1,-1 1,-2 0,-1-1,-1 1,-3-8,5 34,0 0,-1 1,1-1,-1 1,0-1,0 1,0-1,-1 1,1 0,-1 0,0 0,0 0,0 0,0 0,0 0,-1 0,1 1,-1-1,0 1,1 0,-1 0,0 0,-1 0,1 0,0 1,0-1,-1 1,1 0,-1 0,1 0,-1 1,1-1,-4 1,-3 3,0 0,1 0,-1 1,1 0,0 1,0 0,0 1,0 0,1 0,0 0,0 1,1 1,0-1,0 1,1 0,-4 6,0-2,0 0,1 1,0 0,1 0,0 1,1 0,0 0,1 0,1 1,1 0,0 0,1 1,0-1,1 1,1-1,0 1,2 0,-1-1,2 1,0-1,1 1,1-1,0 0,1 0,0 0,1-1,6 9,6 0,1-1,1-1,1-1,0-1,2 0,21 12,-27-20,1 1,-1 0,-1 1,0 2,-1-1,0 2,-2 0,1 0,-2 1,-1 1,0 0,-1 1,5 11,7 88,-19-65</inkml:trace>
  <inkml:trace contextRef="#ctx0" brushRef="#br0" timeOffset="-2301.929">1216 656,'7'2,"13"1,18 0,20-1,18-2,17-2,10-3,7 0,2 0,-4 2,-9 0,-10 4,-13 4,-18 1,-16 1,-15 1</inkml:trace>
  <inkml:trace contextRef="#ctx0" brushRef="#br0" timeOffset="-1919.928">1992 375,'3'14,"7"-5,0-1,1 1,0-2,1 1,-1-2,1 0,0 0,10 3,-1 0,23 11,-11-7,0 3,-1 0,-1 2,2 4,-25-17,-1 1,1 0,-1 0,-1 1,1-1,-1 2,-1-1,1 0,-1 1,0 0,-1 0,0 1,0-1,-1 1,0 0,-1 0,0 0,0 2,-1-3,-1 1,0 0,-1-1,0 1,-1-1,1 1,-1-1,-1 1,0-1,0 0,-1 0,1-1,-2 1,1-1,-1 0,-5 6,-101 96,-54 12,126-95</inkml:trace>
  <inkml:trace contextRef="#ctx0" brushRef="#br0" timeOffset="-1282.632">3262 308,'-15'3,"0"0,-1 0,2 1,-1 1,0 1,1 0,0 0,0 2,1 0,0 0,0 1,1 1,0 0,1 0,0 1,-3 5,-2 2,0 1,2 1,0 0,1 0,1 2,1-1,1 2,0-1,2 1,1 1,1-1,1 1,1 0,1 1,1-1,1 0,1 1,4 21,-2-35,0 0,1 0,1 0,-1-1,2 1,0-1,0 0,1-1,0 1,0-1,5 4,-8-9,0 0,1 0,0-1,0 0,0 1,0-1,1-1,-1 1,1-1,0 1,-1-1,1-1,0 1,0-1,0 0,0 0,1 0,-1-1,0 1,0-1,0-1,1 1,-1-1,0 0,3-1,1-1,-1 0,1-1,-1 0,0-1,0 0,-1 0,0-1,1 0,-2 0,1 0,-1-1,0 0,0 0,1-4,64-114,-46 77,-3-1,-1-1,-3-1,-2 0,-2-1,-3-1,-2 0,2-42,-10 88,-1 0,1 0,-1 0,0-1,0 1,-1 0,0 0,-1 0,1 0,-1 0,-1 0,1 1,-1-1,0 1,-1-1,1 1,-1 0,0 0,-1 1,0-1,0 1,0 0,0 1,-1-1,1 1,-1 0,0 0,-1 1,1-1,-1 1,1 1,-1-1,0 1,-2 0,1 2,1 0,-1 1,1-1,-1 1,1 1,0-1,-1 2,1-1,0 1,0 0,1 0,-1 0,1 1,-1 0,1 1,0-1,1 1,-1 0,1 1,0-1,0 1,-3 6,2-3,0 0,1 1,0 0,0 0,1 0,1 0,-1 1,2 0,0-1,0 1,1 0,0 0,0 0,2 0,0 6,6 11,1 0,1 0,1-1,2 0,1-1,1 0,1-1,1 0,16 17,-16-19,30 42,-2 1,-3 3,-4 1,-2 2,2 16,-30-66,-6-17,0 1,0-1,1 0,0 0,0 0,0 0,0-1,1 1,0-1,0 1,0-1,3 2,3-2</inkml:trace>
  <inkml:trace contextRef="#ctx0" brushRef="#br0" timeOffset="-1039.71">3569 322,'19'-3,"16"0,15 1,9-1,7 2,3 0,-4 0,-5 1,-9 0,-8-2,-12-1</inkml:trace>
  <inkml:trace contextRef="#ctx0" brushRef="#br0" timeOffset="-869.165">3943 0,'-6'21,"-6"20,1 19,1 17,2 17,6 10,2 5,2 1,1-19</inkml:trace>
  <inkml:trace contextRef="#ctx0" brushRef="#br0" timeOffset="1739.341">3061 2607,'-3'23,"2"-1,0 1,1-1,1 1,1-1,4 14,-5-30,1 1,0-1,0 0,0 1,1-1,0 0,0 0,0-1,1 1,0-1,0 0,0 0,1 0,0 0,0-1,0 1,0-1,1-1,-1 1,1-1,0 0,0 0,0-1,1 1,1-1,1 0,-1 0,1-1,-1 0,1-1,-1 0,1 0,-1 0,1-1,-1-1,0 1,1-1,-1-1,0 1,0-2,0 1,-1-1,1 0,-1 0,0-1,0 0,0-1,-1 1,0-1,0 0,0-1,-1 1,0-1,0 0,-1-1,0 1,0-1,0 0,1-8,0 3,-2 0,0 0,0-1,-1 1,-1-1,0 0,-1 1,-1-1,0 0,0 1,-2-1,0 1,0-1,-1 1,-2-4,2 8,1 0,-2 0,1 0,-1 1,-1 0,0 0,0 0,0 0,-1 1,0 0,0 0,-1 1,0 0,0 1,0-1,-1 1,0 1,0 0,0 0,0 1,-6-1,6 2,0 1,0 0,0 1,0 0,0 1,0 0,0 0,1 1,-1 0,0 0,1 1,-1 0,1 1,0 0,0 0,0 0,1 1,-1 1,1-1,-1 2,-15 14,0 1,1 1,1 1,2 1,0 1,-32 47</inkml:trace>
  <inkml:trace contextRef="#ctx0" brushRef="#br0" timeOffset="3354.102">2900 3797,'58'-143,"-17"45,26-100,-59 170,-4 19,-3 21,6 330,33-75,-27-197</inkml:trace>
  <inkml:trace contextRef="#ctx0" brushRef="#br0" timeOffset="4019.343">709 5215,'26'-151,"7"1,12-17,-21 97,-24 70,1-1,-1 1,0 0,1-1,-1 1,1 0,-1-1,1 1,-1 0,0 0,1 0,-1 0,1-1,-1 1,1 0,-1 0,1 0,-1 0,1 0,-1 0,1 0,-1 0,1 0,-1 0,0 0,1 1,-1-1,1 0,-1 0,1 0,-1 1,1-1,-1 0,0 0,1 1,-1-1,0 0,1 1,-1-1,0 1,1-1,-1 0,0 1,0-1,0 1,1-1,-1 0,0 1,0-1,0 1,0-1,0 1,0-1,0 1,0-1,0 1,0-1,0 1,0-1,0 1,0-1,0 1,0-1,0 0,-1 1,1-1,0 1,0-1,-1 1,1-1,16 200,-12-90,-3-41,3 0,3 0,3-1,10 33,2-39,1-16</inkml:trace>
  <inkml:trace contextRef="#ctx0" brushRef="#br0" timeOffset="4267.68">1243 5148,'16'9,"17"3,13-1,14-2,11-2,11-3,4-2,1-1,-4-1,-11-3,-16 0</inkml:trace>
  <inkml:trace contextRef="#ctx0" brushRef="#br0" timeOffset="4566.946">1791 4960,'0'2,"0"-1,1 1,-1-1,1 1,0 0,-1-1,1 1,0-1,0 0,0 1,0-1,0 0,0 1,0-1,0 0,0 0,1 0,-1 0,1 0,-1 0,0-1,1 1,-1 0,1-1,0 1,-1-1,1 1,1-1,169 40,-98-27,-52-8,2-2,1 2,-1 1,0 0,-1 2,0 1,0 1,-1 0,11 9,-28-17,-1 1,-1 0,1 1,0-1,-1 1,1-1,-1 1,0 0,0 0,-1 1,1-1,-1 0,0 1,0 0,-1-1,1 1,-1 0,0 0,0 0,0 0,-1-1,0 1,0 0,0 0,-1 0,1 0,-1 0,-1 0,1 0,0 0,-2 0,-8 14,-1-1,-2 0,1 0,-2-2,0 0,-1-1,-1 0,0-1,-1-1,-1-1,0 0,-4 0,-22 18,27-18</inkml:trace>
  <inkml:trace contextRef="#ctx0" brushRef="#br0" timeOffset="2369.185">709 3677,'-8'17,"1"0,2 0,-1 1,2 0,0 0,2 0,0 1,0-1,2 1,0-1,2 0,0 1,0-1,2 0,0 0,2 0,4 12,-7-25,0 1,1-1,-1 0,1 0,0 0,1 0,-1-1,1 0,0 0,0 0,0 0,0-1,1 0,-1 0,1 0,0-1,0 0,0 0,0 0,0-1,0 0,0 0,1-1,-1 1,0-1,1-1,-1 1,0-1,0 0,0-1,1 1,-1-1,-1 0,1-1,0 0,0 1,-1-2,0 1,0-1,3-2,2-3,-1 1,-1-2,1 1,-2-1,1-1,-2 1,1-1,-1 0,-1-1,0 0,-1 1,0-1,0-1,-2 1,1 0,-2-1,1 0,-2-3,1 7,-1 0,-1 1,0-1,0 0,-1 1,1-1,-2 1,0-1,0 1,0 0,-1 0,0 0,0 1,-1-1,0 1,0 0,-1 1,0-1,0 1,-1 0,0 1,0-1,0 1,0 1,-1-1,-4-1,5 3,0 0,-1 1,1-1,-1 1,1 1,-1 0,0 0,1 0,-1 1,0 0,0 0,1 1,-1 0,0 1,1-1,-1 2,1-1,0 1,-1 0,1 0,1 1,-1 0,0 0,1 1,0-1,0 1,1 1,-1-1,1 1,0 0,0 0,1 1,0-1,-2 4,2-2,0 1,1-1,0 1,0 0,1-1,0 1,0 0,1 0,0 1,1-1,0 6,6 35</inkml:trace>
  <inkml:trace contextRef="#ctx0" brushRef="#br0" timeOffset="2622.523">1337 3891,'21'0,"17"0,17 0,12 0,8 0,6 0,-1 0,-4 0,-6 0,-10 0,-16 0</inkml:trace>
  <inkml:trace contextRef="#ctx0" brushRef="#br0" timeOffset="2915.759">1724 3584,'5'10,"1"-1,0 1,0-1,1 0,0-1,0 1,1-1,1-1,-1 1,1-2,0 1,0-1,1 0,0-1,0 0,0-1,1 0,-1-1,9 2,361 112,-291-64,-87-51,1 0,-1 0,0 0,0 0,-1 1,1-1,0 1,-1-1,1 1,-1 0,0-1,0 1,0 0,0 0,0 0,-1 0,1 0,-1 0,0 0,0-1,0 1,0 0,0 0,-1 0,1 0,-1 0,0 0,0 0,0 0,0-1,-1 1,0 2,-10 10,-1 0,0-1,-1-1,0 0,-1 0,-1-2,1 0,-2-1,-10 5,19-10,-101 61,93-55</inkml:trace>
  <inkml:trace contextRef="#ctx0" brushRef="#br0" timeOffset="755.516">788 2594,'-11'5,"0"1,0 0,1 0,0 1,0 0,0 1,1 0,0 0,1 1,-1 0,2 1,-1 0,2 0,-1 0,1 1,1 0,0 0,0 1,1-1,1 1,0 0,1 0,0 0,0 0,1 1,1-1,0 0,1 1,3 0,0-1,1 0,0 0,1 0,1 0,-1-1,2 0,0-1,0 0,1 0,0 0,0-1,1-1,0 1,1-2,0 1,0-2,1 1,0-2,0 1,0-2,0 1,1-2,0 0,0 0,0-1,0-1,0 0,0-1,0 0,0-1,9-2,-13 2,0 0,-1-1,1 0,-1 0,1-1,-1-1,0 1,0-1,-1 0,1-1,-1 0,0 0,0-1,0 1,-1-2,0 1,0-1,0 1,-1-2,0 1,-1 0,0-1,0 0,0 0,-1 0,0-1,-1 1,0-1,0 0,-1 1,0-1,0 0,-1 0,0 0,-2-8,0 0,-1 0,0 0,-2 1,0 0,-1 0,0 0,-2 0,0 1,0 0,-1 1,-1 0,0 1,-1-1,-1 2,0 0,-1 0,0 1,0 1,-1 0,-1 1,1 0,-1 1,-1 1,-9-3,19 8,1 0,-1 0,0 1,1 0,-1 0,0 0,0 0,0 1,0 0,1 1,-1-1,0 1,0 0,0 0,1 1,-1 0,1 0,-1 0,1 1,0-1,0 1,0 1,0-1,0 1,1 0,0 0,-1 0,2 0,-1 1,0-1,1 1,0 0,0 0,-2 5,3-3,-1 1,1 0,0-1,1 1,0 0,0 0,1 0,0 0,0 0,1 0,0 0,0-1,2 4,13 40</inkml:trace>
  <inkml:trace contextRef="#ctx0" brushRef="#br0" timeOffset="960.908">1484 2835,'18'0,"20"0,17-2,14-4,13-2,7-3,1 2,-7 1,-8 2,-12 3,-14 1,-17 1</inkml:trace>
  <inkml:trace contextRef="#ctx0" brushRef="#br0" timeOffset="1297.009">1898 2500,'26'22,"1"-1,0-2,2 0,0-2,1-2,1 0,0-2,21 5,96 46,-65-3,-81-59,1 1,-1-1,0 1,0 0,0 0,0 0,-1 0,1 0,-1 1,0-1,0 0,0 1,0-1,-1 1,1-1,-1 1,0-1,0 1,0-1,0 1,-1-1,1 1,-1-1,0 0,0 1,0-1,-2 2,-4 7,-1-1,-1-1,0 1,0-2,-1 1,0-1,-1-1,0 0,0 0,-8 3,0 2,-103 76,96-67</inkml:trace>
  <inkml:trace contextRef="#ctx0" brushRef="#br0" timeOffset="5499.486">2847 4906,'-8'16,"2"0,0 0,0 1,2 0,0-1,1 2,0-1,2 0,0 0,1 1,1-1,0 0,4 17,-3-24,0 0,1 0,1 0,-1 0,2 0,-1-1,1 1,1-1,0 0,0-1,0 0,1 0,1 0,-1-1,1 0,0 0,1-1,0 0,0 0,0-1,0-1,1 1,2-1,-2 0,1 0,0-1,0-1,1 0,-1 0,1-1,-1-1,1 0,-1 0,0-1,1-1,-1 0,0 0,0-1,0 0,0-1,0-1,-1 1,0-2,0 1,0-2,-1 1,0-1,0-1,0 1,-1-1,0-1,-1 0,0 0,0 0,4-9,-5 6,1-1,-2 0,1-1,-2 1,0-1,-1 0,0 0,-1 0,0 0,-1 0,-1-1,-1 1,1 0,-2-1,0 1,-1 0,-1 0,0 1,0-1,-2 1,1 0,-2 0,0 1,0-1,-1 2,-1-1,0 1,0 0,-1 1,0 0,-1 1,0 0,-1 0,0 2,0-1,-1 1,-3 0,6 4,0 0,0 1,0 1,0 0,0 0,-1 1,1 1,0-1,-1 1,1 1,0 0,0 1,0 0,1 0,-1 1,1 0,0 1,0 0,0 0,0 1,1 0,0 1,0-1,1 2,0-1,0 1,-1 2,-49 65,9 3</inkml:trace>
  <inkml:trace contextRef="#ctx0" brushRef="#br0" timeOffset="6089.159">909 6578,'0'-113,"6"0,4 1,6-4,-10 86,-5 31,-1-1,0 0,0 1,0-1,1 0,-1 0,0 0,0 1,1-1,-1 0,0 0,1 0,-1 0,0 1,0-1,1 0,-1 0,0 0,1 0,-1 0,0 0,1 0,-1 0,0 0,1 0,-1 0,0 0,1 0,-1 0,0 0,1-1,-1 1,0 0,0 0,1 0,-1 0,0 0,1-1,-1 1,0 0,0 0,0-1,1 1,-1 0,0 0,0-1,0 1,10 40,-2 1,-1 0,-3 1,-1 6,2 16,22 244,-19-227</inkml:trace>
  <inkml:trace contextRef="#ctx0" brushRef="#br0" timeOffset="6352.772">1604 6458,'20'2,"19"1,13 0,12-1,11 0,7 1,2 0,-1 0,-6 0,-9-2,-12-2,-15-2</inkml:trace>
  <inkml:trace contextRef="#ctx0" brushRef="#br0" timeOffset="6647.982">2099 6217,'18'5,"18"5,11 6,7 3,1 3,-2 3,-5 4,-11 2,-12 3,-10 3,-12 4,-14 4,-11 4,-9 0,-6-3,1-8,4-8,8-9</inkml:trace>
  <inkml:trace contextRef="#ctx0" brushRef="#br0" timeOffset="8851.381">200 7299,'660'-20,"765"-39,-78 22,-689 44,-641-7,18 0,0-2,-1-1,1-2,-1-1,24-7,-42 5,-10 1</inkml:trace>
  <inkml:trace contextRef="#ctx0" brushRef="#br0" timeOffset="7928.861">2954 6297,'126'-254,"-50"45,-73 252,10 518,-6-391,-7-66,-2-70</inkml:trace>
  <inkml:trace contextRef="#ctx0" brushRef="#br0" timeOffset="8098.394">3021 6711,'23'5,"16"3,13 1,10-1,5 0,4-2,0-1,-3-1,-11-3,-16 0</inkml:trace>
  <inkml:trace contextRef="#ctx0" brushRef="#br0" timeOffset="10416.804">4398 0,'-11'30,"1"-1,2 2,1-1,1 1,2 0,1 0,1 1,2-1,1 12,7 39,2 0,21 75,14 33,-2-6,7 88,-22 37,-11 72,-8-103,38 212,10-172,-18-109,12 199,-34 133,-6-242,-25 264,-22 209,34 235,-8-464,10-483,4-50,1-8</inkml:trace>
  <inkml:trace contextRef="#ctx0" brushRef="#br0" timeOffset="11295.983">4064 1779,'157'14,"1"-7,1-7,20-8,-4 2,1006-59,-1095 57,501-40,52 25,-578 24,-1 2,1 3,58 13,-96-23,-20-5</inkml:trace>
  <inkml:trace contextRef="#ctx0" brushRef="#br0" timeOffset="12286.374">5360 669,'-2'-33,"3"2,1-8,-1 1,-2-1,-2 1,-1 0,-2 0,-10-35,-23 9,38 63,-1 0,1-1,0 1,0 0,0 0,-1 0,1 0,0 0,-1 0,1 0,-1 0,1 1,-1-1,1 1,-1-1,0 1,1-1,-1 1,1 0,-1 0,0 0,0 0,1 0,-1 0,1 0,-1 1,0-1,1 1,-1-1,1 1,-1-1,0 1,1 0,0 0,-1 0,1 0,0 0,-1 0,1 0,0 0,0 0,0 1,0-1,0 0,0-1,0 1,0 0,0 0,1 0,-1 0,0 0,1 0,-1 0,1 0,-1 0,1 0,-1 0,1 0,0 1,-1-1,1 0,0 0,0 0,0 1,0-1,0 0,0 0,1 0,-1 1,0-1,0 0,1 0,-1 0,1 0,-1 0,1 0,-1 0,1 0,0 0,0 0,-1 0,1 0,0 0,0-1,0 1,0 0,0 0,0-1,0 1,0-1,1 1,59 14,-23-17,0-1,-1-2,1-2,-2-2,31-10,28-7,-90 25,-3 0,0 0,-1 0,1 0,0 1,-1-1,1 1,0-1,0 1,0-1,0 1,0 0,-1 0,1 0,0 0,0 0,0 1,0-1,0 0,-1 1,1-1,0 1,0 0,-1 0,1 0,0-1,-1 1,1 1,-1-1,1 0,-1 0,0 1,1-1,-1 0,0 1,0-1,0 2,0 82,-11 85,8 1,11 54,28 98,-34-309,-2-11,1 1,-1 0,0-1,0 1,-1 0,1 0,-1 0,1 0,-1-1,0 1,-1 0,1 0,-1 0,1 0,-1 0,0-1,-1 1,1 0,-1-1,1 1,-1-1,0 0,-1 1,1-1,0 0,-1 0,0-1,1 1,-1 0,-2 0,-6-1,-1-1,1 0,-1-1,1 0,-1-1,0 0,1-1,-1 0,1-1,0 0,0-1,0 0,0 0,-3-4,-5 1,1-1,0 0,0-2,1 0,0-1,1-1,1 0,-1-1,2-1,0-1,1 0,0 0,1-1,1-1,-7-13,16 25,0-1,0 1,0-1,1 1,0-1,0 1,1-1,-1 0,1 1,1-1,-1 0,1 0,0 1,0-1,0 1,1-1,0 1,0 0,1-1,-1 1,1 0,0 1,0-1,1 0,-1 1,1 0,0 0,0 0,1 0,1 0,27-20,2 2,0 2,1 1,1 1,1 3,0 1,21-4,-12 2,103-38,-90 31</inkml:trace>
  <inkml:trace contextRef="#ctx0" brushRef="#br0" timeOffset="12608.513">6229 322,'0'20,"-2"19,-1 18,-2 15,-3 14,-4 8,-2-1,-2-4,3-11,3-14,8-16,8-15,9-19,1-11</inkml:trace>
  <inkml:trace contextRef="#ctx0" brushRef="#br0" timeOffset="12909.236">6550 429,'-20'14,"0"2,1 0,1 1,1 1,0 0,1 2,1 0,-4 8,-7 6,-98 130,121-161,1-1,0 0,1 0,-1 0,0 0,1 0,-1 0,1 0,0 0,0 1,0-1,0 0,0 1,0-1,1 1,-1 0,1-1,0 1,-1-1,1 1,0-1,1 1,-1 0,0-1,1 1,0-1,-1 1,1-1,1 1,9 10,1-2,0 1,1-2,0 0,1 0,0-1,0-1,4 1,22 12,2-2,0-1,1-3,0-2,2-1,-1-2,1-3,42 3,-15-5</inkml:trace>
  <inkml:trace contextRef="#ctx0" brushRef="#br0" timeOffset="22878.291">5414 2380,'-6'2,"0"0,0 0,1 1,-1 0,1 0,0 0,0 0,0 1,0 0,1 0,0 0,-1 1,1 0,1-1,-1 1,1 0,0 1,0-1,0 1,1-1,0 1,0 0,0 0,1 0,0 2,-3 4,1 1,0-1,1 1,0 0,2 0,-1-1,1 1,1 0,0 2,0-9,0-1,0 1,1-1,-1 1,1-1,1 0,-1 1,1-1,-1 0,1-1,1 1,-1 0,1-1,0 0,0 0,0 0,0 0,1-1,-1 1,1-1,4 2,-1-1,0-1,0 0,0 0,1 0,-1-1,1-1,0 1,-1-1,1-1,0 0,0 0,0 0,-1-1,1-1,0 0,-1 0,0 0,1-1,-1 0,0-1,0 0,0 0,-1 0,0-1,0 0,0-1,0 0,-1 0,0 0,0-1,-1 0,1 0,-1 0,-1-1,0 1,1-4,-2-8,-1 0,0-1,-2 1,0-1,-1 1,-2-1,1 1,-2 0,-1 0,0 0,-2 0,0 1,0 0,-2 1,0 0,-2 0,-8-11,18 24,0 1,-1-1,1 1,-1-1,0 1,0 0,-1-1,1 1,-1 0,1 1,-1-1,0 0,0 1,0-1,-1 1,1 0,0 0,-1 1,1-1,-1 0,0 1,1 0,-1 0,0 0,0 1,0-1,0 1,0 0,1 0,-1 0,0 1,0-1,0 1,0 0,0 0,-1 1,-5 8,0 0,1 1,0 1,1-1,0 1,1 1,1-1,0 1,0 0,1 1,1-1,0 1,1 0,1 0,-1 12,-7 47,7-9</inkml:trace>
  <inkml:trace contextRef="#ctx0" brushRef="#br0" timeOffset="23500.796">6083 2260,'4'9,"7"12,7 10,8 5,7 7,4 0,3 0,-2-1,-1-3,-6-4,-6-5,-4-5,-6-10,-6-7</inkml:trace>
  <inkml:trace contextRef="#ctx0" brushRef="#br0" timeOffset="23748.173">6430 2300,'-9'-2,"-5"6,-5 13,-6 14,-4 12,0 6,-1 3,3-2,3-7,7-9,3-10,4-12,3-7</inkml:trace>
  <inkml:trace contextRef="#ctx0" brushRef="#br0" timeOffset="23930.686">6136 2554,'-16'-9,"-3"-3,7 0,13 3,22 2,21 1,23-4,17-2,11-1,0 1,-9 3,-19 3</inkml:trace>
  <inkml:trace contextRef="#ctx0" brushRef="#br0" timeOffset="24750.514">5374 3757,'-2'0,"2"1,0-1,-1 0,1 0,0 0,-1 0,1 0,0 0,-1 0,1 0,0 0,-1 0,1 0,0 0,-1 0,1-1,0 1,-1 0,1 0,0 0,-1 0,1 0,0-1,0 1,-1 0,1 0,0-1,0 1,-1 0,1 0,0-1,0 1,0 0,-1-1,1 1,0 0,0-1,0 1,0 0,0-1,0 1,0 0,0-1,0 1,0 0,0-1,0 1,0 0,0-1,0 1,0-1,0 1,0 0,0 0,1-1,-1 1,0 0,0-1,0 1,1 0,-1-1,0 1,0 0,42-118,-10 9,-27 142,-2 422,-2-446,-1 2,1 1,0-1,1 1,0-1,0 0,1 0,1 0,0 0,1 0,7 8</inkml:trace>
  <inkml:trace contextRef="#ctx0" brushRef="#br0" timeOffset="25267.816">5962 3584,'16'15,"14"16,12 10,9 6,5 3,1 3,-4-1,-5-2,-7-6,-8-7,-7-9,-6-8,-6-10,-4-12,-3-4</inkml:trace>
  <inkml:trace contextRef="#ctx0" brushRef="#br0" timeOffset="25524.166">6471 3717,'-5'-14,"-3"-8,-3-6,-2 0,-1 5,-1 6,-1 8,-4 13,-2 14,-2 18,-4 15,-4 11,-1 5,0 2,2-3,6-9,4-12,7-13</inkml:trace>
  <inkml:trace contextRef="#ctx0" brushRef="#br0" timeOffset="25786.465">6002 3865,'-12'-5,"0"-1,7 0,17 1,22 0,25-5,26-5,21-2,16 0,9 0,0 3,-5 7,-25 3</inkml:trace>
  <inkml:trace contextRef="#ctx0" brushRef="#br0" timeOffset="26372.921">5267 4934,'27'-9,"-20"11,0 1,0 0,-1 1,1 0,-1 0,0 0,0 1,0 0,-1 0,1 0,-1 1,0 0,-1 0,0 0,3 5,-3-5,61 89,-52-72,0 0,2-2,0 1,2-2,0 0,1-1,1-1,0-1,1 0,2-2,-1 0,6 1,32-3,-38-17</inkml:trace>
  <inkml:trace contextRef="#ctx0" brushRef="#br0" timeOffset="26630.217">5655 4947,'-9'-2,"-5"6,-3 11,-3 15,-5 13,-5 11,-4 10,-3 3,-5-1,1-6,3-10,5-13,8-13</inkml:trace>
  <inkml:trace contextRef="#ctx0" brushRef="#br0" timeOffset="26807.742">5254 5174,'-2'-2,"3"-1,11 0,15 1,21 0,20-3,20-4,17-3,9 0,0 0,-4 4,-22 2</inkml:trace>
  <inkml:trace contextRef="#ctx0" brushRef="#br0" timeOffset="27120.905">6443 5041,'-4'-13,"0"0,1-1,1 1,0-1,0 0,2 1,-1-1,2 0,0 0,0 1,2-1,0 1,0-1,1 1,0 0,2 0,-1 1,4-5,-10 18,1-1,0 1,0-1,0 1,0-1,0 1,0-1,0 1,0-1,0 1,0-1,0 1,0-1,0 0,0 1,1-1,-1 1,0-1,0 1,0-1,1 0,-1 1,0-1,0 1,1-1,-1 0,0 1,1-1,-1 0,1 1,-1-1,0 0,1 0,-1 0,1 1,-1-1,1 0,-1 0,0 0,1 0,-1 0,1 0,-1 0,1 0,-1 0,1 0,-1 0,1 0,-1 0,1 0,-1 0,1 0,-1 0,0-1,1 1,-1 0,1 0,-1-1,0 1,1 0,-1 0,1-1,-1 1,2 289,18-36,-9-181</inkml:trace>
  <inkml:trace contextRef="#ctx0" brushRef="#br0" timeOffset="28031.153">5374 6337,'0'-2,"5"4,8 5,8 10,11 10,8 9,6 9,5 5,1 3,-2 0,-3-5,-7-9,-5-8,-8-9,-4-9,-8-8,-5-6</inkml:trace>
  <inkml:trace contextRef="#ctx0" brushRef="#br0" timeOffset="28262.034">5868 6364,'-15'-7,"-9"3,-4 8,-1 11,-2 14,2 11,2 12,1 9,-1 6,-1-1,0-3,0-9,3-11,5-12</inkml:trace>
  <inkml:trace contextRef="#ctx0" brushRef="#br0" timeOffset="28519.387">5308 6618,'-3'-2,"7"1,11 1,17 1,19-3,19-2,15-6,10-3,2-2,-1 1,-9 4,-19 3</inkml:trace>
  <inkml:trace contextRef="#ctx0" brushRef="#br0" timeOffset="28817.589">6430 6511,'-7'12,"1"0,0 0,1 0,0 1,1 0,1 0,0 0,0 0,2 0,-1 1,2-1,0 1,0-1,1 1,1-1,0 0,3 7,-2-15,0 0,0 0,1 0,-1-1,1 1,1-1,-1 0,0 0,1-1,0 1,0-1,0 0,0 0,0-1,1 1,-1-1,1-1,0 1,0-1,-1 0,1 0,0 0,0-1,0 0,0 0,0-1,0 1,-1-1,1-1,0 1,-1-1,1 0,-1 0,1-1,-1 1,0-1,0 0,0-1,4-2,2-3,0 0,-1 0,0-1,-1-1,0 1,0-2,-1 1,-1-1,0 0,0 0,-1-1,-1 0,0 0,-1-1,0 1,-1-1,1-11,-3 16,0 0,0-1,-1 1,0-1,0 1,-1-1,-1 1,1 0,-1-1,-1 1,0 0,0 0,-1 1,0-1,-1 1,1-1,-2 1,1 1,-1-1,0 1,-1 0,0 1,0-1,0 1,-1 0,-3-1,3 2,-1 1,1 1,-1-1,0 1,0 1,0 0,0 0,0 1,-1 0,1 0,0 1,-1 1,1-1,0 1,0 1,-1 0,1 0,0 1,1 0,-1 0,1 1,-9 5,-9 6,1 1,0 1,1 1,1 2,1 0,-9 11,-32 37</inkml:trace>
  <inkml:trace contextRef="#ctx0" brushRef="#br0" timeOffset="29649.369">4372 7299,'328'-11,"94"1,-261 16,569 2,235-41,-907 33,96-1,114-16,-201 3,-50 6</inkml:trace>
  <inkml:trace contextRef="#ctx0" brushRef="#br0" timeOffset="50028.893">922 2701,'0'-2,"0"0,1 0,-1 0,0 0,0 0,-1 0,1 0,0 0,-1 0,1 0,-1 0,0 0,1 0,-1 1,0-1,0 0,0 0,-1 1,1-1,0 0,-1 1,1-1,-1 1,1 0,-1 0,1-1,-1 1,0 0,0 0,0 1,0-1,0 0,1 0,-1 1,0-1,0 1,-1 0,1 0,0 0,0 0,-2 0,-5 1,0 0,0 1,0 0,0 0,0 1,0 1,1-1,0 1,-1 1,1-1,1 1,-1 1,1-1,-4 5,7-5,1 0,-1 0,1 0,1 1,-1-1,1 1,-1 0,2 0,-1-1,1 1,0 1,0-1,0 0,1 0,0 0,0 0,1 1,-2 7,1-11,-3 35,1 0,2 0,1 0,3 0,0-1,6 17,-8-50,0 0,0 0,0 0,0 0,1 0,-1-1,1 1,0-1,0 0,0 0,0 0,1 0,-1 0,1-1,0 1,0-1,0 0,0-1,0 1,0 0,0-1,4 1,98 11,-92-12,-1-1,1 0,-1-1,1 0,0-1,-1-1,0 0,0 0,0-2,0 0,-1 0,1-1,-1 0,-1-1,1-1,-1 0,0 0,-1-1,9-10,-13 12,-1-1,-1 0,1-1,-1 1,0-1,-1 0,0 0,-1 0,0 0,0 0,-1-1,0 1,0 0,-1-1,-1-4,-1-10,0 0,-2 1,-1-1,-1 1,-4-12,5 16,-1 1,-1 0,0 0,-2 1,0-1,0 2,-2-1,0 2,-1-1,0 2,-12-12,20 23,-1 1,1-1,-1 1,1 0,-1 0,0 0,0 0,0 1,0 0,0 0,0 1,0-1,0 1,0 0,0 0,0 1,0-1,0 1,0 0,0 1,0-1,0 1,1 0,-1 0,-1 1,-9 6,-1 0,1 0,1 1,0 1,0 1,-7 8,12-11,1 0,0 0,0 1,1 1,0-1,0 1,1 0,1 0,-1 4,4-11,1 0,0 0,0 0,0 1,0-1,1 0,-1 0,1 1,0-1,0 0,1 1,-1-1,1 0,0 0,0 1,1-1,-1 0,1 0,0 0,0-1,0 1,0 0,1-1,0 1,-1-1,1 0,3 2,22 16</inkml:trace>
  <inkml:trace contextRef="#ctx0" brushRef="#br0" timeOffset="50747.96">1510 2888,'623'-22,"-476"5,-153 16,-2-2</inkml:trace>
  <inkml:trace contextRef="#ctx0" brushRef="#br0" timeOffset="51517.996">1885 2594,'17'1,"143"109,74 21,-229-130,0 1,-1 0,1 0,-1 0,0 0,1 1,-1 0,0-1,0 2,-1-1,1 0,-1 1,1-1,-1 1,0 0,-1 0,1 0,-1 1,0-1,0 1,0-1,0 1,-1 0,0-1,0 1,0 0,0 0,-1 0,0 2,-6 4,0 1,0-2,-1 1,0-1,-1 0,-1 0,1-1,-2 0,1 0,-1-1,0-1,-10 6,-14 12,-2-2,0-2,-1-2,-32 13,69-32,-1 1,1-1,-1 1,1-1,-1 0,1 1,-1-1,1 0,-1 1,1-1,-1 0,1 0,-1 0,1 0,-1 1,1-1,-1 0,0 0,1 0,-1 0,1 0,-1 0,0 0,1-1,-1 1,1 0,-1 0,1 0,-1-1,1 1,-1 0,1 0,-1-1,1 1,-1 0,1-1,-1 1,1-1,0 1,-1-1,1 1,0 0,-1-1,1 1,0-1,-1 0,1 1,0-1,0 1,0-1,0 1,0-1,0 0,7-34,-4 23,7-23,-2-1,-2 0,-1-1,-2 1,-2-1,-1 1,-2-1,-1 1,-2 0,-1 0,-2 0,-6-13,-24-16,37 65,0 0,0 0,0 0,0 0,0 0,0 0,0 0,0 1,1-1,-1 0,0 1,0-1,0 1,0-1,1 1,-1-1,0 1,0-1,1 1,-1 0,0-1,1 1,-1 0,1 0,-1-1,1 1,-1 0,1 0,0 0,-1 0,1 0,0 0,0 0,0-1,-1 1,1 0,0 0,0 0,0 0,1 0,-1 0,0 0,0 0,0 0,1 0,-1 0,0-1,1 1,-1 0,1 0,-1 1,0 0,0 0,0 0,0 0,0 0,0 0,0 0,0 0,1 0,-1 0,1 1,0-1,0-1,-1 1,1 0,1 0,-1 0,0 0,0-1,0 1,1-1,-1 1,1-1,0 1,-1-1,1 0,0 0,0 1,1-1,14 5</inkml:trace>
  <inkml:trace contextRef="#ctx0" brushRef="#br0" timeOffset="52443.03">3141 2581,'-11'-4,"8"1,0 0,0 1,-1 0,1 0,-1 0,1 0,-1 1,0-1,0 1,0 0,0 0,1 0,-1 1,-1-1,1 1,0 0,0 0,0 1,0-1,0 1,0 0,1 0,-1 0,0 0,0 1,0 0,1-1,-1 1,1 1,0-1,-1 0,1 1,0 0,0 0,-3 7,1 0,1 0,0 1,1-1,0 1,0 0,1 0,1 0,0 0,0 0,1 0,0 0,1 1,1-1,-1 0,2-1,-1 1,2 0,-1-1,2 1,-1-1,1 0,1-1,0 1,0-1,8 8,-9-11,1-1,0 0,0 0,0-1,0 0,1 0,0 0,0-1,0 0,0-1,1 1,-1-1,0-1,1 1,0-1,-1-1,1 1,0-1,-1-1,1 1,0-1,-1-1,1 1,-1-1,0-1,1 1,-1-1,3-2,8-3,-1-1,0-1,-1 0,-1-1,1-1,-2 0,8-8,-15 13,-1 1,0-1,0-1,-1 1,0-1,0 0,-1 0,0 0,-1 0,1-1,-1 0,-1 0,0 1,0-1,-1-1,0-6,-3 5,0 1,-1-1,-1 1,0 0,0 0,-1 1,0-1,-1 1,0 0,0 0,-1 1,0 0,-1 0,0 1,0-1,0 2,-1-1,0 1,0 1,-1 0,0 0,1 0,-2 2,-1-2,4 2,-1 1,1-1,-1 2,1-1,-1 1,0 0,1 1,-1 0,0 0,0 1,1 0,-1 0,0 1,1 0,0 1,-1 0,1 0,0 1,1 0,-1 0,1 1,-1 0,1 0,1 1,-1 0,1 0,0 0,0 1,1 0,0 0,0 1,1-1,0 1,0 0,1 0,0 0,0 1,0 3,1 0,1 0,0 0,1 0,0 0,1 0,1 0,0 0,0 0,1 0,0-1,1 1,1-1,0 0,0 0,1-1,1 1,-1-1,2-1,-1 1,1-1,1-1,-1 1,2-1,-1-1,1 0,0 0,0-1,1 0,0-1,0 0,0-1,1 0,0-1,-1 0,1-1,0 0,0-1,0 0,0-1,0 0,4-2,-5 1,-1-2,1 0,-1 0,0 0,1-2,-2 1,1-1,0-1,-1 1,0-2,-1 1,1-1,-1 0,-1-1,1 0,-1 0,0-1,-1 0,0 0,-1 0,0-1,0 0,-1 0,0 0,-1-1,0 1,-1-1,0 1,0-1,-1 0,-1 0,0 0,0 0,-1 1,-1-7,-2 4,0 1,0 0,-1 0,-1 0,0 1,-1 0,0 0,0 0,-1 1,0 0,-1 1,0 0,-8-5,12 9,0 1,0 0,-1 0,1 1,-1-1,0 1,0 1,0-1,-1 1,1 0,0 0,-1 1,0 0,1 0,-1 0,1 1,-1 0,0 1,1-1,-1 1,0 0,1 1,-1 0,1 0,0 0,0 1,-1 0,-7 7,0 2,1 0,0 1,1 0,1 1,0 0,0 0,2 2,-1-1,2 1,1 0,0 1,0 0,2 0,0 2,-13 35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5:49:41.1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20303 3877,'16'19,"14"11,12 9,4 4,5 4,-3 1,-4-4,-8-1,-7-7,-10-7,-7-11,-6-8</inkml:trace>
  <inkml:trace contextRef="#ctx0" brushRef="#br0" timeOffset="253.323">20624 3863,'-18'9,"-13"13,-6 13,0 12,0 7,3 2,4-2,6-4,4-7,3-12,5-11</inkml:trace>
  <inkml:trace contextRef="#ctx0" brushRef="#br0" timeOffset="419.879">20236 4078,'25'-3,"24"0,20 1,16-1,10-1,2 0,-15 1</inkml:trace>
  <inkml:trace contextRef="#ctx0" brushRef="#br0" timeOffset="750.507">21065 3957,'-8'7,"0"-1,0 1,0 0,1 1,1 0,-1 0,1 1,0-1,1 1,0 0,1 1,0-1,0 1,-2 10,5-15,-1 1,1-1,1 1,-1 0,1-1,0 1,0-1,1 1,0 0,0-1,0 1,0-1,1 1,0-1,0 0,1 0,-1 0,1 0,0 0,1-1,-1 1,1-1,0 0,0 0,0 0,0 0,5 2,-1 0,1-1,0 0,1-1,0 0,-1 0,1-1,0 0,0-1,1 0,-1 0,0-1,1-1,-1 0,7 0,-10-1,0 0,-1 0,1 0,-1-1,0 1,1-2,-1 1,0-1,0 0,-1 0,1 0,0-1,-1 0,0 0,0 0,0-1,-1 0,1 0,-1 0,0 0,-1-1,1 0,0-2,1-4,-1-1,0 1,-1 0,0-1,-1 0,0 0,-1 1,-1-1,0 0,0 0,-2 0,1 0,-2 0,0 1,0-1,-1 1,-1 0,0 0,0 1,-1-1,-1 1,0 0,0 1,-1-1,-1 2,1-1,-2 1,-3-3,7 8,-1 0,0 1,0 0,0 0,0 0,0 1,-1 0,1 0,-1 0,0 1,1 1,-1-1,0 1,1 1,-1-1,0 1,1 1,-1-1,1 1,-5 2,-12 5,-1 1,1 1,1 1,0 2,-7 5,-62 44</inkml:trace>
  <inkml:trace contextRef="#ctx0" brushRef="#br0" timeOffset="-1498.148">20063 2914,'-2'0,"0"0,1-1,-1 0,0 1,1-1,-1 0,1 0,-1 0,1 0,-1 0,1 0,0 0,-1-1,1 1,0 0,0-1,0 1,0-1,0 1,1-1,-1 0,0 1,1-1,-1 0,1 1,-1-1,1 0,0 0,0 1,0-1,0 0,0 0,0 1,0-1,1-1,-3-5,-10-56,7 30,-2 1,-1-1,-1 2,-13-27,23 58,-1 1,0-1,1 1,-1 0,1-1,-1 1,1-1,-1 1,1 0,-1 0,1-1,-1 1,1 0,-1 0,1-1,-1 1,1 0,-1 0,1 0,0 0,-1 0,1 0,-1 0,1 0,-1 0,1 0,0 0,-1 0,1 0,-1 1,1-1,-1 0,1 0,-1 1,1-1,-1 0,1 1,-1-1,1 0,-1 1,1-1,-1 1,0-1,1 0,-1 1,0-1,1 1,-1 0,0-1,0 1,14 5,16 1,0-1,0-1,0-2,1-1,11-1,7 1,-46-1,0 0,0 1,-1-1,1 1,-1 0,1-1,-1 1,1 0,-1 1,0-1,0 0,0 1,0-1,-1 1,1 0,-1-1,1 1,-1 0,0 0,0 0,0 0,-1 0,1 0,-1 0,1 0,-1 0,0 0,0 1,-1-1,1 0,-1 0,0 1,4 24,75 264,-72-258,-1 1,-2-1,-1 1,-1 0,-3 0,0 0,-2-1,-2 1,-1-1,-2-1,-1 1,-2-1,-4 6,16-37,-1 0,1 0,-1 0,0 0,0 0,0 0,0 0,0 0,0 0,0 0,0-1,-1 1,1 0,-1-1,1 1,-1-1,0 0,0 1,0-1,1 0,-1 0,0 0,0-1,0 1,0 0,-1-1,1 1,0-1,0 0,0 1,0-1,0 0,-1 0,1-1,-1 1,-4-7,1-1,-1 1,1-1,0-1,1 1,0-1,1 0,0 0,0 0,0-1,0 1,-65-158,67 162,0 3,1 0,-1-1,1 1,0 0,0-1,0 1,0 0,0-1,1 1,-1-1,1 1,0-1,-1 0,1 1,0-1,0 1,1-1,-1 1,1-1,-1 1,1-1,0 1,0-1,0 1,0 0,0-1,0 1,1 0,1-2,83-28,119-29,-162 45</inkml:trace>
  <inkml:trace contextRef="#ctx0" brushRef="#br0" timeOffset="-1266.686">20638 2661,'0'11,"0"11,0 11,2 8,1 9,0 5,-1 2,0 1,-1-3,-1-4,0-6,0-8,0-11</inkml:trace>
  <inkml:trace contextRef="#ctx0" brushRef="#br0" timeOffset="-947.542">20932 2807,'-273'184,"270"-182,1-2,1 1,0-1,-1 0,1 1,0 0,0-1,-1 1,1 0,0-1,0 1,0 0,0 0,0 0,0 0,0 0,0 0,0 0,0 1,0-1,1 0,-1 0,1 1,-1-1,1 0,-1 1,1-1,0 0,-1 1,1-1,0 1,0-1,0 0,0 1,0-1,1 1,-1 0,9 3,0 0,0-1,1 0,-1 0,1-1,-1-1,1 0,0 0,0-1,0 0,5 0,-3 0,229 6,-190-10</inkml:trace>
  <inkml:trace contextRef="#ctx0" brushRef="#br0" timeOffset="-668.261">21346 2874,'20'-2,"17"-1,8 0,3 1,-4 0,-10 1</inkml:trace>
  <inkml:trace contextRef="#ctx0" brushRef="#br0" timeOffset="-412.895">21319 3075,'20'0,"19"0,18 0,13 0,6 0,0 0,-14 0</inkml:trace>
  <inkml:trace contextRef="#ctx0" brushRef="#br0" timeOffset="-60083.688">15985 2674,'-41'-7,"0"1,0 2,-1 2,0 2,1 2,0 2,-1 1,1 2,1 2,0 2,-25 10,36-10,1 1,0 1,1 2,1 1,0 1,1 1,1 1,0 1,2 1,0 1,2 1,0 1,-4 9,-39 60,4 3,5 2,-15 43,41-79,3 2,2 1,4 1,2 0,4 1,2 1,3 0,2 53,5-86,2-1,2 0,1 0,2 0,1-1,1 0,2 0,1-1,2 0,1-1,1 0,2-2,1 1,10 9,37 38,4-2,3-4,3-3,28 16,-85-68,-8-8,29 29,2-2,1-2,1-1,2-3,1-1,1-3,1-1,1-3,1-2,11 1,-16-12,0-2,1-3,0-1,0-2,-1-2,1-2,27-7,44-13,0-6,31-15,-101 32,-1-3,-1-1,0-3,-1-1,-2-2,0-2,-2-2,17-16,-9-1,-3-2,-2-2,-2-3,32-50,-55 73,-1-1,-1 0,-2-2,-1 1,-2-2,-1 0,-1 0,-2-1,-1 1,-1-2,-1-25,-1-184,-12-11,9 253,0-13,0-41,-1 0,-3 0,-2 1,-3-1,-2 1,-3 1,-2 0,-2 1,-14-26,9 41,-1 0,-3 2,0 0,-3 2,0 2,-2 0,-2 2,0 2,-2 1,-1 1,-1 3,-1 1,0 1,-2 3,0 1,-1 2,0 2,-36-5,-65-7,0 7,-1 6,-1 6,-54 9,161-4,0 2,0 1,0 2,1 1,0 2,0 2,1 1,-33 16,11 5</inkml:trace>
  <inkml:trace contextRef="#ctx0" brushRef="#br0" timeOffset="-59373.587">15544 3449,'-10'-4,"1"1,-1 0,0 1,0 0,0 1,0-1,0 2,0 0,0 0,0 1,0 0,0 0,0 1,0 1,0-1,1 2,-1-1,1 1,0 1,0 0,-8 6,4-2,-1 2,1-1,1 2,0 0,1 0,0 1,0 0,2 1,0 0,0 1,1 0,-4 13,5-13,1 0,0 1,2-1,0 1,0 0,1 0,1 0,1 0,1 0,0 1,1-1,0 0,1 0,1 0,1 0,0 0,1-1,1 0,2 3,-5-12,1-1,0 0,1 0,-1 0,1-1,0 0,0 0,0 0,1 0,-1-1,1 0,0 0,0 0,0-1,0 0,0 0,0-1,1 0,-1 0,1 0,-1-1,1 1,-1-2,1 1,-1-1,0 0,1 0,-1-1,0 0,0 0,0 0,0-1,0 0,0 0,-1 0,1-1,-1 0,2-1,7-10,-1 0,0-1,-1-1,-1 0,0 0,-2-1,0-1,-1 1,0-1,-2-1,0 1,-1-1,-1 0,-1 0,0-18,2 6,0 1,-3 0,0-1,-2 1,-2-1,0 1,-3-1,-4-19,8 48,1 0,0 1,-1-1,1 0,-1 1,0-1,0 1,0-1,0 1,-1-1,1 1,-1 0,1-1,-1 1,0 0,0 0,0 0,0 0,0 1,0-1,0 0,-1 1,1 0,0-1,-1 1,0 0,1 0,-1 1,1-1,-1 0,0 1,0 0,1-1,-1 1,0 0,0 1,1-1,-1 0,0 1,1-1,-1 1,-1 1,-3 5,-1 0,1 1,1 0,0 1,0-1,0 1,1 1,1-1,-1 1,1-1,1 1,0 0,1 1,0-1,0 0,1 1,0 3,0 28,1 0,2 1,3-1,1-1,1 1,3-1,1-1,3 1,1-2,18 35,30 95,-31-83,-22-72</inkml:trace>
  <inkml:trace contextRef="#ctx0" brushRef="#br0" timeOffset="-59119.267">15852 3650,'20'0,"19"0,13 0,10 0,3 0,-3 0,-7 0,-13 0</inkml:trace>
  <inkml:trace contextRef="#ctx0" brushRef="#br0" timeOffset="-58866.904">15945 3837,'16'9,"18"3,19 0,16-5,12-8,3-6,-13-2</inkml:trace>
  <inkml:trace contextRef="#ctx0" brushRef="#br0" timeOffset="-58673.907">16680 3797,'16'-31,"-1"-1,-2 0,-1-1,-2 0,-1-1,-2 0,-1 0,-1-1,-1-23,-12 14,8 43,0 1,-1 0,1 0,0-1,-1 1,1 0,0 0,-1 0,1 0,-1 0,1 0,0 0,-1-1,1 1,-1 0,1 0,0 0,-1 0,1 1,-1-1,1 0,0 0,-1 0,1 0,-1 0,1 0,0 1,-1-1,1 0,0 0,-1 1,1-1,0 0,-1 0,1 1,0-1,0 0,-1 1,1-1,0 0,0 1,0-1,0 1,-1-1,1 0,0 1,0-1,0 1,0-1,0 0,0 1,0-1,0 1,0-1,0 0,0 1,0-1,-7 26,0 0,2-1,1 2,0-1,2 0,2 24,-1-36,3 124,14 96,-9-147,-1-15</inkml:trace>
  <inkml:trace contextRef="#ctx0" brushRef="#br0" timeOffset="-61201.831">7630 2687,'-37'-18,"-2"1,0 2,0 2,-1 2,-1 1,0 2,0 2,0 1,-18 2,23 7,-1 0,2 3,-1 1,1 1,0 2,1 2,0 1,1 1,1 2,0 2,2 0,0 2,1 1,1 2,1 1,1 0,2 2,-6 9,-34 45,4 2,3 2,4 3,-18 46,50-91,2 1,2 0,3 2,1 0,2 0,2 1,2 0,3 0,1 1,2 0,3-1,2 1,1-1,3 0,2 2,-1-8,2 0,2-1,1-1,2 0,2-1,2-1,1-1,1-1,2 0,2-2,1-1,1-1,2-1,1-2,1-1,1-2,26 15,-16-19,0-1,2-2,0-2,1-3,1-1,0-2,9-1,90 7,101-3,-214-9,0-2,0-1,0-2,0-2,0 0,-1-2,1-2,-1-1,-1-1,1-2,28-14,4-15,-2-3,-2-2,-2-3,8-13,-43 41,-1-2,-1 0,-1-1,-1-1,-2-1,0-1,-1 0,-2-1,-1-1,6-16,103-391,-113 408,5-11,-2 0,-1-1,-2-1,-1 0,-3 0,-1 0,-1 0,-3-19,-9 3,-2 0,-3 1,-2 1,-6-11,14 40,-4-7,-1 0,-1 0,-2 2,-1 0,-1 0,-2 2,-1 1,-1 0,-1 1,-1 2,-26-21,-1 3,-3 1,0 3,-3 2,-1 3,-1 2,-2 3,-1 2,-1 3,-7 2,45 14,1 2,-1 1,0 1,-1 2,1 0,0 1,0 2,0 0,0 2,0 1,0 1,1 1,-15 6,-45 25,7 2</inkml:trace>
  <inkml:trace contextRef="#ctx0" brushRef="#br0" timeOffset="-60945.917">7188 3208,'-11'-2,"-1"0,1 0,-1 1,0 0,1 1,-1 0,0 1,1 1,-1-1,1 2,-1 0,1 0,0 1,0 0,0 1,1 0,0 1,0 0,0 1,1 0,-1 0,2 1,-7 7,1-1,1 2,0-1,1 1,1 1,0 0,1 1,1 0,1 0,1 1,0 0,2 0,0 1,-1 9,4-23,1 0,0 0,0 0,0 0,1 0,0 1,0-1,1 0,-1 0,1 0,1 0,-1 0,1 0,0 0,0-1,1 1,0 0,0-1,0 0,0 0,1 0,0 0,0-1,0 1,1-1,-1 0,1 0,0-1,0 1,1-1,-1 0,1 0,1 0,1-2,0 1,0-1,0-1,0 1,0-1,0-1,0 0,0 0,0 0,-1-1,1 0,0-1,-1 1,0-2,1 1,-1-1,0 0,-1 0,1-1,-1 0,0 0,0 0,4-6,5-5,-1-1,0 0,-1-1,-1-1,-1 0,-1-1,0 0,0-3,-1 1,0 0,-2-1,0 0,-2 0,0-1,-2 1,0-1,-2 0,0 0,-2 1,0-1,-2 0,-1 1,-1-1,0 1,-9-18,-33-21,45 60,0 1,1-1,-1 1,0 0,0 0,0 0,0 0,0 0,0 1,0-1,0 0,0 1,0 0,-1-1,1 1,0 0,0 0,0 0,0 0,-1 1,1-1,0 1,0-1,0 1,0 0,0-1,0 1,0 0,0 1,0-1,1 0,-1 0,0 1,0 0,-3 5,0 1,1 0,-1 0,2 0,-1 0,1 1,0 0,1-1,0 1,1 0,-1 0,2 0,-1 0,1 0,1 0,0 1,0-1,0-1,1 1,2 3,5 19,3-1,0-1,2 1,1-2,1 0,10 11,30 56,-40-66,-3 1,0 0,-2 1,-1 0,-1 1,-2 0,-2 0,1 17,-4-18</inkml:trace>
  <inkml:trace contextRef="#ctx0" brushRef="#br0" timeOffset="-60944.917">7482 3423,'0'4,"5"2,6 0,7-2,9 0,8-2,2-1,3-1,-2 0,-7 0</inkml:trace>
  <inkml:trace contextRef="#ctx0" brushRef="#br0" timeOffset="-60943.917">7523 3610,'13'4,"15"2,10 0,11-2,6-3,-7-2</inkml:trace>
  <inkml:trace contextRef="#ctx0" brushRef="#br0" timeOffset="-60942.917">8017 3569,'1'98,"-1"-96,1 1,0-1,-1 1,1-1,0 0,0 1,0-1,0 0,1 1,-1-1,1 0,-1 0,1 0,0 0,0-1,-1 1,1 0,1-1,-1 1,0-1,0 0,0 0,1 0,-1 0,1 0,-1 0,0-1,1 1,0-1,-1 1,1-1,-1 0,1 0,-1 0,1-1,0 1,6-3,0 0,-1 0,0-1,0 0,0 0,0-1,-1 0,1-1,-1 0,-1 0,1 0,-1-1,0 1,-1-2,1 1,-1-1,-1 1,1-1,-2-1,1 1,1-4,0-3,0 0,0 0,-2 0,0-1,0 1,-2-1,0 0,0 1,-2-1,-1-10,2 20,-1 0,0 0,-1 0,1 0,-1 0,0 0,0 1,-1-1,0 1,0 0,0-1,0 1,-1 1,0-1,0 0,0 1,-1 0,0 0,1 0,-1 1,0-1,-1 1,1 0,-1 1,1-1,-1 1,0 0,-2 0,1 1,0 0,0 0,0 1,0 0,0 0,-1 1,1-1,0 2,0-1,1 1,-1 0,0 0,1 1,-1 0,1 0,0 1,0-1,0 1,0 1,1-1,-1 1,1 0,0 0,1 1,-1-1,-3 6,0-1,1 1,1 0,0 1,0 0,1 0,0 0,1 0,1 1,0 0,0-1,1 1,1 5,4 38,6-7</inkml:trace>
  <inkml:trace contextRef="#ctx0" brushRef="#br0" timeOffset="-50432.658">6360 4479,'-40'57,"-36"53,-6-3,-4-5,-4-3,-80 67,132-136,-1-1,-1-1,-2-3,0-1,-2-2,0-2,-1-2,-1-2,-1-2,0-2,-1-3,0-1,0-2,-2-3,-4 1,1-3,-1-2,1-3,0-1,0-4,-43-12,60 11,1-2,0-2,1-1,0-2,2-1,0-1,1-2,-9-9,-13-14,2-2,3-3,1-1,3-3,-37-56,-4-13,6-4,4-4,7-2,-8-34,51 91,2 0,4-2,3-1,4 0,3 0,3-1,4-2,1 55,1 0,1 0,2 0,0 0,2 1,0-1,2 1,1 1,1-1,1 1,1 1,1 0,15-21,-5 15,1 2,2 0,0 2,2 1,0 1,2 1,1 1,0 2,1 1,1 2,1 0,0 3,1 1,1 1,20-3,47-6,1 4,1 5,0 4,79 6,-105 1,-8-4,1 4,-1 2,0 4,0 2,0 4,-1 2,-1 4,60 24,308 172,-419-207,18 7,1 1,-2 1,0 2,-1 2,-1 1,-1 1,-1 2,-1 1,21 23,-41-37,0 0,1-1,1 0,-1 0,2-2,-1 1,6 2,-2-3,-12-8</inkml:trace>
  <inkml:trace contextRef="#ctx0" brushRef="#br0" timeOffset="-48214.066">3619 3436,'-20'64,"-3"-2,-2 0,-3-1,-32 49,-19 43,59-116,22-68,16-40,3 1,3 1,3 1,3 1,22-35,-4 21,-48 81,1-1,-1 1,1 0,0 0,-1-1,1 1,0 0,-1 0,1 0,0 0,-1 0,1 0,0 0,-1 0,1 1,0-1,-1 0,1 0,0 0,-1 1,1-1,-1 0,1 1,0-1,-1 0,1 1,-1-1,1 1,-1-1,1 1,-1-1,0 1,1-1,-1 1,0 0,1-1,-1 1,0-1,0 1,1 0,-1-1,0 1,0 0,0-1,0 1,0 0,0-1,0 1,0 0,0-1,0 1,-1 0,1-1,0 1,0 0,0-1,-1 1,1 0,0-1,-1 1,3 7,5 10,1 0,1-1,1 0,0-1,1 0,1 0,7 7,33 48,-27-29,-2 1,-2 1,15 45,-35-88,0 1,0-1,0 0,-1 1,1-1,-1 1,1-1,-1 1,1-1,-1 1,0-1,0 1,0-1,0 1,0-1,0 1,0-1,0 1,-1-1,1 1,-1-1,1 1,-1-1,1 1,-1-1,0 0,0 1,0-1,0 0,0 0,0 0,0 1,0-1,0 0,0 0,0-1,-1 1,1 0,0 0,-1-1,1 1,-1 0,1-1,-1 0,-192 35,35 11,158-45,1-1,-1 1,1-1,-1 1,0-1,1 1,-1-1,0 1,1-1,-1 0,0 1,1-1,-1 0,0 0,0 0,0 0,1 1,-1-1,0 0,0 0,1 0,-1-1,0 1,0 0,0 0,1 0,-1 0,0-1,1 1,-1 0,0-1,0 1,1-1,-1 1,1-1,-1 1,0-1,1 1,-1-1,1 1,-1-1,1 0,0 1,-1-1,1 0,0 1,-1-1,1 0,0 0,0 1,-1-1,1 0,0 0,0 0,0 1,0-1,0 0,0 0,0 1,1-1,-1 0,0 0,44-120,-24 78,23-71,-43 114,0 0,0 0,0 0,1 0,-1 0,0 0,0 0,0 0,1 0,-1 0,0 0,0 0,1 0,-1 0,0 0,0 0,0 0,1 0,-1 0,0 0,0 0,0-1,0 1,1 0,-1 0,0 0,0 0,0 0,0 0,1-1,-1 1,0 0,0 0,0 0,0 0,0-1,0 1,0 0,1 0,-3 22,-66 275,66-259,14-61,0-1,-1 0,-2 0,-1-1,0-1,2-20,7-20,-6 110,-1 74,-10-117,0 0,0 0,0 0,0 0,0 0,0 1,0-1,1 0,-1 0,0 0,1 0,-1 0,1 0,-1 0,1 0,0 0,-1 0,1 0,0-1,0 1,0 0,-1 0,1-1,0 1,0 0,0-1,0 1,0-1,0 1,0-1,0 0,1 1,-1-1,0 0,0 0,0 0,0 1,0-1,1-1,-1 1,0 0,0 0,0 0,0-1,0 1,0 0,0-1,0 1,0-1,0 1,0-1,0 0,0 1,0-1,0 0,0 0,-1 1,1-2,10-6,-2-2,1 0,-1 0,-1-1,0 0,0 0,0-2,25-34,-33 47,1 0,-1-1,0 1,1 0,-1 0,1 0,-1 0,1 0,-1 0,0 0,1 0,-1 0,1 0,-1 0,1 1,-1-1,0 0,1 0,-1 0,1 0,-1 1,0-1,1 0,-1 0,0 1,1-1,-1 0,0 1,1-1,-1 0,0 1,0-1,1 0,-1 1,0-1,0 1,0-1,0 0,1 1,-1-1,0 1,0-1,0 1,0-1,0 1,0-1,0 0,0 1,0-1,0 1,-1-1,1 1,0-1,0 0,0 1,0-1,-1 1,1-1,0 0,0 1,-1-1,1 0,0 1,-1-1,1 2,-5 139,2-115</inkml:trace>
  <inkml:trace contextRef="#ctx0" brushRef="#br0" timeOffset="-33196.157">1627 3583,'0'5,"3"1,0-1</inkml:trace>
  <inkml:trace contextRef="#ctx0" brushRef="#br0" timeOffset="-31344.628">2416 4492,'-2'-1,"0"-1,-1 0,1-1,-1 1,0 1,0-1,0 0,0 1,0-1,0 1,0 0,0 0,-1 0,1 0,0 1,-1-1,1 1,-1 0,1 0,0 0,-1 0,1 1,0 0,-1-1,1 1,0 0,0 1,-1-1,1 0,0 1,0 0,1 0,-1 0,0 0,1 0,-1 0,1 1,-1 0,-6 17,1 0,1 0,1 1,1 0,1 1,1-1,0 1,2-1,0 1,3 18,-2-36,14 136,-12-132,0-1,0 0,1 1,0-1,0-1,0 1,1 0,0-1,1 0,-1 0,1 0,1 0,-1-1,1 0,0 0,0 0,2 1,-5-5,1 1,-1-1,1 0,-1 1,1-2,-1 1,1 0,0-1,-1 1,1-1,-1 0,1 0,0-1,-1 1,1-1,0 0,-1 1,1-2,-1 1,0 0,1-1,-1 0,0 1,0-1,0 0,0-1,0 1,0 0,-1-1,1 0,-1 0,0 0,0 0,0 0,0 0,0 0,-1 0,1-1,-1 0,11-25,-1 0,-2-1,-1 0,-2 0,0-1,-2 0,-2 0,0 0,-3-1,0-4,1 11,-1 0,-1 0,-1 0,-2 1,0-1,-1 1,-2 0,0 1,-2 0,-3-6,12 27,0 0,0 0,0-1,0 1,-1 1,1-1,-1 0,1 0,-1 0,1 1,-1-1,0 1,0-1,0 1,0 0,0 0,0 0,0 0,-1 0,1 0,0 1,0-1,-1 1,1-1,0 1,-1 0,1 0,0 0,-1 0,1 1,0-1,-1 0,1 1,0 0,0-1,-1 1,1 0,0 0,0 0,0 1,0-1,0 0,0 1,1 0,-1-1,0 1,0 1,-11 11,0 1,1 1,1 0,1 1,0 0,1 0,1 1,1 0,0 0,2 1,0 0,-1 10,4-21,1 0,0-1,1 1,0 0,0 0,0 0,1-1,1 1,-1 0,1 0,0-1,1 0,0 1,0-1,0 0,4 4,15 18</inkml:trace>
  <inkml:trace contextRef="#ctx0" brushRef="#br0" timeOffset="-30595.107">2763 4492,'7'3,"176"141,-88-75,135 110,-187-142,-34-67,-10 12</inkml:trace>
  <inkml:trace contextRef="#ctx0" brushRef="#br0" timeOffset="-30307.863">3231 4438,'-11'12,"-6"7,-5 6,-3 6,-5 6,-5 6,-6 4,-4 7,0 2,0-1,6-5,7-8,7-7,8-13,8-12,7-8</inkml:trace>
  <inkml:trace contextRef="#ctx0" brushRef="#br0" timeOffset="-29416.205">2750 4746,'0'-1,"1"1,-1 0,0 0,0 0,1 0,-1 0,0 0,0 0,0-1,1 1,-1 0,0 0,0 0,0 0,0-1,1 1,-1 0,0 0,0 0,0-1,0 1,0 0,0 0,0-1,0 1,0 0,1 0,-1-1,0 1,0 0,0 0,0-1,0 1,-1 0,1 0,0 0,0-1,0 1,0 0,0 0,0-1,0 1,0 0,0 0,-1 0,1-1,0 1,0 0,0 0,0 0,-1-1,1 1,0 0,0 0,0 0,-1 0,1 0,0 0,0 0,-1-1,1 1,0 0,0 0,-1 0,1 0,0 0,0 0,-1 0,1 0,0 0,21-5,-18 4,245-23,-197 21,305-6,-322 1,-27 3</inkml:trace>
  <inkml:trace contextRef="#ctx0" brushRef="#br0" timeOffset="-28336.016">10 4840,'2'-3,"0"1,1 0,-1 0,0-1,0 1,0-1,0 0,-1 0,1 1,-1-1,1 0,-1 0,0 0,-1-1,1 1,0 0,0-3,0-1,5-18,0-2,-2 1,-1 0,-2-1,0 1,-2-1,0 1,-2-1,-3-8,-10-1,15 36,1-1,0 1,-1 0,1-1,-1 1,1-1,-1 1,1 0,-1-1,1 1,-1 0,1 0,-1-1,1 1,-1 0,0 0,1 0,-1 0,1 0,-1 0,0 0,1 0,-1 0,1 0,-1 0,1 0,-1 0,0 0,1 0,-1 1,1-1,-1 0,1 1,-1-1,1 0,-1 1,1-1,-1 0,1 1,-1-1,1 1,0-1,-1 1,1-1,0 1,-1-1,1 1,0-1,0 1,0-1,-1 1,1-1,0 1,0 0,0-1,0 1,0-1,0 1,0 0,-1 2,-1 1,1-1,0 0,0 1,1-1,-1 1,1-1,0 1,0-1,0 1,0-1,0 1,1-1,-1 1,1-1,0 1,0-1,1 0,-1 1,1-1,-1 0,1 0,0 0,0 0,1-1,-1 1,0 0,1-1,0 0,-1 1,1-1,0 0,0-1,0 1,0 0,1-1,-1 0,0 0,1 0,-1 0,1 0,-1-1,1 1,-1-1,1 0,12 0,1-1,-1 0,0-2,0 0,0 0,0-2,0 0,5-3,60-15,-78 22,-1 0,0 1,1 0,-1-1,0 1,1 0,-1 0,1 1,-1-1,0 0,1 1,-1-1,0 1,1 0,-1 0,0 0,0 0,0 0,0 0,0 1,0-1,0 1,0-1,-1 1,1 0,0 0,-1 0,1 0,-1 0,0 0,0 0,0 0,0 0,0 0,0 1,-1-1,1 0,-1 1,1-1,-1 0,0 1,0-1,0 2,6 184,-7-119,17 450,-16-509,2 10,-1 0,-1 0,-1 0,-1 0,-1-1,0 1,-2 0,0-1,-2 3,5-19,1 1,-1-1,0 1,-1-1,1 0,-1 0,1 0,-1 0,0 0,0-1,0 1,-1-1,1 0,-1 0,1 0,-1 0,1-1,-1 1,0-1,0 0,0 0,0 0,0-1,0 1,0-1,0 0,0 0,0-1,0 1,0-1,0 0,1 0,-1 0,0 0,0-1,1 1,-1-1,1 0,-1 0,1-1,0 1,0-1,0 1,0-1,0 0,0 0,-6-9,0 0,0 0,1-1,1 0,0 0,1-1,0 0,1 0,1 0,0-1,1 1,0-1,1 0,1 0,0 0,1 0,1 0,1 0,0 0,0 0,2 1,0-1,0 1,1 0,1 0,1 1,3-8,4 2,0 0,1 0,1 2,0 0,2 0,12-8,14-10</inkml:trace>
  <inkml:trace contextRef="#ctx0" brushRef="#br0" timeOffset="-28073.073">679 4586,'-7'20,"-2"17,0 12,2 12,2 7,2 3,1-1,1-4,1-5,1-12,1-12,4-11,0-11</inkml:trace>
  <inkml:trace contextRef="#ctx0" brushRef="#br0" timeOffset="-27773.871">919 4586,'-98'137,"-54"88,150-222,1-2,0 0,-1 0,1 0,0 0,0 0,0 0,1 1,-1-1,0 0,0 0,1 1,-1-1,1 1,-1-1,1 0,-1 1,1-1,0 1,0-1,0 1,0-1,0 1,0-1,0 1,0-1,0 1,1-1,-1 1,1-1,-1 0,1 1,0-1,-1 0,1 1,0-1,0 0,1 1,86-14,-67 8,1 1,0 1,0 0,0 2,0 1,0 1,0 0,-1 2,1 1,0 1,3 1,-10-1,0-1,0-1,1 0,0-2,0 0,9 0,5-3</inkml:trace>
  <inkml:trace contextRef="#ctx0" brushRef="#br0" timeOffset="-27518.556">1360 4666,'16'2,"14"-1,11-4,9 0,-1-1,-7 1,-9 1</inkml:trace>
  <inkml:trace contextRef="#ctx0" brushRef="#br0" timeOffset="-27347.012">1360 4880,'22'4,"22"0,19-6,15-4,10-4,-1-1,-9 3,-17 6,-19 5</inkml:trace>
  <inkml:trace contextRef="#ctx0" brushRef="#br0" timeOffset="-20994.146">7791 2474,'64'-94,"73"-83,-116 157,1 0,0 2,2 1,0 1,1 0,1 2,0 1,1 2,0 0,27-6,156-80,16-19,2 24,105-28,69 10,-196 53,3 9,38 3,-72 13,194-2,168-13,-108 45,-300 8,-1 5,0 6,-1 6,30 13,-83-19,112 25,-2 8,94 43,51 14,-275-86,-1 3,-1 1,13 11,120 48,-105-53,278 149,-242-127,-39-19,-1 3,-2 3,9 10,28 33,-51-15,40 59,-6 21,-39-76,-44-71,-7-8</inkml:trace>
  <inkml:trace contextRef="#ctx0" brushRef="#br0" timeOffset="-19416.799">11641 909,'-1'1,"0"0,0 1,0-1,0 0,0 0,0 0,0 0,1 1,-1-1,1 0,-1 1,1-1,-1 0,1 1,0-1,-1 1,1-1,0 1,0-1,0 1,0-1,0 0,1 1,-1-1,0 1,1-1,-1 1,4 7,0 1,0-1,1 0,0 0,1 0,0-1,0 1,1-2,0 1,6 5,-3-3,315 297,-280-252,-46-53,1-1,-1 1,1-1,-1 0,0 1,1-1,-1 0,0 1,0-1,0 0,0 0,0 0,0 0,-1 0,1 0,0 0,0 0,-1 0,1-1,0 1,-1 0,1-1,-1 1,1-1,-1 0,1 1,-1-1,1 0,-1 0,1 0,-1 0,1 0,-1 0,1-1,-2 1,-1 0,-209 43,-5 7,217-50,1 0,0 1,0-1,-1 0,1 0,0 0,-1 0,1 1,0-1,-1 0,1 0,0 0,-1 0,1 0,0 0,-1 0,1 0,0 0,-1 0,1 0,0 0,-1 0,1 0,0 0,-1 0,1-1,0 1,-1 0,1 0,0 0,-1 0,1-1,0 1,0 0,-1 0,1-1,0 1,0 0,-1 0,1-1,0 1,0 0,0-1,0 1,0 0,-1-1,1 1,0 0,0-1,0 1,0 0,0-1,0 1,0 0,0-1,0 1,0-1,8-23,-4 15,35-107,-4-2,-6-1,-2-15,-20 70,-7 64,-1 0,1 0,0 0,0 0,0 0,0 0,-1 0,1 0,0 0,0 0,0 0,0 0,0 0,-1 0,1 0,0 0,0 0,0-1,0 1,0 0,-1 0,1 0,0 0,0 0,0 0,0 0,0-1,0 1,0 0,0 0,0 0,-1 0,1-1,-3 11</inkml:trace>
  <inkml:trace contextRef="#ctx0" brushRef="#br0" timeOffset="-17597.089">9300 588,'-6'-17,"0"0,1 0,1-1,0 0,1 0,0-15,-3-14,-1-3,-3 1,-2 0,-17-43,-1 43,30 48,-1 0,1 0,-1 0,1 1,-1-1,0 0,0 1,1-1,-1 0,0 1,0-1,0 1,1-1,-1 1,0 0,0-1,0 1,0 0,0 0,0-1,0 1,0 0,0 0,0 0,0 0,0 0,0 1,0-1,0 0,1 0,-1 1,0-1,0 0,0 1,0-1,0 1,0-1,1 1,-1-1,0 1,0 0,1-1,-1 1,1 0,-1 0,0-1,1 1,-1 0,1 0,0 0,-1 0,1 0,0 0,-1-1,1 2,-1 0,0 0,0 0,0 0,1 0,-1 0,1 1,-1-1,1 0,0 1,0-1,0 0,0 0,0 1,0-1,1 0,-1 0,1 1,-1-1,1 0,0 0,0 0,0 0,0 0,1 0,-1 0,0 0,1 0,-1-1,1 1,0-1,-1 1,1-1,0 1,0-1,0 0,0 0,0 0,0 0,0 0,1-1,-1 1,0 0,0-1,0 0,1 0,-1 1,2-2,20 3,0-1,1-1,-1-1,0-2,-1 0,1-2,-1 0,11-5,53-9,-85 18,-1 1,1-1,-1 1,1 0,0-1,-1 1,1 0,-1 0,1 0,0 0,-1 1,1-1,-1 0,1 1,0-1,-1 1,1-1,-1 1,0 0,1 0,-1 0,1-1,-1 1,0 1,0-1,0 0,1 0,-1 0,0 0,0 1,-1-1,1 1,0-1,0 1,-1-1,1 1,-1-1,1 1,-1-1,0 1,1-1,-1 2,44 196,137 209,-156-292,-25-111,1 0,-2-1,1 1,-1 0,1-1,-1 1,0 0,-1-1,1 1,-1-1,0 0,0 0,0 1,-1-1,0-1,1 1,-1 0,-1-1,1 1,0-1,-1 0,0 0,-2 2,-1-2,0 0,0 0,0 0,0-1,-1 0,1 0,0-1,-1 0,0 0,1-1,-1 0,1 0,-1-1,1 0,-1 0,1 0,-1-1,1-1,0 1,0-1,0 0,0-1,1 0,-1 0,1 0,0 0,0-1,1 0,-1-1,1 1,0-1,1 0,-1 0,1-1,1 1,-1-1,-1-4,1 2,-1 0,2-1,-1 0,2 1,-1-1,1 0,1 0,0 0,0-1,1 1,0 0,1 0,0 0,0 0,1 0,1 0,0 0,0 1,1-1,0 1,0 0,1 0,0 0,1 1,0-1,0 1,1 1,0-1,1 1,2-1,109-73,-89 62</inkml:trace>
  <inkml:trace contextRef="#ctx0" brushRef="#br0" timeOffset="-17332.799">9903 148,'-3'-3,"0"5,5 8,4 11,5 12,4 9,1 8,1 6,-4 1,-3 1,-3-2,-4-7,-1-7,0-11,1-10</inkml:trace>
  <inkml:trace contextRef="#ctx0" brushRef="#br0" timeOffset="-17016.131">10236 201,'-139'167,"41"-37,97-129,1 1,-1-1,0 0,0 0,1 1,-1-1,1 0,0 1,-1-1,1 0,0 1,0-1,-1 1,1-1,0 1,1-1,-1 0,0 1,0-1,0 1,1-1,-1 0,1 1,-1-1,1 0,0 0,-1 1,1-1,0 0,0 0,0 0,0 0,0 0,0 0,0 0,0 0,0 0,1-1,-1 1,0 0,1-1,-1 1,0-1,1 1,-1-1,0 0,1 1,-1-1,1 0,-1 0,0 0,1 0,33 2,0 0,0-3,-1-1,1-1,-1-2,1-1,24-9,-21 4</inkml:trace>
  <inkml:trace contextRef="#ctx0" brushRef="#br0" timeOffset="-16762.808">10478 214,'22'-4,"22"-5,17-2,9-2,2-1,-7 2,-15 3</inkml:trace>
  <inkml:trace contextRef="#ctx0" brushRef="#br0" timeOffset="-16577.795">10544 388,'21'2,"20"1,19-2,15-6,8-5,-9 0</inkml:trace>
  <inkml:trace contextRef="#ctx0" brushRef="#br0" timeOffset="-15967.425">11547 281,'75'-162,"-43"52,-30 157,-5 314,-4-297,1-41</inkml:trace>
  <inkml:trace contextRef="#ctx0" brushRef="#br0" timeOffset="-15706.125">11573 535,'3'0,"2"2,5 1,9 0,6 0,9-2,8 1,3-2,1-2,0-1,-9 0</inkml:trace>
  <inkml:trace contextRef="#ctx0" brushRef="#br0" timeOffset="-15172.336">12135 0,'9'20,"5"17,6 8,5 5,3 4,4 0,3-4,0-2,1-8,0-5,-6-10,-2-9,-1-6,-2-8,-2-6,-5-3</inkml:trace>
  <inkml:trace contextRef="#ctx0" brushRef="#br0" timeOffset="-14915.964">12577 81,'-19'2,"-9"8,-6 6,-1 10,0 7,5 8,2 5,4 1,2 1,2-2,1-6,3-8,2-9,0-8,3-8</inkml:trace>
  <inkml:trace contextRef="#ctx0" brushRef="#br0" timeOffset="-14754.396">12068 201,'5'2,"12"4,18 2,20 0,22-2,16-1,10-2,1-1,-8-1,-15-1,-20 0,-20 0</inkml:trace>
  <inkml:trace contextRef="#ctx0" brushRef="#br0" timeOffset="-12564.795">16707 4185,'137'-41,"-262"44,126-3,-1 1,1-1,-1 0,0 1,1-1,-1 0,0 1,0-1,1 0,-1 1,0-1,0 1,1-1,-1 1,0-1,0 1,0-1,0 1,0-1,0 1,0-1,0 1,0-1,0 1,0-1,0 1,0-1,0 0,0 1,-1-1,1 1,0-1,0 1,0-1,-1 1,1-1,0 0,-1 1,1-1,0 0,-1 1,1-1,0 0,-1 1,1-1,-1 0,1 0,-1 0,1 1,-1-1,1 0,0 0,-1 0,1 0,-1 0,1 0,-1 0,1 0,-1 0,1 0,-1 0,65 6,-116 6,-71 14,114-17,18-6</inkml:trace>
  <inkml:trace contextRef="#ctx0" brushRef="#br0" timeOffset="-3832.962">17376 3369,'74'-201,"-19"97,4 3,72-92,-108 158,1 1,2 1,1 2,2 0,1 2,1 1,1 1,1 2,2 2,0 0,7 0,4 5,0 2,2 2,0 2,0 3,1 1,0 3,1 1,16 3,-15 2,0 1,0 3,0 2,-1 2,0 2,0 3,-2 2,0 1,0 3,-2 2,-1 2,0 2,-2 2,-2 1,0 3,-2 1,14 17,-29-24,-2 1,0 0,-2 2,-2 0,0 2,-2 0,-1 0,-2 1,-1 1,-2 1,-1-1,-1 1,-2 1,-1-1,-2 1,-2 0,-1 0,-1 0,-3 0,0-1,-2 1,-9 25,-14 29,-4-1,-4-2,-4-1,-19 27,28-55,-2-2,-3-1,-2-2,-2-2,-2-1,-2-3,-5 1,25-25,-1-1,-1-2,-1 0,0-2,-1-1,-1-2,-1 0,0-2,0-2,-1-1,-1-1,1-1,-1-2,-22 0,3-7,-1-3,1-1,0-3,1-2,0-3,-13-6,-32-7,-93-16,-193-19,307 48,77 8,7 5</inkml:trace>
  <inkml:trace contextRef="#ctx0" brushRef="#br0" timeOffset="-2683.714">19207 3810,'10'46,"-10"-6,-2 1,-1-1,-3 0,-1 0,-8 25,9-37,-19 101,25-129,0 0,0 1,-1-1,1 1,0-1,0 1,0-1,0 0,0 1,0-1,0 1,0-1,0 1,0-1,0 1,0-1,0 1,0-1,0 0,0 1,0-1,1 1,-1-1,0 1,0-1,1 0,-1 1,0-1,0 0,1 1,-1-1,0 0,1 1,-1-1,1 0,-1 0,0 1,1-1,-1 0,1 0,-1 0,0 0,1 1,-1-1,1 0,-1 0,1 0,-1 0,1 0,-1 0,1 0,-1 0,1-1,27-12,-15 6,304-84,-316 91,1 0,-1 0,1 0,-1 0,0 0,1 0,-1-1,0 1,0-1,1 1,-1-1,0 1,0-1,0 0,1 1,-1-1,0 0,0 0,0 0,0 0,0 0,-1 0,1 0,0 0,0 0,-1 0,1 0,-1-1,1 1,-1 0,1-1,-1 1,0 0,1 0,-1-1,0 1,0-1,0 1,0 0,0-1,-1 1,1 0,0-1,0 1,-1 0,1 0,-1-1,0 1,1 0,-1 0,0 0,1 0,-1 0,0 0,0-1,-126-75,61 17,53 45,-2 1,1 1,-2 1,0 0,0 1,-1 0,-3 0,2 4,1 1,-2 0,1 2,0 0,-1 1,0 1,1 0,-1 2,-2 0,-24 8,46-8,-1 0,0 0,1 0,-1 0,0 0,0 0,1 0,-1 0,0 0,1 0,-1 0,0 0,0 1,1-1,-1 0,0 0,0 0,1 0,-1 0,0 1,0-1,0 0,1 0,-1 0,0 1,0-1,0 0,1 0,-1 1,0-1,0 0,0 0,0 1,0-1,0 0,0 1,0-1,0 0,0 0,0 1,0-1,0 0,0 1,0-1,0 0,0 0,0 1,0-1,0 0,0 0,0 1,-1-1,1 0,0 0,0 1,0-1,0 0,-1 0,1 1,0-1,0 0,0 0,-1 0,1 0,0 1,24 1,6-1</inkml:trace>
  <inkml:trace contextRef="#ctx0" brushRef="#br0" timeOffset="5081.138">15049 4853,'1'0,"-1"-1,1 1,-1 0,0 0,1 0,-1 0,1 0,-1 0,0 0,1 0,-1 0,0 1,1-1,-1 0,1 0,-1 0,0 0,1 0,-1 1,0-1,1 0,-1 0,0 1,1-1,-1 0,0 1,0-1,1 0,-1 1,0-1,0 0,0 1,1-1,-1 0,0 1,0-1,0 0,0 1,0-1,0 1,0-1,0 0,0 1,0-1,0 1,0-1,0 0,0 1,0-1,0 1,-1-1,1 0,0 1,0-1,0 0,0 1,-1-1,1 0,0 1,-1-1,-2 10,-2 0,1 0,-2-1,1 1,-1-1,0 0,-1-1,0 0,-1 0,-8 7,-1 3,-20 18,-2-1,-1-2,-2-1,-1-3,-2-1,0-3,-2-1,-1-2,0-3,-1-2,-1-2,-1-2,-1-2,-131 19,-1-8,-1-8,-107-9,133-2,-196 8,0-16,0-15,-66-25,152-6,2-13,4-11,-77-40,-578-190,781 265,10 4,-122-53,60-4,160 80,0 0,-1 2,0 2,-1 1,0 1,-21-2,26 4,10 1,1-2,-1 0,1 0,1-1,-1-1,1-1,1 0,0 0,0-2,1 1,0-2,-2-2,8 8,-1 0,0 1,0 0,0 0,-1 1,1 0,-1 0,0 1,0-1,-1 2,1 0,-1 0,-5-1,6 1,-3-1,13 8,205 163,-93-62,-26-21,4-3,3-5,51 29,16-22,-248-131,83 46,0 0,0-1,0 1,0-1,0 0,1 0,-1 0,0 0,1 0,0 0,-1-1,1 1,0-1,0 0,1 1,-1-1,0 0,1 0,0 0,0 0,0-1,0 1,0 0,0-2,-12-34,-3 1,-1 0,-2 2,-1 0,-2 1,-1 1,-2 1,-2 1,0 1,-31-24,-92-80,279 192,-22-20,2-4,1-5,2-5,0-5,26-2,-139-16,1 0,0 0,-1 1,1-1,0 0,0 0,-1 1,1-1,0 0,0 1,0-1,-1 0,1 1,0-1,0 0,0 1,0-1,0 0,0 1,0-1,0 0,0 1,0-1,0 1,0-1,0 0,0 1,0-1,0 0,0 1,0-1,0 0,0 1,1-1,-1 0,0 1,0-1,0 0,1 1,-1-1,0 0,0 0,1 1,-1-1,0 0,1 0,-1 0,0 1,1-1,-1 0,0 0,1 0,-1 0,0 0,1 0,-6 5,-12 13,2 1,0 1,1 0,1 0,0 2,-6 18,13-29,-136 291,97-199</inkml:trace>
  <inkml:trace contextRef="#ctx0" brushRef="#br0" timeOffset="12341.04">10918 5976,'-2'-67,"-4"-1,-2 1,-3 0,-6-11,3 34,14 45,0-1,0 0,0 0,1 0,-1 1,0-1,0 0,0 0,0 1,0-1,-1 0,1 0,0 0,0 1,0-1,0 0,0 0,0 0,0 1,0-1,0 0,0 0,-1 0,1 0,0 1,0-1,0 0,0 0,-1 0,1 0,0 0,0 0,0 1,-1-1,1 0,0 0,0 0,0 0,-1 0,1 0,0 0,0 0,0 0,-1 0,1 0,0 0,0 0,0 0,-1 0,1 0,0 0,0 0,0-1,-1 1,1 0,0 23,1-20,0 0,0 0,0 0,1-1,-1 1,1 0,0-1,-1 1,1-1,0 1,1-1,-1 0,0 0,1 0,-1 0,1 0,-1-1,1 1,0-1,0 1,0-1,0 0,0 0,0-1,0 1,0-1,0 1,3-1,90-3,-4-12,-90 14,-1 1,1 0,-1 1,1-1,-1 0,1 0,0 1,-1-1,1 1,-1-1,0 1,1-1,-1 1,1 0,-1 0,0 0,0 0,1 0,-1 0,0 0,0 0,0 0,0 1,0-1,-1 0,1 1,0-1,0 1,-1-1,1 0,-1 1,0 0,1-1,-1 1,0-1,0 1,1 65,-2-56,0 18,-8 104,6 0,6 0,6 5,32 146,-40-279,0 1,1 1,-2-1,1 0,-1 0,0 0,0 0,-1 0,0 0,0 0,0 0,-1 0,0 0,0 0,0 0,-1-1,0 1,0-1,0 0,0 0,-1 0,0 0,0-1,-1 0,1 0,-1 0,0 0,0 0,0-1,0 0,-3 1,3-3,-1 0,0-1,1 1,-1-1,0 0,0 0,1-1,-1 0,0 0,1 0,-1 0,1-1,0 0,-1 0,1-1,0 0,0 1,0-2,1 1,-1 0,1-1,-2-1,-5-5,1-1,0-1,0 1,1-1,0-1,2 0,-7-13,4 7,2-1,0 0,1 0,1-1,1 0,1 0,1 0,1 0,1 0,0-1,2 1,2-17,0 28,-1 1,2-1,-1 0,1 1,0 0,1 0,0 0,1 1,0 0,0 0,1 0,0 1,0 0,0 0,1 0,0 1,1 1,-1-1,1 1,0 1,0 0,1 0,7-2,85-27,-58 19</inkml:trace>
  <inkml:trace contextRef="#ctx0" brushRef="#br0" timeOffset="12612.314">11440 5788,'-7'10,"-2"11,0 12,4 9,6 9,2 9,0 6,1 1,-2-2,0-3,-1-5,0-10,-1-13</inkml:trace>
  <inkml:trace contextRef="#ctx0" brushRef="#br0" timeOffset="12872.134">11721 5896,'-138'176,"75"-102,30-23,33-49,1-1,-1 1,1 0,-1-1,1 0,-1 1,1-1,0 1,0-1,0 0,0 1,0-1,0 0,0 0,0 0,0 0,1 0,-1 0,0 0,1 0,-1 0,0-1,1 1,-1 0,1-1,-1 0,1 1,0-1,-1 0,1 0,-1 1,1-1,0 0,-1-1,2 1,-2 0,217 14,-116-22,-59-1</inkml:trace>
  <inkml:trace contextRef="#ctx0" brushRef="#br0" timeOffset="13051.654">12122 5990,'9'4,"10"2,10 0,6-2,-2-3,-6-2</inkml:trace>
  <inkml:trace contextRef="#ctx0" brushRef="#br0" timeOffset="13296.002">12028 6203,'20'4,"19"3,16-6,12-5,-5-1</inkml:trace>
  <inkml:trace contextRef="#ctx0" brushRef="#br0" timeOffset="13616.171">12723 5842,'5'14,"5"13,9 14,10 11,9 6,7 2,5-2,0-5,-2-4,-9-6,-7-5,-10-12,-9-11</inkml:trace>
  <inkml:trace contextRef="#ctx0" brushRef="#br0" timeOffset="13872.003">13111 5882,'-16'19,"-14"14,-12 13,-9 9,-3 1,0 0,6-5,6-6,10-9,10-10</inkml:trace>
  <inkml:trace contextRef="#ctx0" brushRef="#br0" timeOffset="14051.522">12710 6110,'-11'-2,"-2"-1,10 0,16 3,20 1,22 1,19 0,15-1,8 0,2-3,-17 0</inkml:trace>
  <inkml:trace contextRef="#ctx0" brushRef="#br0" timeOffset="14906.247">13779 6110,'148'-300,"-145"292,6-11,-4 35,5 112,-3-58,-3 1,-3-1,-3 5,2-64,-1 0,0 0,-1 0,0 0,0 0,-1 0,-1-1,0 1,0-1,-1 0,-5 9,9-19,1 1,-1-1,1 1,0-1,-1 1,0-1,1 1,-1-1,1 1,-1-1,1 0,-1 1,0-1,1 0,-1 0,0 1,1-1,-1 0,0 0,1 0,-1 0,0 0,0 0,1 0,-1 0,0 0,1 0,-1 0,0-1,1 1,-1 0,0 0,1-1,-1 1,0 0,1-1,-1 1,1-1,-1 1,1-1,-1 1,1-1,-1 1,1-1,0 1,-1-1,1 0,0 1,-1-1,1 0,0 1,0-1,-1 0,1 1,0-1,0 0,0 1,0-1,0 0,0 1,0-1,0 0,27-9,204 2,-74-3,-92 6</inkml:trace>
  <inkml:trace contextRef="#ctx0" brushRef="#br0" timeOffset="15849.809">12122 5962,'2'0,"6"0,7 0,11 0,10 0,9 0,4 0,0 0,-5 0,-7 0,-8 0,-11 0,-11 0,-6 0</inkml:trace>
  <inkml:trace contextRef="#ctx0" brushRef="#br0" timeOffset="16495.68">12135 6190,'36'-1,"124"12,-217-2,-125 16,169-20,18-2,22-1,176-13,-193 7,-23-1,7 3,-10-4</inkml:trace>
  <inkml:trace contextRef="#ctx0" brushRef="#br0" timeOffset="16990.94">12283 5962,'-278'0,"293"0,268 13,-300-11,0-2</inkml:trace>
  <inkml:trace contextRef="#ctx0" brushRef="#br0" timeOffset="17532">12109 6150,'45'16,"168"-4,-213-12,0 0,0 0,0 0,0 1,-1-1,1 0,0 0,0 0,0 0,0 0,0 1,0-1,0 0,0 0,0 0,0 1,0-1,0 0,0 0,0 0,0 0,1 1,-1-1,0 0,0 0,0 0,0 0,0 0,0 1,0-1,0 0,1 0,-1 0,0 0,0 0,-21 6,20-6,-117 17,105-12,23-2,21 0,35-3,-79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3:02.69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229 110,'-7'39,"9"-43,0 0,-1-1,0 1,0-1,0 1,0-1,0 1,-1-1,0 0,0 1,-1-1,1 1,-1-1,0 1,0-1,0 1,-1-1,1 1,-1 0,0 0,-1 0,1 0,-1 0,1 0,-1 1,0-1,-1 1,1 0,0 0,-1 0,0 0,0 1,1-1,-2 1,1 0,0 0,0 1,-1-1,1 1,0 0,-1 0,-1 0,2 2,0-1,-1 1,1 0,0 0,0 1,0-1,0 1,0 0,1 0,-1 0,0 1,1-1,0 1,-1 0,1 0,0 0,1 0,-1 0,0 1,1-1,0 1,0 0,0-1,-1 4,-32 100,30-90,0 1,2 0,0-1,1 1,1 0,0 0,1 0,2 0,-1 0,2 0,0-1,2 1,0-1,0 0,2 0,0 0,1-1,3 4,-7-15,1-1,0 1,0-1,1 0,-1 0,1-1,0 1,0-1,0-1,0 1,1-1,-1 0,1 0,-1-1,1 0,-1 0,1-1,0 1,0-1,-1-1,1 1,0-1,-1-1,1 1,-1-1,1 0,-1-1,0 1,0-1,0 0,0-1,3-2,115-70,-85 51</inkml:trace>
  <inkml:trace contextRef="#ctx0" brushRef="#br0" timeOffset="272.832">656 95,'-2'-4,"-1"3,0 5,3 11,4 10,1 11,0 10,1 7,0 3,0-1,3-3,1-8,2-10,0-10,-1-9</inkml:trace>
  <inkml:trace contextRef="#ctx0" brushRef="#br0" timeOffset="674.095">937 69,'-16'25,"-16"23,-2-1,-3-2,-41 40,78-84,-1-1,0 1,0-1,0 0,0 1,0 0,0-1,0 1,1 0,-1-1,0 1,0 0,1 0,-1-1,0 1,1 0,-1 0,1 0,-1 0,1 0,0 0,-1 0,1 0,0 0,0 0,0 0,-1 0,1 0,0 0,0 1,1-1,-1 0,0 0,0 0,0 0,1 0,-1 0,1 0,-1 0,0 0,1 0,0-1,-1 1,1 0,0 0,-1 0,1 0,10 7,0-1,0 0,1-1,-1 0,1-1,1 0,-1-1,1-1,-1 0,1 0,0-1,5 0,28 3,0-2,1-2,0-2,-1-2,0-2,0-2,11-5,-3-1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3:23.86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13 320,'-12'-281,"18"242,0 44,9 106,-11-64,-3-14,2-1,1 1,1-1,2 0,2 0,7 18,3-11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3:24.4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0,'14'16,"9"10,4 6,1 9,-4 4,-7 8,-11 3,-13 3,-14-1,-4-11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3:25.7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6,'14'-2,"8"-1,7 5,1 8,-2 10,-2 10,-7 10,-8 9,-11 5,-10 2,-6-3,-1-8,1-13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3:25.97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1,'12'4,"7"0,2-1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3:26.1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1,'0'0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3:26.3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3:24.8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153 1,'4'4,"-1"1,0-1,0 1,-1 0,1 0,-1 0,0 0,0 1,-1-1,1 0,-1 1,0 2,1 4,8 50,-3 1,-2 0,-5 55,10 115,-10-226,1 0,-1 0,1 0,0 0,1 0,0 0,0 0,0-1,1 1,0-1,0 0,1 0,0 0,0 0,0 0,1-1,-1 0,1 0,1 0,-1 0,1-1,-1 0,1 0,0-1,1 1,-1-1,1-1,4 2,-1-2,1 0,-1-1,1-1,-1 0,1 0,-1-1,1 0,-1-1,0 0,1-1,-1 0,0 0,-1-1,1 0,-1-1,0 0,0-1,3-2,16-15</inkml:trace>
  <inkml:trace contextRef="#ctx0" brushRef="#br0" timeOffset="265.43">59 348,'-13'3,"-8"0,3 0,11-1,16-1,20-2,21-8,20-8,14-2,9-1,-12 4</inkml:trace>
  <inkml:trace contextRef="#ctx0" brushRef="#br0" timeOffset="579.401">701 549,'10'-4,"1"2,0-1,0 2,0-1,0 1,0 1,0 0,0 1,0 0,0 0,0 2,0-1,0 1,-1 1,1-1,5 5,-12-5,0 0,0 1,0 0,-1 0,1 0,-1 0,0 0,-1 0,1 1,-1 0,1-1,-1 1,-1 0,1 0,-1 0,0 0,0 0,0 1,-1-1,0 0,0 0,0 0,-1 3,-1 10,-1-1,0 0,-2 0,0 0,-1 0,-3 5,-78 145,86-166,0-1,0 1,1-1,-1 1,0-1,1 1,-1 0,0-1,1 1,-1 0,1-1,-1 1,1 0,-1 0,1-1,0 1,-1 0,1 0,0 0,0 0,-1-1,1 1,0 0,0 0,0 0,0 0,0 0,0 0,1 0,-1-1,0 1,0 0,0 0,1 0,-1 0,1-1,-1 1,1 0,-1 0,1-1,-1 1,1 0,-1-1,1 1,0-1,-1 1,1 0,0-1,0 0,-1 1,1-1,0 1,0-1,0 0,0 0,-1 1,1-1,0 0,0 0,0 0,1 0,87-23,65-28,-76 23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3:23.3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272 0,'78'595,"-76"-581,-2-3,1-1,0 1,1-1,0 1,0-1,1 0,0 1,1-1,0-1,1 1,0-1,0 0,1 0,0 0,1-1,4 5,-8-11,-1-1,1 0,-1 1,1-1,0 0,0 0,-1-1,1 1,0-1,0 1,0-1,0 0,0 0,-1 0,1 0,0-1,0 1,0-1,0 0,-1 1,1-1,0-1,-1 1,1 0,0-1,-1 1,1-1,59-53,-45 34</inkml:trace>
  <inkml:trace contextRef="#ctx0" brushRef="#br0" timeOffset="247.336">85 415,'-14'4,"-8"5,-4 2,8-1,13-1,17-3,18-5,17-6,17-8,13-6,10-1,3 1,-2 5,-16 5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3:35.56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310 99,'-11'-4,"0"1,0 0,-1 1,1 0,0 1,-1 0,1 1,-1 0,1 1,-1 0,1 1,0 0,-1 1,1 0,1 1,-1 0,0 1,1 0,0 0,0 1,1 1,-1-1,1 2,1-1,-1 1,-1 3,8-9,0 0,0 0,0 0,0 1,1-1,-1 0,1 1,-1 0,1-1,0 1,0 0,0 0,0-1,1 1,-1 0,1 0,-1 0,1 0,0 0,0 0,1 0,-1 0,0 0,1-1,0 1,0 0,0 0,0 0,0-1,0 1,1-1,0 1,0 1,7 2,0 1,0-1,0-1,1 0,0 0,0-1,0 0,1 0,-1-1,1-1,0 0,0 0,0-1,7-1,-15 1,63 4,0-2,0-3,1-3,-1-2,0-4,-1-2,20-9,-85 20,18-4,0 0,-1-1,0-1,0-1,-1 0,0-1,0-1,3-3,-17 12,-1 0,0-1,0 1,0-1,0 0,0 1,0-1,0 0,0 1,0-1,0 0,0 0,0 0,-1 0,1 0,0 0,-1 0,1 0,-1 0,1 0,-1 0,1-1,-1 1,0 0,0 0,1 0,-1-1,0 1,0 0,0 0,0 0,-1-1,1 1,0 0,0 0,-1 0,1-1,-1 1,1 0,-1 0,1 0,-1 0,0 0,1 0,-1 0,0 0,0 0,0 1,0-1,0 0,0 0,-9-3,-1 0,0 1,-1 0,1 1,-1 0,1 1,-1 0,1 1,-1 0,-3 1,-6-1,6 0,2-1,0 0,1 1,-1 0,1 1,-1 0,1 1,-1 1,1 0,0 1,0 0,0 0,1 2,-2 0,11-4,0 0,1 0,-1 0,0 0,1 0,-1 0,1 0,0 1,0-1,0 0,0 1,0-1,1 1,-1 0,1-1,-1 1,1-1,0 1,0 0,0-1,1 1,-1-1,0 1,1-1,0 1,0-1,-1 1,2-1,-1 1,0-1,0 0,1 0,-1 0,1 1,0-1,-1-1,1 1,0 0,0 0,0-1,0 1,1-1,-1 0,0 1,1-1,-1 0,0-1,2 2,12 4,0 0,0-1,0-1,1 0,-1-2,1 1,0-2,0 0,-1-1,1-1,0-1,14-3,-23 4,0-1,0 0,-1 0,1-1,0 0,-1-1,0 0,0 0,0 0,0-1,-1 0,1 0,-1-1,-1 1,1-1,-1-1,0 1,-4 5,0 1,-1-1,1 1,0 0,0-1,-1 1,1 0,0-1,0 1,0 0,-1 0,1 0,0 0,0 0,0 0,-1 0,1 0,0 0,0 0,0 1,-1-1,1 0,0 0,0 1,-1-1,1 1,0-1,0 0,-1 1,1-1,-1 1,1 0,0-1,-1 1,1-1,-1 1,1 0,-1-1,0 1,1 0,-1 0,0-1,1 1,-1 0,0 0,15 14,-13-14,1 1,0-1,0 0,0 0,0 0,0 0,0-1,0 1,0-1,0 0,0 0,0 0,0 0,1-1,-1 1,0-1,0 1,0-1,-1 0,1-1,0 1,0 0,0-1,-1 1,1-1,-1 0,1 0,-1 0,0 0,0 0,0-1,0 1,0-1,0 1,-1-1,1 0,-1 0,0 1,0-1,0 0,0 0,0 0,0-1,3-12,-1 0,0 0,-1 0,-1-1,0 1,-2-16,1-7,0 37,0 1,0-1,1 0,-1 1,0-1,1 0,-1 1,1-1,-1 1,1-1,0 1,-1-1,1 1,0-1,0 1,0 0,0-1,1 1,-1 0,0 0,0 0,1 0,-1 0,1 0,-1 0,1 0,-1 1,1-1,-1 1,1-1,0 1,-1-1,1 1,0 0,-1 0,2 0,63 7,-56-5,-1 0,1 1,-1 0,0 0,0 1,0 0,0 0,-1 1,1 0,-1 1,-1 0,1 0,-1 1,0 0,0 0,-1 0,0 1,0 0,-1 0,0 1,0-1,-1 1,0 0,-1 0,0 1,0 3,2 26,-6-34,1 0,0 0,0 1,0-1,1 0,0 0,0 1,0-1,1 0,-1 0,1 0,0 0,1-1,-1 1,1-1,0 1,0-1,0 0,1 0,-1 0,1 0,0-1,0 0,1 1,-1-1,0-1,3 2,5-2,1 0,0-1,-1 0,1-1,-1-1,1 0,-1 0,1-1,-1-1,0 0,1-1,-2 0,1-1,0 0,-1-1,0 0,-1-1,1 0,-1-1,0 0,-1 1,-1 0,0 0,0-1,-1 0,0-1,0 0,-1 0,0 0,0-1,-1 1,-1-1,0-1,0 1,-1 0,0-1,-1 0,0 0,0-5,-1 14,-1-1,0 1,0 0,0-1,0 1,0-1,-1 1,1 0,-1-1,1 1,-1 0,0 0,0-1,0 1,0 0,0 0,-1 0,1 0,0 0,-1 0,0 1,1-1,-1 1,0-1,0 1,0-1,0 1,0 0,0 0,0 0,0 0,-1 0,1 0,0 1,-1-1,1 1,0 0,-1 0,1-1,0 1,-1 1,1-1,-1 0,1 1,0-1,-1 1,1 0,0-1,0 1,-4 3,1-1,0 1,1 0,-1 0,1 1,-1-1,1 1,1 0,-1 0,1 0,0 1,0-1,0 1,1-1,0 1,0 0,0 0,1 0,0 0,0 1,1-1,-1 0,1 0,1 0,-1 0,1 1,0-1,0 0,1 0,2 5,3-2,0-1,1 1,0-2,1 1,-1-1,2-1,-1 1,1-1,-1-1,1 0,1-1,-1 1,1-2,0 0,0 0,0-1,0 0,0-1,5 0,181 15,-97-16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3:36.9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126 770,'5'72,"2"-1,4 0,3 0,22 65,18 95,-52-221,5 23,-2 0,-2 0,-1 0,-1 12,-1-43,1 1,-1-1,1 0,-1 1,0-1,0 0,0 1,-1-1,1 0,0 0,-1 1,0-1,1 0,-1 0,0 1,0-1,0 0,0 0,-1 0,1 0,0-1,-1 1,1 0,-1-1,0 1,0-1,0 1,1-1,-1 0,0 1,-1-1,1 0,0-1,0 1,0 0,-1-1,1 1,0-1,0 1,-1-1,1 0,0 0,-1 0,1-1,0 1,-2-1,-7-6,1 0,0-1,1 0,0-1,0 0,1 0,0-1,1 0,0-1,0 1,1-1,1 0,0-1,-4-11,-9-26,1-1,3-1,1 0,3-1,3 0,1 0,3-1,2 0,5-29,17-30,-20 108,1 0,0 0,0 1,0-1,0 1,1 0,-1-1,1 1,0 0,0 0,0 1,0-1,0 1,1-1,-1 1,1 0,-1 1,1-1,0 0,0 1,0 0,0 0,0 0,0 1,0-1,1 1,5 0,1 0,-1 1,1 1,-1 0,0 0,0 1,0 0,0 1,0 0,-1 1,0 0,0 0,0 1,0 0,-1 0,0 1,6 7,-12-12,0 0,0 0,0 0,-1 0,1 1,-1-1,0 1,1-1,-1 0,0 1,-1 0,1-1,0 1,-1 0,1-1,-1 1,0 0,0-1,0 1,0 0,0 0,-1-1,1 1,-1 0,0-1,0 1,0-1,0 1,0-1,0 1,-1-1,1 0,-1 0,0 1,0-1,0 0,0-1,0 1,0 0,0-1,0 1,-1-1,-1 2,-3 2,0-1,0 0,0 0,0 0,0-1,-1 0,0 0,0-1,0 0,0 0,0-1,0 0,-7 0,14-1,1 0,-1 0,0 0,1 0,-1 0,0 0,1 0,-1 0,1 0,-1 0,0-1,1 1,-1 0,1 0,-1-1,0 1,1 0,-1-1,1 1,-1-1,1 1,0 0,-1-1,1 1,-1-1,1 1,0-1,-1 0,1 1,0-1,0 1,-1-1,1 1,0-1,0 0,0 1,0-1,0 0,0 1,0-1,0 1,0-1,0 0,0 1,0-1,0 0,1 1,-1-1,0 1,0-1,1 1,-1-1,0 0,1 1,-1-1,1 1,-1 0,1-1,-1 1,1-1,-1 1,1 0,-1-1,35-30,6 4,1 2,2 2,0 2,1 2,43-11,-81 28,58-12,-64 14,1 0,0 0,0 0,-1 0,1 0,0 1,-1-1,1 1,0-1,-1 1,1-1,-1 1,1 0,-1 0,1 0,-1 0,0 0,1 0,-1 0,0 0,0 0,0 1,0-1,0 1,0-1,0 1,0-1,0 1,-1-1,1 1,-1-1,1 1,-1 0,0-1,1 2,2 52,-4-49,1 0,0 1,0-1,0 0,1 0,-1 0,1 0,1 0,-1 0,1 0,0 0,1-1,-1 1,1-1,0 1,1-1,-1 0,1 0,0-1,0 1,2 1,-1-3,0 0,0-1,0 1,0-1,0 0,0 0,0-1,1 0,-1 0,0 0,1 0,-1-1,1 0,-1 0,1-1,-1 1,1-1,-1 0,0-1,1 1,-1-1,0 0,0-1,0 1,-1-1,1 0,0 0,-1 0,0-1,0 1,0-1,0 0,-1 0,1-1,-1 1,0-1,0 1,0-2,8-15,-1 0,-1-1,-1 0,-1-1,3-14,-3 11,0 7,-7 19,1 0,0 0,0-1,-1 1,1 0,0 1,0-1,-1 0,1 0,0 0,-1 0,1 1,0-1,-1 0,1 0,0 1,-1-1,1 1,0-1,-1 0,1 1,-1-1,1 1,-1-1,1 1,-1 0,0-1,1 1,-1 0,0-1,1 1,-1 0,0-1,0 1,1 0,-1-1,0 1,0 0,0-1,0 1,0 0,0 0,0-1,0 1,-1 0,3 2,4 11,0-1,1 0,0 0,1-1,1 0,0 0,1-1,0 0,2 1,-8-8,1 0,-1-1,1 1,0-1,0 0,1-1,-1 1,0-1,1 0,-1 0,1 0,0-1,0 0,-1 0,1-1,0 1,0-1,0-1,0 1,0-1,0 0,-1 0,1-1,3 0,1-4,1-1,-1 0,0 0,0-1,0 0,-1-1,-1 0,0 0,0-1,-1 0,0-1,0 1,-1-1,-1 0,0-1,0 0,1-8,13-42,-2 0,-4-1,-2-1,-2 0,-2-54,-4 82,-1 0,-3 0,0 0,-3 0,0 1,-4-8,8 40,-1-1,1 0,-1 1,0-1,0 0,0 1,0-1,0 1,-1 0,0-1,0 1,0 0,0 0,0 0,0 0,-1 0,0 1,1-1,-1 1,0-1,0 1,0 0,-1 0,1 1,0-1,-1 1,1-1,-1 1,1 0,-1 0,0 1,-3-1,1 5,-1-1,1 2,0-1,0 1,1-1,-1 2,1-1,0 1,1-1,-1 1,1 1,0-1,0 1,1-1,0 1,0 0,1 0,0 0,-1 7,-7 22,1 1,3 0,1 0,1 0,3 1,0-1,3 0,1 1,2-1,1 0,2 0,2-1,1 0,1-1,3-1,0 0,18 27,-25-45,1 0,1-1,0 0,1-1,1 0,0-1,1 0,0-1,1 0,0-1,1-1,0 0,1-1,0-1,0 0,13 3,-23-9,0-1,0 0,0-1,0 1,0-1,1 0,-1-1,0 0,0 1,0-2,0 1,0-1,0 0,0 0,-1-1,1 0,-1 0,0 0,1 0,-1-1,-1 0,1 0,-1 0,1-1,-1 0,0 0,-1 0,1 0,-1 0,0 0,0-1,-1 0,1-3,4-13,-1 0,0 0,-2 0,-1-1,-1 0,-1 0,-1 1,-1-1,-3-22,-12-6,15 51,1-1,0 1,-1 0,1-1,-1 1,1 0,0 0,-1-1,1 1,-1 0,1 0,-1-1,1 1,-1 0,1 0,-1 0,1 0,-1 0,1 0,-1 0,1 0,-1 0,1 0,-1 0,1 0,-1 0,1 0,-1 0,1 1,0-1,-1 0,1 0,-1 0,1 1,-1-1,1 0,0 1,-1-1,1 0,0 1,-1-1,1 1,0-1,-1 0,1 1,0-1,0 1,0-1,-1 1,1-1,0 1,0-1,0 1,0-1,0 1,-10 29,7-15,1 1,1-1,1 1,0 0,0-1,2 1,0-1,1 1,0-1,1 0,1 0,0 0,3 3,-4-9,0-1,1 0,-1 1,2-2,-1 1,1-1,0 1,1-2,0 1,0-1,0 0,1 0,0-1,0 0,0 0,1-1,-1 0,1-1,0 0,0 0,0-1,5 1,21-3,-6-6</inkml:trace>
  <inkml:trace contextRef="#ctx0" brushRef="#br0" timeOffset="660.789">1169 462,'28'-6,"0"1,1 1,-1 1,1 2,2 1,1-1,82-2,0 6,-1 4,1 6,23 9,10 18,-138-37,0 1,1 0,-1 1,-1 0,1 0,-1 1,0 0,0 1,0-1,-1 1,0 1,-1 0,4 5,-6-5,-1 1,1 0,-2 0,1 0,-1 0,-1 0,1 1,-2-1,1 1,-1-1,-1 0,1 1,-2-1,1 0,-1 1,-1-1,-3 7,-8 88,15-100,-1-1,0 0,1 1,0-1,-1 0,1 0,1 1,-1-1,0 0,1 0,-1 0,1-1,0 1,0 0,0-1,0 1,1-1,-1 0,1 1,-1-1,1 0,0-1,0 1,0 0,0-1,0 0,0 1,0-1,0-1,1 1,-1 0,0-1,1 1,-1-1,0 0,1 0,-1-1,0 1,1-1,-1 1,0-1,3-1,2-2,-1-1,0 0,0 0,0 0,0-1,-1 0,0 0,0-1,-1 1,0-1,0-1,0 1,-1-1,0 1,-1-1,0 0,0-1,-1 1,1 0,-2-1,1-7,8-16,-10 32,0 1,1-1,-1 0,0 0,0 0,1 0,-1 0,0 0,0 1,1-1,-1 0,0 0,1 0,-1 0,0 0,1 0,-1 0,0 0,0 0,1-1,-1 1,0 0,1 0,-1 0,0 0,0 0,1 0,-1-1,0 1,0 0,1 0,-1 0,0-1,0 1,0 0,1 0,-1-1,0 1,0 0,0 0,0-1,1 1,-1 0,0 0,0-1,0 1,0 0,0-1,0 1,0 0,0-1,0 1,0 0,0-1,5 33,-4-22,33 93,-31-99,-1 0,0 0,1-1,0 1,0-1,0 0,0 0,1 0,-1 0,1-1,0 1,0-1,0 0,0 0,0 0,0-1,0 1,0-1,1 0,-1 0,1-1,-1 1,2-1,0 0,-1-1,1 1,-1-1,1 0,-1-1,0 1,1-1,-1 0,0 0,0-1,0 0,-1 1,1-2,0 1,-1 0,0-1,0 0,0 0,-1 0,1-1,-1 1,0-1,3-4,3-8,0-1,-2 0,1 0,-2-1,-1 1,1-4,10-62,-7 153,-8-58,1-1,0 0,0 1,1-1,0 0,1 0,0-1,1 1,0-1,0 0,1 0,0-1,1 1,-1-1,2-1,-1 1,1-1,0-1,1 1,-1-1,1-1,1 0,3 2,4 0,1-2,0 0,0 0,1-2,-1 0,14-1,38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3:34.0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134 242,'-5'20,"-1"17,5 7,7 2,5-2,5-7,2-10,-2-11,-3-9</inkml:trace>
  <inkml:trace contextRef="#ctx0" brushRef="#br0" timeOffset="372.027">0 0,'77'31,"-20"-10,-1 2,-2 3,26 18,-65-35,0 1,-1 1,0 0,-1 0,-1 2,0-1,0 2,-1 0,-1 0,0 0,-1 2,-1-1,0 1,0 3,23 91,-30-109,0 1,-1-1,1 0,0 0,0 1,1-1,-1 0,0 0,0 0,0 0,1-1,-1 1,0 0,1 0,-1-1,1 1,-1-1,1 1,-1-1,1 0,-1 0,1 1,-1-1,1 0,0 0,-1-1,1 1,-1 0,1 0,-1-1,1 1,-1-1,1 1,-1-1,1 0,50-28,-33 12,-1-1,-1 0,0-1,-2-1,0 0,-1-2,-1 1,7-19,-10 24,-9 47,-3-22,0 0,2 0,-1 0,1 0,0 0,1-1,0 1,0 0,1 0,0 0,0-1,1 1,1-1,-1 0,1 0,1 0,-1 0,1-1,1 0,-1 0,1 0,0 0,2-1,4 2,0 0,1-1,0-1,0 0,0-1,1-1,0 0,1 0,52 10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3:27.9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0 282,'18'0,"15"0,16 0,15-3,13-2,9-3,4-1,-1 2,-5 2,-8 2,-13 1,-12 2,-18 0,-15-2,-17-3,-8-1</inkml:trace>
  <inkml:trace contextRef="#ctx0" brushRef="#br0" timeOffset="353.887">521 1,'1'2,"-1"1,1 0,-1-1,1 1,0 0,0-1,0 1,0-1,0 1,1-1,-1 0,1 0,-1 1,1-1,0 0,0 0,0-1,0 1,0 0,1-1,-1 1,0-1,1 0,-1 0,1 0,-1 0,1 0,-1 0,1-1,0 1,0-1,-3 0,150 45,-114-37,0 2,-1 1,-1 1,0 2,8 6,-36-17,0 0,-1 0,1 1,-1 0,1-1,-1 2,0-1,-1 1,1-1,-1 1,0 1,0-1,0 1,-1-1,0 1,0 0,0 0,-1 0,0 0,0 1,-1-1,1 1,-2-1,1 1,-1-1,1 1,-2 0,1-1,-1 1,0-1,0 1,-1-1,0 0,-1 3,-11 15,-2-2,0 1,-1-2,-1 0,-1-1,-1-1,-1-1,0-1,-2-1,-13 8,23-15,-13 11,8-7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3:31.9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6083 722,'-19'-8,"-1"0,0 2,0 0,0 1,0 1,-1 1,-4 0,18 3,1-1,-1 1,1 1,-1-1,0 1,1 1,-1-1,1 1,0 0,-1 0,1 1,0-1,0 2,1-1,-1 1,1-1,0 1,-1 1,2-1,-1 1,1 0,-1 0,1 0,-1 2,2-3,1 1,-1-1,0 1,1-1,0 1,0 0,0 0,1-1,0 1,0 0,0 1,0-1,1 0,0 0,0 0,0 0,1 0,0 0,0 0,0 0,0 0,1 0,0 0,0 0,0-1,0 1,1-1,0 0,0 1,0-1,1 0,-1-1,1 1,0-1,0 0,0 0,0 0,1 0,2 0,1 0,-1-1,1 0,0-1,0 1,0-2,0 1,0-1,0 0,0-1,0 1,0-2,-1 1,1-1,0 0,0-1,3-2,7-2,-1-1,0-1,-1 0,0-1,0-1,-1-1,-1 0,3-4,-2-1,0-1,0 0,-2-1,0 0,-2-1,0 0,-1-1,-1 0,-1-1,-1 0,-1 0,0-1,-2 1,-1-1,-1 0,-1 0,0 0,-2 0,-1-1,-1 2,-3-13,4 15,-2 0,0 1,-1-1,-1 1,-1 0,0 1,-2-1,0 1,-7-9,15 24,0 1,-1-1,1 1,-1 0,0 0,0-1,0 1,0 0,0 1,0-1,0 0,0 1,-1-1,1 1,-1-1,1 1,-1 0,1 0,-1 1,0-1,0 0,1 1,-1 0,0-1,0 1,0 0,1 0,-1 1,0-1,0 1,1-1,-1 1,0 0,1 0,-1 0,1 0,-1 1,1-1,-1 0,1 1,-2 1,-5 9,1 0,0 0,1 0,0 1,1 0,0 0,1 1,0 0,1 0,1 0,1 0,-2 13,-3 19,1 1,3-1,1 1,3-1,1 1,3-1,1 0,11 34,-13-63,1-1,1 0,0 0,1 0,1-1,0 0,1-1,1 0,5 6,-10-15,0 0,0 0,0 0,1 0,-1-1,1 0,0 0,1-1,-1 1,1-1,-1-1,1 1,0-1,0 0,0-1,0 0,0 0,1 0,-1-1,0 0,0-1,0 1,2-2,4-2,1 0,-2-1,1 0,-1-2,0 1,0-1,0-1,-1 0,-1-1,1 0,-1 0,-1-1,0 0,0-1,-1 0,0-1,-1 1,0-2,-1 1,-1 0,0-1,0 0,-1-1,-1 1,0 0,-1-1,-1 0,0 1,-1-1,0 0,-1-4,0 11,0 0,-1 0,0 1,0-1,0 1,-1-1,0 1,0 0,-1 0,-3-5,5 9,1 1,0-1,0 1,-1-1,1 1,-1-1,0 1,1 0,-1 0,0 0,1 0,-1 0,0 0,0 0,0 1,0-1,0 1,0-1,0 1,0 0,0 0,0 0,0 0,0 0,0 0,0 0,0 1,0-1,0 1,0-1,0 1,0 0,0 0,1 0,-1 0,0 0,0 0,0 1,-3 4,-1 0,1 0,0 0,1 1,0-1,0 1,0 0,1 0,0 1,0-1,1 1,0-1,0 1,1 0,0 0,0-1,1 1,0 0,1 0,-1 0,1 0,1-1,0 1,0 0,0-1,3 6,2-2,1-1,0 0,1 0,0-1,0 0,1 0,0-1,1 0,-1-1,2-1,-1 1,1-2,0 0,0 0,0-1,0 0,1-1,0-1,0 0,-1 0,3-2,88 10,-3-8</inkml:trace>
  <inkml:trace contextRef="#ctx0" brushRef="#br0" timeOffset="555.415">7634 1,'22'60,"-2"1,-2 0,-4 2,-1 4,-9-47,51 324,-56-339,1-1,0 1,0 0,1-1,0 1,-1 0,1-1,1 1,-1 0,1-1,0 0,0 1,0-1,0 0,1 0,0 0,-1-1,2 1,-1 0,0-1,1 0,-1 0,1 0,0 0,0-1,0 1,0-1,1 0,-1-1,0 1,1-1,1 1,7-5,0 0,1 0,-1-1,0-1,-1-1,1 1,-1-2,0 0,-1 0,0-1,0-1,0 0,-1 0,0-2,71-68,-81 79,0-1,1 1,-1 0,0-1,1 1,-1 0,0-1,1 1,-1 0,0-1,1 1,-1 0,1 0,-1-1,1 1,-1 0,0 0,1 0,-1 0,1-1,-1 1,1 0,-1 0,1 0,-1 0,1 0,-1 0,1 0,-1 1,1-1,-1 0,1 0,-1 0,1 0,-1 1,1-1,-1 0,0 0,1 1,-1-1,1 0,-1 1,0-1,1 0,-1 1,0-1,0 1,1-1,-1 0,0 1,0-1,1 1,-1-1,0 1,0-1,0 1,3 33,-2-24,-2-2,2 0,-1 1,1-1,1 0,-1 1,2-1,-1 0,1 0,0 0,0-1,1 1,0-1,1 0,0 0,0 0,0-1,1 1,0-1,0-1,0 1,1-1,0 0,0 0,0-1,0 0,1-1,0 1,-1-1,1-1,8 2,23-3,-4-6</inkml:trace>
  <inkml:trace contextRef="#ctx0" brushRef="#br0" timeOffset="1799.471">8302 428,'-719'-131,"681"123,24 3,25 2,269 8,-181-1,-1 5,0 4,0 4,75 24,-156-37,1 1,-1 1,0 1,-1 0,0 1,0 0,0 2,-1 0,0 0,-1 1,-1 1,0 1,0 0,-1 0,-1 1,0 1,-1 0,0 0,-2 1,1 0,2 12,16 91,-26-117,0-1,0 0,0 0,0 1,0-1,0 0,0 0,1 0,-1 0,0 0,1 0,-1 0,1-1,-1 1,1 0,-1-1,1 1,-1-1,1 1,-1-1,1 0,0 0,-1 0,1 0,-1 0,1 0,0 0,-1-1,1 1,-1 0,1-1,-1 1,1-1,-1 0,1 0,49-30,-39 18,0 0,-1-1,0-1,-2 0,1 0,-2-1,0 0,-1 0,-1-1,0 0,0-4,2-2,4 68,-11-39,0 1,0-1,1 1,0-1,0 0,0 0,1 0,0 0,0 0,1-1,0 1,0-1,0 0,0 0,1 0,0-1,0 0,0 1,0-2,1 1,-1-1,1 0,0 0,0 0,0-1,1 0,-1 0,0-1,1 0,-1 0,1 0,-1-1,1 0,0 0,-1 0,1-1,1-2,-1 1,1-1,-1-1,1 0,-1 0,-1 0,1-1,0 1,-1-2,0 1,0-1,-1 0,0 0,0 0,0-1,-1 0,2-3,4-7,-1-1,-1 0,-1-1,0 0,-2 0,2-9,-1 105,-6-67,0-1,0 1,1 0,0 0,1 0,0-1,1 1,0-1,0 0,1 0,0 0,1 0,0-1,0 1,1-1,0-1,0 1,1-1,0 0,0 0,0-1,1 0,0 0,1-1,1 0,-1-2,0-1,0 0,0-1,0 0,1-1,-1 0,0 0,1-1,-1 0,0 0,0-1,0-1,0 1,0-2,-1 1,1-1,-1 0,0-1,0 0,0 0,-1-1,0 0,0 0,0 0,-1-1,0 0,0-1,-1 1,1-1,-2 0,3-6,84-210,-69 192,-21 32,0 0,-1 0,1 0,0 0,-1 0,1 1,-1-1,1 0,-1 0,1 1,0-1,-1 0,1 1,-1-1,0 1,1-1,-1 1,1-1,-1 1,0-1,1 1,-1-1,0 1,1-1,-1 1,0 0,0-1,0 1,1-1,-1 1,0 0,0-1,0 1,0 0,0-1,0 1,0-1,-1 1,1 0,0 0,10 193,2-102,5-1,4 0,5 1,26 120,-42-138,-10-73,0 0,0-1,0 1,0 0,0 0,0-1,0 1,0 0,0 0,0-1,0 1,0 0,-1 0,1-1,0 1,0 0,-1-1,1 1,0 0,-1-1,1 1,-1 0,1-1,-1 1,1-1,-1 1,0-1,1 1,-1-1,1 0,-1 1,0-1,1 0,-1 1,0-1,0 0,1 0,-1 0,0 0,0 1,1-1,-1 0,0 0,0 0,1-1,-1 1,0 0,0 0,1 0,-1-1,0 1,1 0,-1 0,0-1,1 1,-1-1,0 1,1-1,-1 1,1-1,-38-33,20 6,2 0,0 0,2-2,1 0,1-1,2 0,1 0,2-1,-3-23,1 7,3-1,1-1,3 1,2-1,4-31,-4 74,0 0,1 0,-1 1,1-1,0 0,1 0,0 1,0-1,0 1,1 0,0 0,0 0,1 0,-1 0,1 1,0-1,1 1,-1 0,1 0,0 1,1-1,-1 1,1 0,2 0,2 2,0 0,1 1,-1 0,1 1,-1 0,1 1,-1 0,1 1,-1 0,0 0,1 1,-1 0,-1 1,1 1,-1-1,1 1,-1 1,-1 0,1 0,-1 0,0 1,0 1,-1-1,0 1,0 0,-1 1,4 7,-8-13,0 1,0 0,0 0,0 0,-1 0,0 0,0 0,0 0,0 1,0-1,-1 0,0 0,0 1,0-1,-1 0,1 0,-1 1,0-1,0 0,0 0,-1 0,0 0,1 0,-1 0,-1-1,1 1,0-1,-1 1,0-1,0 0,0 0,-3 3,-5 1,0 0,0-1,0 0,-1-1,0 0,0-1,0 0,-1-1,1-1,-1 0,1 0,-1-1,0-1,-1 0,-6-4,7-2</inkml:trace>
  <inkml:trace contextRef="#ctx0" brushRef="#br0" timeOffset="-992.205">0 870,'7'0,"0"1,0 0,-1 1,1-1,-1 1,1 1,-1-1,0 1,0 0,0 0,0 1,-1 0,1 0,-1 0,0 1,0-1,-1 1,1 0,-1 1,0-1,0 1,1 4,9 13,-2 2,0 0,-2 1,6 23,-1-12,-13-37,-1 0,1 0,-1-1,1 1,-1-1,1 0,-1 1,1-1,-1 0,0 0,0 0,1 0,-1 0,0 0,0 0,0 0,0 0,0-1,0 1,0 0,-1-1,1 1,0 0,-1-1,1 1,0-2,-1 1,26-48,-2-2,-3 0,6-27,-18 52,-9 27,0 0,1 0,-1 0,0 0,0 0,0 0,0 0,0 0,1 0,-1 0,0 0,0 0,0 0,0 0,0 0,1 0,-1 0,0 0,0 0,0 0,0 0,1 0,-1 0,0 0,0 0,0 0,0 0,0 0,0-1,1 1,-1 0,0 0,0 0,0 0,0 0,0 0,0-1,1 22,-1-18,-1 174,1-175,0 1,0-1,0 0,0 1,0-1,1 0,-1 1,1-1,-1 0,1 0,0 1,0-1,0 0,0 0,0 0,1 0,-1 0,1 0,-1 0,1-1,0 1,-1-1,1 1,0-1,0 1,0-1,0 0,0 0,1 0,-1 0,0-1,0 1,1 0,-1-1,0 0,1 1,-1-1,0 0,1 0,-1 0,0-1,1 1,0-1,9-5,-1-1,1 0,-1-1,0 0,-1-1,0 0,0 0,-1-1,0-1,-1 1,0-1,-1-1,0 1,-1-1,0-1,-1 1,1-3,20-59,-34 204,9-124,0 0,1 0,-1 0,1 0,0 0,1 0,-1 0,1-1,0 1,1-1,-1 0,1 0,0 0,0-1,1 1,-1-1,1 0,0 0,0-1,0 1,1-1,-1 0,1-1,0 1,0-1,0 0,0-1,0 1,0-1,0 0,5-1,6 2,-1-1,1 0,-1-2,1 0,-1-1,1 0,-1-1,0-1,0-1,0 0,-1-1,0-1,0 0,-1-1,6-4,-14 8,-6 3,0 1,0-1,0 1,0-1,1 0,-1 1,0-1,0 1,1-1,-1 1,0-1,1 1,-1 0,1-1,-1 1,1-1,-1 1,1 0,-1-1,1 1,-1 0,1 0,-1-1,1 1,-1 0,1 0,-1 0,1 0,0-1,-1 1,1 0,-1 0,1 0,0 0,-1 1,1-1,-1 0,1 0,0 0,-1 0,1 1,-1-1,1 0,-1 0,1 1,-1-1,1 0,-1 1,1-1,-1 1,0-1,1 1,-1-1,0 1,1-1,-1 1,0-1,1 1,-1-1,0 1,0-1,0 1,0-1,1 1,-1 0,0-1,0 1,0 0,0 3,-1 0,0 0,1 0,-1 0,1 1,0-1,0 0,1 0,-1 0,1 0,0 0,0 0,0 0,1 0,-1 0,1-1,0 1,0 0,0-1,1 0,-1 1,1-1,0 0,-1 0,2-1,-1 1,0 0,0-1,1 0,0 0,1-1,0 0,0 0,0-1,0 0,0 0,0 0,0-1,0 0,0 0,0 0,0 0,0-1,0 0,-1 0,1 0,-1-1,0 1,1-1,-1 0,0 0,-1-1,1 1,0-1,-1 0,0 0,0 0,0 0,-1-1,1 1,-1-1,0 1,0-1,0 0,-1 0,0 0,0 0,0 0,-1 0,1 0,-1 0,0 0,-1 0,1 0,-1 0,0 0,0 0,-1 0,1 1,-1-1,0 0,-1 1,1-1,-3-2,-1 1,1 1,-1 0,-1 0,1 0,-1 1,1 0,-1 1,0-1,0 1,-1 1,1-1,-1 1,1 1,-1-1,0 1,0 1,1-1,-1 1,0 1,0-1,0 1,1 1,-1-1,1 1,-1 1,1-1,0 1,-5 3,1 9,34-10,205-52,-225 46,15-4,1 0,0 0,0 2,1 1,-1 0,1 1,-1 2,1 0,-1 0,1 2,-1 1,0 0,0 1,-1 1,1 1,-12-1,0 0,-1 1,0-1,0 2,0-1,-1 0,-1 1,1 0,-1 0,0 0,-1 1,0-1,0 1,-1 0,0 0,-1 0,1 0,-2 0,1 0,-2 0,1 0,-1 0,0 0,-2 4,6 5,6-23,10-29,18-71,-29 78,1 0,1 1,1 0,13-22,-23 47,-1 0,0 0,0 0,1 1,-1-1,1 0,-1 0,1 0,-1 0,1 0,0 0,-1 1,1-1,0 0,0 1,-1-1,1 0,0 1,0-1,0 1,0-1,0 1,0 0,0-1,0 1,0 0,0 0,0 0,0-1,0 1,0 0,0 0,0 1,0-1,0 0,0 0,0 0,0 1,0-1,0 0,-1 1,1-1,0 1,0-1,0 1,0-1,0 1,-1 0,1 0,0-1,-1 1,1 0,0 0,-1 0,1-1,-1 1,1 0,-1 0,0 0,1 0,-1 0,0 0,0 0,0 0,1 0,-1 0,0 1,29 65,-16-34,1-1,2-1,1 0,11 14,-27-43,-1-1,1 1,-1 0,1-1,0 1,-1-1,1 1,0-1,0 1,0-1,0 1,1-1,-1 0,0 0,0 1,1-1,-1 0,1 0,-1 0,1-1,-1 1,1 0,-1 0,1-1,0 1,0-1,-1 0,1 1,0-1,0 0,-1 0,1 0,0 0,0-1,-1 1,1 0,0-1,-1 1,1-1,0 1,-1-1,1 0,-1 0,1 0,-1 0,1 0,-1 0,0 0,2-1,44-119,-42 109,-3 4,1-1,0 1,0 0,1 0,0 0,0 0,1 1,0-1,1 1,-1 1,1-1,0 1,1 0,0 0,0 1,0 0,0 0,3-1,-7 7,-1-1,1 1,0-1,-1 1,1 0,-1 0,1 0,-1 0,0 0,1 0,-1 1,0-1,0 1,0 0,0-1,0 1,0 0,-1 0,1 0,-1 1,1-1,-1 0,0 1,1-1,-1 0,-1 1,1-1,0 1,-1 0,1-1,-1 1,0-1,1 1,-1 0,-1-1,1 2,1 1,0 1,0 5,0-1,1 0,0 0,1 1,-1-2,2 1,0 0,0-1,1 1,0-1,0 0,1-1,0 1,1-1,0 0,0-1,0 0,1 0,0 0,7 3,4-3,1-1,0-1,0-1,0 0,1-2,-1 0,1-1,-1-1,17-3,-19 3,0-2,1 0,-1-2,0 0,0-1,-1 0,1-1,-1-2,-1 1,1-2,-1 0,-1-1,0-1,0 0,-1-1,0 0,-1-1,-1-1,0 0,-1-1,0 0,-1-1,-1 0,0 0,-2-1,0 0,0 0,0-5,-6 19,0 0,0 0,-1 0,1 0,0 0,-1 0,0 0,0 0,0 1,0-1,0 0,0 0,-1 0,0 0,1 0,-1 0,0 0,0 0,-1 1,1-1,-1 0,1 1,-1 0,0-1,0 1,0 0,0 0,0 0,0 0,-1 0,1 0,-1 0,1 1,-1 0,0-1,1 1,-2 0,-2-1,0 1,1 0,-1 0,0 0,0 1,0-1,0 2,0-1,0 1,0-1,1 2,-1-1,0 1,0-1,1 2,0-1,-1 1,1-1,0 1,0 1,0-1,1 1,-1 0,1 0,0 0,0 1,0-1,0 1,1 0,0 0,0 0,1 0,-1 1,1-1,0 1,0 0,1-1,0 1,0 0,0 0,1 6,0-1,0 1,1-1,1 1,0-1,0 0,1 0,1 0,0 0,0-1,1 1,0-1,1 0,0 0,1-1,0 0,0 0,1-1,0 0,0 0,1 0,0-1,1-1,-1 0,1 0,0-1,1 0,-1 0,1-2,0 1,0-1,0-1,1 0,10 1,-9-1,0 0,0-1,0 0,-1-1,1 0,0-1,0-1,0 0,0-1,-1 0,0-1,1 0,-1-1,-1 0,1-1,-1 0,0-1,0-1,-1 1,0-2,0 1,-1-1,0-1,-1 0,0 0,0 0,-1-1,4-10,-4 5,-1-1,0 0,-2-1,0 1,-1-1,0 0,-2 1,0-1,-2-16,-4 78,5-29,1-1,0 0,1 0,0 0,1 0,1 0,4 8,-7-17,1 0,1 0,-1-1,1 0,-1 1,1-1,1 0,-1 0,1 0,-1-1,1 1,0-1,0 0,0 0,1-1,-1 1,1-1,-1 0,1 0,0 0,0-1,0 1,0-1,5 0,-1-1,0 0,1 0,-1-1,0 0,1 0,-1-1,0 0,0-1,0 0,-1-1,1 1,-1-2,0 1,0-1,3-3,9-6,-1-1,-1-1,-1 0,0-1,12-17,-22 26,-1 0,0 0,-1 0,1 0,-2-1,1 0,-1 0,0 0,-1-1,0 1,-1-1,1-4,-9 2,-4 30,9-11,0 0,1 1,-1-1,2 0,-1 0,1 1,0-1,0 0,1 0,0 0,0 0,0 0,1 0,0-1,1 1,0-1,0 0,1 2,6 7,1-1,0 0,1-1,0 0,1-1,13 8,-18-13,0 0,0-1,1 0,0-1,0 0,0 0,0-1,1 0,0-1,0 0,0-1,0 0,0-1,1 0,-1-1,0 0,0-1,1 0,-1-1,0 0,0-1,0 0,-1-1,1 0,-1 0,5-4,-3-1,1 0,-1-1,0-1,-1 0,-1 0,0-1,0-1,-1 0,0 0,-1 0,-1-1,-1-1,1 1,2-14,3-13,-1-1,-3 0,-1-1,0-37,-3 35,-2-1,-2 0,-1 0,-3 1,-2-1,-7-25,12 66,0-1,0 1,0-1,-1 1,0-1,0 1,0 0,0 0,-1 0,0 0,0 0,0 1,-1-1,0 1,0 0,0 0,0 0,0 1,-1 0,1-1,-1 1,0 1,0 3,1 0,0 0,1 1,-1 0,0 0,0 0,1 0,-1 0,1 1,0 0,0-1,0 1,0 0,0 1,0-1,1 0,0 1,0 0,0-1,0 1,0 0,1 0,0 0,-1 0,1 0,1 2,-1-6,-11 38,1 0,2 0,2 2,2-1,1 0,2 1,1 0,5 35,-3-53,0-1,2 0,0 0,1 0,1 0,1 0,1-1,1 0,0 0,2-1,0-1,1 1,1-1,1-1,0-1,1 1,1-2,3 2,-12-13,1 0,1 0,-1 0,1-1,-1 0,1 0,0-1,0 0,0 0,0-1,0 0,0-1,1 0,-1 0,0 0,0-1,0 0,0-1,0 0,0 0,0-1,0 0,-1 0,1-1,-1 0,0 0,0-1,-1 0,1 0,-1 0,0-1,-1 0,1 0,-1 0,0-2,3-1,-1-1,0 0,-1 0,0-1,-1 0,0 0,0 0,-1 0,-1-1,0 0,-1 1,0-1,0 0,-2 0,1 0,-1-1,-1 1,0 0,-1 0,-1 1,1-1,-3-4,5 14,-1 1,1 0,-1-1,1 1,-1 0,1-1,-1 1,0 0,1-1,-1 1,0 0,0 0,0 0,0 0,0 0,0 0,0 0,0 0,-1 0,1 1,0-1,0 0,-1 1,1-1,-1 1,1 0,0-1,-1 1,1 0,-1 0,1 0,-1 0,1 0,0 0,-1 0,1 0,-1 0,1 1,-1-1,1 1,0-1,-1 1,1 0,-5 5,1 0,0 1,0 0,1 0,0 0,0 1,1-1,0 1,0 0,1-1,0 1,0 1,1-1,0 0,0 0,1 0,0 4,0-4,0 1,1-1,0 1,0-1,1 1,0-1,0 0,1 0,0 0,0 0,1 0,0-1,0 1,1-1,0 0,0-1,1 1,0-1,0 0,1 0,-1-1,1 0,0 0,0-1,1 1,0-2,-1 1,1-1,0 0,1-1,-1 0,5 1,89-6,-57-8</inkml:trace>
  <inkml:trace contextRef="#ctx0" brushRef="#br0" timeOffset="-720.475">3823 495,'18'-2,"25"-1,27 2,29 4,23 4,-9 0</inkml:trace>
  <inkml:trace contextRef="#ctx0" brushRef="#br0" timeOffset="7359.792">54 2581,'60'-188,"-1"-161,-58 347,-1-1,0 1,-1 0,1-1,1 1,-1 0,0-1,1 1,-1 0,1-1,0 1,-1 0,1 0,0 0,1 0,-1-1,0 2,0-1,1 0,0 0,-1 0,1 1,0-1,-1 1,1-1,0 1,0 0,0-1,1 1,-1 0,0 1,0-1,0 0,1 0,-1 1,2-1,7 6,-1 0,0 0,0 1,0 0,0 0,-1 1,0 1,-1-1,0 2,7 7,-14-15,13 12,-1 1,0 1,-1 0,0 1,-1 0,-1 0,-1 1,0 1,-2-1,1 1,-2 1,-1-1,2 9,-8-23,1 0,-1 0,1 0,-1 0,0 0,-1-1,1 1,-1 0,0 0,1-1,-2 1,1-1,0 0,-1 0,1 1,-1-1,0-1,0 1,0 0,0-1,-1 0,1 0,-1 0,1 0,-1 0,0-1,0 1,0-1,0 0,0 0,0-1,0 1,0-1,0 0,0 0,0 0,0 0,0-1,0 0,0 0,0 0,0 0,1-1,-1 1,0-1,0-1,2 3,0-1,1 1,-1-1,1 0,-1 1,1-1,-1 0,1 0,0 0,-1 0,1 0,0-1,0 1,0 0,0-1,0 1,0 0,0-1,0 1,0-1,1 0,-1 1,1-1,-1 1,1-1,-1-1,3-9</inkml:trace>
  <inkml:trace contextRef="#ctx0" brushRef="#br0" timeOffset="8110.906">936 2019,'-5'-2,"0"-1,0 2,-1-1,1 1,-1 0,1 0,-1 0,1 1,-1-1,1 2,-1-1,0 0,1 1,-1 0,1 1,0-1,-1 1,1 0,0 0,0 0,0 1,0 0,1 0,-1 0,1 1,0-1,-1 1,2 0,-1 0,0 1,1-1,0 1,0 0,0 0,0 3,0 0,0 0,1 0,0 1,1-1,0 1,0-1,0 1,1-1,1 1,0-1,0 1,0-1,1 1,0-1,1 0,0 0,0 0,1 0,0 0,0-1,0 0,1 0,1 0,-1 0,1-1,0 0,0 0,1-1,0 1,0-1,0-1,7 4,-3-3,0 0,0-1,1-1,-1 0,1 0,-1-1,1 0,0-1,0-1,0 0,0 0,0-1,-1-1,1 0,0 0,-1-1,0-1,1 0,-1-1,-1 0,1 0,-1-1,0 0,0-1,0 0,-1-1,-1 0,1 0,-1-1,0 0,-1-1,0 1,-1-1,0-1,0 1,-1-1,-1 0,0 0,2-6,-4 4,-1 1,1 0,-2-1,0 1,0 0,-1-1,-1 1,0 0,0 0,-2 0,1 0,-1 0,-1 1,0-1,-1 1,0 1,-3-4,25 23,0-1,0-1,0-1,1 0,0-1,7 1,-24-6,21 6,-13-6,1 2,-1-1,0 1,0 0,0 1,0 0,0 0,0 0,-1 1,0 1,0-1,0 1,0 0,-1 1,1-1,-1 1,-1 0,1 1,-1 0,0 0,-1 0,0 0,3 7,1 113,-9-60,1-65,0 0,0 0,1 1,-1-1,0 0,1 0,-1 0,1 0,0 0,0 0,0 0,0 0,0 0,0 0,0-1,1 1,-1 0,0-1,1 1,0-1,-1 1,1-1,0 0,0 0,0 0,-1 0,1 0,0 0,0 0,1-1,-1 1,0-1,0 1,0-1,0 0,0 0,1 0,-1 0,0 0,0 0,0-1,0 1,0-1,0 0,0 1,0-1,2-1,11-3,0-1,-1-1,1 0,-1-1,-1 0,0-1,0-1,0 0,-2 0,1-2,-1 1,-1-1,0-1,-1 0,0 0,-1-1,0 0,2-7,2-27,-13 66,-2 0,1-1,1 0,1 1,0-1,2 1,0-1,0 1,2-1,0 0,1 0,5 11,34 12,-20-30</inkml:trace>
  <inkml:trace contextRef="#ctx0" brushRef="#br0" timeOffset="8364.274">1738 1658,'9'14,"10"8,2 2</inkml:trace>
  <inkml:trace contextRef="#ctx0" brushRef="#br0" timeOffset="8626.269">2179 2300,'8'-1,"0"0,0 0,0 0,0-1,0-1,-1 1,1-1,-1 0,1-1,-1 0,0 0,-1 0,1-1,-1 0,0-1,0 1,0-1,-1 0,0-1,4-4,0-1,-1 1,-1-2,0 1,-1-1,0 0,-1-1,0 1,-1-1,0-5,-2 16,-1 0,0-1,0 1,-1 0,1-1,-1 1,0-1,0 1,0-1,0 1,0-1,-1 1,1 0,-1-1,0 1,0 0,-1-1,1 1,0 0,-1 0,0 0,0 0,0 0,0 1,0-1,-1 1,1-1,-1 1,0 0,1 0,-1 0,0 0,0 0,0 1,0-1,-1 1,1 0,0 0,-1 0,1 1,0-1,-1 1,1-1,-1 1,1 0,-1 1,1-1,-3 1,-1 2,-1 0,1 1,-1 0,1 0,0 0,0 1,1 0,-1 1,1-1,1 1,-1 0,1 1,0-1,0 1,1 0,0 0,0 1,0-1,1 1,0 0,1 0,0 0,0 0,1 0,0 0,0 1,1-1,0 0,0 1,1-1,0 0,1 0,0 0,0 0,0 0,1 0,0 0,1-1,0 1,0-1,1 0,-1-1,2 1,-1-1,3 3,8 0,0-1,1-1,0 0,0-1,0-1,1-1,-1 0,1-1,0-1,0-1,1-1,-1 0,0-1,6-2,64-5,-8-5</inkml:trace>
  <inkml:trace contextRef="#ctx0" brushRef="#br0" timeOffset="9706.221">4184 1591,'7'171,"15"74,-13-160,-1-27,-8-58,1-1,-1 1,0 0,0 0,0 0,0-1,0 1,0 0,0 0,0 0,0-1,0 1,1 0,-1 0,0 0,0-1,0 1,0 0,1 0,-1 0,0 0,0 0,0 0,1 0,-1-1,0 1,0 0,0 0,1 0,-1 0,0 0,0 0,1 0,-1 0,0 0,0 0,0 0,1 0,-1 0,0 0,0 0,1 0,-1 1,0-1,0 0,0 0,1 0,-1 0,0 0,0 0,0 1,0-1,1 0,-1 0,0 0,0 0,0 1,0-1,0 0,0 0,0 1,12-29,-9 20,-2 3,1-1,-1 1,1-1,1 1,-1 0,1 0,-1 0,1 0,1 1,-1-1,1 1,0 0,0 0,0 0,0 0,1 1,-1 0,1 0,0 0,0 0,0 1,0 0,1 0,-1 0,1 1,-1 0,1 0,-1 0,4 0,0 4,1 1,-1 0,0 0,0 0,0 1,-1 1,0-1,0 2,0-1,0 1,-1 0,-1 0,1 1,-1 0,0 0,-1 0,0 1,0 0,-1 0,0 0,0 1,0 6,-2-12,-1 0,-1 0,1 0,0 0,-1 0,0 0,0 0,0 0,-1 0,1 0,-1 0,0 0,0-1,0 1,0 0,-1 0,0-1,0 1,0-1,0 1,0-1,-1 0,1 0,-1 0,0 0,0 0,0-1,0 1,-1-1,1 0,0 0,-1 0,0 0,1-1,-1 0,0 1,0-1,0-1,0 1,0 0,-4-1,1 1,-1-1,1 0,0-1,-1 0,1 0,0 0,-1-1,1 0,0-1,0 0,0 0,-4-3,8 5,-1-1,1 0,0-1,-1 1,1 0,0-1,1 0,-1 0,0 0,1 0,0 0,-1 0,1-1,1 1,-1-1,0 0,1 1,0-1,0 0,0 0,0 0,0 0,1 1,0-1,0 0,0-2,2-1,1 1,0-1,1 1,-1 0,1-1,1 2,-1-1,1 0,0 1,0 0,0 0,1 1,0-1,0 1,0 1,0-1,0 1,1 0,0 0,-1 1,1 0,0 0,1 0,127-27,-127 28,0 1,-1 0,1 0,0 1,-1 0,1 0,0 1,-1 0,1 0,-1 0,0 1,0 1,0-1,0 1,-1 0,5 4,-4 0,-2 1,1-1,-1 1,0 0,-1 1,0-1,0 1,-1 0,0-1,-1 1,0 1,0-1,-2 0,1 0,-1 1,0-1,-1 0,-1 5,2 0,0-14,-1 1,1 1,-1-1,1 0,0 0,0 0,0 0,0 0,1 0,-1 0,1 0,-1 0,1 0,-1 0,1 0,0 0,0 0,0-1,0 1,0 0,1 0,-1-1,0 1,1-1,-1 1,1-1,0 1,11 1</inkml:trace>
  <inkml:trace contextRef="#ctx0" brushRef="#br0" timeOffset="9965.394">4679 1712,'7'18,"2"6</inkml:trace>
  <inkml:trace contextRef="#ctx0" brushRef="#br0" timeOffset="10479.262">5201 1965,'-10'0,"0"0,0 1,0 0,0 1,0-1,0 2,0 0,1 0,0 1,-1 0,1 0,1 1,-1 0,1 1,0 0,0 0,0 0,1 1,0 1,0-1,0 2,6-6,-1-1,1 1,0 0,0 0,0 0,0 0,0 0,0 0,1 1,0-1,0 0,-1 0,2 0,-1 0,0 1,1-1,-1 0,1 0,0 0,0 0,0 0,1 0,-1 0,1-1,-1 1,1 0,0-1,0 1,0-1,0 0,1 0,-1 1,1-2,0 2,94 57,-97-60,36 17,-19-11,-1 2,0 0,-1 1,0 0,0 1,10 11,-23-20,-1 1,0-1,1 1,-1-1,0 1,0 0,0 0,0-1,0 1,0 0,0 0,-1 0,1 0,-1 0,1 0,-1 0,0 0,0 0,0 1,0-1,0 0,0 0,-1 0,1 0,-1 0,1 0,-1 0,0 0,0 0,0-1,0 1,0 0,0 0,0-1,-1 1,1-1,-1 1,1-1,-1 1,0-1,1 0,-1 0,0 0,0 0,0 0,1 0,-3 0,-3 3,-1 0,1 0,-1 0,0-1,1-1,-1 1,-1-1,1-1,0 1,0-1,-1-1,1 0,0 0,-1 0,1-1,-1-1,7 2,0-1,1 1,-1-1,0 0,1 1,-1-1,1 0,-1 0,1 0,-1-1,1 1,-1 0,1 0,0-1,0 1,0-1,0 1,0-1,0 1,0-1,0 0,1 1,-1-1,1 0,-1 0,1 1,0-1,0 0,-1 0,1 0,0 1,1-1,-1 0,0 0,0 0,1-1,27-66,110-128,-21 35,-102 141,-2-1,0 0,-2 0,0-1,-1 0,-2-1,0 0,-2-1,0 0,-2 1,-1-2,-1 1,-1 0,-1 0,-1-1,-1 1,-5-19,7 41,-1 0,1 0,-1 0,0 1,0-1,0 0,0 0,0 1,-1-1,1 1,-1-1,0 1,1 0,-1 0,0 0,-1 0,1 0,0 0,0 0,-1 1,1-1,-12 30,13-25,-1 44,1 1,3-1,2 1,2-1,1-1,3 1,4 6,-8-26,97 402,-99-414,0-1,1 1,1-1,0 0,1-1,1 1,0-2,1 2,23 4,-20-22</inkml:trace>
  <inkml:trace contextRef="#ctx0" brushRef="#br0" timeOffset="10753.822">5254 1765,'25'5,"26"3,28 1,22-2,18 1,-12-1</inkml:trace>
  <inkml:trace contextRef="#ctx0" brushRef="#br0" timeOffset="11607.239">6230 2006,'-141'-9,"137"10,1-1,0 1,0 0,0 1,0-1,0 0,0 1,0 0,1 0,-1 0,0 0,1 0,0 0,-1 0,1 1,0-1,0 1,0 0,1 0,-1 0,1 0,-1 0,1 0,0 0,0 0,1 0,-1 1,-1 3,1 1,0-1,0 1,1 0,-1-1,2 1,-1-1,1 1,1-1,-1 1,2 2,-2-7,0 0,0 0,0 0,1 0,0-1,-1 1,1 0,0-1,0 1,0-1,0 0,1 0,-1 0,1 0,-1 0,1 0,0-1,-1 1,1-1,0 0,0 0,0 0,0 0,0 0,0-1,1 1,-1-1,0 0,0 0,0 0,3-1,4 0,1 0,-1-2,0 1,1-1,-1-1,0 1,-1-2,9-4,-6 3,0-1,-1 0,1-1,-1 0,-1-1,0 0,0 0,-1-1,0-1,0 1,-1-1,-1-1,0 0,0 0,-1 0,4-12,-9 17,-3 12,-4 14,5-8,0-1,0 1,1 1,0-1,1 0,0-1,1 1,1 4,-3-12,1 0,0 0,0 0,0 0,0-1,0 1,0 0,1 0,-1-1,1 1,0-1,0 1,0-1,0 0,0 0,0 0,1 0,-1 0,1 0,-1-1,1 1,0-1,0 0,-1 0,1 0,0 0,0 0,0-1,0 1,0-1,0 0,2 0,2-2,1-1,-1 0,0 0,0-1,-1 0,1 0,-1 0,0-1,0 0,0 0,-1-1,0 0,0 0,0 0,-1 0,1-1,-2 0,1 1,-1-2,0 1,0 0,-1 0,0-1,12-37,-2-1,-1 0,-3-1,1-40,3-9,13-51,-20 137,-2 25,-12 301,8-313,-1 51,2-1,3 0,3 12,11-13,-15-51,-1-1,1 1,0-1,-1 0,1 1,0-1,-1 0,1 0,0 0,0-1,-1 1,1 0,0-1,-1 1,1-1,0 1,-1-1,1 0,-1 0,1 0,-1 1,0-1,1-1,-1 1,0 0,1 0,-1 0,0-1,0 1,0-1,0 1,-1-1,2 0,5-6,-5 5,1 1,-1-1,1 0,0 1,0 0,0 0,0 0,0 0,0 0,0 0,1 1,-1 0,1-1,-1 1,1 1,-1-1,1 0,0 1,-1 0,1 0,-1 0,1 0,0 1,-1-1,1 1,-1 0,1 0,-1 0,1 0,-1 1,0-1,1 1,-1 0,0 0,0 0,0 1,-1-1,1 1,-1-1,1 2,3 2,-1 1,0 0,0 0,-1 0,0 1,0 0,-1 0,0 0,-1 0,1 0,-1 0,-1 1,0-1,0 1,-1-1,1 1,-2 4,-2-9,1 1,-1-1,-1-1,1 1,0 0,-1-1,1 0,-1 0,0 0,0 0,-1 0,1-1,0 0,-1 0,0 0,1 0,-1-1,0 0,0 0,0 0,1-1,-1 1,0-1,0 0,0-1,0 1,0-1,0 0,0 0,1 0,-1-1,0 0,0 0,2 1,1 0,-1-1,0 1,0-1,1 0,-1 0,1 0,-1 0,1 0,0 0,0 0,0-1,0 1,0-1,1 0,-1 1,1-1,-1 0,1 0,0 0,0 0,1 0,-1 0,1 0,-1 0,1 0,0-1,0 1,0 0,0 0,1 0,0 0,0-1,1-5,0 0,1 0,0 1,1-1,0 1,0 0,1 0,0 0,0 1,7-7,-3 4,1 0,1 1,-1 0,1 1,1 0,0 1,0 0,0 1,1 0,0 1,0 0,0 1,1 1,-1 0,1 1,6 0,-15 2,-1 0,1 1,-1 0,1 0,-1 0,0 0,1 0,-1 1,0 0,0 0,0 0,0 0,0 1,-1 0,1-1,-1 1,0 1,1-1,-1 0,-1 1,1 0,-1-1,1 1,-1 0,0 0,0 0,-1 1,1-1,-1 0,0 1,1 2,5 28,23 53,-29-87,1 1,-1-1,1 1,-1-1,1 0,-1 0,1 0,0 0,0 0,-1 0,1 0,0-1,0 1,0-1,0 1,0-1,0 0,0 0,0 1,0-1,0-1,0 1,0 0,0 0,0-1,0 1,0-1,0 0,0 0,-1 1,1-1,0 0,0-1,-1 1,1 0,-1 0,1-1,0 0,11-10</inkml:trace>
  <inkml:trace contextRef="#ctx0" brushRef="#br0" timeOffset="11851.53">7113 1591,'4'7,"9"7,8 5,2 0</inkml:trace>
  <inkml:trace contextRef="#ctx0" brushRef="#br0" timeOffset="12669.077">7500 1778,'14'-8,"0"0,-1-1,1-1,-2 0,1-1,-1 0,-1-1,0 0,-1-1,0 0,-1 0,-1-1,0-1,-1 1,0-1,-1 0,-1-1,0 0,-1 1,-1-1,0-1,-2 1,0 0,0-1,-1 13,0 1,1-1,-2 0,1 1,0-1,-1 0,0 1,1-1,-1 1,-1-1,1 1,-1-1,1 1,-1 0,0 0,0 0,0 0,0 0,-1 0,1 0,-1 1,0-1,0 1,0 0,0 0,0 0,0 0,-1 1,1-1,0 1,-1 0,1 0,-1 0,0 0,1 1,-1-1,0 1,1 0,-1 0,0 0,1 1,-4 0,-3 3,1 1,-1 1,1-1,0 1,0 1,1 0,0 0,0 1,1 0,0 0,0 0,1 1,0 0,1 1,0-1,0 1,1 0,0 0,1 0,0 1,0-1,1 1,0 2,-3 14,1 1,1 0,1-1,2 1,1 0,1-1,1 1,1-1,2 1,0-2,2 1,1-1,1 0,2-1,0 0,1 0,2-2,12 16,-13-19,1 0,1-1,1-1,1 0,1-1,0-1,8 4,-25-18,-1-1,1 1,0-1,-1 0,1 0,0 0,0 0,0 0,0-1,0 1,0 0,0-1,0 0,0 1,0-1,0 0,0 0,0 0,0 0,0 0,0-1,0 1,0-1,0 1,0-1,0 0,0 0,0 1,0-1,-1-1,1 1,0 0,-1 0,1-1,-1 1,1-1,-1 1,0-1,1 1,-1-1,0 0,1-1,48-94,-38 71,1 0,1 1,1 1,16-19,-31 42,0 0,0 0,0 1,1-1,-1 0,0 1,1-1,-1 0,0 1,1-1,-1 0,1 1,-1-1,1 1,-1-1,1 0,0 1,-1 0,1-1,0 1,-1-1,1 1,0 0,-1-1,1 1,0 0,0 0,-1 0,1 0,0 0,0-1,-1 1,1 0,0 1,0-1,0 0,-1 0,1 0,0 0,0 1,-1-1,1 0,0 1,-1-1,1 0,0 1,-1-1,1 1,-1-1,1 1,0-1,-1 2,0 83,-3-52,7 50,-3-80,0-1,-1 1,1-1,0 1,0-1,0 1,1-1,-1 0,0 1,1-1,0 0,-1 0,1 0,0 0,0-1,0 1,0 0,0-1,1 1,-1-1,0 0,1 0,-1 0,1 0,-1 0,1-1,0 1,-1-1,2 1,6-2,0-1,0 0,-1 0,1-1,-1 0,0-1,0 0,0 0,-1-1,1 0,-1-1,0 1,-1-2,1 1,-1-1,0 0,3-6,85-107,-94 119,-1 0,1 0,-1 1,0-1,0 0,0 1,0-1,0 0,1 1,-1-1,0 1,1-1,-1 0,0 1,1-1,-1 1,1-1,-1 1,1 0,-1-1,1 1,-1-1,1 1,-1 0,1-1,0 1,-1 0,1 0,-1-1,1 1,0 0,-1 0,1 0,0 0,-1 0,1 0,0 0,-1 0,1 0,0 0,-1 0,1 1,0-1,-1 0,1 0,-1 1,1-1,0 0,-1 1,1-1,-1 0,1 1,-1-1,1 1,-1 0,11 36,-9-28,0-1,1 1,0-1,0 1,1-1,0 0,0 0,1-1,4 6,-2-6,0 0,0-1,1 0,0 0,0-1,0 0,0 0,1-1,0 0,0-1,0 0,0 0,1-1,-1 0,1 0,0-1,-1-1,1 0,3 0,7-1,0-1,0-1,-1 0,1-2,-1 0,0-1,0-1,16-9,-18 6,0 0,-1-1,0-1,-1-1,0 0,-1-1,-1 0,0-1,-1-1,-1 0,0 0,-1-1,-1 0,0-1,-1 0,-1-1,-1 0,-1 1,-1-2,0-2,5-18,-3-1,-1 0,-2-1,-2 1,-2-1,-4-20,6 58,-1 1,0-1,0 0,-1 0,1 0,-1 0,0 0,0 1,0-1,0 0,-1 1,1-1,-1 1,0-1,0 1,0 0,-1 0,1 0,-1 0,1 0,-1 0,0 1,0-1,-1 1,1 0,0 0,-1 0,1 1,-1-1,1 1,-1 0,-1-1,-1 4,-1-1,0 0,1 1,0 1,-1-1,1 1,0 0,0 0,0 1,1-1,-1 1,1 1,0-1,0 1,0 0,-15 14,1 1,2 1,0 1,1 0,1 1,0 0,2 2,2-1,0 1,1 1,1 0,2 0,1 1,1 0,-1 13,6-26,0 0,0 0,2-1,0 1,0-1,1 1,1-1,0 0,1 0,0 0,1-1,1 0,0 0,0-1,1 1,1-1,0-1,0 0,1 0,0-1,1 0,0-1,0 0,5 1,14 8,0-3,1 0,1-2,0-1,0-2,1-1,23 2,27 3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4:05.5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1,'14'36,"2"0,1 0,2-1,1-2,2 0,24 28,-44-58,-1 0,1-1,-1 1,1 0,0-1,0 1,0-1,1 1,-1-1,1 0,-1 0,1 0,0 0,-1 0,1-1,0 0,0 1,0-1,0 0,0 0,1 0,-1-1,0 1,0-1,1 0,-1 0,0 0,0 0,1-1,-1 1,0-1,0 0,0 0,0 0,1 0,-2 0,1-1,1 0,6-10,0 0,-1 0,0-1,-2 0,1-1,-1 0,-1 0,-1 0,0-1,0-2,22-55,-26 73,-1-1,0 0,0 0,1 1,-1-1,0 0,0 0,1 1,-1-1,0 0,1 0,-1 0,0 0,1 1,-1-1,0 0,1 0,-1 0,0 0,1 0,-1 0,0 0,1 0,-1 0,0 0,1 0,-1 0,1 0,-1 0,0 0,1 0,-1-1,0 1,1 0,-1 0,0 0,0-1,1 1,-1 0,0 0,0 0,1-1,-1 1,0 0,0-1,1 1,-1 0,0-1,0 1,0 0,0-1,0 1,0 0,1-1,-1 1,0 0,3 34,-3-32,0 10,-1-5,0 0,1 1,0-1,0 1,0-1,1 1,0-1,0 1,1-1,0 0,1 0,-1 0,1 0,1 0,-1-1,1 1,0-1,1 0,-1 0,1 0,0-1,1 0,-1 0,6 4,-3-6,0-1,0 0,-1 0,1 0,0-1,0 0,1-1,-1 0,0 0,0-1,0 0,0 0,0-1,0 0,-1 0,1-1,0 0,-1 0,0-1,0 0,6-4,1-1,-1-1,-1 0,1-1,-2 0,0-1,0 0,-1-1,0 0,-1-1,2-5,1-2,-3 20,-6 21,-3-14,0 3,1-1,0 1,1 0,-1-1,2 1,-1-1,1 0,0 0,1 0,0 0,0 0,1-1,0 0,0 0,1 0,-1-1,2 1,-1-1,1-1,0 1,0-1,0-1,0 1,3 0,-2-3,0 0,1 0,-1 0,1-1,0-1,-1 1,1-1,-1-1,1 0,0 0,-1 0,1-1,-1-1,0 1,0-1,0-1,0 1,0-1,-1-1,0 1,0-2,0 1,0 0,-1-1,0-1,0 1,0-1,-1 0,0 0,-1 0,1 0,-2-1,1 0,-1 0,2-7,-2 8,0-1,-1 1,1-1,-2 1,1-1,-1 0,-1 0,1 0,-1 0,-1 1,1-1,-1 0,-1 0,0-2,2 10,0 1,0 0,0-1,-1 1,1 0,0-1,0 1,-1-1,1 1,0 0,-1-1,1 1,0-1,-1 1,1-1,-1 1,1-1,-1 0,1 1,-1-1,1 0,-1 1,1-1,-1 0,0 1,1-1,-1 0,0 0,1 0,-1 0,0 0,1 0,-1 0,1 0,-1 0,0 0,1 0,-1 0,0 0,1 0,-1 0,0-1,1 1,-1 0,1 0,-1-1,1 1,-1-1,1 1,-1 0,1-1,-1 1,1-1,-1 1,1-1,0 1,-1-1,1 0,0 1,-1-1,1 1,0-1,0 0,-1 0,1 10,-1 0,1-1,0 1,1 0,0-1,0 1,1-1,0 1,0-1,1 0,0 0,1 0,0 0,0 0,1-1,-1 0,2 0,-1 0,1-1,0 1,0-1,1-1,-1 1,1-1,1-1,-1 1,1-1,-1 0,1-1,1 0,-1 0,0 0,1-1,4 0,156 21,-84-20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4:08.2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1 656,'17'-86,"3"0,4 2,5-2,-9 43,-20 43,1 0,0 0,-1 0,1 0,0 0,-1 0,1 0,0 1,-1-1,1 0,0 0,-1 1,1-1,-1 0,1 1,0-1,-1 1,1-1,-1 1,1-1,-1 1,0-1,1 1,-1-1,1 1,-1-1,0 1,1 0,-1-1,0 1,0 0,0-1,0 1,1 0,-1-1,0 1,1 2,96 242,-84-168,-13-75,0 0,0 0,0 0,0 0,-1 0,1 0,-1 0,0 0,0 0,1 0,-1-1,0 1,0 0,-1 0,1-1,0 1,0-1,-1 1,1-1,-1 0,0 1,1-1,-1 0,0 0,1 0,-1 0,0-1,0 1,0 0,0-1,0 1,0-1,0 0,0 0,0 0,-1 0,-19-1,2-5</inkml:trace>
  <inkml:trace contextRef="#ctx0" brushRef="#br0" timeOffset="749.06">722 401,'-18'-2,"-1"1,0 0,0 2,0 0,0 1,0 1,0 0,1 2,0 0,0 1,0 1,1 0,0 2,-3 1,17-8,-1 0,1 1,0-1,0 1,0 0,0 0,0 0,1 0,-1 0,1 0,0 1,0-1,0 1,0-1,1 1,-1 0,1 0,0 0,0 0,1 0,-1 0,1 0,0 0,0 0,0 0,0 0,1 0,0 0,-1 0,2 0,-1 0,0-1,1 1,0 0,1 1,7 7,2-1,0-1,0 0,1 0,0-1,1-1,0 0,0-1,0 0,1-1,0-1,1-1,-1 0,1-1,-1 0,1-1,6-1,-6 1,0 0,0-1,0-1,0-1,0 0,0-1,8-2,-19 3,0-1,0 1,0-1,0 0,-1 0,1-1,-1 1,1-1,-1 0,0 0,0 0,0-1,0 0,-1 1,0-1,1-1,-1 1,-1 0,1-1,-1 1,0-1,0 0,0 0,1-4,0-8,0 1,-1 0,-1-1,0 0,-2 1,0-1,0 1,-2-1,0 1,-1 0,0 0,-2 0,1 1,-7-11,10 22,-1-1,1 0,-1 1,0-1,0 1,-1 0,1 0,-1 0,0 1,0-1,0 1,0 0,-1 0,-1 0,7 3,-1 0,0 1,0-1,0 0,0 0,1 1,-1-1,0 0,0 1,0-1,0 1,0-1,0 0,0 1,0-1,0 0,0 1,0-1,0 0,0 1,0-1,0 0,-1 1,1-1,0 0,0 1,0-1,0 0,-1 1,1-1,0 0,0 0,-1 1,1-1,0 0,0 0,-1 1,1-1,0 0,-1 0,1 0,0 0,-1 0,1 1,0-1,-1 0,1 0,-1 0,14 6,0 0,1 0,-1-2,1 0,0 0,0-1,0-1,0 0,4-1,-1 1,22 3,-14-3,0 1,0 1,-1 1,0 1,0 1,0 1,22 12,-39-15,0 0,-1 1,1 0,-1 0,-1 1,1 0,-1 0,0 0,0 0,-1 1,0 0,-1 0,1 0,-1 0,-1 1,0-1,0 1,-1-1,0 1,0 1,4 13,-5-17,1-1,0 0,0 1,0-1,1 0,0 1,0-1,0 0,1 0,0-1,-1 1,2-1,-1 1,0-1,1 0,0 0,0 0,0-1,1 1,-1-1,1 0,-1 0,1-1,0 1,0-1,1 0,-1-1,0 1,0-1,4 0,1-1,0-1,0-1,-1 0,1 0,-1-1,1 0,-1-1,0 0,0 0,0-1,-1 0,0 0,0-1,0 0,-1-1,0 0,0 0,0 0,-1-1,0 0,-1 0,1 0,-2-1,1 0,-1 0,-1 0,0-1,0 1,1-7,-1 2,-3 22,1 13,1-11,-1-1,1 1,1-1,0 0,0 0,1 0,0 0,0-1,1 1,0-1,1 0,0 0,0-1,1 0,-1 0,2-1,-1 1,1-2,0 1,0-1,0 0,1-1,-1 0,1 0,0-1,1 0,-1 0,0-1,1 0,17-2</inkml:trace>
  <inkml:trace contextRef="#ctx0" brushRef="#br0" timeOffset="993.406">1712 0,'-16'0,"-6"5,2 8,9 11,12 10,15 12,13 8,0-4</inkml:trace>
  <inkml:trace contextRef="#ctx0" brushRef="#br0" timeOffset="1259.059">1965 602,'16'3,"0"0,-1-2,1 0,0 0,0-2,0 0,-1-1,1 0,0-1,-1-1,0 0,0-2,0 1,-1-2,1 0,-1-1,-1 0,0-1,4-3,49-63,-64 72,0 0,0 0,-1 0,1 0,-1 0,0 0,0 0,0-1,0 1,-1 0,1-1,-1 1,0-1,0 1,0-1,0 1,-1 0,0-1,1 1,-1 0,0-1,0 1,-1 0,1 0,-1 0,1 0,-3-2,0 2,0 0,0 1,0-1,-1 1,1 0,-1 0,0 0,0 1,0 0,1 0,-1 0,0 0,0 1,0 0,0 0,0 0,0 1,0-1,0 1,0 0,0 1,0-1,1 1,-1 0,0 0,1 0,0 1,-1 0,1 0,0 0,1 0,-1 0,0 1,1 0,0 0,-1 1,-1 1,0 1,0 0,0 0,1 1,0 0,1-1,0 1,0 0,0 1,1-1,0 0,1 1,0-1,0 1,1-1,0 1,1-1,0 1,0-1,0 1,1-1,1 0,-1 1,1-1,1 0,-1-1,2 1,-1-1,1 0,0 0,0 0,0 0,1-1,0 0,1-1,3 3,11 6,1-2,0 0,1-1,0-2,0 0,1-1,1-2,-1 0,1-2,0-1,0 0,0-2,0-1,6-2,40-1,-13-4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4:06.8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1 490,'12'60,"3"-1,3-1,14 30,-14-36,-3-12,-1-4,0 2,-3 0,-1 0,-1 1,-3 0,2 36,-19-16,11-57,0-1,0 0,0 0,-1 0,1 1,-1-1,1 0,-1 0,1 0,-1 0,0 0,1 0,-1 0,0 0,0 0,0 0,0-1,1 1,-1 0,0-1,-1 1,1 0,0-1,0 1,0-1,0 0,0 1,0-1,-1 0,1 0,0 1,0-1,0 0,-1 0,1 0,0-1,0 1,0 0,-1 0,1-1,0 1,0-1,0 1,-1-1,-3-4,-1 0,1 0,0-1,1 1,-1-1,1 0,0 0,1-1,0 1,0-1,0 0,0 0,1 0,1 0,-1-2,-16-68,3 0,4 0,3-1,2-44,6-28,0 148,1 0,-1 0,0 1,1-1,-1 0,1 0,0 0,-1 1,1-1,0 0,0 1,0-1,0 0,0 1,1 0,-1-1,0 1,1 0,-1-1,1 1,-1 0,1 0,0 0,-1 0,1 1,0-1,0 0,0 1,-1-1,1 1,0 0,0-1,0 1,0 0,0 0,0 0,0 1,0-1,-1 0,1 1,0-1,0 1,0 0,-1-1,1 1,0 0,-1 0,2 1,23 9,-1 1,0 2,-1 0,0 2,2 3,36 46,-60-63,-1-1,0 1,0 0,0 0,0 0,-1 0,1 0,-1 0,1 0,-1 1,1-1,-1 0,0 0,0 0,0 0,-1 0,1 1,0-1,-1 0,1 0,-1 0,0 0,0 0,1 0,-1 0,-1 0,1-1,0 1,0 0,-1 0,1-1,-1 1,1-1,-1 0,0 1,1-1,-1 0,0 0,0 0,-4 2,1 0,-1 0,1-1,-1 0,0 0,0 0,0-1,0 0,0 0,0 0,0-1,0 0,-1 0,-3-1,9 1,1 0,-1 0,0-1,1 1,-1 0,1 0,-1 0,0-1,1 1,-1 0,1-1,-1 1,1 0,-1-1,1 1,-1-1,1 1,0-1,-1 1,1-1,0 1,-1-1,1 1,0-1,0 1,-1-1,1 0,0 1,0-1,0 1,0-1,0 0,0 1,0-1,0 0,0 1,0-1,0 1,0-1,0 0,0 1,1-1,-1 1,0-1,0 0,1 1,-1-1,0 1,1-1,-1 1,1-1,-1 1,1 0,-1-1,1 1,-1-1,1 1,29-28,-14 16,0 1,1 1,1 0,0 2,0 0,0 1,1 0,0 2,0 0,0 1,1 1,0 1,9 1,-23 1,0 1,0 0,0 0,0 0,-1 0,1 1,0 0,-1 1,1-1,-1 1,0 0,0 0,0 1,0-1,-1 1,1 0,-1 1,0-1,0 1,-1-1,1 1,-1 0,0 1,0-1,-1 0,2 5,-1-3,-2-2,0 0,1 0,-1 0,1 0,1 0,-1 0,0-1,1 1,0-1,0 0,1 0,-1 0,1 0,0 0,0-1,0 0,0 1,0-2,1 1,0 0,-1-1,1 0,0 0,0 0,0-1,0 0,4 1,1-4,1 0,-1-1,0 0,0 0,0-1,0 0,0-1,-1 0,0-1,0 0,-1 0,1-1,-1 0,-1-1,1 1,-1-1,-1-1,1 1,4-10,20-60,-31 78,0 0,1 1,-1-1,0 0,0 0,0 1,0-1,0 0,1 0,-1 0,0 1,0-1,0 0,1 0,-1 0,0 0,0 1,1-1,-1 0,0 0,1 0,-1 0,0 0,0 0,1 0,-1 0,0 0,0 0,1 0,-1 0,0 0,1 0,-1 0,0 0,0 0,1 0,-1 0,0 0,1 0,-1 0,0-1,0 1,1 0,-1 0,0 0,0-1,0 1,1 0,-1 0,0 0,0-1,0 1,0 0,1 0,-1-1,0 1,0 0,0 0,0-1,0 1,0 0,0-1,0 1,0 0,0 0,0-1,0 1,0 0,0-1,0 1,11 26,-8-19,69 128,-68-128,1 0,0-1,1 0,0 0,0 0,0-1,0 0,1 0,0-1,0 0,0 0,0 0,1-1,-1 0,1-1,0 1,6 0,-8-3,0 0,0 0,0 0,0-1,0 1,0-2,0 1,0-1,0 1,0-2,-1 1,1-1,-1 1,1-2,-1 1,0 0,0-1,-1 0,1 0,-1-1,0 1,0-1,1-2,4-6,0 0,-1 0,-1-1,0 0,-1 0,-1-1,0 0,2-12,6-48,-4-1,-3 1,-4-41,-1 68,2-13,-6-133,3 194,0 0,-1 1,1-1,0 0,-1 0,1 0,-1 1,1-1,0 0,-1 0,1 0,0 0,-1 0,1 0,-1 0,1 0,0 0,-1 0,1 0,-1 0,1 0,0 0,-1 0,1 0,-1 0,1-1,0 1,-1 0,1 0,0 0,-1-1,1 1,0 0,-1 0,1-1,0 1,0 0,-1-1,1 1,0 0,0-1,0 1,-1 0,1-1,0 1,0-1,0 1,0 0,0-1,0 1,0-1,0 1,0 0,0-1,0 1,0-1,0 1,0 0,0-1,0 1,0-1,1 1,-1 0,0-1,0 1,0 0,1-1,-1 1,-14 29,-5 40,2 0,4 1,3 0,0 51,7-91,2 0,2 0,0-1,2 1,1 0,5 14,-6-33,0 0,1 0,0 0,1 0,0-1,1 1,0-1,1-1,-1 1,2-1,0 0,0-1,0 0,1 0,0-1,1 0,9 5,-6-5,1 0,0-1,0 0,0-2,1 1,0-2,0 0,0 0,0-2,0 0,1 0,-1-2,0 0,0 0,0-2,0 0,0 0,0-2,-1 1,0-2,0 0,0-1,0 0,-1-1,-1-1,7-4,-13 6,-1 0,1 0,-1 0,0 0,-1-1,1 1,-2-1,1 0,-1-1,0 1,-1-1,0 1,0-1,-1 0,0 1,0-1,-1 0,-1 0,1 0,-1 1,-1-1,1 0,-2 1,1-1,-1 1,0 0,-1 0,0 0,-2-3,5 9,0 1,0-1,0 0,-1 1,1-1,-1 1,1-1,-1 1,1 0,-1 0,1 0,-1 0,0 0,0 0,0 0,1 0,-1 1,0-1,0 1,0-1,0 1,0 0,0 0,0 0,0 0,0 0,0 0,0 1,0-1,0 1,0-1,0 1,0 0,0-1,1 1,-1 0,0 0,1 1,-1-1,0 0,1 0,-1 1,1-1,0 1,0-1,-1 1,1 0,0-1,0 1,0 1,-4 8,0 1,1-1,0 1,1 0,0 0,1 0,0 0,1 0,0 1,1-1,1 0,0 1,0-1,1 0,1 0,0 0,0 0,2-1,-1 1,1-1,1 0,0-1,6 8,-5-8,0-1,1-1,1 1,-1-1,1-1,0 0,1 0,0-1,0 0,7 3,-12-6,1-1,0 0,-1 0,1 0,0 0,0-1,0 0,0 0,0-1,0 0,0 0,0 0,1-1,-1 0,0 0,-1 0,1-1,0 0,0 0,4-3,15-12</inkml:trace>
  <inkml:trace contextRef="#ctx0" brushRef="#br0" timeOffset="675.56">1258 317,'340'53,"-258"-42,0 4,-1 3,-1 3,-1 4,-1 4,24 14,-91-38,0 0,0 1,0 0,-1 1,1 0,-2 0,1 1,-1 1,0 0,-1 0,0 0,0 1,-1 0,-1 1,0 0,0 0,-1 0,0 0,-1 1,0 0,-1 0,0 0,0 12,-3 4,3 34,-2-60,-1-1,1 1,0-1,-1 1,1-1,0 1,0-1,0 0,0 1,0-1,0 0,1 0,-1 0,0 0,1 0,-1 0,1 0,-1 0,1-1,-1 1,1-1,-1 1,1-1,-1 1,1-1,0 0,-1 0,1 0,0 0,-1 0,1 0,0 0,-1 0,2-1,11-3,0-1,-1 0,0-1,0 0,0-1,-1 0,0-1,0-1,-1 0,0 0,0-1,-1-1,-1 1,0-2,0 1,-1-1,-1 0,0-1,0 0,0-3,20-52,-29 79,1 0,1 0,0 0,0 0,1 0,0 0,1 0,1 0,0 1,-2-8,0 0,1 0,0 0,-1 0,2-1,-1 1,0-1,0 1,1-1,0 0,0 0,0 0,0 0,0-1,0 1,1-1,-1 0,1 0,0 0,0-1,0 1,-1-1,1 0,0 0,1 0,0 0,1-1,-1 0,1 0,-1-1,0 1,1-1,-1-1,0 1,0-1,1 0,-1 0,-1 0,1-1,0 1,-1-1,1 0,-1-1,0 1,0-1,0 0,0 0,-1 0,0 0,3-5,2-3,-1 0,0 0,-1 0,0-1,-1 0,0 0,-1 0,2-12,-5 6,-4 27,1-1,0 0,0 1,1-1,-1 1,2 0,-1 0,1-1,0 1,1 0,0-1,0 1,1 0,0-1,0 1,1-1,-1 0,2 0,-1 0,1 0,0-1,0 1,1-1,0 0,4 3,6 0,0-2,1 0,0-1,0 0,0-2,1 0,0 0,0-2,0 0,0-1,0 0,0-2,0 0,0-1,10-2,48-8,-6-3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4:04.5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0 574,'48'90,"-18"-31,2-2,2-1,12 9,-44-61,-1-2,0 0,0 0,0 0,0 0,0 0,0 0,0-1,1 1,-1 0,1-1,-1 1,1-1,0 1,-1-1,1 0,0 1,0-1,0 0,0-1,0 1,0 0,0 0,0-1,0 1,1-1,-1 0,0 0,0 0,0 0,1 0,-1 0,0 0,0-1,2 0,1-7,0 0,-1-1,0 1,-1-1,0 0,0 0,-1 0,0-1,-1 1,0-1,0-6,-1 9,7-141,31 296,-37-145,0 1,0-1,0 0,1 1,-1-1,1 0,0 0,0 0,0 0,0 0,1 0,-1 0,1-1,0 1,-1-1,1 0,0 0,0 0,1 0,-1-1,0 1,1-1,-1 0,0 0,1 0,-1 0,1 0,0-1,-1 0,1 0,0 0,-1 0,1 0,-1-1,1 0,-1 1,1-1,-1 0,1-1,-1 1,1-1,4-4,0-1,0 1,-1-1,0-1,0 1,-1-1,0 0,-1-1,1 1,-2-1,1 0,-1-1,0 1,-1-1,-1 1,1-1,-1 0,-1 0,0 0,0 0,-1-6,-1 34,1 0,1 0,1 0,0 0,2 0,0 0,0-1,8 17,-10-31,0 0,0 0,1 0,-1 0,1-1,-1 1,1-1,0 1,0-1,0 0,0-1,0 1,0 0,1-1,-1 0,0 1,1-1,-1-1,1 1,0 0,-1-1,1 0,-1 0,1 0,0 0,-1 0,1-1,93-32,-80 22,-1 0,0-1,-1 0,0-2,-1 0,-1 0,0-1,-1-1,0 0,2-6,-14 22,0 0,0 0,0 1,0-1,0 0,0 0,0 0,0 1,0-1,0 0,0 0,0 0,1 0,-1 1,0-1,0 0,0 0,0 0,0 0,0 1,1-1,-1 0,0 0,0 0,0 0,0 0,1 0,-1 0,0 0,0 0,0 0,1 1,-1-1,0 0,0 0,0 0,1 0,-1 0,0 0,0 0,0-1,1 1,-1 0,0 0,0 0,0 0,1 0,-1 0,0 0,0 0,0 0,0-1,1 1,-1 0,-1 27,1-22,-1-1,0 1,1-1,0 1,0-1,0 1,1 0,-1-1,1 1,0-1,1 0,-1 1,1-1,-1 0,1 0,1 0,-1 0,0 0,1 0,0-1,0 1,0-1,0 0,1 1,-1-2,1 1,0 0,0-1,2 2,7 0,1 1,0-2,0 1,0-2,0 0,0-1,0 0,1-1,-1-1,0 0,0-1,0 0,0-2,0 1,1-2,-10 4,0-1,0 0,0 0,-1 0,1 0,0-1,-1 0,0 0,1 0,-1 0,-1-1,1 1,0-1,-1 0,0 0,0-1,0 1,0-1,-1 1,0-1,0 0,0 0,0 0,-1 0,0 0,1-5,-3 23,0-9,0 1,0 0,1 0,-1-1,1 1,0 0,0 0,1 0,0 0,-1-1,2 1,-1 0,0-1,1 1,0-1,0 1,0-1,1 0,-1 0,1 0,0 0,0 0,1-1,-1 1,1-1,-1 0,1 0,1 0,-1-1,0-1,0 1,0-1,0 0,0 0,0 0,0-1,1 1,-1-1,0 0,0 0,1-1,-1 1,0-1,0 0,0 0,0 0,0-1,0 0,0 1,0-1,0-1,-1 1,1 0,-1-1,0 0,1 0,-1 0,-1 0,1 0,0 0,-1-1,0 0,1 1,-1-1,-1 0,1 0,-1 0,1 0,-1 0,0 0,-1 0,1-1,-1 1,0 0,0 0,0-1,0 1,-1 0,0 0,1-1,-2 1,-1-4,0 0,-1 1,0-1,0 1,-1 0,0 0,0 0,0 1,-1 0,0 0,0 0,-1 1,1 0,-1 0,-1 1,1 0,0 0,-1 1,0-1,0 2,0-1,0 1,0 0,-1 1,1 0,0 0,-1 1,1 0,-1 1,1 0,-6 1,13-2,1 0,-1-1,0 1,1 0,-1 0,0 0,0 0,1 0,-1 1,0-1,0 0,1 0,-1 0,0 1,1-1,-1 0,0 1,1-1,-1 0,1 1,-1-1,0 1,1-1,-1 1,1-1,0 1,-1 0,1-1,-1 1,1 0,0-1,-1 1,1 0,0-1,0 1,0 0,-1-1,1 1,0 0,0 0,0-1,0 1,0 0,0 0,0-1,1 1,-1 0,0-1,0 1,1 0,-1-1,0 1,1 0,-1-1,0 1,1 0,-1-1,1 1,6 2,0-1,1 0,-1 0,1-1,-1 1,1-2,0 1,-1-1,1 0,0-1,-1 0,1 0,1-1,-2 1,312-43,-314 43,-1 1,0-1,1 1,-1 0,0 0,1 0,-1 1,0 0,0-1,1 1,-1 1,0-1,0 1,0-1,0 1,-1 0,1 1,0-1,-1 1,1-1,-1 1,0 0,0 0,0 1,-1-1,1 1,-1-1,1 1,-1 0,0 0,-1 0,2 9,0 0,-2 0,0 1,0-1,-1 0,-1 1,-1 6,1 56,1-75,-1 1,1-1,0 0,1 0,-1 1,0-1,0 0,0 1,1-1,-1 0,1 0,-1 1,1-1,-1 0,1 0,0 0,0 0,0 0,-1 0,1 0,0 0,0 0,0 0,0-1,0 1,1 0,-1-1,0 1,0 0,0-1,1 0,-1 1,0-1,0 0,1 1,-1-1,0 0,1 0,-1 0,0 0,1-1,48-26,-38 13,-2-1,1-1,-2 0,0 0,-1-1,-1 0,0 0,-1-1,-1 1,0-5,8-20,1 17,-14 25,1 0,-1 0,1-1,-1 1,1 0,-1 0,1 0,-1 0,1 0,-1 0,1 0,-1 0,1 1,-1-1,1 0,-1 0,1 0,-1 0,1 1,-1-1,1 0,-1 0,0 1,1-1,-1 0,1 1,-1-1,0 0,0 1,1-1,-1 1,0-1,1 1,-1-1,0 0,0 1,0-1,0 1,1-1,-1 1,0-1,0 1,0-1,0 1,0-1,0 1,0-1,0 1,-1-1,1 1,0 0,26 170,-26-168,1-1,0 0,0 1,1-1,-1 0,0 1,1-1,-1 0,1 0,0 0,0 0,0-1,0 1,0 0,0-1,0 0,0 1,1-1,-1 0,0 0,1 0,-1 0,1-1,-1 1,1-1,0 1,-1-1,1 0,-1 0,1 0,0 0,-1-1,1 1,-1-1,1 0,85-39,-69 26,0-1,-2 0,0-1,0-1,-1 0,-2-2,4-5,-21 31,0 0,0-1,0 1,1 1,0-1,1 0,-1 0,1 1,1-1,0 0,0 1,0-1,1 1,0-1,0 0,2 5,1-9,0 0,1 0,0 0,-1 0,1-1,0 0,1 0,-1 0,0 0,0-1,1 0,-1 0,1-1,-1 1,1-1,-1 0,1-1,-1 0,1 1,-1-1,0-1,1 1,-1-1,2-1,7-1,-1-1,0 0,0-1,0 0,-1-1,0 0,0-1,-1 0,0-1,0 0,-1-1,0 0,-1-1,5-7,-12 16,-2 2,0 0,1 1,-1-1,0 0,0 1,1-1,-1 0,0 1,1-1,-1 0,0 0,0 1,1-1,-1 0,1 0,-1 0,0 0,1 1,-1-1,0 0,1 0,-1 0,1 0,-1 0,0 0,1 0,-1 0,1 0,-1 0,0 0,1 0,-1 0,1 0,-1-1,0 1,1 0,-1 0,0 0,1-1,-1 1,0 0,1 0,-1-1,0 1,1 0,-1 0,0-1,0 1,1 0,-1-1,0 1,0-1,0 1,0 0,1-1,-1 1,0 0,0-1,0 1,0-1,0 1,0 0,0-1,0 1,0-1,0 1,0 0,0-1,-1 1,1-1,0 14,1 1,0-1,1 0,1 0,0 0,1 0,0-1,0 1,2-1,-1 0,2 0,4 5,-8-11,0-1,1 1,0-1,0 0,1-1,-1 1,1-1,0 0,0 0,1 0,-1-1,1 0,0 0,0 0,0-1,0 1,0-1,0-1,1 0,-1 0,0 0,1 0,-1-1,4 0,-5-4,0 0,-1-1,1 0,-1 1,0-1,0-1,0 1,-1 0,1-1,-1 0,-1 0,1 0,-1 0,0 0,-1 0,1-1,-1 1,-1-1,1 1,-1 0,0-2,2-7,32-233,-3-178,-30 312,-5 94,-8 24,-16 91,13-4,4 1,5 0,3 25,16 74,-11-177,1 0,0-1,1 1,1-1,0 0,1 0,1 0,0-1,0 0,1 0,0-1,6 5,-7-10,0-1,0 1,0-1,1-1,0 0,0 0,0 0,1-1,-1 0,1-1,-1 0,1 0,0-1,0 0,0 0,0-1,0 0,0-1,0 0,0-1,-1 1,1-2,0 1,-1-1,0 0,1-1,-1 0,-1 0,1-1,0 0,-1-1,0 1,-1-1,1 0,-1-1,0 0,-1 0,1 0,-1-1,-1 1,0-1,0 0,0 0,-1-1,0 1,-1-1,0 0,0 0,-1 1,0-1,0 0,-1-4,0 9,-1 0,1 0,-1 0,0 0,0 0,0 0,-1 0,1 0,-1 1,0-1,0 1,0-1,0 1,-1 0,0 0,1 0,-1 0,0 0,0 0,0 1,-1 0,1 0,-1 0,1 0,-1 0,0 0,0 1,1 0,-1 0,-1 0,1 3,1 0,0 0,-1 0,1 0,0 1,0 0,0-1,1 1,-1 0,0 0,1 1,0-1,0 0,0 1,0 0,1-1,-1 1,1 0,0 0,0-1,0 1,1 0,-1 0,1 0,0 0,0 0,1 0,-1 0,1 0,0 0,0 6,0 0,1-1,0 1,0-1,1 1,0-1,1 0,0 0,1-1,-1 1,2-1,-1 0,1-1,0 1,1-1,0 0,0 0,0-1,1 0,0-1,0 1,1-2,3 2,0 1,0-2,1 0,0 0,0-1,0-1,1 0,-1 0,1-2,0 0,0 0,-1-1,1-1,0-1,-1 1,1-2,3-1,23-10</inkml:trace>
  <inkml:trace contextRef="#ctx0" brushRef="#br0" timeOffset="195.964">2794 361,'-20'0,"-12"-2,-2-1,6 0,18 0,26 4,35 1,41 0,44 0,37 0,-11-1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4:00.5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282 558,'-12'-7,"0"1,0 0,0 1,-1 1,0 0,0 1,0 0,-13-1,21 3,-1 1,0 0,1 0,-1 1,1-1,-1 1,1 0,-1 1,1 0,-1-1,1 2,0-1,0 0,0 1,0 0,1 0,-1 1,1-1,0 1,0 0,0 0,-1 2,1-1,0 0,0 0,0 0,1 1,0 0,0-1,0 1,1 0,0 1,0-1,0 0,1 1,0-1,0 0,1 1,0-1,0 1,0-1,1 1,0-1,0 1,1-1,0 0,0 0,0 1,1-1,0-1,0 1,0 0,1-1,-1 0,1 0,1 0,-1 0,1 0,0-1,0 0,0 0,1-1,1 2,0-2,1-1,-1 0,0-1,1 1,-1-1,0-1,1 1,-1-1,1-1,0 1,-1-1,0-1,1 1,-1-1,0 0,0-1,0 0,0 0,0 0,-1-1,0 0,1-1,-1 1,-1-1,6-5,-3 2,0 0,-1 0,0-1,0 0,-1 0,0 0,0-1,-1 0,-1 0,1 0,-2-1,0 1,0-1,0 0,-2 0,1 0,-1-5,-1 12,0-1,0 1,-1-1,1 1,-1 0,0-1,0 1,0 0,-1 0,0 0,1 0,-1 0,-1 0,1 0,-1 1,1-1,1 4,1-1,-1 1,1-1,0 1,-1 0,1-1,-1 1,1 0,-1-1,1 1,-1 0,1 0,-1-1,1 1,-1 0,1 0,-1 0,0 0,1 0,-1 0,1 0,-1 0,0 0,1 0,-1 0,1 0,-1 0,1 0,-1 1,1-1,-1 0,1 0,-1 1,1-1,-1 0,1 1,-1-1,1 0,-1 1,1-1,0 1,-1-1,1 1,0-1,-1 1,1-1,0 1,0-1,-1 1,1-1,0 1,0-1,0 1,0 0,0-1,0 1,0 0,-6 36,6-28,1 0,0 0,0 0,1 0,0 0,1-1,0 1,1-1,-1 1,2-1,-1 0,1-1,0 1,0-1,1 0,0 0,1-1,-1 1,1-1,1-1,-1 1,1-2,-1 1,1-1,1 0,-1 0,1-1,-1 0,3 0,47 12,-2-5</inkml:trace>
  <inkml:trace contextRef="#ctx0" brushRef="#br0" timeOffset="570.51">1016 478,'-27'0,"18"-2,0 1,0 1,0-1,0 2,0-1,0 1,0 0,0 1,0 0,0 1,0 0,1 0,-1 1,1 0,0 0,0 1,1 0,-1 1,-5 4,7-2,1 0,-1 0,1 0,1 1,-1-1,1 1,1 0,0 1,0-1,1 0,-1 8,2-12,0 0,1 0,0-1,-1 1,2 0,-1 0,0 0,1-1,0 1,0 0,1-1,-1 1,1-1,0 1,0-1,0 0,1 0,0 0,-1 0,1 0,1-1,-1 1,0-1,3 2,7 1,1 0,-1 0,1-1,0-1,1 0,-1-1,1-1,-1 0,1-1,0-1,0 0,0-1,12-2,9-2,0-1,-1-2,1-1,-2-2,1-1,-1-2,-1-1,-1-2,0-1,7-7,39-49,-76 72,0 0,-1-1,1 1,-1-1,1 1,-1-1,0 0,0 0,0 1,0-1,0 0,-1 0,1 0,-1 0,0 0,0 0,0 1,0-1,-1 0,1 0,-1 0,0 0,1 0,-1 0,-1 1,1-1,0 0,-1 1,1-1,-1 1,0 0,1-1,-1 1,-1-1,0 1,0-1,0 1,0 0,0 0,0 0,0 0,-1 0,1 1,-1-1,1 1,-1 0,0 0,1 1,-1-1,0 1,1-1,-1 1,0 0,0 1,1-1,-1 1,0-1,1 1,-1 0,0 1,1-1,-1 0,1 1,0 0,0 0,-1 1,-4 1,1 2,0-1,1 1,-1 0,1 0,0 1,1 0,-1 0,1 0,1 1,-1-1,-2 9,5-11,0 0,0 1,0 0,1-1,0 1,0 0,0 0,1-1,0 1,0 0,0 0,1 0,0-1,0 1,0 0,1-1,0 1,0-1,0 1,1-1,-1 0,1 0,1 0,-1-1,1 1,-1-1,2 1,-1-1,0-1,1 1,-1 0,1-1,0 0,0 0,5 1,15 6,0-1,1-2,0 0,0-2,1-1,-1-1,1-1,0-2,2 0,35-1</inkml:trace>
  <inkml:trace contextRef="#ctx0" brushRef="#br0" timeOffset="1438.615">2113 451,'-17'4,"0"2,1 0,0 1,0 0,0 1,1 1,0 1,1 0,0 1,1 0,0 1,1 0,-8 11,18-21,0 1,0 0,1 0,-1-1,1 1,-1 0,1 1,0-1,0 0,0 0,0 0,1 0,-1 1,1-1,0 0,0 1,0-1,1 0,-1 0,1 1,-1-1,1 0,0 0,1 0,-1 0,0 0,1 0,-1 0,1 0,0-1,0 1,0 0,1-1,-1 0,0 0,1 1,0-1,0 0,15 9,0-1,1-1,0 0,0-1,1-2,0 0,0-1,21 3,48 14,-88-22,1 0,-1 0,1 0,-1 0,1 0,-1 1,1-1,-1 0,1 1,-1-1,1 1,-1-1,1 1,-1 0,1 0,-1 0,0 0,0 0,0 0,1 0,-1 0,0 0,0 0,0 1,-1-1,1 0,0 1,0-1,-1 1,1-1,-1 1,1-1,-1 1,0-1,1 2,-6 1,0-1,0 0,0 0,0 0,0-1,-1 1,1-1,-1-1,1 1,-1-1,0 0,0 0,-5 0,3 0,0 0,-4 2,0-1,-1 0,1-1,-1 0,1-1,-1-1,1 0,-1 0,1-2,-10-2,20 5,1-1,-1 1,1-1,0 1,0-1,-1 0,1 0,0 0,0 1,0-1,0 0,0 0,0-1,0 1,0 0,0 0,1 0,-1-1,0 1,1 0,-1-1,1 1,-1 0,1-1,0 1,-1-1,1 1,0 0,0-1,0 1,0-1,0 1,1-1,-1 1,0 0,1-1,-1 1,1-1,34-48,100-73,-110 106,-2-1,0-2,0 0,-2-1,-1-1,-1-1,0-1,-2-1,-1 0,-1-1,-1-1,-1 0,7-26,-16 39,-1 0,-1-1,-1 1,0-1,-1 1,0-1,-1 1,-1-1,0 1,-1 0,0-1,-1 2,-1-1,0 0,-1 1,-1 0,-7-12,14 24,-1-1,1 1,-1 0,1-1,-1 1,0 0,1 0,-1 0,0-1,0 1,0 0,0 0,0 0,0 0,0 1,0-1,0 0,0 0,-1 0,1 1,0-1,0 1,-1-1,1 1,-1 0,1-1,0 1,-1 0,1 0,0 0,-1 0,1 0,-1 0,1 0,0 1,-1-1,1 0,-1 1,1-1,0 1,0-1,-1 1,1 0,0 0,0-1,-1 2,-15 78,17-24,3 0,2 0,3 0,2 0,2-1,3-1,19 48,-31-96,3 17,2 0,1 0,1-1,1 0,1-1,0-1,2 0,10 12,-19-28,0 0,0 0,0-1,0 0,1 0,-1 0,1-1,0 0,0 0,0 0,0-1,0 0,0 0,0 0,0-1,0 0,0 0,0-1,1 0,-1 0,0 0,0 0,-1-1,1 0,0-1,0 1,-1-1,0 0,1 0,-1-1,0 0,-1 1,1-2,-1 1,0 0,0-1,0 0,2-3,-1 3,-1-1,1 0,-1 0,0 0,-1-1,1 1,-1-1,-1 0,1 0,-1 0,0 0,-1 0,0 0,0 0,0-1,-1 1,0 0,0-1,-1 1,0 0,0 0,-1-1,0 1,-2-4,4 10,-1 0,1 0,0 0,-1 0,1 0,-1 0,1 0,-1 0,0 0,1 0,-1 0,0 1,0-1,1 0,-1 1,0-1,0 0,0 1,0-1,0 1,0-1,0 1,0 0,0-1,0 1,0 0,0 0,0 0,0 0,0 0,0 0,0 0,-1 0,1 0,0 0,0 1,0-1,0 0,0 1,0-1,0 1,0-1,0 1,1-1,-1 1,0 0,0-1,0 1,1 0,-1 0,0 0,1-1,-1 1,1 0,-1 0,1 0,-1 0,1 0,-1 0,1 0,0 1,-4 5,1 0,0 1,1-1,-1 1,2-1,-1 1,1 0,0 0,1 0,-1 0,2 0,-1 0,1 0,0 0,1-1,0 1,0 0,1-1,-1 1,2-1,-1 0,1 0,0 0,1-1,-1 1,1-1,1 0,-1 0,1-1,0 0,0 0,0 0,2 0,4 0,-1 0,0-1,1-1,0 0,0-1,0 0,0 0,0-2,0 1,8-2,22-3</inkml:trace>
  <inkml:trace contextRef="#ctx0" brushRef="#br0" timeOffset="1635.167">1952 291,'25'0,"29"0,34 0,37 0,34 0,25 0,-18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3:57.93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201 589,'0'21,"0"13,0 8,0 3,0 1,0 0,3-4,0-4,2-9,0-9</inkml:trace>
  <inkml:trace contextRef="#ctx0" brushRef="#br0" timeOffset="373.429">0 388,'30'-32,"-2"6,-2-1,0-1,-2-2,-1 0,-2-2,8-15,-11-1,-19 48,1-1,0 1,0 0,0-1,0 1,0-1,-1 1,1 0,0-1,0 1,-1 0,1-1,0 1,-1 0,1 0,0-1,0 1,-1 0,1 0,-1-1,1 1,0 0,-1 0,1 0,-1 0,1 0,0-1,-1 1,1 0,-1 0,1 0,0 0,-1 0,1 0,-1 0,1 1,-1-1,1 0,0 0,-1 0,1 0,-1 0,1 1,0-1,-1 0,1 0,0 1,-1-1,1 0,0 0,0 1,-1-1,1 0,0 1,0-1,-1 1,1-1,0 0,0 1,0-1,0 0,-1 1,1-1,0 1,0-1,0 1,0-1,0 1,-4 5,1 1,0 0,0 0,0 0,1 0,0 0,0 1,1-1,0 1,0-1,0 1,1 0,1-1,-1 1,1-1,0 1,1-1,0 1,0-1,1 0,0 0,0 0,0 0,1-1,0 1,0-1,1 0,4 5,20 20,0-5</inkml:trace>
  <inkml:trace contextRef="#ctx0" brushRef="#br0" timeOffset="1029.665">562 629,'-1'22,"1"-1,1 1,0 0,2-1,1 1,0-1,2 0,0 0,1 0,1-1,5 7,-13-26,1 1,-1 0,1-1,-1 1,1 0,0-1,0 1,0-1,0 1,0-1,0 0,0 1,0-1,1 0,-1 0,0 0,1 0,-1 0,1 0,-1 0,1 0,0-1,-1 1,1-1,0 1,-1-1,1 1,0-1,-1 0,1 0,0 0,0 0,-1 0,1 0,0-1,0 1,-1 0,1-1,0 0,-1 1,1-1,-1 0,1 0,-1 0,2 0,7-15,-1 0,-1 0,0-1,-1 0,0 0,0-8,8-18,18-25,-33 68,0-1,0 1,0 0,1-1,-1 1,0 0,0-1,1 1,-1 0,0-1,1 1,-1 0,0 0,1-1,-1 1,0 0,1 0,-1 0,1-1,-1 1,0 0,1 0,-1 0,1 0,-1 0,0 0,1 0,-1 0,1 0,-1 0,1 0,-1 0,0 0,1 0,-1 1,1-1,-1 0,0 0,1 0,-1 1,0-1,1 0,-1 0,0 1,1-1,-1 0,0 1,1-1,-1 0,0 1,0-1,0 0,1 1,-1-1,0 1,0-1,0 1,8 28,-7-25,8 59,-8-49,0 0,1 0,0 1,1-2,1 1,0 0,1-1,1 1,0-1,0-1,1 1,1-1,4 5,-8-13,0-1,0 1,0-1,0 0,0-1,1 1,-1-1,1 0,0 0,-1 0,1 0,0-1,0 0,0 0,0 0,0-1,0 0,0 0,1 0,-1 0,0-1,0 0,0 0,0-1,-1 1,1-1,0 0,0 0,1-1,3-2,0 0,-1-1,1 0,-1 0,0-1,-1 0,0 0,0 0,0-1,-1 0,0-1,-1 0,0 1,2-5,1-16,0 1,-2-2,-1 1,-1-1,-2 1,-1-1,-1 0,-4-23,4 45,-43-562,43 567,0-7,-1 20,6 535,-5-516,0 0,2-1,2 1,0-1,2 0,1 0,1 0,1-1,2 0,1-1,0-1,4 3,-10-21,0 0,0 0,1 0,0-1,1 0,-1 0,1-1,0 0,0-1,1 0,-1 0,1 0,0-1,0-1,0 1,1-2,5 2,19-1</inkml:trace>
  <inkml:trace contextRef="#ctx0" brushRef="#br0" timeOffset="1260.346">843 349,'16'2,"19"1,21 0,20-1,13 0,4 3,-13 2</inkml:trace>
  <inkml:trace contextRef="#ctx0" brushRef="#br0" timeOffset="1973.506">1538 1030,'18'-69,"-5"25,-1-2,-3 1,-2-1,-2-1,-1 1,-3-7,-1 52,1 1,-1-1,0 0,1 0,-1 0,0 1,0-1,0 0,0 0,0 0,0 0,0 1,0-1,0 0,0 0,0 0,0 0,0 1,-1-1,1 0,0 0,-1 0,1 1,-1-1,1 0,-1 1,1-1,-1 0,1 1,-1-1,0 1,1-1,-1 1,0-1,1 1,-1-1,0 1,0-1,1 1,-1 0,0 0,0-1,0 1,1 0,-1 0,0 0,0 0,0 0,0 0,0 0,1 0,-1 0,0 1,0-1,0 0,1 0,-1 1,0-1,0 1,1-1,-1 1,0-1,0 1,1-1,-1 1,1-1,-1 2,0-2,0 1,0 0,1 0,-1 0,0 0,1 0,-1 0,1 0,0 1,-1-1,1 0,0 0,0 0,-1 0,1 0,0 1,0-1,0 0,0 0,1 0,-1 0,0 1,0-1,1 0,-1 0,1 0,-1 0,1 0,-1 0,1 0,0 0,-1 0,1 0,0 0,0 0,0-1,-1 1,1 0,0 0,0-1,0 1,0-1,1 1,51 12,226-18,-275 6,1 0,0 0,-1 0,1 1,-1 0,1 0,-1 0,0 0,0 1,0-1,0 1,0 0,-1 1,1-1,-1 1,0-1,0 1,0 0,-1 0,1 0,-1 0,0 1,0-1,-1 0,1 1,-1 0,0-1,0 1,0 0,-1 0,1-1,-1 1,-1 4,-22 153,22-160,1 0,0 0,0 0,0 0,0 0,1 0,-1-1,0 1,1 0,-1 0,1 0,0 0,0-1,-1 1,1 0,0-1,1 1,-1 0,0-1,0 0,1 1,-1-1,0 0,1 1,0-1,-1 0,1 0,0 0,-1-1,1 1,0 0,0-1,0 1,-1-1,1 1,0-1,0 0,0 0,0 0,0 0,1 0,81-17,-71 10,1 0,-1-1,0 0,-1-1,0 0,0-1,-1 0,0-1,-1 0,0-1,-1 0,0-1,-1 0,0 0,-1 0,-1-1,0 0,-1-1,-1 1,0-1,0 0,-2 0,1-10,-3 22,1 0,-1 0,0 0,0 0,0 0,0 0,0 1,-1-1,1 0,-1 0,0 0,0 0,0 0,0 1,0-1,-1 0,1 1,-1-1,0 1,0 0,0-1,0 1,0 0,0 0,-1 0,1 1,0-1,-1 1,0-1,1 1,-1 0,0 0,0 0,1 0,-1 0,0 1,0-1,0 1,0 0,0 0,0 0,0 0,0 0,0 1,0-1,0 1,0 0,1 0,-1 0,0 0,0 1,-3 3,0 1,0 1,0-1,1 1,0 0,0 0,1 0,0 1,0 0,1-1,0 1,0 1,1-1,0 0,0 1,1-1,0 1,1-1,0 1,0-1,1 2,0-3,0 0,1 0,0 0,0 0,0 0,1-1,0 1,1-1,0 0,0 0,0 0,0 0,1-1,0 0,0 0,1 0,-1 0,1-1,0 0,0 0,0-1,1 1,-1-1,1-1,0 1,0-1,0-1,0 1,0-1,1 0,25 4,0-1,1-1,-1-2,1-1,10-3,25-3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4:12.89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1 382,'4'120,"6"0,5-1,5-1,9 14,-6-47,-23-85,0 1,0-1,0 1,0-1,0 0,0 1,0-1,0 0,0 1,0-1,0 1,0-1,1 0,-1 1,0-1,0 0,0 1,0-1,1 0,-1 1,0-1,0 0,1 1,-1-1,0 0,0 0,1 1,-1-1,0 0,1 0,-1 0,0 0,1 1,-1-1,1 0,-1 0,0 0,1 0,-1 0,0 0,1 0,-1 0,1 0,-1 0,0 0,1 0,-1 0,0 0,1 0,-1-1,1 1,-1 0,0 0,1 0,-1 0,0-1,0 1,1 0,-1 0,0-1,1 1,-1 0,0-1,12-27,-8 16,-2 6,1 0,0 1,0 0,0-1,0 1,1 0,0 0,0 1,1-1,-1 1,1 0,0 0,0 1,0-1,0 1,1 0,-1 1,1-1,0 1,0 0,0 1,0-1,0 1,0 0,0 1,0-1,1 1,-1 0,0 1,0 0,0 0,0 0,0 1,0-1,0 1,0 1,-1-1,1 1,-1 0,1 1,-1-1,0 1,-2-2,1 1,-1 0,0-1,0 1,-1 0,1 1,0-1,-1 0,0 1,0-1,0 1,0 0,0 0,-1 0,0 0,0 0,0 0,0 0,-1 0,1 0,-1 0,0 0,0 0,-1 0,1 1,-1-1,0 0,0 0,0 0,-1 0,1-1,-1 1,0 0,0-1,0 1,-3 2,0-1,-2 0,1 0,0-1,-1 0,0 0,0 0,0-1,0 0,-1-1,1 1,-1-1,1-1,-1 0,0 0,0 0,1-1,-1 0,0 0,0-1,0 0,1-1,-1 1,0-1,1-1,0 0,-7-3,12 5,0-1,0 1,0-1,0 1,0-1,0 0,1 0,-1 0,0 0,1 0,0 0,-1 0,1 0,0-1,0 1,1 0,-1-1,0 1,1-1,-1 1,1-1,0 1,0-1,0 1,0-1,0 1,0-1,1 1,0 0,-1-1,1 1,0-1,0 1,0 0,0 0,0-1,1 1,-1 0,1 0,0 0,-1 1,1-1,0 0,0 1,0-1,1 0,17-14,1 2,0 0,1 1,0 1,1 1,0 1,1 1,0 2,0 0,25-3,-44 8,79-7,-81 9,-1 0,1 0,0 1,-1-1,1 1,-1 0,1-1,-1 1,1 0,-1 1,1-1,-1 0,0 1,0-1,0 1,0 0,0-1,0 1,0 0,0 0,-1 0,1 1,-1-1,0 0,1 1,-1-1,0 1,0-1,0 1,0 8,1-1,-1 1,-1-1,0 1,0-1,-1 1,0-1,-2 7,-1 75,5-89,0 0,-1 0,1 0,1 0,-1 0,0 0,1 0,0 0,-1-1,1 1,0-1,0 1,1-1,-1 0,0 0,1 0,-1 0,1 0,0 0,0 0,13 5</inkml:trace>
  <inkml:trace contextRef="#ctx0" brushRef="#br0" timeOffset="259.534">509 610,'0'0</inkml:trace>
  <inkml:trace contextRef="#ctx0" brushRef="#br0" timeOffset="757.064">1071 784,'-13'-3,"1"0,-1 1,0 1,0 0,0 0,-1 2,1-1,0 2,0 0,1 0,-1 2,0-1,1 1,0 1,0 0,0 1,1 0,-9 6,18-10,-1 0,1-1,-1 1,1 0,-1 0,1 0,0 1,0-1,0 0,0 1,1-1,-1 1,1 0,-1 0,1-1,0 1,0 0,0 0,1 0,-1 0,1 0,-1 0,1 0,0 0,0 1,0-1,1 0,-1 0,1 0,0 0,0 0,0 0,0-1,0 1,0 0,1 0,0-1,-1 1,1-1,1 1,10 11,0-1,1-1,1-1,0 0,0 0,1-2,1 0,14 6,90 59,-119-73,-1-1,0 0,0 1,0-1,0 1,0-1,0 1,0 0,0-1,0 1,-1 0,1 0,0-1,0 1,0 0,-1 0,1 0,-1 0,1 0,-1 0,1 0,-1 0,1 0,-1 0,0 0,1 0,-1 1,0-1,0 0,0 0,0 0,0 0,0 0,0 1,-1-1,1 0,0 0,-1 0,1 0,0 0,-1 0,0 0,1 0,-1 0,1 0,-1 0,0 0,0 0,1-1,-1 1,0 0,0-1,0 1,0 0,0-1,0 1,-1-1,-4 3,0-2,0 1,-1-1,1 0,0 0,-1 0,1-1,-1 0,1-1,-1 1,1-1,0 0,-1-1,-1 0,6 1,1 1,0-1,-1 0,1 1,0-1,0 0,0 0,0 0,0 0,0 0,0 0,0 0,0 0,0 0,1 0,-1 0,0 0,1-1,-1 1,1 0,-1-1,1 1,0 0,-1-1,1 1,0 0,0-1,0 1,0 0,0-1,0 1,1-1,-1 1,0 0,1-2,23-47,10-5,26-40,-5-2,0-13,-30 54,-3-1,-3-1,-2-1,-3 0,-2-1,-3-1,-3 1,-2-1,-3-9,-11 2,10 67,-1 0,1 0,0 1,-1-1,1 0,0 1,-1-1,1 0,-1 1,1-1,-1 1,1-1,-1 1,0-1,1 1,-1-1,0 1,1 0,-1-1,0 1,1 0,-1-1,0 1,0 0,1 0,-1 0,0 0,0 0,1 0,-1 0,0 0,0 0,0 0,1 0,-1 0,0 1,0-1,1 0,-1 1,0-1,1 0,-1 1,0-1,1 1,-1-1,1 1,-1-1,1 1,-1-1,1 1,-1 0,1-1,-1 1,1 0,0-1,-1 1,1 0,0-1,0 1,0 0,-1 0,1-1,0 1,0 0,0 0,0 0,0 0,-9 26,2 0,0 1,2 0,1 0,1 0,2 26,-1-30,-1 47,3-1,3 1,2-1,4 0,4 0,2-1,3-1,25 61,-37-111,0-1,2 0,0 0,1-1,0 0,1-1,1 0,1 0,0-1,11 10,-6-16,-4-10</inkml:trace>
  <inkml:trace contextRef="#ctx0" brushRef="#br0" timeOffset="1007.483">1031 530,'20'-2,"23"1,20 5,18 10,12 6,-8 0</inkml:trace>
  <inkml:trace contextRef="#ctx0" brushRef="#br0" timeOffset="1865.821">1872 824,'-28'0,"1"-1,0 1,-1 2,1 1,-23 5,44-7,-1 1,1 0,-1 0,1 1,0 0,0 0,0 0,0 1,0-1,1 2,0-1,0 0,0 1,0 0,1 0,0 1,0-1,0 1,1 0,0 0,-2 5,3-8,1 1,-1 0,1-1,0 1,1 0,-1 0,0 0,1 0,0 0,0 0,0-1,1 1,-1 0,1 0,0 0,0 0,0-1,1 1,-1 0,1-1,0 1,0-1,0 0,0 0,1 1,-1-1,1-1,0 1,0 0,0-1,0 1,0-1,0 0,1 0,-1-1,1 1,0-1,-1 1,2-1,6 2,0-1,0-1,0 1,0-2,0 0,0 0,0-1,0 0,0-1,0 0,0-1,-1 0,1 0,-1-1,0-1,0 0,0 0,-1-1,0 0,0-1,0 0,-1 0,0-1,5-7,-13 15,1 0,-1-1,0 1,0-1,0 1,0 0,0-1,0 1,1 0,-1-1,0 1,0 0,1-1,-1 1,0 0,0 0,1-1,-1 1,0 0,1 0,-1-1,0 1,1 0,-1 0,1 0,-1 0,0 0,1 0,-1-1,0 1,1 0,-1 0,1 0,-1 0,0 0,1 1,-1-1,1 0,-1 0,0 0,1 0,-1 0,0 0,1 1,-1-1,0 0,1 0,-1 0,0 1,1-1,-1 0,0 1,0-1,1 0,-1 0,0 1,0-1,0 1,1-1,-1 0,0 1,0-1,0 0,0 1,0-1,0 32,0-22,0-7,-1 0,1 0,0 0,1 0,-1 0,0 0,1 0,0 0,0 0,0-1,0 1,0 0,0-1,1 1,-1-1,1 1,0-1,0 0,0 1,0-1,0 0,0 0,0 0,1-1,-1 1,1-1,-1 1,1-1,0 0,-1 0,1 0,0 0,0 0,0-1,1 1,2-1,0 1,0-1,0-1,1 1,-1-1,0 0,-1 0,1-1,0 0,0 0,-1 0,1-1,-1 0,1 0,-1 0,0 0,0-1,-1 0,1 0,-1 0,0-1,0 1,0-2,7-8,-2 0,1-1,-2 0,0-1,-1 1,0-2,2-10,15-69,-5 0,-4-1,-4-1,-3-28,-1-82,-12 180,-3 27,-12 77,11-9,3 2,3-1,3 0,3 1,3-1,3 0,3-1,15 47,-25-105,-2-7,0-1,0 1,0 0,0 0,0 0,0 0,1-1,-1 1,0 0,1 0,0-1,-1 1,1 0,0-1,0 1,0 0,0-1,0 1,0-1,0 0,1 1,-1-1,0 0,1 0,-1 0,1 0,-1 0,1 0,0 0,-1-1,1 1,0 0,0-1,0 1,-1-1,1 0,1 0,107-65,-106 62,1 0,0 1,0-1,0 1,0 0,0 0,1 1,-1-1,1 1,-1 0,1 1,-1-1,1 1,-1 0,1 1,0-1,-1 1,1 0,-1 1,0-1,1 1,-1 0,0 0,0 1,0 0,0-1,-1 2,1-1,-1 0,0 1,0 0,0 0,0 0,2 4,-2 1,0-1,0 1,-1 1,0-1,0 0,-1 1,-1-1,0 1,0-1,0 1,-1 0,-2 6,2-11,0 0,-1 0,0 0,0 0,0 0,-1 0,0 0,0-1,0 1,0 0,-1-1,0 0,0 0,0 0,0 0,0 0,-1 0,0-1,0 0,0 0,0 0,0 0,-1-1,-2 2,4-3,1 0,-1 0,1-1,-1 1,0-1,1 0,-1 0,0 0,1 0,-1 0,0 0,1-1,-1 1,1-1,-1 0,0 0,1 0,0 0,-1 0,1 0,0-1,-1 1,1-1,0 0,0 0,0 1,1-1,-1 0,0-1,1 1,-1-1,-32-77,32 74,1-1,1 1,-1 0,1 0,0-1,0 1,1 0,0-1,0 1,1 0,-1 0,1 0,1 0,-1 0,1 1,0-1,0 1,1-1,-1 1,1 0,0 0,1 1,-1-1,1 1,0 0,0 0,0 1,1 0,-1 0,1 0,0 0,0 1,0 0,0 0,3 0,-1 0,0 0,1 1,-1 0,0 0,1 1,-1 0,1 0,-1 1,1 0,-1 1,0 0,0 0,0 1,0 0,0 0,0 1,-1 0,1 0,-1 1,-1 0,1 0,0 0,-1 1,0 0,-1 1,1-1,-1 1,0 0,-1 0,0 1,0-1,-1 1,1 0,-2 0,1 0,-1 0,0 0,0 8,-2-1,-1-14,1 1,-1-1,1 0,-1 0,1 1,-1-1,1 0,0 1,0-1,-1 0,1 1,0-1,0 0,0 1,1-1,-1 0,0 1,0-1,1 0,-1 0,1 1,-1-1,1 0,-1 0,1 0,0 1,0-1,0 0,-1 0,1 0,0 0,0-1,0 1,1 0,-1 0,0 0,0-1,0 1,0-1,1 1,-1-1,0 1,1-1,-1 0,0 0,1 1,-1-1,0 0,1 0,-1-1,1 1,15-9,-1-2</inkml:trace>
  <inkml:trace contextRef="#ctx0" brushRef="#br0" timeOffset="2393.06">2769 436,'-13'-3,"27"6,29 3,-1-2,1-1,0-3,0-1,-1-3,1-1,21-6,-51 8,-1 0,0 0,0-1,0-1,0 0,-1-1,1 0,-1-1,-1 0,1 0,-1-1,-1-1,0 1,0-2,0 1,-1-1,-1-1,0 1,0-1,-1 0,0-1,-1 1,0-1,-1 0,0-4,-1 5,-1 0,-1 0,1-1,-2 1,0-1,0 1,-1 0,0-1,-1 1,-2-7,3 13,-1 1,1-1,-1 1,0 0,-1 0,1 0,0 0,-1 0,0 0,0 1,0-1,-1 1,1 0,-1 0,0 0,1 0,-1 1,-1-1,1 1,0 0,0 1,-1-1,1 1,-1 0,1 0,-5-1,-3 2,0 1,0 0,1 0,-1 1,1 1,-1 0,1 1,0 0,0 0,1 1,-1 1,1 0,0 0,1 1,-1 0,1 0,1 1,-1 1,2-1,-1 1,1 1,0-1,1 1,0 0,1 1,0-1,0 1,-2 10,0 3,1 0,1 0,0 0,2 1,2 0,0 0,1-1,1 1,4 16,51 221,-42-210,54 264,-68-314,0-1,0 1,1 0,-1 0,1 0,-1-1,1 1,0 0,0-1,-1 1,1-1,0 1,0-1,1 1,-1-1,0 1,0-1,1 0,-1 0,1 0,-1 0,1 0,-1 0,1 0,0 0,-1-1,1 1,0-1,0 1,-1-1,1 0,0 1,0-1,0 0,-1 0,1 0,0-1,0 1,0 0,-1-1,1 1,1-1,42-11,-2-2,0-2,-1-1,0-3,12-9,-11 7,9-3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4:11.80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122 368,'-3'18,"3"11,4 4,7 0,6-4,3-7,-3-7</inkml:trace>
  <inkml:trace contextRef="#ctx0" brushRef="#br0" timeOffset="451.494">1 20,'20'-5,"0"0,0 1,1 2,-1 0,1 1,-1 1,1 0,0 2,-1 1,1 0,-1 2,0 0,-1 1,1 1,-1 1,12 7,-20-8,1 1,-1 0,-1 1,0 0,0 1,-1 0,0 0,0 1,-1 0,-1 0,0 1,-1 0,0 1,-1-1,0 1,-1 0,0 0,-1 1,1 8,13 131,-16-151,0 1,0 0,0 0,0 0,0-1,1 1,-1-1,1 1,0-1,0 0,0 1,0-1,0 0,0 0,0 0,1-1,-1 1,1-1,-1 1,1-1,0 0,0 0,-1 0,1 0,0 0,0-1,0 1,0-1,0 0,0 0,0 0,0 0,0 0,0-1,-1 0,1 1,0-1,0 0,0 0,-1 0,1-1,0 1,-1-1,1 1,-1-1,0 0,1 0,7-7,-1 0,0 0,0-1,-1 0,0 0,-1-1,0 0,0 0,-1-1,-1 0,0 0,1-7,-6 19,1 1,-1-1,0 0,0 1,0-1,0 0,1 1,-1-1,0 0,0 0,1 1,-1-1,0 0,0 0,1 1,-1-1,0 0,1 0,-1 0,0 0,1 1,-1-1,0 0,1 0,-1 0,0 0,1 0,-1 0,0 0,1 0,-1 0,1 0,-1 0,0 0,1 0,-1 0,0-1,1 1,-1 0,0 0,1 0,-1 0,0-1,1 1,-1 0,0 0,1-1,4 16,3-3,1 0,1 0,0-1,0 0,1-1,0 0,1-1,0 0,1-1,0 0,0-1,1 0,0-1,0-1,0 0,0-1,1-1,0 0,14 1,36 8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4:10.5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307 705,'0'18,"0"15,0 9,3 7,0 1,2-1,2-6,1-9,-2-9</inkml:trace>
  <inkml:trace contextRef="#ctx0" brushRef="#br0" timeOffset="464.414">0 424,'10'-7,"-1"1,1 1,0-1,1 2,0-1,-1 2,1-1,0 1,1 1,-1 0,0 1,1 0,-1 0,1 1,-1 1,0 0,1 1,-1 0,0 0,0 1,0 1,0 0,-1 0,10 6,-5 0,-1 1,0 0,-1 1,0 0,-1 1,-1 0,0 1,0 0,-2 1,0 0,0 1,-2-1,4 10,5 18,-2 2,-2-1,-1 1,1 26,-10-55,-2-11,0 0,0 0,1 0,0 0,0 0,0 0,1-1,0 1,-1 0,2-1,-1 1,0-1,1 1,0-1,0 0,3 2,-3-5,1-1,-1 0,1 0,0 0,-1 0,1-1,-1 1,1-1,-1 0,1 0,-1 0,0-1,0 1,1-1,-1 0,0 1,0-1,-1-1,1 1,0 0,-1-1,1 0,-1 1,0-1,1-1,-3 3,15-14,-1-2,-1 0,0 0,-2-1,0-1,0 0,-2 0,-1-1,3-10,11 106,-20-67,1 0,1 0,0-1,0 0,0 0,1 0,1 0,-1-1,1 0,0 0,1 0,0-1,0 0,0 0,1-1,-1 0,1 0,0-1,1 0,-1 0,1-1,0 0,0-1,0 0,0 0,0-1,0 0,1 0,-1-1,0-1,0 1,0-1,5-2,16-7</inkml:trace>
  <inkml:trace contextRef="#ctx0" brushRef="#br0" timeOffset="864.334">1096 545,'26'-15,"58"-32,-3-3,72-58,-141 97,0 1,-1-1,0-1,-1 0,0-1,-1 0,0 0,3-8,-9 15,-1 1,1-1,-1 0,0 0,0 0,-1 0,0 0,0 0,0 0,-1-1,0 1,0 0,-1 0,1 0,-1 0,-1-1,1 1,-1 0,0 1,0-1,-1 0,-2-4,1 5,1 0,-1 0,0 1,0-1,-1 1,1 0,-1 0,0 0,0 1,-1-1,1 1,-1 1,1-1,-1 1,0 0,0 0,0 0,0 1,0 0,0 1,0-1,-1 1,1 0,0 0,0 1,0 0,0 0,0 1,0-1,0 1,0 0,0 1,1 0,-1 0,1 0,0 0,0 1,0 0,0 0,-1 2,-4 7,1 1,0 1,1 0,1 0,0 0,1 1,1 0,1 1,0-1,0 1,2-1,0 1,1 0,1 0,1 0,2 15,6 66,4-2,5 0,28 88,23 121,-59-250,-3-1,-2 1,-2 0,-3 1,-3-1,-1 1,-3-24</inkml:trace>
  <inkml:trace contextRef="#ctx0" brushRef="#br0" timeOffset="1116.551">1096 999,'-14'-5,"-9"0,-2-1,0 1,4 0,9 0,13 1,17-1,22-2,24-5,25-4,17-2,8 0,-14 3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3:13.4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1444 3944,'0'-72,"-2"25,2 0,3 0,1-1,4-6,-4 38,3 25,-4 192,-5-152,2-1,2 1,2-1,6 24,2-28,1-11</inkml:trace>
  <inkml:trace contextRef="#ctx0" brushRef="#br0" timeOffset="-548.592">923 3182,'16'611,"-16"-603,-1-2,1 0,-1 0,1 0,0 0,0 0,1 0,0 0,0 0,1-1,-1 1,1 0,0-1,1 1,-1-1,1 1,0-1,1 0,-1 0,1-1,0 1,0-1,0 0,1 0,-1 0,1 0,5 2,1-5,0 0,0-1,-1-1,1 0,0 0,0-1,-1 0,1-1,-1 0,1-1,-1 0,-1-1,1 1,0-2,-1 0,4-3,20-12</inkml:trace>
  <inkml:trace contextRef="#ctx0" brushRef="#br0" timeOffset="-286.266">655 3570,'12'4,"12"2,14 0,14-6,14-7,9-7,6-2,-11 3</inkml:trace>
  <inkml:trace contextRef="#ctx0" brushRef="#br0" timeOffset="4335.23">13916 3089,'-5'340,"4"-319,0 0,2 0,0-1,1 1,4 13,-4-27,0 0,0 0,0-1,1 1,0 0,1-1,0 0,0 0,0 0,0 0,1-1,0 1,0-1,1-1,-1 1,1-1,5 3,-4-2,0-1,0-1,0 1,0-1,0 0,1-1,-1 0,1 0,0-1,0 0,-1 0,1-1,0 0,0 0,0-1,0 1,-1-2,1 1,0-1,-1-1,1 1,-1-1,0-1,0 1,0-1,0 0,-1-1,0 0,1 0,-2 0,1-1,1-1,7-15</inkml:trace>
  <inkml:trace contextRef="#ctx0" brushRef="#br0" timeOffset="4590.081">13729 3343,'23'0,"21"-3,19-2,15-3,9-3,5 1,-3 0,-16 2</inkml:trace>
  <inkml:trace contextRef="#ctx0" brushRef="#br0" timeOffset="5032.561">14438 3450,'27'10,"111"-3,-137-7,1 0,-1 0,1 1,-1-1,1 1,-1-1,1 1,-1 0,1 0,-1-1,0 1,1 0,-1 0,0 0,0 0,0 1,0-1,0 0,0 0,0 1,0-1,0 1,-1-1,1 0,-1 1,1-1,-1 1,1 0,-1-1,0 1,0-1,0 1,0-1,0 1,0 0,0-1,0 1,-1-1,1 1,0-1,-1 1,0-1,1 1,-1 0,-40 63,-51 23,89-87,3-1,0 0,-1 0,1 0,-1 0,1 0,-1 0,1 0,0 0,-1 1,1-1,-1 0,1 0,-1 0,1 0,0 1,-1-1,1 0,0 0,-1 1,1-1,0 0,-1 0,1 1,0-1,0 0,-1 1,1-1,0 1,0-1,-1 0,1 1,0-1,0 1,0-1,0 0,0 1,0-1,0 1,0-1,0 1,0-1,0 0,0 1,0-1,0 1,0-1,0 1,0-1,1 0,-1 1,0-1,0 1,1-1,-1 0,0 1,0-1,1 0,-1 1,0-1,1 0,-1 0,0 1,1-1,104 7,-94-6,0 0,0 1,0 0,0 1,-1 0,1 1,-1 0,0 0,0 1,0 1,-1 0,0 0,0 1,0 0,-1 0,0 1,4 5,-10-11,-1 1,0-1,0 1,0-1,0 0,0 1,0 0,0-1,-1 1,0-1,1 1,-1 0,0-1,0 1,-1 0,1-1,0 1,-1-1,0 1,1 0,-1-1,0 1,0-1,-1 0,1 1,0-1,-1 0,1 0,-1 0,0 0,-2 2,-69 47,56-43,0 0,-1 0,1-2,-1 0,-1-2,1 0,-9 1,26-5,0 0,0 1,0-1,0 0,-1 0,1 0,0 0,0 0,0 0,-1 0,1 0,0-1,0 1,0 0,0-1,0 1,-1-1,1 1,0-1,0 0,0 1,0-1,1 0,-1 0,0 0,0 1,0-1,0 0,0-11</inkml:trace>
  <inkml:trace contextRef="#ctx0" brushRef="#br0" timeOffset="-3073.44">0 2848,'45'8,"0"-2,0-1,0-3,1-2,13-3,123 4,-173 0,-8 0,0 0,1-1,-1 1,0-1,1 1,-1-1,0 0,1 1,-1-1,0 0,1 0,-1 0,1 0,-1 0,0 0,1 0,-1 0,1-1,-1 1,0 0,1-1,-1 0,0 1,0-1,1 0,-1 1,0-1,0 0,0 0,0 0,0 0,0 0,0 0,0 0,0 0,-1 0,1-1,0 1,-1 0,1-1,-1 1,1 0,-1-1,0 0,-31-94,7-115,11 89,-4 2,-6 0,-17-43,23 99,21 68,0 1,0-1,1 0,-1 0,1 0,0 0,0-1,0 0,0 0,1 0,-1-1,1 0,-1 0,1 0,0 0,0-1,0 0,0-1,0 1,0-1,44 4,-10-1,0 1,-1 2,0 1,26 10,-62-14,1-1,-1 1,1 1,-1-1,0 0,-1 1,1-1,0 1,-1 0,0 0,0 0,0 0,0 0,-1 1,0-1,0 0,0 1,0-1,0 1,-1-1,0 1,0-1,0 1,-1-1,0 1,1-1,-2 0,1 1,0-1,-2 4,1 6,-1 1,0 0,2 0,0 1,0-1,2 0,-1 0,2 1,0-1,1 0,1-1,5 15,21 37,-19-44,0 0,-2 1,-1-1,0 2,-2-1,-1 1,0 0,-2 1,-1 62,1-84,0 1,0-1,0 0,1 0,-1 0,1-1,0 1,0-1,0 0,0 0,0 0,0 0,0-1,1 0,-1 1,1-2,-1 1,0 0,1-1,0 0,-1 0,1-1,-1 1,4-1,234 8,-157-3,-1-5,1-3,66-12,381-24,-383 28,70 6,-137 5,335-25,62-27,-142 40,133-1,-192 23,-141-1,165 19,-212-15,0-4,43-3,285 7,844-12,-1070 13,-104-16,-86 1,0 0,-1 0,1 0,-1 0,1 0,-1 0,0-1,1 1,-1-1,0 1,-1-1,1 1,0-1,-1 1,0-1,1 0,-1 1,0-1,0 0,0 1,-1-1,1 0,-1 1,0-1,1-3,-6-51,-2 2,-3-1,-7-16,7 28,-21-87,-5-16,7-1,5-4,23 139,1 12,0-1,1 1,-1 0,1-1,-1 1,1-1,-1 1,1 0,0-1,0 1,0-1,0 1,0-1,0 1,0-1,0 1,0-1,1 1,-1-1,1 1,-1-1,1 1,-1 0,1-1,0 1,0 0,0 0,0 0,0-1,0 1,0 0,0 0,0 0,1 0,8 0,0 0,1 0,-1 1,0 0,1 1,-1 0,0 1,1 0,-1 1,0-1,2 3,-7-3,0 1,0 0,0 0,0 0,-1 1,0-1,0 1,0 0,0 0,0 1,-1-1,0 1,0 0,0 0,0 0,-1 0,0 0,0 0,1 6,14 111,-15-101,-1-7,5 110,6 0,5-1,5-1,29 84,-16-116,-34-89,0 1,-1-1,1-1,0 1,0 0,0 0,0 0,0 0,0-1,0 1,0 0,0-1,1 1,-1-1,0 1,0-1,0 0,1 1,-1-1,0 0,1 0,-1 0,0 0,0 0,1 0,-1 0,0 0,0-1,1 1,-1-1,0 1,0 0,0-1,1 0,-1 1,0-1,0 0,0 0,0 1,0-1,0 0,-1 0,1 0,0 0,0 0,-1 0,1 0,0-1,-1 1,1-1,23-15,67 10,-63 8,418-8,232-12,4-9,-72 17,-273 9,92-11,40 0,249-11,-173-6,-179 23,-62 1,-303 6,1 0,-1 0,1 0,-1 0,0-1,1 1,-1 0,1-1,-1 1,0-1,1 1,-1-1,0 0,0 0,1 1,-1-1,0 0,0 0,0 0,0 0,0 0,0 0,0-1,-1 1,1 0,0 0,-1-1,1 1,-1 0,1-1,-1 1,1 0,-1-1,0 1,0-1,0 1,0-1,0 1,0 0,0-1,0 1,-1-1,1 1,0 0,-1-1,0 0,-70-345,43 170,-3-20,-27-74,32 198,37 83,1 0,0-1,1 0,0 0,0-2,1 0,0 0,0-1,1-1,0-1,-1 0,1 0,1-2,-1 0,0 0,3-2,3 3,-15-2,9 1,0 0,0 1,0 0,-1 1,1 1,-1 0,0 1,6 4,-16-5,-1-1,0 1,0-1,0 1,-1 0,1 0,-1 0,0 0,-1 0,1 1,-1-1,0 1,0-1,-1 1,0-1,0 1,0-1,0 1,-1-1,0 0,-1 4,0 15,2 62,4 0,4 0,4-1,3 0,4-1,3-1,13 25,-34-106,-1 1,1 0,-1 0,1 0,0 0,0 0,0-1,0 1,1 0,-1 0,1-1,0 1,0-1,0 1,0-1,0 0,0 0,0 0,1 0,-1 0,1 0,0-1,-1 1,1-1,0 0,0 0,0 0,3 1,136-5,211-22,-208 11,128 0,7 12,89-2,-57-9,465-10,-714 23,627-12,279-17,-179 17,144 12,-928 0,-5 1,0-1,0 1,0-1,0 1,1-1,-1 0,0 1,0-1,1 0,-1 0,0 0,1 0,-1 0,0 0,0-1,1 1,-1 0,0-1,0 1,0-1,1 1,-1-1,0 1,0-1,0 0,0 0,0 1,0-1,0 0,0 0,-1 0,1 0,0 0,0 0,-1 0,1 0,-1-1,1 1,-1 0,1 0,-1 0,0-1,1 1,-1 0,0 0,0-1,0 1,0 0,0-1,-65-289,-79-396,141 672,-5-9,2-2,1 1,0-1,2 0,2 0,0 0,2-14,1 104,-1-61,-1 0,1 0,-1 0,1-1,0 1,0 0,0 0,0 0,1 0,-1-1,1 1,0-1,0 1,0-1,0 0,0 0,0 1,0-2,1 1,-1 0,1 0,-1-1,1 1,0-1,0 0,0 0,0 0,-1 0,1 0,0-1,0 0,2 1,104-1,-101-1,113-15,-68 8,0 2,0 2,25 3,-74 1,0-1,0 1,0 1,0-1,-1 0,1 1,0 0,0 0,-1 0,1 0,-1 1,1-1,-1 1,1 0,-1 0,0 0,0 0,0 1,0-1,0 1,-1 0,1 0,-1 0,0 0,0 0,0 0,0 1,0-1,-1 1,2 3,1 16,-1 1,-1 0,0-1,-2 1,-3 22,2-24,-12 160,5-124,3 0,2 1,3-1,2 0,3 1,2-1,3-1,7 19,-16-71,-1 1,1-1,1 1,-1-1,1 1,0-1,1 0,-1 0,1 0,0 0,0 0,0-1,1 1,-1-1,1 0,0 0,1 0,-1-1,1 0,-1 1,1-2,0 1,0 0,0-1,1 0,-1 0,0-1,1 1,0-1,183-26,355 0,598 14,-737 13,180 0,-564-1,6-1,-1 2,1 0,-1 2,0 0,10 5,-91-26,20 3</inkml:trace>
  <inkml:trace contextRef="#ctx0" brushRef="#br0" timeOffset="-1711.504">629 2407,'14'3,"-1"1,1 0,-1 1,0 1,0 0,0 1,-1 0,0 1,0 1,-1-1,8 9,65 43,-81-58,-1-1,1 0,0 1,0-1,0 0,0 0,0-1,1 1,-1-1,0 1,0-1,0 0,0 0,1-1,-1 1,0-1,0 1,0-1,0 0,0 0,0 0,0-1,0 1,-1-1,1 1,0-1,-1 0,1 0,-1 0,0 0,1-1,-1 1,0-1,-1 1,1-1,1-1,13-23,-1-1,-1-1,-2 0,5-17,10-23,13-18,-24 56</inkml:trace>
  <inkml:trace contextRef="#ctx0" brushRef="#br0" timeOffset="1302.805">7313 2179,'3'2,"1"-1,0 1,0 0,-1 0,0 0,1 1,-1-1,0 1,0 0,0 0,0 0,-1 0,1 0,-1 1,0-1,0 1,0-1,0 1,-1 0,1 0,-1 0,0 0,1 3,3 7,4 8,-6-11,1-1,0 0,1 0,0 0,1 0,0-1,1 0,-1 0,6 4,-10-12,0-1,1 1,-1-1,0 1,0-1,1 0,-1 0,0 0,0 0,1 0,-1-1,0 1,0-1,1 1,-1-1,0 0,0 0,0 0,0 0,0 0,0 0,0-1,-1 1,1-1,0 1,-1-1,1 1,-1-1,1 0,-1 0,0 0,0 0,0 0,0 0,0 0,0 0,-1 0,1-1,-1 0,15-31,-1-1,-2-1,-1 0,-3-1,0 0,-3 0,0-9,8-41,-8 57</inkml:trace>
  <inkml:trace contextRef="#ctx0" brushRef="#br0" timeOffset="3686.992">13476 1939,'10'16,"-3"3,-5-12,0 1,0-1,0 1,1-1,0 0,1 0,0 0,0 0,0 0,1-1,0 0,0 0,0 0,1-1,0 0,0 0,0 0,1-1,0 0,0 0,0-1,5 2,-8-3,0-1,1 0,-1 0,1 0,-1-1,0 1,1-1,-1 0,1 0,-1-1,1 0,-1 1,0-1,1-1,-1 1,0-1,0 1,0-1,0 0,0-1,0 1,-1-1,1 0,-1 1,0-2,1 1,-1 0,-1-1,1 1,0-1,-1 0,0 0,0 1,0-2,5-11,-2 0,0 0,-1-1,0 0,-1 1,-1-1,-1-1,19-90,-12 88</inkml:trace>
  <inkml:trace contextRef="#ctx0" brushRef="#br0" timeOffset="2166.791">7527 3302,'0'0,"0"-1,0 0,0 1,0-1,0 1,0-1,1 1,-1-1,0 1,0-1,1 1,-1-1,0 1,1-1,-1 1,0-1,1 1,-1-1,1 1,-1 0,1-1,-1 1,1 0,-1 0,1-1,-1 1,1 0,-1 0,1 0,-1-1,1 1,-1 0,1 0,0 0,-1 0,1 0,-1 0,1 0,0 0,-1 1,1-1,-1 0,1 0,-1 0,1 0,-1 1,1-1,-1 0,1 1,-1-1,1 0,-1 1,0-1,1 1,-1-1,1 1,-1-1,0 0,1 1,-1-1,0 1,0 0,15 36,-9 1,-3 1,-1-1,-1 0,-3 1,0-1,-4 6,-4 85,9-123,0 1,1-1,-1 0,1 1,1-1,-1 0,1 1,0-1,0 0,1 0,0 1,0-1,0-1,1 1,0 0,0-1,0 1,1-1,-1 0,2 0,-1 0,0-1,1 1,0-1,0 0,0 0,0-1,1 0,-1 0,5 2,-2-2,1-1,-1 0,1 0,0 0,0-1,0-1,0 1,0-2,0 1,0-1,-1 0,1-1,0 0,0 0,-1-1,0 0,1-1,-1 0,0 0,-1-1,1 1,-1-2,0 1,0-1,0 0,-1-1,0 1,-1-1,1 0,3-7,0-10</inkml:trace>
  <inkml:trace contextRef="#ctx0" brushRef="#br0" timeOffset="2433.439">7379 3557,'9'0,"15"0,12-2,13-4,13-2,8-3,5-1,-2-1,-13 1</inkml:trace>
  <inkml:trace contextRef="#ctx0" brushRef="#br0" timeOffset="2781.037">7967 3637,'11'-3,"-1"0,1 1,0 0,-1 1,1 0,0 1,0 0,0 1,-1 0,1 1,0 0,5 2,-12-3,-1 1,1-1,-1 1,1 0,-1 0,0 0,0 1,0-1,0 1,0 0,-1 0,1 0,-1 0,0 0,1 0,-2 0,1 1,0-1,-1 1,1 0,-1-1,0 1,0 0,-1 0,1 0,-1-1,0 1,0 3,0 5,-1-1,-1 0,0 0,0 0,-1 0,-1 0,0-1,0 1,-3 4,-90 128,96-143,1 0,-1 1,0-1,1 0,-1 1,0-1,1 1,-1-1,1 1,-1-1,1 1,-1 0,1-1,-1 1,1 0,-1-1,1 1,0 0,-1-1,1 1,0 0,0 0,0-1,-1 1,1 0,0 0,0 0,0-1,0 1,0 0,1 0,-1 0,0-1,0 1,0 0,1 0,-1-1,0 1,1 0,-1-1,1 1,-1 0,1-1,-1 1,1-1,-1 1,1-1,-1 1,1-1,0 1,-1-1,1 1,0-1,0 0,-1 1,1-1,0 0,0 0,-1 0,1 1,0-1,0 0,-1 0,1 0,0 0,0 0,0-1,138-11,-108 7,156-26,-94 17</inkml:trace>
  <inkml:trace contextRef="#ctx0" brushRef="#br0" timeOffset="6315.898">20213 1578,'0'0,"0"0,0 0,1 0,-1 0,0 0,0-1,0 1,0 0,0 0,0 0,1 0,-1 0,0-1,0 1,0 0,0 0,0 0,0 0,0-1,0 1,0 0,14 46,2-1,3-1,1-1,2 0,4 3,-26-45,0 1,1-1,-1 0,0 1,1-1,-1 0,0 1,1-1,0 0,-1 0,1 0,0 0,-1 1,1-1,0 0,0 0,0-1,0 1,0 0,0 0,0 0,0-1,0 1,1 0,-1-1,0 1,0-1,1 1,-1-1,0 0,1 0,-1 1,0-1,1 0,-1 0,0 0,1 0,-1-1,0 1,1 0,-1-1,0 1,0 0,1-1,-1 0,0 1,0-1,0 0,0 1,1-2,4-11,0 1,-1-1,-1 0,0-1,-1 1,0-1,-1-4,2-3,5-29,-8 31,2-1,1 1,0 0,1 0,1 1,1-1,0 2,2-1,0 1,8-11,4 4</inkml:trace>
  <inkml:trace contextRef="#ctx0" brushRef="#br0" timeOffset="7085.788">20534 2594,'11'278,"-15"-206,1-37,2 1,1-1,1 1,7 32,-7-61,0 0,0-1,1 1,0-1,1 1,0-1,0 0,0 0,0 0,1 0,0 0,0-1,1 0,-1 0,1 0,0-1,1 1,-1-1,1 0,0-1,0 1,0-1,0 0,1-1,-1 1,1-1,-1-1,1 1,0-1,-1 0,1-1,0 0,0 0,0 0,0-1,0 0,-1 0,5-2,-3 0,0 0,0-1,-1 0,0 0,1-1,-1 0,-1 0,1-1,-1 0,0 0,0 0,2-4,11-18</inkml:trace>
  <inkml:trace contextRef="#ctx0" brushRef="#br0" timeOffset="7329.21">20333 2941,'16'-2,"17"-1,16 0,16 1,10 0,8 1,2 1,-4 0,-17 0</inkml:trace>
  <inkml:trace contextRef="#ctx0" brushRef="#br0" timeOffset="7584.976">21082 2955,'-14'19,"1"1,1 0,1 2,0-1,2 1,1 0,0 1,2 0,0 0,2 1,0-1,2 1,1 0,0 0,3 8,-3-30,0 1,1-1,-1 1,1-1,0 1,0-1,0 1,0 0,0-1,0 1,1-1,-1 1,1-1,0 1,0-1,0 1,0-1,0 0,0 0,1 1,-1-1,1 0,0 0,-1 0,1-1,0 1,0 0,0-1,0 1,0-1,1 1,-1-1,0 0,1 0,0 0,18 2,-1-1,1-1,0-1,-1-1,1-1,-1-1,1 0,-1-2,0 0,18-8,-10 1,-6 1</inkml:trace>
  <inkml:trace contextRef="#ctx0" brushRef="#br0" timeOffset="7820.37">21283 3128,'-16'19,"-5"14,1 11,3 10,8 4,9 4,6 1,0 2,1-8</inkml:trace>
  <inkml:trace contextRef="#ctx0" brushRef="#br1" timeOffset="88448.204">14225 1939,'-1'0,"1"-1,-1 1,1 0,0 0,-1-1,1 1,-1 0,1-1,0 1,-1 0,1-1,0 1,0-1,-1 1,1 0,0-1,0 1,0-1,0 1,-1-1,1 1,0-1,0 1,0-1,0 1,0-1,0 1,0-1,0 1,0-1,1 1,-1-1,0 1,0-1,0 1,0 0,1-1,-1 1,0-1,0 1,1 0,-1-1,0 1,1 0,-1-1,1 1,-1 0,0-1,1 1,-1 0,1 0,-1-1,1 1,-1 0,0 0,1 0,-1 0,1 0,-1 0,1 0,-1 0,1 0,-1 0,1 0,39-5,-35 5,471 0,-195-7,-85 1,127 15,155 22,4-24,362-1,-515-7,403-26,-597 20,540 2,-589 16,-98-25,1 6</inkml:trace>
  <inkml:trace contextRef="#ctx0" brushRef="#br1" timeOffset="88743.549">19024 1632,'13'6,"14"8,14 5,9 4,7 6,3 1,-4 3,-7 3,-12 0,-14 0,-21-1,-24 0,-26-1,-30-2,-29-2,-29-4,10-6</inkml:trace>
  <inkml:trace contextRef="#ctx0" brushRef="#br1" timeOffset="89553.067">14665 1632,'-61'31,"-2"-2,-64 19,-68 31,193-78,0-1,0 0,-1 0,1 1,1-1,-1 1,0 0,0 0,0-1,0 1,0 0,1 1,-1-1,0 0,1 0,-1 1,1-1,0 1,-1-1,1 1,0 0,0-1,0 1,0 0,0 0,0 0,1 0,-1 0,0 0,1 0,0 0,-1 0,1 0,0 0,0 0,0 0,1 0,-1 0,0 0,1 0,-1 0,1 0,0 0,-1 0,1 0,0-1,1 3,18 13,0-1,1-1,0-1,2-1,-1-1,7 2,-8-3,273 123,-287-131,-5-1,0-1,1 1,-1-1,1 1,-1-1,1 0,-1 0,1 0,0-1,0 1,-1-1,1 1,0-1,0 0,0 0,-1 0,1 0,0-1,0 1,0-1,-1 1,1-1,0 0,-1 0,1-1,-1 1,1 0,-1-1,0 1,1-1,-1-1,3-12,-1-2,-1 1,-1 0,0-1,-2 1,1-1,-2 1,0-1,-1 1,-1 0,-3-11,4 16,-11-59,-3 0,-18-46,26 89,5 9</inkml:trace>
  <inkml:trace contextRef="#ctx0" brushRef="#br1" timeOffset="97337.991">17112 1,'29'600,"-20"-465,2 36,-7 0,-8 12,3-169,-19 116,15-120,0-5</inkml:trace>
  <inkml:trace contextRef="#ctx0" brushRef="#br1" timeOffset="97601.683">16925 963,'11'23,"9"14,5 10,3 6,-1 3,-3-1,-3-3,-5-6,-4-6,-3-8,-3-7,-3-12,-2-8</inkml:trace>
  <inkml:trace contextRef="#ctx0" brushRef="#br1" timeOffset="97922.545">16938 977,'4'3,"1"-1,0 1,-1-1,1 0,0 0,0 0,0-1,0 1,1-1,-1-1,0 1,0-1,4 0,0 1,59 1,-51-3,0 1,-1 1,1 1,-1 0,1 1,-1 0,16 6,-29-7,-1 0,1-1,0 1,0 0,-1 0,1 1,-1-1,0 0,1 1,-1 0,0-1,-1 1,1 0,0 0,-1 0,0 0,1 0,-1 1,0-1,-1 0,1 0,-1 1,1-1,-1 0,0 1,-1 2,-15 88,-4-39,-3-1,-1-1,-11 13,6-11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5:11.348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1 255,'4'2,"7"1,10 0,10-1,15-2,9-2,10-3,5 0,0-2,-7 1,-9 1,-10 1,-10 1,-12 0,-9-1</inkml:trace>
  <inkml:trace contextRef="#ctx0" brushRef="#br0" timeOffset="348.705">482 1,'22'19,"41"12,-42-24,-1 2,0 0,0 1,-1 1,-1 1,0 1,0 0,-2 2,1-1,-2 2,0 0,-1 1,-1 1,3 4,-13-15,0 0,-1 1,1-1,-2 1,1-1,-1 1,0-1,-1 1,1-1,-2 1,1 0,-1-1,0 1,0-1,-1 1,0-1,-1 0,0 1,0-1,-2 3,-9 15,-2 0,-1-1,0 0,-18 16,-12 17,32-36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5:25.719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258 59,'-17'-2,"-1"0,0 1,0 0,0 2,0 0,-15 3,27-3,-1 1,1 0,0 0,0 0,0 1,0-1,0 1,1 1,0-1,-1 1,1 0,0 0,1 1,-1-1,1 1,0 0,0 0,0 1,1-1,-2 4,4-6,-1 1,1 0,-1 0,1 0,0 0,1 0,-1 0,1 0,-1 0,1 1,0-1,1 0,-1 0,1 0,0 0,0 0,0 0,1 0,-1 0,1 0,0-1,0 1,0 0,0-1,1 0,0 1,-1-1,1 0,0-1,0 1,1 0,-1-1,1 0,-1 0,1 0,0 0,-1 0,1-1,0 0,0 1,0-2,4 2,3 0,0-1,0 0,0-1,0 0,1-1,-1 0,0 0,-1-1,1-1,0 0,-1 0,1-1,-1 0,0-1,0 0,-1-1,1 0,-1-1,-1 1,1-2,-1 1,0-1,-1 0,0-1,0 0,-1 0,0 0,-1-1,0 0,0 0,-1 0,0-1,-1 1,0-1,-1 0,0-2,-4-28,2 41,0-1,0 0,0 1,0-1,0 0,0 0,0 1,0-1,-1 1,1-1,0 0,0 1,0-1,-1 0,1 1,0-1,-1 1,1-1,0 1,-1-1,1 1,-1-1,1 1,-1-1,1 1,-1-1,1 1,-1 0,0-1,1 1,-1 0,1 0,-1-1,0 1,1 0,-1 0,0 0,1 0,-1 0,0 0,1 0,-1 0,0 0,1 0,-1 0,0 0,1 0,-1 1,0-1,1 0,-1 1,1-1,-1 1,-4 4,1 0,1 0,-1 1,1-1,0 1,0 0,1 0,0 0,0 0,0 1,1-1,-1 0,2 1,-1-1,1 1,0-1,0 1,1 3,0-3,0 0,0-1,1 1,0 0,0 0,1-1,0 0,0 1,0-1,1 0,-1-1,2 1,-1 0,1-1,-1 0,1 0,1-1,-1 1,1-1,-1 0,1-1,0 0,1 1,-1-2,1 1,-1-1,1 0,0 0,0-1,4 2,1-1,-1 0,1-1,0 0,-1-1,1 0,0-1,-1 0,1-1,-1 0,1-1,-1 0,0-1,0 0,0-1,-1 0,4-2,-8 2,0-1,0 1,0-1,-1 0,1 0,-1-1,-1 0,1 0,-1 0,-1 0,1 0,-1-1,0 0,-1 0,0 1,0-1,-1 0,0-1,0 1,-1 0,0 0,-1-7,-1 41,2-18,1-1,-1 0,2 0,-1 1,1-1,0 0,0 0,1-1,0 1,0 0,0-1,1 0,0 0,1 0,-1 0,1 0,0-1,0 0,1 0,0-1,0 1,0-1,0 0,0-1,1 0,0 0,-1 0,1-1,0 0,0 0,1-1,-1 1,0-2,0 1,8-1,-6-3,1-1,-1 0,1 0,-1-1,0 0,-1-1,1 0,-1 0,-1-1,1 1,-1-2,0 1,0-1,-1 0,0-1,-1 1,0-1,0 0,-1-1,0 1,-1-1,0 0,0 0,-1 0,0 0,-1 0,0-1,-4 7,-5 20,7-12,0 0,-1 0,1 1,1-1,-1 0,1 0,-1 1,1-1,0 0,1 1,-1-1,1 0,0 0,0 1,0-1,1 0,-1 0,1 0,0 0,0-1,0 1,1 0,-1-1,1 0,0 1,0-1,2 1,8 5,0-1,1-1,0 0,0-1,1 0,-1-1,1-1,1 0,-1-1,0-1,14 0,-23-1,78 9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5:27.699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162 650,'2'19,"1"12,0 6,1 3,1-1,-1-4,1-8,0-12,-1-7</inkml:trace>
  <inkml:trace contextRef="#ctx0" brushRef="#br0" timeOffset="554.81">1 303,'35'6,"-1"1,1 2,-1 2,-1 0,0 3,-1 1,-1 1,0 1,-1 2,25 21,-45-33,-1 1,0 1,-1 0,0 0,0 1,-1 0,0 0,-1 0,0 1,-1 0,0 1,-1-1,0 1,0-1,-2 1,1 0,-1 1,-1-1,0 0,-1 8,-1-17,0 0,0 0,1 1,0-1,-1 0,1 0,0 1,1-1,-1 0,1 0,-1 0,1 1,0-1,0 0,0 0,1 0,-1 0,1 0,-1-1,1 1,0 0,0-1,0 1,1-1,-1 0,0 0,1 0,0 0,-1 0,1 0,0-1,0 1,1-1,8 1,1-2,-1 0,0 0,0-1,0-1,0 0,0-1,0 0,0 0,-1-1,0-1,1 0,-2-1,1 0,-1 0,0-1,1-2,54-46,-64 54,-1 1,1 0,-1 0,1 0,-1 0,1 0,-1 0,1 0,-1 0,1 0,-1 0,1 0,-1 1,0-1,1 0,-1 0,1 0,-1 1,1-1,-1 0,0 0,1 1,-1-1,1 0,-1 1,0-1,0 0,1 1,-1-1,0 1,1-1,-1 1,0-1,0 0,0 1,0-1,1 1,-1-1,0 1,0-1,0 1,0-1,0 1,0-1,0 1,0-1,0 1,-1-1,1 1,0-1,0 1,0-1,0 0,-1 1,1-1,0 1,-1-1,1 0,0 1,-1-1,1 0,0 1,-1-1,1 0,-1 1,1 3,-2 2,0 0,1 1,-1-1,1 1,1-1,0 1,-1-1,2 1,-1-1,1 1,0 0,1-1,-1 0,1 1,0-1,1 0,0 0,0 0,0-1,0 1,1-1,0 1,0-1,1 0,-1-1,1 1,0-1,0 0,1 0,-1-1,6 3,-7-4,1-1,0 0,0 0,0 0,0 0,0-1,0 0,0 0,0 0,0-1,0 0,0 0,0 0,0 0,-1-1,1 0,0 0,-1 0,0-1,1 1,-1-1,0 0,0 0,0 0,-1-1,1 0,-1 1,2-4,3-4,0-1,-1 0,0 0,-1-1,-1 0,0 0,0 0,-2-1,3-12,4-53,-3-1,-3 0,-6-54,1 65,-5-158,0 197,-3 28,-18 71,15-15,3 1,2 0,3 1,2-1,2 1,6 37,-4-65,2 0,0-1,2 1,1-1,1 0,2-1,0 0,2-1,0 0,2 0,1-1,1-1,34 21,-31-38</inkml:trace>
  <inkml:trace contextRef="#ctx0" brushRef="#br0" timeOffset="807.724">844 210,'20'-5,"23"4,25 5,20 8,15 10,4 11,-14-1</inkml:trace>
  <inkml:trace contextRef="#ctx0" brushRef="#br0" timeOffset="1397.282">1312 905,'14'-24,"-1"0,-1-1,-1-1,-2 0,0 0,-2-1,0 0,-2 0,-1 0,-2-1,0-24,-6 17,4 35,0-1,0 1,0-1,0 0,0 1,0-1,0 1,-1-1,1 1,0-1,0 1,0-1,0 1,-1-1,1 1,0-1,0 1,-1 0,1-1,0 1,-1-1,1 1,-1 0,1-1,0 1,-1 0,1 0,-1-1,1 1,-1 0,1 0,-1-1,1 1,-1 0,1 0,-1 0,1 0,-1 0,1 0,-1 0,1 0,-1 0,1 0,-1 0,1 0,-1 0,1 1,-1-1,1 0,-1 0,1 0,-1 1,1-1,-1 0,1 1,-1-1,0 1,0 0,0 0,1 0,-1 0,0 0,0 0,0 1,1-1,-1 0,1 0,-1 1,1-1,-1 0,1 1,0-1,0 0,-1 1,1-1,0 1,0-1,0 0,1 1,-1-1,0 1,0-1,1 0,-1 1,1-1,-1 0,1 0,0 1,-1-1,1 0,0 0,0 0,0 0,0 1,43 34,-26-28,0-1,0-1,1 0,0-2,1 0,-1-1,4 0,70 14,-91-17,1 1,-1-1,0 1,0 0,0-1,0 1,0 0,0 0,0 1,0-1,0 0,0 1,0-1,-1 1,1-1,-1 1,1 0,-1 0,0 0,0-1,1 1,-1 0,-1 1,1-1,0 0,0 0,-1 0,1 0,-1 1,0-1,0 0,0 0,0 1,0 1,-5 37,3 42,3-80,-1 0,1 0,0 0,1 0,-1 0,0 0,1-1,0 1,0 0,-1-1,1 0,1 1,-1-1,0 0,0 0,1 0,0 0,-1-1,1 1,0-1,0 1,-1-1,1 0,0 0,3 0,4 1,0-1,-1 0,1-1,0 0,0-1,0 0,-1 0,1-1,0 0,-1-1,0 0,1-1,1-1,2 1,-10 3,-1 0,1 0,-1 0,1 1,-1 0,1-1,0 1,-1 0,1 0,0 0,-1 1,1-1,-1 1,1-1,-1 1,1 0,-1 0,1 0,-1 0,1 0,-1 1,0-1,0 1,1 0,4 2,1 0,-1 0,1-1,0 0,0 0,0-1,0 0,0 0,0-1,1 0,-1-1,0 0,1 0,-1-1,0 0,1 0,-1-1,0 0,0 0,0-1,0 0,-1-1,1 1,-1-1,0-1,0 0,0 0,1-1,-6 4,1-1,-1 0,0 1,1-1,-1 0,0 0,-1 0,1-1,0 1,-1 0,0-1,0 1,0-1,0 1,-1-1,1 1,-1-1,0 1,0-1,0 0,0 1,-1-1,1 1,-1-1,0 1,0-1,-1 1,1-1,-1 1,1 0,-1 0,0 0,0 0,0 0,-1 0,1 1,-1-1,1 1,-1 0,0-1,0 1,0 0,0 1,-1-1,-2-1,0 0,0 1,0 0,-1 0,1 1,-1 0,1 0,-1 0,1 1,-1 0,1 0,-1 0,0 1,1 0,-1 1,1-1,0 1,0 1,-1-1,1 1,1 0,-1 0,0 0,1 1,0 0,-1 0,2 1,-1-1,0 1,1 0,0 0,0 1,3-2,0 0,0 0,1 0,-1-1,1 1,0 0,0 0,0 0,1 0,0 0,-1 0,1-1,1 1,-1 0,0 0,1-1,0 1,0-1,0 0,0 1,0-1,1 0,-1 0,1-1,0 1,0 0,0-1,0 0,0 1,1-1,-1-1,1 1,-1 0,1-1,0 0,0 0,40 19</inkml:trace>
  <inkml:trace contextRef="#ctx0" brushRef="#br0" timeOffset="2641.75">2475 731,'-8'-2,"1"1,-1 0,0 0,1 0,-1 1,0 0,0 0,1 1,-1 0,0 1,1-1,-1 2,1-1,-6 3,9-3,0 0,0 0,0 0,1 0,-1 1,1 0,-1 0,1 0,0 0,0 0,1 0,-1 1,1-1,-1 1,1 0,0 0,1 0,-1 0,1 0,-1 0,1 0,0 0,1 1,-1-1,1 0,0 4,0-3,1-1,-1 0,1 1,1-1,-1 0,0 0,1 0,0 0,0 0,0 0,1-1,-1 1,1-1,0 1,0-1,0 0,0 0,0 0,1-1,-1 1,1-1,0 0,0 0,0 0,0 0,0-1,0 1,8 2,0-1,1 1,-1-2,1 0,-1 0,1-1,0-1,10-1,-11 0,-1 0,1-2,-1 1,0-1,0-1,0 0,0 0,-1-1,0-1,0 0,0 0,-1-1,1 0,-2 0,1-1,-1 0,0-1,-1 0,0 0,0-1,-1 0,-1 0,1 0,-1 0,-1-1,2-9,8-34,-2-2,-3 1,-2-1,-3-1,-3-46,0 83,0 3,-1-1,0 1,-1-1,-1 1,-1-1,-1 1,0 0,-2-3,6 19,0 0,0 0,-1-1,1 1,-1 0,1 0,-1 0,1 0,-1 0,0-1,1 1,-1 0,0 1,0-1,0 0,0 0,0 0,0 0,0 1,0-1,0 0,0 1,0-1,0 1,0 0,-1-1,1 1,0 0,0-1,-1 1,1 0,0 0,0 0,-1 0,1 0,0 1,0-1,0 0,-1 0,1 1,0-1,0 1,0-1,0 1,0 0,0-1,-1 1,2 0,-1 0,0-1,0 1,0 0,0 1,-43 56,33-34,0 0,2 0,1 1,1 0,1 0,1 1,1 0,2 0,0 0,2 0,1 0,1 0,3 17,-2-23,2 0,0 0,0 0,2 0,1-1,0 0,1 0,1-1,1 0,1-1,0-1,1 0,1 0,0-1,1-1,1 0,7 4,-18-13,1-1,-1 1,1-1,0 0,0-1,0 0,1 0,-1 0,1-1,0 1,-1-2,1 1,0-1,0 0,0 0,0-1,1 0,-1 0,0-1,0 0,0 0,0-1,-1 1,1-1,0-1,-1 0,1 0,-1 0,0 0,0-1,0 0,-1-1,1 1,3-5,-3 0,0 0,0 0,-1 0,-1-1,1 0,-2 0,1 0,-1 0,-1-1,0 1,0-1,-1 0,-1 0,-10 38,6 61,4-85,1 0,-1-1,1 1,-1-1,1 1,0 0,0-1,0 1,1-1,-1 0,0 1,1-1,0 0,-1 0,1 0,0 0,0 0,0 0,0-1,0 1,1-1,-1 1,0-1,1 0,-1 0,1 0,0 0,-1-1,1 1,-1 0,2-1,8-1,0-1,-1 0,1-1,0 0,-1 0,0-2,0 1,0-1,0-1,-1 0,0-1,0 0,0 0,-1-1,0 0,-1 0,3-5,51-49,-62 62,1 0,-1 0,1 0,-1 1,0-1,1 0,-1 0,1 0,-1 1,0-1,1 0,-1 1,0-1,1 0,-1 1,0-1,0 0,1 1,-1-1,0 1,0-1,0 1,1-1,-1 0,0 1,0-1,0 1,0-1,0 1,0-1,0 1,0-1,0 1,0-1,0 0,0 1,-1-1,1 1,0-1,0 1,0-1,-1 0,1 1,0-1,0 1,-1-1,1 0,0 1,-1-1,1 0,0 1,-1-1,1 0,0 0,-1 1,1-1,-2 4,-10 102,12-102,0-1,0 1,1-1,-1 1,1-1,0 1,0-1,1 1,-1-1,1 0,-1 0,1 0,0 0,0 0,0 0,1 0,-1-1,1 1,0-1,-1 0,1 1,0-1,0-1,0 1,1 0,-1-1,0 1,3-1,-2 1,0-2,1 1,-1 0,0-1,0 0,1 0,-1 0,0 0,1-1,-1 1,0-1,0 0,0-1,0 1,0-1,0 0,0 0,0 0,0 0,-1-1,1 1,-1-1,0 0,0 0,0 0,0 0,-1-1,1 1,1-3,5-9,-1 0,0 0,-1-1,-1 0,0-1,3-13,4-27,19-56,-30 112,-1 0,0-1,1 1,0 0,-1 0,1 0,0 0,-1 0,1 1,0-1,0 0,0 1,-1-1,1 1,0 0,0 0,0 0,0 0,0 0,0 0,0 0,0 0,0 1,0-1,-1 1,1 0,0-1,0 1,-1 0,1 0,0 0,-1 0,1 0,-1 0,1 1,-1-1,0 1,1-1,-1 1,0-1,0 1,0-1,0 1,0 0,-1 0,2 1,21 22,-1 1,0 1,-3 1,0 1,9 20,-27-48,0 1,0-1,0 0,0 1,0-1,-1 1,1 0,0-1,-1 1,0-1,1 1,-1 0,0-1,0 1,0 0,0 0,0-1,0 1,0 0,-1-1,1 1,-1-1,1 1,-1 0,0-1,1 1,-1-1,0 1,0-1,0 0,0 1,0-1,0 0,-1 0,1 0,0 0,-1 0,1 0,0 0,-1 0,1 0,-1-1,1 1,-1 0,0-1,1 0,-1 1,0-1,-1 0,-7 2,0 0,0-1,0 0,-1 0,1-1,0-1,-1 0,1 0,0-1,0 0,-8-3,17 4,1 1,0-1,-1 1,1 0,-1-1,1 1,0-1,-1 1,1-1,0 1,0-1,-1 1,1-1,0 0,0 1,0-1,0 1,0-1,0 0,0 1,0-1,0 1,0-1,0 1,0-1,0 0,0 1,1-1,-1 1,0-1,0 1,1-1,-1 1,0-1,1 1,-1-1,0 1,1-1,-1 1,1 0,-1-1,1 1,-1 0,1-1,-1 1,1 0,-1 0,1-1,-1 1,1 0,0 0,-1 0,1 0,-1 0,1 0,-1 0,1 0,0 0,-1 0,1 0,-1 0,1 0,-1 0,1 1,236-43,-226 40,124-34,-129 34,0-1,0 0,0 0,0 0,-1-1,0 1,0-1,0-1,0 1,-1-1,1 0,-1 0,0 0,-1 0,1-1,-1 1,0-1,0 0,1-6,-3 9,-1-1,1 0,-1 1,0-1,1 0,-2 0,1 0,0 1,-1-1,0 0,0 1,0-1,0 0,0 1,-1-1,0 1,1 0,-1 0,-1-1,1 1,0 1,-1-1,1 0,-1 0,0 1,0 0,0-1,0 1,0 0,-1 1,1-1,-1 0,1 1,-1 0,1 0,-1 0,0 0,1 1,-1-1,0 1,0 0,1 0,-1 1,0-1,0 1,-3 0,3 0,0 0,0 1,0-1,0 1,1 0,-1 0,0 0,1 0,0 1,-1-1,1 1,0 0,0 0,1 0,-1 0,0 1,1-1,0 1,0-1,0 1,0 0,1 0,0 0,-1 0,1 0,1 0,-1 1,0 3,-1 0,2 0,-1 0,1 0,1 0,0 0,0 0,0 0,1 0,0 0,0-1,1 1,3 6,2-2,1 1,1-1,-1-1,2 0,0 0,0-1,1 0,0-1,1 0,0-1,0-1,0 0,1-1,0 0,7 1,37 12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5:26.170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1 678,'49'-3,"0"-2,-1-2,0-2,0-2,-1-2,44-18,-53 16,0-1,0-2,-2-1,0-2,16-14,-36 24,-1-2,0 0,0-1,-2 0,0-1,0-1,-1 0,-1 0,-1-1,0-1,-2 0,3-8,6-60,-17 83,0 0,0 0,0 0,0 1,-1-1,1 0,-1 0,0 0,1 1,-1-1,-1 0,1 1,0-1,-1 1,1-1,-1 1,0 0,1 0,-1 0,0 0,-1 0,1 0,0 0,0 1,-1-1,1 1,-1-1,-1 0,-1 2,0 0,0 0,1 0,-1 0,0 1,0 0,0 0,1 0,-1 0,0 1,1 0,-1 0,1 0,0 1,0-1,0 1,0 0,0 0,0 0,1 1,0-1,-1 1,1 0,1 0,-1 0,0 0,0 4,-13 20,1 1,2 1,1 0,2 0,1 2,1-1,1 1,2 0,2 0,1 0,1 13,2 29,3-1,4 0,3 0,2-1,4 0,4-2,2 0,22 43,32 99,-68-172</inkml:trace>
  <inkml:trace contextRef="#ctx0" brushRef="#br0" timeOffset="432.924">295 838,'121'-32,"2"6,0 4,9 6,-112 13,-11 1,0 0,0 1,0 0,0 0,0 1,0 1,1-1,-1 1,0 1,-1 0,1 0,0 0,-1 1,4 2,-9-1,0 0,0 0,-1 0,1 0,-1 1,0-1,0 1,0 0,-1-1,1 1,-1 0,0 0,-1 0,1 0,-1 0,0 0,0 0,-1 0,1 0,-1 0,0 0,-1 0,1-1,-1 1,0 1,-3 16,4-20,1 0,-1 0,0 1,1-1,0 1,-1-1,1 0,0 1,0-1,0 1,1-1,-1 0,1 1,-1-1,1 1,0-1,-1 0,1 0,0 0,1 1,-1-1,0 0,1 0,-1 0,1-1,0 1,-1 0,1-1,0 1,0-1,0 1,0-1,0 0,0 0,1 0,5 0,0-1,-1 0,1 0,0-1,-1 0,1-1,-1 0,1 0,-1 0,0-1,0 0,0-1,0 1,0-1,-1-1,0 1,0-1,0 0,0 0,-1-1,0 0,0 0,0 0,-1 0,0-1,0 0,-1 1,0-1,0-1,-1 1,2-7,-3 11,0 0,0-1,0 1,0 0,-1-1,1 1,-1 0,0-1,0 1,0-1,-1 1,1 0,-1-1,0 1,0 0,0 0,0-1,-1 1,1 0,-1 0,1 0,-1 1,0-1,-1 0,1 1,0-1,-1 1,1 0,-1 0,0 0,1 0,-1 0,0 0,0 1,-1 0,1-1,-4 1,-1 0,1 0,0 1,-1-1,1 2,0-1,-1 1,1 0,0 0,-1 1,1 0,0 1,0-1,1 1,-1 1,1-1,-1 1,1 0,0 1,0-1,1 1,0 0,-1 1,2-1,-1 1,0 2,3-6,1 0,0 0,0 0,0 0,0 1,1-1,-1 0,1 1,-1-1,1 1,0-1,0 0,0 1,0-1,0 1,1-1,-1 1,1-1,-1 0,1 1,0-1,0 0,1 2,13 19</inkml:trace>
  <inkml:trace contextRef="#ctx0" brushRef="#br0" timeOffset="997.555">1551 611,'-11'-4,"-1"2,0-1,0 1,0 1,0 0,0 0,0 2,0-1,0 2,0-1,0 2,1-1,-6 3,15-4,0 0,0 0,0 0,0 0,1 0,-1 0,0 0,1 1,-1-1,0 1,1-1,0 1,-1 0,1-1,0 1,0 0,0 0,0 0,0 0,1 0,-1 0,0 0,1 0,0 0,-1 0,1 1,0-1,0 0,0 0,0 0,1 0,-1 0,1 0,-1 0,1 0,-1 0,1 0,0 0,1 2,53 67,151 105,-205-175,0 0,0-1,0 1,0 0,0-1,0 1,0 0,0 0,0 0,0 0,0 0,0 0,-1 0,1 0,0 0,-1 1,1-1,-1 0,0 0,1 1,-1-1,0 0,1 0,-1 1,0-1,0 0,0 1,0-1,-1 0,1 0,0 1,0-1,-1 0,1 0,-1 1,1-1,-1 0,1 0,-1 0,0 0,0 0,0 0,1 0,-1 0,0 0,0 0,0 0,0-1,0 1,-1 0,1-1,0 1,0 0,0-1,0 0,-1 1,1-1,0 0,-1 0,0 1,-1-1,-1 0,1 0,-1 0,1 0,-1-1,1 1,0-1,-1 0,1 0,0 0,-1 0,1-1,0 1,0-1,0 0,0 0,1 0,-1 0,0 0,1-1,0 1,-1-1,1 0,0 0,0 0,1 0,-1 0,0 0,1 0,0 0,0 0,0-1,0 1,0-1,1 1,0 0,-1-1,1 1,1-1,-1 1,0-1,1 1,0-3,6-15,1 1,0 0,2 1,0 0,1 0,1 1,1 0,1 0,15-23,12-19,-2-1,-3-2,-3-1,-3-2,-3-1,-2-1,12-59,-28 44,-9 83,0-1,1 1,-1-1,0 1,0-1,0 1,0-1,0 1,0-1,0 1,0-1,-1 0,1 1,0 0,0-1,0 1,0-1,-1 1,1-1,0 1,-1-1,1 1,0 0,-1-1,1 1,0-1,-1 1,1 0,-1 0,1-1,0 1,-1 0,1 0,-1-1,1 1,-1 0,1 0,-1 0,1 0,-1 0,1 0,-1 0,1 0,-1 0,1 0,-1 0,1 0,-1 0,1 0,-1 0,1 1,-1-1,1 0,-1 0,1 0,-1 1,1-1,0 0,-1 1,1-1,-1 0,1 1,0-1,-1 1,1-1,0 0,0 1,-8 8,1 1,1-1,0 1,0 0,1 1,0 0,1-1,0 1,1 1,0-1,-1 11,-4 18,1-1,1 1,3 1,1-1,2 0,2 0,2 1,1-1,2-1,2 1,1-1,3-1,0 0,3-1,1 0,2-1,1-1,2-1,1-1,8 7,25 11,-56-50,1-1,-1 0,1 1,-1-1,1 1,0-1,-1 0,1 1,0-1,-1 0,1 0,0 0,-1 1,1-1,0 0,0 0,-1 0,1 0,0 0,-1 0,1 0,0-1,-1 1,1 0,0 0,-1 0,1-1,0 1,-1 0,1-1,0 1,-1 0,1-1,-1 1,1-1,-1 1,1-1,-1 1,1-1,-1 0,5-11</inkml:trace>
  <inkml:trace contextRef="#ctx0" brushRef="#br0" timeOffset="1249.879">1779 478,'-23'-16,"-16"-10,-11-5,0 1,8 5,17 6,24 8,30 5,36 5,34 6,29 2,-6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5:21.655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410 860,'5'-212,"0"123,-3 0,-4 0,-5 0,-3 0,-13-49,0 74,22 64,0 0,1 0,-1 0,0 0,1 0,-1 0,0 0,1 0,-1 0,0 0,1 1,-1-1,0 0,1 0,-1 1,1-1,-1 0,0 1,1-1,-1 1,1-1,-1 1,1-1,-1 1,1-1,0 1,-1-1,1 1,0-1,-1 1,1 0,0-1,0 1,-1 0,1-1,0 1,0 0,0-1,0 1,0 0,0-1,0 1,0 0,0-1,0 1,0 0,1-1,-1 1,0 0,-7 55,3 0,2 0,3 23,0-41,0 37,3-1,4 1,3-2,18 66,19-26,-45-108,0-1,1 1,-1-1,1 0,0 0,0 0,0-1,1 1,-1-1,1 0,0 0,0-1,0 1,0-1,0 0,1-1,-1 1,0-1,1 0,4 0,28-4,-3-5</inkml:trace>
  <inkml:trace contextRef="#ctx0" brushRef="#br0" timeOffset="199.463">62 364,'-13'0,"-8"0,1 3,12 2,24 3,29 1,35-2,35-2,30-4,22-3,13 3,-25-1</inkml:trace>
  <inkml:trace contextRef="#ctx0" brushRef="#br0" timeOffset="771.428">1011 886,'-15'-52,"13"39,-1 0,0 1,-1-1,0 1,-1 0,-1 0,0 0,0 1,-1 0,-1 0,0 1,0 0,-1 0,-3-2,10 10,-1 0,0 0,0 0,0 0,0 1,0 0,-1-1,1 1,0 0,-1 0,1 1,-1-1,1 1,-1 0,1 0,0 0,-1 0,-3 1,7-1,0 1,-1-1,1 0,-1 1,1-1,-1 0,1 1,0-1,-1 0,1 1,0-1,-1 1,1-1,0 1,-1-1,1 1,0-1,0 1,0-1,0 1,0 0,-1-1,1 1,0-1,0 1,0-1,0 1,1-1,-1 1,0 0,0-1,0 1,0-1,1 1,-1-1,0 1,0-1,1 1,-1-1,0 1,1-1,-1 0,0 1,1-1,-1 1,1-1,-1 0,1 0,-1 1,1-1,-1 0,1 0,-1 1,1-1,-1 0,1 0,-1 0,1 0,-1 0,1 0,0 0,-1 0,1 0,-1 0,1 0,0 0,16 4,0-1,1-1,-1-1,1 0,0-1,-1-1,1 0,-1-1,13-4,-12 3,165-22,-180 24,1 1,0-1,-1 0,1 1,-1 0,1-1,0 1,-1 1,1-1,0 1,-1-1,1 1,-1 0,1 0,-1 1,1-1,-1 1,0-1,0 1,1 0,-2 0,1 1,0-1,0 1,-1-1,1 1,-1 0,0 0,0 0,0 0,1 3,-1 77,-3-75,-1 0,2 0,-1 0,1 1,1-1,0 0,0 0,0 0,1 0,0 0,2 3,0-6,0 0,1 0,0 0,0-1,0 0,1 0,-1 0,1-1,0 1,0-1,0-1,1 1,-1-1,0 0,1-1,0 1,-1-1,1-1,0 1,-1-1,1 0,0-1,1 0,112-10,-68-1</inkml:trace>
  <inkml:trace contextRef="#ctx0" brushRef="#br0" timeOffset="1463.591">1854 659,'-8'-3,"0"0,0 1,-1 0,1 1,-1 0,1 0,-1 1,0 0,1 0,-1 1,1 0,-1 0,1 1,0 1,0-1,-1 1,2 1,-1-1,0 1,1 1,0-1,0 1,0 0,0 1,1 0,0 0,0 0,1 1,-1 0,-1 4,5-8,0 0,0 0,1 0,-1 1,1-1,0 0,0 1,0-1,0 1,1-1,-1 1,1-1,0 1,0 0,0-1,1 1,-1-1,1 1,0-1,0 1,0-1,0 0,1 1,-1-1,1 0,0 0,0 0,0 0,0 0,0 0,1-1,-1 1,1-1,0 0,0 0,0 0,0 0,0 0,0 0,1-1,1 1,5 1,0-1,0 0,0 0,0-1,1-1,-1 0,0 0,1-1,-1 0,0-1,0 0,0 0,0-1,0-1,-1 0,1 0,-1-1,5-3,-8 5,0-1,0 0,0 0,0-1,-1 1,0-1,0 0,0-1,-1 1,1-1,-1 0,-1 0,1 0,-1-1,0 1,-1-1,1 0,-1 0,-1 0,1 0,-1 0,0 0,-1 0,0 0,0 0,0 0,-1-1,1 9,-1-1,1 0,0 0,0 1,-1-1,1 0,0 0,-1 0,1 0,0 1,0-1,-1 0,1 0,0 0,-1 0,1 0,0 0,-1 0,1 0,0 0,-1 0,1 0,0 0,-1 0,1 0,0 0,-1 0,1 0,0-1,-1 1,1 0,0 0,0 0,-1 0,1-1,0 1,0 0,-1 0,1-1,0 1,0 0,-1 0,1-1,0 1,0 0,0-1,0 1,0 0,0-1,-1 1,1 0,0-1,0 1,0 0,0-1,0 1,0 0,0-1,0 1,0 0,1-1,-1 1,0 0,0 0,0-1,0 1,0 0,0-1,1 1,-1 0,-11 24,9-18,0 1,1-1,0 1,0-1,0 0,1 1,0 0,0-1,1 1,-1-1,2 1,-1-1,1 0,-1 0,2 1,-1-1,1 0,0-1,0 1,1 0,-1-1,1 0,0 0,1 0,-1 0,1-1,0 1,0-1,5 2,-2-2,0 0,0-1,0 1,1-2,-1 1,1-1,0-1,0 0,0 0,0 0,0-1,-1-1,1 0,0 0,0 0,0-1,-1 0,1-1,-1 0,1-1,-1 1,0-1,-1-1,1 0,-1 0,0 0,0-1,0 0,-1 0,0-1,0 0,-1 0,1 0,-2 0,1-1,-1 0,0 0,-1 0,1-3,0-55,-5 66,1-1,0 1,-1 0,1 0,-1 0,1-1,-1 1,1 0,-1 0,1 0,-1 0,1 0,-1 0,1 0,0 0,-1 0,1 0,-1 1,1-1,-1 0,1 0,-1 0,1 1,0-1,-1 0,1 0,-1 1,1-1,0 0,-1 1,1-1,0 0,-1 1,1-1,0 0,0 1,-1-1,1 1,0-1,0 1,0-1,0 1,-1-1,1 0,0 1,0-1,0 1,0-1,0 1,0-1,0 1,0-1,1 1,-1-1,0 1,0-1,0 1,0-1,1 1,-4 3,1 1,0 0,0 0,0 1,1-1,0 0,0 0,0 1,0-1,1 1,0-1,0 0,1 1,-1-1,1 0,0 1,1-1,-1 0,1 0,0 0,0 0,1 0,0 0,-1-1,2 1,-1-1,0 0,1 0,0 0,0 0,0-1,0 1,0-1,1 0,3 1,-2-2,0-1,1 0,-1-1,0 1,1-1,-1 0,0-1,1 1,-1-2,0 1,1 0,-1-1,0 0,0-1,-1 1,1-1,0 0,-1-1,3-1,4-3,0-1,-1-1,0 0,0 0,-1-1,-1 0,8-12,17-50,-49 124,15-45,0 0,0-1,1 1,0-1,0 1,0-1,1 0,-1 1,1-1,0 0,1 0,-1 0,1 0,0 0,1-1,-1 0,1 1,0-1,0 0,0-1,0 1,2 0,5 4,0-1,1 0,0-1,0-1,0 0,1 0,0-1,9 1,26 5</inkml:trace>
  <inkml:trace contextRef="#ctx0" brushRef="#br0" timeOffset="2048.745">2964 632,'13'5,"0"1,0 0,-1 0,0 1,0 1,0 0,-1 1,0 0,-1 0,0 1,0 1,-1 0,-1 0,0 1,0-1,-1 2,-1-1,4 10,2 8,-2 1,-1 1,-1-1,-2 2,-1-1,-1 1,-2 17,-6 371,3-401,0 0,1 0,1 0,1 0,1 0,0-1,2 1,0-1,1 0,1 0,1-1,8 14,-15-30,1 1,-1-1,1 0,-1 0,1 0,0 0,0 0,0 0,0-1,0 1,1-1,-1 1,0-1,1 0,-1 0,1 0,-1 0,1 0,0-1,-1 1,1-1,0 1,-1-1,1 0,0 0,-1 0,1-1,0 1,-1-1,1 1,0-1,-1 0,1 0,-1 0,0 0,1-1,-1 1,0-1,0 1,1-1,-1 0,-1 0,1 0,0 0,0 0,-1 0,1-1,6-11,-1-1,-1 0,0 0,-1 0,-1-1,-1 1,0-1,-1 0,0 0,-1 0,-1 0,-1 0,-2-12,2-7,-2 0,-2 0,-1 0,-1 1,-2 0,-2 0,-1 1,-1 0,-2 1,-1 1,-2 1,-1 0,-1 1,-1 1,-2 1,0 1,-2 1,-1 1,-1 1,-6-2,-17-7,53 25,64-6,253-45,-315 57,51-1,-54 2,-1 0,0 0,1 0,-1 0,0 1,1-1,-1 1,0-1,0 1,1-1,-1 1,0 0,0-1,0 1,0 0,0 0,0 0,0 0,0 0,0 0,0 0,-1 0,1 0,0 1,-1-1,1 0,-1 0,1 1,-1-1,1 0,-1 1,0-1,0 0,0 1,0-1,0 1,-8 54,6-51,0 1,0-1,1 0,0 0,0 0,0 1,0-1,1 1,0-1,0 0,1 1,0-1,0 0,0 1,0-1,1 0,0 0,0 0,0 0,0 0,1-1,0 1,0-1,0 1,1-1,0 1,2-1,0-1,0 1,0-1,1 0,-1 0,1-1,0 0,-1 0,1-1,0 1,0-1,0-1,0 0,5 0,24-2</inkml:trace>
  <inkml:trace contextRef="#ctx0" brushRef="#br0" timeOffset="2301.046">3552 566,'7'2,"11"1,2 0</inkml:trace>
  <inkml:trace contextRef="#ctx0" brushRef="#br0" timeOffset="2632.221">3765 57,'-2'80,"3"-1,3 1,4-1,3 0,4-1,12 33,-17-64,0-1,-2-3,2-1,2 0,12 25,-23-63,-1-1,1 0,1 0,-1 1,0-1,1 0,0 0,-1 0,1 0,0-1,1 1,-1 0,0-1,1 0,-1 1,1-1,0 0,0 0,0-1,0 1,0-1,0 1,0-1,1 0,-1 0,0 0,1-1,-1 1,0-1,1 0,-1 0,1 0,-1 0,1 0,-1-1,0 0,1 0,-1 0,0 0,0 0,1-1,13-9,0-2,-1 0,-1-1,0-1,-1 0,0-1,-2 0,0-1,0 0,5-13,-15 26,-1 3,14-20,-15 21,0-1,0 1,0 0,0 0,0-1,0 1,1 0,-1-1,0 1,0 0,0 0,0-1,1 1,-1 0,0 0,0 0,0-1,1 1,-1 0,0 0,0 0,1 0,-1-1,0 1,1 0,-1 0,0 0,0 0,1 0,-1 0,0 0,1 0,-1 0,0 0,1 0,-1 0,0 0,0 0,1 0,-1 0,0 0,1 0,-1 1,0-1,0 0,1 0,-1 0,0 0,0 1,1-1,-1 0,0 0,0 0,0 1,1-1,-1 0,0 0,0 1,0-1,0 0,0 1,0-1,1 0,-1 0,0 1,-8 127,7-123,0 0,1-1,0 1,0 0,0-1,0 1,1 0,0-1,-1 1,2-1,-1 1,1-1,-1 1,1-1,0 0,1 0,-1 0,1 0,0 0,0 0,0-1,0 0,1 1,-1-1,1 0,2 1,22 4,1-6</inkml:trace>
  <inkml:trace contextRef="#ctx0" brushRef="#br0" timeOffset="2915.029">4314 579,'-14'-3,"-9"1,-5-4,-4-1,2-1</inkml:trace>
  <inkml:trace contextRef="#ctx0" brushRef="#br0" timeOffset="3181.032">3659 364,'16'0,"19"-2,19-1,21-2,20 0,15 1,5 0,-18 2</inkml:trace>
  <inkml:trace contextRef="#ctx0" brushRef="#br0" timeOffset="3182.032">4554 766,'-2'18,"-1"11,0 4,3 0,6-4,4-7,5-7,5-9,-2-4</inkml:trace>
  <inkml:trace contextRef="#ctx0" brushRef="#br0" timeOffset="3433.44">4621 311,'-14'0,"-4"2,1 8,8 9,14 5,23 4,6-3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5:19.538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255 708,'0'18,"0"16,2 7,4 5,-1 1,1-5,0-7,-1-15,0-10</inkml:trace>
  <inkml:trace contextRef="#ctx0" brushRef="#br0" timeOffset="667.208">1 494,'53'-1,"0"3,0 3,0 1,0 3,-1 2,-1 3,14 6,-54-16,1 0,-1 1,-1 0,1 1,-1 0,0 0,0 1,-1 0,0 1,0 0,-1 1,0 0,0 0,-1 1,0-1,-1 1,0 1,0 0,-1-1,-1 1,1 4,-1 6,-1-1,-1 0,-1 0,-1 1,-2 16,2-36,0 1,-1-1,1 0,-1 1,1-1,0 0,0 1,0-1,0 1,0-1,0 1,0-1,0 0,1 1,-1-1,0 0,1 1,-1-1,1 0,0 1,-1-1,1 0,0 0,0 0,0 0,0 0,0 0,0 0,0 0,0 0,0 0,0 0,0-1,1 1,-1 0,0-1,1 1,-1-1,0 1,1-1,-1 0,1 0,-1 0,0 1,1-1,-1-1,1 1,0 0,9-5,1 0,-1-1,1-1,-2 0,1 0,-1-1,0 0,-1-1,0 0,0-1,-1 1,7-11,36-47,-51 67,1 0,0 0,0 0,0 0,-1 0,1 0,0 0,0 0,0 1,-1-1,1 0,0 1,0-1,-1 0,1 1,0-1,-1 1,1-1,-1 1,1-1,0 1,-1 0,1-1,-1 1,0 0,1-1,-1 1,1 0,-1 0,0-1,0 1,1 0,-1 0,0 0,0-1,0 1,0 0,0 0,0 0,0-1,0 1,0 0,1 3,-1-4,48 124,-44-118,-1 0,1 0,1 0,-1-1,1 0,-1 0,2 0,-1 0,0-1,1 0,0 0,0 0,0-1,0 0,1 0,-1 0,1-1,0 0,-1-1,1 0,-1 0,1-1,-1 0,1 0,-1-1,0 1,1-1,-1-1,0 1,1-1,-1 0,0-1,0 1,0-1,-1 0,1-1,-1 0,0 1,0-2,4-2,0-2,0-1,-1 1,0-1,0-1,-1 0,0 0,-1 0,0-1,-1 0,2-7,4-27,-3 0,-1-1,-3 0,-2 0,-1 0,-7-46,6 88,-25-392,21 360,3 38,1-1,0 0,0 0,-1 0,1 0,0 0,-1 0,1 0,0 0,0 0,-1 0,1 0,0 0,-1 0,1 0,0 0,-1 0,1 0,0 0,0 0,-1-1,1 1,0 0,0 0,-1 0,1 0,0-1,0 1,-9 211,10-143,-4-14,3-1,2 1,2 0,3-1,1 0,4-1,1 0,8 13,-18-55,1 1,1-1,0 0,0-1,1 1,1-1,-1 0,1-1,1 0,-1 0,1 0,1-1,-1 0,1-1,1 0,-1 0,1-1,0 0,0-1,0 0,1-1,0 0,-1 0,1-1,0-1,0 1,30-5</inkml:trace>
  <inkml:trace contextRef="#ctx0" brushRef="#br0" timeOffset="924.763">964 360,'27'5,"30"1,29-1,26 0,19-2,7 2,-19-1</inkml:trace>
  <inkml:trace contextRef="#ctx0" brushRef="#br0" timeOffset="1441.087">1752 922,'1'-2,"12"-18,-1 1,0-1,-2-1,0 0,-2 0,0-1,-1 0,-1-1,-2 1,0-1,-1 0,-1 0,-2 0,0-13,0 34,-1-1,1 1,0-1,0 1,-1-1,1 1,-1-1,0 1,0 0,0-1,0 1,0 0,-1 0,1 0,-1 0,1 0,-1 0,0 0,1 0,-1 0,0 1,0-1,0 1,-1 0,1-1,0 1,0 0,-1 0,1 1,-1-1,1 0,-1 1,1-1,-1 1,1 0,-1 0,1 0,-1 0,1 0,-1 1,1-1,-1 1,1 0,-1 0,1-1,-2 2,2-1,0 0,0 0,0 0,1 0,-1 0,0 1,1-1,-1 0,1 1,-1-1,1 1,-1 0,1-1,0 1,0 0,0 0,0 0,0 0,1 0,-1 0,1 0,-1 0,1 0,-1 0,1 0,0 0,0 0,0 0,0 0,1 0,-1 1,0-1,1 0,0 0,-1 0,1-1,0 1,0 0,0 0,0 0,0 0,1-1,-1 1,0-1,1 1,-1-1,1 1,0-1,-1 0,1 0,0 0,0 0,0 0,19 6,-1-1,1-2,0 0,0-1,1-1,-1-1,0-1,1-1,16-2,-4 1,-17 1,-11-1,-1 1,1 0,0 0,-1 0,1 1,0 0,-1 0,1 0,0 1,0 0,-1 0,1 0,-1 1,1-1,-1 1,0 1,0-1,0 1,0 0,0 0,-1 0,1 1,-1 0,0 0,0 0,0 0,0 1,1 2,3 83,-5-20,-2-68,-1 1,1 0,0-1,0 1,1-1,-1 1,1-1,-1 1,1-1,0 0,-1 0,1 0,0 0,1 0,-1 0,0-1,0 1,1-1,-1 1,1-1,-1 0,1 0,0 0,-1 0,1-1,0 1,0-1,-1 0,1 1,0-1,1-1,87-14,-78 10,-1-1,0 0,-1-1,1-1,-2 1,1-2,-1 1,0-1,0-1,5-7,-11 12,0 1,-1-1,1 0,-1 0,0 0,0-1,-1 1,0-1,0 1,0-1,0 0,-1 0,0 0,-1 0,1 0,-1 0,0 0,0 0,-1 0,0 0,0 0,0 1,-1-1,-2-5,4 9,-1 0,1 0,-1 0,0 0,0 0,0 0,0 0,0 1,0-1,0 0,-1 1,1-1,0 1,-1-1,0 1,1 0,-1-1,0 1,1 0,-1 0,0 0,0 1,0-1,0 0,0 1,0-1,0 1,0 0,0-1,0 1,0 0,-1 0,1 0,0 1,0-1,0 1,0-1,0 1,0-1,0 1,0 0,1 0,-1 0,0 0,0 0,1 1,-1-1,1 0,-1 1,1-1,-1 1,0 1,-1 2,0 1,1 0,0 0,0 0,0 0,1 0,0 0,0 0,0 0,1 0,0 1,0-1,1 0,-1 0,1 0,1 0,-1 1,1-2,0 1,0 0,1 0,0-1,0 1,0-1,1 0,0 0,0 0,0 0,0-1,1 0,-1 0,2 1,13 6,1-1,0 0,1-2,0 0,0-1,0-2,1 0,0-1,0-1,18 0,-35-2,100 9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5:14.987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251 642,'-10'-1,"0"1,-1 0,1 1,-1 0,1 1,-1 0,1 0,0 1,0 0,0 1,1 0,-1 1,1 0,0 0,1 1,-1 0,1 1,0 0,0 0,1 0,0 1,0 0,1 1,0-1,1 1,0 1,0-1,1 1,2-7,1-1,0 1,0 0,1 0,-1 0,0 0,1-1,0 1,0 0,0 0,0 0,0 0,0 0,1 0,0 0,-1-1,1 1,0 0,0 0,0-1,1 1,-1-1,1 1,-1-1,1 1,0-1,0 0,0 0,0 0,1 0,-1 0,0-1,1 1,-1 0,1-1,-1 0,1 0,0 0,0 0,0 0,6 1,0 0,1-1,-1 0,1 0,-1-1,1 0,-1-1,1 0,-1 0,1-1,-1-1,0 1,0-1,0-1,0 0,-1 0,0-1,1 0,-2 0,1-1,-1 0,1 0,-2-1,1 0,-1 0,0 0,0-1,-1 0,0 0,-1 0,1-1,-2 0,1 0,-1 0,0 0,-4-24,1 33,0-1,0 0,0 1,0-1,0 1,0-1,0 1,0-1,0 0,-1 1,1-1,0 1,0-1,0 1,-1-1,1 1,0-1,-1 1,1-1,0 1,-1 0,1-1,0 1,-1-1,1 1,-1 0,1-1,-1 1,1 0,-1 0,1-1,-1 1,1 0,-1 0,0 0,1 0,-1 0,1-1,-1 1,1 0,-1 0,0 1,1-1,-1 0,1 0,-1 0,1 0,-1 0,0 1,-1 2,0 0,0 0,1 0,-1 0,1 0,0 0,0 1,0-1,0 0,0 1,1-1,-1 1,1-1,0 1,0-1,0 1,1-1,-1 1,1-1,0 0,0 1,0-1,0 0,2 3,2 2,0 1,0-1,1 0,0 0,0-1,1 1,0-1,1-1,-1 0,1 0,0 0,1-1,-1 0,1 0,0-1,6 2,28 11</inkml:trace>
  <inkml:trace contextRef="#ctx0" brushRef="#br0" timeOffset="237.772">854 628,'-18'2,"-11"4,-7 4,-2 6,3 7,5 4,8 4,8 1,13-2,13-2,18-5,18-7,17-7,13-6,9-9,4-7,-14-2</inkml:trace>
  <inkml:trace contextRef="#ctx0" brushRef="#br0" timeOffset="1479.12">1481 602,'-10'0,"1"0,-1 1,0 1,0 0,1 0,-1 1,1 0,-1 0,1 1,0 0,1 1,-1 0,1 1,0-1,0 1,1 1,-1 0,1 0,1 0,0 1,0 0,0 0,1 0,0 1,1 0,0 0,0 0,-1 6,4-12,1 1,-1-1,1 1,0-1,0 0,0 1,1-1,-1 1,1-1,0 0,-1 1,2-1,-1 0,0 0,1 0,-1 0,1 0,0 0,0 0,0-1,0 1,1-1,-1 1,1-1,-1 0,1 0,0 0,0 0,0 0,8 3,-1 1,1-1,0-1,1 0,-1-1,1 0,8 1,6-1,0-2,0 0,0-2,0 0,0-2,0-1,0-1,-1-1,0-1,0-2,-1 0,0-2,-1 0,0-1,-1-2,0 0,5-6,-18 13,0 0,-1 0,0 0,0-1,-1-1,0 1,0-1,-1 0,0-1,0 1,-1-1,-1 0,0-1,0 1,-1-1,0 1,0-8,-2 16,-1 0,0 0,0 0,-1 1,1-1,0 0,-1 0,1 0,-1 1,1-1,-1 0,0 1,1-1,-1 1,0-1,0 1,-1-1,1 1,0-1,0 1,-1 0,1 0,0 0,-1 0,1 0,-1 0,0 0,1 0,-1 1,0-1,1 0,-1 1,0 0,0-1,1 1,-1 0,0 0,0 0,0 0,1 0,-1 0,0 1,0-1,1 1,-1-1,0 1,1-1,-1 1,0 0,1 0,-1 0,1 0,-1 0,1 0,0 0,-2 2,-4 2,0 1,0 0,0 0,0 1,1-1,0 2,0-1,1 0,0 1,1 0,-1 1,2-1,-1 1,1-1,0 1,1 0,0 0,0 0,1 1,0-1,1 0,0 0,0 1,2 7,1-11,-1 0,1 0,0-1,0 1,0-1,1 0,0 1,0-2,0 1,1 0,-1-1,1 0,0 0,1 0,-1-1,0 0,1 0,0 0,3 1,120 28,-98-28,0-1,0-2,0-1,27-4,-46 3,-1-1,1 0,-1-1,0 0,1-1,-2 0,1-1,0 0,-1 0,0-2,0 1,-1-1,0 0,5-5,-8 4,-1 0,1-1,-1 0,-1 1,1-2,-2 1,1 0,-1-1,-1 1,0-1,0 0,-1 0,0 0,0-7,0 6,-2 10,1 0,0-1,0 1,0-1,0 1,0-1,0 1,0 0,0-1,1 1,-1-1,1 1,-1 0,1-1,-1 1,1 0,-1 0,1-1,0 1,0 0,0 0,0 0,0 0,0 0,0 0,0 0,0 0,0 1,1-1,-1 0,0 1,1-1,-1 1,0-1,1 1,0-1,8 5,-1 1,0-1,0 2,0-1,-1 1,1 0,-1 1,1 2,0-2,15 13,-1 1,0 1,-2 0,0 2,-2 0,0 2,7 14,-25-39,1 1,-1-1,0 1,1 0,-1 0,0-1,0 1,0 0,-1 0,1 0,0 0,-1 0,1 0,-1 0,1 0,-1 1,0-1,0 0,0 0,0 0,0 0,-1 0,1 0,-1 0,1 0,-1 0,0 0,0 0,0 0,0 0,0 0,0 0,0-1,-1 1,1-1,-1 1,1-1,-1 1,1-1,-1 0,0 0,0 1,0-1,-1 0,1-1,-1 0,1 0,-1-1,1 1,0 0,-1-1,1 0,0 0,-1 0,1 0,0 0,0 0,0 0,0-1,0 1,0-1,0 1,0-1,1 0,-1 0,1 0,-1 0,1 0,0 0,0 0,0 0,0 0,0-1,0 1,0 0,1-1,0 1,-1 0,1-1,0 1,0-1,0 1,0-1,0 1,1 0,-1-1,1 1,0 0,0-1,0 1,0 0,0 0,0-1,9-14,0 0,0 1,2 1,0 0,1 1,0 0,1 0,0 2,1 0,1 0,0 2,10-5,23-7,-48 21,1 1,-1 0,0-1,0 1,1 0,-1 0,0 0,0 0,1 0,-1 0,0 0,0 1,1-1,-1 0,0 1,0-1,0 1,0-1,1 1,-1 0,0-1,0 1,0 0,0 0,-1 0,1 0,0 0,0 0,0 0,-1 0,1 0,0 0,-1 0,1 0,-1 0,0 0,1 1,-1-1,0 0,0 0,7 55,-7-48,0 1,1-1,0 1,0-1,1 1,0-1,1 0,0 1,0-1,4 6,-6-12,-1-1,1 0,0 0,0 0,0-1,0 1,0 0,0 0,0 0,0-1,0 1,0 0,0-1,0 1,1-1,-1 0,0 1,0-1,1 0,-1 0,0 1,1-1,-1 0,0 0,0-1,1 1,-1 0,0 0,0-1,1 1,-1 0,0-1,0 1,0-1,0 0,1 1,-1-1,0 0,0 0,0 0,-1 0,1 1,0-1,0 0,0-1,-1 1,1 0,5-7</inkml:trace>
  <inkml:trace contextRef="#ctx0" brushRef="#br0" timeOffset="3841.536">3219 628,'0'-1,"-4"-15,-2 19,3 206,2-115,1-93,0 1,0-1,0 1,-1-1,1 1,0-1,-1 0,0 1,1-1,-1 1,0-1,1 0,-1 0,0 1,0-1,0 0,0 0,0 0,0 0,-1 0,1 0,0 0,-1-1,1 1,0 0,-1-1,1 1,0-1,-1 1,1-1,-1 0,1 1,-1-1,1 0,-1 0,1 0,-1 0,0-1,-63-14,52 10,-87-26,95 28,5 1</inkml:trace>
  <inkml:trace contextRef="#ctx0" brushRef="#br0" timeOffset="4238.154">3487 776,'68'-148,"-45"106,-2-2,-1-1,-3 0,-2-1,-1-1,-3 0,-1 0,2-49,-12 87,0-1,-1 0,-1 1,1 0,-1-1,-1 1,0 0,0 0,0 0,-2 0,1 1,-2-2,4 6,0 1,-1-1,0 1,0 0,0 0,0 0,-1 0,1 0,-1 1,0-1,1 1,-1 0,0 0,0 0,0 1,-1 0,1 0,0 0,0 0,-1 0,1 1,-1 0,1 0,0 0,-1 0,1 1,-1 0,-1 0,-1 1,1 0,0 1,0 0,0 0,0 0,0 0,1 1,0 0,-1 0,1 1,1-1,-1 1,1 0,0 1,0-1,0 1,1-1,-1 1,1 2,-44 128,39-105,1 1,1 1,2-1,1 1,2-1,1 1,1 0,2-1,1 1,2-1,1 0,2-1,1 0,9 21,-10-38,0 0,1-1,0-1,1 0,0 0,1-1,0 0,1-1,0 0,1-1,-1-1,2 0,-1-1,1 0,1-2,-1 1,1-2,-1 0,1-1,1 0,-1-2,0 0,0 0,0-2,2 0,58-7,-7-4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5:35.537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226 254,'-10'1,"-1"0,1 1,0 0,0 0,0 1,0 1,0 0,0 0,1 1,0 0,0 0,0 1,1 0,0 1,0 0,0 0,1 1,0 0,1 0,-1 1,2-1,-1 1,1 1,1-1,0 1,0 0,1 0,0 0,0 0,0 6,3-13,0 0,0 0,0 0,1 0,-1 0,1 0,-1 0,1 0,0 0,0 0,0 0,1 0,-1-1,1 1,-1 0,1-1,0 0,0 1,0-1,0 0,1 0,-1 0,1 0,-1 0,1-1,0 1,-1-1,1 1,0-1,0 0,2 0,2 1,0-1,1 0,-1 0,0-1,0 0,1 0,-1 0,0-1,0 0,0-1,1 0,-2 0,3-1,1-1,-1 0,1-1,-1 0,0-1,0 0,-1 0,1-1,-1 0,-1 0,0-1,0 0,0 0,-1-1,0 0,-1 0,1 0,-2-1,0 0,0 0,-1 0,0 0,0 0,-1-1,-1 0,-1 12,0-1,-1 0,1 0,0 1,-1-1,1 0,-1 0,1 0,0 0,-1 0,1 0,-1 0,1 0,-1 1,1-1,0 0,-1-1,1 1,-1 0,1 0,-1 0,1 0,0 0,-1 0,1 0,0-1,-1 1,1 0,-1 0,1-1,0 1,-1 0,1 0,0-1,0 1,-1 0,1-1,0 1,0-1,-1 1,1 0,0-1,0 1,0 0,0-1,0 1,0-1,0 1,-1-1,1 1,0 0,0-1,1 1,-1-1,0 1,0-1,0 1,0 0,0-1,0 1,0-1,1 1,-1 0,-4 9,1 1,1-1,0 1,0 0,1 0,0 0,0 0,1 0,1 0,-1 0,3 6,-3-11,1 1,-1 0,2-1,-1 1,0-1,1 1,0-1,1 0,-1 0,1 0,0 0,0 0,0-1,1 1,0-1,-1 0,2 0,-1 0,0 0,1-1,0 0,-1 0,1 0,0-1,1 1,-1-1,0-1,1 1,-1-1,1 1,-1-2,1 1,0-1,-1 1,1-2,0 1,-1 0,1-1,0 0,-1-1,4 0,1-6,1 1,-1-1,-1-1,0 0,0 0,-1-1,0 0,0 0,-1-1,-1 1,0-2,0 1,-1-1,-1 0,2-6,23-44,7 9,-35 51,0 1,0 0,0 0,1 0,-1 0,0 0,0 0,1 0,-1 0,1 0,-1 1,1-1,-1 0,1 1,-1 0,1-1,0 1,-1 0,1 0,-1-1,1 1,0 1,-1-1,1 0,-1 0,1 1,0-1,-1 0,1 1,-1 0,1-1,-1 1,1 0,-1 0,0 0,0 0,1 0,5 7,0 1,0 0,-1 0,0 1,-1-1,0 1,-1 0,0 1,0-1,0 6,-1-8,2 3,-1 0,-1 0,1 0,-2 0,0 1,0-1,-1 1,0 0,-1-1,0 1,-1 0,-1 3,1-13,1-1,0 1,-1-1,0 1,1-1,-1 1,0-1,1 0,-1 1,0-1,0 0,0 0,0 0,0 0,0 0,0 0,-1 0,1 0,0 0,-1 0,1-1,0 1,-1-1,1 1,-1-1,1 1,-1-1,1 0,-1 0,1 1,-1-1,1 0,-1-1,1 1,-1 0,1 0,-1-1,1 1,-1 0,1-1,-1 0,1 1,0-1,-1 0,1 0,0 0,0 1,0-1,-1-1,1 1,0 0,0 0,0 0,1 0,-1-1,0 1,0 0,1-1,-1 1,1-1,-1 1,1-1,0 1,-1-2,1-7,1 0,0 0,0 0,1 0,0 1,1-1,0 0,1 1,-1 0,2-1,0 2,0-1,0 0,1 1,0 0,1 1,0-1,3-2,0 0,0 0,0 0,1 1,1 0,0 1,0 0,0 1,1 1,0 0,0 0,5 0,-16 5,1 0,-1 0,1 1,0-1,-1 1,1 0,0-1,-1 1,1 0,0 0,-1 1,1-1,0 1,-1-1,1 1,0 0,-1 0,1 0,-1 0,0 1,1-1,-1 0,0 1,0 0,0-1,0 1,0 0,0 0,0 0,-1 1,1-1,-1 0,0 1,1-1,-1 0,0 1,0 0,3 11,-1 0,0 0,-1 0,0 0,-1 0,-1 1,0-1,-2 8,4 66,7-64,-4-22</inkml:trace>
  <inkml:trace contextRef="#ctx0" brushRef="#br0" timeOffset="449.307">855 0,'26'7,"-1"0,0 2,0 1,-1 1,-1 1,0 0,0 2,-1 1,-1 1,0 1,-2 0,0 2,0 0,-2 1,-1 1,13 20,65 166,-93-204,1 0,-1 0,1-1,-1 1,1 0,0-1,0 1,0-1,1 0,-1 1,0-1,1 0,0 0,-1-1,1 1,0-1,0 1,0-1,0 0,0 0,0 0,0 0,0-1,0 1,1-1,-1 0,0 0,0 0,0 0,1-1,-1 1,0-1,0 0,0 0,0 0,0 0,0 0,0-1,0 1,-1-1,1 0,0 0,-1 0,7-7,0 0,-1 0,0-1,0 0,-1 0,-1-1,0 0,0 0,-1 0,0-1,-1 0,-1 0,1 0,-2 0,0 0,0-1,-3-11,1 24,0 0,0 1,0-1,-1 0,1 0,0 0,0 1,-1-1,1 0,0 0,0 0,0 0,-1 0,1 1,0-1,-1 0,1 0,0 0,0 0,-1 0,1 0,0 0,0 0,-1 0,1 0,0 0,-1 0,1 0,0 0,0 0,-1 0,1 0,0-1,-1 1,1 0,0 0,0 0,0 0,-1 0,1-1,0 1,0 0,-1 0,1 0,0-1,0 1,0 0,0 0,0-1,-1 1,1 0,0 0,0-1,0 1,0 0,0-1,0 1,0 0,0 0,0-1,0 1,0 0,0-1,0 1,0 0,0 0,0-1,0 1,1 0,-1-1,-3 7,0-1,1 1,0 0,0-1,1 1,0 0,0 0,0 0,0 0,1 0,0 0,0 0,1 0,0 0,0 0,0 0,1 0,0 0,0-1,0 1,1-1,0 1,0-1,0 0,0 0,4 4,6 3,0 0,1-1,0-1,1 0,0-1,0 0,1-1,0-1,0-1,1 0,0-1,0-1,0 0,0-1,1-1,-1-1,9-1,43 5</inkml:trace>
  <inkml:trace contextRef="#ctx0" brushRef="#br0" timeOffset="1949.637">2272 228,'-14'8,"1"1,0 1,0 0,1 1,1 0,-1 1,2 0,0 1,0 0,2 1,-1 0,2 0,0 1,-2 5,8-16,-1-1,1 1,-1 0,1 0,1 0,-1-1,0 1,1 0,0 0,0 0,0 0,0 0,1 0,-1 0,1 0,0 0,0 0,1-1,-1 1,1 0,0-1,0 1,0-1,0 0,1 0,-1 0,1 0,0 0,-1 0,1-1,1 1,-1-1,0 0,1 0,-1 0,1 0,-1-1,1 1,14 3,-1-1,0-1,1 0,0-1,0-1,0 0,0-2,0 0,-1-1,1-1,0 0,-1-2,0 0,0-1,16-7,-23 10,-1-1,0 0,0 0,0 0,-1-1,0-1,0 0,0 0,0 0,-1-1,0 0,0 0,-1-1,0 0,-1 0,1 0,-1-1,-1 1,0-1,0-1,-1 1,0 0,0-1,-1 0,-1 1,1-1,-3-6,0 1,-1 0,0-1,-1 1,-1 0,0 1,-1-1,-1 1,-3-7,-1 13,18 28,0-11,1-2,0 1,0-1,1 0,0-1,0 0,0-1,1 0,0 0,0-1,0-1,0 0,1 0,7 0,61 20,-74-20,0 0,-1 0,0 1,0 0,0-1,0 2,0-1,-1 0,0 1,0 0,0 0,-1 0,1 1,-1-1,0 1,-1 0,0-1,1 1,-2 0,1 1,-1-1,0 0,0 0,-1 4,2 2,0-1,0 0,1 0,1 0,0 0,0-1,1 1,0-1,1 0,0-1,1 1,-1-1,2-1,0 1,0-1,0 0,1-1,0 0,0 0,1-1,0-1,0 1,10 3,2-3,0 0,1-1,-1-1,1-2,0 0,0-1,0-1,0-2,-1 0,1-1,0-1,-1-1,0-1,0-2,18-8,-39 16,1-1,-1 0,1 0,0 0,-1 0,1 1,0-1,0 0,0 1,0-1,-1 1,1 0,0 0,0 0,0 0,0 0,0 0,0 0,0 1,-1-1,1 1,0-1,0 1,0 0,-1-1,1 1,0 0,0 1,4 0,1 1,0-1,-1 0,1 0,0 0,0-1,0 0,0-1,0 0,0 0,0 0,1-1,-1 0,-1 0,1-1,0 0,0 0,0-1,-1 0,0 0,1 0,-1-1,-3 3,0-1,0 1,0-1,-1 0,1 0,-1 0,1 0,-1 0,0 0,0-1,0 1,0-1,0 0,0 1,-1-1,1 0,-1 0,0 0,0 0,0 0,0 0,-1 0,1 0,-1-1,0 1,0 0,0 0,0 0,0-1,-1 1,1 0,-1 0,0 0,0 0,0 0,-1 0,1 0,-1 0,1 1,-1-1,-10-12,0 2,-2 0,1 0,-1 1,-1 1,0 0,-1 1,0 0,0 2,-1 0,0 1,0 0,-15-2,-21-1,53 10,0 0,0 0,0 0,1 0,-1 1,0-1,0 0,0 0,0 0,0 1,0-1,0 0,0 0,0 1,0-1,0 0,0 0,0 0,0 1,0-1,0 0,0 0,0 0,0 1,0-1,0 0,0 0,0 0,-1 1,1-1,0 0,0 0,0 0,0 0,0 1,-1-1,1 0,0 0,0 0,0 0,-1 0,1 0,0 0,0 1,0-1,-1 0,1 0,0 0,0 0,0 0,-1 0,1 0,21 9,17-2,-1-2,1-2,0-1,0-2,0-2,27-4,-27 3,29-3,-32 1,-1 2,1 2,0 1,0 1,26 6,-57-7,0 1,0-1,0 1,0 0,0 0,0 1,0-1,0 1,0 0,0 0,-1 1,1-1,-1 0,0 1,1 0,-1 0,-1 0,1 0,0 1,-1-1,1 1,-1-1,0 1,0 0,-1 0,1 0,-1 0,0 0,0 0,0 0,-1 0,1 2,-12 95,11-100,0-1,0 1,0-1,0 0,0 1,0-1,0 1,0-1,0 0,0 1,0-1,0 1,0-1,1 0,-1 1,0-1,0 0,0 1,1-1,-1 0,0 1,1-1,-1 0,0 0,0 1,1-1,-1 0,1 0,-1 0,0 1,1-1,-1 0,0 0,1 0,-1 0,1 0,-1 0,0 0,1 0,-1 0,1 0,-1 0,0 0,1 0,-1 0,1 0,-1 0,0 0,1 0,-1-1,1 1,-1 0,0 0,1-1,-1 1,0 0,1 0,-1-1,0 1,0 0,1-1,-1 1,0 0,0-1,0 1,20-24,-12 8,0-1,-1 0,0 0,-2-1,0 0,1-10,17-55,-23 82,0 0,0 0,1 0,-1-1,0 1,1 0,-1 0,0 0,1-1,0 1,-1 0,1 0,0 0,-1 0,1 0,0 0,0 0,0 1,0-1,0 0,0 0,0 1,0-1,0 0,0 1,0-1,0 1,0-1,1 1,-1 0,0 0,0-1,0 1,1 0,-1 0,0 0,0 0,1 1,-1-1,0 0,0 0,0 1,1-1,-1 1,0-1,0 1,0-1,0 1,0 0,0-1,0 1,0 0,0 0,0 0,0 0,0 0,7 9,0 0,-1 1,0 0,-1 1,0-1,-1 1,2 6,-4-9,0 0,1-1,0 1,0-1,1 1,0-1,0-1,1 1,0-1,1 0,-1 0,1-1,0 0,1 0,1 0,7 0,1 0,-1-1,1-1,1-1,-1 0,0-2,1 0,-1 0,1-2,-1 0,12-3,-8 2,0-1,0-1,0 0,-1-2,1 0,-1-2,-1 0,0-1,0-1,0-1,-2-1,1 0,8-9,-22 17,1-2,0 1,-1 0,0-1,-1 0,1 0,-1 0,0 0,0 0,-1-1,0 0,0 1,-1-1,0 0,0 0,0 1,-1-1,0 0,0 0,-1 0,0 0,0 0,0 1,-1-1,0 0,0 1,-1 0,0-1,0 1,-1 0,-3-4,4 7,0 1,0 0,0-1,0 1,-1 1,1-1,-1 0,1 1,-1 0,0 0,0 0,0 0,1 0,-1 1,0 0,0 0,0 0,0 0,0 1,1-1,-1 1,0 0,0 0,1 0,-1 1,0-1,1 1,-1 0,1 0,0 0,0 0,0 1,0-1,0 1,0 0,1 0,-1 0,1 0,0 0,0 1,0-1,1 1,-1-1,1 1,-1 0,0 3,0 0,0 1,0-1,1 1,0 0,0-1,1 1,0 0,0 0,1-1,0 1,0 0,1 0,0-1,0 0,1 1,0-1,0 0,1 0,0 0,0-1,1 1,-1-1,1 0,1 0,-1-1,1 0,0 0,0 0,0 0,1-1,0 0,0-1,0 1,5 0,15 6,1-1,1-2,-1-1,1-1,0-1,0-2,0-1,1-1,-1-2,0 0,0-2,5-3,35-11,-12-3</inkml:trace>
  <inkml:trace contextRef="#ctx0" brushRef="#br0" timeOffset="2550.594">3301 361,'-2'20,"-3"17,-3 12,-1 10,2 6,11-1,17-9,3-14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5:12.167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129 475,'0'16,"0"16,3 15,2 13,5 11,4 11,1 6,0 3,0-1,-2-5,-4-7,-3-10,-3-17</inkml:trace>
  <inkml:trace contextRef="#ctx0" brushRef="#br0" timeOffset="1237.777">8 729,'-1'-1,"1"0,-1 1,1-1,-1 0,0 0,1 1,-1-1,1 0,0 0,-1 0,1 0,0 0,-1 0,1 0,0 1,0-1,0 0,0 0,0 0,0 0,0 0,0 0,0 0,0 0,1 0,-1 0,0 0,1 0,-1 1,0-1,1 0,-1 0,1 0,-1 1,1-1,0 0,-1 0,1 1,0-1,0 1,-1-1,1 1,0-1,0 1,0-1,0 1,-1 0,1-1,1 1,48-19,-27 12,0 2,1 1,0 0,0 2,0 1,0 0,0 2,0 1,0 1,22 6,-44-9,0 0,-1 0,1 0,-1 0,1 0,-1 1,1-1,-1 1,1-1,-1 1,0 0,1-1,-1 1,0 0,1 0,-1 0,0 0,0 0,0 0,0 0,0 0,0 1,0-1,0 0,0 1,-1-1,1 1,-1-1,1 0,-1 1,1-1,-1 1,0 0,0-1,1 1,-1-1,0 1,-1-1,1 1,0-1,0 1,-1-1,1 1,-1-1,1 1,-1-1,1 1,-1-1,0 0,0 1,0-1,-1 1,-9 8,-2-1,1 0,-2 0,1-2,-1 0,0 0,0-1,-1-1,1 0,-1-1,-2-1,-16 7,11-1,22-9,0 0,1 0,-1 0,0 0,1 0,-1 0,0 0,0 0,1 0,-1 0,0 1,0-1,1 0,-1 0,0 0,0 0,0 1,1-1,-1 0,0 0,0 0,0 1,0-1,1 0,-1 0,0 1,0-1,0 0,0 0,0 1,0-1,0 0,0 1,0-1,0 0,0 0,0 1,0-1,0 0,0 1,0-1,0 0,0 0,0 1,0-1,0 0,0 0,-1 1,1-1,0 0,0 0,0 0,-1 1,36 1,-1-1,1-1,-1-2,1-1,-1-2,0-2,3-1,-3 1,-1 0,1-3,-2 0,1-2,-1-2,-1-1,-1-1,16-12,-42 26,1 0,-1-1,0 0,0 0,0 0,0-1,0 1,-1-1,0 0,1 0,-2 0,1-1,0 1,-1-1,0 1,0-1,0 0,0 0,-1 1,0-1,0 0,0 0,-1-1,0 1,0 0,0 0,0 0,-1 0,0 0,0 0,0 0,-1 0,1 0,-1 1,0-1,-1 0,1 1,-1 0,-1-2,1 2,0 1,0 0,0 0,0 0,0 0,-1 0,1 1,-1 0,0-1,0 1,0 1,0-1,0 1,0-1,0 1,0 0,-1 1,1-1,0 1,-1-1,1 1,0 1,-1-1,1 1,0-1,0 1,-1 1,1-1,0 0,0 1,0 0,0 0,1 0,-1 1,0-1,1 1,0 0,-1 0,-1 3,0 1,0 1,1 0,0 0,1 1,0-1,0 1,0-1,1 1,1 0,0 0,0 0,0 0,1 0,1 0,-1 0,2 0,-1 0,1 0,0 0,1 0,0-1,1 0,-1 1,2-1,-1 0,1-1,0 1,1-1,-1 0,1 0,7 4,-5-5,1 0,0-1,0-1,0 0,0 0,1-1,0 0,0 0,0-1,0 0,0-1,0-1,0 1,0-1,0-1,0 0,0 0,0-1,0-1,0 1,0-1,-1-1,1 0,7-5,-2 1,-1 0,0-1,-1-1,1 0,-2 0,0-2,0 1,-1-1,-1-1,0 0,0-1,-1 0,-1 0,-1-1,1-1,6-25,-14 74,-1-27,0 0,0 1,0 0,1-1,0 1,0-1,1 1,0-1,0 1,0-1,1 0,0 1,0-1,1 0,0 0,0 0,0-1,1 1,-1-1,1 0,1 0,-1 0,1 0,0-1,0 0,0 0,0 0,1 0,-1-1,1 0,1 0,5 0,0-1,0 0,0-1,1 0,-1-1,0 0,0-1,0-1,0 0,0 0,0-1,0-1,-1 0,1 0,-1-1,0-1,-1 0,1 0,-1-1,0-1,-1 1,8-9,-13 11,0-1,-1 1,1-1,-1 1,-1-1,1 0,-1 0,0 0,0 0,-1 0,0-1,0 1,0 0,-1-5,1 20,1 0,0 0,0-1,1 1,0-1,0 0,1 0,0 0,1 0,1 1,0 1,2 0,-1-1,1 0,0 0,1-1,-1 0,2-1,-1 1,1-2,0 0,1 0,-1-1,1 0,0 0,1-1,-1-1,1 0,-1-1,1 0,0-1,0 0,0-1,0 0,-1-1,1 0,0-1,0 0,-1-1,1 0,-1-1,0 0,0-1,0 0,-1-1,2-1,-4 0,0 0,0-1,-1 0,0 0,-1-1,0 1,0-1,-1-1,0 1,-1-1,0 0,0 0,-1 0,1-4,17-151,-19 99,-3 1,-2-1,-4 1,-2 0,-11-33,0 44,12 56,-7 65,5 40,4 0,8 80,-1-145,2 1,3-1,6 27,-10-57,1-1,1 1,0-1,0 0,1 0,1 0,0-1,0 0,1 0,0 0,1-1,0 0,0 0,1-1,3 2,-6-6,0 0,1 0,-1-1,1 0,0 0,0 0,0-1,1 0,-1-1,0 1,1-1,-1-1,1 1,-1-2,1 1,1-1,26-5</inkml:trace>
  <inkml:trace contextRef="#ctx0" brushRef="#br0" timeOffset="1520.8">1639 248,'-16'0,"-7"0,7 2,17 1,27 0,29-1,28 0,22 1,15 3,-12 0</inkml:trace>
  <inkml:trace contextRef="#ctx0" brushRef="#br0" timeOffset="2272.25">2455 956,'13'-18,"0"-1,-1 0,-1-1,-1 0,-1-1,-1 0,-1 0,0-1,-2 0,0 0,-2 0,0-1,-2 1,0-1,-2-17,-30-30,30 68,0 0,0 1,0-1,-1 1,1-1,-1 1,1 0,-1-1,1 1,-1 0,0 0,1 0,-1 0,0 1,0-1,0 0,0 1,0-1,1 1,-1 0,0 0,0-1,0 1,0 0,0 1,0-1,0 0,0 1,0-1,0 1,0-1,0 1,0 0,1 0,-1 0,-1 1,1-1,1 1,-1-1,1 1,-1 0,1 0,0-1,0 1,0 0,0 0,0 0,0 0,1 0,-1 0,1 0,-1 0,1 0,0 1,0-1,0 0,0 0,0 0,0 0,1 0,-1 0,1 1,-1-1,1 0,0 0,0 0,0-1,0 1,0 0,0 0,0 0,1-1,-1 1,1-1,-1 1,1-1,-1 1,1-1,0 0,0 0,0 0,0 0,0 0,0 0,0-1,0 1,1 0,13 5,1 0,-1-1,1 0,0-2,1 0,-1 0,1-2,-1 0,10-2,106 15,-129-13,0 1,0-1,0 1,0 0,-1 0,1 0,0 1,-1-1,1 1,-1 0,0 0,0 0,0 0,-1 0,1 1,-1-1,1 1,-1 0,0 0,-1 0,1 0,-1 0,1 0,-1 0,-1 0,1 0,0 1,-1-1,0 0,0 3,-1 0,1 0,0 1,1-1,0 0,0 0,0 0,1 0,0 0,0 0,1-1,0 1,0 0,1-1,-1 0,1 0,1 0,-1-1,1 1,0-1,0 0,0 0,1-1,0 0,0 0,0 0,2 0,4-1,0-2,0 1,0-2,0 1,1-2,-1 0,0 0,0-1,0 0,0-1,-1-1,1 0,-1 0,0-1,0-1,0 0,-1 0,0-1,0 0,-1-1,1 0,-2 0,1-1,-1 0,6-10,-8 11,0-1,0 0,-1 0,0-1,-1 1,0-1,0 0,-1 0,0-1,-1 1,1-7,-7 12,-1 20,3-9,0 1,0-1,1 1,0 0,1 0,-1 0,1-1,1 1,-1 0,1 0,0 0,1-1,0 1,0-1,0 1,1-1,0 0,0 0,0 0,1 0,0 0,0-1,0 0,1 0,0 0,0 0,0-1,1 0,-1 0,1 0,0-1,0 1,0-2,1 1,-1-1,0-1,0 0,0 0,0 0,1-1,-1 0,0 0,0-1,0 1,1-1,-1-1,0 1,0-1,-1 0,1-1,0 1,-1-1,1 0,-1 0,0-1,0 0,0 0,-1 0,1 0,-1-1,0 1,0-1,-1 0,1-1,-1 1,0 0,0-1,1-4,2-7,0 0,-1-1,0 0,-1 1,-2-1,1-1,-2 1,-1-13,1 30,-1 0,1 0,-1 0,0 0,0 0,1 0,-1 0,0 0,0 0,0 0,0 0,0 0,0-1,0 1,0 0,-1 0,1 0,0 0,-1 0,1 0,0 0,-1 1,1-1,-1 0,0 0,1 0,-1 0,0 1,1-1,-1 0,0 0,0 1,0-1,0 1,0-1,1 1,-1-1,0 1,0 0,0-1,0 1,0 0,0 0,0-1,0 1,-1 0,1 0,0 0,0 0,0 1,0-1,0 0,0 0,-3 5,0 1,1-1,-1 0,1 1,0 0,1 0,-1 0,1 0,0 0,1 0,0 1,0-1,0 1,1-1,-1 1,2 5,-1-5,1-1,0 0,1 0,-1 0,1 0,0 0,1 0,-1 0,1-1,1 1,-1-1,1 0,-1 0,1 0,1 0,-1-1,1 0,0 0,0 0,0 0,4 1,7 5,0-2,1 0,-1-1,2-1,-1 0,18 2,60 9,-2-7</inkml:trace>
  <inkml:trace contextRef="#ctx0" brushRef="#br0" timeOffset="19480.958">450 1959,'0'9,"0"12,2 10,1 8,2 4,0 2,0-7</inkml:trace>
  <inkml:trace contextRef="#ctx0" brushRef="#br0" timeOffset="20143.274">343 1825,'10'-12,"2"1,-1 0,1 0,1 1,0 1,1 0,-1 1,2 1,-1 0,1 1,0 0,0 1,0 1,11-2,-16 3,0 1,0-1,0 2,0 0,0 0,1 0,-1 1,0 1,0 0,1 0,-1 1,0 1,0-1,-1 2,1-1,-1 1,1 1,-1 0,0 0,-1 0,1 1,-1 1,-1-1,3 3,0 8,-1 1,0-1,-1 1,-1 1,-1-1,-1 1,0 1,-2-1,0 0,-1 1,-1 0,0-1,-2 1,0 0,-2-1,-2 10,-14 115,19-145,1 0,-1 0,1 0,0 1,-1-1,1 0,0 1,0-1,0 0,0 1,0-1,-1 1,1-1,0 1,0-1,0 1,0 0,0 0,0-1,0 1,1 0,-1 0,0 0,0 0,0 0,0 0,0 0,0 1,0-1,0 0,0 1,0-1,0 0,0 1,0-1,0 1,-1 0,1-1,0 1,0 0,0-1,-1 1,1 0,0 0,-1 0,1-1,-1 1,1 0,-1 0,1 0,-1 0,0 0,1 0,-1 0,0 0,0 0,0 0,1 0,-1 0,-1 0,1 1,0-1,0 0,0 0,0 0,-1 0,1 0,0 0,-1 0,0 0,18-18,0-1,-2 0,0-1,-1-1,-1 0,-1-1,8-19,18-42,-38 81,0 1,0-1,1 1,-1-1,0 1,0-1,0 1,0-1,1 1,-1 0,0-1,1 1,-1-1,0 1,1 0,-1-1,0 1,1 0,-1-1,1 1,-1 0,1-1,-1 1,0 0,1 0,-1 0,1-1,-1 1,1 0,-1 0,1 0,0 0,-1 0,1 0,-1 0,1 0,-1 0,1 0,-1 1,1-1,-1 0,1 0,-1 0,0 0,1 1,-1-1,1 0,-1 1,1-1,-1 0,0 1,1-1,-1 0,0 1,1-1,-1 1,0-1,1 1,16 33,-12-23,0 3,2-1,0 0,0 0,1-1,1 0,0-1,1 1,0-2,0 1,1-1,1-1,-1 0,2-1,-1 0,1-1,11 5,-21-11,0 0,0 0,1 0,-1-1,0 1,1-1,-1 0,0 0,1 0,-1 0,0-1,1 1,-1-1,0 0,0 0,1 0,-1 0,0 0,0-1,0 0,0 1,-1-1,1 0,0 0,-1-1,1 1,-1-1,0 1,0-1,0 1,0-1,0 0,-1 0,1 0,-1-2,6-9,-1-1,-1 0,-1-1,0 1,-1-1,-1 0,0 0,6-96,-6 0,-4-13,1 94,-17-258,5 238,8 58,-1 150,7-55,5 0,4 0,5-1,23 83,-35-171,0 0,0 0,1 0,1-1,0 1,1-1,0 0,1-1,0 0,1 0,1 0,-1-1,1 0,1-1,0 0,0 0,1-1,1 0,24 7</inkml:trace>
  <inkml:trace contextRef="#ctx0" brushRef="#br0" timeOffset="20409.775">1078 1598,'19'11,"23"4,26-1,21-2,14-4,-11-3</inkml:trace>
  <inkml:trace contextRef="#ctx0" brushRef="#br0" timeOffset="21106.938">1733 2226,'15'-19,"-2"-2,0 1,-1-2,-1 0,-1 0,-1-1,-1 0,-1 0,-2-1,4-21,-7 35,-1 0,1 0,-2 0,1 0,-2 0,1-1,-1 1,-1 0,0 1,0-1,-1 0,0 0,-3-5,-6 4,88 37,-55-22,-13-3,0 0,-1 1,1-1,0 1,-1 1,0-1,1 1,-1 1,0-1,0 1,-1 0,1 1,-1 0,0 0,0 0,-1 1,0-1,0 1,0 1,0-1,-1 1,0-1,-1 1,3 7,9 80,-15-80,1-1,0 0,1 0,1 0,0 0,1 0,0 0,5 9,-7-19,0 0,0 1,1-1,-1 0,1 0,-1 0,1-1,0 1,0-1,0 1,1-1,-1 0,1 0,-1 0,1-1,-1 1,1-1,0 0,0 0,0 0,-1-1,1 1,0-1,0 0,0 0,0 0,0-1,0 1,0-1,0 0,-1 0,3-1,8-3,0 0,-1-1,0 0,0-1,0-1,0 0,-1-1,0-1,88-89,-100 98,1 1,0 0,0 0,0 0,-1-1,1 1,0 0,0 0,0 0,-1 0,1 0,0 1,0-1,0 0,-1 0,1 1,0-1,0 0,0 1,-1-1,1 0,0 1,-1-1,1 1,0-1,-1 1,1 0,-1-1,1 1,-1 0,1-1,-1 1,0 0,1-1,-1 1,0 0,1 0,-1 0,0-1,0 1,0 0,0 0,1 0,-1-1,-1 1,1 0,0 0,0 0,0 0,0-1,-1 2,5 9,-2-5,1 0,-1-1,1 1,0-1,0 0,1 0,-1 0,1 0,0-1,1 0,-1 0,1 0,0 0,-1 0,2-1,-1 0,0 0,1-1,-1 1,1-1,0 0,0-1,0 0,0 1,0-2,0 1,0-1,0 0,0 0,0-1,0 1,0-1,0-1,0 1,-1-1,1 0,0 0,-1-1,1 0,1-1,-3 0,0 1,0-1,0 0,-1 0,1-1,-1 1,0-1,-1 1,1-1,-1 0,0 0,0 0,0-1,-1 1,0 0,0 0,0-1,-1 1,1-1,-1 1,-1-1,1 1,-1 0,0-1,0 1,0 0,-1-1,0 1,0 0,0 0,-1 0,0-1,1 0,-1 1,0-1,-1 1,0 0,0 0,0 0,0 1,-1-1,1 1,-1 0,0 0,-1 1,1-1,0 1,-1 0,0 1,0-1,0 1,0 0,0 1,0-1,0 1,-1 1,1-1,-5 1,6 1,1 0,-1 0,0 0,1 1,0-1,-1 1,1 0,0 1,0-1,0 1,0-1,0 1,0 1,1-1,0 0,-1 1,1 0,1-1,-1 1,0 0,1 1,0-1,0 0,0 1,1-1,-1 1,1-1,0 1,1 0,-1 0,0 1,0 1,0 0,1-1,0 1,0 0,0-1,1 1,0 0,1-1,-1 1,1-1,0 1,1-1,0 0,0 0,0 0,0 0,1-1,0 1,0-1,2 1,0-1,0-1,-1 0,2-1,-1 1,0-1,1-1,-1 1,1-1,0 0,0 0,0-1,0 0,0 0,0-1,0 0,0 0,1-1,34-4</inkml:trace>
  <inkml:trace contextRef="#ctx0" brushRef="#br0" timeOffset="21385.208">2789 1585,'-13'-5,"-10"-1,-5 3,-2 6,1 9,6 10,7 10,6 6,9 4,12 4,4-6</inkml:trace>
  <inkml:trace contextRef="#ctx0" brushRef="#br0" timeOffset="21869.98">2896 2146,'1'1,"0"4,1 0,-1 0,2 0,-1 0,0-1,1 1,0-1,0 0,0 1,1-1,-1-1,1 1,0 0,0-1,0 0,0 0,1 0,2 1,-5-5,1 0,-1 1,0-1,1 0,-1-1,0 1,0 0,0-1,0 1,0-1,0 1,0-1,0 0,-1 0,1 0,-1 0,1 0,-1 0,0 0,0-1,0 1,0 0,0-1,0 1,-1-2,1 2,13-38,-3-1,-1 0,-2 0,-2-1,-1 0,-3 0,-1-22,-1 56,6-18,15 34,-3 6,1-2,0 0,1-1,1 0,6 1,48 25,-70-34,0 0,-1 1,0 0,0 0,0 0,0 0,0 1,-1-1,0 1,0 0,0 0,-1 0,0 1,0-1,0 1,0-1,-1 1,0-1,0 1,-1 0,1-1,-1 1,0 0,-1 0,0 2,1-5,-1 1,1-1,-1 1,1-1,0 1,1-1,-1 0,1 1,-1-1,1 1,0-1,0 0,0 0,1 0,-1 1,1-1,0 0,0-1,0 1,0 0,0-1,1 1,-1-1,1 1,0-1,-1 0,1 0,0-1,0 1,0 0,0-1,1 0,-1 0,0 0,1 0,2 0,6-1,0-1,0-1,-1 0,1-1,-1 0,1-1,-1 0,0 0,0-1,-1-1,1 0,-1 0,-1-1,1-1,-1 1,0-1,-1-1,0 0,0 0,-1 0,3-6,-4 5,0 0,-1 0,0 0,-1-1,0 1,-1-1,0 0,0-1,0-6,-3 18,-2 124,2-119,0 0,1 0,0-1,0 1,0-1,1 1,0-1,0 1,0-1,0 0,0 0,1 0,0 0,0 0,0-1,0 1,0-1,1 0,0 0,-1 0,1-1,0 1,1-1,-1 0,0 0,1 0,-1-1,2 1,25 2,-2-5</inkml:trace>
  <inkml:trace contextRef="#ctx0" brushRef="#br0" timeOffset="22121.972">3699 1544,'-3'16,"5"14,8 10,2-3</inkml:trace>
  <inkml:trace contextRef="#ctx0" brushRef="#br0" timeOffset="22522.744">3980 1986,'21'-17,"0"0,-1-2,0 0,-2-1,0-1,-2-1,0 0,-1-1,-2-1,0 0,-1-1,-2 0,-1-1,0 0,-2 0,-1-1,-2 0,0 0,-2 0,0-23,-2 44,0 0,0 0,0-1,-1 1,1 0,-2 0,1 0,-1 0,0 0,0 1,0-1,-1 0,0 1,0 0,0 0,-1 0,0 0,0 0,0 1,0-1,-1 1,1 0,-1 1,-2-2,3 5,0 1,0-1,0 1,1 0,-1 0,0 0,0 1,1-1,-1 1,1 0,-1 0,1 0,0 0,0 1,0-1,0 1,0 0,0 0,1 0,0 0,-1 0,1 1,0-1,1 1,-1-1,0 2,-10 21,0 1,2 0,1 0,1 1,2 0,0 0,2 1,1 0,2 0,0 0,3 7,-3-23,1 0,0 0,1-1,1 1,0 0,1-1,0 1,0-1,2 0,0 0,0 0,1-1,0 0,1 0,0 0,1-1,0 0,0 0,1-1,1-1,-1 1,2-1,5 3,-2-4,-1-2,1 0,0-1,0 0,1-1,-1-1,0 0,1-1,0 0,-1-2,1 1,-1-2,1 0,-1-1,7-2,-11 3,0-1,0 0,-1-1,1 0,-1 0,0-1,0 0,0-1,-1 0,0 0,0-1,0 0,-1-1,0 1,-1-1,1-1,-2 1,1-1,-1 0,0 0,-1-1,0 1,-2 5,0-1,-1 1,0 0,1 0,-1 0,0-1,-1 1,1-1,-1 1,0 0,0-1,-1 1,1-1,-1 1,0 0,0-1,0 1,0 0,-1 0,0 0,0 0,0 0,0 0,-1 1,0-1,1 1,-1-1,0 1,-1 0,1 0,0 0,-1 1,0-1,0 1,1 1,0 1,1 0,-1 0,0 0,0 0,1 0,-1 0,0 1,0-1,1 1,-1 0,0 0,1 0,-1 0,1 0,-1 1,1-1,0 1,0 0,-1-1,1 1,0 0,1 0,-1 0,0 1,0-1,1 0,-1 2,-27 74,29-72,0 1,0 0,1 0,0 0,0 0,1 0,0-1,0 1,1-1,0 1,0-1,0 0,1 0,-1 0,1-1,1 1,-1-1,1 0,0 0,0-1,1 1,-1-1,1 0,0-1,0 0,0 1,1-2,-1 1,1-1,65 23,1-8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5:52.75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3 281,'-2'0,"1"0,8 0,10 0,12 0,16 0,14 0,10 0,7 0,2 2,-3 1,-5 2,-10 1,-11-2,-11-1,-12 2,-11-1</inkml:trace>
  <inkml:trace contextRef="#ctx0" brushRef="#br0" timeOffset="373.802">578 0,'-1'4,"0"-1,1 1,-1-1,1 1,0-1,0 1,0-1,0 1,0 0,1-1,0 1,0-1,0 1,0-1,0 0,1 1,-1-1,1 0,0 0,0 0,0 0,0 0,1-1,1 2,66 57,-68-59,51 32,-39-26,0 1,-1 0,0 0,0 2,-1-1,0 2,10 11,-20-19,0 0,0 0,0 1,0-1,0 0,-1 0,0 1,0-1,0 1,0-1,-1 1,0-1,0 1,0 0,0-1,-1 1,0-1,0 1,0-1,0 1,-1-1,1 0,-1 0,0 0,-1 0,1 0,-1 0,0 1,-92 95,93-99,-111 91,105-79,6-5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5:59.703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14 190,'-7'0,"1"-1,19-1,-11 2,389-39,1139-37,101 30,-1221 34,-350 5,-50 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5:54.537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254 95,'-9'14,"-3"13,0 9,3 8,5 5,3 3,6 2,3 1,1-2,0-5,-1-7,-3-8,-2-9</inkml:trace>
  <inkml:trace contextRef="#ctx0" brushRef="#br0" timeOffset="372.289">1 42,'28'-8,"0"1,1 1,0 1,0 2,0 1,0 2,0 0,0 2,0 2,2 0,-18-2,0 0,1 1,-2 0,1 1,0 1,-1 0,0 0,0 2,0-1,-1 1,0 1,0 0,-1 0,0 1,3 5,-11-11,0 0,0 0,0 0,-1 0,0 0,1 1,-1-1,-1 1,1-1,0 1,-1-1,1 1,-1-1,0 1,0-1,-1 1,1-1,-1 1,0-1,0 1,0-1,0 1,0-1,-1 0,0 0,1 0,-1 0,0 0,-1 0,1 0,0-1,-1 1,1-1,-3 2,-7 7,-1-1,0 0,-1-1,1-1,-2 0,1-1,-2 0,-210 67,207-59,26-9</inkml:trace>
  <inkml:trace contextRef="#ctx0" brushRef="#br0" timeOffset="1152.77">749 121,'-2'131,"-6"-2,-8 18,-2-72,17-75,0 0,0-1,0 1,-1-1,1 1,0-1,0 1,0-1,0 0,0 1,0-1,0 0,0 0,0 0,1 0,-1 0,0 0,0 0,1 0,-1 0,1 0,-1 0,1 0,-1-1,1 1,0 0,-1 0,1-1,0 1,0 0,0 0,0-1,-13-53,3 0,2 0,2 0,3-1,2-28,0 77,0 0,1 0,-1-1,1 1,1 0,-1 0,1-1,1 1,-1 0,1 0,0 0,1 0,0 1,0-1,0 1,1-1,0 1,0 0,0 0,1 1,0 0,0-1,0 1,1 1,3-3,3 4,1 0,0 1,0 1,0 0,0 0,0 1,1 1,-1 0,0 1,-1 1,1 0,0 0,-1 1,1 1,-1 0,8 5,38 38,-57-46,0 0,0 0,0 0,0 0,0 0,0 0,-1 0,1 0,-1 1,0-1,0 0,0 0,0 1,0-1,0 0,0 0,-1 0,1 1,-1-1,1 0,-1 0,0 0,0 0,0 0,0 0,0 0,-1-1,1 1,0 0,-1 0,1-1,-2 2,-15 11,-1-1,0 0,0-1,-1-1,-1-1,0-1,0-1,-16 4,-63 20,99-32,0-1,1 1,-1 0,1 0,-1 0,0 0,1 0,-1 0,1 0,-1 1,0-1,1 0,-1 0,1 0,-1 1,1-1,-1 0,0 0,1 1,-1-1,1 1,0-1,-1 0,1 1,-1-1,1 1,0-1,-1 1,1-1,0 1,-1-1,1 1,0 0,0-1,0 1,-1-1,1 1,0-1,0 1,0 0,0-1,0 1,0 0,0-1,0 1,0-1,1 1,-1-1,0 1,0 0,0-1,1 1,-1-1,0 1,1-1,-1 1,0-1,1 1,-1-1,37 25,-26-19,255 157,-257-157,1-1,-1 0,1-1,0 0,0 0,1-1,-1 0,1-1,-1 0,1-1,0 0,0-1,0 0,-1 0,6-2,9-4</inkml:trace>
  <inkml:trace contextRef="#ctx0" brushRef="#br0" timeOffset="1979.955">1445 175,'-1'0,"1"0,-1 0,1 0,-1 0,1 0,-1 0,1 0,-1 0,1 0,0 0,-1 0,1 0,-1 0,1 1,-1-1,1 0,0 0,-1 1,1-1,-1 0,1 0,0 1,-1-1,1 0,0 1,-1-1,1 0,0 1,0-1,-1 1,1-1,0 1,0-1,0 0,0 1,0-1,-1 1,1-1,0 1,0-1,0 1,0-1,0 1,0-1,1 0,-1 1,0 0,-1 2,-9 34,1 0,2 0,1 1,2 0,2 26,1-56,1-1,0 1,1 0,0 0,0-1,1 1,0 0,0-1,1 1,0-1,0 0,1 0,0 0,0-1,0 1,1-1,0 0,0 0,1-1,0 1,0-1,0-1,0 1,1-1,0 0,4 2,0-1,1-1,-1 0,1 0,0-1,0-1,1 0,-1-1,0 0,1-1,-1 0,0-1,1 0,-1-1,0-1,0 0,1 0,18-10</inkml:trace>
  <inkml:trace contextRef="#ctx0" brushRef="#br0" timeOffset="2221.303">1217 416,'14'4,"15"2,20 0,16-6,14-7,6-7,1-4,-6-1,-11 1,-15 1,-18 3</inkml:trace>
  <inkml:trace contextRef="#ctx0" brushRef="#br0" timeOffset="2475.154">1297 135,'14'0,"17"0,23 0,20-5,17-3,10-3,3 0,-15 3</inkml:trace>
  <inkml:trace contextRef="#ctx0" brushRef="#br0" timeOffset="2880.915">2327 42,'-15'-1,"0"1,0 1,-1 0,1 1,1 1,-1 0,0 1,1 1,0 0,0 1,0 1,1 0,0 0,0 2,1-1,0 2,0-1,-7 9,18-16,-1 0,0 0,1-1,-1 1,1 0,-1 1,1-1,0 0,0 0,0 1,0-1,0 0,1 1,-1-1,1 1,-1-1,1 1,0-1,0 1,0-1,0 1,1-1,-1 1,1-1,-1 0,1 1,0-1,0 1,0-1,0 0,0 0,1 0,-1 0,1 0,-1 0,1 0,11 8,1-1,-1-1,1 0,0-1,1-1,0 0,0-1,7 1,1 2,10 3,-14-6,-1 0,-1 1,1 2,-1-1,0 2,-1 0,0 1,13 11,-27-18,1 0,-1 0,0 0,0 0,0 0,0 1,-1-1,1 0,-1 1,0-1,0 1,0 0,0-1,-1 1,0 0,1 0,-1-1,-1 1,1 0,0-1,-1 1,0 0,0-1,0 1,0-1,-1 1,1-1,-1 1,0-1,0 0,0 0,0 0,-1 0,1 0,-1-1,1 1,-1-1,0 0,0 1,0-1,-1-1,-1 2,-11 7,0 0,0-1,0-1,-1-1,-1-1,1 0,-1-1,0-1,0 0,0-1,0-2,-11 1,28-2,-1 1,0-1,1 0,-1 1,1-1,-1 0,0 0,1 0,-1 0,1-1,-1 1,0 0,1-1,-1 1,1-1,-1 1,1-1,0 0,-1 0,1 1,-1-1,1 0,0 0,0 0,0-1,0 1,-1 0,2 0,-1-1,0 1,0 0,0-1,0 1,1-1,-1 1,1-1,-1 1,1-1,0 1,0-1,-1 0,1 1,0-1,0 1,1-1,-1 0,0 1,0-1,1 1,-1-1,16-23,4 1</inkml:trace>
  <inkml:trace contextRef="#ctx0" brushRef="#br0" timeOffset="3169.523">2607 149,'3'258,"-3"-250,0 1,1-1,0 0,1 1,0-1,0 0,1 0,0 0,0 0,1 0,0-1,0 1,0-1,1 0,1-1,-1 1,1-1,0 0,0 0,1-1,0 0,0 0,0 0,0-1,1 0,0-1,0 0,1 1,6 0,0-1,-1 0,1-1,1 0,-1-2,0 1,0-2,0 0,0-1,0 0,0-2,0 1,-1-2,0 0,1 0,-2-2,1 0,-1 0,6-5,3-8</inkml:trace>
  <inkml:trace contextRef="#ctx0" brushRef="#br0" timeOffset="3443.816">2501 349,'15'0,"18"0,16-2,15-4,12-4,3-4,-3-1,-6 0,-14-1,-16 4</inkml:trace>
  <inkml:trace contextRef="#ctx0" brushRef="#br0" timeOffset="3772.934">2688 55,'54'12,"1"-2,1-3,-1-2,1-3,48-4,-72 2,335-3,-261 17,-102-13,0 0,0 1,0-1,-1 1,1 0,0 0,-1 0,1 1,-1-1,0 1,0 0,0 0,0 0,0 0,-1 1,1-1,-1 1,0 0,0-1,0 1,-1 0,1 0,0 4,2 121,-7-82,1-11,2 0,1 0,2 0,1 0,2 0,1 0,8 17,-10-41,0-10</inkml:trace>
  <inkml:trace contextRef="#ctx0" brushRef="#br0" timeOffset="4048.832">3263 29,'4'-3,"11"0,14-2,18-1,17 2,14 0,9 2,6 1,0 0,-1 1,-7 0,-12 1,-16-1,-15 0,-22 2,-14 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6:05.669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12,'16'0,"17"0,16 0,13-2,13-1,6 0,2 1,-5 0,-9 4,-11 3,-14 3,-11 0,-10-1,-10-2,-11-2,-2 2,-2-2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6:31.294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30 1,'0'2,"-3"3,-9 3,-3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6:30.105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349 308,'-22'11,"1"1,1 1,0 1,0 1,2 1,0 0,0 2,2 0,0 0,1 2,1 0,1 0,-1 6,-1-3,2 1,0 0,1 2,2-1,1 1,1 0,1 1,1 0,1 0,1 7,4-29,-1-1,1 0,-1 0,1 0,1 1,-1-1,1 0,-1 0,1 0,0 0,1 0,-1 0,1 0,-1 0,1 0,0-1,1 1,-1-1,1 1,-1-1,1 0,0 0,0 0,1-1,-1 1,0-1,1 1,0-1,3 1,-1-1,0-2,0 1,0-1,0 1,0-2,0 1,0-1,0 0,0 0,0 0,0-1,-1 0,1 0,-1-1,1 1,-1-1,0-1,3-1,85-75,-67 50,-1-1,-1-1,-2-1,-2-1,-1-1,-1-1,-2 0,-2-1,-1-1,-2 0,-1-1,-3 0,-1 0,-1-1,-3 1,-1-30,-1 59,0 0,0 1,-1-1,0 1,0-1,-1 1,-1 0,1 0,-1 0,-1 0,0 0,0 1,-1-1,0 1,0 0,-1 1,0-1,0 1,-1 0,-1 0,6 5,-1 1,0 0,0-1,1 1,-1 1,0-1,0 0,0 1,0-1,0 1,0 0,0 0,-1 0,1 0,0 1,0-1,0 1,0 0,1 0,-1 0,0 0,0 0,0 1,1-1,-1 1,1 0,-1-1,-1 3,-2 1,0 1,1 0,-1 0,1 1,1-1,-1 1,1 0,0 0,1 1,-1 1,-4 20,1 0,1 0,2 0,1 1,2-1,0 1,2-1,2 1,0-1,8 29,-2-14,1 1,3-2,1 0,2 0,2-1,2-1,2-1,1-2,2 0,30 35,87 94,-120-121,-20-33</inkml:trace>
  <inkml:trace contextRef="#ctx0" brushRef="#br0" timeOffset="249.336">750 563,'14'-5,"15"-3,17-4,14 0,11-2,4 2,-1 3,-7 3,-9 5,-16 2</inkml:trace>
  <inkml:trace contextRef="#ctx0" brushRef="#br0" timeOffset="417.905">950 790,'23'2,"23"1,20-4,17-6,10-4,3-4,-15 1</inkml:trace>
  <inkml:trace contextRef="#ctx0" brushRef="#br0" timeOffset="930.252">1847 616,'198'-410,"-211"443,2 0,1 0,2 1,1 0,2 1,1-1,2 1,1 18,4-18,2-1,1 0,2 0,1-1,1 0,9 15,4 17,-21-61,0-1,0 1,-1 0,1 0,-1 0,0 0,0 0,0 0,-1 1,1-1,-1 0,0 0,0 1,-1-1,1 0,-1 0,0 0,0 1,0-1,-1 0,1-1,-1 1,0 0,0 0,0-1,-1 1,1-1,-1 1,0-1,0 0,-3 2,3-4,0 1,0 0,-1-1,1 0,0 0,-1 0,1 0,-1-1,0 1,1-1,-1 0,1 0,-1 0,0-1,1 1,-1-1,1 0,-1 0,1 0,0 0,-1 0,1-1,0 0,0 0,0 0,0 0,0 0,0 0,1-1,-1 1,1-1,0 0,-1 0,3 1,1 1,-1 0,1-1,-1 1,1-1,0 1,0 0,-1-1,1 1,0 0,0 0,0 0,0 0,0 0,0 0,1 0,-1 0,0 0,0 0,1 1,-1-1,0 1,1-1,-1 1,1-1,-1 1,1 0,-1-1,1 1,-1 0,1 0,-1 0,1 0,-1 1,1-1,-1 0,1 1,0 0,2-2,399-34,-350 32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6:06.705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372 920,'-13'-5,"0"1,0 0,0 0,-1 1,1 1,-1 1,0-1,1 2,-1 0,0 1,-12 2,18-2,0 1,0 0,1 0,-1 0,1 1,-1 1,1-1,0 1,0 0,1 1,-1-1,1 1,0 1,0-1,0 1,1 0,0 0,0 1,1-1,-4 7,7-10,-1-1,1 1,0-1,0 1,0 0,0-1,0 1,0 0,1-1,-1 1,1 0,0 0,0 0,0 0,0-1,1 1,-1 0,1 0,-1 0,1-1,0 1,0 0,0-1,0 1,1-1,-1 1,1-1,0 0,-1 1,1-1,0 0,0 0,1 0,-1-1,0 1,0-1,1 1,-1-1,1 1,0-1,-1 0,1 0,2 0,5 1,0 0,1-1,-1-1,0 1,1-2,-1 1,0-1,0-1,1 0,-1 0,0-1,-1 0,1-1,0 0,-1-1,0 0,0 0,-1-1,1 0,-1 0,0-1,-1 0,0-1,0 0,1-1,-5 5,0 0,-1-1,1 1,-1 0,0-1,-1 1,1-1,-1 0,1 1,-1-1,-1 0,1 0,-1 0,0 0,0 1,-1-6,1 10,0 0,-1 0,1-1,0 1,-1 0,1 0,0 0,-1 0,1-1,0 1,-1 0,1 0,-1 0,1 0,0 0,-1 0,1 0,-1 0,1 0,0 0,-1 1,1-1,0 0,-1 0,1 0,0 0,-1 0,1 1,0-1,-1 0,1 0,0 1,-1-1,1 0,0 0,0 1,-1-1,1 0,0 1,0-1,0 0,-1 1,1-1,0 0,0 1,0-1,0 1,0-1,0 0,0 1,0-1,0 1,0-1,0 0,0 1,0-1,0 1,0-1,0 0,0 1,1-1,-1 0,0 1,0-1,0 0,1 1,-1-1,0 0,1 1,-3 9,1 1,0-1,1 1,0-1,1 1,0-1,1 1,0-1,1 0,0 0,0 0,1 0,0 0,1-1,0 0,1 0,-1 0,2-1,-1 0,1 0,1 0,5 4,-12-10,0-1,0 0,1 0,-1 0,0 0,1 0,-1 0,1 0,-1 0,1 0,-1-1,1 1,-1-1,1 1,0-1,-1 1,1-1,0 0,-1 0,1 0,0 0,-1 0,1 0,0-1,-1 1,1 0,0-1,-1 1,1-1,-1 0,1 0,-1 1,1-1,-1 0,0 0,1 0,-1 0,0-1,0 1,0 0,0-1,0 1,0 0,0-1,0 1,0-1,-1 1,1-1,3-17,-1 1,-1-1,0 0,-1 0,-2 1,0-10,0-6,-1-80,2 112,0 0,0 0,0 0,0 0,0 0,0 0,1 0,-1 0,1 0,-1 0,1 0,0 1,0-1,0 0,0 0,0 0,0 1,0-1,1 1,-1-1,0 1,1-1,-1 1,1 0,0 0,-1 0,1 0,0 0,0 0,0 0,0 0,-1 1,1-1,0 1,0 0,0-1,0 1,0 0,0 0,0 0,0 0,0 1,0-1,1 1,166 30,-162-31,-1 1,0-1,1 1,-1 1,0-1,1 1,-1 0,0 1,0 0,-1-1,1 2,-1-1,1 1,-1 0,0 0,0 0,-1 0,1 1,-1 0,0 0,0 0,-1 1,1-1,-1 1,-1 0,1 0,1 6,-13 111,10-120,-1 0,1 0,1-1,-1 1,0 0,1-1,-1 1,1-1,0 1,0-1,0 0,0 1,0-1,1-1,-1 1,0 0,1 0,0-1,-1 1,1-1,0 0,0 0,-1 0,1 0,1-1,76 9,-61-9,0-2,-1 0,1-1,0-1,-1-1,0 0,0-1,11-6,-21 8,-1 1,1-1,0-1,-1 0,0 0,0 0,0-1,-1 0,0 0,0-1,-1 0,1 0,-1 0,-1 0,0-1,0 0,0 0,-1 0,2-6,-4 9,0 0,0 0,0 0,-1-1,0 1,0 0,0 0,-1 0,1 0,-1 0,-1-1,1 2,-1-1,1 0,-1 0,-1 0,1 1,-1-1,0 1,0 0,0 0,0 0,-1 0,0 0,1 1,-1 0,-1 0,1 0,0 0,-1 0,1 1,-1 0,0 0,0 0,0 1,-3-1,2 4,1 0,0 0,0 1,-1 0,2 0,-1 0,0 0,1 1,-1 0,1 0,0 0,0 0,1 1,-1 0,1-1,0 1,0 1,1-1,-1 0,1 0,1 1,-1 0,1-1,-1 1,1 2,0-2,0 1,1-1,-1 0,1 0,1 1,-1-1,1 0,0 1,0-1,1 0,0 0,0 0,0 0,1-1,0 1,0-1,0 1,1-1,0 0,0 0,0 0,1-1,-1 0,1 0,0 0,0 0,0-1,1 0,0 0,-1 0,1 0,0-1,2 0,24 7,1-2,-1-1,1-2,0-1,0-2,0-1,0-1,7-3,39-2</inkml:trace>
  <inkml:trace contextRef="#ctx0" brushRef="#br0" timeOffset="778.995">2751 813,'-8'-1,"0"0,-1 0,1 1,0-1,0 2,0-1,0 1,0 1,0-1,0 2,0-1,0 1,1 0,-1 0,1 1,0 0,0 0,0 1,1 0,-1 0,1 0,0 1,1 0,0 0,0 1,0 0,0-1,1 1,0 1,1-1,0 1,-1 1,4-6,-1 0,1 1,0-1,0 0,0 0,0 0,0 0,1 0,0 0,-1 0,1 0,0 0,1 0,-1-1,0 1,1 0,-1 0,1-1,0 1,0-1,0 0,0 0,1 0,-1 0,0 0,3 2,80 27,-30-25,0-3,0-2,1-2,-1-3,-1-2,1-3,45-13,-59 14,-1-1,0-3,0-1,-1-2,26-14,-26-10,-39 38,1 0,-1 0,0-1,1 1,-1 0,0-1,0 1,0-1,0 1,0 0,0-1,0 1,-1 0,1-1,0 1,-1 0,1-1,-1 1,1 0,-1 0,0 0,1-1,-1 1,0 0,0 0,0 0,0 0,0 0,0 1,0-1,0 0,0 0,-1 1,1-1,0 0,0 1,-1-1,-6-2,-1-1,1 1,-1 1,0 0,0 0,0 0,0 1,0 1,0 0,-1 0,1 0,0 1,0 1,0-1,0 1,1 1,-1 0,0 0,1 1,0 0,0 0,0 1,0 0,1 0,0 1,-1 1,4-4,1-1,0 1,0 0,0 0,1 0,-1 1,1-1,-1 1,1-1,0 1,1 0,-1 0,1 0,-1 0,1 0,0 0,0 0,1 0,0 0,-1 0,1 1,1-1,-1 0,0 0,1 0,0 0,0 0,0 0,1 0,-1 0,1 0,0 0,0-1,0 1,1-1,-1 1,1-1,0 0,0 0,0 0,0-1,0 1,1-1,-1 1,1-1,0 0,-1 0,5 0,1-1,-1-1,1-1,0 1,0-2,0 1,-1-1,1 0,-1-1,0 0,1 0,-1-1,-1 0,1-1,0 1,-1-2,0 1,0-1,-1 0,0 0,0 0,0-1,-1 0,0-1,1-1,17-38,-23 52,0 0,0 0,1 0,-1 0,1-1,0 1,1 0,-1-1,1 1,0-1,0 0,0 1,1-1,-1 0,1 0,0 0,0-1,1 1,-1-1,1 0,0 0,0 0,1 1,10 4,1-1,0-1,0 0,1-1,-1 0,1-2,0 0,0-1,11 0,43 5</inkml:trace>
  <inkml:trace contextRef="#ctx0" brushRef="#br0" timeOffset="1950.621">4650 947,'0'-71,"2"26,-2 1,-2-1,-2 1,-2-1,-3-6,9 47,-1 0,0 0,0 0,0 0,0 1,-1-1,1 0,-1 1,0-1,0 1,-1-1,1 1,-1 0,1 0,-1 0,0 0,0 0,0 1,0 0,-2-1,4 12,70 15,-58-21,229 33,-235-35,0 0,0 1,0-1,0 1,-1 0,1 1,0-1,-1 1,0 0,0 0,0 0,0 1,0 0,0-1,-1 1,0 0,0 1,0-1,0 0,-1 1,1 0,-1 0,-1-1,1 1,-1 0,1 0,-1 1,-1-1,4 42,-5-40,0 0,1 0,0 0,0 0,1 1,0-1,0 0,1 0,-1 0,2 0,-1 0,1-1,0 1,0-1,1 0,-1 1,2-2,-1 1,0 0,1-1,0 0,1 0,-1 0,1-1,0 0,0 0,2-1,-1 0,1 0,0-1,0 0,0-1,1 0,-1 0,0-1,0 0,1 0,-1-1,0 0,0 0,0-1,0 0,0-1,0 1,-1-1,1-1,-1 0,0 0,0 0,0-1,0 0,-1 0,1-2,11-28,-8 55,-8-15,1 0,0 0,0 0,1 0,0-1,-1 1,2-1,-1 0,0 0,1-1,0 1,-1-1,1 0,1 0,-1-1,0 1,1-1,-1 0,1-1,0 1,-1-1,1 0,0-1,0 1,0-1,-1 0,1-1,0 0,0 1,0-2,-1 1,1-1,-1 0,1 0,-1 0,0-1,1 0,-1 0,3-3,-5 2,0-1,0 1,0-1,-1 0,1 0,-1 0,-1 0,1-1,-1 1,0-1,0 1,0-1,-1 1,0-1,0 1,0-1,-1 1,0-1,0 1,0 0,0-1,-1 1,0 0,0 0,-1 0,1 0,-1 0,0 1,-1-1,1 1,-1 0,0 0,1 0,-2 0,0 0,-6-4,0 1,-1-1,0 2,0 0,-1 0,0 1,0 1,0 0,-1 1,1 0,-1 1,0 1,1 0,-1 1,0 0,-12 2,-13 13,38-15,1 1,0 0,0-1,0 1,0-1,1 1,-1 0,0-1,0 1,0 0,0-1,1 1,-1-1,0 1,0-1,1 1,-1 0,1-1,-1 1,0-1,1 0,-1 1,1-1,-1 1,1-1,-1 0,1 1,-1-1,1 0,0 1,-1-1,1 0,-1 0,1 0,0 0,-1 0,1 1,0-1,-1 0,1 0,-1-1,1 1,20 3,-1 0,1-2,0-1,-1 0,1-2,-1 0,1-1,-1-1,7-3,26-6,0-2,-2-2,0-2,-1-3,24-15,-46 22,-1-2,-1-1,0-1,-1-1,-1-1,-1-1,-1-1,-1-1,-1-1,0-3,-11 16,-1-1,0 0,0-1,-2 0,1 0,-2-1,0 1,-1-1,0 0,-1-1,-1 1,0 0,-1-1,-1 1,-1-12,0 22,0 1,-1-1,0 0,0 1,0-1,0 1,-1 0,0-1,0 1,0 1,0-1,0 0,-1 1,0-1,0 1,0 0,0 1,0-1,0 1,-1-1,1 1,-1 1,0-1,1 0,-1 1,0 0,0 1,0-1,0 1,-4 0,-5-1,0 1,0 1,0 1,1 0,-1 0,0 2,1 0,0 0,0 1,-7 4,4 1,0 0,1 2,1 0,0 0,0 1,2 1,-1 0,2 1,0 1,1-1,0 1,1 1,1 0,1 0,0 1,2 0,0 0,0 0,2 1,0-1,2 1,0 0,0-1,2 1,0 0,2-1,0 1,1-1,0 0,2 0,3 8,5 6,1 0,1 0,2-2,1 0,1-1,2-2,1 0,1-1,1-1,1-1,1-1,1-2,1-1,18 9,90 26,-77-42</inkml:trace>
  <inkml:trace contextRef="#ctx0" brushRef="#br0" timeOffset="6717.505">13299 599,'-10'-1,"1"1,-1 0,1 0,-1 1,1 0,-1 1,1 0,0 0,-1 1,1 0,1 1,-1 0,1 0,-1 1,1 0,0 1,1 0,-1 0,1 0,1 1,-1 0,1 0,0 1,1 0,-1 0,2 0,-1 0,1 1,1 0,-3 6,5-12,0 0,1 0,-1 0,0 0,1 0,0 0,0 0,0 1,0-1,0 0,1 0,-1 0,1 0,0 0,0 0,0 0,0 0,0 0,1 0,-1 0,1-1,0 1,0-1,0 1,0-1,0 0,1 0,-1 0,1 0,-1 0,1 0,0-1,0 1,0-1,-1 0,4 1,3 0,0-1,0-1,0 1,0-1,0-1,0 0,0 0,0-1,0 0,0 0,-1-1,1 0,-1-1,0 0,0 0,0-1,0 0,-1 0,0-1,0 0,0 0,-1 0,0-1,0 0,-1 0,0-1,0 0,-1 0,1 0,-2 0,1 0,-1-1,-1 0,0 1,0-1,0 0,-1-1,-2-4,-4 19,-5 23,8-21,0 0,0 1,1-1,0 1,1 0,0-1,0 1,0-1,1 1,0-1,1 1,-1-1,2 1,-1-1,1 0,0 0,0 0,1-1,0 1,0-1,0 0,1 0,0 0,0-1,1 1,-1-1,1 0,0-1,1 0,-1 0,1 0,1 0,43 14,-1-6</inkml:trace>
  <inkml:trace contextRef="#ctx0" brushRef="#br0" timeOffset="7169.956">13940 506,'-21'-4,"-1"1,0 1,0 1,0 1,-1 1,1 1,0 1,1 1,-1 1,1 0,0 2,0 1,1 0,-1 1,-11 9,30-17,0-1,0 1,0 0,0 0,1-1,-1 1,0 1,1-1,-1 0,0 0,1 1,0-1,-1 1,1-1,0 1,0 0,0-1,0 1,0 0,0 0,0-1,0 1,1 0,-1 0,1 0,0 0,-1 0,1 0,0 0,0 0,0 0,1 0,-1 0,0 0,1 0,-1 0,1 0,0 0,-1 0,1 0,0-1,0 1,0 0,1-1,-1 1,0 0,0-1,1 0,1 2,9 3,0 0,1-1,-1 0,1-1,0 0,0-1,1-1,-1 0,11 0,-9-1,98 9,98 17,-209-27,0 0,0 0,1 0,-1 0,0 0,0 0,0 1,0-1,0 1,0-1,0 1,0 0,0 0,0 0,0 0,0 0,-1 1,1-1,0 0,-1 1,1-1,-1 1,0 0,1-1,-1 1,0 0,0 0,0 0,0 0,0 0,-1 0,1 0,0 0,-1 0,0 0,1 0,-1 0,0 1,0-1,0 0,-1 0,1 0,0 0,-1 1,-7 6,1-1,-2 0,1 0,-1-1,0 0,-1 0,0-1,0-1,0 1,-1-2,1 1,-1-2,0 1,-9 0,-1 2,0-2,-1 0,1-1,-1-1,-14-2,7-8,29 8,-1-1,1 1,0-1,0 0,-1 1,1-1,0 1,0-1,0 0,0 1,0-1,0 0,0 1,0-1,0 0,0 1,0-1,0 0,1 1,-1-1,0 1,0-1,1 0,-1 1,0-1,1 1,-1-1,1 1,-1-1,1 1,-1-1,1 1,-1-1,1 1,-1 0,1-1,-1 1,1 0,0 0,-1-1,1 1,0 0,63-34,-23 17</inkml:trace>
  <inkml:trace contextRef="#ctx0" brushRef="#br0" timeOffset="7530.612">14262 560,'0'-3,"0"3,0 2,0 4,0 2,0 3,0 2,0 1,0 2,0 3,0 6,0 2,0 2,2 0,1 0,0-3,1-4,1-5</inkml:trace>
  <inkml:trace contextRef="#ctx0" brushRef="#br0" timeOffset="7797.389">14155 144,'0'7,"11"5,15 4,4 0</inkml:trace>
  <inkml:trace contextRef="#ctx0" brushRef="#br0" timeOffset="8129.976">14556 506,'3'26,"2"0,0-1,2 0,1 0,1 0,11 20,23 22,-42-67,1 1,0 0,0-1,0 0,0 1,0-1,0 0,0 0,0 0,0 0,0 0,0-1,0 1,0-1,0 1,0-1,-1 0,1 1,0-1,0 0,-1 0,1 0,0-1,-1 1,1 0,-1-1,0 1,1-1,-1 1,0-1,0 1,0-1,0 0,0 0,0 1,-1-1,1 0,0 0,-1 0,1-2,3-3,88-153,-92 159,13-22,-15 39,2-13,-4 4,2 0,-1 0,1 0,0 1,1-1,-1 1,1-1,1 1,0-1,0 1,0 0,1-1,0 1,0-1,1 1,0-1,1 0,-1 0,1 0,1 0,-1 0,1 0,0-1,5 6,0-6,1-1,-1 0,1 0,0-1,0-1,0 0,0 0,1-1,-1 0,1 0,0-1,2-1,38 4</inkml:trace>
  <inkml:trace contextRef="#ctx0" brushRef="#br0" timeOffset="9986.677">15531 492,'-16'-4,"0"0,-1 1,1 0,-1 2,1 0,-1 1,1 0,-11 2,21-1,0 0,0 0,1 1,-1-1,1 1,-1 0,1 1,0-1,0 1,0 0,0 0,0 1,1 0,-1-1,1 1,0 1,0-1,1 1,-1-1,1 1,0 0,0 0,1 1,-1-1,0 5,1-5,1 1,0-1,0 1,1 0,-1 0,1 0,0-1,1 1,0 0,0 0,0-1,0 1,1-1,0 1,0-1,1 0,-1 1,1-1,0 0,0-1,1 1,0-1,0 1,0-1,0 0,0-1,1 1,0-1,-1 1,1-2,1 1,-1 0,5 1,13 3,1 0,0-1,0-2,0 0,0-2,1 0,-1-2,1-1,-1 0,1-2,20-5,-22 3,0-1,0 0,0-2,-1 0,14-8,-28 12,-1 0,1-1,-1 1,0-1,0-1,-1 1,1-1,-1-1,0 1,-1-1,0 0,0 0,0 0,-1-1,0 1,-1-1,1-1,-3 6,0 0,0 0,0 0,0 0,-1 0,1 0,-1 0,0 0,0 0,0 0,0 0,-1 0,1 0,-1 0,0 0,0 0,0 0,0 1,0-1,-1 0,1 0,-1 1,0-1,1 1,-2-1,1 1,1 0,-1 0,1 0,-1-1,1 1,0 0,0-1,0 1,0-1,0 1,0-1,1 1,-1-1,1 0,0 1,0-1,0 0,0 1,0-1,1 0,-1 1,2-3,40 1,-36 5,188 24,-190-25,-1 0,0 0,0 0,1 0,-1 0,0 1,0 0,0 0,1 0,-1 0,0 0,0 0,-1 1,1 0,0-1,0 1,-1 0,1 0,-1 0,1 1,-1-1,0 1,0-1,0 1,-1 0,1 0,0 0,-1-1,0 2,0-1,0 0,0 0,-21 66,17-63,0 1,0-1,1 1,-1-1,2 1,-1 0,1 0,0 0,0 0,1 0,0 1,2-5,0 0,0 1,0-1,0 0,0 0,1 0,0 0,0-1,-1 1,2-1,-1 1,0-1,0 0,1-1,-1 1,1 0,-1-1,1 0,0 0,-1 0,1 0,0 0,0-1,0 0,-1 0,1 0,0 0,0-1,0 1,0-1,0 1,12 1,0 0,0-1,0-1,1 0,-1-2,0 1,-1-2,1 0,-1-1,1-1,-2 0,1-1,10-7,-9-5,-17 19,1 1,0-1,0 0,0 0,-1 0,1 1,0-1,0 0,-1 0,1 0,0 0,0 0,-1 0,1 0,0 0,0 0,-1 0,1 0,0 0,0 0,-1 0,1 0,0 0,0 0,-1 0,1 0,0 0,0 0,-1 0,1 0,0 0,0-1,-1 1,1 0,0 0,0 0,0 0,-1-1,1 1,0 0,0 0,0 0,0-1,-1 1,1 0,0 0,0-1,0 1,0 0,0 0,0-1,0 1,0 0,0 0,0-1,0 1,0 0,0 0,0-1,0 1,0 0,0-1,0 1,-1 1,-1-1,0 1,1 0,-1 0,1 0,0 0,-1 0,1 0,0 0,-1 0,1 1,0-1,0 0,0 1,0-1,0 1,1-1,-1 1,0-1,1 1,-1-1,1 1,-1 0,1-1,0 1,0 0,0 0,0-1,0 1,0 0,0-1,0 1,1 0,-1-1,1 1,-1 0,1-1,0 1,0-1,-1 1,1-1,0 1,0-1,1 0,-1 1,0-1,0 0,0 0,1 0,-1 0,1 0,9 5,0-1,0-1,0 0,1 0,0-1,0-1,0 0,0 0,0-1,0-1,0 0,1 0,-1-1,6-2,-16 3,1-1,0 1,0-1,0 0,-1 1,1-1,0-1,-1 1,1 0,-1-1,1 1,-1-1,0 1,1-1,-1 0,0 0,0 0,0-1,-1 1,1 0,0-1,-1 1,0-1,1 1,-1-1,0 0,-1 1,1-1,0 0,-1 0,1 0,-1 1,0-1,0 0,0 0,0 0,-1 0,1 0,-1 1,1-1,-2-2,-3-6,-1-1,1 2,-2-1,0 0,0 1,-1 1,0-1,-1 1,0 1,0-1,-1 2,0-1,0 1,-1 1,0 0,0 0,0 1,-1 1,0 0,-9-2,-44-6,53 18,33 4,19-2,1-1,0-2,0-2,21-2,-39 0,276 10,-296-11,1 0,-1 0,1 0,-1 0,1 0,-1 1,1-1,-1 1,1 0,-1 0,0 0,0 1,1-1,-1 1,0 0,0 0,-1 0,1 0,0 0,-1 0,1 1,-1 0,1-1,-1 1,0 0,-1 0,1 0,0 0,-1 0,1 1,-1-1,0 3,-25 50,21-52,0 0,0 0,1 1,-1-1,1 1,0-1,1 1,-1-1,1 1,0 0,0 0,0 0,1 0,0 0,0 4,2-6,0 1,1-1,-1 1,1-1,0 0,0 0,0-1,1 1,-1 0,0-1,1 0,0 0,-1 0,1 0,0-1,0 1,0-1,0 0,0 0,1-1,-1 1,0-1,0 0,0 0,1 0,-1 0,0-1,0 0,0 0,6 0,0-1,-1-1,0 1,1-1,-1-1,0 0,-1 0,1-1,-1 0,0 0,0-1,0 0,-1 0,0-1,0 0,-1 0,0-1,0 0,0 0,-1 0,-1-1,1 1,-1-1,-1 0,0 0,0-1,-8 62,7-46,-1-1,1 1,0-1,0 1,0-1,1 0,0 0,0 0,0-1,1 1,0-1,0 1,0-1,0 0,0-1,1 1,0-1,0 0,0 0,0 0,2 0,117 37,-102-34,0-1,0-1,1-2,-1 0,1-1,-1-1,1-1,-1-1,1-1,-1-1,0-1,-19 4,0 0,-1 0,1 1,-1-2,1 1,-1 0,1 0,-1-1,0 0,0 1,0-1,0 0,0 0,0 0,0 0,0 0,-1-1,1 1,-1 0,0-1,0 1,0-1,0 1,0-1,0 0,-1 1,1-1,-1 0,0 0,0 4,0-1,0 0,0 1,0-1,0 0,-1 1,1-1,0 1,0-1,-1 0,1 0,0 1,0-1,-1 0,1 1,0-1,-1 0,1 0,0 1,-1-1,1 0,0 0,-1 0,1 0,-1 0,1 1,0-1,-1 0,1 0,-1 0,1 0,0 0,-1 0,1 0,-1 0,1-1,-1 1,1 0,0 0,-1 0,1 0,0 0,-1-1,1 1,0 0,-1 0,1-1,0 1,-1 0,1 0,0-1,0 1,-1 0,1-1,0 1,0 0,-1-1,4 7,0-1,0 1,0-1,1 0,-1 0,1 0,0-1,1 1,-1-1,1 0,0 0,0-1,0 1,0-1,1 0,-1-1,1 1,0-1,0 0,-1 0,1-1,1 0,-1 0,0 0,0-1,0 0,0 0,6-1,-9 0,-1 1,1-1,0 0,-1 1,1-1,-1 0,0-1,1 1,-1 0,0-1,0 1,0-1,0 0,0 0,0 0,0 0,0 0,-1 0,1 0,-1 0,0-1,0 1,0-1,0 1,0-1,0 1,0-1,-1 1,1-1,-1 0,0 1,0-1,0 0,0 0,0-6,-1 0,1 0,-1 0,-1 0,0 1,0-1,-1 0,0 1,-4-7,4 9,0 1,-1-1,0 1,0 0,0 0,-1 1,0-1,1 1,-2 0,1 0,0 1,-1 0,0 0,1 0,-1 0,0 1,-1 0,1 0,0 1,-7-1,-1 0,0 1,0 1,0 0,0 0,0 2,0-1,1 2,-1 0,-3 2,10-3,0 0,0 1,1 0,-1 1,1-1,-1 1,1 1,0-1,1 1,-1 0,0 1,4-4,1 0,-1 0,0 0,1 0,-1 1,1-1,0 1,-1-1,1 1,1-1,-1 1,0 0,1 0,-1-1,1 1,0 0,0 0,0-1,0 1,0 0,0 0,1-1,0 1,-1 0,1-1,0 1,0 0,1-1,-1 1,2 1,4 4,1 0,1-1,-1 0,1 0,0-1,1 0,0 0,0-1,0-1,0 1,1-2,0 0,0 0,0 0,0-2,0 1,0-1,0-1,10-1,29-2,-7-5</inkml:trace>
  <inkml:trace contextRef="#ctx0" brushRef="#br0" timeOffset="10233.913">18205 332,'-16'-16,"-10"-7,-7 0,-2 3,-1 11,5 11,6 9,9 10,6 9,10 5,11 4,11 4,2-5</inkml:trace>
  <inkml:trace contextRef="#ctx0" brushRef="#br0" timeOffset="10455.588">18165 800,'12'16,"12"5,12 2,10-4,10-5,1-4,-4-4,-11-4</inkml:trace>
  <inkml:trace contextRef="#ctx0" brushRef="#br0" timeOffset="3601.578">7497 453,'0'3,"1"1,-1 0,1-1,0 1,0-1,0 1,0-1,1 1,-1-1,1 0,0 1,0-1,0 0,0 0,1-1,-1 1,1 0,0-1,-1 0,1 1,0-1,0 0,1 0,-1-1,0 1,1-1,-1 0,1 1,1-1,8 2,0 0,0 0,1-1,-1-1,0 0,1-1,7-1,11-3,0-1,-1-2,0-1,0-1,0-2,-2-1,1-2,-2 0,0-2,0-1,2-5,-16 13,-2-1,0 0,0-1,0-1,-2 0,1-1,-1-1,-7 11,-1-1,0 1,0-1,0 1,0-1,0 0,-1 1,0-1,0 0,0 0,0 0,0 0,-1 0,0 0,0 0,0 0,0-1,-1 1,0 0,1 0,-2 0,1 1,0-1,-1 0,1 0,-1 1,0-1,0 1,-1-1,0 0,0 0,-1 0,1 0,-1 1,0-1,0 1,0 0,-1 0,1 0,-1 0,0 1,0 0,1 0,-2 0,1 1,0-1,0 1,0 0,0 1,-1-1,1 1,0 0,-1 1,1-1,0 1,0 0,0 0,-1 1,1-1,0 1,1 0,-1 1,0-1,1 1,-1 0,1 0,0 0,0 1,-1 1,-8 12,1 0,1 2,1-1,1 1,0 1,1 0,1 0,1 0,1 1,1 0,-1 19,-5 66,4 1,5-1,5 1,5-1,4 0,12 35,-18-107,-2-1,-1 1,-2 0,-1 0,-1 0,-2 1,-2-2,-1 1,-5 16,-6-5</inkml:trace>
  <inkml:trace contextRef="#ctx0" brushRef="#br0" timeOffset="4087.102">7483 987,'136'-39,"2"6,2 6,136-8,-205 40,-70-4,0 0,1 0,-1 0,0 0,0 0,-1 0,1 1,0-1,0 0,-1 1,1-1,0 1,-1-1,0 1,1-1,-1 1,0-1,0 1,0-1,0 1,0-1,0 1,0-1,0 1,-1 0,1-1,0 0,-1 1,0-1,1 1,-1-1,0 0,0 1,1-1,-1 0,0 0,0 1,0-1,-1 0,1 0,-1 0,-3 7,1-1,2-4,-1-1,1 1,0 0,0 0,0 0,0 0,1 0,-1 1,1-1,0 0,0 1,0-1,0 1,0-1,1 1,0-1,-1 1,1 0,1-1,-1 1,0-1,1 1,0-1,0 1,0-1,0 1,1-1,-1 0,1 0,0 0,2 3,4-1,0-1,1 0,-1 0,1-1,0 0,0-1,1 1,-1-2,0 0,1 0,-1 0,1-1,-1-1,1 0,-1 0,0 0,1-1,7-3,-14 4,1 0,0 0,0 0,0-1,0 1,-1-1,1 0,0 0,-1 0,0 0,1-1,-1 1,0-1,-1 0,1 0,0 0,-1 0,1 0,-1-1,0 1,0-1,-1 0,1 1,-1-1,1 0,-1 0,0 0,-1 0,1 0,-1 0,0 0,0 0,0 0,0 0,-1 0,1 0,-1 0,0 0,-1 0,1 0,-1 1,1-1,-1 0,-2-2,-1-2,-1 0,0 1,-1 0,0 0,0 0,0 1,-1 0,0 0,0 1,0 0,0 1,-1 0,0 0,4 2,1 0,-1 0,0 1,0-1,0 1,0 0,0 1,0-1,0 1,0 0,0 0,0 0,0 1,0 0,1 0,-1 0,0 1,0-1,0 1,1 0,-1 1,1-1,0 1,0 0,-2 2,3-3,1 0,0 1,0 0,0-1,0 1,0 0,1 0,0 0,-1 0,1 0,0 0,0 0,1 1,-1-1,0 0,1 1,0-1,0 0,0 1,0-1,1 0,-1 0,1 1,0-1,0 0,0 0,0 0,1 0,0 1,15 27</inkml:trace>
  <inkml:trace contextRef="#ctx0" brushRef="#br0" timeOffset="4695.767">8753 934,'-2'-6,"-10"-23,-1 0,-1 1,-1 1,-1 1,-2 0,-1 1,-1 0,-4 10,33 30,8-7,-1 0,1-1,0-1,0-1,1 0,0-1,-1-1,18 1,5 2,-18-2,101 27,-119-29,1 0,-1 0,1 0,-1 1,0 0,1 0,-1 0,-1 0,1 1,0 0,-1-1,0 1,0 0,0 1,0-1,-1 0,0 1,0 0,0-1,0 1,-1 0,1 4,-1 35,-2-38,1-1,-1 0,1 1,0-1,1 1,0-1,-1 0,2 1,-1-1,0 0,1 0,2 4,-1-6,0-1,0 0,0 0,0 0,1-1,-1 1,0-1,1 1,-1-1,1 0,0-1,-1 1,1-1,0 1,-1-1,1 0,0 0,-1-1,1 1,0-1,-1 0,1 0,0 0,-1 0,3-2,8-1,-1-1,1-1,-1-1,0 1,-1-2,0 0,0 0,-1-1,0-1,0 0,-1 0,0-1,-1 0,0-1,-1 0,4-7,2-7,-1-1,-1 0,-1-1,-1-1,-2 1,-1-1,2-19,-1-4,-2 1,-2-1,-3-1,-2 1,-2 0,-2 0,-3 1,-14-49,-15 12,37 87,0 0,0 0,-1 0,1 0,0 0,-1 0,1 1,0-1,-1 0,1 0,-1 1,1-1,-1 0,1 0,-1 1,0-1,1 1,-1-1,0 0,0 1,1-1,-1 1,0 0,0-1,0 1,1 0,-1-1,0 1,0 0,0 0,0 0,0 0,0 0,0 0,1 0,-1 0,0 0,0 0,0 0,0 1,0-1,0 0,1 1,-1-1,0 0,0 1,0-1,1 1,-1-1,0 1,1 0,-1-1,0 1,1 0,-1-1,1 1,-1 0,1 0,0 0,-1 0,-15 57,10 1,3 1,3-1,3 0,2 0,2 0,3-1,3 0,2-1,2 0,3-1,9 12,-21-50,0 0,1 0,1-1,1 0,0-1,1 0,1-1,13 12,14-6,-25-20</inkml:trace>
  <inkml:trace contextRef="#ctx0" brushRef="#br0" timeOffset="4951.121">9021 453,'16'-3,"23"0,28 0,28 0,22-1,17 0,-15 1</inkml:trace>
  <inkml:trace contextRef="#ctx0" brushRef="#br0" timeOffset="6241.994">10010 813,'-20'-10,"-1"0,0 2,-1 0,0 1,0 2,-22-4,36 8,-1 1,0-1,1 1,-1 0,1 1,-1 0,1 1,-1 0,1 0,0 0,0 1,0 0,0 1,0 0,1 0,-1 1,1 0,1 0,-7 5,10-7,-1 1,0-1,1 0,0 1,-1 0,2 0,-1 0,0 0,1 0,0 1,0-1,0 0,0 1,1 0,-1-1,1 1,1 0,-1 0,1 0,0 0,0-1,0 1,0 0,1 0,0 0,0 0,0-1,1 1,0-1,-1 1,2-1,-1 1,0-1,1 0,0 0,0 0,2 1,4 1,2-1,-1 0,0-1,1 0,0-1,0 0,0 0,0-1,0-1,0 0,1-1,-1 0,0 0,0-1,1-1,-1 0,0 0,0-1,0-1,-1 1,1-2,-1 0,0 0,0-1,3-2,-7 4,0 1,0-2,0 1,0 0,0-1,-1 0,0-1,0 1,-1-1,1 0,-1 0,0 0,-1-1,0 1,0-1,0 0,-1 0,0 0,0 0,0 0,-1-1,0-3,-1 11,0-1,0 0,0 0,0 0,0 0,0 1,0-1,0 0,0 0,0 0,-1 1,1-1,0 0,0 0,-1 0,1 1,-1-1,1 0,0 1,-1-1,0 0,1 1,-1-1,1 0,-1 1,0-1,1 1,-1-1,0 1,1 0,-1-1,0 1,0 0,0-1,1 1,-1 0,0 0,0 0,0 0,0 0,1 0,-1 0,0 0,0 0,0 0,0 0,1 0,-1 1,0-1,0 0,1 1,-1-1,0 0,0 1,1-1,-1 1,0-1,1 1,-1 0,-1 4,0 1,1-1,-1 1,2-1,-1 1,0 0,1-1,0 1,1 0,-1-1,1 1,0-1,0 1,1-1,-1 1,1-1,1 0,-1 0,1 0,0 0,0 0,0 0,0-1,1 0,0 1,0-1,0-1,0 1,1-1,0 1,-1-1,1-1,2 2,0 0,0 0,0 0,0-1,1 0,-1-1,1 1,-1-1,1-1,0 1,0-2,0 1,-1-1,1 0,0 0,0-1,0 0,0-1,-1 1,1-1,-1-1,1 0,-1 0,0 0,0-1,0 0,0 0,-1-1,0 0,0 0,0 0,0-1,-1 0,0 0,0 0,-1-1,1-6,-1 0,-1 0,0 0,-1-1,0 1,-1-1,-1 1,0-1,-1 1,0-1,-1 1,0-1,-2 1,-2-8,4 9,1 11,1 0,0 0,-1 0,1 0,0 0,-1 0,1 0,0 0,0 0,0 0,0 0,0 0,0 0,0 0,0 0,1 0,-1 0,0 1,1-1,-1 0,0 0,1 0,-1 0,1 0,-1 0,1 1,0-1,-1 0,1 0,0 1,0-1,-1 0,1 1,0-1,0 1,0-1,0 1,0 0,0-1,-1 1,1 0,0-1,0 1,0 0,0 0,0 0,0 0,0 0,0 0,0 0,0 0,0 1,0-1,0 0,0 1,1-1,173 46,-168-43,2-2,-1 1,1 0,-1 0,0 1,1 0,-1 1,-1 0,1 0,0 0,-1 1,0 0,0 1,-1 0,1 0,-1 0,-1 1,1-1,-1 1,0 1,2 5,3 105,-9-115,-1 0,1 0,-1-1,1 1,0 0,0-1,0 1,0 0,1-1,-1 0,1 1,-1-1,1 0,0 1,0-1,0 0,0-1,0 1,1 0,-1 0,0-1,1 0,-1 1,1-1,0 0,-1 0,1 0,0-1,0 1,2 0,4 0,1-1,-1 0,0 0,0 0,0-1,0-1,0 1,0-2,2 0,2 0,0-1,-1 0,1-1,-1-1,0 0,0 0,-1-2,0 1,0-1,-1-1,0 0,0 0,-1-1,0 0,-1-1,0 1,-1-2,0 1,-1-1,0 0,-1-1,3-7,-7 18,0 0,-1 0,1 0,0 0,-1-1,1 1,-1 0,0 0,0 0,0-1,0 1,0 0,0 0,-1 0,1-1,-1 1,1 0,-1 0,0 0,0 0,0 0,0 0,0 0,0 0,-1 0,1 1,0-1,-1 1,0-1,1 1,-1-1,0 1,0 0,0 0,0 0,0 0,0 0,0 0,0 0,0 1,0-1,0 1,-1-1,1 1,0 0,0 0,0 0,-1 0,1 1,0-1,-2 1,0 0,1 0,-1 0,1 1,-1 0,1-1,-1 1,1 0,0 1,0-1,0 1,0-1,0 1,1 0,-1 0,1 0,0 0,0 0,0 1,0-1,1 1,-1-1,1 1,0-1,0 1,0 0,0 0,1 0,-1-1,1 1,0 0,1 0,-1 0,0 0,1-1,0 1,0 0,0 0,1-1,-1 1,1-1,0 1,-1-1,2 0,-1 0,0 0,1 0,0 1,14 7,1-1,0 0,0-1,1-1,0-1,1-1,-1 0,1-2,1 0,-1-1,0-1,20-1,22 6,1-3,-1-3,1-2,-1-3,0-3,29-7,-83 13,0-1,0 1,-1-1,1 0,-1-1,0 0,1 0,-1-1,-1 1,1-2,-1 1,1-1,-1 0,0 0,-1 0,1-1,2-5,-7 7,-1-1,0 0,0 1,-1-1,1 0,-1 1,0-1,0 1,-1-1,1 1,-1 0,0-1,0 1,-1 0,1 0,-1 1,0-1,0 0,0 1,0 0,-1 0,1 0,-1 0,0 0,0 1,0-1,0 1,0 0,-1 0,0 1,-2-4,0 0,0 1,-1 1,0-1,0 1,1 0,-2 1,1 0,0 0,0 1,-1 0,1 0,-1 1,1 0,0 1,-1 0,1 0,0 0,-1 1,1 1,0-1,0 1,1 1,-1-1,1 1,0 1,0-1,0 1,0 1,0 0,3-2,0-1,1 1,0 0,-1 1,1-1,1 0,-1 1,1 0,0-1,0 1,0 0,1 0,-1 0,1 0,0 1,1-1,-1 0,1 0,0 0,1 1,-1-1,1 0,0 0,0 0,1 0,-1 0,1 0,0 0,1 0,-1-1,1 1,0-1,0 0,0 0,0 0,1 0,0 0,2 1,4-2,-1 0,1-1,1-1,-1 1,0-2,0 1,0-1,1-1,-1 0,0 0,0-1,0-1,0 1,-1-1,1-1,-1 0,1 0,-1-1,-1-1,1 1,-1-1,0 0,7-8,-9 10,-1 0,1 0,-1-1,0 0,0 0,-1-1,0 1,0-1,0 0,0 0,-1 0,0-1,0 1,-1-1,0 1,0-1,-1 0,1 0,-1-5,-1 12,0 0,0 1,0-1,0 1,0-1,0 0,-1 1,1-1,0 1,0-1,0 0,0 1,-1-1,1 0,0 1,0-1,-1 0,1 1,0-1,0 0,-1 0,1 1,0-1,-1 0,1 0,-1 0,1 1,0-1,-1 0,1 0,0 0,-1 0,1 0,-1 0,1 0,-1 0,1 0,0 0,-1 0,1 0,-1 0,1 0,0 0,-1 0,1-1,0 1,-1 0,1 0,-1 0,1-1,0 1,-1 0,1 0,0-1,0 1,-1 0,1-1,0 1,0 0,-1-1,1 1,0 0,0-1,-1 4,0 0,0 0,1 0,-1 0,1 1,0-1,0 0,0 0,0 0,0 0,1 0,-1 0,1 0,0 1,0-2,0 1,1 0,-1 0,1 0,-1 0,1-1,0 1,0-1,0 0,0 1,1-1,-1 0,2 1,81 44,-12-25,0-6</inkml:trace>
  <inkml:trace contextRef="#ctx0" brushRef="#br0" timeOffset="11625.956">358 2311,'-3'-6,"0"0,0 0,-1 0,0 1,0 0,0-1,-1 1,1 1,-1-1,0 1,-1 0,1 0,-1 0,0 1,0 0,0 0,0 0,0 1,-1 0,1 0,-1 1,1-1,-1 2,0-1,1 1,-1 0,0 0,1 0,-1 1,0 0,1 1,-1-1,1 1,0 1,-1-1,1 1,0 0,0 1,1-1,-4 3,-1 1,0 1,1 0,0 1,0 0,0 0,1 1,1 0,0 0,0 1,1 0,0 0,1 0,1 1,-1-1,2 1,0 1,-1 7,3-17,1 1,0-1,0 0,0 1,0-1,0 0,1 0,0 1,-1-1,1 0,0 0,1 0,-1 0,1 0,-1 0,1 0,0-1,0 1,0-1,0 1,0-1,1 1,-1-1,1 0,0 0,-1-1,1 1,0 0,0-1,3 1,1 1,0-1,0-1,0 1,0-1,0-1,0 1,1-1,-1 0,0-1,0 0,1 0,-1 0,5-3,2 0,0-2,1 0,-2 0,1-1,-1-1,0 0,0-1,-1-1,-1 0,1 0,-2-1,1 0,-2-1,1 0,-2-1,0 0,0 0,-1-1,-1 0,0 0,-1 0,0-1,0-6,-4 19,0-1,0 0,-1 0,1 0,-1 0,1 0,-1 0,0 0,-1 0,1 0,0 0,-1 0,1 0,-1 0,0 1,0-1,0 0,-1 0,1 1,0-1,-1 1,0-1,0 1,0-1,0 1,0 0,0 0,0 0,-1 0,0 0,1 3,-1-1,0 1,0 0,1 0,-1 0,1 0,-1 1,1-1,0 0,-1 1,1 0,0 0,0 0,0 0,0 0,0 0,1 0,-1 0,1 1,-1-1,1 1,0-1,0 1,0-1,-1 4,-1 1,-1 0,1 1,0-1,1 1,0 0,0 0,1 0,0 0,0 0,0 0,1 0,1 0,-1 0,1 0,1 0,0 0,0 0,0 0,1-1,0 1,0-1,1 0,0 0,0 0,1 0,0-1,0 1,1-1,-1-1,1 1,1-1,-1 0,1 0,3 1,11 3,0-2,0 0,0-1,1-2,0 0,0-1,0-1,0-1,16-2,47-1</inkml:trace>
  <inkml:trace contextRef="#ctx0" brushRef="#br0" timeOffset="12398.505">1896 1736,'-6'87,"3"1,4 0,5-1,6 26,3 58,-13-150,-1-21,-1 0,0 0,1 1,-1-1,1 0,-1 0,1 0,-1 0,1 0,-1 0,1 0,-1 0,1 0,-1 0,1 0,-1 0,1 0,-1-1,1 1,-1 0,0 0,1 0,-1-1,1 1,-1 0,1-1,-1 1,0 0,1-1,-1 1,0 0,0-1,1 1,-1-1,0 1,0 0,1-1,-1 1,0-1,0 1,0-1,0 1,0-1,0 1,1-1,-1 1,0-1,-1 1,1-1,0 1,0-1,0 1,0-1,0 1,0 0,-1-1,3-2,3-7,1 0,0 0,0 0,1 1,0 0,1 1,0 0,0 0,1 0,-7 6,1 0,0-1,0 2,0-1,0 0,0 0,1 1,-1 0,0 0,1 0,-1 0,1 0,-1 1,1-1,-1 1,1 0,-1 0,1 0,-1 1,1-1,-1 1,1 0,-1 0,1 0,-1 0,0 1,0-1,0 1,0 0,0 0,0 0,1 0,-1 1,1-1,-1 1,0 0,0 0,0 0,-1 0,1 0,-1 1,1-1,-1 1,0 0,0 0,-1-1,1 1,-1 0,0 1,0-1,0 0,-1 0,0 0,1 0,-1 1,-1-1,1 0,0 0,-1 0,0 0,0 0,0 0,-1 0,0 0,1 0,-1 0,0-1,-1 1,1-1,-1 1,-2 2,-2-3,0 0,0 0,0-1,-1 0,1-1,-1 1,1-1,-1-1,1 0,-1 0,1 0,-1-1,0 0,1 0,0-1,-1 0,1 0,0-1,0 0,0 0,-4-3,9 5,0 1,1-1,-1 0,1 1,-1-1,1 0,-1 0,1 0,0 0,-1 0,1-1,0 1,0 0,0-1,0 1,0 0,0-1,0 1,0-1,1 0,-1 1,1-1,-1 0,1 1,-1-1,1 0,0 1,0-1,0 0,0 0,0 1,0-1,1 0,-1 0,0 1,1-1,-1 1,1-1,0 0,0 1,-1-1,1 1,0-1,1 0,10-7,-1 0,1 1,1 1,-1 0,1 1,1 0,-1 1,1 0,7-1,-9 3,159-38,-169 40,0 1,1-1,-1 1,1 0,-1 0,0 0,1 0,-1 1,0-1,1 1,-1-1,0 1,1 0,-1 0,0 0,0 0,0 0,0 0,0 1,0-1,0 1,0-1,0 1,-1 0,1-1,-1 1,1 0,-1 0,0 0,0 1,0-1,0 0,0 0,0 2,11 44,-12-41,0 0,1-1,0 1,1 0,-1-1,1 1,0-1,1 0,0 0,0 0,0 0,1 0,-1-1,1 1,1-1,-1 0,1 0,0-1,0 1,0-1,1 0,3 2,10-1,-1-4</inkml:trace>
  <inkml:trace contextRef="#ctx0" brushRef="#br0" timeOffset="12659.646">2270 1949,'16'16,"19"8,3-1</inkml:trace>
  <inkml:trace contextRef="#ctx0" brushRef="#br0" timeOffset="13133.708">2991 2069,'-33'0,"1"2,-1 1,0 1,1 1,0 2,0 2,-18 7,-3 13,51-28,0 0,1 1,-1-1,1 0,0 0,-1 1,1-1,0 1,0-1,0 1,0-1,0 1,0 0,0-1,1 1,-1 0,1 0,-1-1,1 1,-1 0,1 0,0 0,0 0,0 0,0-1,0 1,1 0,-1 0,1 0,-1 0,4 4,0 0,1 0,-1-1,1 0,0 1,1-1,-1-1,1 1,0-1,0 0,0-1,1 1,-1-1,8 2,-10-3,246 106,-246-106,-1-1,1 1,-1-1,0 0,-1 1,1 0,0-1,0 1,-1 0,1 1,-1-1,1 0,-1 1,0-1,0 1,0 0,-1 0,2 2,-4-3,-1 0,1 0,-1 0,1-1,-1 1,0 0,0-1,0 0,0 1,0-1,0 0,0 0,0 0,-1 0,1 0,0-1,-1 1,1-1,0 1,-1-1,1 0,-1 0,1 0,-1 0,1 0,0-1,-3 0,1 1,1-1,-1 1,1-1,-1 0,1 0,0 0,-1 0,1-1,0 0,0 1,0-1,0 0,0 0,0-1,1 1,-1-1,1 1,0-1,-1 0,1 0,0 0,1 0,-1 0,0 0,1 0,0-1,0 1,0-1,0 1,0-1,1 1,0-1,-1 1,1-1,1 1,-1-1,1-3,5-12,1 0,1 0,0 0,2 1,0 0,1 1,1 0,12-13,-2-1,9-9,-1-2,-2-1,-2-1,-2-1,-1-1,-3-1,-2-1,-2-1,8-44,-23 87,0 0,0 0,0 0,-1 0,1 0,-2 0,1 0,-1 0,1 0,-2 0,1 0,-1 0,0 1,0-1,0 0,-1 1,-2-4,4 8,0 0,0 0,1 0,-1 0,0 0,0 1,0-1,-1 0,1 1,0-1,0 1,0-1,0 1,0-1,-1 1,1 0,0 0,0 0,-1 0,1 0,0 0,0 0,-1 0,1 0,0 0,0 1,0-1,-1 0,1 1,0-1,0 1,0 0,0-1,0 1,0 0,0-1,0 1,0 0,0 0,0 0,1 0,-1 0,0 0,0 0,-29 51,22-28,1-1,1 1,2 0,0 1,1-1,1 1,2-1,0 1,2-1,1 5,7 33,2-2,2 1,12 25,-15-53,5 24,3-1,2-1,3-1,19 30,-9-40,-33-43,0 0,0 0,0-1,0 1,0 0,0 0,0-1,0 1,0 0,0-1,1 1,-1-1,0 0,0 1,1-1,-1 0,0 0,0 0,1 0,-1 0,0 0,0 0,1 0,-1 0,0-1,1 1,-1 0,0-1,0 1,0-1,0 0,1 1,-1-1,0 0,0 1,0-1,0 0,0 0,11-15</inkml:trace>
  <inkml:trace contextRef="#ctx0" brushRef="#br0" timeOffset="13387.031">2885 1749,'21'2,"22"1,26 2,25 1,24 1,18 1,10 7,-21 1</inkml:trace>
  <inkml:trace contextRef="#ctx0" brushRef="#br0" timeOffset="13795.756">3874 2191,'-4'-4,"0"0,0 1,-1 0,0 0,1 0,-1 1,0-1,-1 1,1 0,0 1,-1-1,1 1,0 0,-1 1,0-1,1 1,-1 0,1 0,-1 1,1 0,-1 0,1 0,0 0,-1 1,1 0,-1 0,-1 3,-1-1,0 1,1 1,0-1,0 1,1 1,0-1,0 1,0 0,1 0,0 1,0 0,1 0,0 0,1 0,-1 0,1 1,1 0,0-1,0 1,1 1,1-7,0-1,0 0,0 1,1-1,-1 0,1 1,-1-1,1 0,0 0,0 1,0-1,0 0,1 0,-1 0,0 0,1-1,0 1,-1 0,1-1,0 1,0-1,0 1,0-1,0 0,0 0,0 0,0 0,0 0,1 0,-1-1,0 1,0-1,1 1,0-1,82-9,-74 4,1 0,-1 0,0-1,0 0,-1-1,1 0,-2-1,1 0,-1 0,0-1,-1 0,0-1,0 0,-1 0,-1-1,0 0,0 0,-1 0,2-7,-5-21,-18 57,12-6,1 0,0-1,0 1,1 0,1 0,0 0,1 1,0-1,2 10,-2-17,1 0,0-1,0 1,0-1,0 1,1-1,-1 1,1-1,0 0,1 0,-1 0,1 0,-1 0,1-1,0 1,1-1,-1 0,1 0,-1 0,1 0,0 0,0-1,0 0,0 0,0 0,5 1,-3-2,0 0,1 0,-1 0,1-1,-1-1,1 1,-1-1,1 0,-1 0,1-1,-1 1,0-2,0 1,0-1,0 1,0-2,-1 1,1-1,-1 1,0-2,4-3,4-4,-1-1,0 0,-1 0,-1-1,0 0,-1-1,5-10,8-22</inkml:trace>
  <inkml:trace contextRef="#ctx0" brushRef="#br0" timeOffset="14348.464">4235 1655,'-8'-45,"4"67,15 462,-9-297,-2-187,0 0,1 0,-1 0,0-1,0 1,0 0,1 0,-1 0,0 0,0-1,0 1,1 0,-1 0,0 0,0 0,1 0,-1 0,0 0,0 0,1 0,-1 0,0 0,1 0,-1 0,0 0,0 0,1 0,-1 0,0 0,0 0,1 0,-1 0,0 1,0-1,0 0,1 0,-1 0,0 0,0 0,0 1,1-1,-1 0,0 0,0 0,0 1,0-1,0 0,1 0,-1 1,0-1,0 0,0 0,0 1,0-1,0 0,0 0,0 1,0-1,16-28,-12 21,2-3,1 0,-1 0,2 1,-1-1,1 2,1-1,-1 1,2 0,-8 6,1 0,-1 0,1 1,0-1,-1 1,1 0,0-1,0 1,0 0,0 1,0-1,0 1,0-1,0 1,0 0,0 0,0 0,0 0,0 1,0-1,0 1,0 0,0 0,0 0,0 0,0 0,-1 1,1-1,0 1,-1 0,1 0,-1 0,1 1,5 6,0 1,-1 0,0 0,-1 1,0 0,0 0,-2 0,1 1,-1 0,-1 0,0 0,-1 0,0 0,-1 1,0-1,-1 12,0-21,0 0,0 0,-1 0,1 0,0 0,-1 1,0-2,0 1,0 0,0 0,0 0,-1 0,1-1,-1 1,1 0,-1-1,0 0,0 1,-1-1,1 0,0 0,-1 0,1 0,-1-1,1 1,-1-1,0 1,0-1,0 0,1 0,-1 0,0-1,0 1,0-1,-1 1,1-1,0 0,0 0,-1-1,-2 1,0-1,-1-1,1 1,0-1,-1 0,1 0,0-1,1 0,-1 0,0 0,1-1,0 0,0 0,0 0,0-1,1 1,-1-1,1 0,0-1,-1-1,4 5,0 1,1-1,-1 0,0 1,0-1,1 0,-1 0,1 0,0 1,-1-1,1 0,0 0,0 0,0 0,0 0,0 1,1-1,-1 0,1 0,-1 0,1 1,-1-1,1 0,0 1,0-1,0 0,0 1,0-1,0 1,1 0,-1-1,0 1,1 0,-1 0,2-1,60-32,-10 15,1 2,1 2,47-6,-99 20,0 0,1 0,0 0,-1 0,1 0,0 0,-1 1,1-1,0 1,0 0,-1 0,1 1,0-1,-1 1,1 0,0 0,-1 0,1 0,-1 0,1 1,-1 0,0 0,1 0,-1 0,0 0,0 0,-1 1,1 0,1 1,7 69,-11-68,-1 0,1 1,0-1,1 0,-1 1,1-1,0 0,0 1,1-1,0 0,-1 0,2 0,-1 0,1 0,-1-1,1 1,1-1,-1 0,0 0,4 3,-4-5,0-1,0 0,1 1,-1-1,0 0,1-1,-1 1,1-1,-1 1,1-1,-1 0,0 0,1-1,-1 1,1-1,-1 0,1 1,-1-1,0-1,0 1,1 0,-1-1,2-1,23-13</inkml:trace>
  <inkml:trace contextRef="#ctx0" brushRef="#br0" timeOffset="14612.755">4636 1762,'9'16,"4"5</inkml:trace>
  <inkml:trace contextRef="#ctx0" brushRef="#br0" timeOffset="15900.302">5211 2003,'12'-3,"-1"-1,1 0,-1 0,0-1,0 0,-1-1,0 0,0-1,0 0,-1-1,0 0,0 0,-1-1,0 0,-1 0,0-1,0 0,-1 0,0-1,-1 0,0 0,-1 0,0 0,-1-1,0 1,-1-1,0 0,-1 0,0 0,-1 0,-1-5,1 12,0 0,0 0,-1 1,0-1,0 0,0 0,-1 1,1-1,-1 1,0-1,-1 1,1 0,-1-1,0 1,0 1,0-1,0 0,0 1,-1 0,0-1,0 1,0 1,0-1,0 1,0-1,-1 1,1 1,-1-1,0 0,1 1,-1 0,0 0,0 1,0-1,0 1,1 0,-1 0,-3 1,-3 5,0 1,0 0,1 1,0 0,1 1,-1 0,2 0,-1 1,1 0,1 0,0 1,0 0,1 0,1 1,0 0,0-1,1 2,-2 11,-4 8,1 0,1 0,2 1,1 0,2 0,1 0,2 0,1 0,5 26,-3-44,0-1,1 0,1 0,0 0,1 0,0-1,1 0,1 0,0-1,0 0,2 0,-1-1,1 0,1-1,0 0,1-1,-1 0,2-1,-1 0,1-1,0 0,1-1,-1-1,1 0,1-1,-1 0,0-1,1-1,0 0,-1-1,11-1,-17 0,0 0,-1-1,1 0,0-1,-1 1,1-2,-1 1,0-1,1 0,-1 0,-1-1,1 0,0 0,-1-1,0 0,0 0,-1 0,1-1,-1 1,0-2,-1 1,1 0,-1-1,0 0,-1 0,0 0,0 0,1-5,1-3,-1-1,0 1,-1-1,-1 0,-1 0,0 0,-1 0,-1-11,-8 56,6 90,3-116,1 0,0 1,-1-1,1 1,0-1,0 0,1 0,-1 0,1 0,0 0,-1 0,1 0,0 0,1-1,-1 1,0-1,1 1,0-1,-1 0,1 0,0 0,0 0,0-1,0 1,1-1,-1 0,0 0,0 0,1 0,-1-1,1 1,2-1,5-2,0 0,0 0,0-1,0-1,-1 0,1-1,-1 0,0 0,0-1,-1 0,0-1,0 0,0 0,-1-1,0 0,-1-1,1 1,-2-1,1-1,-1 1,4-11,16-41,-28 138,2-74,0 1,-1-1,1 1,1-1,-1 0,0 1,1-1,0 0,0 0,0 1,0-1,0 0,1 0,-1 0,1 0,0 0,0-1,0 1,0 0,1-1,-1 1,1-1,-1 0,1 0,0 0,0 0,0-1,0 1,2 0,11 1,1 0,0-1,0-1,-1-1,1 0,0-1,0-1,0-1,-1 0,0-1,1-1,5-3,133-47,-155 55,0 0,1-1,-1 1,1 0,-1 0,1 0,-1 0,1-1,-1 1,1 0,-1 0,1 0,-1 0,1 0,-1 0,1 0,-1 1,1-1,-1 0,1 0,-1 0,1 0,-1 1,1-1,-1 0,0 0,1 1,-1-1,1 0,-1 1,0-1,1 0,-1 1,0-1,1 1,-1-1,0 0,0 1,1-1,-1 1,0-1,0 1,0-1,0 1,0-1,0 1,0-1,0 1,0-1,0 1,0-1,0 1,0-1,0 1,0-1,0 1,0-1,-1 1,1-1,0 1,0-1,-1 0,1 1,0-1,-1 1,1 0,-1 0,1 0,0 0,-1 0,1 0,0 0,0 0,0 1,0-1,0 0,0 0,0 0,0 0,0 0,1 0,-1 0,0 0,1 0,-1 0,1 0,-1 0,1 0,-1 0,1 0,0 0,-1 0,1-1,0 1,0 1,9 0,-1 0,0 0,1 0,-1-1,1-1,-1 0,1 0,0-1,-1 0,0 0,2-1,-2 1,0-1,0 0,0 0,-1 0,1-1,-1-1,1 1,-1-1,0-1,0 0,-1 0,1 0,-1-1,0 0,-1 0,1-1,-1 0,-1 0,1 0,-1-1,0 0,2-7,-6-7,-1 22,0 0,0 1,1-1,-1 0,0 0,0 1,0-1,0 0,-1 0,1 1,0-1,0 0,0 1,0-1,0 0,0 0,0 1,0-1,0 0,-1 0,1 0,0 1,0-1,0 0,-1 0,1 0,0 1,0-1,0 0,-1 0,1 0,0 0,0 0,-1 1,1-1,0 0,0 0,-1 0,1 0,0 0,-1 0,1 0,0 0,0 0,-1 0,1 0,0 0,0 0,-1 0,1 0,0-1,0 1,-1 0,1 0,0 0,0 0,-1 0,1-1,0 1,0 0,0 0,-1 0,1-1,0 1,0 0,0 0,0-1,0 1,-1 0,-2 6,-1 0,1 0,0 1,1 0,0-1,0 1,0 0,1 0,0 0,0 0,0 0,1 3,0-9,1 0,-1 0,0 0,0-1,1 1,-1 0,0 0,1 0,-1-1,1 1,-1 0,1 0,-1-1,1 1,-1 0,1-1,0 1,0-1,-1 1,1-1,0 1,0-1,-1 0,1 1,0-1,0 0,0 1,0-1,-1 0,1 0,0 0,0 0,0 0,0 0,0 0,0 0,0 0,-1 0,1-1,0 1,0 0,0-1,40-14,-37 13,192-88,-195 89,0 0,0 1,0-1,1 0,-1 1,0-1,0 1,1-1,-1 1,0 0,1-1,-1 1,0 0,1 0,-1 0,1 0,-1 0,0 0,1 0,-1 1,0-1,1 0,-1 1,0-1,1 1,-1 0,0-1,0 1,0 0,0 0,0 0,0-1,0 1,0 0,0 0,0 1,0-1,0 0,-1 0,1 0,0 0,-1 1,1-1,-1 0,0 1,1-1,-1 0,0 1,0-1,0 2,1 15,-1-15,-1-1,1 0,0 0,0 1,0-1,0 0,0 0,1 0,-1 1,1-1,-1 0,1 0,0 0,0 0,0 0,0 0,0 0,0 0,0 0,1 0,-1-1,1 1,-1-1,1 1,0-1,0 1,0-1,-1 0,13 3,0 0,1-1,-1 0,0-1,1-1,0 0,-1-1,12-1,-11 0,53-3,-1-2,-1-4,45-13,-104 21,-7 2,1-1,-1 0,1 1,-1-1,1 1,0-1,-1 1,1-1,0 1,-1-1,1 1,0 0,-1-1,1 1,0 0,0 0,-1-1,1 1,0 0,0 0,0 0,-1 0,1 0,0 0,0 0,0 0,-1 1,1-1,0 0,0 0,-1 1,1-1,0 0,-1 1,1-1,0 1,-1-1,1 1,0-1,-1 1,1-1,-1 1,1-1,-1 1,1 0,-1-1,0 1,1 0,-1 0,0-1,0 1,1 0,-1 0,0-1,0 1,0 0,0 0,0 0,0-1,0 1,0 0,0 0,-2 3,0-1,0 1,1-1,0 1,0-1,0 1,0 0,0-1,1 1,-1 0,1 0,0-1,0 1,0 0,1 0,0-1,-1 1,1 0,0-1,1 1,-1 0,1-1,0 0,-1 1,1-1,1 0,-1 0,0 0,1 0,2 2,32 20,-36-24,0 0,0-1,-1 1,1-1,0 0,0 1,0-1,0 0,0 1,0-1,0 0,1 0,-1 0,0 0,0 0,0 0,0 0,0 0,0 0,0-1,0 1,0 0,0-1,0 1,0-1,0 1,0-1,-1 1,1-1,0 0,0 1,0-1,-1 0,1 0,0 0,-1 1,1-1,-1 0,1 0,4-12</inkml:trace>
  <inkml:trace contextRef="#ctx0" brushRef="#br0" timeOffset="16201.544">7136 1816,'-16'0,"-9"0,-4 0,4 2,8 6,16 5,22 3,8-1</inkml:trace>
  <inkml:trace contextRef="#ctx0" brushRef="#br0" timeOffset="16800.675">8593 2471,'-2'-24,"1"0,1 0,2 0,0 0,1 1,2-1,0 1,2 0,0 0,1 1,7-11,-7 9,2 0,0 0,2 1,1 0,3-2,-16 23,1 1,-1-1,1 1,-1 0,1-1,0 1,0 0,-1-1,1 1,0 0,0 0,0 0,0 0,0 0,1 0,-1 0,0 0,0 0,1 1,-1-1,0 1,1-1,-1 0,1 1,-1 0,1-1,-1 1,1 0,-1 0,1 0,-1 0,1 0,-1 0,0 1,1-1,-1 0,1 1,-1-1,1 1,-1-1,0 1,1 0,-1-1,0 1,1 0,5 11,0 0,-1 1,0-1,-1 1,-1 0,0 0,0 1,-1-1,-1 5,2 0,2 7,12 102,-18-126,1 0,-1 1,0-1,0 0,0 1,0-1,0 1,0-1,0 0,0 1,-1-1,1 0,0 1,-1-1,1 0,-1 0,0 1,1-1,-1 0,0 0,0 0,0 0,0 0,1 0,-2 0,1 0,0 0,0 0,0 0,0-1,0 1,-1 0,1-1,0 1,-1-1,1 0,0 1,-1-1,1 0,0 0,-1 0,1 0,-1 0,1 0,0 0,-1 0,1-1,0 1,-1 0,1-1,0 1,-1-1,1 0,0 1,0-1,0 0,0 0,0 0,-1 0,-3-3,1 0,-1 0,1 0,0-1,0 0,0 0,0 0,1 0,0-1,0 1,1-1,0 1,-1-1,2 0,-1 0,1 0,0 0,0 0,0-7,2 11,0 0,-1-1,1 1,0 0,0-1,0 1,1 0,-1 0,1 0,-1 0,1 0,-1 0,1 0,0 1,0-1,0 1,0-1,0 1,0 0,1 0,-1 0,0 0,0 0,1 0,-1 0,1 1,-1-1,2 1,72-2,-49 7,-1 1,0 1,-1 1,1 2,-2 0,1 2,9 6,28 13,-60-30,0 0,0 0,1 0,-1 0,1 0,-1 0,1-1,-1 1,1-1,-1 1,1-1,-1 0,1 0,0-1,-1 1,1 0,-1-1,1 0,-1 1,1-1,-1 0,0 0,1 0,-1-1,0 1,0 0,0-1,0 0,0 1,0-1,0 0,-1 0,1 0,-1 0,1 0,4-7,0 1,0-1,-1 0,0 0,0-1,-1 1,-1-1,0 0,0 0,-1 0,1-2,-3 7,1 0,-1 0,0 0,0 0,0 0,0 0,-1 0,0 0,0 1,-1-1,1 0,-1 0,0 1,0-1,0 1,-1-1,0 1,0 0,0 0,0 0,0 1,-1-1,-3-2,0 2,0-1,0 2,0-1,-1 1,1 0,-1 1,0 0,1 0,-1 0,0 1,0 0,0 1,0 0,0 0,0 1,0 0,0 0,0 1,0 0,0 0,1 1,-1 0,1 0,0 0,0 1,0 1,1-1,-1 1,1 0,0 0,0 1,1 0,-1 0,1 0,1 1,-1 0,1-1,1 2,-1-1,1 0,0 1,2-4,0 0,0 0,0 0,1 0,-1 0,1 0,0 0,0 0,1 0,-1 0,1 0,0 0,0 0,0 0,1 0,-1 0,1 0,0-1,0 1,0-1,1 0,-1 1,1-1,0 0,-1 0,2-1,-1 1,0 0,0-1,1 0,-1 0,1 0,1 0,9 5,1-1,-1-1,1 0,0-1,0-1,1-1,-1 0,5 0,44-1,-7-5</inkml:trace>
  <inkml:trace contextRef="#ctx0" brushRef="#br0" timeOffset="17062.577">9369 1749,'-18'-11,"-14"-7,-9 1,-5 3,1 5,3 12,9 10,10 11,14 10,15 6,6-2</inkml:trace>
  <inkml:trace contextRef="#ctx0" brushRef="#br0" timeOffset="17236.143">9449 2204,'9'16,"7"7,7 3,7-2,10-4,13-6,-4-5</inkml:trace>
  <inkml:trace contextRef="#ctx0" brushRef="#br0" timeOffset="17767.391">10678 2017,'-7'-3,"0"1,0 0,-1 0,1 1,-1 0,1 0,-1 1,0 0,1 0,-1 1,1-1,-1 2,1-1,-1 1,1 0,0 1,0 0,0 0,0 1,1-1,-1 1,1 1,0-1,0 1,0 0,1 1,0-1,0 1,-1 2,3-5,1 0,0 0,0 0,0 0,1 0,-1 0,1 1,-1-1,1 1,0-1,1 1,-1 0,0-1,1 1,0 0,0-1,0 1,1 0,-1-1,1 1,0-1,0 1,0-1,0 1,0-1,1 1,0-1,-1 0,1 0,1 0,-1 0,0 0,1 0,-1-1,1 1,0-1,0 0,0 0,3 2,1-2,1-1,0 0,0 0,0-1,0 0,0 0,0-1,0 0,0 0,0-1,0 0,0 0,-1-1,1 0,-1 0,0-1,0 0,0 0,-1-1,1 0,-1 0,0 0,0-1,-1 0,0 0,0 0,0-1,-1 0,0 0,0 0,-1 0,0 0,0-1,0 1,0-8,-6-11,3 26,0-1,-1 1,1 0,0 0,-1 0,1-1,-1 1,1 0,0 0,-1 0,1 0,-1 0,1 0,-1 0,1 0,0 0,-1 0,1 0,-1 0,1 0,-1 0,1 0,0 0,-1 1,1-1,-1 0,1 0,0 0,-1 1,1-1,0 0,-1 1,1-1,0 0,0 0,-1 1,1-1,0 1,0-1,-1 0,1 1,0-1,0 0,0 1,0-1,0 1,-1-1,1 1,0-1,0 0,0 1,0-1,0 1,0-1,1 1,-4 3,1 1,1-1,-1 1,1 0,-1 0,2-1,-1 1,0 0,1 0,0 0,0 0,0 0,1 0,-1 0,1 0,1-1,-1 1,0 0,1-1,0 1,0-1,1 1,-1-1,1 0,0 0,0 0,0-1,1 1,-1-1,1 1,0-1,0 0,0-1,0 1,4 1,3-1,0 0,0 0,1-1,-1-1,1 0,-1-1,1 0,-1-1,1 0,-1 0,0-2,1 1,-1-1,0-1,0 0,-1-1,1 0,-1 0,0-1,-1 0,1-1,-1 0,-1-1,1 0,-1 0,0 0,-1-1,0-1,-1 1,0-1,0 0,0-2,2-10,-5 20,-5 24,0-8,-7 138,11 138,1-107,-3-176,1 9,-1-1,0 0,-1 0,-1 0,0 1,-1-2,-1 1,-1 0,0-1,-8 12</inkml:trace>
  <inkml:trace contextRef="#ctx0" brushRef="#br0" timeOffset="18024.8">10906 1616,'2'16,"10"9,14 4,17-2,1-5</inkml:trace>
  <inkml:trace contextRef="#ctx0" brushRef="#br0" timeOffset="18306.532">11414 2030,'-5'15,"1"0,0 0,1 0,0 0,2 1,0-1,0 1,2 0,0-1,0 1,2 3,-1-15,0 0,-1 0,2 0,-1 0,0 0,1-1,-1 1,1-1,0 0,0 0,0 0,1 0,-1 0,1-1,0 0,-1 0,1 0,0 0,0 0,0-1,0 1,1-1,-1 0,0-1,1 1,-1-1,0 0,1 0,-1 0,0 0,1-1,-1 0,0 0,0 0,1 0,-1-1,0 1,0-1,-1 0,1-1,0 1,-1 0,1-1,-1 0,3-2,2-5,-1-1,0 0,0 0,-1 0,0-1,-1 0,-1 0,0-1,0 1,-1-1,-1 0,0 1,-1-1,0 0,-1-8,-7 46,5-19,0 0,1 0,0-1,0 1,0 1,1-1,0 0,0 0,0 0,1 0,0 0,0 0,1 0,-1-1,1 1,1 0,-1-1,1 1,0-1,0 0,0 0,1 0,0 0,0-1,0 1,1-1,-1 0,1 0,1-1,-1-1,1 1,-1-1,1-1,0 1,0-1,-1 0,1 0,0 0,0-1,0 0,0 0,0-1,0 1,0-1,0-1,0 1,0-1,-1 0,5-2,3-2,-1 0,-1-1,1 0,-1-1,-1 0,1-1,-2 0,8-8,6-10</inkml:trace>
  <inkml:trace contextRef="#ctx0" brushRef="#br0" timeOffset="19381.682">11975 2003,'-3'7,"-4"7,0 1,1-1,1 1,1 1,0-1,1 1,0-1,1 1,1 0,1 5,0-17,1-1,0 1,0-1,0 1,0-1,0 0,1 1,-1-1,1 0,0 0,0 0,0 0,0-1,1 1,-1-1,1 1,-1-1,1 0,0 0,0 0,0 0,0 0,0-1,1 1,-1-1,0 0,1 0,-1 0,1 0,-1-1,1 0,-1 1,1-1,1-1,5 1,0 0,0-1,0 0,0-1,-1 0,1-1,0 0,-1 0,0-1,1-1,5-3,-5 1,-1 0,0 0,0-1,0-1,-1 1,0-1,-1-1,0 1,0-1,-1-1,-1 1,0-1,0 0,-1 0,0 0,0-3,-1 54,-4-34,0 1,1-1,0 1,0 0,0-1,1 1,0-1,0 1,0-1,1 0,0 1,1-1,-1 0,1 0,0 0,0-1,1 1,0-1,0 0,0 1,1-2,0 1,7 1,0-1,0 0,1 0,0-2,0 0,0 0,0-1,0-1,0 0,0-1,1 0,-1-1,0 0,0-1,0-1,5-1,0 1,1-1,-1 0,0-2,0 0,-1-1,1 0,-2-1,1-2,-1 1,0-2,-1 0,-1-1,0 0,0-1,6-8,-18 18,1 0,-1 0,0 0,0 0,0 0,0-1,0 1,-1 0,0-1,1 0,-1 1,0-1,-1 0,1 1,-1-1,0 0,0 0,0 1,0-1,0 0,-1 0,0 1,0-1,0 0,0 1,-1-1,1 1,-1 0,0-1,0 1,0 0,0 0,0 0,-1 0,0 1,1-1,-1 1,0-1,-1 0,-4-1,-1 1,1 0,0 0,-1 1,0-1,1 2,-1 0,0 0,0 0,0 1,0 0,1 1,-1 0,0 0,0 1,-6 2,9-2,0 0,0 0,0 0,0 0,1 1,-1 0,1 0,-1 1,1-1,0 1,1 0,-1 1,1-1,0 1,0 0,0 0,0 0,1 0,0 1,0-1,1 1,-1 0,1 0,0 0,2-2,-1 0,1-1,0 1,0 0,0 0,1 0,-1 0,1-1,0 1,0 0,0-1,0 1,1-1,0 1,-1-1,1 1,0-1,1 0,-1 0,1 0,-1-1,1 1,0 0,3 1,82 48,-83-50,26 13,-16-10,-1 1,1 0,-1 1,-1 1,0 0,0 1,0 0,-1 1,0 1,-1-1,-1 2,1 0,5 10,-7 0,-1 1,-1 1,-1 0,-1 0,-1 0,-1 0,-1 0,-1 1,-2-1,0 1,-1-1,-5 18,2 6,-3-1,-1-1,-2 1,-2-2,-3 1,-1-2,-6 8,22-48,-1 1,0-1,0 1,-1-1,1 0,-1 1,0-1,0-1,0 1,-1 0,0-1,1 0,-1 0,0 0,0 0,0 0,-1-1,1 0,-1 0,1 0,-1 0,0-1,0 0,1 0,-1 0,0-1,0 1,0-1,0 0,0-1,0 1,0-1,-3-1,-2-5,-1 0,2-1,-1 0,1-1,0 0,0-1,1 1,1-2,0 1,0-1,1 0,0 0,1-1,0 0,1 0,1 0,-1-3,-5-14,2-1,1 0,2 0,0 0,2 0,2-1,0 1,2-1,2 1,0 0,2 0,1 1,2 0,1 0,1 0,1 2,1-1,2 2,1 0,1 0,13-14,-15 22,0 0,1 1,0 1,2 0,0 2,0 0,2 1,-1 1,21-10,-39 21,0 0,1 1,-1-1,0 0,0 0,1 0,-1 1,1-1,-1 1,1-1,-1 1,1-1,-1 1,1 0,-1 0,1 0,-1 0,1 0,-1 0,1 0,-1 1,1-1,-1 0,1 1,-1-1,1 1,-1 0,0-1,1 1,-1 0,0 0,0 0,1 0,-1 0,0 0,0 0,0 0,0 0,0 1,-1-1,1 0,0 1,-1-1,1 0,0 1,-1-1,0 1,1-1,-1 1,0 1,-4 146,5-146,0 1,0-1,0 1,1-1,0 1,-1-1,1 0,0 0,1 0,-1 0,1 0,-1 0,1-1,0 1,0-1,0 0,0 0,0 0,0 0,1 0,-1-1,1 0,2 2,88 10,-82-13,0-1,1 0,-1-1,0 0,0-1,0-1,0 0,-1 0,1-1,0-2,-7 5,-1 0,1-1,-1 0,0 0,0 0,0 0,0-1,-1 0,0 1,1-1,-1-1,-1 1,1 0,-1-1,1 1,-1-1,-1 0,1 1,-1-1,1 0,-1 0,-1 0,1 0,-1 0,0-5,-1 4,0 1,0-1,-1 0,0 1,0-1,-1 1,1-1,-1 1,0 0,-1 0,1 1,-1-1,0 1,0-1,0 1,-1 1,1-1,-1 0,0 1,0 0,0 0,-1 1,1-1,-1 1,1 0,-1 1,0 0,0-1,1 2,-1-1,0 1,0 0,0 0,0 0,0 1,0 0,1 0,-1 0,0 1,1 0,-1 0,1 1,-1-1,1 1,0 0,0 1,1-1,-1 1,1 0,-1 0,1 0,-1 3,2-2,0 1,0 0,1 0,0 0,0 1,1-1,-1 0,1 1,1-1,-1 1,1-1,0 0,1 1,-1-1,1 1,1-1,-1 0,1 1,0-1,0 0,1 0,0-1,0 1,0 0,1-1,0 0,0 0,0 0,1 0,-1-1,1 1,0-1,1-1,-1 1,0-1,1 0,0 0,0 0,0-1,0 0,0 0,1 0,-1-1,0 0,1 0,-1-1,1 0,33-2,-3-5</inkml:trace>
  <inkml:trace contextRef="#ctx0" brushRef="#br0" timeOffset="19649.905">13286 1602,'-11'2,"1"0,0 1,-1 0,2 1,-1 0,0 1,1 0,0 0,0 1,0 0,1 1,0-1,0 2,1-1,-1 1,2 0,-1 1,1 0,1 0,0 0,0 0,0 1,1 0,1 0,0 0,0 0,1 1,0-1,1 1,0-1,1 1,0 0,1-1,1 8,6 7,1 0,2-1,0-1,2 0,1 0,0-1,2-1,0 0,1-1,2-1,-11-9,1 0,1-1,-1-1,1 1,1-2,0 1,0-1,0-1,1 0,0-1,11 4,29 4,-3-4</inkml:trace>
  <inkml:trace contextRef="#ctx0" brushRef="#br0" timeOffset="21000.258">15732 2204,'158'-215,"-156"212,3-5,0 1,1-1,0 1,1 1,0-1,0 1,0 0,1 1,5-4,-12 8,1 1,-1-1,1 1,-1-1,1 1,0 0,-1 0,1 0,-1 0,1 0,0 0,-1 0,1 0,-1 0,1 1,-1-1,1 1,-1-1,1 1,-1 0,1-1,-1 1,1 0,-1 0,0 0,0 0,0 0,1 0,-1 1,0-1,0 0,-1 1,1-1,0 0,0 1,-1-1,2 2,20 62,-21-59,8 30,-1 1,-2-1,-2 1,-1 2,-9-11,6-28,0 0,0 1,0-1,0 0,-1 1,1-1,0 0,0 1,-1-1,1 0,0 1,0-1,-1 0,1 0,0 1,-1-1,1 0,0 0,-1 0,1 0,0 1,-1-1,1 0,0 0,-1 0,1 0,-1 0,1 0,0 0,-1 0,1 0,-1 0,1 0,0 0,-1 0,1 0,0 0,-1-1,1 1,0 0,-1 0,1 0,0 0,-1-1,1 1,0 0,-1 0,1-1,0 1,0 0,-1-1,1 1,0 0,0-1,0 1,-1 0,1-1,0 1,0 0,0-1,0 1,0-1,0 1,0 0,0-1,-3-6,2 0,-1 0,1 0,-1 0,2 0,-1 0,1 0,0 0,1 0,0 0,0 0,0 0,1 0,0 0,0 0,2-1,15-47,3 1,3 1,2-1,25-51,-17 27,-4-2,-3 0,-3-2,-3-10,-21 87,3-74,-5 78,0-1,0 1,0 0,-1 0,1 0,0 0,-1 0,1 0,-1 0,1 1,-1-1,1 0,-1 1,0-1,1 1,-1 0,0 0,1-1,-1 1,0 0,1 0,-1 0,0 1,1-1,-1 0,0 1,1-1,-1 1,1-1,-1 1,1 0,-1 0,1 0,-1 0,1 0,0 0,-1 0,1 0,0 0,0 0,0 1,0-1,0 1,0-1,0 1,1-1,-1 1,-15 18,2 0,0 0,1 2,1-1,1 2,1-1,1 2,2-1,0 1,1 0,1 0,1 1,1 6,0-2,1 1,2 0,1 0,1 0,1 0,2-1,1 0,1 0,2 0,0-1,2 0,2-1,0 0,1-1,2 0,1-2,1 0,0-1,2 0,10 7,36 16,-65-46,-1 1,1-1,0 1,0-1,0 1,0-1,0 0,0 0,0 1,-1-1,1 0,0 0,0 0,0 0,0 0,0 0,0 0,0 0,0 0,0-1,0 1,0 0,0-1,-1 1,1 0,0-1,0 1,0-1,-1 0,1 1,0-1,0 1,-1-1,1 0,-1 0,1 1,-1-1,1 0,-1 0,1 0,-1 0,0 1,1-1,-1 0,0 0,0 0,1 0,-1 0,0 0,0 0,0 0,0 0,-1 0,1 0,0 0,0 0,0 1,-1-1,1 0,-1 0,-4-24</inkml:trace>
  <inkml:trace contextRef="#ctx0" brushRef="#br0" timeOffset="21870.854">15999 1775,'322'20,"48"-1,-289-8,-80-3,-54 20,42-24,0 1,0 0,1 1,0 0,0 1,0 0,1 0,0 1,0 1,1-1,0 1,1 1,0-1,0 1,1 0,0 1,1 0,0-1,1 2,-2 7,6-15,0 0,0 0,0 0,1 0,-1 0,1 0,0 0,0 0,0 0,1 0,0-1,-1 1,1 0,1-1,-1 1,0-1,1 0,0 0,-1 0,1 0,1 0,-1-1,0 1,0-1,1 0,0 0,-1 0,1-1,0 1,0-1,0 0,3 1,1 0,0 0,0-1,0 1,0-2,0 1,1-1,-1 0,0-1,0 0,0 0,0-1,0 0,0 0,-1-1,1 0,3-2,-6 1,0 1,0-1,0-1,0 1,-1-1,0 1,0-1,0-1,0 1,-1 0,0-1,0 0,0 0,-1 1,0-2,0 1,-1 0,1 0,-1-1,0 0,-3 14,2 0,-1-1,1 1,0 0,0 0,1-1,0 1,0-1,1 1,0-1,0 1,0-1,1 0,0 0,0 0,1 0,-1 0,1-1,0 0,1 0,-1 0,1 0,0 0,0-1,1 0,-1 0,1-1,3 2,-6-4,-1 0,1-1,0 1,0-1,0 1,0-1,0 0,0 0,0 0,0-1,0 1,-1-1,1 1,0-1,0 0,0 0,-1 0,1-1,0 1,-1 0,1-1,-1 0,0 0,0 0,1 0,-1 0,0 0,-1 0,1-1,0 1,-1-1,1 1,-1-1,1 0,3-8,-1 0,0 0,0 0,-1 0,-1-1,0 1,0-1,-1 0,0-210,5 178,-5 44,-1-1,0 0,1 0,-1 0,1 0,0 1,-1-1,1 0,-1 1,1-1,0 0,0 1,-1-1,1 1,0-1,0 1,0-1,-1 1,1 0,0-1,0 1,0 0,0 0,0 0,0 0,0 0,0 0,0 0,0 0,0 0,0 0,-1 0,1 0,0 1,0-1,0 0,0 1,0-1,0 1,-1-1,1 1,0 0,10 7,0 0,-1 1,0 1,-1 0,0 0,0 1,-1 0,-1 1,1-1,-2 2,0-1,2 6,49 152,-56-166,1 1,-1-1,1 0,0 0,0 0,0 0,0 0,1 0,0-1,-1 1,1-1,1 0,-1 0,0 0,1 0,-1 0,1-1,0 1,0-1,0 0,0-1,0 1,1-1,-1 1,0-1,1 0,-1-1,1 1,0-1,7 2,0 0,-1 0,1-2,0 1,0-1,-1-1,1 0,0-1,-1 0,1-1,-1 0,0-1,0 0,0-1,-1 0,1-1,-1 0,0 0,-1-1,0 0,0-1,0 0,-1-1,0 1,-1-2,0 1,2-4,12-55,-20 65,-1 1,1 0,-1 0,0-1,0 1,0 0,0-1,0 1,0 0,-1 0,1-1,-1 1,1 0,-1 0,0 0,0-1,0 1,0 0,0 0,-1 1,1-1,-1 0,1 0,-1 1,1-1,-1 1,0-1,-2 0,2 1,0 0,0 1,0-1,0 1,0-1,0 1,0 0,0 0,0 0,-1 0,1 1,0-1,0 0,0 1,0-1,0 1,0 0,0 0,0 0,0 0,1 0,-1 0,0 0,0 1,1-1,-1 1,1-1,0 1,-1-1,0 2,-30 58,31-57,0 1,1 0,-1 0,1-1,0 1,0 0,0 0,1 0,-1 0,1-1,1 1,-1 0,1-1,-1 1,1-1,0 1,1-1,-1 0,1 0,0 0,0 0,0-1,1 1,-1-1,1 0,0 0,-1 0,1 0,3 0,38 22,1-7</inkml:trace>
  <inkml:trace contextRef="#ctx0" brushRef="#br0" timeOffset="22275.99">18085 2110,'-2'-6,"1"-7,-1 1,-1 0,0 0,-1 0,0 0,0 1,-2 0,1 0,-1 0,-1 0,0 1,0 0,-8-7,13 16,1-1,-1 1,0 0,0-1,0 1,0 0,-1 0,1 0,0 1,0-1,-1 1,1-1,0 1,-1 0,1-1,0 1,-1 0,1 1,0-1,-1 0,1 1,0-1,-1 1,1 0,0 0,0 0,0 0,0 0,0 0,0 0,0 1,0-1,0 1,1 0,-2 0,-2 4,1-1,-1 0,1 1,0 0,1 0,0 0,0 1,0-1,0 1,1 0,-1 3,2-5,1 0,-1 1,1-1,0 0,0 0,1 0,-1 1,1-1,1 0,-1 0,0 0,1 0,0 0,1-1,-1 1,1 0,-1-1,1 0,1 0,-1 0,0 0,1 0,0-1,0 1,0-1,0 0,1 0,3 1,-2 0,1-1,-1 0,1 0,-1-1,1 1,0-2,0 1,0-1,0 0,0 0,0-1,0 0,0 0,0-1,0 0,0 0,0 0,-1-1,1 0,0 0,2-2,-4 0,0-1,-1 1,0-1,0 0,0 0,0 0,-1 0,1-1,-2 1,1-1,0 0,-1 0,0 0,-1 0,1 0,-1-1,0 1,-1 0,0-1,0 1,0 0,0-1,-1 1,0 0,-1 0,1-1,-1 1,0 0,-2-3,-1 34,8-12,0-1,1 0,0 0,1 0,0 0,1-1,1 0,-1 0,2-1,-1 0,2 0,-1 0,10 7,7 6,1-2,1-1,1-1,22 11,3-2,-8-6</inkml:trace>
  <inkml:trace contextRef="#ctx0" brushRef="#br0" timeOffset="19913.031">14328 1910,'-4'18,"-5"15,1 9,0 4,5 1,4-5,5-8,4-9,2-9,1-10,1-12,-2-6</inkml:trace>
  <inkml:trace contextRef="#ctx0" brushRef="#br0" timeOffset="20338.496">14208 1629,'113'54,"39"27,-143-74,-1 1,0 0,-1 1,0-1,0 1,-1 1,0 0,-1-1,0 1,0 1,-1-1,-1 1,0 0,0 0,-1 0,0 0,-1 0,0 0,-1 1,0-1,-2 11,1-19,0 0,1 0,-1 0,1 0,0 0,0 0,0 0,0 0,1 0,-1 0,1 0,0-1,0 1,0 0,0 0,0 0,0-1,1 1,-1-1,1 1,0-1,0 0,0 1,0-1,0 0,1 0,-1-1,0 1,1 0,-1-1,1 1,0-1,0 0,-1 0,1 0,0 0,0-1,3 1,-1-1,0-1,0 0,0-1,0 1,0-1,0 0,0 0,-1-1,1 1,-1-1,0 0,1 0,-1 0,-1-1,1 1,0-1,-1 0,0 0,0-1,0 1,0 0,1-5,40-107,-34 90,-9 36,-1 0,2 0,-1 0,1 0,1 0,0 0,0 0,1-1,0 1,1-1,-1 0,2-1,0 1,0-1,0 0,5 3,1 0,0 0,1-1,0-1,1-1,0 1,11 3,33 13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6:38.260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64,'563'13,"1320"-52,-1780 35,1513-29,-1296 50,-305-19,-19-2,-19-3,3 3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6:34.788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322 365,'8'62,"-3"-83,-6 9,0 0,0 0,-1 1,-1-1,0 1,-1 0,0 0,0 0,-1 0,-2-2,5 9,-1 0,1 0,-1 0,0 0,0 1,0-1,0 1,0 0,-1 0,1 0,-1 0,0 1,0-1,0 1,0 0,-1 0,1 1,-1-1,1 1,-1 0,1 0,-1 0,1 1,-1 0,0 0,1 0,-2 0,-2 2,0 0,0 0,0 1,1 0,-1 0,1 1,0 0,0 0,0 1,0 0,1 0,-1 1,1-1,1 1,-1 1,1-1,0 1,1 0,-1 0,-3 8,-1 0,2 0,0 1,1 0,1 0,0 1,1 0,-1 12,3-19,1 0,0 0,1 0,0 1,0-1,1 0,0 0,1 0,0-1,1 1,0 0,0-1,1 0,0 1,1-1,0-1,0 1,1-1,0 0,1 0,-1-1,2 0,-1 0,1 0,0-1,0 0,0-1,1 0,0 0,1-1,10 2,0-1,0-1,0 0,1-2,-1 0,1-2,0 0,-1-1,1-1,0-1,-1-1,0-1,0-1,-1 0,1-1,-1-2,10-5,21-11</inkml:trace>
  <inkml:trace contextRef="#ctx0" brushRef="#br0" timeOffset="593.732">764 204,'-2'3,"1"0,0 0,-1 0,1-1,0 1,0 0,1 0,-1 1,0-1,1 0,0 0,0 0,0 0,0 0,1 0,-1 0,1 1,-1-1,1 0,1 0,1 16,3 325,-6-341,0 0,0-1,0 1,0 0,0 0,1-1,-1 1,1 0,0-1,0 1,0 0,0-1,1 1,-1-1,0 0,1 1,0-1,0 0,-1 0,1 0,0 0,1 0,-1-1,0 1,0-1,1 1,-1-1,1 0,-1 0,1 0,0 0,-1 0,1-1,0 1,0-1,-1 0,1 0,2 0,184-48,-99 38,-75 6,-3-1</inkml:trace>
  <inkml:trace contextRef="#ctx0" brushRef="#br0" timeOffset="916.939">1312 245,'-12'88,"12"-64,-2 22,6 175,-4-214,1 0,0 0,0 0,1-1,0 1,0 0,1-1,-1 0,2 1,-1-1,1 0,-1-1,2 1,-1 0,0-1,1 0,0 0,1-1,-1 0,1 1,-1-2,1 1,0-1,1 0,-1 0,1 0,-1-1,1 0,1 0,6 0,1-1,-1 0,1-1,-1 0,0-1,1-1,-1-1,0 0,0 0,0-1,-1-1,1-1,-1 0,-1 0,1-1,5-4,14-12</inkml:trace>
  <inkml:trace contextRef="#ctx0" brushRef="#br0" timeOffset="1152.315">1205 432,'16'0,"16"0,19-5,15-5,12-4,5-2,1 0,-4 0,-13 1,-16 2</inkml:trace>
  <inkml:trace contextRef="#ctx0" brushRef="#br0" timeOffset="1770.907">1285 204,'34'7,"1"-1,-1-2,1-1,-1-2,1-1,17-4,-43 4,494-37,-492 36,99 3,-105-1,1 0,-1 0,0 0,0 0,1 1,-1 0,0 0,0 0,-1 1,1-1,0 1,-1 0,0 1,0-1,0 1,0 0,0 0,-1 0,0 5,0-1,-1 1,-1 0,1 0,-2 0,1 0,-1 0,0 0,-1 0,0 0,-1 0,0 0,0 0,-1 0,0-1,0 1,-1-1,0 0,0 0,-2 1,-141 264,142-265,6-15,8-15,204-501,-181 466,-32 57,1 0,0 0,0-1,0 1,0 0,-1 0,1 0,0 0,0 0,0 0,0 0,0 0,-1 1,1-1,0 0,0 0,0 1,-1-1,1 1,0-1,0 0,-1 1,1-1,0 1,-1 0,1-1,-1 1,1 0,0-1,-1 1,0 0,1-1,-1 1,1 0,-1 0,0 0,0-1,1 1,-1 0,0 0,0 0,0 0,0 0,11 26,-2 2,-1-1,-1 2,0 13,3 8,23 81,5-1,28 53,-49-132,-20-48,-4-8</inkml:trace>
  <inkml:trace contextRef="#ctx0" brushRef="#br0" timeOffset="2447.983">2168 405,'121'6,"0"-6,0-5,-1-6,1-5,87-24,-100 25,-107 15,0-1,1 1,-1 0,0 0,0 0,0 0,1 1,-1-1,0 0,0 0,0 1,0-1,1 1,-1-1,0 1,0-1,0 1,0 0,0-1,0 1,-1 0,1 0,0 0,0 0,0 0,-1 0,1 0,-1 0,1 0,0 0,-1 0,0 0,1 0,-1 0,0 1,0-1,1 0,-10 46,6-38,2-4,-7 17,1 0,1 0,1 0,1 1,1 0,0 0,2 0,1 0,1 0,4 22,7-22,1-40,-6-24,-2 0,-2 0,-2-1,-3-39,1 63,-8-256,25 178,-15 93,0-1,1 1,-1 0,1 0,0 1,0-1,0 0,1 1,-1-1,0 1,1 0,0-1,0 1,-1 0,1 1,0-1,0 1,1-1,-1 1,0 0,0 0,1 0,-1 0,0 1,1 0,-1-1,1 1,7 2,-1 0,0 0,1 1,-1 1,0-1,0 2,-1-1,1 2,-1-1,0 1,0 0,-1 1,0 0,0 0,-1 1,1 0,-2 0,1 1,-1 0,-1 0,1 0,0 3,-4-8,1 0,-1 1,0-1,0 0,0 1,0-1,-1 1,0 0,0-1,0 1,0 0,-1 0,0 0,0 0,0-1,0 1,-1 0,0 0,0-1,0 1,-1 0,0-1,1 1,-2-1,1 0,0 1,-1-1,0 0,0-1,0 1,0 0,-1-1,1 0,-1 0,0 0,-1 1,-5 0,0 1,0-1,0-1,-1 0,0 0,0-1,1-1,-3 0,-5 2,17-3,0 0,0-1,0 1,0 0,0 0,0 0,0 1,0-1,0 0,0 0,0 0,0 1,0-1,1 0,-1 1,0-1,0 1,0-1,0 1,1 0,-1-1,0 1,0 0,1-1,-1 1,1 0,-1 0,0 0,1-1,0 1,-1 0,1 0,-1 0,1 0,0 0,0 0,0 0,-1 0,1 0,0 0,0 0,0 0,0 0,1 0,-1 0,0 0,0 0,1 0,-1 0,0-1,1 1,0 1,8 12,1 0,1 0,1-1,0 0,0-1,1 0,1-1,11 7,-12-8,7 7,2-1,-1-2,2 0,0-1,1-1,0-1,0-1,1-2,1 0,-1-2,1 0,0-2,2-1,45-12,-53-1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6:33.58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1 322,'25'-2,"22"-6,21-3,17-5,12-1,9 1,1 4,-6 4,-11 8,-14 6,-15 7,-16 3,-13 2,-13-6,-9-3</inkml:trace>
  <inkml:trace contextRef="#ctx0" brushRef="#br0" timeOffset="296.207">615 1,'65'11,"-2"-3,2-2,0 3,0 3,-1 2,-1 4,45 18,-95-30,-1 0,0 1,-1 0,0 0,0 1,0 1,-1 0,0 0,-1 1,0 1,-5-6,0-1,-1 1,0 0,0 0,-1 1,1-1,-1 1,0-1,-1 1,1-1,-1 1,0 0,-1 0,1 0,-1-1,0 1,-1 0,0 0,1 0,-2-1,1 1,-1 0,0-1,0 2,-11 14,0-1,-1-1,-1 0,-1-1,-1-1,0-1,-1 0,-1-1,0-1,-1 0,-1-2,-3 1,-7 7,1 0,9-5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7:07.816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533 227,'-20'4,"1"2,-1 0,1 1,0 1,1 1,0 0,0 1,1 1,0 1,1 1,1 0,-3 3,-12 11,0 1,2 2,2 1,0 1,2 1,2 1,0 1,3 1,1 1,-11 33,6 40,22-106,1 0,0-1,0 1,0 0,0 0,1 0,-1-1,1 1,0 0,0-1,0 1,1 0,0-1,-1 0,1 1,0-1,0 0,1 0,-1 0,1 0,-1 0,1-1,0 1,0-1,0 0,0 0,1 1,3-2,1 0,-1 0,0 0,1-1,-1 0,1-1,-1 0,0 0,0 0,1-1,-1 0,0 0,-1-1,1 0,0 0,-1-1,1 0,-1 0,0 0,-1-1,1 1,1-3,20-17,-1-2,-1 0,-1-2,-1 0,-2-2,-1 0,-1-1,-2-1,-1-1,-2-1,-1 0,-1 0,-3-1,0-1,-2 1,-2-1,0-24,-2 44,-1-1,-1 0,0 0,-1 0,-1 0,0 0,-2 1,0-1,-1 1,0-1,-1 1,-1 0,-1 1,0 0,-5-8,9 20,0 0,0 0,0 0,0 0,0 1,-1-1,1 1,-1 0,0 0,0 0,0 0,0 1,0-1,0 1,0 0,0 1,0-1,0 1,-1-1,1 1,0 1,0-1,-1 0,1 1,0 0,0 0,0 0,0 1,0-1,0 1,0 0,1 0,-1 0,0 1,1-1,0 1,0 0,0 0,-1 1,-7 9,1 0,0 2,0-1,2 1,0 0,0 1,2 0,0 0,0 0,2 1,0 0,1 0,1 0,0 0,1 0,1 0,1 1,0-1,2 0,0 0,0 0,5 9,12 35,4 0,1-2,4-1,2-2,2-1,9 8,-3-2,-7-9,-12-26,-2 2,-1 1,-2 0,0 0,-2 2,-2 0,0 0,4 26,-13-25,-4-9</inkml:trace>
  <inkml:trace contextRef="#ctx0" brushRef="#br0" timeOffset="277.409">801 534,'23'0,"18"-2,17-3,13-4,12-1,2 0,-4 3,-11 1,-18 3</inkml:trace>
  <inkml:trace contextRef="#ctx0" brushRef="#br0" timeOffset="440.489">934 828,'21'7,"22"2,20-5,20-7,13-9,7-3,0-2,-18 1</inkml:trace>
  <inkml:trace contextRef="#ctx0" brushRef="#br0" timeOffset="703.358">1803 761,'6'8,"0"0,0-1,0 1,1-2,0 1,0-1,0 0,1 0,0-1,0 0,1 0,-1-1,1 0,0-1,0 0,1 0,-1-1,0 0,1-1,-1 0,6 0,-8 0,1-1,0 0,-1 0,1-1,0 0,-1-1,1 1,-1-1,0-1,1 1,-1-1,0-1,-1 1,1-1,0 0,-1-1,0 1,0-1,-1 0,1-1,-1 0,0 1,0-2,-1 1,0 0,3-7,-5 7,1 0,-2 0,1 0,-1 0,0 0,0 0,0 0,-1 0,0 0,0 0,-1-1,0 1,0 0,0 0,-1 0,0 0,0 0,0 1,-1-1,0 1,0-1,0 1,-1 0,0 0,-3-3,-1-1,0 0,-2 1,1 0,-1 0,0 1,0 0,-1 0,0 2,0-1,0 1,-1 1,-5-2,7 4,-1-1,0 1,1 1,-1 0,0 0,1 1,-1 0,0 1,0 1,1-1,-1 2,1-1,-1 1,1 1,0 0,1 1,-1-1,1 2,-1-1,2 2,-1-1,1 1,0 0,0 1,1 0,0 0,0 0,1 1,0 0,0 0,1 1,1 0,-1-1,2 2,-2 2,4-7,0 0,1 1,-1-1,1 0,1 0,-1 0,1 1,0-1,0 0,1 0,-1 0,1 0,1-1,-1 1,1 0,0-1,0 0,1 1,0-1,3 4,23 19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6:44.870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0 704,'18'3,"0"0,1-1,-1-1,0-1,1 0,-1-1,0-2,0 1,0-2,0-1,-1 0,1-1,-1 0,4-4,13-4,0-1,-2-2,1-1,-2-1,15-14,-32 23,-1-1,-1 0,0-1,-1 0,0-1,-1 0,0-1,-1 0,-1 0,0-1,-1 0,0 0,1-6,-2-68,-6 86,0 0,-1 0,1 0,-1 0,0 0,0 0,0 0,0 0,-1 1,1-1,-1 0,1 1,-1-1,0 1,0 0,0-1,0 1,-1 0,1 0,-1 1,1-1,-1 0,1 1,-1-1,0 1,0 0,0 0,-3 1,1 0,0 1,0 0,0 0,0 0,0 0,0 1,1 0,-1 0,0 0,1 1,0-1,-1 1,1 0,0 0,0 1,1-1,-1 1,1 0,0 0,-1 0,2 0,-1 1,1-1,-1 1,1-1,-1 4,-12 28,2 0,1 1,2 0,1 1,2 0,2 1,1-1,2 1,2 0,1 3,7 113,26 138,-4-41,-27-226,5 41,-3 1,-3 0,-3 0,-3 0,-4 6,-9-7,-3-19</inkml:trace>
  <inkml:trace contextRef="#ctx0" brushRef="#br0" timeOffset="442.932">94 1011,'38'-1,"-1"1,0 2,0 2,0 1,-1 2,29 9,-41-11,200 56,-221-59,-1-1,1 0,0 0,0-1,0 1,0-1,0 1,0-1,0 0,0 0,-1 0,1 0,0-1,0 1,0-1,0 0,0 0,0 0,-1 0,1 0,0-1,-1 1,1-1,-1 1,0-1,1 0,-1 0,0 0,0-1,0 1,-1 0,1-1,5-8,0-1,-2 0,1 0,-1 0,-1-1,0 1,-1-1,-1 0,0 0,0 0,-1-2,-1 12,0 0,0 0,0 1,0-1,-1 0,1 1,-1-1,0 0,1 1,-1-1,-1 0,1 1,0 0,0-1,-1 1,0 0,1 0,-1-1,0 1,0 1,0-1,0 0,0 0,-1 1,1-1,0 1,-1 0,1 0,-1 0,1 0,-1 0,0 0,1 1,-1-1,0 1,0 0,1 0,-1 0,0 0,0 0,1 0,-1 1,0 0,1-1,-1 1,1 0,-2 1,-2 0,1 1,-1 1,1-1,0 1,-1 0,2 0,-1 0,0 1,1 0,0 0,0 0,1 0,-1 1,2-4,1 1,-1-1,1 0,0 1,0-1,0 1,0-1,0 1,0 0,1-1,-1 1,1 0,0-1,0 1,0 0,0 0,0-1,1 1,-1 0,1-1,0 1,0 0,-1-1,2 1,-1-1,0 0,1 1,-1-1,1 0,-1 0,2 2,24 14,4-4</inkml:trace>
  <inkml:trace contextRef="#ctx0" brushRef="#br0" timeOffset="1057.655">1003 1052,'-9'-24,"1"0,1-1,2 1,0-1,2 0,0 0,2-1,1 1,3-22,-4 44,1 0,0 0,0 1,1-1,-1 0,1 0,-1 1,1-1,0 0,0 1,0-1,0 1,1-1,-1 1,1 0,-1-1,1 1,0 0,0 0,0 0,0 0,0 1,0-1,0 0,1 1,-1 0,1-1,-1 1,1 0,-1 0,2 0,10 2,0 0,-1 0,1 1,0 1,-1 0,1 1,-1 1,0 0,0 1,-1 0,0 0,7 6,-12-9,1 0,-1 0,1 1,-1 0,0 0,0 1,-1 0,0 0,0 1,0 0,0 0,-1 0,0 0,0 1,-1 0,1 0,-2 0,1 1,-1-1,0 1,-1 0,1 0,-2 0,2 6,-4-11,1 0,0 0,0 0,0 0,1 0,-1 0,0-1,1 1,0 0,0 0,0 0,0-1,0 1,1 0,-1-1,1 1,-1-1,1 0,0 1,0-1,0 0,0 0,1 0,-1-1,0 1,1 0,-1-1,1 1,0-1,-1 0,1 0,0 0,0-1,2 2,8-1,0 0,0-1,-1-1,1 0,0 0,0-1,-1-1,1 0,-1-1,1 0,-1 0,-1-2,1 0,-1 0,0-1,0 0,-1-1,0 0,0 0,-1-1,0-1,-1 1,0-1,0-1,-1 0,0 0,-1 0,-1-1,3-7,7-29,-2 0,-3-1,-2 0,-2 0,-2-1,-2 0,-4-35,2 62,-5-276,5 291,-14-45,3 59,-12 79,13 5,4 1,4 0,4 9,-1-59,1-1,2 1,2 0,1-1,3 0,1-1,1 0,3-1,1 0,9 13,-20-41,1 0,0-1,1 0,0 0,0 0,1-1,0 0,1 0,0-1,0 0,0-1,1 0,0 0,0-1,0 0,8 2,7-8,-8-6</inkml:trace>
  <inkml:trace contextRef="#ctx0" brushRef="#br0" timeOffset="1310.388">1431 449,'18'5,"25"3,24 1,23 1,15 1,11 1,-14-2</inkml:trace>
  <inkml:trace contextRef="#ctx0" brushRef="#br0" timeOffset="2390.535">2367 704,'-32'0,"-1"1,1 2,-1 1,1 1,1 2,-29 10,55-16,0 0,0 1,1 0,-1 0,1 0,0 0,-1 1,1-1,0 1,1 0,-1 1,0-1,1 1,0-1,0 1,0 0,0 0,0 0,1 1,0-1,0 0,0 1,0 0,1-1,0 1,0 0,0 0,1 0,-1-1,1 1,0 0,1 0,-1 0,1 0,0 0,0-1,0 1,1 0,0-1,0 1,0-1,0 1,1-1,-1 0,1 0,3 2,2 0,0 0,1-1,0 0,0-1,1 0,-1 0,1-1,0-1,-1 1,1-2,0 1,1-1,-1-1,0 0,0 0,0-1,0 0,0-1,0 0,0 0,0-1,-1-1,1 0,7-4,-11 5,-1 0,1-1,0 0,-1 0,0-1,0 1,0-1,0 0,-1 0,0-1,0 1,0-1,-1 0,0 0,0 0,0-1,-1 1,0 0,0-1,-1 0,0 1,0-1,0 0,-1 0,27 77,-26-69,0 1,0 0,0-1,0 1,1-1,-1 1,1-1,-1 0,1 0,-1 1,1-1,-1 0,1 0,0 0,0-1,0 1,-1 0,1-1,0 1,0-1,0 0,0 1,0-1,0 0,0 0,0 0,0-1,0 1,0 0,0-1,0 1,-1-1,1 0,0 1,0-1,-1 0,1 0,0 0,-1-1,1 1,-1 0,2-1,4-7,0 0,0 0,-1-1,0 1,0-1,-1-1,-1 1,0-1,0 0,-1 0,0 0,-1 0,0 0,-1-1,0 1,-1-3,14-68,-14 80,1 1,-1-1,1 0,0 1,0-1,0 0,-1 1,2-1,-1 1,0-1,0 1,0-1,1 1,-1 0,1 0,-1 0,1 0,-1 0,1 0,0 0,-1 0,1 1,0-1,0 0,-1 1,1 0,0-1,0 1,0 0,0 0,1 0,60 12,-49-8,-3-1,131 47,-136-47,0 1,0-1,0 1,-1 0,1 1,-1-1,0 1,-1 0,1 0,-1 1,0-1,0 1,-1 0,1 0,-1 0,-1 1,1-1,-1 1,0-1,0 5,1 32,-4-39,1 1,-1 0,1 0,0-1,1 1,-1 0,1-1,0 1,0 0,0-1,1 1,-1-1,1 0,0 0,1 1,-1-1,1 0,0-1,0 1,0 0,0-1,0 0,1 0,0 0,10 3,0-2,0 0,0-1,0 0,1-2,0 1,-1-2,1 0,0 0,-1-1,1-1,-1-1,0 0,10-4,-2 2,0-1,-1-1,0-1,0-1,16-10,-29 15,0-1,-1 0,1 0,-1-1,-1 0,1 0,-1-1,0 0,0 0,-1 0,0-1,0 1,-1-1,0 0,3-9,-6 14,0-1,-1 1,1-1,-1 0,0 1,1-1,-2 1,1-1,0 0,-1 1,1-1,-1 1,0-1,0 1,-1-1,1 1,-1 0,0 0,1 0,-1 0,-1 0,1 0,0 0,-1 1,1-1,-1 1,0-1,0 1,0 0,0 0,0 1,0-1,-1 1,1-1,0 1,-1 0,1 0,-1 1,1-1,-1 1,0-1,1 1,-1 0,0 1,1-1,-1 1,1-1,-1 1,1 0,-1 0,-1 2,1-2,-1 1,2 0,-1 0,0 0,0 1,1-1,-1 1,1 0,0 0,0 0,0 1,0-1,0 1,1-1,0 1,-1 0,1 0,1 0,-1 0,1 0,-1 0,1 1,0-1,1 0,-1 1,1-1,0 0,0 1,0-1,1 1,-1-1,1 0,0 1,0-1,1 0,-1 0,1 0,0 0,0 0,1 0,1 2,6 5,1-1,0 0,1 0,0-1,1-1,0 0,0-1,0 0,1-1,0 0,0-1,1-1,13 3,56 13,-1-4,2-3,0-4,0-4,1-4,-1-3,-60 3,1-2,-1 0,0-2,0-1,-1-1,1-1,-1-1,0-1,1-2,-21 8,0 1,0-1,-1 0,1-1,-1 1,1-1,-1 1,0-1,0 0,0 0,-1-1,1 1,-1 0,1-1,-1 0,0 1,-1-1,1 0,-1 0,1 0,-1 0,0 0,-1 0,1 0,-1-1,0 1,0 0,0 0,0 0,-1 0,0-1,0 1,0 0,0 0,0 0,-1 1,0-1,-1-3,0 1,-1-1,1 1,-1-1,0 1,-1 0,1 1,-1-1,0 1,-1 0,1 0,-1 1,0-1,0 1,0 1,-1-1,1 1,-1 0,0 1,0-1,0 1,0 1,0-1,0 1,-1 0,1 1,0 0,-1 0,1 1,0 0,0 0,-1 0,1 1,0 0,0 1,1-1,-5 3,2 2,1 0,0 0,1 1,0 0,0 0,1 0,0 1,0 0,1 0,0 1,1-1,0 1,0 0,1 0,-1 9,3-16,1-1,-1 0,1 1,0-1,0 1,0-1,0 0,0 1,1-1,-1 0,1 1,-1-1,1 0,0 0,0 1,0-1,0 0,0 0,1 0,-1 0,1 0,-1-1,1 1,0 0,-1-1,1 1,0-1,0 1,0-1,0 0,0 0,1 0,-1 0,0 0,1-1,4 2,1 0,0-1,-1 0,1 0,0-1,0 0,-1 0,1-1,0 0,2-1,2 0,0-1,1-1,-1 0,-1 0,1-2,-1 1,1-1,-2-1,1 0,-1-1,0 0,0 0,-1-1,0 0,-1-1,6-8,-16 21,1 0,-1-1,1 1,0 0,0 0,0 0,0 0,0 0,1 0,-1 0,1 0,0 0,0 0,0 0,0 0,1 0,-1 0,1 0,0 0,0 0,0 0,0 0,0 0,1-1,-1 1,1 0,0-1,-1 0,1 1,1-1,-1 0,0 0,2 2,9 1,-1 0,1-1,-1 0,1-1,1-1,-1 0,0-1,0 0,1-1,-1 0,0-1,0-1,4-1,40-4</inkml:trace>
  <inkml:trace contextRef="#ctx0" brushRef="#br0" timeOffset="3316.53">5963 543,'-16'0,"1"0,0 1,0 0,0 1,0 1,1 0,-1 1,1 1,0 0,0 1,0 1,1 0,0 1,0 0,1 1,0 0,0 1,1 0,1 1,0 0,-5 7,13-15,0 0,0-1,0 1,0 0,0 0,1 0,-1 1,1-1,0 0,0 0,0 1,0-1,1 1,-1-1,1 1,0-1,0 1,0-1,1 1,-1-1,1 0,0 1,0-1,0 0,0 1,1-1,-1 0,1 0,0 0,0 0,0 0,0-1,0 1,1 0,5 1,0-1,1 0,-1-1,1 0,0 0,-1 0,1-1,0-1,0 0,0 0,0 0,0-1,-1-1,1 1,0-1,-1-1,1 0,-1 0,0 0,0-1,0 0,0-1,-1 0,0 0,3-3,-3 3,-1 0,1 0,-1-1,0 1,-1-1,0-1,0 1,0-1,0 0,-1 0,0 0,-1-1,2-4,-16 41,11-23,0 0,1 1,0-1,0 0,0 0,0 0,1 0,0 0,1 0,-1 0,1-1,0 1,0-1,1 0,0 0,0 0,0 0,0-1,1 1,-1-1,1 0,1-1,-1 1,0-1,1 0,-1 0,1-1,0 0,3 1,34 13</inkml:trace>
  <inkml:trace contextRef="#ctx0" brushRef="#br0" timeOffset="3838.312">6431 436,'-13'-1,"-1"1,1 1,-1 0,1 1,0 0,0 1,0 0,0 1,0 1,0 0,1 0,0 1,0 1,-6 5,-46 51,62-61,1 0,-1 1,0-1,1 1,0-1,-1 1,1-1,0 1,1 0,-1 0,0-1,1 1,-1 0,1 0,0 0,0 0,0 0,0 0,1-1,-1 1,1 0,0 0,-1 0,1-1,1 1,-1-1,0 1,1-1,0 2,6 4,1-1,-1 0,2-1,-1 0,0 0,1-1,0 0,0-1,1 0,-1-1,1 0,0 0,4 1,122 41,-136-45,0 0,0 1,0-1,-1 1,1-1,0 0,0 1,0 0,-1-1,1 1,0-1,0 1,-1 0,1-1,-1 1,1 0,-1 0,1 0,-1-1,1 1,-1 0,0 0,1 0,-1 0,0 0,0 0,0 0,1 0,-1 0,0 0,0 0,-1 0,1-1,0 1,0 0,0 0,-1 0,1 0,0 0,-1 0,1 0,-1-1,1 1,-1 0,1 0,-1 0,1-1,-1 1,0 0,0 0,-43 25,32-21,1-2,-1 1,0-1,0-1,1 0,-2-1,1 0,0 0,-11-2,22 0,0 1,1-1,-1 1,0-1,0 0,1 1,-1-1,0 0,1 1,-1-1,0 0,1 0,-1 0,1 0,0 1,-1-1,1 0,0 0,-1 0,1 0,0 0,0 0,0 0,0 0,0 0,0 0,0 0,0 0,0 0,0 0,0 0,1 0,-1 0,0 1,1-1,-1 0,1 0,-1 0,1 0,-1 1,1-1,0 0,-1 0,1 1,0-1,0 1,-1-1,1 0,0 1,0 0,0-1,0 1,0-1,0 1,0 0,0 0,38-33,1 2,2 2,21-9,-24 13,83-49,-121 72,1 1,-1 0,1 1,-1-1,1 0,-1 0,1 1,0-1,-1 1,1-1,0 1,0 0,-1 0,1-1,0 1,0 0,-1 1,1-1,0 0,0 0,-1 1,1-1,0 1,-1 0,1-1,-1 1,1 0,-1 0,1 0,-1 0,1 0,-1 0,0 1,0-1,1 0,-1 1,0 0,33 103,-25-67,38 97,-38-121</inkml:trace>
  <inkml:trace contextRef="#ctx0" brushRef="#br0" timeOffset="4268.614">6658 183,'21'4,"-1"2,1 1,-1 0,-1 2,10 5,-16-8,15 7,-1 1,0 2,-1 0,-1 2,17 15,-32-24,0 1,-1-1,-1 2,1-1,-2 1,1 0,-2 0,1 1,-1 0,-1 1,0-1,-1 1,-1 0,2 7,-5 156,0-174,0-1,0 0,0 1,1-1,-1 0,0 1,0-1,1 1,-1-1,1 0,-1 0,1 1,0-1,-1 0,1 0,0 0,0 0,0 0,0 0,0 0,0 0,0 0,0 0,0 0,0 0,1-1,-1 1,0-1,0 1,1-1,-1 1,0-1,1 0,-1 0,1 1,-1-1,1 0,52-9,-40 4,0-1,0 0,-1-2,0 1,-1-1,1-1,-1-1,-1 1,0-2,0 0,-1 0,-1 0,0-2,0 1,-1-1,-1 0,4-10,-6 2,-5 21,0 0,0 0,0 0,-1 1,1-1,0 0,0 0,0 0,0 0,0 1,-1-1,1 0,0 0,0 0,0 0,-1 0,1 1,0-1,0 0,0 0,-1 0,1 0,0 0,0 0,0 0,-1 0,1 0,0 0,0 0,-1 0,1 0,0 0,0 0,-1 0,1 0,0 0,0 0,0 0,-1-1,1 1,0 0,0 0,0 0,-1 0,1 0,0-1,0 1,0 0,0 0,0 0,-1 0,1-1,0 1,0 0,0 0,0-1,0 1,0 0,0 0,-4 4,1 0,0 1,0-1,0 1,0 0,1 0,0 0,0 0,0 0,1 1,0-1,0 0,0 1,1-1,-1 1,1-1,1 1,-1-1,1 1,0-1,0 1,0-1,1 0,0 0,0 0,0 0,1 0,0 0,0 0,0-1,0 0,1 1,-1-1,4 2,0 0,1-1,0 0,1 0,-1-1,1 0,0-1,0 1,8 0,29 7</inkml:trace>
  <inkml:trace contextRef="#ctx0" brushRef="#br0" timeOffset="5790.011">7888 477,'-9'0,"1"0,-1 1,1 1,0 0,0 0,0 0,0 1,0 0,0 0,1 1,-1 0,1 1,0 0,0 0,1 0,0 1,-1-1,2 2,-1-1,1 1,0-1,0 2,1-1,0 0,-1 5,4-7,0-1,0 0,1 1,0-1,0 1,0-1,0 0,1 1,0-1,0 1,0-1,0 0,1 0,0 0,-1 0,2 0,-1 0,0 0,1-1,-1 1,1-1,0 1,0-1,1 0,-1-1,2 2,5 4,1 0,1-1,0 0,0-1,0 0,0-1,1-1,1 1,-8-3,1 1,-1-1,1 0,-1-1,1 1,-1-1,1-1,0 1,0-1,-1 0,1-1,0 1,-1-1,1-1,-1 1,1-1,-1-1,1 1,-1-1,0 0,0 0,-1-1,1 1,-1-1,1-1,-1 1,0-1,-1 0,1 0,1-3,4-13,-1 0,-1-1,-1 0,-1 0,-1 0,-1-1,0 0,-2 1,-1-1,-1 0,-2-15,1 36,1 0,0 0,-1 1,1-1,0 0,0 0,-1 0,2 1,-1-1,0 0,0 0,0 0,1 1,-1-1,1 0,0 0,-1 1,1-1,0 0,0 1,0-1,0 1,0-1,0 1,1 0,-1-1,0 1,1 0,-1 0,1 0,-1 0,1 0,-1 0,1 0,0 1,0-1,-1 1,1-1,2 1,16 0,1 1,-1 2,0 0,0 1,0 0,0 2,10 5,-25-10,0 1,0-1,0 1,0 1,-1-1,1 0,-1 1,1 0,-1 0,0 1,0-1,0 1,-1 0,1 0,-1 0,0 0,0 1,0-1,-1 1,0-1,0 1,0 0,0 0,-1 0,0 0,0 1,0 0,-8 68,5-63,0-1,0 0,1 0,1 1,0-1,0 0,1 1,1 3,-1-11,0 1,0 0,1-1,0 1,-1-1,1 0,1 1,-1-1,0 0,1 0,0 0,-1-1,1 1,0-1,0 1,1-1,-1 0,0 0,1-1,-1 1,1-1,-1 1,1-1,0 0,0 0,0-1,2 1,2 0,1-1,-1 0,0 0,1 0,-1-1,0-1,0 1,0-1,0 0,0-1,0 0,3-2,61-47,-71 51,-1 1,0-1,1 0,-1 1,0-1,1 1,-1-1,1 0,-1 1,1-1,-1 1,1-1,-1 1,1 0,0-1,-1 1,1-1,0 1,-1 0,1 0,0-1,-1 1,1 0,0 0,-1 0,1 0,0 0,0 0,-1 0,1 0,0 0,-1 0,1 0,0 0,0 1,-1-1,1 0,0 0,-1 1,1-1,0 0,-1 1,1-1,-1 1,1-1,-1 1,1-1,-1 1,1-1,-1 1,1 0,-1-1,0 1,1 0,-1-1,0 1,0 0,1-1,-1 1,0 0,0-1,0 1,0 0,0 0,3 6,0-1,0 1,1-1,0 0,0 0,0 0,1-1,0 1,0-1,1 0,-1-1,1 1,0-1,0 0,0-1,1 1,0-1,-1 0,1-1,0 0,0 0,6 1,-11-3,-1 0,1 0,0 0,0 0,-1 0,1 0,0 0,-1 0,1-1,0 1,-1-1,1 1,-1-1,1 1,-1-1,1 0,-1 0,1 0,-1 0,0 0,1 0,-1 0,0-1,0 1,0 0,0-1,0 1,0-1,0 1,-1-1,1 1,0-1,-1 1,1-1,-1 0,0 1,1-1,-1 0,-5-68,-4 46,0 0,-2 1,-1 0,0 1,-2 0,-6-7,18 28,1 0,-1 0,1-1,-1 1,1 0,0-1,0 1,-1-1,1 0,0 1,0-1,1 0,-1 1,0-1,0 0,1 0,-1 0,1 1,0-1,0 0,-1 0,1 0,0 0,1 0,-1 0,0 0,0 0,1 0,-1 1,1-1,0 0,-1 0,1 1,0-1,0 0,0 1,0-1,1 1,-1-1,0 1,1-1,-1 1,0 0,1 0,1-1,12-4,-1 2,1-1,1 2,-1 0,1 1,-1 1,1 0,-1 1,1 0,0 1,2 2,-15-3,1 0,-1 1,0 0,1 0,-1 0,0 0,0 0,0 0,1 1,-2 0,1-1,0 1,0 0,0 1,-1-1,1 0,-1 1,0-1,0 1,0 0,0 0,0 0,-1 0,1 0,-1 0,0 0,1 0,-2 1,1-1,0 2,0 75,3 15,-3-92,1 0,-1 0,0 0,1-1,-1 1,1 0,0-1,0 1,0-1,0 0,0 0,1 0,-1 0,1 0,-1 0,1-1,0 1,-1-1,1 1,0-1,0 0,0-1,0 1,0 0,0-1,0 1,1-1,-1 0,0 0,2-1,4 1,0-1,0 0,0-1,-1 0,1 0,0-1,-1 0,1-1,-1 0,0 0,-1 0,0-1,0 1,0-1,0-1,-1 1,0-1,0-1,-1 1,0-1,0 1,0-2,-1 1,0 0,0-1,1-6,-12 78,8-61,0 1,0-1,1 1,-1-1,1 0,-1 1,1-1,0 0,0 0,1 0,-1-1,1 1,-1 0,1-1,0 0,0 1,0-1,0 0,0-1,0 1,1-1,-1 1,0-1,1 0,-1 0,1 0,0-1,-1 1,1-1,0 0,-1 0,2 0,2 0,0-1,0 0,-1 0,1-1,0 1,0-1,-1-1,1 1,-1-1,0 0,0-1,0 1,0-1,-1-1,1 1,2-4,-2 2,-6 5,0 0,0 1,0-1,0 1,1-1,-1 1,0-1,0 1,1 0,-1-1,0 1,1-1,-1 1,1 0,-1-1,0 1,1-1,-1 1,1 0,-1 0,1-1,-1 1,1 0,-1 0,1 0,-1 0,1-1,-1 1,1 0,0 0,-1 0,1 0,-1 0,1 0,-1 1,1-1,-1 0,1 0,-1 0,1 0,-1 1,1-1,-1 0,1 0,-1 1,1-1,-1 0,1 1,-1-1,0 1,1-1,-1 0,0 1,1-1,-1 1,0-1,0 1,1-1,-1 1,0-1,0 1,2 2,-1 1,1-1,0 0,0 0,1 0,-1 0,1 0,-1 0,1-1,0 1,0-1,0 0,0 0,0 0,1 0,-1 0,0-1,1 0,0 1,-1-1,1-1,0 1,-1 0,1-1,0 0,0 0,-1 0,1 0,0-1,0 1,-1-1,1 0,-1 0,1 0,0-1,-1 1,0-1,1 0,-1 0,1-1,1-2,-1 0,0 0,0 0,0-1,-1 1,1-1,-2 0,1 0,-1 0,1 0,-2-1,1 1,-1-1,1-4,-2 8,1-1,-1 1,0 0,0 0,0 0,0 0,0 0,-1 0,1-1,-1 1,0 0,0 0,0 1,-1-1,1 0,-1 0,1 1,-1-1,0 0,0 1,0 0,0-1,0 1,-1 0,1 0,-1 0,1 1,-1-1,0 1,0-1,0 1,-3-1,1 0,0 1,0 0,-1 0,1 0,-1 0,1 1,-1 0,1 0,0 1,-1 0,1 0,-1 0,1 0,0 1,0 0,0 0,0 0,0 1,0-1,1 1,-1 0,1 1,0-1,-1 1,2 0,-1 0,0 0,1 0,0 1,0-1,0 1,1 0,-1 0,1 0,0 0,1 0,-1 1,1-1,0 0,1 1,-1-1,1 4,2-3,1 0,-1 0,1 0,1 0,-1-1,1 1,0-1,0 0,1 0,-1 0,1-1,0 0,1 0,-1 0,1 0,-1-1,1 0,0 0,0-1,0 0,1 0,-1 0,0-1,1 1,-1-2,1 1,0-1,-1 0,1 0,-1-1,59-15,-38 1</inkml:trace>
  <inkml:trace contextRef="#ctx0" brushRef="#br0" timeOffset="6061.559">9800 290,'-55'-97,"52"94,1-1,-1 1,0 0,0 0,0 0,-1 1,1-1,-1 1,0-1,1 1,-1 1,0-1,0 0,0 1,0 0,-1 0,1 0,0 0,0 1,-1 0,1 0,0 0,0 0,-2 1,3 0,0 0,0 0,0 0,0 0,0 1,1 0,-1-1,0 1,1 0,-1 0,1 0,0 1,-1-1,1 1,0-1,1 1,-1 0,0-1,1 1,0 0,-1 0,1 0,0 0,1 1,-1-1,0 3,2 85,9-48,3 0,1-1,2-1,13 22,-4-7,-17-37,-6-11,0-1,1 1,0-1,0 0,1 0,0 0,0 0,0-1,1 1,0-1,0 0,1-1,-1 1,1-1,1 0,-1 0,1-1,-1 0,1 0,3 0,17 1,0-2,0-1,0-1,0-1,1-2,14-3,-7 1</inkml:trace>
  <inkml:trace contextRef="#ctx0" brushRef="#br0" timeOffset="18888.801">509 2402,'-7'22,"-2"18,0 7,2 4,2-3,2-7,1-18,2-12</inkml:trace>
  <inkml:trace contextRef="#ctx0" brushRef="#br0" timeOffset="19267.638">174 2147,'59'-6,"1"3,-1 3,1 2,-1 2,12 6,-43-8,-1 1,0 1,0 2,-1 1,0 1,0 1,-1 1,0 1,0 2,-1 0,-1 1,-1 2,0 0,14 15,-29-22,0 0,-1 0,0 1,0 0,-1 1,-1-1,1 1,-2 0,0 0,0 0,-1 0,0 1,-1-1,0 1,-1-1,0 1,-2 8,2-15,-1-3,0-1,0 0,1 0,-1 1,1-1,-1 0,1 1,0-1,0 0,-1 1,1-1,0 0,0 1,0-1,0 1,0-1,1 0,-1 1,0-1,1 0,-1 1,1-1,-1 0,1 0,0 1,-1-1,1 0,0 0,0 0,0 0,0 0,0 0,0 0,0 0,0 0,0-1,1 1,-1 0,0-1,0 1,1-1,-1 1,0-1,1 0,-1 1,0-1,1 0,-1 0,1 0,0 0,10-4,-1-1,0-1,0 0,0 0,0-1,-1 0,0-1,-1 0,0-1,0 0,-1 0,0-1,0 0,-1 0,5-10,38-82,-48 187,0-77,0-1,1 0,-1 1,1-1,1 0,-1-1,1 1,0-1,1 1,0-1,0 0,0-1,0 1,1-1,0 0,0-1,1 0,-1 1,1-2,5 3,12 5,0-2,1 0,0-2,0 0,12 0,53 8</inkml:trace>
  <inkml:trace contextRef="#ctx0" brushRef="#br0" timeOffset="20575.435">3262 2629,'1'-12,"0"1,1-1,0 1,1 0,0-1,1 1,0 1,1-1,0 0,0 1,1 0,1 1,-1-1,2 1,0-1,9-8,0 0,2 1,0 1,1 1,0 0,11-4,-26 15,0 0,0 0,1 1,-1-1,1 2,-1-1,1 0,0 1,0 0,0 1,0-1,0 1,1 0,-1 1,0-1,1 1,-1 0,0 1,1 0,-1 0,0 0,0 1,0 0,0 0,0 0,0 1,-1 0,1 0,-1 0,0 1,4 2,-2 5,0 0,0 0,-1 0,-1 1,0 0,-1 0,0 1,0-1,-1 1,-1 0,0 0,-1 0,-1 0,0 0,0 1,0-11,1 1,-1-1,0 1,0 0,0-1,-1 1,1-1,-1 1,0-1,0 0,0 1,0-1,-1 0,1 0,-1 0,0 0,0 0,0 0,0 0,-1 0,1-1,-1 1,1-1,-1 0,0 0,0 0,0 0,0 0,0-1,0 1,-1-1,1 0,0 0,-1 0,1 0,-1-1,1 1,-1-1,1 0,-4 0,4-2,1 0,-1-1,1 1,0 0,-1 0,1-1,0 0,1 1,-1-1,0 0,1 0,0 0,-1 0,1 0,0 0,1 0,-1 0,0 0,1-1,0 1,0 0,0 0,0 0,0-1,1 1,-1 0,1 0,0 0,0 0,0 0,0 0,1 0,1-2,80-165,-44 100,-11 19,-2-1,-2-1,-2-1,-3-1,-2-1,-3 0,-2-1,-2-1,-3 0,-2-22,-18 1,13 78,0 0,0 1,0-1,0 1,0-1,0 0,-1 1,1-1,0 1,0-1,-1 1,1-1,0 1,-1-1,1 1,-1-1,1 1,0-1,-1 1,1-1,-1 1,1 0,-1-1,0 1,1 0,-1 0,1-1,-1 1,1 0,-1 0,0 0,1 0,-1 0,0 0,1 0,-1 0,1 0,-1 0,0 0,1 0,-1 0,1 0,-1 1,0-1,1 0,-1 0,1 1,-1-1,1 0,-1 1,1-1,-1 0,1 1,-1-1,1 1,0-1,-1 1,1-1,0 1,-1-1,1 1,-35 89,21-23,2 0,3 1,3 0,3 0,3 1,3-1,11 62,-10-103,0 0,2 0,1-1,1 0,1 0,2-1,0 0,1-1,2 0,8 10,-17-28,-1 0,1-1,0 0,0 0,1-1,0 1,-1-1,1-1,1 1,4 2,16 2</inkml:trace>
  <inkml:trace contextRef="#ctx0" brushRef="#br0" timeOffset="21903.682">3396 2080,'65'22,"1"-3,1-4,0-2,62 3,419 30,-392-36,-13 5,-144-15,0 1,0-1,0 0,1 1,-1-1,0 1,1 0,-1-1,1 1,-1-1,0 1,1 0,-1 0,1-1,0 1,-1 0,1 0,-1-1,1 1,0 0,0 0,0 0,-1 0,1 0,0-1,0 1,0 0,0 0,0 0,1 0,-1 0,0-1,0 1,1 0,-1 0,0 0,1-1,-1 1,0 0,1 0,-1-1,1 1,0 0,-1-1,1 1,-1-1,1 1,0 0,0-1,-1 0,1 1,0-1,0 1,-1-1,1 0,0 0,1 1,-92 40,70-35,0 2,1 1,0 0,1 2,-1 0,2 1,0 0,0 2,1 0,1 1,0 0,13-13,1-1,-1 1,0 0,1-1,-1 1,1 0,0 0,-1 0,1 0,0 0,0 0,0 0,1 0,-1 0,0 1,1-1,-1 0,1 0,0 1,0-1,0 0,0 1,0-1,0 0,1 1,-1-1,1 0,0 0,0 0,-1 1,1-1,0 0,1 0,-1 0,0 0,1-1,-1 1,1 0,-1-1,2 2,5-1,1 0,0 0,1-1,-1 0,0 0,0-1,0 0,0-1,1 0,-1 0,0-1,0 0,-1-1,1 0,0 0,-1-1,0 0,0 0,0-1,0 0,-1-1,0 0,0 0,0 0,68-67,-75 73,1-1,-1 1,0 0,0-1,1 1,-1-1,0 1,1 0,-1-1,0 1,1 0,-1-1,0 1,1 0,-1 0,1-1,-1 1,1 0,-1 0,1 0,-1 0,1 0,-1 0,1 0,-1-1,0 1,1 0,-1 1,1-1,-1 0,1 0,-1 0,1 0,-1 0,1 0,-1 1,1-1,-1 0,0 0,1 1,-1-1,1 0,-1 0,0 1,1-1,-1 1,0-1,1 0,-1 1,0-1,0 1,1-1,-1 1,7 30,-5-21,-2-8,32 107,-31-105,1 0,0 0,0-1,0 1,0 0,1-1,-1 1,1-1,0 0,0 0,0 0,1 0,-1-1,1 1,-1-1,1 0,0 0,0 0,0-1,0 1,0-1,0 0,0 0,5 0,-3-2,0-2,0 1,0 0,0-1,0 0,0-1,-1 1,0-1,1 0,-2 0,1-1,0 1,-1-1,0 0,0 0,0-1,-1 1,1-1,-2 0,1 0,0 0,-1 0,0 0,0-4,8-21,-2-1,-1 0,-1 0,1-22,3-21,-10 73,-1 0,2 0,-1 0,0 1,0-1,1 0,-1 0,1 0,-1 0,1 0,0 1,0-1,-1 0,1 1,1-1,-1 1,0-1,0 1,0-1,1 1,-1 0,1-1,-1 1,1 0,0 0,-1 0,1 0,0 1,0-1,-1 0,1 1,0-1,0 1,0 0,0 0,0-1,0 1,0 0,-1 1,2-1,151 34,-129-28,115 39,-136-42,0 0,0 0,0 1,-1 0,1-1,-1 1,0 0,0 1,0-1,-1 0,1 1,-1 0,0-1,0 1,-1 0,0 0,1 0,-2 0,1 0,-1 0,1 1,-1-1,-1 0,1 0,-1 0,0 3,0-2,0-1,0 0,1 0,0 1,0-1,0 0,1 1,0-1,0 0,0 0,0 0,1 1,0-2,0 1,0 0,1 0,0-1,0 1,0-1,0 0,1 0,-1 0,1 0,0-1,3 3,2-3,-1 0,0 0,1-1,-1 0,1-1,0 0,-1 0,1-1,0 0,0-1,-1 0,1 0,-1 0,1-1,-1-1,1 0,-1 0,0 0,0-1,0 0,-1 0,0-1,0 0,0-1,0 1,-1-1,0-1,0 1,0-1,-1 0,0 0,0-1,-1 1,0-1,-1 0,1 0,-1-1,0-2,0 4,-1 0,0-1,-1 1,0 0,0 0,0-1,-1 1,0-1,0 1,-1 0,0-1,0 1,-1 0,0 0,0 0,-1 0,0 0,0 0,0 0,-2-1,4 7,0 0,0 0,0 0,0 0,0 0,0 1,0-1,0 0,0 1,-1-1,1 0,0 1,0 0,-1-1,1 1,0 0,0-1,-1 1,1 0,0 0,-1 0,1 0,0 0,-1 1,1-1,0 0,0 1,-1-1,1 0,0 1,0 0,0-1,-1 1,1 0,0-1,0 1,0 0,0 0,0 0,0 0,1 0,-1 0,0 1,-25 52,25-48,0-1,1 0,-1 0,1 0,0 1,1-1,-1 0,1 0,0 0,1 1,-1-1,1 0,0-1,0 1,1 0,-1-1,1 1,0-1,0 0,0 0,1 0,0 0,-1 0,1-1,1 0,-1 0,0 0,1 0,10 6,1-1,-1-1,1-1,0 0,1-1,-1 0,1-2,2 1,31 3,1-2,1-1,-1-4,0-1,0-3,0-1,35-10,-74 13,-1 0,1 0,-1-1,0 0,0-1,0 0,0-1,-1 0,1-1,-1 0,-1-1,1 1,-1-2,0 0,-1 0,0 0,0-1,2-4,-9 9,1 1,-1-1,0 1,0-1,0 0,0 1,-1-1,1 0,-1 0,0 0,0 1,-1-1,1 0,-1 0,0 1,0-1,0 0,0 1,-1-1,1 1,-1-1,0 1,0 0,0 0,0 0,-1 0,1 0,-1 0,-1 0,-3-3,1 1,0 1,-1-1,0 1,0 0,0 1,-1 0,1 0,-1 0,0 1,1 0,-1 1,-6-1,5 2,-1 0,0 0,0 1,0 0,0 1,1 0,-1 0,1 1,-1 1,1 0,0 0,0 0,1 1,-1 0,1 1,0 0,1 0,-1 1,1 0,1 0,-1 1,1 0,0 0,1 0,0 1,1-1,-1 1,0 4,4-9,0-1,0 1,1 0,0 0,-1-1,1 1,0 0,1 0,-1-1,1 1,0 0,-1-1,2 1,-1 0,0-1,1 0,-1 1,1-1,0 0,0 0,1 0,-1 0,1 0,-1 0,1-1,0 1,0-1,0 0,0 0,0 0,0 0,1 0,-1-1,1 0,-1 1,1-1,2 0,4 2,0-1,1 0,-1 0,0-1,0-1,1 1,-1-2,0 0,1 0,-1 0,0-1,0-1,0 0,0 0,-1-1,1 0,-1-1,0 0,0-1,0 1,-1-2,0 1,0-1,-1 0,0-1,0 0,-1 0,0 0,0-1,-1 0,0 0,4-9,-9 18,0 1,0-1,1 0,-1 0,0 1,0-1,1 0,-1 0,0 1,0-1,1 0,-1 0,0 0,1 0,-1 1,0-1,1 0,-1 0,0 0,1 0,-1 0,0 0,1 0,-1 0,1 0,-1 0,0 0,1 0,-1 0,0 0,1 0,-1 0,0-1,1 1,-1 0,0 0,1 0,-1-1,0 1,0 0,1 0,-1 0,0-1,0 1,1 0,-1-1,0 1,0 0,0-1,1 1,-1 0,6 13,6 1,0 0,1-1,1 0,0-1,0-1,2 0,-1-1,1-1,0 0,1-1,0-1,0 0,1-2,0 0,8 1,256 62,-208-55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6:39.675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0 495,'157'-3,"93"-15,248-40,-480 56,-21 1,-9 2,22 0,3-1</inkml:trace>
  <inkml:trace contextRef="#ctx0" brushRef="#br0" timeOffset="1736.431">2567 334,'-11'-5,"-1"0,1 0,-1 1,0 1,0 0,0 1,-1 0,1 1,0 0,-1 1,1 0,-1 1,1 0,0 1,-1 1,1 0,0 0,1 2,-1-1,1 1,-1 1,2 0,-1 0,-7 7,12-9,0 1,0 0,1 0,0 0,0 1,0 0,0 0,1 0,0 0,0 1,1-1,0 1,0 0,0 0,1 1,0-1,0 0,1 1,0-1,1 1,-1-1,1 1,1-1,0 2,0-6,1 1,0-1,0 0,1 0,-1 0,1 0,-1 0,1-1,0 1,0-1,0 0,0 0,0 0,1 0,-1 0,1-1,-1 1,1-1,0 0,-1 0,1 0,0-1,0 1,2-1,93-9,-88 6,1-1,-1 0,0-1,0 0,0 0,-1-1,0-1,0 0,-1 0,1-1,-2 0,1 0,-1-1,0 0,-1-1,0 1,-1-1,0-1,0 1,-1-1,-1 0,0-1,0 1,-1-1,0 1,0-12,-8 0,5 23,0 1,1-1,-1 0,0 0,0 1,0-1,0 0,0 0,0 1,0-1,0 0,0 0,0 1,0-1,-1 0,1 0,0 1,0-1,0 0,0 0,0 1,0-1,-1 0,1 0,0 0,0 1,0-1,0 0,-1 0,1 0,0 1,0-1,-1 0,1 0,0 0,0 0,0 0,-1 0,1 0,0 0,-1 0,1 0,0 0,0 0,-1 0,1 0,0 0,0 0,-1 0,1 0,0 0,0 0,-1 0,1 0,0 0,0 0,-1 0,1-1,0 1,-2 11,1 0,0 0,1 1,0-1,1 0,0 0,0 0,2 0,-1 0,1 0,1 0,4 8,-6-14,0 0,0 0,1 0,0 0,0 0,0-1,0 0,1 1,-1-1,1 0,0-1,1 1,-1-1,1 0,-1 0,1 0,0-1,0 1,0-1,0 0,1-1,-1 1,0-1,1 0,-1-1,6 1,-8-1,0-1,0 1,0-1,0 1,0-1,-1 0,1 0,0 0,-1-1,1 1,0-1,-1 1,1-1,-1 0,0 0,0 0,0 0,0 0,0-1,0 1,0-1,-1 1,0-1,1 1,-1-1,0 0,0 0,0 0,0 0,10-89,-9 80,-1 0,-1 0,0-1,-1 1,0 0,-1 0,-1 0,1 0,-2 0,0 0,0 1,-1 0,0 0,-1 0,-2-3,7 14,0-1,1 0,-1 0,0 0,0 0,1 1,-1-1,0 0,0 1,0-1,0 1,0-1,0 1,0-1,0 1,0 0,0-1,0 1,0 0,0 0,0 0,0 0,-1 0,1 0,0 0,0 0,0 0,0 0,0 1,0-1,0 1,1 0,0 0,1 0,-1 1,1-1,-1 0,1 0,0 0,0 0,-1 1,1-1,0 0,0 0,0-1,0 1,0 0,0 0,0 0,0-1,1 1,-1 0,0-1,0 1,0-1,1 0,-1 1,0-1,1 0,-1 0,0 0,1 0,-1 0,32 6,0-1,0-2,0-1,27-3,102 9,-158-8,0 1,0-1,0 1,0 0,0 0,0 0,0 1,0-1,-1 1,1 0,-1 0,1 0,-1 0,0 1,0 0,0-1,0 1,0 0,0 0,-1 1,0-1,0 0,0 1,0 0,0-1,-1 1,1 0,-1 0,0 0,0 3,-20 165,19-169,0 0,1 1,0-1,-1 0,1 0,0 0,0 0,1 0,-1 0,0 0,1-1,0 1,0 0,0-1,0 1,0-1,0 0,1 0,-1 0,1 0,-1 0,1 0,0-1,0 1,0-1,0 0,0 0,0 0,0 0,0-1,2 1,6 1,1-1,0 0,-1 0,1-2,0 1,0-1,-1-1,2-1,3 0,0-2,0 0,-1 0,0-2,0 0,0 0,-1-1,0-1,-1-1,0 0,6-6,-13 10,0 1,0-1,-1 0,0-1,-1 1,1-1,-1 0,0 0,-1-1,0 1,0-1,0 1,-1-1,0 0,-1 0,0 0,0 0,0 0,-1 0,-1 0,1-1,-1 1,-1 0,0-1,2 6,-1-1,1 1,-1-1,0 1,0-1,-1 1,1 0,0 0,-1-1,0 1,0 0,0 1,0-1,-1 0,1 0,-1 1,1 0,-1-1,0 1,0 0,0 0,0 1,0-1,-1 1,1-1,0 1,-1 0,1 0,-1 1,1-1,-1 1,1-1,-1 1,1 0,-1 1,0-1,-2 1,-1 3,1 0,0 0,-1 1,2 0,-1 0,0 0,1 1,0 0,0 0,1 0,0 1,0-1,0 1,1 0,0 0,0 1,1-1,0 0,0 1,1-1,0 1,0 0,1-1,0 1,0 0,0 0,1-1,1 1,-1-1,1 1,1-1,-1 0,1 1,3 5,-1-7,1 1,-1-1,1 1,0-2,0 1,1-1,0 0,0 0,0-1,0 0,1 0,0 0,0-1,0-1,0 1,0-1,3 0,145 10,-65-17,-5-4</inkml:trace>
  <inkml:trace contextRef="#ctx0" brushRef="#br0" timeOffset="2975.036">5241 160,'-14'-4,"-1"0,1 1,-1 1,1 0,-1 1,0 0,0 1,0 1,1 0,-1 1,0 1,1 0,-1 1,1 1,0 0,1 1,-1 0,1 1,0 0,1 1,0 1,0 0,1 1,-4 4,12-12,0 1,1 0,-1 0,1 1,0-1,0 0,0 1,0 0,0-1,1 1,0 0,-1 0,1-1,1 1,-1 0,1 0,-1 0,1 0,0 0,1 0,-1 0,1 0,0 0,0 0,0 0,0 0,0-1,1 2,5 2,0-1,0 0,0 0,1 0,0-1,0 0,0-1,1 0,-1 0,1 0,0-2,0 1,0-1,1 0,-1-1,0 0,8 0,40 4,1-4,-1-1,1-3,-1-3,0-2,-1-3,30-10,-57 15,0-1,0-2,-1-1,0-1,-1-1,-1-2,0-1,1-1,-25 15,1-1,-1 1,0 0,0 0,0-1,0 1,-1-1,1 0,0 0,-1 1,1-1,-1 0,1 0,-1 0,0-1,0 1,0 0,0 0,0-1,-1 1,1 0,-1-1,1 1,-1-1,0 1,0 0,0-1,0 1,-1-1,1 1,-1 0,1-1,-1 1,0 0,0-1,0 0,-4-1,0 0,-1 0,1 1,-1-1,0 1,0 1,0-1,0 1,-1 0,1 0,-1 1,1 0,-1 0,1 0,-1 1,0 0,1 0,-1 1,1 0,-1 0,1 0,-1 1,1 0,0 1,0-1,0 1,0 0,-5 4,6-5,0 0,0 1,0 0,0 0,0 0,1 1,0-1,-1 1,1 0,1 0,-1 1,1-1,-1 1,1 0,1 0,-1 0,1 0,0 0,0 0,0 1,1-1,-1 1,1-1,1 1,-1 0,1-1,0 1,0 0,1 1,2-3,1 0,-1-1,1 0,0 0,0 0,0 0,1 0,-1-1,0 1,1-1,0-1,-1 1,1 0,0-1,0 0,0 0,0-1,0 0,0 1,0-1,0-1,0 1,0-1,-1 0,1 0,3-1,4-1,0-1,0 0,-1-1,1 0,-1 0,-1-2,1 1,-1-1,0 0,0-1,-1-1,0 1,-1-1,4-5,-9 11,-3 2,0 1,0-1,0 1,0-1,0 1,0-1,0 1,1 0,-1-1,0 1,0-1,0 1,1-1,-1 1,0 0,1-1,-1 1,0 0,1-1,-1 1,0 0,1 0,-1-1,1 1,-1 0,0 0,1-1,-1 1,1 0,-1 0,1 0,-1 0,1 0,-1 0,1 0,-1 0,0 0,1 0,-1 0,1 0,-1 0,1 0,-1 0,1 1,-1-1,1 0,-1 0,0 0,1 1,-1-1,1 0,-1 1,0-1,1 0,-1 1,0-1,0 0,1 1,-1-1,0 1,0-1,1 0,-1 1,0-1,0 1,0-1,4 6,1 0,-1 0,1-1,0 0,1 0,-1 0,1-1,0 0,0 0,0 0,0-1,1 0,-1 0,1-1,0 0,0 0,1 0,39 10,0-1,1-3,0-2,18-1,32 2</inkml:trace>
  <inkml:trace contextRef="#ctx0" brushRef="#br0" timeOffset="3612.823">7112 402,'192'-299,"-188"292,-3 5,-1-1,1 1,0 0,0-1,0 1,1 0,-1-1,0 1,1 0,0 0,-1 0,1 0,0 1,0-1,0 0,0 1,0-1,0 1,1 0,-1 0,0 0,1 0,-1 0,1 0,-1 1,1-1,-1 1,1-1,-1 1,1 0,-1 0,1 0,1 1,8 7,-1 0,-1 1,0 0,0 1,0 0,-2 1,3 3,1 1,-1-4,-1 1,0 1,-1-1,-1 2,0-1,0 1,-2 0,1 3,-6-15,-1 0,0 1,1-1,-1 0,0 1,0-1,0 0,-1 1,1-1,0 0,-1 0,0 1,1-1,-1 0,0 0,0 0,0 0,0 0,-1 0,1 0,-1 0,1 0,-1-1,1 1,-1-1,0 1,0-1,0 0,0 1,0-1,0 0,0 0,0-1,-2 2,-79 14,55-18,5-4</inkml:trace>
  <inkml:trace contextRef="#ctx0" brushRef="#br0" timeOffset="4206.399">7902 1,'-19'1,"0"1,0 1,0 1,1 0,-1 2,1 0,1 1,-1 0,1 2,0 0,-14 11,29-19,-1 0,1 1,0-1,0 1,0 0,0 0,0 0,0 0,0 0,0 0,1 0,-1 0,1 1,-1-1,1 1,0-1,0 1,0-1,1 1,-1 0,1-1,-1 1,1 0,0-1,0 1,0 0,0 0,0-1,1 1,-1 0,1-1,0 2,4 1,0 0,0-1,1 1,-1-1,1 0,0-1,0 0,0 0,1 0,-1 0,1-1,-1 0,1-1,0 1,0-1,0-1,5 1,-10-1,50 7,1-3,-1-2,1-2,-1-2,30-7,-65 7,-1 0,0-2,1 0,-1-1,-1 0,1-2,-1 0,8-5,-23 13,0-1,0 1,0-1,0 1,0-1,0 1,0-1,0 1,0-1,0 1,0-1,1 1,-1-1,0 0,0 1,0-1,1 1,-1-1,0 1,0-1,1 0,-1 1,0-1,1 0,-1 1,1-1,-1 0,0 1,1-1,-1 0,1 0,-1 0,1 1,-1-1,0 0,1 0,-1 0,1 0,-1 0,1 0,-1 0,1 0,-1 0,1 0,-1 0,1 0,-1 0,1 0,-1-1,1 1,-1 0,0 0,1 0,-1-1,1 1,-1 0,0-1,1 1,-1 0,1-1,-1 1,0 0,0-1,1 1,-1-1,0 1,1 5,0-1,0 1,1 0,0 0,-1-1,2 1,-1-1,0 0,1 1,0-1,0 0,0-1,0 1,1 0,0-1,-1 0,1 0,0 0,1 0,-1-1,0 0,1 0,-1 0,1 0,0-1,0 1,4 0,0 0,0-1,1 1,-1-1,0-1,0 0,1 0,-1-1,0 0,0 0,1-1,-1 0,0-1,-1 0,3-1,-7 2,-1 0,0 1,0-1,0 0,0-1,0 1,0 0,-1-1,1 0,-1 1,0-1,0 0,0 0,0-1,0 1,0 0,-1 0,0-1,0 1,0-1,0 1,0-1,-1 0,1 1,-1-1,0 1,0-1,-1 0,1 1,-1-1,1 0,-1 1,0-1,-1 1,1 0,0-1,-1 1,0 0,0 0,0 0,0 0,0 0,-1 0,1 1,-1-1,0 1,0 0,0-1,-5-2,0 1,-1-1,1 1,-1 0,0 1,0 0,0 1,0 0,0 0,-1 0,1 2,-1-1,1 1,-5 1,9-1,0 0,0 0,0 1,0 0,0 0,0 1,0-1,1 1,-1 0,1 0,-1 0,1 1,0 0,-1 0,1 0,1 0,-1 0,0 1,1 0,0 0,0 0,0 0,0 0,1 1,0-1,-1 1,1 2,1-4,0 0,1 0,-1 0,1 0,0 0,0 0,0 0,1 0,-1 0,0-1,1 1,0 0,0 0,0 0,0 0,0-1,1 1,-1-1,1 1,0-1,0 1,-1-1,1 0,1 0,-1 0,0 0,1 0,-1 0,0-1,1 1,0-1,-1 0,3 1,94 28,-43-21</inkml:trace>
  <inkml:trace contextRef="#ctx0" brushRef="#br0" timeOffset="4668.372">8864 108,'31'-81,"-31"81,0 1,0-1,0 0,0 0,0 1,0-1,0 0,0 0,0 1,0-1,0 0,0 0,0 1,1-1,-1 0,0 0,0 0,0 1,0-1,0 0,0 0,1 0,-1 0,0 1,0-1,0 0,1 0,-1 0,0 0,0 0,0 0,1 1,-1-1,0 0,0 0,1 0,-1 0,0 0,0 0,0 0,1 0,-1 0,0 0,0 0,1 0,-1 0,0 0,0 0,1-1,-1 1,0 0,2 29,9 251,68 331,-76-560,-8-58,-46-210,33 130,5-1,3-1,4 1,4-12,2 82,1-1,1 1,1-1,1 1,0 0,1 0,1 0,2-2,-6 15,1-1,0 0,0 1,0 0,1 0,0 0,0 0,0 1,1 0,-1-1,1 1,0 1,0-1,0 1,1 0,-1 0,1 1,0-1,0 1,0 1,0-1,0 1,0 0,0 0,6 0,-5 1,-1 0,1 0,0 1,0-1,0 1,0 1,-1-1,1 1,-1 1,1-1,-1 1,0 0,0 0,0 1,0 0,-1 0,1 0,-1 1,0-1,0 1,-1 1,0-1,0 1,0-1,0 1,-1 0,0 0,0 1,-1-1,0 1,0-1,0 1,-1 0,0 0,0-1,-1 1,0 4,-3-3,-1 1,-1-1,1 0,-1 0,-1 0,0-1,0 0,0 0,-1 0,0-1,0 0,0 0,-1-1,0 0,0 0,0-1,-1 0,0 0,1-1,-1-1,0 1,-1-1,-7 0,-17 5,6-4</inkml:trace>
  <inkml:trace contextRef="#ctx0" brushRef="#br0" timeOffset="19492.64">1645 1699,'0'-6,"-2"0,1 0,-1 1,0-1,0 1,0-1,-1 1,0 0,0 0,0 0,-1 0,1 1,-1-1,0 1,0 0,-1 0,0 1,1-1,-1 1,0 0,0 0,-1 1,1-1,0 1,-1 0,0 1,1-1,-1 1,0 0,0 1,0-1,0 1,1 0,-1 1,0 0,0 0,0 0,-5 2,-2 4,1 2,0-1,0 2,0-1,2 2,-1-1,1 2,1-1,0 1,0 1,1-1,1 1,0 1,1-1,1 1,0 0,-2 9,3-11,1 0,0 1,0-1,1 1,1-1,0 1,1 0,1 3,-1-12,0 0,1-1,-1 1,1 0,0-1,0 1,1 0,-1-1,1 1,0-1,0 0,0 0,0 0,0 0,1 0,-1 0,1 0,0-1,0 1,0-1,0 0,0 0,0 0,1 0,-1-1,1 1,-1-1,1 0,2 0,6 0,0-2,0 0,0 0,0-1,-1 0,1-1,-1 0,0-1,1-1,-2 0,1 0,-1-1,1 0,-2-1,1 0,-1 0,0-1,0 0,-1-1,-1 0,1 0,5-10,-7 11,1 0,-2 0,1-1,-1 1,0-1,-1 0,0-1,-1 1,0-1,0 1,-1-1,0 0,-1 0,0 0,-1 0,0 0,0 0,-1 0,0 0,-1 0,0 0,-1 0,0 1,-3-7,6 15,0 0,0 0,-1 0,1 0,0 0,-1 0,1 0,-1 0,1 0,-1 0,1 0,-1 0,0 1,1-1,-1 0,0 0,0 1,1-1,-1 0,0 1,0-1,0 1,0 0,0-1,0 1,0-1,0 1,0 0,0 0,0 0,0 0,0 0,0 0,0 0,0 0,0 0,0 0,0 0,0 1,0-1,0 0,0 1,0-1,0 1,0-1,0 1,0-1,1 1,-1 0,0-1,0 2,-2 5,0 1,1-1,0 1,1 0,0 0,0 0,1 0,-1 0,2 0,-1-1,1 1,0 0,1 0,0 0,0-1,1 1,0-1,0 0,3 5,2 2,0-1,2 0,-1 0,1-1,1 0,0 0,1-1,0-1,1 0,0-1,1 0,-1-1,2-1,-1 0,1-1,13 4,48 15</inkml:trace>
  <inkml:trace contextRef="#ctx0" brushRef="#br0" timeOffset="20174.908">2768 1203,'23'235,"-10"-138,19 243,-23-295,11-67,-11 5,2-4,1 1,0 0,2 1,0 0,3-2,-13 17,0 0,0 0,0 0,1 1,-1-1,1 1,0 0,0 0,0 1,0 0,0 0,1 0,-1 0,1 1,-1 0,1 0,-1 0,1 1,0 0,-1 0,1 0,-1 1,1 0,0 0,1 1,0 1,-1 0,1 0,-1 0,0 1,0 0,0 0,-1 1,1-1,-1 1,0 0,0 1,-1-1,1 1,-1 0,-1 0,3 6,-3-8,-1 0,0 0,0 0,-1 0,0 0,1 0,-1 1,-1-1,1 0,0 1,-1-1,0 1,0-1,-1 0,1 1,-1-1,0 0,0 1,0-1,-1 0,1 0,-1 0,0 0,0 0,-1 0,1 0,-1-1,0 0,0 1,-1-1,-1 0,0 0,0 0,0-1,-1 0,1 0,0 0,-1 0,0-1,1 0,-1 0,0-1,1 1,-1-1,0-1,0 1,1-1,-1 0,1 0,-1-1,1 1,-1-1,1 0,0-1,0 1,0-1,0 0,0-1,0 1,1-1,0 0,0 0,0 0,0 0,1-1,-1 1,1-1,-1-2,4 5,-1 0,0 1,1-1,-1 0,1 0,0 1,0-1,0 0,0 0,0 1,0-1,0 0,0 0,1 1,-1-1,1 0,-1 0,1 1,0-1,-1 1,1-1,0 0,0 1,0 0,1-1,-1 1,0 0,0-1,1 1,-1 0,0 0,1 0,-1 0,2 0,60-27,-56 25,39-11,1 2,0 2,1 2,0 1,19 3,-55 3,1 1,0 0,0 1,-1 0,1 1,-1 1,13 3,-21-4,0-1,0 1,0 0,0 0,0 1,-1-1,1 1,-1 0,0 0,1 0,-1 0,-1 0,1 1,0-1,-1 1,0 0,0 0,0 0,0 0,0 0,-1 0,0 0,0 0,0 2,2 101,-2-102</inkml:trace>
  <inkml:trace contextRef="#ctx0" brushRef="#br0" timeOffset="20428.39">3436 1404,'7'14,"11"6,3 0</inkml:trace>
  <inkml:trace contextRef="#ctx0" brushRef="#br0" timeOffset="20932.982">4011 1591,'-19'0,"1"1,-1 1,1 0,-1 1,1 1,0 1,0 0,1 1,0 1,0 1,0 1,-11 7,26-15,0 0,1 0,-1 0,0 1,0-1,0 0,1 1,-1-1,1 1,-1 0,1-1,0 1,-1 0,1 0,0 0,0 0,0 0,1 0,-1 0,0 0,1 0,0 1,-1-1,1 0,0 0,0 0,0 1,0-1,0 0,1 0,-1 0,1 0,0 1,-1-1,1 0,0 0,0 0,0 0,0-1,1 1,-1 0,0 0,1-1,-1 1,1 0,12 9,0 0,0 0,1-1,0-1,1-1,13 6,-16-9,1 1,-1 1,0 0,-1 1,0 1,0 0,-1 0,0 1,-1 0,5 6,-13-14,-1 0,1 1,-1-1,1 0,-1 0,0 1,0-1,0 0,0 1,-1-1,1 1,0-1,-1 1,0 0,0-1,0 1,0-1,0 1,0 0,0-1,-1 1,0-1,1 1,-1-1,0 1,0-1,0 0,-1 1,1-1,0 0,-1 0,0 0,1 0,-1 0,0 0,0-1,0 1,0 0,0-1,0 0,-1 1,1-1,0 0,-1 0,0 0,0 0,0-1,1 1,-1-1,0 0,0 1,1-1,-1 0,0-1,0 1,1 0,-1-1,0 0,1 1,-1-1,0 0,1 0,-1-1,1 1,0-1,-1 1,1-1,0 0,0 1,0-1,0 0,0 0,1-1,-1 1,0 0,1-1,0 1,-1 0,1-1,0 0,0 1,1-1,-1 0,1 1,-1-1,1 0,0 0,0 1,0-1,0 0,0 0,1-1,2-16,2 0,0 0,1 0,1 1,1 0,0 0,2 0,9-13,0-4,15-26,-2-1,-4-1,-2-1,-3-2,-4 0,-2-1,-3-1,4-59,-18 95,-3 20,-3 20,-10 131,14-67,3 1,3-1,3 1,3-1,3-1,4 0,2-1,4-1,4 3,-21-52,2 0,1 0,0-1,1-1,0 1,2-2,0 1,1-2,1 1,8 6,-21-21,0 0,0 0,0 0,0-1,0 1,1 0,-1-1,0 1,0 0,1-1,-1 0,0 1,0-1,1 0,-1 1,0-1,1 0,-1 0,1 0,-1 0,0 0,1-1,-1 1,0 0,1-1,-1 1,0-1,0 1,1-1,-1 1,0-1,1-1,11-13</inkml:trace>
  <inkml:trace contextRef="#ctx0" brushRef="#br0" timeOffset="21199.911">4024 1338,'21'4,"24"2,28 0,27 1,20 1,16 3,-16-2</inkml:trace>
  <inkml:trace contextRef="#ctx0" brushRef="#br0" timeOffset="22108.122">4987 1658,'-9'-1,"0"0,0 0,-1 1,1 0,0 0,0 1,-1 1,1-1,0 2,0-1,1 1,-1 0,0 1,1 0,0 0,0 1,0 0,1 1,-1 0,1 0,1 0,-1 1,1 0,0 0,1 0,-1 1,-1 5,4-6,0 0,1 1,0-1,0 1,1 0,0 0,1 0,-1-1,2 1,-1 0,2 7,-2-12,1 0,0 1,0-1,0 0,0 0,0 0,1 0,-1 0,1 0,0 0,0 0,0-1,0 1,0-1,1 1,-1-1,1 0,0 0,-1 0,1 0,0-1,0 1,0-1,0 0,1 0,-1 0,0 0,3 0,4-1,0-1,0 0,0-1,0 0,0-1,0 0,-1 0,1-1,-1 0,0-1,0 0,-1 0,0-1,0 0,0-1,0 0,-1 0,0 0,-1-1,0 0,0 0,0-1,2-5,20-68,1 187,-26-98,0 0,0-1,1 1,-1-1,1 0,1 0,-1 0,1-1,0 0,0 0,1 0,-1 0,1-1,0 0,0 0,1 0,-1-1,1 0,0 0,0-1,0 0,0 0,0-1,0 1,0-2,1 1,-1-1,0 0,0 0,1-1,-1 0,0-1,0 1,0-1,1-1,1-2,0 0,-1-1,1 0,-2 0,1-1,-1 0,1 0,-2-1,1 1,-1-2,-1 1,1-1,-1 0,-1 0,0 0,0 0,-1-1,0 0,0-1,5-26,-1 0,-3-1,0 0,-2-18,20-394,-18 417,-1 29,-3 22,-3 70,-2 15,4 1,5-1,4 1,5 1,-11-97,-2 1,1 0,1-1,0 1,0-1,0 1,1-1,0 0,1 0,0 0,0-1,1 0,0 1,0-1,4 3,-8-9,1-1,0 0,-1 0,1 0,-1 0,1 0,0 0,-1-1,1 1,-1 0,1-1,-1 1,1-1,-1 0,1 1,-1-1,0 0,1 0,-1 0,0 0,1 0,-1 0,0 0,0-1,0 1,0 0,0-1,-1 1,1 0,0-1,-1 1,1-1,-1 1,1-1,-1 1,1-1,3-5,57-73,-59 78,0 0,0 0,0 0,1 0,-1 1,1-1,-1 1,1-1,0 1,-1 0,1 0,0 0,0 1,0-1,0 0,-1 1,1 0,0 0,0 0,0 0,0 0,0 1,0-1,0 1,0 0,-1 0,1 0,0 0,-1 0,1 1,0-1,1 2,7 7,0 0,-1 1,0 0,-1 0,0 1,0 1,-1-1,-1 1,0 1,-1-1,-1 1,0 0,-1 1,1 5,-4-18,1 0,-2 1,1-1,0 1,0 0,-1-1,1 1,-1 0,0-1,0 1,0 0,0-1,-1 1,1 0,0-1,-1 1,0-1,0 1,0-1,0 1,0-1,0 1,-1-1,1 0,-1 0,0 0,1 0,-1 0,0 0,0 0,0-1,0 1,-1 0,1-1,0 0,-1 0,1 0,-1 0,1 0,-1 0,1 0,-1-1,0 0,1 1,-4-1,-1-3,-1 0,1-1,0 0,0 0,0 0,1-1,-1 0,1 0,0-1,0 0,1 0,0 0,0 0,0-1,1 0,0 0,1 0,-1-1,1 1,0-1,1 0,0 0,0 0,1 0,0 0,0 5,0 0,0-1,0 1,0 0,0 0,1 0,0-1,-1 1,1 0,0 0,1-1,-1 1,1 0,-1 0,1-1,0 1,0 0,0 0,1 0,-1 0,1 0,-1 1,1-1,0 0,0 1,0-1,1 1,-1 0,1-1,-1 1,1 0,0 1,-1-1,1 0,0 1,0 0,0 0,0 0,1 0,-1 0,3 0,9 1,0 1,0 1,0 0,0 1,0 1,0 0,-1 1,13 6,18 6,-13-8,1-1,-1-2,2-1,11-1,-43-4,0 0,0 0,1 0,-1 0,0 0,0 1,0-1,1 1,-1-1,0 1,0 0,0 0,0 0,0 0,0 0,0 0,-1 1,1-1,0 1,-1-1,1 1,-1-1,1 1,-1 0,0 0,0 0,0 0,0 0,0 0,0 0,0 0,0 1,0 11,-1 1,0-1,-1 0,-1 1,0-1,0 0,-2 0,-4 12,-2 12,8-27</inkml:trace>
  <inkml:trace contextRef="#ctx0" brushRef="#br0" timeOffset="22292.336">6017 1351,'-2'-2,"5"1,12 3,13 6,1 2</inkml:trace>
  <inkml:trace contextRef="#ctx0" brushRef="#br0" timeOffset="23543.96">6565 1671,'9'-27,"43"-129,-7-2,5-61,-48 209,6-34,-1 1,-2-1,-3 0,-1-20,-15 3,13 60,1-1,-1 1,0-1,0 1,0 0,0-1,0 1,0 0,0-1,0 1,0 0,-1 0,1 0,0 0,-1 1,1-1,-1 0,1 0,-1 1,0-1,1 1,-1-1,1 1,-1 0,0 0,1 0,-1 0,0 0,1 0,-1 0,0 0,1 1,-1-1,0 1,-5 2,1 0,0 1,0 0,0 0,0 0,0 1,1 0,0 0,0 1,0-1,1 1,0 0,0 0,-1 2,-15 29,1 2,2 0,1 1,2 1,3 0,0 0,3 1,2 1,1-1,2 1,3 10,-1-11,1-1,3 0,2 0,1-1,3 8,-5-32,0-1,1 1,1-1,0 0,1 0,1-1,0 1,1-2,1 1,0-2,1 1,0-1,0-1,6 4,-12-10,0-1,1 1,-1-1,1 0,0-1,0 1,1-1,-1 0,1-1,-1 1,1-1,0-1,0 1,0-1,0-1,0 1,0-1,0 0,0-1,0 1,0-1,0-1,0 0,-1 0,1 0,0 0,-1-1,0 0,1-1,-1 1,-1-1,1 0,0-1,-1 1,0-1,3-4,0-5,0 0,-1-1,0 0,-1 0,-1-1,-1 1,0-1,-1 0,0 0,-2-1,1-4,-4 28,2 0,-1 0,1 0,0 1,0-1,1 0,0 0,0 0,0-1,1 1,0 0,1 0,0-1,0 1,0-1,0 0,1 0,0 0,1-1,-1 1,1-1,0 0,0-1,1 1,-1-1,1 0,0 0,0 0,1-1,-1 0,7 2,-4-5,1 0,0 0,-1 0,1-1,0-1,-1 0,1 0,-1-1,0 0,1-1,-2 1,1-2,0 1,-1-1,0-1,0 0,0 0,-1 0,0-1,0 0,0-1,22-16,-29 23,1 0,0 1,-1-1,1 0,0 1,-1-1,1 1,0-1,-1 1,1-1,0 1,0 0,0-1,-1 1,1 0,0 0,0 0,0 0,0-1,0 1,-1 0,1 0,0 1,0-1,0 0,0 0,0 0,-1 0,1 1,0-1,0 0,0 1,-1-1,1 1,0-1,0 1,-1-1,1 1,-1 0,1-1,0 1,-1 0,1 0,14 39,-11-26,-2-7,0 0,0-1,1 1,0-1,0 1,0-1,1 0,0-1,0 1,0 0,1-1,0 0,0 0,0-1,1 1,-1-1,1 0,0-1,0 1,1-1,-1 0,1-1,-1 0,8 2,4-3,0 0,0-1,0-1,0-1,-1-1,1 0,0-1,-1-1,0-1,0 0,0-1,-1-1,0 0,-1-2,0 0,3-3,-2 1,-2 0,0-2,0 0,-1 0,-1-1,0-1,-2 0,1 0,-2-1,0 0,-1-1,-1 0,-1 0,0-1,-2 0,0 0,1-11,-1-5,-2 0,-1 0,-1 0,-2 0,-2 0,-1 0,-2 0,-1 1,-4-8,8 29,0 0,-1 0,0 1,-1 0,0 0,-1 0,-8-8,14 18,0 0,-1 0,1 0,-1 1,1-1,-1 1,0-1,0 1,1 0,-1-1,0 1,0 0,0 0,-1 0,1 1,0-1,0 0,0 1,0 0,-1-1,1 1,0 0,-1 0,1 0,0 0,0 1,-1-1,1 1,0-1,0 1,0 0,0 0,0 0,0 0,0 0,0 0,-1 1,-3 3,-1 1,1 0,1 0,-1 1,1 0,0 0,1 0,-1 0,-1 7,-10 24,2 0,1 0,3 1,1 1,2 0,1 0,2 0,2 14,1-35,0 0,1 0,1 1,1-1,0 0,2-1,0 1,1 0,1-1,0 0,2-1,0 1,1-1,0-1,2 0,0 0,0-1,2 0,0-1,0-1,10 7,-9-10,1-1,1-1,-1-1,1 0,0-1,1 0,-1-1,1-1,0-1,0-1,1 0,-1-1,0-1,1 0,-1-2,0 0,0 0,0-2,0 0,0-1,-1-1,0 0,0-1,-1-1,0-1,12-8,-18 8,0 0,0-1,-1 0,0-1,-1 0,-1 0,1-1,-2 1,0-1,0-1,-1 1,0-1,-1 1,1-9,-1 105,-3-71,2-1,0 1,0-1,1 0,1 0,0 0,5 9,-8-17,1-1,0 0,-1 0,1 0,0 0,1 0,-1 0,1-1,-1 1,1-1,0 0,-1 0,1 0,0 0,1 0,-1 0,0-1,0 0,1 1,-1-1,1 0,-1-1,1 1,-1-1,1 1,-1-1,1 0,0-1,1 1,10-5,-1 0,0-1,-1 0,0-1,0-1,0 0,-1 0,0-1,0-1,-1 0,-1-1,0 0,0 0,3-8,53-69,-65 89,-1-1,1 1,0-1,-1 1,1-1,0 1,-1-1,1 1,-1 0,1-1,-1 1,1 0,-1 0,1-1,-1 1,0 0,1 0,-1 0,0 0,0-1,0 1,0 0,0 0,0 0,0 0,0 0,0-1,0 1,0 0,0 0,0 0,-1 0,1-1,0 1,-1 0,1 1,-2 44,1-33,0 1,0 0,2 0,-1 0,2 0,0 0,0 0,2-1,-1 1,6 10,-9-22,1-1,0 1,1 0,-1 0,0 0,0-1,1 1,-1 0,1-1,0 1,-1-1,1 0,0 0,0 0,0 1,0-2,-1 1,2 0,-1 0,0-1,0 1,0-1,0 1,0-1,0 0,0 0,1 0,-1 0,0 0,0-1,0 1,0-1,0 1,0-1,0 0,0 0,0 0,0 0,0 0,0 0,0 0,-1-1,1 1,1-2,19-15</inkml:trace>
  <inkml:trace contextRef="#ctx0" brushRef="#br0" timeOffset="23834.69">8584 1284,'-16'-2,"-8"-1,-1 0,3 5,9 7,20 6,21 1,6-2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7:17.5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258 121,'-16'7,"-11"4,-10 5,-3 5,-1 2,5 8,8 8,10 15,7 14,8 15,8 14,12 12,6 5,6 1,6-8,3-10,2-15,-6-21</inkml:trace>
  <inkml:trace contextRef="#ctx0" brushRef="#br0" timeOffset="982.099">913 535,'-20'1,"1"0,-1 0,0 2,0 1,1 0,0 2,0 0,0 1,1 0,0 2,1 0,-1 1,2 1,-11 9,24-19,1 0,-1 1,1-1,-1 1,1 0,0-1,0 1,0 0,0 0,0 1,0-1,0 0,1 1,-1-1,1 0,0 1,0 0,0-1,0 1,0 0,0 0,1-1,-1 1,1 0,0 0,0 0,0 0,0 0,0-1,1 1,-1 0,1 0,0 0,0-1,0 1,0 0,0-1,1 1,-1-1,1 0,1 3,8 1,1-1,0 0,0 0,0-1,0-1,1 0,-1 0,1-1,0-1,4 0,12 2,-5 0,-1 1,0 0,0 2,0 1,13 6,-30-11,0 1,0 0,-1 0,0 0,0 1,0 0,0 0,0 0,-1 1,1-1,-1 1,-1 0,1 0,-1 0,1 1,-1-1,-1 1,1 0,-1 0,0 0,-1 0,1 0,-1 4,-1-1,0-1,-1 0,0 1,0-1,-1 0,0 0,-1 0,0 0,0 0,0-1,-1 0,0 1,-1-1,0-1,0 1,0-1,-1 1,0-2,0 1,0-1,-1 0,0 0,0 0,0-1,0 0,-1-1,0 0,0 0,0 0,0-1,0 0,0-1,-7 1,-142-2,144-4,22 0</inkml:trace>
  <inkml:trace contextRef="#ctx0" brushRef="#br0" timeOffset="1317.688">1220 615,'-6'29,"1"0,2 0,0 0,2 0,1 1,2-1,4 26,-5-41,0-7,24 142,-23-142,0 0,0-1,1 0,0 1,1-1,-1 0,1-1,0 1,1-1,-1 1,1-1,0 0,0-1,1 0,-1 1,1-2,0 1,0-1,1 0,2 1,3 0,0-1,0-1,0 0,1-1,-1 0,0-1,1 0,-1-1,1 0,-1-1,0-1,0 0,0 0,0-1,-1-1,1 0,8-5,13-10</inkml:trace>
  <inkml:trace contextRef="#ctx0" brushRef="#br0" timeOffset="1542.11">1114 829,'23'3,"19"0,15-1,12-1,8-5,0-3,-6-3,-13-2,-17 1</inkml:trace>
  <inkml:trace contextRef="#ctx0" brushRef="#br0" timeOffset="1778.796">1235 602,'9'2,"14"1,20 0,17-1,13 0,8-3,3-2,-3 1,-7-1,-10 2,-18 0</inkml:trace>
  <inkml:trace contextRef="#ctx0" brushRef="#br0" timeOffset="2053.515">1983 682,'7'18,"4"13,1 11,-3 6,-1 5,-4 2,-1 1,-2-2,-1-4,2-7,1-8,2-8,0-10</inkml:trace>
  <inkml:trace contextRef="#ctx0" brushRef="#br0" timeOffset="2333.89">1756 576,'20'-5,"19"-3,13-1,10 1,5 0,3 2,-1 1,-6 2,-12 1,-11 1,-13 1</inkml:trace>
  <inkml:trace contextRef="#ctx0" brushRef="#br0" timeOffset="2818.29">606 308,'43'-9,"1"2,-1 2,1 2,38 2,-49 0,107-1,527-26,-637 25,75-15,-110 19</inkml:trace>
  <inkml:trace contextRef="#ctx0" brushRef="#br0" timeOffset="3200.076">2491 1,'20'16,"19"14,18 11,13 10,13 10,6 11,-1 8,-6 8,-10 6,-16 7,-16 8,-25 5,-26 4,-27 3,-28-2,-20-4,4-23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7:21.7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267 254,'-9'14,"-14"25,-15 28,-10 30,-1 27,5 20,10 16,14 6,18-5,27-13,26-24,25-28,0-30</inkml:trace>
  <inkml:trace contextRef="#ctx0" brushRef="#br0" timeOffset="1695.545">669 883,'2'20,"1"17,0 12,-1 8,0 5,-4-1,0-4,-3-10,0-12</inkml:trace>
  <inkml:trace contextRef="#ctx0" brushRef="#br0" timeOffset="2116.422">642 842,'11'-8,"1"0,0 1,0 0,0 0,1 2,-1-1,2 2,-1-1,0 2,1 0,0 1,-1 0,1 1,0 0,0 1,0 1,0 0,12 3,-23-3,0 0,0 0,0 0,0 0,0 0,0 1,0-1,0 1,0 0,-1 0,1 0,-1 0,0 1,1-1,-1 1,0-1,0 1,0 0,-1-1,1 1,-1 0,0 0,1 0,-1 0,-1 1,1-1,0 0,-1 0,0 1,1-1,-1 0,0 0,-1 1,1-1,-1 0,1 0,-1 1,0-1,0 0,-1 0,1 0,0 0,-2 1,-6 8,0 1,-1-2,-1 1,0-2,-1 1,0-1,0-1,-1 0,0-1,-1-1,0 0,0 0,0-1,-1-1,0-1,0 0,-7 1,19-5,-22 9,33 10,165 111,-165-123,1 0,1 0,-1-1,1-1,0 1,0-2,1 1,0-1,-1-1,1 0,9 1,6-4</inkml:trace>
  <inkml:trace contextRef="#ctx0" brushRef="#br0" timeOffset="2385.828">1216 856,'-2'15,"-1"14,0 7,1 7,0 3,1 1,3-2,5 0,7-5,5-3,4-7,7-8,5-7,4-12,2-10,0-11,-1-7,-9 1</inkml:trace>
  <inkml:trace contextRef="#ctx0" brushRef="#br0" timeOffset="2590.024">1070 1016,'25'2,"22"-1,16-3,9-4,4-5,-2-3,-9-2,-16 3</inkml:trace>
  <inkml:trace contextRef="#ctx0" brushRef="#br0" timeOffset="3044.587">1203 749,'18'6,"0"-1,0-1,0 0,0-2,1 0,-1-1,1-1,0-1,5-1,-13 2,134-12,118-26,-8 1,-287 43,-1 3,2 0,-1 2,2 2,-1 1,-13 9,-36 41,78-62,0 0,0 1,0-1,1 1,-1-1,1 1,-1-1,1 1,0 0,0 0,0-1,1 1,-1 0,1 0,-1 0,1 0,0 0,0 0,0 0,1 0,-1 0,1 0,-1-1,1 1,0 0,0 0,0 0,1-1,-1 1,1-1,-1 1,3 1,9 9,0-1,1 0,1-1,0-1,1-1,-1 0,2 0,-1-2,5 1,-4 0,19 8,-10-5,0 1,-1 1,-1 1,19 15,-41-28,1 0,-1 1,0 0,0-1,0 1,0 0,0 0,0 0,-1 0,1 0,0 1,-1-1,0 0,0 1,0-1,0 1,0-1,0 1,0-1,-1 1,1 0,-1-1,0 1,0 0,0 0,0-1,-1 1,1 0,-1-1,1 1,-1-1,0 1,0-1,0 1,0-1,-1 1,1-1,0 0,-2 1,-6 5,-1 0,0-1,0 0,-1 0,0-1,0-1,0 0,-1 0,1-1,-1-1,0 0,-1 0,1-1,0-1,-1 0,-10-1,18 0,-1 0,1-1,-1 1,1-1,0 0,-1-1,1 1,0-1,0 0,0 0,0-1,-1 0,-15-14</inkml:trace>
  <inkml:trace contextRef="#ctx0" brushRef="#br0" timeOffset="3343.281">2220 776,'0'16,"0"14,-3 11,0 6,0 4,1-1,2-1,7-4,8-6,9-7,9-9,8-9,6-6,3-7,1-8,-4-5,-7-6,-10 1</inkml:trace>
  <inkml:trace contextRef="#ctx0" brushRef="#br0" timeOffset="3650.907">2099 963,'21'-7,"22"-4,20-6,13-1,7-2,1 1,-8 3,-13 1,-18 4</inkml:trace>
  <inkml:trace contextRef="#ctx0" brushRef="#br0" timeOffset="3844.522">2206 655,'27'-4,"25"-7,22-5,17-5,6-3,-2 0,-17 4</inkml:trace>
  <inkml:trace contextRef="#ctx0" brushRef="#br0" timeOffset="6410.063">3089 749,'4'21,"2"15,0 14,-2 6,-3 2,-4-4,-1-3,-1-6,1-8,1-13,1-11</inkml:trace>
  <inkml:trace contextRef="#ctx0" brushRef="#br0" timeOffset="6681.992">2888 683,'25'-7,"26"-5,23-4,15 0,8 1,-4 2,-12 4,-21 4</inkml:trace>
  <inkml:trace contextRef="#ctx0" brushRef="#br0" timeOffset="7375.083">763 402,'155'-7,"84"-16,-63 5,810-45,-581 41,-65 3,-316 13,-24 6,0 0,-1 0,1 1,0-1,0 0,-1 0,1 0,0 0,0 0,-1 0,1 0,0 0,0 0,-1 0,1 0,0 0,0-1,-1 1,1 0,0 0,0 0,-1 0,1 0,0 0,0-1,-1 1,1 0,0 0,0 0,0-1,0 1,-1 0,1 0,0 0,0-1,0 1,0 0,0 0,0-1,0 1,0 0,0 0,0-1,-1 1,1 0,0 0,1-1,-1 1,0 0,0 0,0-1,0 1,0 0,0 0,0-1,0 1,0 0,0 0,1-1,-1 1,0 0,0 0,0 0,0-1,1 1,-1 0,0 0,-9 4,12 1</inkml:trace>
  <inkml:trace contextRef="#ctx0" brushRef="#br0" timeOffset="7823.613">3570 1,'58'42,"-2"4,-1 1,-3 3,-2 2,-3 3,-1 1,-4 2,24 45,-49-72,-1 1,-2 0,-1 2,-1-1,-2 1,-2 1,-1 0,-2 0,-1 0,-1 1,-3 0,0-1,-3 1,-1-1,-1 0,-2 0,-2 0,-1-1,-1 0,-3 2,-1-1,-2 0,-2-1,0-1,-3-1,0-1,-2-1,-2 0,-15 12,24-28,9-10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7:35.2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231 0,'-16'5,"-14"10,-9 14,-2 18,1 19,7 22,10 18,15 13,16 10,18 4,18-6,18-6,14-9,9-11,-8-23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7:34.3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415 269,'-17'-1,"0"2,0 0,0 1,1 0,-1 2,1 0,0 1,0 0,0 1,0 1,1 1,0 0,-13 10,25-16,0 0,0-1,1 1,-1 1,1-1,-1 0,1 1,0-1,0 1,0-1,0 1,0 0,1 0,-1 0,1 0,0 0,0 0,0 1,0-1,0 0,1 1,0-1,-1 0,1 1,0-1,1 0,-1 1,1-1,-1 0,1 0,0 1,0-1,0 0,1 0,-1 0,1 0,0 0,0-1,0 1,2 2,12 8,0-1,0-1,2 0,-1-1,1-1,14 5,24 13,-40-19,-1 1,0 1,0 0,-1 1,-1 0,11 12,-19-19,-1 1,0 1,0-1,0 1,-1 0,0-1,0 1,0 1,-1-1,0 0,0 1,0-1,-1 1,0-1,0 1,-1 0,0-1,0 1,-1 4,0-6,-1 1,1-1,-1 0,0 0,0 0,-1 0,1 0,-1 0,0-1,0 1,-1-1,0 0,1 0,-1 0,-1 0,1-1,0 0,-1 0,0 0,1 0,-1-1,0 0,-1 0,1 0,0 0,-5 0,-3 1,-1 0,0-1,0 0,0-2,0 1,0-2,0 0,0 0,0-1,-2-1,-42-22,48 16</inkml:trace>
  <inkml:trace contextRef="#ctx0" brushRef="#br0" timeOffset="269.784">1 148,'20'0,"19"-2,15-4,13 0,9 1,2 1,-3 1,-7 2,-15 0</inkml:trace>
  <inkml:trace contextRef="#ctx0" brushRef="#br0" timeOffset="522.544">829 1,'14'11,"13"15,11 15,7 17,2 11,-3 10,-6 10,-10 8,-16 6,-22 3,-22 2,-27 1,-23-5,-21-8,7-21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7:36.3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907 322,'-8'21,"-14"298,3-236,18-83,1 0,0-1,0 1,0 0,-1 0,1 0,0-1,0 1,-1 0,1 0,0 0,-1 0,1 0,0 0,0 0,-1 0,1-1,0 1,-1 0,1 0,0 0,-1 0,1 1,0-1,0 0,-1 0,1 0,0 0,-1 0,1 0,0 0,0 0,-1 1,1-1,0 0,0 0,-1 0,1 1,0-1,0 0,0 0,-1 1,1-1,0 0,0 0,0 1,0-1,0 0,0 0,-1 1,1-1,0 0,-3-29,2-15,2 0,2 0,2 0,1 0,3 1,13-40,-17 70,0 0,0 0,1 0,1 1,0 0,1 0,0 1,7-7,-12 14,1 0,0 0,0 1,0-1,1 1,-1 0,1 1,-1-1,1 1,0 0,0 0,0 0,1 1,-1-1,0 1,0 1,1-1,-1 1,0 0,1 0,-1 0,1 1,3 1,-2 0,0 0,-1 1,1 0,-1 0,0 0,1 1,-2 0,1 0,0 1,-1 0,0 0,0 0,0 0,-1 1,0 0,0 0,0 0,-1 0,0 1,0-1,0 1,-1 0,0 0,-1-1,1 1,-1 1,0-1,-1 0,0 0,0 0,-1 0,0 0,0 0,0 0,-1 0,0 0,0 0,-1 0,0-1,0 0,-1 1,1-1,-2 0,-5 7,-1-1,0-1,-1 0,0-1,-1 0,0-1,0 0,-7 2,-22 17,40-27,1-1,-1 1,1 0,-1 0,1 0,0 0,-1 0,1 1,0-1,0 0,0 1,0-1,0 0,0 1,0-1,0 1,1 0,-1-1,0 1,1 0,-1-1,1 1,0 0,0-1,0 1,0 0,0 0,0-1,0 1,0 0,1-1,-1 1,1 0,-1-1,1 1,0 0,-1-1,1 1,0-1,0 1,0-1,0 0,0 1,1-1,-1 0,0 0,1 0,-1 0,1 0,15 13,0-1,1-1,1-1,-1-1,2 0,0-1,0-1,0-2,1 1,17 1,105 11,-114-20</inkml:trace>
  <inkml:trace contextRef="#ctx0" brushRef="#br0" timeOffset="254.83">640 94,'15'7,"23"2,23 0,26-3,17-1,10-4,-14-2</inkml:trace>
  <inkml:trace contextRef="#ctx0" brushRef="#br0" timeOffset="554.833">1603 0,'18'5,"17"8,12 13,10 14,1 13,-4 14,-9 14,-13 13,-18 11,-25 11,-29 6,-31 5,-29-1,1-22</inkml:trace>
  <inkml:trace contextRef="#ctx0" brushRef="#br0" timeOffset="834.034">92 134,'-12'16,"-7"21,-4 25,3 24,4 26,14 18,19 7,25-1,27-12,30-24,-2-27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7:47.332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175 0,'-18'19,"-13"16,-5 17,0 15,7 15,8 11,17 8,21 3,23 2,23-4,0-19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5:07.883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134 53,'5'0,"1"0</inkml:trace>
  <inkml:trace contextRef="#ctx0" brushRef="#br0" timeOffset="157435.542">215 415,'-3'20,"0"14,-2 8,-1 3,2 1,-2 0,1-1,1-5,1-3,-1-6,0-7,1-6</inkml:trace>
  <inkml:trace contextRef="#ctx0" brushRef="#br0" timeOffset="157783.849">80 361,'14'-6,"0"1,-1 0,2 1,-1 1,0 0,1 1,-1 1,1 0,0 0,-1 2,1 0,0 1,-1 0,1 1,-1 1,0 0,0 1,-1 0,1 1,6 4,-17-9,0 1,0-1,0 1,0-1,-1 1,1 0,0 0,-1 0,1 0,-1 1,0-1,0 0,0 1,0 0,0-1,0 1,-1 0,0 0,1 0,-1 0,0 0,0 1,-1-1,1 0,-1 0,1 1,-1-1,0 0,0 0,-1 1,1-1,-1 0,1 0,-1 1,-7 5,0-1,0 0,0 0,-1-1,-1 0,1-1,-1 1,0-2,0 0,-1 0,1 0,-1-2,0 1,0-1,-6 0,12-2,-33 10,6-2</inkml:trace>
  <inkml:trace contextRef="#ctx0" brushRef="#br0" timeOffset="158319.935">615 468,'-12'32,"2"0,1 0,1 1,2 0,1 0,2 0,1 1,2 18,1-88,1 0,2 0,2 0,1 1,2-1,6-15,-13 44,1 0,-1 0,1 1,0-1,1 1,-1 0,1 0,1 0,-1 1,1 0,0-1,0 1,0 1,1-1,0 1,0 0,0 0,0 1,1 0,-1 0,1 0,0 1,-1 0,1 1,0-1,0 1,1 0,-1 1,0 0,0 0,0 0,2 1,-2 1,0 0,-1 0,1 1,0-1,-1 1,0 1,1-1,-1 1,0 0,-1 1,4 3,-7-7,0 1,0-1,-1 1,1 0,-1 0,1 0,-1-1,0 1,0 0,0 1,0-1,0 0,0 0,-1 0,1 0,-1 1,1-1,-1 0,0 1,0-1,0 0,0 1,0-1,-1 0,1 0,-1 1,1-1,-1 0,0 0,0 0,0 1,0-1,0 0,0-1,-1 1,1 0,-1 0,-127 97,128-98,-1 1,1-1,0 0,-1 1,1-1,0 0,0 1,0 0,0-1,1 1,-1 0,0-1,1 1,-1 0,1 0,-1-1,1 1,0 0,0 0,0 0,0 0,0-1,0 1,1 0,-1 0,0 0,1-1,0 1,-1 0,1 0,0-1,0 1,0-1,0 1,0-1,0 1,0-1,2 2,58 41,-42-35,0-1,0 0,1-2,0 0,0-1,1-1,-1-1,1-1,0-1,0 0,0-2,6-1,6-4</inkml:trace>
  <inkml:trace contextRef="#ctx0" brushRef="#br0" timeOffset="158636.922">0 53,'10'7,"11"4,16 3,20-1,19-2,16-4,14-3,8-4,2-2,-20-1</inkml:trace>
  <inkml:trace contextRef="#ctx0" brushRef="#br0" timeOffset="158905.085">1204 0,'18'14,"13"13,8 14,4 13,1 11,-3 9,-10 4,-10 6,-18 4,-22 3,-27 2,-28-1,-1-16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7:48.919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768 371,'0'-1,"0"0,0 1,0-1,0 1,0-1,0 1,1-1,-1 0,0 1,0-1,0 1,1-1,-1 1,0-1,0 1,1-1,-1 1,0 0,1-1,-1 1,1-1,-1 1,1 0,-1-1,1 1,-1 0,1 0,-1-1,1 1,-1 0,1 0,-1 0,1 0,-1-1,1 1,0 0,-1 0,1 0,-1 0,1 0,-1 1,1-1,0 0,-1 0,1 0,-1 0,1 1,-1-1,1 0,-1 0,1 1,-1-1,1 0,-1 1,0-1,1 1,-1-1,0 1,1-1,-2-6,0 1,-1-1,1 0,-1 0,-1 1,1-1,-1 1,0 0,0 0,0 0,-1 0,0 0,0 1,0 0,-1-1,1 2,-1-1,0 0,0 1,0 0,0 0,-1 1,1-1,-1 1,0 0,1 1,-1-1,0 1,0 0,0 1,0 0,0 0,0 0,0 0,0 1,-4 1,1 1,0 0,0 0,1 1,0 0,0 0,0 1,0 0,1 1,0 0,0 0,0 0,1 1,0 0,0 0,1 0,0 1,0 0,0 0,1 0,1 1,-1-1,2 1,-1 0,1 0,0 0,1 0,0 0,0 0,1 1,1 5,-2-5,1 0,1 0,0 0,0 0,1 0,0 0,0-1,1 1,1-1,0 1,0-1,1 0,0-1,0 1,1-1,0 0,0 0,1-1,0 0,1 0,-1-1,1 1,0-2,1 1,0-1,-1-1,2 1,1-1,3-1,1 0,0-1,-1-1,1 0,0-1,0-1,-1 0,1-1,0 0,-1-2,0 1,1-2,-2 0,1-1,0 0,-1-1,0 0,-1-1,11-9,13-11</inkml:trace>
  <inkml:trace contextRef="#ctx0" brushRef="#br0" timeOffset="302.143">1088 263,'22'226,"-20"-197,-1-6,2-1,0-1,1 1,1 0,4 10,-7-28,-1-1,1 1,0-1,0 1,1-1,-1 0,1 0,-1 0,1 0,0 0,0 0,0-1,1 1,-1-1,1 0,-1 0,1-1,-1 1,1-1,0 1,0-1,0 0,0-1,0 1,0-1,0 1,2-1,8-1,1 0,0-1,-1 0,1-1,-1 0,13-6,23-10,-7 0</inkml:trace>
  <inkml:trace contextRef="#ctx0" brushRef="#br0" timeOffset="864.771">447 63,'-2'0,"1"0,3 0,6 0,9 0,7 0,10 0,10 0,13-2,13-3,13-4,8-1,5-2,-3-1,-17 1</inkml:trace>
  <inkml:trace contextRef="#ctx0" brushRef="#br0" timeOffset="1531.667">1797 10,'16'4,"12"9,8 9,5 9,-1 9,-1 10,-4 6,-7 6,-9 6,-12 7,-18 7,-26 3,-27 3,-28 2,-25 0,7-15</inkml:trace>
  <inkml:trace contextRef="#ctx0" brushRef="#br0" timeOffset="2032.464">86 76,'-9'21,"-8"20,-3 19,2 17,4 13,6 5,10 1,13-4,18-12,17-12,0-17</inkml:trace>
  <inkml:trace contextRef="#ctx0" brushRef="#br0" timeOffset="2752.927">1168 291,'-2'-3,"-1"3,0 7,1 9,0 14,-3 15,-2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8:53.688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0,'10'5,"13"1,15 0,14-4,10-4,6-4,-9-1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8:54.456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0,'95'8,"-1"-3,89-9,-72 1,781 18,-831-11,43 4,1-4,50-7,-103-3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8:58.958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86 669,'22'-35,"-3"0,-1-2,-1 0,-2-1,-2 0,-2-1,-1-1,-2 0,-1 0,-3 0,-1-1,-2-23,-21-30,19 91,0 0,0 1,-1-1,1 0,-1 1,1-1,-1 0,0 1,0 0,0 0,0-1,0 1,0 0,-1 0,1 1,-1-1,1 1,-1-1,0 1,1 0,-1 0,0 0,0 0,0 0,0 1,0-1,0 1,0 0,0 0,0 0,-4 3,0 0,0 0,0 1,1 0,-1 0,1 1,0 0,1 0,-1 0,1 1,0 0,1 0,-1 0,1 0,0 1,1 0,-1 0,1 0,1 0,-1 0,1 0,-1 7,-7 29,2 1,2 0,1 0,3 1,1-1,3 1,1-1,2 0,3 4,-5-23,0 0,2-1,1 1,1-1,0-1,2 1,1-1,1-1,1 0,11 17,-19-35,0 0,1 0,-1 0,1 0,0 0,0-1,0 0,0 0,0-1,1 1,-1-1,1 0,0 0,0-1,-1 0,1 0,0 0,0-1,0 0,0 0,0 0,0-1,0 0,2-1,3-1,0 0,0 0,0-2,-1 1,0-1,0-1,0 0,0 0,-1-1,0 0,-1-1,2-1,16-20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9:00.107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108 385,'0'-19,"8"-1,-2-1,0 0,-1 0,-1 0,-1-1,-1 1,-1-1,0 0,-2 1,-1-1,0 0,-2 1,0-1,1 17,1 0,0 1,-1-1,0 0,0 1,-1 0,1-1,-1 2,0-1,0 0,0 1,-4-3,7 5,-1 0,1 0,-1 0,0 0,1 0,-1 0,0 0,0 1,0-1,1 1,-1 0,0-1,0 1,0 0,0 0,0 0,0 0,1 1,-1-1,0 0,0 1,0-1,0 1,1 0,-1-1,0 1,1 0,-1 0,0 0,1 0,-1 1,1-1,0 0,-1 1,1-1,0 1,-1 0,0 2,-1 0,1 0,0 0,0 1,0-1,1 0,-1 1,1-1,0 1,0 0,1-1,0 1,-1 0,1-1,1 1,-1-1,1 1,0 0,0-1,0 1,1-1,-1 1,1-1,0 0,0 0,1 0,-1 0,1 0,0 0,0-1,0 0,1 1,-1-1,1 0,-1 0,1-1,0 1,3 0,9 2,1-1,0-1,0 0,0-2,0 0,0 0,0-2,1 0,-1-1,0-1,-1 0,1-1,-1-1,1-1,-1 0,-1-1,12-7,-14 9,-10 4,-2 0,0 0,0 0,0 1,0-1,0 0,0 1,0-1,0 1,0-1,1 1,-1 0,0-1,0 1,0 0,1 0,-1 0,0 0,0 0,0 0,1 0,-1 0,0 1,0-1,0 0,1 1,-1-1,0 1,0-1,0 1,0 0,0-1,0 1,0 0,0 0,0 0,0 0,-1-1,1 1,0 0,0 1,3 107,5 388,-8-483,3 33,-1 1,-2 0,-2 0,-3-1,-1 1,-3-1,-2 0,-14 41,20-78,-1 0,0 0,0 0,-1-1,-1 1,0-1,0-1,-8 8,12-13,1-1,0 0,-1 0,1 0,-1-1,0 1,0-1,0 1,0-1,0 0,0 0,0 0,0 0,0-1,0 0,0 1,0-1,-1 0,1 0,0 0,0-1,0 1,0-1,0 0,0 0,0 0,0 0,0-1,0 1,0-1,0 1,1-1,-1 0,-10-12,0 0,0 0,2-1,0-1,0 0,2 0,0-1,0 0,2-1,0 0,2 0,-4-15,-1-3,1 0,3-1,0 0,2-1,2 1,2 0,2-14,-1 43,0-1,1 1,0 0,1 0,-1 1,2-1,-1 0,1 1,0 0,0 0,1 0,0 1,0-1,1 1,0 0,0 0,0 1,1 0,-1 0,1 1,0 0,1 0,-1 0,3 0,201-69,-162 58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9:01.045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0,'0'0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9:00.377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13,'0'2,"5"8,3 11,3 16,-1 15,-1 15,-3 11,-2 7,-2-2,-1-9,-1-10,-1-13,1-16</inkml:trace>
  <inkml:trace contextRef="#ctx0" brushRef="#br0" timeOffset="359.135">414 0,'-49'58,"6"-7,-3-1,-1-3,-39 30,72-67,10-8,1-1,0 2,0-1,-1 0,1 0,0 1,1 0,-1 0,0 0,1 0,0 0,0 0,0 0,0 1,0-1,0 2,24 22,-20-26,234 113,-127-56,-62-32,0-1,2-3,22 6,-34-17,-7-5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8:57.203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322 429,'-33'0,"1"2,-1 2,1 0,0 2,-29 10,53-13,1-1,-1 1,1 1,0-1,0 1,0 1,0-1,1 1,0 0,-2 2,6-4,0-1,0 0,0 1,0-1,1 1,-1 0,1-1,0 1,0 0,0 0,0 0,0 0,1 0,-1 0,1 0,0 0,0 0,0 0,0 0,1 0,-1 0,1 0,-1 0,1 0,0 0,0 0,1 0,0 1,8 9,0 0,0 0,2-1,-1-1,2 0,-1 0,2-2,-1 1,1-2,0 1,1-2,0 0,0-1,6 1,4 4,3 2,-13-7,0 0,0 2,-1 0,0 0,-1 1,10 8,-22-16,0 0,0 0,0-1,0 1,0 0,0 0,0 0,0 0,0 0,-1 0,1 0,0 0,-1 0,1 1,-1-1,1 0,-1 0,1 1,-1-1,0 0,0 0,0 1,0-1,0 0,0 1,0-1,0 0,0 0,-1 1,1-1,0 0,-1 0,1 1,-1-1,1 0,-1 0,0 0,1 0,-1 0,0 0,0 0,0 0,0 0,0 0,0 0,0-1,0 1,0 0,0-1,-1 1,1-1,0 1,0-1,0 0,-1 1,-3 2,0-1,-1 0,1 0,-1 0,1 0,-1-1,1 0,-1 0,0 0,0-1,0 0,1 0,-1-1,0 1,0-1,1 0,-1-1,0 1,1-1,0 0,-2-2,5 1,0 0,1 0,0 0,0-1,0 1,0-1,0 1,1 0,0-1,-1 1,1-1,0 1,1-1,-1 1,1-1,-1 1,1-1,0 1,0 0,1-1,-1 1,1 0,0 0,-1 0,3-2,24-48,3 2,36-47,-30 45,-24 34,10-11,-1 0,-2-1,0-2,-3 0,0 0,-3-2,0 0,-3 0,-1-1,3-21,-12 51,0 0,0 0,-1 0,1 0,-1 0,-1 0,1 0,-1 1,0-1,-1 0,1 0,-1 0,0 1,0-1,-1 1,0 0,0 0,0 0,0 0,-1 0,0 1,-1-2,4 6,0-1,-1 0,1 1,-1 0,1-1,0 1,-1 0,1 0,-1-1,1 1,-1 0,1 1,-1-1,1 0,-1 0,1 0,0 1,-1-1,1 1,0-1,-1 1,1 0,0 0,-1-1,1 1,0 0,0 0,0 0,0 0,0 0,0 0,0 1,0-1,1 0,-1 0,0 1,0 0,-22 54,17-22,1 0,2 1,2-1,1 1,1 0,2-1,2 0,1 1,1-2,2 1,6 11,-3 2,3 0,2 0,2-2,1 0,27 40,-45-80,0 0,1 0,-1 0,1-1,1 1,-1-1,1 1,-1-1,1 0,1-1,-1 1,0-1,1 0,-1 0,1 0,0-1,0 1,0-1,1 0,-1-1,0 1,1-1,-1 0,1-1,-1 1,1-1,2 0,10-9</inkml:trace>
  <inkml:trace contextRef="#ctx0" brushRef="#br0" timeOffset="258.394">416 281,'-14'-2,"-6"-1,8 3,19 2,26 3,27 1,27 0,19 2,-9-1</inkml:trace>
  <inkml:trace contextRef="#ctx0" brushRef="#br0" timeOffset="1200.716">1257 682,'-13'-17,"8"10,0 0,-1 0,1 1,-1 0,-1 0,1 0,-1 1,0-1,0 2,0-1,-4 0,9 4,-1 0,1 1,-1 0,0-1,1 1,-1 0,1 1,-1-1,1 0,-1 1,0-1,1 1,-1 0,1 0,0 0,-1 0,1 0,0 0,0 1,-1-1,1 1,0 0,1-1,-1 1,0 0,0 0,1 0,-1 1,-35 65,23 24,14-89,1 0,-1-1,0 1,1-1,-1 1,1-1,0 1,0-1,0 1,0-1,0 0,1 0,-1 1,0-1,1 0,0 0,0 0,-1-1,1 1,0 0,0-1,1 1,-1-1,0 0,0 1,1-1,-1 0,1-1,-1 1,1 0,-1-1,1 1,-1-1,2 0,6-1,0 0,0-1,-1 0,1-1,0 0,-1 0,0-1,0 0,0-1,-1 0,1 0,-1-1,0 0,-1-1,1 1,-1-2,-1 1,1-1,-1 0,0 0,-1 0,3-7,-2 5,-1 0,0-1,0 1,-1-1,-1 0,0 0,0 0,0-6,-4 42,6 97,-4-116,0-1,1 1,0-1,0 1,0-1,0 0,1 0,0 0,0-1,1 1,-1-1,1 1,0-1,0 0,0-1,1 1,-1-1,1 0,0 0,3 2,-3-3,1 0,0 0,0 0,0 0,0-1,0 0,0 0,0-1,0 1,1-1,-1-1,0 1,0-1,0 0,0-1,0 1,0-1,0 0,-1-1,1 1,-1-1,1 0,-1-1,0 1,0-1,0 0,-1 0,0-1,1 1,-1-1,-1 0,1 0,-1 0,0-1,0 1,-1-1,1 0,-1 1,0-2,7-27,0 0,-3-1,-1 0,-1 0,-2 0,-1-1,-3-3,3 14,-6-352,3 365,2 43,1 123,-10 283,8-395,6-44,13-24,-15 19,0 0,0 1,1-1,0 1,0 0,1 0,0 1,0-1,0 1,1 0,-1 1,1-1,0 1,1 0,-1 1,1-1,-1 1,1 0,0 1,0 0,0 0,1 0,-1 1,0 0,3 1,-2 4,1 0,-1 0,0 1,0 0,0 1,-1 0,0 0,0 1,-1-1,1 1,-2 1,1-1,-1 1,0 0,0 1,-1-1,0 1,-1-1,0 1,0 0,1 9,2 0,0 1,-1-1,-1 1,-1 0,-1 0,0 1,-2-1,0 0,-1 0,-3 16,4-34,0 1,0-1,-1 1,1 0,0-1,-1 1,1-1,-1 1,0-1,0 1,1-1,-1 0,0 1,0-1,0 0,0 0,0 1,-1-1,1 0,0 0,-1 0,1 0,0-1,-1 1,1 0,-1-1,1 1,-1-1,1 1,-1-1,0 0,1 1,-1-1,1 0,-1 0,0 0,1 0,-1-1,0 1,1 0,-1-1,1 1,-1-1,1 1,-1-1,1 0,-1 0,1 1,0-1,-1 0,1 0,0-1,0 1,0 0,0 0,0 0,0-1,0 1,-1-2,-2-5,0 0,0 0,0 0,1 0,1-1,-1 0,1 1,1-1,0 0,0 0,0 0,1 0,1 0,-1 0,2 0,-1 1,1-1,0 0,1 1,0-1,0 1,1 0,0 0,1 0,0 0,0 1,0 0,1 0,2-2,-1 3,1-1,0 1,0 0,1 0,-1 1,1 0,1 1,-1 0,0 0,1 1,0 0,0 1,0 0,0 0,0 1,0 1,0 0,10 1,-17-1,0 1,0 0,1 0,-1 0,0 1,0-1,-1 1,1-1,0 1,0 0,-1 0,1 0,-1 0,0 1,1-1,-1 1,0-1,-1 1,1 0,0 0,-1 0,1 0,-1 0,0 0,0 0,0 1,6 91,-6-39,-1-53,0-1,1 1,-1-1,0 1,1-1,0 0,0 1,0-1,0 0,0 0,0 1,0-1,1 0,-1 0,1 0,-1-1,1 1,0 0,0 0,0-1,0 1,0-1,0 0,0 0,0 0,1 0,-1 0,0 0,1 0,-1-1,0 1,1-1,-1 0,1 0,-1 0,1 0,-1 0,1 0,-1-1,1 1,-1-1,0 1,1-1,-1 0,2-1,25-13,-1-2</inkml:trace>
  <inkml:trace contextRef="#ctx0" brushRef="#br0" timeOffset="1453.11">2141 308,'2'16,"10"9,3 2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8:56.469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58 0,'-4'28,"0"0,2 1,2-1,0 0,2 0,2 6,-3-24,19 160,26 92,-40-212,-7-49,1-1,0 0,-1 0,1 1,-1-1,1 0,-1 0,1 0,-1 0,1 0,-1 0,1 0,-1 0,1 0,-1 0,1 0,-1 0,1 0,-1 0,1 0,-1-1,1 1,-1 0,1 0,0 0,-1-1,1 1,-1 0,1-1,0 1,-1 0,1-1,0 1,-1-1,1 1,0 0,-1-1,1 1,0-1,0 1,0-1,0 1,-1-1,1 1,0-1,0 1,0-1,0 1,0-1,0 1,0-1,0 1,0-1,1 1,-1-1,0 1,0-1,0 1,-12-39,2 0,1-1,2 0,-1-36,-4-17,-35-135,47 227,-1 0,1 0,-1 0,1 0,-1 0,1 0,0 0,-1 0,1 0,0 0,0 0,0 0,0 0,0 0,0 0,0 0,0 0,0 0,0 0,1 0,-1 0,0 0,1 0,-1 0,1 0,-1 0,1 0,0 0,-1 0,1 0,0 1,-1-1,1 0,0 1,0-1,0 0,0 1,-1-1,1 1,0-1,0 1,0 0,0-1,0 1,0 0,0 0,1-1,20 0,-1 0,1 1,-1 1,0 1,21 5,-36-7,0 0,-1 0,1 1,0 0,0 0,0 0,0 1,-1 0,1 0,-1 0,0 1,1 0,-1 0,0 0,0 0,-1 1,1 0,-1 0,0 0,0 1,0-1,-1 1,1 0,-1 0,0 0,-1 0,1 1,-1-1,0 1,1 3,-5 5,-1-1,0 0,0 1,-1-1,-1-1,0 1,-1-1,-1 0,1 0,-2-1,0 0,0 0,-1 0,0-1,-1-1,0 0,0 0,-8 4,-23 18,41-31,0-1,0 1,1 0,-1 0,0 0,1-1,-1 1,0 0,1 0,-1 0,1-1,-1 1,0 0,1 0,-1 0,0 0,1 0,-1 0,1 0,-1 0,0 0,1 0,-1 0,1 0,-1 0,0 1,1-1,-1 0,0 0,1 0,-1 0,0 1,1-1,-1 0,0 0,1 1,-1-1,0 0,0 0,1 1,-1-1,0 0,0 1,0-1,1 1,-1-1,0 0,0 1,0-1,0 0,0 1,0-1,0 1,0-1,0 0,0 1,0-1,0 1,0-1,0 0,0 1,0-1,0 0,0 1,-1-1,1 1,0-1,0 0,0 1,-1-1,5 0,18 1,-1 1,0 1,0 0,0 2,-1 1,1 0,-1 1,0 1,-1 1,0 1,-1 1,0 0,0 2,-1 0,-1 0,13 15,-26-25,0 1,0 0,0 1,0-1,-1 0,1 1,-1 0,0-1,-1 1,1 0,-1 0,0 0,0 0,-1 0,1 0,-1 0,0 0,-1 0,1 1,-1-1,0 0,0-1,-1 1,1 0,-1 0,0 0,0-1,-1 1,0-1,1 0,-1 0,-1 0,1 0,0 0,-4 2,0 0,-1-1,-1 0,1 0,-1 0,1-1,-1 0,0-1,-1 0,1-1,0 0,-1 0,-3 0,9-2,-1 1,1-1,0 0,-1 0,1-1,0 1,-1-1,1 0,0 0,0 0,0 0,0-1,0 0,0 0,0 0,0 0,1-1,-1 1,1-1,0 0,0 0,0 0,0 0,0-1,1 1,-1-1,1 0,-1-1,1 0,0 0,1 0,-1-1,1 1,0 0,1-1,-1 1,1-1,0 1,0-1,1 1,0-1,0 1,0-1,1 1,-1 0,1 0,0 0,1 0,-1 0,1 0,0 0,0 1,4-5,4-4,1 0,0 1,1 0,0 1,1 1,0 0,7-3,1 0,1 0,0 2,1 1,0 1,1 1,0 1,0 1,0 1,1 1,18 0,-40 4,0-1,0 1,0 0,0 0,0 0,1 1,-1-1,0 1,0 0,0 0,0 0,0 1,-1 0,1 0,0-1,-1 2,1-1,-1 0,0 1,1 0,-1 0,0 0,-1 0,1 0,-1 0,1 1,-1-1,0 1,0 0,8 77,-10-72,0 1,1-1,0 0,0 1,1-1,0 0,0 0,1 0,1-1,2 6,19 10,-11-18</inkml:trace>
  <inkml:trace contextRef="#ctx0" brushRef="#br0" timeOffset="265.066">753 160,'14'5,"4"1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8:54.879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205 67,'-2'-1,"0"1,-1 0,1 0,0 0,0 0,0 0,0 0,-1 0,1 1,0-1,0 1,0-1,0 1,0 0,0 0,0 0,0 0,0 0,1 0,-1 1,0-1,1 1,-1-1,1 1,-1-1,1 1,0 0,0 0,0 0,0 0,0 0,0 0,0 0,1 0,-1 0,1 0,-1 0,1 0,0 0,0 1,0-1,0 0,0 0,0 0,2 0,-1 0,1 0,0-1,-1 1,1-1,0 0,0 1,0-1,0 0,0 0,0 0,1 0,-1-1,0 1,0 0,1-1,-1 0,0 1,1-1,-1 0,0 0,1-1,-1 1,0 0,0-1,1 1,-1-1,0 0,0 0,0 0,0 0,0 0,0 0,0 0,0-1,0 1,0-1,-1 0,1 1,0-1,-1 0,0 0,1 0,-1 0,0 0,0 0,0 0,0 0,-1 0,1-1,-1 1,1 0,-1-1,0 1,0-1,0-1,0 0,0 1,-1-1,0 0,0 1,0-1,0 0,-1 1,1 0,-1-1,0 1,0 0,0 0,0 0,0 0,-1 0,0 0,1 1,-1-1,0 1,0 0,0 0,-1 0,1 0,0 1,-1-1,1 1,-1 0,1 0,-1 0,-1 0,-1-1,0 1,0 0,0 0,0 0,0 1,0 0,-1 0,1 0,0 1,0 0,0 0,0 1,0 0,0 0,1 0,-1 0,1 1,-6 3,6-1,1 1,-1 0,1 0,0 0,0 0,1 1,0-1,0 1,0 0,1 0,0 0,0 0,1 0,0 0,0 1,1-1,0 0,0 0,1 1,0-1,0 0,1 3,4 22</inkml:trace>
  <inkml:trace contextRef="#ctx0" brushRef="#br0" timeOffset="261.689">191 442,'1'2,"-1"-1,1 1,0 0,1-1,-1 1,0-1,0 1,1-1,-1 0,1 1,-1-1,1 0,-1 0,1 0,0 0,0 0,-1-1,1 1,0 0,0-1,0 1,0-1,0 0,0 0,0 1,-1-1,1-1,0 1,0 0,0 0,0-1,0 1,0-1,0 1,-1-1,1 0,0 0,0 0,-1 0,1 0,0 0,0-4,0 1,0-1,-1 1,1-1,-1 1,0-1,0 0,-1 0,1 1,-1-1,0 0,0 0,-1 0,1 1,-1-1,0 0,-1 1,1-1,-1 0,0 1,0 0,-1-3,2 6,0 0,1 0,-1 1,0-1,0 0,0 0,0 0,0 1,0-1,0 0,0 1,0-1,0 1,0-1,-1 1,1-1,0 1,0 0,0 0,-1 0,1 0,0 0,0 0,-1 0,1 0,0 0,0 0,0 1,-1-1,1 0,0 1,0-1,0 1,0 0,0-1,0 1,0 0,0-1,0 1,-1 1,-28 42,29-41,0 1,-1 0,1-1,1 1,-1 0,1 0,-1 0,1 0,0 0,0 0,1-1,-1 1,1 0,0 0,0 0,0-1,0 1,1 0,0-1,-1 1,1-1,1 0,-1 0,0 0,1 0,-1 0,1 0,0 0,0-1,0 0,0 1,1-1,3 1,28 15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8:53.257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80 5,'0'-1,"0"1,-1 0,1-1,0 1,-1 0,1 0,0-1,-1 1,1 0,-1 0,1-1,-1 1,1 0,0 0,-1 0,1 0,-1 0,1 0,-1 0,1 0,-1 0,1 0,-1 0,1 0,0 0,-1 0,1 0,-1 0,1 0,-1 1,1-1,-1 0,1 0,0 1,-1-1,1 0,0 0,-1 1,1-1,0 0,-1 1,1-1,0 1,0-1,-1 0,1 1,0-1,0 1,0-1,0 1,-1-1,1 0,0 1,0-1,0 1,0-1,0 1,0-1,0 1,0-1,0 1,1-1,-1 0,0 1,0-1,-31 180,28-153,0-4,-1 4,0-1,2 1,1 1,1-1,2 0,0 0,2 0,1-1,2 6,-5-27,0-1,0 1,0 0,1-1,0 0,0 1,0-1,0 0,1 0,0-1,0 1,0-1,0 0,0 0,0 0,1-1,0 1,-1-1,1 0,0 0,0-1,0 0,0 0,0 0,0 0,1-1,-1 1,3-2,3 1,1-1,-1 0,0-1,0-1,0 0,0 0,0-1,0 0,-1-1,0 0,0-1,5-4,16-13,-7 0</inkml:trace>
  <inkml:trace contextRef="#ctx0" brushRef="#br0" timeOffset="251.637">0 352,'5'0,"8"0,8-2,11-5,8-7,5-2,0-4,-4-2,-7-3,-9 4</inkml:trace>
  <inkml:trace contextRef="#ctx0" brushRef="#br0" timeOffset="685.687">562 5,'7'18,"7"13,7 8,7 2,7 1,5-1,3 1,3-1,-1 2,-4 1,-5-1,-5-3,-9-3,-6-9,-2-8,-5-8</inkml:trace>
  <inkml:trace contextRef="#ctx0" brushRef="#br0" timeOffset="953.282">1043 179,'-4'-14,"-7"-9,-3-2,-4 2,-6 8,-5 15,-5 19,-4 18,-3 19,-3 15,2 12,2 5,0-1,7-15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9:21.06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3836 1179,'-1'-130,"-7"0,-5 0,-6 2,-5 0,-6 1,-5 1,-40-88,42 149,32 65,1 0,-1 0,1 0,0 0,-1 0,1 0,-1 0,1 0,-1 0,1 0,-1 1,1-1,0 0,-1 0,1 1,-1-1,1 0,0 0,-1 1,1-1,0 0,-1 1,1-1,0 1,-1-1,1 0,0 1,0-1,0 1,-1-1,1 1,0-1,0 0,0 1,0-1,0 1,0-1,0 1,0-1,0 1,0-1,0 1,0-1,0 1,1-1,-1 1,0-1,0 0,0 1,1-1,-1 1,0-1,0 0,1 1,-1-1,0 0,1 1,-1-1,7 37,3 6</inkml:trace>
  <inkml:trace contextRef="#ctx0" brushRef="#br0" timeOffset="-17544.714">2192 1928,'6'111,"4"-1,5 0,7 10,9 65,3 159,-14 1,-19 148,6 124,15-222,72 386,-52-553,-27-147</inkml:trace>
  <inkml:trace contextRef="#ctx0" brushRef="#br0" timeOffset="-15771.742">2326 2209,'-32'-119,"26"105,0 0,1 0,1 0,0-1,1 1,1-1,0 0,1 0,0 0,2 0,-1 0,2 0,0 1,1-1,3-9,-3 18,0 0,0 1,1-1,-1 1,1 0,1 0,-1 0,1 0,0 1,0 0,0 0,0 0,1 1,-1 0,1 0,0 0,0 0,0 1,1 0,-1 1,5-2,8 0,1 1,-1 1,0 0,1 1,-1 2,16 2,329 78,-230-64,1-6,0-7,0-5,94-14,57 2,-226 11,141-3,0-8,85-20,-88 4,122 14,-249 10,-70 4,0 1,0-1,0 1,-1 0,1-1,0 1,-1 0,1-1,0 1,-1 0,1 0,-1-1,1 1,-1 0,1 0,-1 0,0 0,1 0,-1 0,0 0,0 0,0 0,0 0,1-1,-1 1,-1 0,1 0,0 0,0 0,0 0,0 0,-1 0,1 0,0 0,-1 0,1 0,-1 0,0 4,-45 272,36-128,7 0,7 0,6-1,13 51,36 516,1-381,-34-214,-6 2,2 68,-18 15,-5-122,4 0,3-1,4 0,15 59,71 197,-36 83,31 195,-88-582,2 0,0-1,3 1,1-1,1-1,10 20,-10-33,0-5</inkml:trace>
  <inkml:trace contextRef="#ctx0" brushRef="#br0" timeOffset="-13926.25">2473 5832,'0'99,"-1"295,-27 115,23-470,1 80,4-118,1 0,-1 0,1 0,-1 0,1 0,0 0,0 0,-1 0,1 0,0-1,0 1,0 0,0 0,0-1,0 1,0-1,0 1,0-1,0 1,0-1,1 0,-1 1,0-1,0 0,0 0,0 0,1 0,-1 0,0 0,0 0,0 0,1-1,-1 1,0 0,0-1,0 1,0-1,0 1,0-1,0 0,0 1,0-1,0 0,0 0,0 1,-1-1,1 0,0 0,0 0,-1 0,1-1,5-1,19-12,0 2,2 1,-1 0,2 3,-1 0,1 1,0 2,4 0,73-4,0 3,97 8,19-1,467-11,-8-30,-631 41,22-1,1 3,0 4,34 8,29 4,104-15,-235-3,17-1,0 2,1 0,-1 1,0 1,17 5,58 16,-90-23,0 0,1 0,-1 0,0-1,0 1,1-2,-1 1,0-1,0 0,0 0,0 0,-4-2,0 1,0 0,0-1,-1 1,1-1,-1 1,0-1,0 0,0 1,0-1,0 0,0 0,-1 0,0 0,1 1,-1-1,0 0,0 0,-1 0,1 0,0-3,1-3,-1-1,-1 0,1 1,-1-1,-1 1,0 0,0-1,-1 1,0 0,-1 0,0 0,-11-15</inkml:trace>
  <inkml:trace contextRef="#ctx0" brushRef="#br0" timeOffset="-12840.706">213 2651,'23'10,"46"5,1-4,0-2,0-4,1-3,52-5,-89 2,637-5,-435 25,73 1,-156 2,-143-27,-24-9,9 11,-6-8</inkml:trace>
  <inkml:trace contextRef="#ctx0" brushRef="#br0" timeOffset="-11835.277">2406 4214,'37'14,"30"2,-13-5,0 3,-2 2,40 17,-86-31,0 0,-1 0,1 1,-1 0,0 0,0 0,0 0,0 1,0-1,-1 1,0 1,0-1,0 1,0-1,-1 1,1 0,-1 0,0 1,-1-1,1 1,-1-1,0 1,-1 0,0-1,1 1,-2 0,1 0,-1 0,0 0,0 0,0 0,-1 0,0 0,0 1,-8 7,0-1,-1 1,0-1,-1-1,0 0,-1-1,0 0,-1 0,-1-2,1 1,-1-2,-12 6,19-10,-233 130,219-118,21-16,1 0,-1 0,0 0,1 0,-1 0,0-1,0 1,1 0,-1 0,0 0,1 0,-1 0,0 0,1 0,-1 0,0 0,0 0,1 0,-1 0,0 0,1 0,-1 1,0-1,1 0,-1 0,0 0,0 0,1 0,-1 1,0-1,0 0,0 0,1 0,-1 1,0-1,0 0,0 0,1 1,-1-1,0 0,0 1,0-1,0 0,0 0,0 1,0-1,0 0,0 1,0-1,0 0,0 1,0-1,0 0,0 0,0 1,0-1,0 0,0 1,0-1,0 0,0 1,-1-1,1 0,0 0,0 1,0-1,-1 0,15-1</inkml:trace>
  <inkml:trace contextRef="#ctx0" brushRef="#br0" timeOffset="-11154.993">3275 4255,'6'18,"-6"-18,1 0,-1-1,0 1,0 0,0 0,0 0,0 0,0 0,0 0,1-1,-1 1,0 0,0 0,0 0,0 0,0 0,1 0,-1 0,0 0,0 0,0 0,0 0,1 0,-1 0,0 0,0 0,0 0,0 0,1 0,-1 0,0 0,0 0,0 0,0 0,1 0,-1 0,-1-4,-1 0,1 1,-1-1,0 0,0 1,0-1,0 1,-1-1,0 1,1 0,-1 0,0 0,0 1,-1-1,1 1,0 0,-1 0,0 0,1 0,-1 0,0 1,0 0,0 0,0 0,0 0,0 0,0 1,0 0,0 0,0 0,-3 0,1 1,0 0,0 1,0-1,0 1,0 0,1 0,-1 1,1 0,-1 0,1 0,0 0,0 1,0 0,1 0,-1 0,1 1,0 0,0-1,1 1,0 1,-1-1,0 5,-2 0,1 1,0 0,1 0,0 1,1-1,1 1,0 0,0-1,1 1,0 0,1 5,1-9,0 0,1 0,0 1,0-1,1-1,0 1,0 0,0-1,1 1,0-1,1 0,0-1,0 1,0-1,1 0,0 0,0-1,0 1,1-1,0-1,0 1,6 2,-1-1,1 0,0-1,0-1,0 0,0 0,1-1,-1-1,1 0,0-1,0-1,-1 0,1-1,7-1,-13-1,1 0,-1 0,0-1,0 0,0 0,0-1,-1 0,1-1,-2 1,1-1,0-1,-1 1,0-1,-1 0,0 0,0-1,0 0,-1 0,0 0,0 0,0-3,8-16</inkml:trace>
  <inkml:trace contextRef="#ctx0" brushRef="#br0" timeOffset="-10902.98">3583 4147,'-3'-2,"0"1,1 4,-1 7,4 7,1 10,0 7,2 7,1 7,-1 6,1-1,0-2,-1-2,-1-6,1-8,2-9,1-10</inkml:trace>
  <inkml:trace contextRef="#ctx0" brushRef="#br0" timeOffset="-10471.948">3877 4134,'-6'17,"0"-1,-2 0,1-1,-2 0,0 0,-1-1,0 0,-1 0,0-1,-1-1,-1 0,0-1,-1 0,0-1,0 0,-1-1,-1-1,-2 1,16-8,1-1,-1 1,0-1,1 1,-1-1,0 1,1-1,-1 1,1 0,-1 0,1 0,-1 0,1 0,0 0,-1 0,1 1,0-1,0 0,0 1,0-1,0 1,0-1,0 1,1-1,-1 1,1 0,-1-1,1 1,-1 0,1-1,0 1,0 0,0 0,0-1,0 1,0 0,0 0,1-1,-1 1,1 0,-1-1,1 1,10 8,1 0,0-1,1 0,-1-1,2 0,-1-1,1-1,0 0,11 2,20 8,0-3,1-2,0-2,0-2,27 1,-9-14,-54 0</inkml:trace>
  <inkml:trace contextRef="#ctx0" brushRef="#br0" timeOffset="-9125.936">2741 2717,'-13'103,"20"-139,-4 0,-2 0,-2 0,0 0,-3 0,-1 1,-1-1,-2 1,-11-27,8 44,10 25,3-3,0 0,0 0,0 0,1-1,-1 1,1-1,0 0,0 1,0-1,0-1,1 1,-1 0,1-1,0 0,0 0,0 0,0 0,0 0,0-1,0 0,0 0,1 0,-1 0,0-1,1 0,1 0,8 1,-1-2,0 0,1 0,-1-2,0 1,0-2,0 1,2-3,60-26,-74 32,1 0,-1 0,0 1,0-1,1 1,-1-1,0 1,0-1,0 1,0-1,0 1,0 0,0 0,0 0,0-1,0 1,0 0,0 0,-1 0,1 0,0 0,-1 1,1-1,-1 0,1 0,-1 0,1 0,-1 1,0-1,0 0,0 0,0 1,0-1,0 0,0 0,0 1,0-1,0 0,-1 0,1 1,0 0,4 343,41-115,-16-105,-27-116,7 76,-9-83,0 0,0 1,-1-1,1 0,0 0,-1 1,0-1,1 0,-1 0,0 0,0 0,0 0,0 0,-1 0,1 0,0-1,-1 1,1 0,-1-1,0 1,0-1,1 1,-1-1,0 0,0 0,0 0,0 0,-1 0,1-1,0 1,0 0,0-1,-1 0,1 1,-6-3,-1 1,1-1,0 0,0-1,0 0,0 0,1-1,-1 0,1 0,0 0,0-1,0 0,1-1,-1 0,2 0,-1 0,0 0,1-1,1 0,-4-5,-2-1,1-1,0 0,1-1,0 0,1 0,1 0,1-1,-3-10,9 22,-1 0,1 0,0 0,0 0,0 0,1 0,0 1,-1-1,1 0,1 1,-1-1,0 1,1 0,-1 0,1 0,0 0,0 0,1 1,-1-1,0 1,1 0,-1 0,1 0,0 0,0 1,0 0,0-1,0 1,7-4,211-87,-170 74</inkml:trace>
  <inkml:trace contextRef="#ctx0" brushRef="#br0" timeOffset="-8086.718">2887 5685,'5'16,"3"14,3 12,0 9,-3 10,-2 6,-4 3,-5-1,-3-6,1-7,1-10,5-16,3-12</inkml:trace>
  <inkml:trace contextRef="#ctx0" brushRef="#br0" timeOffset="-7770.524">3275 5752,'-22'36,"2"0,-3 0,-1-2,-1 0,-2-2,-1-1,-10 6,-18-1,56-36,0 1,0-1,0 1,0-1,0 1,0-1,0 1,0-1,0 0,0 1,0-1,1 1,-1-1,0 1,0-1,0 1,1-1,-1 0,0 1,1-1,-1 0,0 1,1-1,-1 0,0 1,1-1,-1 0,0 0,1 1,-1-1,1 0,-1 0,1 0,-1 1,1-1,-1 0,1 0,-1 0,1 0,-1 0,0 0,1 0,-1 0,1 0,-1 0,1-1,-1 1,1 0,-1 0,1 0,-1 0,0-1,1 1,-1 0,5 0,142 37,-84-20,-1-2,2-4,26 1,-61-10</inkml:trace>
  <inkml:trace contextRef="#ctx0" brushRef="#br0" timeOffset="-6688.998">0 6340,'1451'0,"-973"14,46-15,-530 1</inkml:trace>
  <inkml:trace contextRef="#ctx0" brushRef="#br0" timeOffset="-5611.227">254 4535,'68'8,"0"-3,61-4,-63-1,307-8,154 4,-302 23,70 2,-172-12,21-6,-136 3,-26 0,4-5,-1 0</inkml:trace>
  <inkml:trace contextRef="#ctx0" brushRef="#br0" timeOffset="-4688.09">4572 2784,'-21'19,"1"1,1 0,1 1,1 2,1-1,1 2,1 0,1 1,1 0,1 1,2 0,0 1,2-1,-1 8,5 44,3-76,1 1,-1-1,1 0,0 1,0-1,-1 0,1 1,1-1,-1 0,0 0,0 0,1 0,-1 0,1 0,0-1,0 1,-1 0,1-1,0 1,0-1,1 0,-1 0,0 0,0 0,0 0,1 0,-1 0,1-1,-1 1,1-1,8-1,-1-1,0-1,1 0,-1 0,0-1,-1 0,1-1,-1 0,0 0,0-1,0 0,-1 0,0-1,0-1,-1 1,0-1,0 0,-1-1,0 0,0-1,9-8,-2-1,-1 0,0-1,-1-1,-2 1,0-2,-1 1,-1-1,-1-1,-1 1,-1-1,-1 0,-1 0,0 0,-2 0,-1 0,-1 0,-1 0,-1 1,-1-1,-1 1,-5-12,-46-44,56 76,-1 0,0 0,0 0,0 1,0-1,0 1,0-1,0 1,0 0,-1 0,1 0,0 0,-1 1,1-1,-1 0,1 1,-1 0,1 0,-1-1,1 2,-1-1,1 0,-1 0,1 1,-1-1,1 1,-1 0,1 0,0 0,-1 0,1 0,0 0,0 1,0-1,0 1,-1 0,-4 9,0 0,0 0,1 1,1 0,0 0,0 0,1 1,1-1,0 1,1 0,0 0,1 0,1 0,0 9,0-20,0 32,1 0,1 1,2-1,2-1,1 1,1-1,2 0,1-1,2 0,1-1,1 0,2-1,1-1,1-1,2 0,0-2,7 5,20 21,-6-8</inkml:trace>
  <inkml:trace contextRef="#ctx0" brushRef="#br0" timeOffset="-3771.448">4920 5484,'-12'1,"1"0,0 1,-1 0,1 0,0 1,0 1,1 0,-1 0,1 1,0 0,0 1,0 0,1 1,0 0,1 0,-1 1,1 0,-4 6,0 0,1 0,1 1,0 0,1 1,1 0,1 0,0 1,1 0,0 0,2 1,-2 7,5-20,-1-1,1 1,0 0,0 0,1 0,-1-1,1 1,0 0,1 0,-1 0,1 0,0-1,0 1,0 0,0 0,1-1,0 1,0-1,0 0,1 0,0 1,-1-1,1-1,1 1,-1 0,0-1,1 0,0 0,0 0,0 0,0 0,0-1,0 0,1 0,-1 0,1 0,0-1,-1 0,3 1,0-2,0-1,-1 1,1-1,-1-1,1 1,-1-1,0 0,1-1,-1 1,0-1,0 0,-1-1,1 1,-1-1,0 0,0-1,0 1,0-1,-1 0,76-104,-60 72,-2 0,-1-2,-2 1,-2-2,-2 0,-1 0,0-15,-5-69,-6 118,1 1,-1-1,0 1,-1 0,1 0,-1-1,0 1,0 0,-1 0,1 1,-1-1,0 1,0-1,-1 1,0 0,1 0,-1 0,0 1,-1-1,1 1,-2-1,2 2,0 1,0-1,0 1,0 0,0 0,0 1,-1-1,1 1,0 0,0 0,0 0,0 1,0-1,-1 1,1 0,0 0,0 1,1-1,-1 1,0 0,0 0,1 0,-1 0,1 1,-2 1,-5 3,1 2,0-1,1 1,0 0,0 1,1 0,0 0,0 3,-1 1,1 1,1 1,0-1,1 1,0 0,2 0,0 0,1 1,0-1,1 1,1 0,1-1,0 1,2-1,-1 0,2 1,0-1,1-1,1 1,0-1,1 0,1 0,0 0,1-1,0-1,8 8,256 254,-269-269</inkml:trace>
  <inkml:trace contextRef="#ctx0" brushRef="#br0" timeOffset="-3526.592">4585 4870,'25'-5,"24"-3,20-3,16 0,10 3,4 2,-14 2</inkml:trace>
  <inkml:trace contextRef="#ctx0" brushRef="#br0" timeOffset="-2855.476">5789 5618,'18'2,"17"1,17 0,17 0,20-4,18-3,15-6,12-3,6-5,2 0,-5-1,-8 2,-14 3,-17 2,-20 2,-21 4</inkml:trace>
  <inkml:trace contextRef="#ctx0" brushRef="#br0" timeOffset="-1977.634">5280 2851,'21'2,"15"1,18 0,16-3,15-4,18-3,13-3,11-2,6 2,-3 1,-6 3,-14 2,-19 3,-19 0,-21 1,-21-2,-17 0,-12-1</inkml:trace>
  <inkml:trace contextRef="#ctx0" brushRef="#br0" timeOffset="-372.871">3850 1434,'-19'-5,"-1"1,1 1,-1 0,0 2,0 0,0 1,0 1,-6 2,19-2,-1 0,1 1,0 0,0 0,0 1,0 0,0 0,1 0,-1 1,1 0,0 0,0 1,0 0,1 0,0 0,0 1,0-1,0 1,1 0,0 1,1-1,-1 1,-1 5,3-4,-1 0,2 0,-1 0,1 0,1 0,0 1,0-1,0 0,1 0,0 0,1 0,-1 1,2-2,-1 1,1 0,0 0,1-1,0 0,0 0,0 0,1 0,0-1,1 1,-1-1,1-1,0 1,1-1,-1 0,1 0,0-1,0 0,1 0,-1-1,1 0,-1 0,1-1,0 1,8-1,0 2,0-1,0-1,0-1,0-1,0 0,1-1,-1 0,0-1,0-1,0-1,1-1,-10 3,0 0,0-1,0 0,-1 0,1 0,-1-1,0 0,0-1,0 1,0-1,-1 0,0 0,0-1,0 1,-1-1,0 0,0-1,0 1,-1-1,0 0,0 1,-1-1,0 0,0-1,0-2,-1 3,-1 1,0-1,0 0,0 1,-1-1,0 1,0-1,-1 1,0-1,0 1,0 0,-1 0,0 0,0 0,0 1,-1-1,0 1,0 0,-1 0,1 0,-1 0,0 1,0 0,-2-1,-4-3,-1 0,0 1,0 0,-1 1,0 1,0 0,0 0,-1 1,1 1,-1 1,-1 0,7 1,0 0,0 1,0 0,0 0,0 1,0 0,0 0,0 1,1 0,-1 1,0 0,1 0,0 0,-1 1,2 0,-1 0,0 1,1 0,0 0,0 1,0-1,1 1,0 1,0-1,-1 2,-8 18</inkml:trace>
  <inkml:trace contextRef="#ctx0" brushRef="#br0" timeOffset="1262.317">3823 1086,'0'-4,"0"2,0 9,-2 10,-1 11,0 10,3 10,1 8,1-5</inkml:trace>
  <inkml:trace contextRef="#ctx0" brushRef="#br0" timeOffset="2010.203">3623 2357,'-2'4,"-2"9,1 11,1 10,0 9,3 6,2 4,0 1,-1-2,2-7,1-9,-2-10</inkml:trace>
  <inkml:trace contextRef="#ctx0" brushRef="#br0" timeOffset="2330.685">3596 2383,'8'-8,"0"-1,1 2,0-1,0 1,1 1,0 0,0 0,0 1,1 0,-1 1,1 0,0 1,1 0,-1 1,1 0,-1 0,1 1,-1 1,1 0,0 1,-1 0,1 1,4 1,-13-2,1 0,-1 1,1-1,-1 1,0 0,1 0,-1 0,0 0,0 0,-1 1,1-1,0 1,-1 0,0 0,1 0,-1 0,0 0,-1 0,1 1,-1-1,1 0,-1 1,0 0,0-1,0 1,-1-1,1 1,-1 0,0 0,0-1,0 1,-1 0,1-1,-1 1,0 0,0-1,0 1,-1-1,1 1,-1-1,0 0,0 0,0 1,0-1,-2 2,-6 3,0 0,0 0,-1-1,0-1,0 1,-1-2,1 0,-1 0,-1-1,1 0,0-1,-1-1,0 0,1 0,-9-1,1 0</inkml:trace>
  <inkml:trace contextRef="#ctx0" brushRef="#br0" timeOffset="3039.067">3997 2370,'10'47,"-2"0,-2 1,-2 0,-2 0,-3 30,0-48,1 10,-12-142,11 87,-2-4,1-1,0 0,2 1,0-1,1 0,1 1,1-1,1 1,0-1,2 2,0-1,1 0,1 1,0 0,3 0,-9 14,0 1,0-1,1 1,-1 0,1 0,0 0,0 0,1 1,-1-1,0 1,1 0,-1 0,1 0,0 0,0 0,0 1,-1 0,2 0,-1 0,0 0,0 1,0-1,0 1,0 0,0 0,0 1,1-1,-1 1,0 0,0 0,0 0,-1 1,1-1,0 1,0 0,-1 0,1 1,-1-1,0 0,0 1,1 0,-2 0,1 0,0 0,-1 0,1 1,-1-1,1 4,-1-4,-1 1,0 0,0 0,-1 0,1 0,-1 0,0 0,0 1,0-1,-1 0,1 0,-1 0,0 0,0 0,0-1,-1 1,1 0,-1 0,0-1,0 1,0-1,-1 0,1 1,-1-1,0 0,0-1,0 1,0 0,-2 0,-6 5,-1 0,0-1,-1 0,1-1,-2 0,1-1,-12 2,24-7,0 1,0-1,0 0,0 1,0-1,0 1,0-1,0 1,0-1,0 1,0-1,1 1,-1 0,0 0,0-1,0 1,1 0,-1 0,0 0,1 0,-1 0,1 0,-1 0,1 0,0 0,-1 0,1 0,0 0,0 0,0 0,0 0,0 1,0-1,0 0,0 0,0 0,0 0,0 0,1 0,-1 0,1 0,-1 0,1 0,-1 0,1 0,-1 0,1 0,0 0,-1 0,1-1,0 1,0 0,0 0,-1-1,1 1,1 0,8 9,1 0,0-1,0 0,1 0,0-2,0 1,1-1,0-1,1-1,-1 0,1 0,0-1,0-1,0 0,0-1,1-1,9 0,42-11,-43 1</inkml:trace>
  <inkml:trace contextRef="#ctx0" brushRef="#br0" timeOffset="3332.319">3449 2062,'12'7,"14"4,17 1,19-3,18-4,13-5,8-8,4-4,-5-1,-10 1,-21 1</inkml:trace>
  <inkml:trace contextRef="#ctx0" brushRef="#br0" timeOffset="4799.522">4050 6888,'-14'-6,"0"1,0 0,-1 1,0 0,0 1,0 1,0 1,-5 0,14 1,0 0,-1 1,1-1,0 2,0-1,0 1,0-1,0 2,0-1,1 1,-1 0,1 0,-1 0,1 1,0 0,1 0,-1 0,1 0,-1 1,1 0,-1 2,0 1,0 0,0 0,1 1,0-1,1 1,0 0,0 0,1 1,0-1,1 0,0 1,0-1,1 1,0-1,1 1,0-1,1 0,-1 1,2-1,-1 0,1 0,1 0,0-1,0 1,1-1,-1 0,2 0,-1 0,1-1,1 0,-1 0,1 0,0-1,1 0,-1-1,1 0,0 0,1 0,5 2,-1-4,-1 0,0-1,1 0,-1-1,1-1,-1 0,1 0,-1-1,1-1,-1 0,1-1,-1 0,0-1,0 0,-1-1,1 0,-1-1,0 0,-1-1,1 0,-1-1,7-7,-12 9,-1 0,0-1,0 1,0-1,-1 0,0 0,-1 0,1-1,-1 1,-1-1,1 1,-1-1,0 1,-1-1,0 0,0 1,-1-1,0 0,0 1,-1-2,-2-6,1 0,-2 1,0-1,-1 1,0 1,-1-1,-1 1,0 0,-7-8,12 16,0 1,0 0,0 0,-1 0,0 0,1 1,-1-1,-1 1,1 0,0 0,-1 1,1-1,-1 1,0 0,0 0,0 1,0-1,0 1,0 0,0 0,-1 1,1 0,0 0,-5 0,-4 6,0 0,0 0,1 2,0-1,0 2,1 0,0 0,1 1,0 0,0 1,-1 3,-20 19</inkml:trace>
  <inkml:trace contextRef="#ctx0" brushRef="#br0" timeOffset="5094.727">3957 7276,'4'7,"7"7,3 5,2 8,2 14,1 14,2 15,-1 14,-4 11,-2 12,-4 8,-3 5,0 1,0-10,2-13,-1-20,-2-23</inkml:trace>
  <inkml:trace contextRef="#ctx0" brushRef="#br0" timeOffset="6091.216">3930 6193,'1'8,"-1"2,-1-17,0 4,0 0,0-1,-1 1,1 0,-1 0,1 0,-1 0,0 0,0 0,-1 1,1-1,0 1,-1-1,0 1,1 0,-1 0,0 0,0 0,0 1,0-1,0 1,-1 0,1 0,0 0,-1 0,1 0,-1 1,1 0,-1-1,1 1,0 1,-1-1,1 0,-1 1,1 0,-1 0,1 0,0 0,0 0,-1 1,1-1,0 1,0 0,1 0,-1 0,0 0,1 0,-1 1,1-1,-2 3,-2 6,-1 1,2 0,0 0,0 0,1 1,0 0,1 0,1 0,0 0,1 0,0 0,1 1,0-1,1 0,3 13,-3-19,0 0,0 0,1 1,0-1,0 0,1-1,0 1,0 0,1-1,-1 0,1 0,1 0,-1 0,1 0,0-1,0 0,1 0,-1-1,1 1,0-1,0 0,1-1,-1 0,1 0,0 0,0-1,0 1,0-2,1 1,9-2,-1-1,1 0,-1-1,1-1,-1-1,0 0,0-1,0-1,-1 0,0-1,0-1,0 0,-1-1,0-1,-1 0,5-5,6-6</inkml:trace>
  <inkml:trace contextRef="#ctx0" brushRef="#br0" timeOffset="6427.853">4278 6153,'-12'258,"12"-253,0 0,0 0,1 0,0 0,0 0,0-1,0 1,1 0,0 0,0-1,0 1,1-1,0 0,-1 0,1 0,1 0,-1 0,0 0,1-1,0 0,0 0,0 0,0 0,1 0,-1-1,1 0,-1 0,1 0,0-1,-1 1,1-1,0 0,0 0,0-1,1 0,5 1,0-2,-1 1,1-1,-1-1,1 0,-1-1,0 0,0 0,0-1,0 0,-1-1,1 0,14-9</inkml:trace>
  <inkml:trace contextRef="#ctx0" brushRef="#br0" timeOffset="6922.906">3810 5806,'0'-3,"4"0,9 0,11 1,13 0,11 1,9 0,6 1,4 0,0-2,-7-1,-14 0</inkml:trace>
  <inkml:trace contextRef="#ctx0" brushRef="#br0" timeOffset="7889.827">4318 6086,'0'4,"0"7,3 8,2 7,3 7,0-3</inkml:trace>
  <inkml:trace contextRef="#ctx0" brushRef="#br0" timeOffset="8783.13">4398 6447,'2'0,"4"0,2 0,2 0,5 0,3 0,4 0,3 0,1 0,1 0,0 0,-2 0,-5 3,-10 2,-8 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9:33.42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71,'0'1,"0"-1,0 1,0-1,0 1,0 0,0-1,0 1,0-1,1 1,-1 0,0-1,0 1,1-1,-1 1,0-1,0 1,1-1,-1 1,1-1,-1 1,1-1,-1 1,0-1,1 0,0 1,-1-1,1 0,-1 1,1-1,-1 0,1 0,-1 0,1 0,0 1,-1-1,1 0,0 0,-1 0,1 0,-1 0,1 0,0 0,-1-1,27 5,-1-1,0-2,0 0,1-2,-1-1,17-4,-23 4,203-24,267-22,-477 48,91-7,-1 5,1 4,9 6,-72 2,-38-6,-6-1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9:33.864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66 39,'2'0,"-1"0,0 0,1 0,-1 0,0 0,1 0,-1 0,0 1,1-1,-1 0,0 1,0-1,1 1,-1 0,0-1,0 1,0 0,0 0,0-1,0 1,0 0,0 0,0 0,0 0,0 0,-1 1,1-1,0 0,-1 0,1 0,-1 1,1-1,-1 0,0 1,1-1,-1 1,10 15,-10-17,0 1,0-1,1 0,-1 1,0-1,1 0,-1 0,0 1,1-1,-1 0,0 0,1 1,-1-1,0 0,1 0,-1 0,0 0,1 0,-1 0,1 0,-1 0,0 0,1 0,-1 0,1 0,-1 0,0 0,1 0,-1 0,1 0,-1 0,0-1,1 1,-1 0,0 0,1 0,-1-1,0 1,1 0,-1 0,0-1,0 1,1 0,-1-1,0 1,0 0,1-1,-1 1,0 0,0-1,0 1,0-1,0 1,0 0,0-1,1 1,-1-1,0 1,0 0,-1-1,1 1,0-1,0 1,3-28,-4 26,0-1,1 0,-1 1,-1-1,1 1,0-1,-1 1,1 0,-1 0,0 0,1 0,-1 0,0 0,0 0,-1 0,1 1,0-1,-1 1,1 0,0-1,-1 1,0 0,1 1,-1-1,1 0,-1 1,0-1,0 1,1 0,-1 0,0 0,0 0,1 1,-1-1,0 1,1-1,-1 1,0 0,1 0,-1 0,1 0,0 1,-1-1,1 1,0 0,0-1,0 1,0 0,0 0,0 0,0 0,0 1,-8 18,4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9:34.135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90 103,'12'-7,"3"-4,-1-3,-4-1,-7 0,-9-1,-7 4,-6 3,-2 6,-3 5,1 7,5 4,5 5,7 1,9-3,11-3,3-5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9:32.208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9 228,'-1'7,"-6"178,7-171,1-1,1 1,1-1,0 1,0-1,1 0,1 0,0 0,1-1,0 0,1 0,3 3,-8-11,1 0,0 0,0 0,0 0,0 0,1-1,0 0,-1 0,1 0,0 0,1 0,-1-1,0 1,1-1,-1-1,1 1,0 0,-1-1,1 0,0 0,0-1,0 1,0-1,0 0,0-1,0 1,0-1,-1 0,1 0,0 0,0-1,-1 1,1-1,-1 0,1-1,2-3,0 1,-1-1,0-1,0 1,-1-1,0 0,0 0,-1-1,1 1,-2-1,1 0,-1 0,0 0,-1-1,0 1,0-3,2-11,-1 0,-1-1,-1 1,-1 0,-3-20,0 14,-1-1,-2 1,0 0,-2 0,-1 1,-2 0,0 1,-2 0,-12-19,24 42,0 1,-1-1,1 1,-1 0,1-1,-1 1,0 0,0 0,0 0,0 0,0 1,0-1,0 0,-1 1,1 0,-1-1,1 1,-1 0,1 0,-1 1,0-1,1 0,-1 1,0 0,1-1,-1 1,0 0,0 0,-2 1,-1 3,0 0,0 0,0 0,1 1,0 0,0 0,0 0,1 1,-1 0,1 0,1 0,-1 0,1 0,0 1,0-1,1 2,-7 13,2 0,0 1,1-1,1 1,2 1,0-1,1 0,1 1,1-1,1 1,1-1,1 0,1 0,3 9,12 29</inkml:trace>
  <inkml:trace contextRef="#ctx0" brushRef="#br0" timeOffset="472.543">477 0,'-2'2,"1"0,0 0,-1 0,1 0,0 0,0 0,0 0,0 1,1-1,-1 0,0 1,1-1,0 0,0 1,-1-1,1 0,1 1,-1 1,0 1,2 74,3 0,4 0,3-1,12 34,-13-66,-12-46,1-1,0 1,0 0,0-1,0 1,0 0,0-1,0 1,0 0,0-1,-1 1,1 0,1 0,-1-1,0 1,0 0,0-1,0 1,0 0,0-1,0 1,0 0,0 0,1-1,-1 1,0 0,0-1,0 1,1 0,-1 0,0 0,0-1,0 1,1 0,-1 0,0 0,1-1,-1 1,0 0,0 0,1 0,-1 0,0 0,1 0,-1 0,0 0,1 0,-1 0,0 0,1 0,-1 0,0 0,1 0,-1 0,0 0,0 0,1 0,-1 0,0 1,1-1,-1 0,0 0,0 0,1 1,-1-1,0 0,0 0,1 1,0-6,3-2,1-1,-1 1,1 0,0 1,1-1,-1 1,1 0,1 0,-1 1,1 0,0 0,0 0,0 1,1 0,7-2,-11 4,1 0,-1 1,1 0,-1 0,1 0,0 0,-1 1,1 0,0 0,0 0,-1 0,1 1,0 0,-1 0,1 0,-1 0,1 1,-1 0,1 0,-1 0,0 0,0 1,0 0,-1-1,1 1,0 1,-1-1,0 0,1 2,-2-3,0 1,0-1,-1 1,1-1,-1 1,1 0,-1 0,0-1,0 1,0 0,0 0,0 0,-1 1,1-1,-1 0,0 0,0 0,0 0,-1 0,1 0,-1 0,1 0,-1 0,0 0,0 0,0 0,-1 0,1 0,-1-1,0 1,1 0,-3 1,-3 5,-2-1,1 0,-1 0,0 0,0-1,-1-1,0 0,-3 1,-3 2,0 0,-1-2,0 0,0 0,-1-2,1 0,-1-1,-1-1,1-1,-2 0,-1-3</inkml:trace>
  <inkml:trace contextRef="#ctx0" brushRef="#br0" timeOffset="869.318">1185 201,'-12'-1,"0"0,-1 1,1 1,-1 0,1 0,-1 1,1 1,0 0,0 0,0 1,1 1,-1 0,1 1,0 0,1 1,0 0,0 0,0 1,1 0,0 1,-2 2,10-9,0 0,0 0,0 0,0-1,0 1,0 0,1 0,-1 0,1 0,0 0,-1 0,1 0,0 0,0 1,0-1,0 0,1 0,-1 0,0 0,1 0,0 0,-1 0,1 0,0-1,0 1,0 0,0 0,0-1,1 1,-1 0,0-1,1 1,-1-1,1 0,0 1,-1-1,1 0,72 34,32-5,58 22,-101-5,-61-45,-1 0,0 1,0-1,1 0,-1 0,-1 1,1-1,0 0,0 1,-1-1,0 1,1-1,-1 1,0-1,0 1,0-1,-1 1,1-1,0 1,-1-1,0 0,1 1,-1-1,0 0,0 1,-1-1,1 0,0 0,-1 0,0 0,-9 10,-1-1,-1-1,1 0,-2 0,1-2,-1 0,-1 0,1-1,-1-1,-1 0,1-2,-16 4,-26 7,5-2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0:38.815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4 1,'-2'0,"1"2,10 6,15 5,24 4,28-2,34-3,30-4,24-5,20-6,2-4,-9-2,-35 2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0:37.10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68 24,'0'16,"0"16,0 17,0 11,0 9,0 5,0 0,0 0,0-5,-2-8,-1-13,0-15</inkml:trace>
  <inkml:trace contextRef="#ctx0" brushRef="#br0" timeOffset="307.914">14 117,'4'-8,"0"1,1 0,0 0,0 0,1 0,-1 1,1 0,1 0,-1 1,1 0,0 0,0 0,1 1,-1 0,1 1,0-1,0 1,0 1,0 0,5-1,6-1,0 1,0 1,0 1,0 0,0 2,0 0,0 1,13 3,50 29,-79-32,-1-1,0 1,0-1,0 1,0 0,-1-1,1 1,0 0,-1 1,1-1,-1 0,0 0,0 0,0 1,0-1,0 1,0-1,0 1,-1-1,0 1,1-1,-1 1,0-1,0 1,0 0,-1-1,1 1,0-1,-1 1,0-1,0 1,1-1,-2 0,-6 11,-2-2,0 1,0-1,-1-1,0 0,-1-1,0 0,-1 0,1-2,-2 1,1-2,-1 0,0 0,0-1,0-1,-15 2,-13 5,-2-2,1-2,-30 1,50-5,24-3,-1 0,0 0,0 0,1 0,-1 0,0 0,0 0,0 0,1 0,-1 0,0 0,0 0,0 1,1-1,-1 0,0 0,0 0,0 0,1 0,-1 1,0-1,0 0,0 0,0 0,0 1,0-1,1 0,-1 0,0 1,0-1,0 0,0 0,0 0,0 1,0-1,0 0,0 0,0 1,0-1,0 0,0 0,0 1,0-1,-1 0,1 0,0 0,0 1,0-1,0 0,0 0,0 0,-1 1,1-1,0 0,0 0,0 0,0 0,-1 1,1-1,0 0,0 0,0 0,-1 0,22 8,1-2</inkml:trace>
  <inkml:trace contextRef="#ctx0" brushRef="#br0" timeOffset="1337.697">723 170,'0'80,"2"14,-5-1,-13 84,12-159,-2-53,-12-104,11 107,2-1,2 0,0 0,3 0,0 0,2 0,3-5,-3 29,0 1,1 0,0-1,0 2,1-1,0 0,1 1,0-1,0 1,0 1,1-1,0 1,0 0,1 0,-1 1,1 0,1 0,-1 0,1 1,-1 0,1 1,1 0,-1 0,0 0,0 1,1 1,0-1,-1 1,1 1,0-1,7 2,-5 0,-1 0,0 0,1 1,-1 0,0 1,0 0,0 0,-1 1,1 1,7 5,-13-8,0 0,0 1,-1-1,1 1,-1 0,0 0,0 1,0-1,0 1,0-1,-1 1,0 0,1 0,-2 0,1 0,0 0,-1 0,0 1,0-1,0 1,0-1,-1 0,0 1,1-1,-2 1,1 1,-2 0,1 1,-2-1,1 1,-1-1,1 0,-2 0,1 0,-1 0,0-1,0 1,0-1,-1 0,0 0,0-1,0 1,-1-1,1 0,-5 2,-113 50,46-31,77-24,-1 0,1 0,0 1,-1-1,1 0,0 0,0 1,0-1,0 0,0 0,0 1,0-1,1 0,-1 0,0 0,1 1,-1-1,1 0,-1 0,1 0,0 0,-1 0,1 0,0 0,0 0,-1 0,1 0,0 0,0-1,0 1,0 0,0-1,1 1,-1-1,0 1,0-1,1 1,0 1,35 24,1-1,1-1,2-3,0-1,1-2,22 6,-47-18,0 1,0-1,1 0,0-2,0 0,0-1,0 0,1-2,0 0,1-4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0:39.87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64 0,'-5'7,"-1"0,0-3,-1-3,-1-1,-2 3,-2 9,2 2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0:40.136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123 0,'7'16,"5"10,-1 9,-1 6,-3 3,-2 3,-7 2,-10 2,-11 4,-14 1,-14 1,1-10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9:51.88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11416 829,'14'-32,"-2"-1,0 0,-3 0,-1-1,0-4,15-111,-22 148,-1-1,1 0,0 0,0 0,-1 0,1 0,0 1,0-1,1 0,-1 1,0-1,0 1,1-1,-1 1,1 0,0-1,-1 1,1 0,0 0,-1 0,1 0,0 1,0-1,0 0,0 1,0-1,0 1,0 0,0 0,0 0,0 0,0 0,0 0,0 0,0 0,0 1,0-1,0 1,0 0,0 0,-1-1,1 1,0 0,0 0,-1 1,1-1,-1 0,1 1,13 8,-1 0,0 1,0 0,-2 2,1-1,-1 1,-1 1,-1 0,0 1,-1 0,0 0,1 4,-9-16,1-1,0 0,-1 1,1-1,-1 0,0 1,0 0,0-1,0 1,0 0,-1 0,1-1,-1 1,1 0,-1 0,0 0,0-1,-1 1,1 0,-1 0,1 0,-1-1,0 1,0 0,0-1,0 1,0 0,-1-1,1 0,-1 1,0-1,1 0,-1 0,0 0,0 0,-1 0,0 1,1-3,-1 0,1-1,0 1,0 0,0-1,0 1,0-1,0 0,0 1,1-1,-1 0,0 0,0-1,1 1,-1 0,0 0,1-1,-1 1,1-1,0 1,-1-1,1 0,0 0,0 1,0-1,0 0,1 0,-1 0,0 0,1 0,-1 0,1 0,0 0,0 0,0 0,0 0,0 0,0 0,0 0,1-1,-1 1,1 0,0-1,3-8,0 0,1 1,0-1,0 1,2 0,-1 1,1 0,0 0,1 0,0 1,0 0,1 0,0 1,0 1,1-1,0 1,0 1,0 0,1 0,7-2,50-14,-66 21,0-1,1 1,-1-1,1 1,-1 0,1 0,-1 0,0 0,1 1,-1-1,1 1,-1-1,0 1,1 0,-1 0,0 0,0 0,0 0,1 1,-1-1,0 1,-1-1,1 1,0 0,0-1,0 3,2 3,-1 1,0 0,-1-1,0 1,0 0,-1 0,0 0,-1 0,1 0,-1 0,-1 4,0-5,1-1,-1 1,2 0,-1 0,1-1,0 1,0 0,1-1,-1 1,2-1,-1 0,1 0,0 0,0 0,0 0,1 0,8 4,-2-4</inkml:trace>
  <inkml:trace contextRef="#ctx0" brushRef="#br0" timeOffset="479.33">11844 161,'32'6,"-1"2,-1 0,1 3,-2 0,0 2,0 1,-1 1,-1 2,0 1,-2 0,0 2,-1 1,13 15,-28-22,-1 0,0 1,-1 0,-1 0,0 0,-1 1,-1 0,0 0,-1 1,-1-1,0 15,4 18,-6-46,0 0,0-1,0 1,1 0,-1 0,1-1,-1 1,1 0,0-1,0 1,0 0,1-1,-1 1,0-1,1 0,0 1,-1-1,1 0,0 0,0 0,0 0,0-1,1 1,-1-1,0 1,1-1,-1 0,1 1,0-1,-1-1,1 1,0 0,-1-1,1 1,0-1,0 0,0 0,5-1,0 0,-1-1,1 0,-1 0,1-1,-1 0,0 0,0-1,-1 0,1 0,-1-1,0 1,0-1,0-1,0 1,-1-1,0 0,0 0,2-5,0-1,1 0,-2 0,1-1,-2 0,0 0,0-1,-2 1,1-1,-2 0,1-5,-5-5,-1 31,1 1,1-1,-1 1,1 0,0-1,1 1,0 0,0 0,1-1,0 1,0 0,1-1,0 1,0-1,1 0,0 1,0-1,0 0,1-1,0 1,1-1,-1 0,1 0,1 0,-1 0,1-1,0 0,0 0,6 3,84 28,-48-25</inkml:trace>
  <inkml:trace contextRef="#ctx0" brushRef="#br0" timeOffset="-3540.72">6992 723,'2'18,"1"13,0 7,-1 6,0-2,-1-5,-1-7,1-8</inkml:trace>
  <inkml:trace contextRef="#ctx0" brushRef="#br0" timeOffset="-2894.818">6898 508,'130'22,"-99"-19,0 1,0 1,0 2,-1 1,0 1,-1 2,0 1,19 11,-41-18,-1 0,1 1,-1-1,0 1,-1 1,1-1,-1 1,0 0,-1 0,0 1,0-1,0 1,-1 0,0 0,-1 0,0 0,0 0,-1 1,1-1,-2 0,0 1,0-1,0 1,-1-1,0 1,-2 7,-1 0,3-14,0 0,0 0,0 0,0 0,0 1,1-1,-1 0,1 0,-1 0,1 1,0-1,-1 0,1 0,1 1,-1-1,0 0,0 0,1 0,-1 1,1-1,0 0,0 0,0 0,0 0,0 0,0 0,0 0,1 0,-1-1,1 1,-1 0,1-1,0 1,-1-1,1 0,0 1,1-1,5-1,0-2,-1 1,1-1,0 0,-1 0,1-1,-1 0,0 0,0-1,0 0,-1 0,1-1,-1 0,0 0,0-1,6-4,-1-1,-1-1,1 1,-2-2,0 1,0-2,-1 1,5-14,-12 27,0 0,0 1,-1-1,1 0,0 0,0 1,-1-1,1 1,0-1,-1 0,1 1,-1-1,1 1,-1 0,1-1,-1 1,1-1,-1 1,1 0,-1-1,0 1,1 0,-1 0,0-1,0 1,1 0,-1 0,0-1,0 1,0 0,0 0,0-1,0 1,0 0,0 0,-1 0,1-1,0 1,0 0,0-1,-1 1,1 0,2 11,2 1,0 0,1-1,1 1,0-1,0 0,1 0,1-1,0 1,1-1,-5-6,-1-1,0-1,1 1,0 0,0-1,0 0,0 0,0 0,1 0,0-1,-1 0,1 0,0 0,0 0,0-1,0 0,0 0,0 0,0-1,1 1,-1-1,0 0,0-1,0 0,2 0,-2-1,0 0,1 0,-1-1,-1 0,1 0,0 0,-1 0,1-1,-1 0,0 0,0 0,-1 0,1-1,-1 1,0-1,0 0,-1 0,1 0,0-4,30-107,-19 8,-4-1,-5 0,-7-48,2 91,0 28,-9-105,9 143,0-1,0 1,1-1,-1 1,0-1,0 1,0-1,0 1,0-1,0 1,0-1,0 1,0-1,0 1,0-1,0 1,0-1,0 1,0-1,0 1,-1 0,1-1,0 1,0-1,-1 1,1-1,0 1,0 0,-1-1,1 1,-1 0,1-1,0 1,-1 0,1-1,-1 1,1 0,0 0,-1-1,1 1,-1 0,1 0,-1 0,1 0,-1 0,1 0,-1 0,1 0,-1 0,1 0,-1 0,1 0,-1 0,1 0,-1 0,1 0,-1 1,1-1,-1 0,1 0,-1 1,-14 29,4 18,1 0,3 1,2 0,0 46,3-43,2-1,1 1,4 0,1-1,3 0,2 0,2-1,2-1,5 6,-16-43,1-1,1 0,-1 0,2 0,-1-1,2 0,-1 0,1-1,1 0,0 0,0-1,0 0,1-1,5 3,-13-9,-1-1,1 1,0 0,0 0,0-1,0 0,0 1,0-1,0 0,0 0,-1 0,1 0,0 0,0 0,0 0,0-1,0 1,0-1,0 1,0-1,0 0,-1 0,2 0,12-13</inkml:trace>
  <inkml:trace contextRef="#ctx0" brushRef="#br0" timeOffset="-2613.909">7740 335,'11'0,"20"0,23 2,23 3,13 3,9 5,-14 0</inkml:trace>
  <inkml:trace contextRef="#ctx0" brushRef="#br0" timeOffset="-1912.136">8168 950,'8'-9,"0"-1,-1 0,0 0,-1-1,0 0,0 0,-1 0,-1 0,0-1,-1 0,0 0,0 0,-2 0,1 0,-2-1,1 1,-2 0,0-1,0 1,-1 0,0 0,-1 0,-1 0,0 1,0-1,-1 1,-1 0,0 0,-5-6,43 19,199 26,-226-28,-1 0,1 0,-1 0,0 1,1 0,-1 0,0 0,0 0,1 0,-1 1,0 0,0 0,-1 0,1 0,0 1,-1-1,1 1,-1 0,0 0,0 1,0-1,0 0,-1 1,1 0,-1-1,0 1,0 0,0 0,-1 0,1 1,-1 0,1 118,-1-120,0 0,0-1,0 1,1-1,-1 1,1-1,-1 0,1 1,0-1,0 0,0 0,0 0,0-1,0 1,1 0,-1-1,1 1,-1-1,1 0,-1 0,1 0,0 0,-1 0,1-1,0 1,0-1,0 0,1 0,81-8,-70 4,1-1,-1 0,0-2,-1 1,1-2,-2 0,1-1,-1 0,6-6,-19 15,0-1,0 0,1 1,-1-1,0 1,0-1,0 1,1-1,-1 1,0-1,1 1,-1 0,0-1,1 1,-1-1,0 1,1 0,-1-1,1 1,-1 0,1-1,-1 1,1 0,-1 0,1 0,-1-1,1 1,-1 0,1 0,-1 0,1 0,-1 0,1 0,0 0,-1 0,1 0,-1 0,1 0,-1 0,1 1,-1-1,1 0,-1 0,1 0,-1 1,1-1,-1 0,1 1,-1-1,0 0,1 1,-1-1,1 1,-1-1,0 1,1-1,-1 0,0 1,0-1,1 1,-1-1,0 1,0 0,0-1,0 1,0-1,0 1,0-1,0 1,2 4,0-1,-1 0,2 0,-1 0,0 0,1 0,0-1,0 1,0-1,0 0,0 1,1-1,-1-1,1 1,0-1,0 1,0-1,0 0,0 0,0-1,1 1,-1-1,1 0,-1 0,1-1,-1 1,1-1,-1 0,1 0,-1-1,1 1,-1-1,1 0,-1 0,1 0,-1-1,0 0,5-1,0 0,-1 0,1-2,-1 1,0-1,0 0,-1 0,1-1,-1 0,0 0,-1-1,0 0,1-2,-4 6,0-1,0 0,-1 0,0 0,0 0,0 0,0 0,-1-1,1 1,-1-1,0 1,-1-1,1 1,-1-1,0 1,0-1,0 0,-1 1,1-1,-1 1,0-1,0 1,-1 0,0-1,1 1,-1 0,-2-2,2 2,-1 0,0 1,0 0,0-1,0 1,0 0,0 1,-1-1,0 1,1-1,-1 1,0 0,0 0,0 1,0-1,-1 1,1 0,0 0,0 1,-1-1,1 1,-1 0,1 0,0 0,-1 0,1 1,0 0,-1 0,-4 1,0 0,1 1,-1 0,0 0,1 1,0 0,0 1,0 0,0 0,1 1,0-1,-7 8,11-11,0 1,0 0,0 0,0 0,0 0,0 1,1-1,0 1,0-1,0 1,0 0,0 0,1 0,-1 0,1 0,0 0,1 0,-1 1,1-1,0 0,0 0,0 1,0-1,1 0,-1 0,1 0,0 1,1-1,-1 0,1-1,-1 1,1 0,1 0,-1-1,0 1,1-1,0 1,-1-1,1 0,1 0,-1-1,0 1,1 0,5 0,1 1,0-1,0 0,0-1,0-1,0 1,0-1,1-1,-1 0,0 0,1-1,29-4</inkml:trace>
  <inkml:trace contextRef="#ctx0" brushRef="#br0" timeOffset="-1090.986">9291 214,'-15'-5,"0"1,0 1,0 0,0 0,-1 2,1 0,0 1,-9 1,19-1,0 0,0 1,1 0,-1 0,0 0,1 1,-1-1,1 1,-1 0,1 0,0 1,0-1,0 1,0 0,1 0,-1 1,1-1,-1 1,1-1,0 1,1 0,-1 0,1 0,-1 1,1-1,1 0,-1 1,-1 4,2-3,0 1,1 0,0 0,0-1,0 1,0 0,1 0,0-1,1 1,0-1,0 1,0-1,1 0,-1 0,2 0,2 6,70 84,-48-68,-1 1,-2 1,-1 1,-2 1,-1 1,-1 1,-2 1,8 21,-4-11,-21-44,0 0,0 0,0 0,0 0,0-1,0 1,0-1,0 1,0-1,0 1,1-1,-1 1,0-1,0 0,0 0,1 1,-1-1,0 0,0 0,0 0,1-1,-1 1,0 0,0 0,1-1,-1 1,0 0,0-1,0 1,0-1,0 0,0 1,0-1,0 0,0 0,0 1,0-1,0 0,0-1,9-9,-1-1,0-1,-1 1,-1-1,0 0,-1-1,0 0,-1 0,0 0,-1 0,-1-1,0 1,-1-1,-1 0,0 0,-2-12,1 26,1-6,0 0,-1 0,0 0,-1 0,1 0,-1 0,-1 0,1 0,-1 0,-1 0,1 1,-1-1,0 1,-4-7,7 14,1-1,-1 1,0-1,0 1,0-1,0 1,0-1,0 1,0-1,0 1,0-1,0 1,0-1,0 1,0-1,0 1,0-1,0 1,0-1,-1 1,1-1,0 1,0-1,-1 1,1-1,0 0,-1 1,1-1,0 0,-1 1,1-1,-1 0,1 1,0-1,-1 0,1 0,-1 1,1-1,-1 0,1 0,-1 0,1 0,-1 0,1 0,-1 0,1 0,-1 0,1 0,-1 0,1 0,-1 0,1 0,-1 0,1 0,-1 0,1-1,-1 1,1 0,-1 0,1-1,0 1,-1 0,1-1,3 4,1 0,0 0,0-1,0 1,0-1,0 0,0-1,1 1,-1 0,1-1,-1 0,1 0,0-1,-1 1,4-1,-3 1,236 18,-237-19,-1 1,1-1,0 1,-1 0,1 0,0 0,-1 0,0 1,1-1,-1 1,0 0,0 0,0 0,0 0,0 1,0-1,0 1,-1 0,0-1,1 1,-1 0,0 1,0-1,-1 0,1 1,-1-1,0 0,1 1,-1 0,-1-1,1 1,-1 0,1 0,-3 40,1-39,0-1,0 0,0 1,0-1,1 0,0 1,0-1,0 1,0-1,1 1,-1-1,1 0,0 1,0-1,1 0,0 0,-1 1,1-1,1-1,-1 1,0 0,1-1,0 1,0-1,0 0,0 1,1-2,-1 1,1 0,-1-1,3 1,4-1,1-1,-1-1,0 0,1 0,-1-1,0-1,1 1,-1-2,0 1,0-1,0-1,-1 0,1 0,-1-1,0 0,0-1,-1 0,0 0,2-3,116-106,-112 109,-17 29,0-11,0 83,3-92,0 0,1 0,-1 1,1-1,0 0,0 0,0 0,0-1,1 1,-1 0,1 0,-1-1,1 1,0-1,0 1,1-1,-1 0,0 0,1 0,-1 0,1 0,-1 0,1-1,0 0,0 1,0-1,0 0,2 0,38-5,-25-5</inkml:trace>
  <inkml:trace contextRef="#ctx0" brushRef="#br0" timeOffset="-822.959">10253 241,'-11'4,"2"7,4 1</inkml:trace>
  <inkml:trace contextRef="#ctx0" brushRef="#br0" timeOffset="-4735.654">4157 1097,'-2'-11,"0"1,1 0,0 0,0-1,1 1,1-1,0 1,0 0,1-1,0 1,0 0,2 0,-1 0,1 1,0-1,1 1,0 0,1 0,0 1,0-1,3-1,-6 7,-1 0,1 0,0 0,0 1,0-1,1 1,-1 0,0 0,1 0,-1 0,1 1,0 0,0-1,-1 1,1 0,0 1,0-1,0 1,0 0,0 0,0 0,0 0,0 1,0-1,0 1,-1 0,1 1,0-1,-1 0,1 1,0 0,-1 0,1 1,8 4,-1 1,0 0,0 1,-1 0,0 1,-1 0,0 0,-1 1,0 1,0-1,-1 1,-1 0,0 1,-1 0,0-1,-1 2,1 4,-5-16,0 1,0 0,0 0,-1 0,1-1,-1 1,0 0,1-1,-1 1,-1-1,1 1,0-1,-1 1,1-1,-1 0,0 1,1-1,-1 0,0 0,0-1,-1 1,1 0,0-1,-1 1,1-1,0 0,-1 1,0-1,1-1,-1 1,0 0,1-1,-1 1,0-1,0 0,1 0,-1 0,0 0,0 0,0-1,1 1,-1-1,0 0,1 1,-1-1,1-1,-3 0,3 1,0-1,0 1,0-1,0 1,0-1,1 0,-1 0,0 0,1 0,0 0,-1 0,1 0,0-1,0 1,0 0,0-1,1 1,-1 0,1-1,-1 1,1-1,0 1,0-1,0 1,0-1,0 1,1-1,-1 1,1-1,0 1,30-71,-21 60,1 0,0 1,1 0,0 1,1 1,0 0,1 0,0 1,0 1,1 0,0 1,1 1,-1 0,1 1,0 1,0 1,9-1,-21 3,0 1,0-1,0 1,0 0,0 0,0 1,0-1,0 1,0 0,0 0,-1 0,1 1,0-1,-1 1,1 0,0 0,-1 0,0 0,0 1,0 0,0-1,0 1,0 0,-1 0,1 1,-1-1,0 0,0 1,0-1,0 1,-1 0,1 0,-1-1,0 1,0 0,-1 0,1 3,9 171,-10-177,0 1,0-1,1 1,-1 0,0-1,1 1,-1-1,1 1,-1-1,1 1,0-1,0 1,0-1,0 0,-1 0,2 1,-1-1,0 0,0 0,0 0,1 0,-1 0,0 0,1 0,-1-1,1 1,-1 0,1-1,-1 1,1-1,-1 1,1-1,-1 0,1 0,0 0,-1 0,1 0,-1 0,1 0,0-1,-1 1,1 0,-1-1,1 1,1-2,7-2,0-1,-1 0,1-1,-1 0,0-1,0 0,-1 0,0-1,0 0,-1-1,0 1,-1-1,1-1,0-2,63-142,-67 183,-3-20,-2 1,1 0,1 1,-1-1,2 1,0-1,0 0,0 1,2-1,-1 0,1 0,1 0,-1 0,2-1,-1 0,2 0,-1 0,3 3,44 7,-25-17</inkml:trace>
  <inkml:trace contextRef="#ctx0" brushRef="#br0" timeOffset="-4070.969">5320 829,'-2'8,"1"-1,-1 1,1 0,1 0,-1 0,2 0,-1 0,1 1,0-2,0 1,1 0,0 1,0 1,-2-7,0 1,0-1,1 1,-1 0,1-1,-1 1,1-1,0 0,1 1,-1-1,0 0,1 1,0-1,0 0,0 0,0 0,0-1,1 1,-1 0,1-1,0 0,0 1,0-1,0 0,0-1,0 1,0 0,0-1,1 0,-1 0,1 0,-1 0,1 0,3 0,3-5,0 0,0 0,0-1,-1 0,0-1,0 0,0 0,0-1,-1 0,0-1,-1 1,0-2,0 1,0-1,-1 0,-1 0,1 0,0-5,6 4,-10 33,-2-23,-1 4,0 0,0 1,1-1,-1 0,1 1,0-1,1 0,-1 1,1-1,0 0,0 1,0-1,1 0,-1 0,1 0,0 0,0 0,0-1,1 1,0-1,-1 1,1-1,0 0,0 0,1 0,-1 0,1-1,2 2,1-1,0-1,0 0,0 0,0-1,1 0,-1 0,1-1,-1 0,0 0,1-1,-1 0,0 0,0 0,1-1,-1 0,0-1,-1 0,1 0,0 0,-1-1,0 0,0 0,0 0,3-3,2-3,1-1,-2 0,0 0,0-1,-1 0,0 0,-1-1,-1 0,0-1,-1 0,3-8,1-19,-2-1,-1 0,-3 0,-1 0,-2 0,-2-1,-4-19,5 55,-1-24,-1 0,-2 0,-1 0,-1 0,-4-8,10 40,-1-1,1 1,0 0,-1 0,1-1,0 1,-1 0,1-1,-1 1,1 0,-1-1,0 1,1-1,-1 1,1-1,-1 1,0-1,1 1,-1-1,0 0,0 1,1-1,-1 0,0 0,0 0,1 0,-1 1,0-1,0 0,0 0,1 0,-1-1,0 1,0 0,0 0,1 0,-1 0,0-1,0 1,1 0,-1-1,0 1,1-1,-1 1,0-1,1 1,-1-1,1 1,-1-1,1 1,-1-1,1 0,-1 1,1-1,-1 0,1 0,0 1,0-1,-1 0,1 0,0 1,0-1,0 0,0 0,0 0,0 1,0-1,0 0,0 0,-9 23,2 1,0 0,2 1,0 0,1-1,2 1,1 1,0 14,1-30,-2 36,2 0,2 0,2 0,1 0,3 0,2-1,2-1,1 0,11 20,-22-54,2 0,-1-1,1 0,1 0,0 0,0 0,0-1,1 0,0 0,0 0,1-1,0 0,0 0,0 0,1-1,-1-1,2 1,-1-1,0 0,5 1,-11-5,-1 0,1 1,-1-1,1 0,-1 0,1 0,-1 0,1 0,-1 0,1 0,-1 0,1-1,-1 1,1-1,-1 1,1-1,-1 0,0 1,1-1,-1 0,0 0,1 0,-1 0,0 0,0 0,0 0,0 0,0-1,0 1,0-1,4-12</inkml:trace>
  <inkml:trace contextRef="#ctx0" brushRef="#br0" timeOffset="-3822.384">5655 575,'-18'-4,"-11"-2,-3-2,3 0,9 4,16 5,22 7,29 1,26 3,28-2,23 1,14-1,-16 0</inkml:trace>
  <inkml:trace contextRef="#ctx0" brushRef="#br0" timeOffset="1758.337">13195 414,'-11'2,"1"0,0 0,0 1,0 0,0 1,1 0,0 1,-1-1,1 2,1-1,-1 2,1-1,0 1,1 0,0 0,0 1,0 0,1 0,0 1,1 0,-1 0,2 0,0 1,0-1,0 1,1 2,2-7,1-1,0 1,0 0,0-1,1 1,0 0,0-1,0 1,0-1,1 1,0-1,-1 1,2-1,-1 0,0 0,1 0,0-1,0 1,0 0,0-1,1 0,-1 0,1 0,0 0,0-1,0 1,0-1,4 2,5 2,0-1,1 0,-1-1,1 0,0-1,0-1,0 0,0-1,2-1,-5 1,-1 0,1-2,0 1,-1-1,1-1,-1 0,1 0,-1-1,0-1,0 0,0 0,0 0,-1-2,0 1,0-1,0 0,0-1,-1 0,-1 0,1-1,-1 0,0 0,-1-1,0 0,2-4,-1-1,0-1,-2 1,1-2,-2 1,0 0,-1-1,0 0,-1 0,-1 0,-1 0,0 0,-2-14,0 26,1 0,-1 0,0 0,0 0,0 0,-1 1,0-1,1 1,-1-1,0 1,0 0,-1 0,1 1,-1-1,0 1,1-1,-1 1,0 0,0 0,0 1,-1-1,1 1,0 0,0 0,-1 1,1-1,-1 1,1 0,0 0,-1 0,1 1,-1 0,1-1,0 1,0 1,-3 0,8-2,-1 0,1 0,-1 0,1 0,-1 0,1 0,-1 0,1 0,-1 0,1 0,-1 0,1 0,-1 0,1 0,-1 1,1-1,-1 0,0 0,1 1,-1-1,1 0,-1 0,0 1,1-1,-1 1,0-1,1 0,-1 1,0-1,1 1,-1-1,0 1,0-1,0 0,0 1,1-1,-1 1,0-1,0 1,0-1,0 1,0-1,0 1,0-1,0 1,0-1,0 1,-1-1,1 1,0-1,0 1,0-1,-1 1,1-1,0 1,0-1,-1 0,1 1,0-1,-1 1,1-1,0 0,-1 1,1-1,-1 0,1 0,-1 1,27 5,0 0,0-2,1-1,-1-1,1-1,9-1,-5 0,9 0,72 8,-109-6,0 0,0 0,0 1,0 0,0-1,-1 1,1 0,-1 0,0 0,0 0,0 1,0-1,0 1,-1-1,0 1,1-1,-1 1,-1 0,1 0,0-1,-1 1,0 0,0 0,0 0,-1-1,1 1,-1 0,0 0,0-1,-1 4,1 12,-1-11,1 0,0 1,1-1,-1 1,2-1,-1 1,1-1,1 0,-1 1,1-1,1 0,-1 0,1 0,1 0,0-1,0 1,0-1,1 0,0 0,0-1,1 1,0-1,0 0,0-1,7 5,0-5,0 0,0 0,1-1,0-1,0 0,0-1,0 0,1-1,-1-1,0-1,0 0,0 0,1-1,-1-1,-1-1,1 0,0 0,2-3,-11 6,-1-1,1 0,-1 0,1 0,-1 0,0-1,0 1,0-1,0 0,-1 0,1-1,-1 1,2-3,-5 6,0 1,-1-1,1 0,0 0,0 1,-1-1,1 0,0 0,0 1,-1-1,1 0,0 0,-1 0,1 1,0-1,-1 0,1 0,-1 0,1 0,0 0,-1 0,1 0,0 0,-1 0,1 0,0 0,-1 0,1 0,-1 0,1 0,0 0,-1 0,1-1,0 1,-1 0,1 0,0 0,-1-1,1 1,0 0,0 0,-1 0,1-1,0 1,0 0,-1-1,1 1,0 0,0-1,0 1,0 0,-1-1,0 3,-1-1,1 1,-1 0,1 0,0-1,0 1,-1 0,1 0,1 0,-1 1,0-1,0 0,1 0,-1 0,1 1,0-1,0 0,0 0,0 1,0-1,0 0,1 0,-1 1,1-1,-1 0,1 0,0 0,0 0,0 0,0 0,0 0,0 0,1 0,-1 0,1-1,-1 1,1-1,-1 1,1-1,0 1,0-1,0 0,0 0,0 0,0 0,0 0,1 0,1 0,0-1,-1 1,1-1,0 1,0-1,0-1,-1 1,1 0,0-1,0 0,-1 0,1 0,0 0,-1 0,1-1,-1 0,0 0,1 0,-1 0,0 0,0-1,0 1,-1-1,1 0,-1 1,1-1,-1-1,0 1,0 0,0 0,-1-1,1 1,-1-1,0 1,0-1,0 0,0 0,0 1,-1-1,0 0,0 0,0 0,0 1,-1-1,0-3,-1-4,-1-1,-1 1,0 0,0 0,-1 0,-1 1,1-1,-2 1,1 1,-1-1,-1 1,0 0,0 1,-1 0,0 0,0 1,-1 0,-5-2,13-1,21 8,-15 2,27 0,1 0,-1 2,0 1,0 2,0 1,-1 1,0 1,7 5,-30-10,0 1,0 0,0 0,0 0,-1 1,0 0,0 0,0 1,0 0,-1 0,0 0,-1 0,1 1,-1 0,0 0,-1 0,1 1,-2-1,1 1,-1-1,0 1,0 0,-1 0,0 0,-1 5,1 1,7 50,-8-63,1 1,-1-1,1 0,0 0,-1 1,1-1,0 0,0 0,-1 0,1 0,0 0,0 0,0 0,1 0,-1 0,0-1,0 1,0 0,0-1,1 1,-1-1,0 1,1-1,-1 1,0-1,1 0,-1 0,1 0,-1 0,0 0,1 0,-1 0,0 0,1-1,-1 1,0 0,1-1,-1 1,0-1,1 1,0-2,13-6,0-2,-1 0,0-1,-1 0,0-1,-1 0,0-1,-1 0,0-1,-1 0,0-1,0-4,8-8,2 8,-11 39,-7 21,-3-34,0 0,0 1,1-1,0 0,0 1,1-1,0 0,1 0,-1 0,1 1,0-2,1 1,0 0,0 0,0-1,1 1,0-1,0 0,1-1,0 1,0-1,0 0,0 0,6 3,-3-4,2-1,-1-1,0 1,0-2,1 1,-1-1,1-1,0 0,-1 0,1-1,-1 0,1 0,-1-1,0 0,1-1,-1 0,8-5,16-7</inkml:trace>
  <inkml:trace contextRef="#ctx0" brushRef="#br0" timeOffset="2069.869">15213 656,'19'-1,"-1"0,1-2,0 0,-1-1,1-1,-1 0,0-1,-1-2,0 1,15-11,-25 14,-1-1,1 1,-1-2,0 1,-1-1,1 0,-1 0,0 0,-1-1,0 0,2-3,-4 7,-1 1,0 0,0-1,-1 1,1-1,0 1,-1-1,1 0,-1 1,0-1,0 1,0-1,0 0,-1 1,1-1,-1 1,1-1,-1 1,0-1,0 1,0-1,0 1,0 0,-1 0,1-1,-1 1,0 0,1 0,-1 1,0-1,0 0,0 0,0 1,0-1,-1 1,0 0,-6-4,0 2,0 0,-1 0,1 0,-1 1,0 1,1 0,-1 0,0 1,0 0,0 0,0 1,1 1,-1 0,0 0,1 1,-1 0,1 0,0 1,0 0,1 1,-1 0,1 1,0-1,0 2,1-1,0 1,0 0,0 0,1 1,0 0,1 0,-1 0,2 1,-1 0,1 0,2-4,1 1,0-1,0 1,0 0,1-1,-1 1,1 0,1-1,-1 1,1 0,0-1,0 1,1-1,0 1,-1-1,2 0,-1 0,1 0,0 0,0 0,0 0,0-1,1 1,0-1,0 0,0 0,1-1,-1 1,1-1,0 0,5 2,20 11,1-2,1 0,0-3,1 0,0-3,1 0,-1-2,2-2,7-1,49 6</inkml:trace>
  <inkml:trace contextRef="#ctx0" brushRef="#br0" timeOffset="-16838.799">54 910,'-2'-83,"-4"1,-9-42,3 86,12 37,-1 1,1 0,-1 0,1 0,-1 0,0 0,1 0,-1 0,1 0,-1 1,0-1,1 0,-1 0,1 0,-1 1,1-1,-1 0,1 0,-1 1,1-1,-1 0,1 1,-1-1,1 1,-1-1,1 1,0-1,-1 1,1-1,0 1,0-1,-1 1,1-1,0 1,0-1,0 1,0 0,-1-1,1 1,0-1,0 1,0 0,0-1,0 1,1-1,-1 1,0 0,0-1,0 1,0 2,-1 0,0 0,1 0,0 1,0-1,0 0,0 0,0 0,1 0,-1 0,1 0,0 1,0-1,0-1,0 1,0 0,1 0,-1 0,1-1,0 1,0-1,0 1,0-1,0 0,1 1,-1-1,1-1,-1 1,1 0,0-1,0 1,0-1,-1 0,1 0,0 0,1 0,-1 0,0-1,0 1,3-1,17 0,0 0,0-2,-1 0,1-2,-1 0,1-2,-1 0,-1-2,17-7,46-22,-83 37,-1-1,1 1,0-1,0 1,-1 0,1 0,0-1,0 1,0 0,0 0,-1 0,1 0,0 0,0 0,0 0,0 0,-1 0,1 0,0 1,0-1,0 0,0 0,-1 1,1-1,0 1,-1-1,1 1,0-1,0 1,-1-1,1 1,-1-1,1 1,-1 0,1-1,-1 1,1 0,-1 0,1-1,-1 1,0 0,0 0,1 0,-1-1,0 1,0 0,5 47,-5-36,8 67,3-1,4 0,8 20,23 121,-36-155,-3 0,-3 1,-4 42,-1-79,-2 0,-1-1,-1 1,-1-1,-1-1,-1 1,-2-1,-1 0,-10 18,-28 17,47-59,0-1,0 1,0-1,0 1,0-1,0 0,0 0,-1 0,1 0,0 0,-1 0,1-1,-1 1,1-1,-1 0,1 1,-1-1,1 0,-1-1,0 1,1 0,-1-1,1 1,0-1,-1 0,1 0,0 0,-1 0,-4-5,0 1,1-1,0 0,0-1,1 0,-1 0,2 0,-1 0,1-1,0 1,0-1,1 0,0-1,-3-3,-39-101,4-2,0-22,38 126,1 8,0 0,1 0,0 0,0 0,0 0,0 0,0 0,1 0,-1 0,1-1,0 1,0 0,0 0,0-1,1 1,-1 0,1 0,0 0,0-1,0 1,0 0,0 0,1 1,0-1,-1 0,3-2,3 1,-1 0,1 1,0 0,1 0,-1 1,0 0,1 0,-1 1,1 0,0 0,-3 0,156-20,-74 9</inkml:trace>
  <inkml:trace contextRef="#ctx0" brushRef="#br0" timeOffset="-16290.19">1243 588,'0'23,"0"21,2 19,1 12,2 8,3 2,0 2,0-6,0-8,-2-11,-3-16</inkml:trace>
  <inkml:trace contextRef="#ctx0" brushRef="#br0" timeOffset="-15886.168">1657 695,'-315'294,"308"-289,1 1,-1 0,1-1,-1 0,0 0,0-1,-1 0,1 0,-1-1,-4 2,13-5,0 0,0 0,0 0,0 0,0-1,0 1,0 0,-1 0,1-1,0 1,0 0,0-1,0 1,-1-1,1 1,0-1,0 0,-1 1,1-1,-1 0,1 1,0-1,-1 0,1 0,-1 1,0-1,1 0,-1 0,0 0,1 0,-1 0,0 0,0 1,0-1,0 0,0 0,0 0,0 0,0 0,0 0,0 0,0 0,-1 0,1 1,0-1,-1 0,1 0,-1 0,1 0,-1 1,1-1,-1 0,1 1,-1-1,0 0,1 1,-1-1,0 1,1-1,-1 1,0-1,0 1,0-1,0 1,1 0,-2-1,7 2,0 0,0 0,0 0,0 0,0 1,0 0,0 0,0 0,-1 1,1-1,-1 1,3 3,5 1,57 35,3-2,65 25,-108-54,1 0,0-2,0-1,1-2,-1-1,2-1,-1-1,0-2,1-2,-22 1,0 0,-1-1,1 0,-1-1,0 0,1-1,-1 0,0 0,0-1,-1 0,1 0,7-6,3-8</inkml:trace>
  <inkml:trace contextRef="#ctx0" brushRef="#br0" timeOffset="-7395.837">895 1418,'0'4,"3"9,0 11,2 11,0 12,-2 15,-12 12,-18 10,-4-9</inkml:trace>
  <inkml:trace contextRef="#ctx0" brushRef="#br0" timeOffset="7320.485">441 2180,'-19'11,"-12"18,-7 19,-3 21,1 18,8 15,10 8,12 2,15-5,16-9,15-15,16-14,10-17,4-17,-10-15</inkml:trace>
  <inkml:trace contextRef="#ctx0" brushRef="#br0" timeOffset="8070.576">829 2754,'2'-209,"-2"207,0-1,0 1,0-1,0 1,1 0,-1-1,1 1,-1 0,1-1,0 1,0 0,0 0,0 0,0 0,0 0,0 0,1 0,-1 0,1 0,0 0,-1 1,1-1,0 1,0-1,0 1,0 0,0 0,0 0,1 0,-1 0,0 0,1 1,-1-1,0 1,1-1,-1 1,2 0,8 3,-1 0,0 0,1 1,-1 1,-1 0,1 0,-1 1,0 1,0 0,0 0,-1 0,-1 1,1 1,6 8,-8-9,0 1,0 0,-1-1,0 2,-1-1,0 1,-1 0,0 0,2 7,-5-14,0 1,0-1,0 1,-1 0,0-1,0 1,0 0,0-1,0 1,-1 0,1-1,-1 1,0-1,0 1,0-1,-1 1,1-1,-1 0,0 1,0-1,0 0,0 0,-1-1,1 1,-1 0,0-1,1 1,-1-1,-2 1,3-1,0 0,-1-1,1 1,0-1,0 0,-1 0,1 1,-1-2,1 1,-1 0,0 0,1-1,-1 1,0-1,1 0,-1 0,0 0,1 0,-1 0,0-1,1 1,-1-1,1 0,-1 0,1 0,-1 0,1 0,-1 0,1-1,0 1,0-1,0 0,0 1,0-1,0 0,0 0,0 0,1 0,-1-1,1 1,0 0,0-1,-1 1,1-1,1 1,-1-1,0 1,1-1,-1-2,2-6,0 1,0 0,1 0,1 0,0 0,0 0,1 1,0-1,0 1,1 0,1 0,-1 0,1 1,1 0,0 0,0 1,0 0,1 0,0 0,0 1,8-4,-4 2,0 0,0 1,0 1,1 0,0 1,0 0,1 1,6-1,-16 4,0 0,0 0,0 1,0 0,1-1,-1 1,0 1,0-1,0 1,0-1,0 1,0 0,0 1,0-1,-1 1,1-1,0 1,-1 0,1 0,-1 1,0-1,1 1,-1 0,-1 0,1 0,0 0,-1 0,1 1,-1-1,1 3,43 132,-45-136,0-1,0 1,0-1,0 1,0-1,0 0,1 0,-1 1,1-1,-1 0,1 0,-1 0,1 0,0-1,-1 1,1 0,0-1,-1 1,1-1,0 1,0-1,0 0,-1 0,1 0,0 0,0 0,0 0,0-1,-1 1,1 0,0-1,0 0,-1 1,1-1,0 0,-1 0,1 0,-1 0,1 0,0-1,53-54,-39 31,-1-1,-2 0,0-1,-2 0,-1 0,-4 12,3 52,-7-17,-1-4,0 1,1-1,1 1,1-1,0 0,1 0,1 0,0-1,1 0,1 0,6 10,-12-23,0 0,-1 0,1 0,0-1,0 1,1 0,-1-1,0 1,0-1,1 0,-1 0,1 0,-1 0,1 0,0 0,-1-1,1 1,0-1,-1 0,1 0,0 0,-1 0,1 0,0-1,2 0,16-6</inkml:trace>
  <inkml:trace contextRef="#ctx0" brushRef="#br0" timeOffset="8722.677">1831 2407,'-1'20,"0"0,2 0,0 0,1 0,1-1,1 1,1-1,0 0,2 0,0 0,1-1,1 0,9 14,-16-30,0 1,0 0,0-1,0 0,1 1,-1-1,1 0,-1 0,1 0,0-1,0 1,0-1,0 1,0-1,0 0,0 0,0 0,1-1,-1 1,0-1,1 0,-1 0,0 0,0 0,1 0,-1-1,0 0,0 1,1-1,-1 0,0-1,0 1,0 0,0-1,-1 0,1 0,0 1,-1-2,1 1,1-2,11-10,-1 0,0-2,-1 1,-1-2,0 1,-1-2,-1 1,2-8,4 0,-7 41,-9-11,0 1,0-1,1 1,-1-1,1 0,1 0,-1 0,0 1,1-1,0 0,1-1,-1 1,1 0,0-1,0 1,0-1,0 0,1 0,0 0,0-1,0 1,0-1,0 0,1 0,-1 0,1-1,0 0,0 1,0-2,0 1,4 0,3-3,0 0,-1-1,1-1,-1 0,1-1,-1 0,0 0,0-1,-1-1,0 0,0 0,0-1,-1 0,0-1,0 0,0 0,-1-1,-1 0,1-2,9-9,-2 0,0-2,-1 0,-2 0,0-1,-1-1,-2 0,0 0,-2-1,0 0,-2-1,5-29,-3-1,-3 0,-2-1,-3-28,-8 14,9 71,0-1,0 1,0 0,0-1,0 1,0-1,-1 1,1-1,0 1,0 0,0-1,0 1,-1-1,1 1,0 0,0-1,-1 1,1 0,0-1,0 1,-1 0,1 0,0-1,-1 1,1 0,-1 0,1-1,0 1,-1 0,1 0,-1 0,1 0,0 0,-1 0,1-1,-1 1,1 0,-1 0,1 0,0 0,-1 1,1-1,-1 0,1 0,-1 0,1 0,0 0,-1 1,1-1,-1 0,1 0,0 0,-1 1,1-1,0 0,-1 1,1-1,0 0,-14 25,4 9,1 1,3 1,0-1,3 1,0 25,1-18,1 0,3 0,1 1,2-1,2-1,5 10,-8-36,1 1,1-1,0 0,1 0,1 0,1-1,0-1,1 1,0-1,1-1,0 0,2-1,-1 0,1-1,1 0,13 7,-18-11,0-1,1-1,0 0,0 0,1-1,-1 0,1-1,0 0,0 0,0-1,0-1,0 0,0-1,0 0,1 0,-1-1,0-1,0 0,0 0,0-1,-1-1,2 0,11-15</inkml:trace>
  <inkml:trace contextRef="#ctx0" brushRef="#br0" timeOffset="8998.946">2259 2112,'27'0,"30"3,25 0,22 0,18-1,11 0,-17-1</inkml:trace>
  <inkml:trace contextRef="#ctx0" brushRef="#br0" timeOffset="9557.554">4198 2433,'-8'-2,"1"0,-1 0,0 0,0 1,1 0,-1 1,0-1,0 2,0-1,0 1,0 0,0 1,1-1,-1 2,1-1,-1 1,1 0,0 1,0 0,0 0,0 0,1 1,0 0,0 0,0 0,1 1,-4 4,6-7,0 0,1 1,-1-1,1 0,-1 1,1 0,1 0,-1 0,0-1,1 1,0 1,0-1,0 0,0 0,1 0,-1 1,1-1,0 0,0 0,1 1,-1-1,1 0,0 0,0 0,1 0,-1 0,1 0,0 0,0 0,0-1,0 1,1-1,0 1,-1-1,1 0,0 0,0 0,1-1,-1 1,1-1,-1 1,1-1,0 0,1 0,4-2,1 1,0-1,0-1,-1 0,1 0,-1-1,1 0,-1-1,0 0,0 0,0-1,0 0,0-1,-1 0,0 0,0-1,0 0,-1 0,0-1,0 0,-1 0,0 0,0-1,0 0,0-3,0 3,-1 0,0 0,-1 0,0-1,0 1,-1-1,0 0,0 0,-1 0,0 0,-1 0,0-1,0 1,-1-1,-1 1,1-1,0 10,0-1,0 1,0-1,0 1,0-1,0 1,0-1,0 1,0-1,0 1,0-1,0 1,0-1,0 1,0-1,0 1,-1-1,1 1,0-1,0 1,-1-1,1 1,0 0,-1-1,1 1,0-1,-1 1,1 0,0 0,-1-1,1 1,-1 0,1 0,-1-1,1 1,-1 0,1 0,-1 0,1 0,-1-1,1 1,-1 0,1 0,-1 0,1 0,-1 0,1 1,-1-1,1 0,-1 0,1 0,-1 0,1 0,0 1,-1-1,1 0,-1 0,-14 28,12-20,1 1,0-1,0 0,1 1,0-1,1 1,0 0,0-1,1 1,0-1,0 1,1-1,0 0,0 1,1-1,1 0,-1-1,1 1,0 0,1-1,0 0,0 0,0-1,1 1,0-1,1 1,25 12,-2-6</inkml:trace>
  <inkml:trace contextRef="#ctx0" brushRef="#br0" timeOffset="9976.241">4585 2326,'-2'27,"2"-1,1 1,1-1,1 1,1-1,2 0,0 0,2-1,1 0,6 11,-15-34,1 0,-1 0,1-1,0 1,0 0,0-1,0 1,0 0,0-1,0 0,0 1,0-1,1 0,-1 1,1-1,-1 0,1 0,-1 0,1 0,0-1,-1 1,1 0,0-1,0 1,-1-1,1 1,0-1,0 0,0 0,0 0,-1 0,1 0,0 0,0 0,0-1,-1 1,1-1,0 1,0-1,-1 0,1 0,0 0,1 0,16-14,-1-1,0-1,-2 0,1-1,-2-1,-1 0,10-16,-17 25,0-1,0 0,0 0,-2 0,1 0,-1-1,-1 0,0 0,-1 0,0-1,-1 1,-2 11,0 1,1-1,-1 1,0-1,0 1,0-1,0 0,0 1,0-1,0 0,0 1,0-1,0 1,0-1,0 0,0 1,0-1,0 1,-1-1,1 0,0 1,0-1,-1 1,1-1,0 1,-1-1,1 1,-1-1,1 1,-1 0,1-1,-1 1,1 0,-1-1,1 1,-1 0,1-1,-1 1,1 0,-1 0,0 0,1 0,-1-1,1 1,-1 0,0 0,1 0,-1 0,0 0,1 1,-1-1,-26 22,24-16,-1 0,1 0,0 0,0 0,0 1,1-1,0 1,0 0,1-1,0 1,0 0,1 0,-1 0,1 0,1 0,0-1,0 1,0 0,1 0,-1-1,2 1,-1-1,1 1,0-1,0 0,1 0,-1 0,2-1,-1 1,0-1,1 0,0 0,0-1,1 1,-1-1,1 0,4 2,8 1,0 0,0-2,1 0,0-1,0 0,0-2,0 0,1-1,38 1</inkml:trace>
  <inkml:trace contextRef="#ctx0" brushRef="#br0" timeOffset="10827.054">5494 2393,'-110'-21,"105"21,-1 0,1 0,0 1,-1-1,1 1,0 0,0 0,0 1,0 0,0 0,0 0,0 0,0 1,1-1,0 1,-1 1,1-1,0 1,-2 2,2-3,1 0,0 0,0 0,0 1,1-1,-1 1,1-1,0 1,0 0,0 0,0 0,1 0,-1 0,1 0,0 0,1 1,-1-1,1 0,-1 1,1-1,1 0,-1 1,1-1,-1 0,1 0,0 1,1-1,-1 0,1 0,0 0,0 0,0-1,0 1,1 0,-1-1,1 0,0 0,0 1,0-2,1 1,0 1,5-2,0 0,0 0,0-1,0 0,0 0,0-1,1-1,-1 1,0-1,0-1,0 0,0 0,-1-1,1 0,-1 0,1-1,-1 0,0-1,0 1,-1-2,0 1,1-1,-2 0,1 0,-1-1,4-5,26-67,-37 132,0-49,1 1,0-1,1 0,-1 0,1 0,0 0,0 1,0-1,0 0,1 0,-1-1,1 1,0 0,1-1,-1 1,0-1,1 1,0-1,0 0,0 0,0-1,0 1,1 0,-1-1,1 0,0 0,-1 0,1 0,0-1,0 0,0 1,0-1,1-1,-1 1,0-1,0 1,0-1,1 0,-1-1,10-2,-1-1,1 0,-1-1,0-1,-1 0,1-1,-1 0,0-1,-1 0,0-1,0 0,-1-1,0 0,-1-1,0 1,-1-2,0 0,5-9,1-7,-2 0,-1 0,-1-1,-1-1,-2 0,-1 0,-1 0,-2-1,-1 1,-1-1,-2-5,3 22,-2-1,1 1,-2-1,0 1,-1-1,0 1,-1 0,-1 0,0 0,-1 1,0-1,-1 1,-7-11,12 22,-1 0,0 0,1 0,-1 0,0 0,0 1,0-1,0 1,0-1,0 1,0 0,-1 0,1 0,0 0,-1 0,1 0,-1 1,1-1,-1 1,1 0,-1 0,1 0,-1 0,1 0,-1 0,1 1,-1-1,1 1,-1 0,1-1,-1 1,1 0,0 1,-2 0,-2 2,0 0,0 1,1 0,-1 0,1 0,0 1,1 0,0 0,0 0,0 0,-2 5,-2 9,0 0,2 0,0 1,1-1,1 1,1 1,1-1,1 0,1 0,1 1,0-1,2 0,0 0,2 0,0 0,1-1,1 0,1 0,1 0,1-1,1 0,-2-5,1 0,1-1,0 0,1-1,0 0,1 0,0-2,1 0,0 0,1-1,13 6,-20-11,1 0,0-1,-1 0,1 0,0-1,1 0,-1-1,0 0,0 0,1-1,-1-1,0 1,0-1,1-1,-1 1,0-2,0 1,-1-1,1-1,0 0,-1 0,3-2,-3 1,-1 0,0-1,1-1,-2 1,1-1,-1 0,0 0,-1-1,1 1,-1-2,-1 1,0 0,0-1,-1 1,0-1,1-3,6 90,-9-73,0-1,0 0,0 0,1 1,-1-1,1 0,0 0,1 0,-1-1,1 1,-1 0,1-1,0 0,1 0,-1 0,0 0,1 0,0-1,-1 1,1-1,0 0,0 0,1 0,-1-1,0 0,0 1,1-1,-1-1,1 1,-1-1,1 0,-1 0,0 0,1 0,0-1,16-6</inkml:trace>
  <inkml:trace contextRef="#ctx0" brushRef="#br0" timeOffset="11086.93">6350 2019,'-7'7,"5"4,11 6,5-2</inkml:trace>
  <inkml:trace contextRef="#ctx0" brushRef="#br0" timeOffset="12359.904">6550 2206,'2'-1,"0"-1,0 1,0 0,0 0,0 0,1 0,-1 0,0 0,0 1,1-1,-1 1,0 0,1-1,-1 1,0 0,1 0,-1 1,0-1,1 0,-1 1,0-1,1 1,-1 0,0 0,0 0,2 1,10 3,-1 0,0 2,0-1,-1 1,0 1,0 0,0 1,-1 0,-1 1,1 0,-2 1,1 0,-2 0,1 1,-2 0,1 1,-2 0,1 0,-2 0,0 0,-1 1,1 3,3 32,-2 0,-1 0,-4 0,-1 0,-2 0,-3 0,-1 0,-4 2,10-45,-8 116,9-116,-1-1,1 0,0 1,0-1,1 0,-1 0,1 1,1-1,-1 0,1-1,-1 1,1 0,1-1,-1 0,1 0,-1 0,1 0,0 0,1-1,3 3,-1-2,-1 0,1-1,0 1,0-2,0 1,1-1,-1 0,0 0,1-1,-1 0,1-1,0 1,-1-1,1-1,0 1,-1-2,1 1,-1-1,0 0,1 0,-1-1,0 0,0 0,-1-1,1 0,-1 0,1 0,-1-1,-1 0,1 0,-1 0,1-1,0-2,-2-6,0 1,-1-1,-1 0,0 0,-1 0,-1 1,0-1,-1 0,0 0,-1 0,0 0,-1 1,-1-1,0 1,-1 0,-1 0,0 0,0 1,-1 0,-5-6,-1-4,0 0,-1 1,-1 1,-1 0,-1 1,0 1,-1 0,-2 2,1 0,-2 1,0 1,-1 1,0 1,-1 0,-5 0,24 11,3 1,1 0,-1 0,0 0,0 1,0-1,0-1,0 1,1 0,-1 0,0 0,0 0,0 0,0-1,1 1,-1 0,0-1,0 1,1-1,-1 1,0-1,1 1,-1-1,0 1,1-1,-1 0,1 1,-1-1,1 0,-1 1,1-1,0 0,-1 0,1 1,0-1,-1 0,1 0,0 0,0 0,165-34,263-48,-393 70,-35 13,1 0,-1 0,1 0,-1 0,1 0,-1-1,1 1,-1 0,1 0,-1-1,1 1,-1 0,1-1,-1 1,0 0,1-1,-1 1,1-1,-1 1,0-1,0 1,1 0,-1-1,0 1,0-1,0 1,1-1,-1 0,0 1,0-1,0 1,0-1,0 1,0-1,0 1,0-1,0 1,0-1,-1 1,1-1,0 1,0-1,0 1,-1-1,1 1,0-1,0 1,-1-1,1 1,0-1,-1 1,1 0,-1-1,1 1,-1 0,1-1,0 1,-1 0,-7-4,0 1,-1 0,1 1,-1 0,0 0,1 1,-1 0,0 1,0 0,1 0,-1 1,0 0,2-1,-83 20,87-19,0 1,0-1,1 1,-1 0,0 0,0 0,1 0,-1 0,1 1,0-1,0 1,0 0,0-1,0 1,0 0,1 0,-1 0,1 0,0 0,0 0,0 1,1-1,-1 0,1 1,-1-1,1 1,2 0,-1 0,1 0,0 0,1 0,-1 0,0 0,1-1,0 1,0-1,0 0,0 0,1 0,-1 0,1 0,0-1,0 0,0 1,0-1,0-1,0 1,0-1,1 0,-1 1,0-2,1 1,-1-1,1 1,-1-1,4-1,5 2,0 0,1-2,-1 1,0-2,0 0,1 0,-1-1,-1-1,1 0,-1-1,1 0,0-2,-11 6,0-1,-1 1,1 0,0 0,0 0,1 1,-1-1,0 0,0 1,0 0,0-1,0 1,1 0,-1 0,0 0,0 0,0 0,1 1,-1-1,0 1,0-1,0 1,0 0,0 0,0 0,0 0,0 0,0 0,0 1,-1-1,1 1,0-1,0 2,2 3,1-1,0 1,0 0,0-1,1 0,-1 0,1-1,0 0,1 0,-1 0,1-1,0 0,0 0,0 0,0-1,0 0,0-1,1 1,-1-2,1 1,-1-1,1 0,-1 0,0-1,3 0,2-3,0-1,0 0,-1 0,0-1,0 0,0-1,-1-1,1 1,-2-1,0-1,0 0,0-1,-1 1,0-1,-1-1,0 0,-1 0,0 0,-1 0,4-13,3-11,-1 0,-3-1,0-1,-2 1,-2-1,-1-22,-4-220,-14 203,15 75,0 1,-1-1,1 1,0-1,0 1,0-1,0 1,-1-1,1 1,0-1,0 1,-1 0,1-1,0 1,-1-1,1 1,0 0,-1-1,1 1,-1 0,1 0,-1-1,1 1,-1 0,1 0,-1-1,1 1,-1 0,1 0,-1 0,1 0,-1 0,1 0,-1 0,1 0,-1 0,1 0,-1 0,1 0,-1 0,1 1,-1-1,1 0,-1 0,1 0,-1 1,1-1,0 0,-1 1,1-1,-1 0,1 1,0-1,-1 0,1 1,0-1,0 1,-1-1,1 1,0-1,0 1,-1-1,1 1,0-1,0 1,-7 12,1 1,0 0,1 0,1 0,0 1,1-1,0 1,1 4,-1-3,-6 31,3 0,1 1,3-1,2 1,1 0,3-1,7 30,-7-60,1 0,0-1,1 0,1 0,1 0,0-1,1 0,0-1,2 0,3 4,-8-11,-1-1,2 0,-1 0,1 0,-1-1,2 0,-1-1,0 0,1 0,0 0,0-1,0 0,0 0,0-1,1 0,-1-1,1 0,-1 0,1-1,0 0,4-1,-2-2,0 0,0-1,-1 0,1-1,-1-1,0 1,-1-1,1-1,-1 0,0 0,-1-1,0 0,0 0,-1-1,0 0,0-1,-1 1,0-1,-1 0,0-1,-1 1,0-1,0 0,-1 0,-1 0,1-9,0 2,-3 18,0 0,0 0,0 1,0-1,0 0,0 0,0 1,0-1,0 0,0 0,0 0,0 1,-1-1,1 0,0 0,0 0,0 1,0-1,0 0,0 0,-1 0,1 0,0 1,0-1,0 0,-1 0,1 0,0 0,0 0,0 0,-1 0,1 0,0 0,0 1,-1-1,1 0,0 0,0 0,0 0,-1 0,1 0,0 0,0-1,-1 1,1 0,0 0,0 0,0 0,-1 0,1 0,0 0,0 0,0-1,-1 1,1 0,0 0,0 0,0 0,-3 6,0 0,0 0,1 0,0 0,0 1,0-1,1 1,0-1,0 1,1 0,0-1,0 1,1 0,0-1,0 1,0-1,1 1,0-1,0 1,0-1,1 0,0 0,0 0,1-1,0 1,0-1,0 0,0 0,1 0,0 0,0-1,0 0,3 1,0 0,0-1,0-1,0 0,0 0,1 0,0-1,-1 0,1-1,0 0,0 0,0-1,0 0,0-1,-1 0,1 0,2-2,17-4</inkml:trace>
  <inkml:trace contextRef="#ctx0" brushRef="#br0" timeOffset="12638.509">7553 2006,'13'-2,"24"-2,22 1,25 1,21 0,15 1,5 0,-5 1,-22 0</inkml:trace>
  <inkml:trace contextRef="#ctx0" brushRef="#br0" timeOffset="14340.098">10119 2206,'-6'-3,"0"1,-1 0,1 0,-1 1,0-1,0 1,1 1,-1-1,0 1,0 0,0 1,0 0,1 0,-1 0,0 1,1 0,-1 0,1 1,0 0,0 0,0 0,0 1,0 0,1 0,-1 0,1 1,0 0,1 0,-1 0,-1 3,5-7,0 1,-1-1,1 1,0-1,0 1,0 0,1-1,-1 1,0 0,1 0,-1-1,1 1,-1 0,1 0,0 0,0 0,0 0,0-1,0 1,0 0,1 0,-1 0,0 0,1-1,0 1,-1 0,1 0,0-1,0 1,0 0,0-1,0 1,0-1,0 0,1 1,-1-1,0 0,1 0,-1 1,1-1,0 0,-1-1,1 1,0 0,-1 0,1-1,0 1,1-1,7 1,-1-2,0 0,0 0,1 0,-1-1,0 0,0-1,-1 0,1-1,-1 0,1 0,-1 0,0-1,-1 0,1-1,-1 0,0 0,1-3,9-6,-2 0,0-2,0 0,-2 0,0-2,-1 1,-1-2,-1 1,0-1,-2-1,0 0,-2 0,0-1,-1 1,-1-1,-1 0,-1 0,-2-1,0 1,-1 0,0 0,-2 0,-1 0,-2-3,-15-20,20 44,0 0,1 1,-1-1,0 0,0 0,0 1,1-1,-1 1,0-1,0 0,0 1,0 0,0-1,0 1,0-1,0 1,0 0,0 0,0 0,0 0,0 0,0 0,0 0,0 0,0 0,0 0,0 0,-1 1,1-1,0 0,1 1,-1-1,0 1,0-1,0 1,0-1,0 1,0 0,1-1,-1 1,0 0,0 0,1 0,-7 8,0 0,1 1,0 0,1 0,0 0,1 1,0-1,0 1,1 0,1 0,0 3,0-6,-5 19,2 0,1 0,1 1,2 0,0-1,2 1,1 0,3 8,-4-26,1 1,1 0,-1-1,2 1,-1-1,2 0,-1 0,1-1,1 1,0-1,0 0,1-1,0 0,0 0,1 0,0-1,0 0,1 0,0-1,0 0,0-1,6 2,-5-3,0-1,0 0,0-1,1 0,-1-1,1 0,-1-1,1 0,-1-1,0 0,1 0,-1-1,0-1,1 1,-1-2,-1 1,1-2,0 1,-1-1,0 0,0-1,-1 0,0-1,0 0,0 0,-1 0,0-1,6-9,13-15,-19 63,-8-27,1 0,-1 0,1 0,0 0,0 0,1-1,-1 1,1 0,0 0,0 0,0-1,0 1,1 0,0-1,-1 1,1-1,0 0,1 0,-1 0,1 0,-1 0,1 0,0 0,0-1,0 0,0 1,1-1,-1 0,0-1,1 1,0 0,-1-1,1 0,0 0,-1 0,1-1,0 1,0-1,0 0,0 0,0 0,2-1,1-1,0-1,0 0,0 0,-1-1,1 0,-1 0,0 0,0-1,-1 0,1 0,-1 0,0-1,-1 0,1 0,-1 0,0-1,-1 1,1-1,-2 2,0 1,0-1,-1 1,1-1,-1 0,0 1,0-1,-1 0,1 0,-1 0,0 0,0 0,-1 1,0-1,0 0,0 0,0 0,-1 1,1-1,-1 1,0-1,-1 1,1 0,-1 0,0 0,0 0,-2-2,1 2,1 1,-1-1,1 1,-1 0,0 0,0 1,0-1,-1 1,1 0,-1 0,1 0,-1 1,0-1,1 1,-1 1,0-1,0 0,0 1,0 0,0 0,0 1,1-1,-1 1,0 0,0 1,1-1,-1 1,0-1,1 2,0-1,-1 0,1 1,0 0,0 0,1 0,-1 0,1 0,-1 1,1 0,0 0,0 0,0 2,2-3,0 1,0-1,1 1,-1-1,1 1,0 0,0-1,0 1,1 0,-1-1,1 1,0-1,0 1,0-1,1 1,-1-1,1 0,0 0,0 1,0-1,0-1,0 1,1 0,0 0,19 20</inkml:trace>
  <inkml:trace contextRef="#ctx0" brushRef="#br0" timeOffset="17116.533">11362 2153,'-5'-7,"-1"2,0-1,0 1,-1 0,0 0,1 1,-2 0,1 0,0 0,-1 1,0 0,1 1,-1 0,0 0,-1 0,1 1,0 1,0-1,0 1,-1 1,1-1,0 1,0 1,0 0,0 0,-7 3,8 0,-1 0,1 1,0 0,0 0,1 1,-1-1,2 1,-1 1,1-1,0 1,0 0,1 0,0 1,1-1,0 1,0 0,1 0,-2 8,4-15,0 0,-1 1,1-1,0 0,0 0,0 0,0 0,1 1,-1-1,0 0,1 0,0 0,-1 0,1 0,0 0,0 0,0 0,1 0,-1 0,0-1,1 1,-1 0,1-1,-1 1,1-1,0 0,-1 1,1-1,0 0,0 0,0 0,0 0,0-1,0 1,0 0,0-1,2 1,3 0,1-1,-1 1,1-1,0 0,-1-1,1 0,-1 0,0-1,1 0,3-1,2-2,0 0,0 0,0-2,-1 0,0 0,0-1,-1 0,0-1,0 0,-1-1,0 0,-1-1,0 0,0 0,-2-1,8-12,-16 13,-10 30,10-15,-1 0,1 0,0 0,0 0,1 1,-1-1,1 0,0 0,0 1,1-1,-1 0,1 0,0 1,0-1,0 0,0 0,1 0,0 0,-1 0,2-1,-1 1,0 0,1-1,-1 0,1 1,0-1,0 0,1-1,-1 1,0 0,1-1,0 0,2 1,0 0,0-1,0 0,0-1,1 1,-1-1,1 0,-1-1,1 0,-1 0,1 0,-1-1,1 1,-1-2,0 1,1-1,-1 0,0 0,0-1,0 1,0-2,-1 1,1 0,-1-1,0 0,0 0,0-1,0 0,-1 1,0-1,0-1,0 1,-1-1,1 1,-1-1,1-4,8-97,-11 68,-1 38,0-1,0 1,0 0,0 0,0 0,1-1,-1 1,0 0,1 0,-1 0,1 0,-1-1,1 1,0 0,-1 0,1 0,0 0,0 1,0-1,0 0,-1 0,1 0,0 1,1-1,-1 0,0 1,0-1,0 1,0-1,0 1,0 0,1-1,-1 1,0 0,0 0,1 0,-1 0,0 0,0 0,0 0,1 1,55 14,-45-11,4 1,-12-4,0-1,1 1,-1 0,0 0,0 0,1 0,-1 1,0-1,0 1,-1 0,1 1,0-1,-1 0,1 1,-1 0,0 0,0 0,0 0,0 1,-1-1,1 1,-1-1,0 1,0 0,0 0,0 0,-1 0,0 0,0 1,1 2,-30 134,28-138,0 0,0-1,1 1,-1 0,1 0,-1 0,1-1,0 1,0 0,0-1,0 1,1-1,-1 1,1-1,-1 0,1 1,0-1,0 0,0 0,0 0,0 0,0-1,1 1,-1-1,1 1,-1-1,1 0,-1 0,3 1,84 12,-43-15,-1-2,0-2,0-2,6-3,23-7</inkml:trace>
  <inkml:trace contextRef="#ctx0" brushRef="#br0" timeOffset="20425.178">13435 2099,'-5'-4,"0"-1,0 1,0 0,0 1,-1-1,0 1,0 0,0 1,0-1,0 1,0 1,0-1,-1 1,1 0,-1 0,1 1,-1 0,1 0,-1 0,1 1,-1 0,1 0,0 1,-1 0,1 0,-4 2,2-1,0 1,0 0,0 1,0 0,1 0,-1 1,1-1,1 2,-1-1,1 1,0 0,1 0,0 0,0 1,0 0,1 0,0 0,-2 8,5-14,0 1,1 0,-1-1,0 1,1 0,-1 0,1-1,0 1,0 0,0 0,0-1,1 1,-1 0,1 0,-1-1,1 1,0 0,0-1,1 1,-1-1,0 1,1-1,-1 0,1 1,0-1,0 0,0 0,0 0,0-1,0 1,0 0,1-1,-1 1,1-1,-1 0,1 0,-1 0,1 0,0 0,-1-1,1 1,0-1,0 0,-1 0,1 0,2 0,4-1,0 0,-1 0,1-1,-1 0,1-1,-1 0,0 0,0-1,0 0,-1-1,0 1,1-1,-1-1,-1 1,1-1,-1 0,0-1,-1 1,1-1,-1-1,-1 1,1 0,-1-1,0 0,-1 0,0 0,-1-1,1 1,-1-1,-1 1,0-1,0-2,-5-11,-4 31,7-2,1 0,0 0,0 0,1 0,0 0,0 0,1-1,0 1,0 0,0-1,1 1,0-1,0 0,1 0,0 0,0 0,0-1,0 1,1-1,0 0,4 3,-5-4,1-1,-1 1,1 0,-1-1,1 0,0 0,1 0,-1-1,0 0,1 0,-1 0,1-1,-1 0,1 0,0 0,0 0,-1-1,1 0,0-1,0 1,0-1,-1 0,1 0,-1-1,1 0,1 0,1-3,-1 0,1 0,-1 0,-1-1,1 0,-1 0,0 0,-1-1,1 0,-1 0,-1-1,1 1,-1-1,0 0,-1 0,1-3,32-142,-33 136,11-73,-4-1,-3-1,-5-13,-10 34,8 71,0-1,0 1,0-1,0 1,0-1,0 1,0-1,0 1,-1-1,1 1,0-1,0 1,0-1,-1 1,1-1,0 1,-1-1,1 1,0-1,-1 1,1 0,-1-1,1 1,0 0,-1-1,1 1,-1 0,1 0,-1-1,1 1,-1 0,1 0,-1 0,0 0,1-1,-1 1,1 0,-1 0,1 0,-1 0,1 0,-1 1,1-1,-1 0,-15 22,8 7,1 1,2-1,1 1,1 0,1 0,2 18,0-41,-1 30,0-1,3 1,1-1,2 0,1 0,2 0,1-1,6 11,-11-36,1 0,1-1,0 1,0-1,0-1,1 1,1-1,-1 0,1-1,1 0,7 5,-13-9,1-1,0 1,0-1,0 0,0-1,0 1,0-1,0 1,0-1,1-1,-1 1,0 0,1-1,-1 0,0 0,1 0,-1-1,0 0,1 1,-1-1,0-1,0 1,0-1,0 1,0-1,0 0,0-1,0 1,-1-1,2-1,0-1,0 0,0-1,-1 0,0 0,0-1,0 1,-1-1,1 0,-2 0,1 0,-1 0,0 0,-1-1,1 1,-2 0,1-1,-1 1,0-3,-2 34,1-17,-1 0,1-1,1 1,-1 0,1 0,0 0,0-1,1 1,0 0,0 0,1-1,0 1,0-1,0 1,1-1,0 0,0 0,1 0,-1-1,1 1,2 1,-4-6,0 0,0 0,1 0,-1 0,1 0,-1-1,1 1,-1-1,1 1,-1-1,1 0,-1 0,1 0,-1 0,1-1,-1 1,1-1,-1 0,0 1,1-1,-1 0,0 0,1 0,-1-1,0 1,0-1,0 1,1-1,45-56,-10-56,-39 120,0 1,1-1,-1 1,1-1,1 1,-1-1,1 1,1-1,-1 1,1-1,0 0,0 0,1 0,-1 0,2 0,-1 0,0-1,1 1,0-1,1 0,-1 0,1-1,0 1,0-1,0 0,0-1,1 1,-1-1,1 0,0 0,0-1,1 0,-1 0,0 0,1-1,12 0</inkml:trace>
  <inkml:trace contextRef="#ctx0" brushRef="#br0" timeOffset="20919.184">13596 1779,'673'2,"-651"-1,13-1,0 1,-1 2,1 2,-1 1,0 1,8 4,-37-9,0 0,0-1,0 1,0 1,0-1,-1 1,1 0,-1 0,0 0,0 1,0-1,0 1,-1 0,1 0,-1 1,0-1,0 0,-1 1,1 0,-1 0,0 0,0 0,-1 0,0 0,1 0,-2 0,1 1,-1-1,1 5,-8 63,2 28,7-96,0 0,0 0,0 0,0-1,1 1,0-1,0 0,0 1,1-2,-1 1,1 0,0-1,0 1,0-1,1 0,-1-1,1 1,-1-1,1 0,0 0,0 0,0 0,0-1,0 0,0 0,0-1,0 1,1-1,-1 0,0-1,0 1,0-1,1 0,-1 0,0 0,0-1,-1 0,1 0,0 0,0-1,-1 1,0-1,1 0,-1-1,0 1,-1-1,2 0,2-7,0 1,-1-1,0 0,-1 0,0-1,-1 0,0 0,-1 0,1-5,-1 3,9 75,-9-55,0 0,1 0,0 0,-1-1,2 1,-1-1,1 0,-1 0,1 0,1-1,-1 0,1 0,-1 0,1-1,0 0,1 0,-1 0,0-1,1 1,-1-2,1 1,0-1,0 0,0 0,1-1,31 5</inkml:trace>
  <inkml:trace contextRef="#ctx0" brushRef="#br0" timeOffset="21309.952">15334 1979,'-7'-2,"-1"1,1 1,0-1,0 1,-1 0,1 1,0 0,-1 0,1 0,0 1,0 0,0 0,1 1,-1 0,0 0,1 1,0 0,0 0,0 0,0 1,1 0,-1 0,1 0,1 1,-1-1,-3 6,7-8,0 0,0 0,1 0,-1 1,1-1,-1 0,1 0,0 0,0 1,0-1,1 0,-1 0,1 1,0-1,-1 0,1 0,1 0,-1 0,0 0,1 0,0-1,-1 1,1 0,0-1,1 0,-1 1,0-1,1 0,-1 0,1 0,-1 0,1 0,2 0,6 5,1-1,0-1,0 0,1 0,-1-2,1 1,9 0,-5-1,1-1,-1-1,0-1,0 0,1-1,-1-1,0 0,0-2,0 0,13-5,-21 6,0-1,0 0,-1-1,1 1,-1-2,0 1,0-1,0 0,-1-1,0 0,0 0,-1 0,0-1,0 0,-1 0,0 0,0-1,-1 0,2-7,6-54,-13 70,0 0,1 0,-1 0,0 0,0 0,0 1,1-1,-1 0,0 1,0-1,1 0,-1 1,0-1,1 1,-1-1,0 1,1-1,-1 1,1-1,-1 1,1 0,-1-1,1 1,-1 0,1-1,-1 1,1 0,0 0,0-1,-1 1,1 0,0 0,0 0,0-1,0 1,0 0,0 0,0 0,0-1,0 2,-4 10,1 1,0 0,1 0,1 1,0-1,0 0,1 0,1 1,1 5,-1-14,-1 0,1 0,1 0,-1 0,1 0,-1 0,2 0,-1-1,0 1,1 0,0-1,0 0,0 0,0 0,1 0,0 0,0-1,0 0,0 1,0-2,1 1,-1 0,1-1,0 0,0 1,19 2</inkml:trace>
  <inkml:trace contextRef="#ctx0" brushRef="#br0" timeOffset="21607.077">15614 1564,'-18'-2,"-9"-1,1 5,5 4,5 6,6 0</inkml:trace>
  <inkml:trace contextRef="#ctx0" brushRef="#br0" timeOffset="25530.74">4559 3944,'0'18,"2"20,3 17,5 13,6 8,2 5,1 0,-2-2,-2-6,-7-10,-5-16</inkml:trace>
  <inkml:trace contextRef="#ctx0" brushRef="#br0" timeOffset="26076.725">4545 4037,'2'-16,"1"-1,0 1,1 0,0 0,2 0,2-6,-6 17,1 1,-1-1,0 1,1-1,0 1,0 0,0 0,1 0,0 1,-1-1,1 1,0 0,0 0,1 0,-1 0,1 1,-1 0,1 0,0 0,0 0,0 1,3-1,-1 3,-1 0,1 1,0-1,-1 1,1 1,-1-1,0 1,0 0,0 0,0 1,-1 0,1 0,-1 0,0 1,0 0,0 0,-1 0,0 0,0 1,0-1,-1 1,0 0,0 0,0 1,-1-1,0 1,0-1,0 1,-1-1,0 1,0 4,-1-5,-1-1,0 1,1 0,-2-1,1 1,-1 0,0-1,0 0,0 1,-1-1,1 0,-2 0,1 0,0-1,-1 1,0-1,0 0,0 0,0 0,-1-1,0 1,1-1,-1 0,0 0,-1-1,1 0,0 0,-1 0,1 0,-1-1,0 0,1 0,-1 0,0-1,0 0,1 0,-1-1,0 1,1-1,-1 0,0-1,1 1,-1-1,1 0,0-1,-2 0,6 3,0 0,0-1,0 1,0-1,0 1,0-1,0 1,0-1,0 1,0-1,0 0,0 0,0 1,0-1,1 0,-1 0,0 0,1 0,-1 0,0 0,1 0,0 0,-1 0,1 0,-1 0,1 0,0-1,0 1,0 0,0 0,0 0,0 0,0-1,0 1,0 0,0 0,0 0,1 0,-1 0,1 0,-1 0,1 0,-1 0,1 0,-1 0,1 0,0 0,0 0,0 0,7-2,1 0,-1 1,1 0,0 1,0 0,-1 0,1 1,0 0,0 1,0 0,1 0,12 1,-3-1,33 3,0-3,1-2,27-5,-66 4,-1 0,1-1,0 0,-1-1,1-1,-1 0,0-1,-1 0,1-1,-1 0,-1-1,0 0,0-1,0 0,4-7,17-40,-31 55,-1-1,1 0,-1 1,0-1,1 0,-1 0,0 1,0-1,0 0,0 0,-1 1,1-1,0 0,-1 0,1 1,-1-1,1 0,-1 1,0-1,0 1,0-1,0 1,0-1,0 1,0 0,0-1,-1 1,1 0,0 0,-1 0,1 0,-1 0,1 0,-1 0,-5 0,0 0,0 0,0 1,0 0,1 0,-1 0,0 1,0 0,0 0,1 1,-1 0,1 0,-1 1,1 0,0 0,0 0,0 1,0-1,1 1,-1 1,1-1,0 1,0 0,1 0,-1 1,1-1,1 1,-1 0,1 0,0 0,-1 2,2-4,-1 1,0 0,1-1,0 1,0 0,1 1,-1-1,1 0,0 0,0 1,1-1,0 1,0-1,0 0,0 1,1-1,0 0,0 1,1-1,-1 0,1 0,0 0,0 0,1 0,0-1,-1 1,2-1,-1 1,0-1,4 3,9 3,1-1,0-1,0-1,1 0,-1-1,1-1,1-1,-1 0,1-2,-1 0,1-1,0 0,2-2,-14 1,68 3</inkml:trace>
  <inkml:trace contextRef="#ctx0" brushRef="#br0" timeOffset="26495.778">6323 3730,'0'18,"0"16,0 10,2 7,6 2,3-1,2-6,2-9,-3-12</inkml:trace>
  <inkml:trace contextRef="#ctx0" brushRef="#br0" timeOffset="27144.511">6123 3556,'67'7,"0"2,0 3,60 21,-116-31,0 2,0 0,0 0,0 1,-1 0,0 1,0 0,-1 0,0 1,0 1,0-1,-1 1,0 1,0 0,-1 0,-1 0,1 1,-1 0,-1 0,0 0,0 1,-1 0,0 1,11 157,-15-167,0 0,0-1,0 1,1 0,-1 0,0 0,1 0,-1-1,1 1,-1 0,1 0,0-1,0 1,0 0,0-1,0 1,0-1,1 0,-1 1,0-1,1 0,-1 1,1-1,-1 0,1 0,-1 0,1-1,0 1,-1 0,1-1,0 1,0-1,0 1,0-1,-1 0,1 0,0 0,0 0,0 0,0 0,0 0,-1-1,2 1,6-5,0 0,0-1,-1 0,0 0,0-1,0 0,-1 0,0-1,0 0,-1 0,0-1,-1 0,1 0,-2 0,1 0,-1-1,0-3,24-83,-19 92,-2 24,-6-15,6 15,1 0,0-1,2 1,0-2,1 1,6 6,-13-19,0 0,1-1,0 1,0-1,0-1,0 1,1-1,0 1,0-2,0 1,0-1,1 0,-1 0,1-1,0 1,0-1,0-1,0 0,0 0,0 0,2-1,-5 0,1-1,-1 0,0 0,1 0,-1 0,0-1,0 0,0 0,0 0,0 0,0-1,-1 1,1-1,-1 0,0 0,0 0,0-1,0 1,0-1,-1 1,3-5,34-88,-27 41,-3 0,-3-1,-2 0,-2 0,-4-35,1 40,-2-135,-5 138,1 53,-11 107,17-90,-2 22,2 0,2-1,2 1,2-1,2 1,10 34,-11-58,0 0,1-1,1 1,1-1,1-1,0 0,2-1,0 0,0 0,2-1,0-1,1 0,0-1,1-1,7 4,14 5</inkml:trace>
  <inkml:trace contextRef="#ctx0" brushRef="#br0" timeOffset="27657.725">7138 3569,'185'66,"-142"-54,-2 2,0 1,-1 2,0 2,-2 2,6 5,-34-20,-1 1,0 0,0 0,-1 1,0 0,0 0,-1 1,0 0,-1 0,0 1,0 0,-1 0,0 0,-1 1,0-1,0 1,-1 0,-1 0,1 10,-16 22,13-42,-1-1,1 1,-1 0,1-1,-1 1,1-1,-1 1,1 0,-1-1,1 1,-1-1,0 0,1 1,-1-1,0 1,1-1,-1 0,0 0,0 1,1-1,-1 0,0 0,0 0,0 0,1 0,-1 0,0 0,0 0,1 0,-1 0,0 0,0 0,1-1,-1 1,0 0,0-1,1 1,-1 0,0-1,1 1,-1-1,1 1,-1-1,0 1,1-1,-1 0,1 1,0-1,-1 0,1 1,-1-1,1 0,0 1,-1-2,-4-9,0-1,1 0,0-1,1 1,0-1,1 0,0 1,1-1,1 0,0 0,1-9,-1 21,1-11,-1-1,2 1,0-1,0 1,1 0,0 0,1 0,1 0,0 1,1 0,0 0,0 0,1 0,0 1,1 1,0-1,5-3,1-2,-12 11,1 0,-1 1,1-1,-1 1,1 0,1 0,-1 0,0 0,1 0,-1 1,1-1,0 1,-1 0,1 0,0 1,1-1,-1 1,0 0,0 0,1 0,-1 0,0 1,1 0,-1 0,123 24,-39-24,-46-3</inkml:trace>
  <inkml:trace contextRef="#ctx0" brushRef="#br0" timeOffset="28583.038">8462 3704,'-30'-4,"0"1,-1 2,1 1,-1 2,-8 2,29-3,0 1,0 0,0 1,0 0,1 0,-1 1,1 0,0 1,0 0,0 1,1-1,-1 2,1-1,1 1,0 0,0 1,-2 2,7-8,0 0,0 0,1 0,-1 0,0 0,1 0,0 1,-1-1,1 1,0-1,0 1,0-1,1 1,-1-1,1 1,-1 0,1-1,0 1,0 0,0-1,0 1,1 0,-1-1,1 1,-1 0,1-1,0 1,0-1,0 1,0-1,1 0,-1 1,1-1,-1 0,1 0,0 0,0 0,0 0,0 0,0-1,0 1,1-1,9 2,0 0,1-1,0-1,-1 0,1-1,-1 0,1-1,0-1,-1 0,1 0,-1-1,0-1,0 0,0 0,-1-2,1 1,-1-1,7-6,-3 3,-1 0,0 0,-1-1,0-1,0-1,-1 0,-1 0,0-1,0 0,2-7,-11 47,-4-20,0 0,1 0,0 1,0-1,1 0,0 1,0-1,1 0,0 1,0-1,0 0,1 0,0 0,1 0,0 0,0 0,0-1,1 0,0 1,0-1,0 0,5 4,-7-9,0 0,0 0,0-1,0 1,0 0,1-1,-1 1,0-1,0 0,1 1,-1-1,0 0,1-1,-1 1,0 0,0-1,1 1,-1-1,0 0,0 1,0-1,0 0,0 0,0-1,0 1,0 0,0-1,0 1,-1-1,1 0,-1 1,1-1,-1 0,1-1,36-71,-33 53,-1 1,-1-1,0 0,-2 0,-1 0,0 0,-2 0,-2-10,4 30,0 0,-1-1,1 1,0 0,0 0,0 0,-1-1,1 1,1 0,-1 0,0-1,0 1,0 0,1 0,-1 0,0-1,1 1,-1 0,1 0,-1 0,1 0,0 0,0 0,-1 0,1 0,0 0,0 0,0 1,0-1,0 0,0 0,0 1,0-1,0 1,0-1,0 1,1-1,-1 1,0 0,0-1,0 1,1 0,-1 0,0 0,0 0,1 0,-1 0,0 1,20 0,0 2,0 0,0 1,0 2,-1 0,0 1,13 7,-24-11,0 0,-1 1,1 0,-1 0,0 1,-1 0,1 1,-1-1,0 1,0 1,-1-1,0 1,0 1,0-1,-1 1,0 0,-1 0,0 0,0 1,1 3,0 8,-6-17,2 0,-1-1,0 1,0 0,1-1,0 1,-1-1,1 1,0-1,0 1,0-1,1 1,-1-1,0 0,1 0,0 0,-1 0,1 0,0 0,0 0,0-1,0 1,1 0,-1-1,0 0,0 0,1 0,0 1,8-3,1 1,-1-2,0 0,-1 0,1-1,0 0,-1-1,0 0,1-1,-2 0,1 0,-1-1,1 0,-2-1,8-6,-4 5,-1-1,1-1,-2 1,1-2,-1 0,-1 0,0 0,0-1,-1-1,-1 1,0-1,-1 0,0-1,-1 0,2-9,-6 22,-1 0,1 0,-1 0,0-1,1 1,-1 0,0 0,0 0,1 0,-1-1,0 1,0 0,0 0,-1 0,1-1,0 1,0 0,-1 0,1 0,0 0,-1 0,1 0,-1-1,0 1,1 0,-1 1,0-1,0 0,1 0,-1 0,0 0,0 0,0 1,0-1,0 0,0 1,0-1,0 1,0-1,-1 1,1 0,0-1,0 1,0 0,0 0,-1 0,1 0,0 0,0 0,0 0,-1 0,1 0,0 1,0-1,0 1,0-1,0 0,-1 1,1 0,0 0,-6 4,0 0,1 1,-1 0,1 0,1 1,-1 0,1 0,0 0,1 0,0 1,0 0,0 0,1 0,0 0,1 0,0 1,0-1,1 1,0-1,0 10,2-11,0 0,0 0,0 0,1 0,0 0,1 0,-1 0,1-1,0 1,1-1,0 0,0 0,0 0,1 0,-1-1,1 0,1 0,-1 0,1-1,0 1,0-2,0 1,0 0,1-1,3 1,14 6,1-1,0-1,0-1,0-1,1-2,14 1,56 2,-6-5</inkml:trace>
  <inkml:trace contextRef="#ctx0" brushRef="#br0" timeOffset="28942.612">10093 3623,'-13'-5,"-1"0,0 1,-1 1,1 0,0 1,-1 1,0 0,-6 1,15 1,0-1,1 1,-1 0,1 0,-1 1,1-1,-1 1,1 1,0-1,0 1,0 0,0 0,0 0,0 1,1-1,0 1,0 0,0 1,0-1,1 1,0-1,-3 5,4-5,-1 0,0 1,1-1,0 1,0-1,1 1,-1 0,1 0,0 0,0 0,0 0,1 0,0 0,0 0,0 0,1 0,-1 0,1 0,0-1,1 1,-1 0,1 0,0-1,0 1,1-1,-1 1,1-1,0 0,0 0,0 0,1-1,-1 1,1-1,0 1,0-1,0-1,0 1,1-1,-1 1,1-1,-1 0,1-1,0 1,0-1,2 0,1-1,1-1,0-1,0 0,-1 0,1-1,-1 0,1 0,-1-1,0 0,-1 0,1-1,-1 0,0 0,0-1,0 0,-1 0,0-1,0 0,-1 0,0 0,0 0,0-1,-1 0,0 0,-1 0,0-1,0 1,-1-1,0 1,0-1,-1 0,0 0,-1-3,-1 0,-2 15,-4 22,8-20,-1 1,1 0,-1-1,1 1,1-1,-1 1,1-1,0 0,1 0,-1 1,1-1,0-1,0 1,0 0,1-1,0 0,-1 0,2 0,-1 0,0 0,1-1,-1 0,1 0,0 0,0-1,1 1,16 7,-1-1,2 0,-1-2,1-1,12 2,41 6</inkml:trace>
  <inkml:trace contextRef="#ctx0" brushRef="#br0" timeOffset="30525.964">14411 3569,'-11'-5,"-1"0,1 1,-1 0,0 1,0 1,-1-1,1 2,-1 0,1 0,-1 1,1 1,0 0,-1 1,1 0,0 0,0 2,0 0,0 0,1 1,-1 0,1 1,0 0,-5 5,13-9,1-1,0 1,0 0,0 0,0 0,0 0,1 1,-1-1,1 0,-1 1,1-1,0 1,0-1,0 1,0 0,1 0,-1-1,1 1,-1 0,1 0,0-1,0 1,0 0,1 0,-1-1,1 1,-1 0,1 0,0-1,0 1,0-1,0 1,1-1,-1 1,0-1,1 0,0 0,0 1,0-1,0 0,0-1,0 1,0 0,0-1,1 1,-1-1,1 0,1 1,5 1,0-1,0 0,0 0,0-1,0 0,0-1,1 0,-1 0,0-1,0 0,0-1,0 0,0 0,-1-1,1 0,0 0,2-3,-5 4,0-1,0-1,-1 1,1-1,-1 0,0 0,0 0,0-1,-1 1,1-1,-1 0,0-1,-1 1,1-1,-1 0,0 0,0 0,-1 0,0 0,0 0,-1-1,1 1,-1-1,0-3,-1 10,0-1,1 0,-1 1,0-1,0 0,1 1,-1-1,0 0,0 1,0-1,0 0,0 0,0 1,0-1,0 0,0 0,0 1,0-1,-1 0,1 1,0-1,0 0,-1 1,1-1,-1 0,1 1,0-1,-1 1,1-1,-1 1,1-1,-1 1,1-1,-1 1,0-1,1 1,-1 0,0-1,1 1,-1 0,0 0,1-1,-1 1,0 0,1 0,-1 0,0 0,0 0,1 0,-1 0,0 0,0 0,1 0,-1 1,0-1,1 0,-1 0,0 1,1-1,-1 0,0 1,1-1,-1 0,1 1,-1-1,0 1,-1 4,0 0,-1 1,2-1,-1 0,0 1,1-1,0 1,1-1,-1 1,1 0,0-1,0 1,1 0,0-1,0 1,0-1,1 1,-1-1,1 0,1 1,-1-1,1 0,0 0,0-1,0 1,0-1,1 1,0-1,4 3,58 27,-33-25</inkml:trace>
  <inkml:trace contextRef="#ctx0" brushRef="#br0" timeOffset="30892.441">14558 3423,'3'19,"2"0,0-1,1 1,1-1,1 0,0-1,1 0,1 0,1-1,0 0,1-1,1 0,0-1,1-1,1 0,0 0,0-2,1 0,1-1,3 1,-18-9,-1-1,1 1,0-1,0 0,0 0,0 0,1 0,-1 0,0 0,0 0,1-1,-1 1,0-1,1 0,-1 0,0 0,1 0,-1 0,0 0,1-1,-1 1,0-1,1 1,-1-1,0 0,0 0,0 0,0 0,0 0,0-1,0 1,0-1,0 1,-1-1,1 1,0-1,-1 0,0 0,1 0,-1 0,0 0,0 0,0 0,1-3,5-18,-1 0,-2-1,0 0,-1 0,0-16,6-50,2 60,-4 22</inkml:trace>
  <inkml:trace contextRef="#ctx0" brushRef="#br0" timeOffset="31693.286">15227 3637,'15'-12,"0"0,0-1,-1-1,-1 0,0-1,-1-1,-1 1,0-2,-1 0,-1 0,6-16,-14 31,0 1,0 0,0 0,-1-1,1 1,-1 0,1-1,-1 1,1 0,-1-1,0 1,0-1,0 1,0-1,0 1,0 0,0-1,0 1,0-1,-1 1,1-1,-1 1,1 0,-1-1,1 1,-1 0,0 0,0-1,0 1,1 0,-1 0,0 0,0 0,-1 0,1 0,0 0,0 1,0-1,-1 0,1 0,0 1,0-1,-1 1,1-1,-1 1,1 0,0 0,-1-1,1 1,-1 0,1 0,-1 0,1 1,-1-1,1 0,0 0,-1 1,-5 1,1 1,-1 0,1 1,0-1,0 1,0 0,1 1,0-1,-1 1,1 0,1 1,-1-1,1 1,0 0,0 0,1 0,0 0,0 1,0-1,1 1,0 0,0 0,1 0,-1 0,2 0,-1 0,1 0,0 0,0 0,1 0,0 0,0 0,1 0,0 0,0-1,2 4,4-1,0 0,1-1,0 0,0-1,0 1,1-2,1 1,-1-2,1 1,0-1,0-1,0 0,0-1,1 0,0 0,0-2,-1 1,1-1,12-1,-16 1,0 0,0-1,1 0,-1-1,0 1,0-2,1 1,-1-1,0 0,-1-1,1 0,0 0,-1-1,1 1,-1-2,0 1,-1-1,1 0,-1 0,0-1,0 0,0 0,-1-1,0 1,0-1,-1 0,0 0,1-2,1-12,-1-1,0 1,-2-1,0 0,-1-18,-15 78,11-32,1 1,0-1,0 0,0 1,1-1,0 1,0-1,1 0,-1 1,1-1,1 0,-1 0,1 1,0-1,1 0,0-1,-1 1,2 0,-1-1,1 0,-1 0,2 0,-1 0,0 0,1-1,0 0,0 0,0 0,1-1,-1 1,1-1,-1-1,1 1,0-1,0 0,1 0,-1-1,0 0,0 0,1 0,1-1,3-2,-1 0,0-1,1 0,-1-1,0 0,-1-1,1 0,-1-1,0 0,0 0,-1 0,0-1,0-1,0 1,-1-2,0 1,-1 0,0-1,0 0,-1-1,0 1,-1-1,3-9,-1-13,-20 53,11-16,2 0,-1-1,0 1,1 0,0 0,0 0,0 0,1 0,-1 0,1 0,0 0,1 0,-1 1,1-1,0 0,1-1,-1 1,1 0,0 0,0 0,0-1,1 0,-1 1,1-1,0 0,0 0,1 0,-1-1,1 1,0-1,1 1,2 0,1-1,-1 0,1-1,-1 1,1-1,0-1,0 1,0-1,0-1,0 0,0 0,0 0,0-1,0 0,0-1,0 0,0 0,0-1,-1 0,1 0,-1 0,0-1,0 0,0-1,-1 1,0-1,0-1,0 1,0-1,-1 0,0 0,0-1,0 0,-1 0,0 0,1-4,1-60,-12 63,1 22,5-9,0 0,1 1,0-1,-1 0,2 0,-1 1,0-1,1 0,0-1,0 1,1 0,-1 0,1-1,0 0,0 1,1-1,-1 0,1 0,4 3,86 57,-56-45,1-3,1-1,1-2,31 5,-6-3</inkml:trace>
  <inkml:trace contextRef="#ctx0" brushRef="#br0" timeOffset="29417.378">12031 3530,'0'-6,"0"1,-1 0,0-1,0 1,-1 0,0 0,0 0,0 0,0 0,-1 0,1 0,-1 1,-1-1,1 1,0 0,-1 0,0 0,0 0,0 1,-1 0,1 0,-1 0,0 0,1 1,-1-1,0 1,-3 0,-3-2,1 0,-1 2,0-1,1 1,-1 1,0 0,0 0,0 1,-1 0,1 1,0 1,1 0,-5 1,7-1,0 1,0 0,0 1,1 0,-1 0,1 0,0 1,0 0,0 1,1-1,0 1,0 1,0-1,1 1,0 0,0 0,1 0,0 1,0 0,1 0,-1 0,2 0,-1 0,1 0,1 1,0-1,0 1,0 0,1-1,0 1,1-1,0 1,0-1,1 1,0-1,1 0,0 0,0 0,0 0,2 1,6 3,1 0,0-2,1 1,0-2,0 0,1 0,0-1,1-1,0 0,0-1,0-1,1 0,0-1,0-1,0-1,0 0,0-1,0 0,1-1,6-2,2 1,-1-1,1 0,-1-2,0-1,0-1,-1-1,0-2,0 0,0-1,-1-1,7-5,16-16</inkml:trace>
  <inkml:trace contextRef="#ctx0" brushRef="#br0" timeOffset="29619.057">12405 3343,'0'20,"0"14,3 10,2 7,6 1,5-1,2-2,0-8,2-8,-3-8,-1-8,-2-8,-3-12,-4-4</inkml:trace>
  <inkml:trace contextRef="#ctx0" brushRef="#br0" timeOffset="29994.601">12807 3369,'-30'25,"0"-1,-1-1,-1-2,-2-1,0-2,-29 12,42-21,10-4,8-4,-1 1,0-1,0 1,1 0,-1-1,1 2,0-1,0 0,0 1,0-1,0 1,0 0,0 0,1 0,0 0,-2 3,4-4,1 1,0-1,0 0,0 0,0 0,1 0,-1 0,1 0,-1-1,1 1,-1 0,1-1,0 1,0-1,0 1,0-1,0 0,0 0,0 0,0 0,1 0,-1-1,0 1,0-1,3 1,-1 0,36 11,0-2,1-2,0-2,0-2,28-1,-32 0,101 3,-104-6</inkml:trace>
  <inkml:trace contextRef="#ctx0" brushRef="#br0" timeOffset="22945.128">1163 4024,'0'1,"0"0,0 0,0 0,1-1,-1 1,0 0,0 0,1 0,-1 0,0-1,1 1,-1 0,1 0,-1-1,1 1,-1 0,1-1,0 1,-1 0,1-1,0 1,0-1,-1 1,1-1,0 0,0 1,-1-1,1 0,0 1,0-1,0 0,0 0,0 0,0 0,-1 0,2 0,-3-2,1 1,-1-1,1 0,-1 0,0 1,1-1,-1 1,0-1,0 0,0 1,0 0,-1-1,1 1,0 0,-1-1,1 1,-1 0,1 0,-1 0,1 0,-1 1,0-1,1 0,-1 1,0-1,0 1,1-1,-1 1,-2 0,-4 0,0 0,0 1,0 1,0-1,0 1,0 1,0-1,0 1,1 1,-1 0,1 0,0 0,0 0,1 1,-1 1,1-1,0 1,1 0,-1 0,1 0,0 1,1 0,-1 0,1 0,-2 7,1-5,1 0,-1 1,2 0,-1 0,2 0,-1 0,1 0,1 0,0 0,0 6,1-12,0 0,0 1,1-1,-1 0,1 0,0 0,1 0,-1 0,1 0,0 0,-1-1,2 1,-1-1,0 1,1-1,-1 0,1 0,0 0,0 0,0 0,1-1,-1 1,1-1,-1 0,1 0,0 0,1 0,5 1,1 0,-1 0,1-1,0-1,-1 1,1-2,0 0,0 0,0-1,0 0,-1-1,1 0,0 0,6-4,8-3,0 0,-1-2,-1-1,0-1,12-9,-16 9,-1 0,0-1,-1-1,0-1,-2-1,0 0,0-1,1-5,-7 9,-13 58,2-40,1 0,-1 0,1 1,0-1,0 0,1 1,-1-1,1 0,0 1,0-1,0 1,1-1,-1 0,1 1,0-1,1 0,-1 1,1-1,0 0,0 0,0-1,0 1,0 0,1-1,0 1,0-1,0 0,0 0,0 0,1 0,-1 0,1-1,3 2,1-3,-1 0,1-1,-1 0,1-1,-1 0,1 0,-1 0,1-1,-1 0,0-1,0 1,0-1,0-1,-1 1,1-1,-1 0,0-1,0 0,0 0,-1 0,0 0,0-1,0 0,-1 0,1 0,-2-1,1 1,-1-1,0 0,0 0,0 0,-1 0,0-4,-2 4,-1 0,0 1,0-1,-1 1,0-1,0 1,-1 0,1 0,-2 0,1 0,0 0,-1 1,0-1,0 1,-1 0,0 0,1 1,-2-1,1 1,0 0,-1 1,0-1,0 1,0 0,0 1,0-1,0 1,-1 0,1 1,-1 0,0 0,1 0,-1 1,0-1,1 2,-1-1,0 1,1 0,-5 1,5 1,1 0,-1 0,0 0,1 1,0-1,0 1,0 1,0-1,1 1,-1-1,1 1,0 1,1-1,-1 0,1 1,0 0,1 0,-1 0,1 0,0 0,1 0,-1 0,1 1,1-1,-1 1,1-1,0 0,0 1,1-1,0 1,0-1,1 0,-1 0,1 0,1 1,-1-2,1 1,0 0,0-1,1 1,0-1,0 0,0 0,0 0,4 2,64 15,-37-20</inkml:trace>
  <inkml:trace contextRef="#ctx0" brushRef="#br0" timeOffset="23205.542">1644 3637,'-16'-9,"-7"-3,-3 0,2 3,4 0,8-1,11 0,10-1,10 1,6 0,7 0,1-1,-2 1,-4 0,-5 3,-5 1</inkml:trace>
  <inkml:trace contextRef="#ctx0" brushRef="#br0" timeOffset="23985.194">1617 3597,'-1'-2,"1"1,0 0,-1 0,0 0,1 0,-1 0,0-1,1 1,-1 0,0 1,0-1,0 0,0 0,0 0,0 0,0 1,0-1,0 1,-1-1,1 1,0-1,0 1,0-1,-1 1,1 0,0 0,0 0,-1 0,1 0,0 0,-1 0,1 0,0 0,0 0,-1 1,1-1,0 1,0-1,0 1,-1-1,1 1,0 0,0-1,0 1,0 0,0 0,0 0,1 0,-1 0,0 0,0 0,0 1,-10 7,0 0,0 1,1 0,0 0,1 1,0 1,1 0,0 0,1 0,0 1,-3 10,10-23,1-1,-1 1,0 0,1 0,-1-1,0 1,1 0,-1 0,0-1,1 1,-1 0,1 0,-1 0,1 0,-1 0,0 0,1 0,-1 0,1 0,-1 0,1 0,-1 0,0 0,1 0,-1 0,1 0,-1 0,1 0,-1 1,0-1,1 0,-1 0,0 0,1 1,-1-1,0 0,1 1,-1-1,0 0,1 1,-1-1,0 0,0 1,1-1,-1 0,0 1,0-1,0 1,0-1,0 0,1 1,-1-1,0 1,0-1,0 1,0-1,0 1,0-1,-1 0,1 1,0-1,0 1,0-1,0 1,32-24,-16 8,-2 0,1-2,-2 0,0 0,-1-1,-1-1,-1 0,0 0,-2-1,0 0,2-10,-10 29,0 0,0-1,0 1,0 0,0 0,1-1,-1 1,0 0,1-1,-1 1,1 0,-1 0,1 0,0 0,-1-1,1 1,0 0,0 0,0 0,0 1,0-1,0 0,0 0,0 0,0 1,0-1,1 1,-1-1,0 1,0-1,1 1,-1 0,0-1,1 1,-1 0,0 0,0 0,1 0,-1 0,0 0,1 0,-1 1,0-1,1 0,-1 1,0-1,0 1,0 0,2 0,8 8,0 1,-1 1,0 0,-1 0,0 1,-1 0,0 1,3 7,6 8,73 140,-75-129</inkml:trace>
  <inkml:trace contextRef="#ctx0" brushRef="#br0" timeOffset="24367.742">1764 4078,'0'4,"3"7,0 5,2 8,5 3,5 2,4 1,5-3,3-3,6-6,3-6,2-10,2-9,0-11,-1-7,-6-3,-7 3</inkml:trace>
  <inkml:trace contextRef="#ctx0" brushRef="#br0" timeOffset="24720.088">2179 3985,'102'224,"-102"-223,1 1,0-1,-1 1,1-1,0 0,0 0,0 1,0-1,0 0,0 0,0 0,1 0,-1 0,0 0,1 0,-1-1,0 1,1 0,-1-1,1 1,-1-1,1 0,-1 1,1-1,0 0,-1 0,1 0,-1 0,1 0,-1 0,1 0,-1-1,1 1,0-1,-1 1,0-1,1 1,-1-1,1 0,-1 0,0 0,2 0,8-10,0 0,0-1,-1 0,-1-1,0 0,0-1,5-11,0 0,31-54,-45 78,0 1,0-1,0 1,0-1,0 1,1-1,-1 1,0-1,0 1,0-1,1 1,-1-1,0 1,0-1,1 1,-1 0,0-1,1 1,-1-1,1 1,-1 0,0-1,1 1,-1 0,1 0,-1-1,1 1,-1 0,1 0,-1 0,1 0,-1 0,1 0,-1 0,1-1,-1 1,1 1,-1-1,1 0,-1 0,1 0,-1 0,1 0,-1 0,1 0,-1 1,1-1,-1 0,0 0,1 1,-1-1,1 0,-1 1,0-1,1 0,-1 1,0-1,1 1,-1-1,0 1,0-1,1 0,-1 1,0-1,0 1,0-1,0 1,1-1,-1 1,8 41,-7-35,-1 0,1 0,0 0,1 0,-1 0,1-1,1 1,-1-1,1 1,0-1,1 0,-1 0,1 0,1-1,-1 1,1-1,0 0,0-1,0 1,0-1,1 0,0 0,0 0,0-1,0 0,1 0,-1-1,1 0,3 1,79 9,-46-10</inkml:trace>
  <inkml:trace contextRef="#ctx0" brushRef="#br0" timeOffset="25193.128">3168 4037,'-8'-5,"0"1,-1 0,1 0,-1 1,0 0,0 0,0 1,0 0,-1 0,1 1,0 1,-1 0,1 0,0 0,-1 1,1 1,0 0,0 0,0 1,0 0,0 0,0 1,1 0,0 1,0-1,0 2,0-1,1 1,0 0,0 1,1 0,0 0,0 0,0 1,-3 5,8-11,-1 0,1 0,0 0,-1 1,1-1,0 0,0 1,0-1,1 1,-1-1,1 1,-1-1,1 1,0-1,0 1,0-1,0 1,0-1,1 1,-1 0,1-1,0 0,-1 1,1-1,0 1,1-1,-1 0,0 0,1 0,-1 0,1 0,-1 0,1 0,0 0,0 0,0-1,0 1,0-1,0 0,1 1,-1-1,1 0,6 1,1 0,-1 0,1-1,0-1,-1 1,1-2,-1 1,1-1,-1-1,1 0,-1 0,1-1,-1 0,0 0,-1-1,1 0,-1-1,1 0,-1 0,-1-1,1 0,-1 0,0-1,0 0,-1 0,0-1,0 0,-1 0,0 0,0 0,-1-1,3-7,-1-9,-2-1,0 1,-2-1,0 0,-2 0,-1 0,-1 0,-2 1,0-4,2 12,-37-218,38 231,0 2,1 0,0 0,-1-1,1 1,-1 0,1 0,-1 0,0 0,0 0,0 0,0 0,0 0,-1 0,1 1,-1-1,1 0,-1 1,1-1,-2 0,2 3,-1 0,1 1,-1-1,1 0,0 0,0 1,0-1,0 0,0 1,0-1,0 1,0-1,0 1,1 0,-1-1,0 1,1 0,0 0,-1-1,1 1,0 0,0 0,0 0,-8 38,3 1,1 0,2 0,2 0,2 7,-2-27,1-1,0 1,2-1,0 0,1 0,1 0,1 0,1-1,1 0,0 0,2-1,0 0,1 0,0-2,1 1,1-1,15 13,-11-16,0-2,0 0,1 0,1-2,0 0,0-2,0 0,1-1,0 0,10 0,41 6</inkml:trace>
  <inkml:trace contextRef="#ctx0" brushRef="#br0" timeOffset="32790.482">1283 4813,'-2'19,"-1"16,-3 17,1 15,0 10,2 3,3-1,7-4,5-7,12-7,9-12,11-12,7-12,4-11,0-10,-3-10,-6-8,-11-2</inkml:trace>
  <inkml:trace contextRef="#ctx0" brushRef="#br0" timeOffset="33045.477">936 5067,'2'11,"15"4,22-7,27-12,26-12,19-8,9-2,-1 3,-23 6</inkml:trace>
  <inkml:trace contextRef="#ctx0" brushRef="#br0" timeOffset="33504.288">1805 5509,'10'-10,"-1"0,1-1,-2 0,0 0,0-1,-1 0,0 0,-1-1,0 1,-1-1,-1-1,0 1,-1-1,0 1,-1-1,0-14,0 16,-2-1,1 0,-1 0,-1 0,-1 0,1 0,-2 0,0 1,0-1,-2 1,1 0,-1 0,-1 0,0 1,-1 0,-2-4,8 14,0-1,1 1,-1-1,0 1,0 0,0-1,0 1,0 0,0 0,0-1,0 1,-1 0,1 0,0 0,-1 0,1 0,0 1,-1-1,1 0,-1 1,0-1,1 1,-1 0,1-1,-1 1,0 0,1 0,-1 0,0 0,1 0,-1 0,0 1,1-1,-1 0,1 1,-1-1,1 1,-1 0,1-1,-1 1,1 0,0 0,-1 0,1 0,0 0,0 0,-1 1,1-1,0 1,0 0,1 0,0 0,0-1,0 1,0 0,0 0,0 0,0 0,0 0,1-1,-1 1,1 0,0 0,-1 0,1-1,0 1,0 0,0-1,0 1,0-1,0 1,1-1,-1 0,0 1,1-1,-1 0,1 0,-1 0,1 0,1 0,55 25,-27-19,1-1,1-1,-1-2,19-2,106 16,-153-17,-1 1,1 0,0 0,-1 0,1 0,-1 1,1 0,-1-1,0 1,0 0,0 0,0 1,0-1,0 1,0 0,-1-1,1 1,-1 0,0 0,0 1,0-1,0 0,-1 1,0-1,1 1,-1-1,0 1,0 0,-1 2,3 105,0-107,0 0,0 0,0-1,1 1,0-1,0 1,0-1,0 0,1-1,-1 1,1-1,-1 0,1 0,0 0,0-1,0 0,0 0,0 0,0 0,0-1,0 0,0 0,0 0,0 0,4-2,28 0,0-1,-1-2,1-2,1-1,20-6</inkml:trace>
  <inkml:trace contextRef="#ctx0" brushRef="#br0" timeOffset="34232.083">2807 5174,'-11'0,"-1"1,1 0,0 1,0 0,0 1,0 0,0 1,0 0,1 1,0 0,0 1,0 0,0 0,1 1,0 0,1 0,0 1,0 1,0-1,1 1,0 0,1 1,0 0,1 0,0 0,0 0,1 2,3-10,0 1,1-1,-1 1,1 0,0-1,0 1,0-1,0 1,0-1,1 1,-1 0,1-1,-1 1,1-1,0 0,0 1,0-1,1 0,-1 1,0-1,1 0,-1 0,1 0,0 0,0 0,0-1,0 1,0 0,0-1,0 0,0 1,1-1,-1 0,0 0,1 0,-1 0,1-1,-1 1,1-1,0 0,-1 1,2-1,6 1,-1 0,1-1,0 0,0 0,0-1,0-1,-1 1,1-1,0-1,-1 0,0 0,0-1,0-1,0 1,0-1,-1 0,0-1,0 0,-1-1,1 1,-2-1,1-1,-1 1,0-1,0 0,-1 0,0-1,0 0,-1 0,0 0,-1 0,0-1,-1 1,1-1,-2 0,1-7,-3 0,-10 39,10-15,-1-1,1 1,0 0,0-1,1 1,0 0,0 0,1-1,-1 1,1 0,1-1,-1 1,1-1,1 0,-1 1,1-1,0 0,0 0,1-1,0 1,0-1,0 0,0 0,1 0,0 0,0-1,0 0,1 0,-1 0,1-1,5 3,-4-5,-1 1,1-1,0-1,-1 1,1-1,0 0,0-1,-1 0,1 0,0 0,-1-1,1 0,-1 0,0-1,1 0,-1 0,0 0,-1-1,1 1,-1-1,1-1,-1 1,-1-1,2-1,2-3,1-1,-1 0,-1 0,0-1,0 1,-1-2,0 1,-1-1,-1 0,0 0,0 0,0-6,-2 2,-18 39,-7 80,23-100,0 1,0-1,0 0,1 1,-1-1,1 1,0-1,0 0,0 1,0-1,1 0,-1 0,1 0,0 0,0 0,0 0,0 0,0-1,1 1,-1-1,1 0,0 0,0 1,-1-2,1 1,1 0,-1-1,3 2,5-1,0 0,0-1,1-1,-1 1,0-2,0 0,1 0,-1-1,0 0,0-1,0 0,-1 0,1-2,-1 1,0-1,0-1,0 0,-1 0,0-1,0 0,-1 0,0-1,0 0,0-1,-1 0,-1 0,0 0,0-1,2-5,-4 7,-1 0,1 0,-2-1,1 0,-1 1,0-1,-1 0,0 0,-1 0,0 0,0 0,-1-4,1 14,0-1,0 0,0 0,-1 0,1 0,0 1,0-1,0 0,0 0,-1 0,1 0,0 0,0 0,0 0,-1 1,1-1,0 0,0 0,-1 0,1 0,0 0,0 0,0 0,-1 0,1 0,0 0,0 0,-1 0,1 0,0 0,0-1,0 1,-1 0,1 0,0 0,0 0,0 0,-1 0,1 0,0-1,0 1,0 0,0 0,-1 0,1-1,0 1,0 0,0 0,0 0,0-1,0 1,0 0,0 0,0 0,-1-1,1 1,0 0,0 0,0-1,0 1,-7 19,4-10,0 0,1 0,0 0,1 1,0-1,1 0,0 0,0 1,1-1,0 0,1 1,-1-1,2 0,0 0,0-1,0 1,1-1,0 1,1-1,0 0,0-1,1 1,0-1,0 0,0 0,1-1,0 0,1 0,2 1,80 31,-50-29</inkml:trace>
  <inkml:trace contextRef="#ctx0" brushRef="#br0" timeOffset="34822.59">3783 5080,'10'0,"0"1,0 0,0 1,0 0,0 0,-1 1,1 0,-1 1,0 0,0 0,0 1,-1 1,1-1,-1 1,-1 0,1 1,-1 0,0 0,-1 1,1-1,-2 2,1-1,-1 0,0 1,-1 0,0 0,1 5,8 31,-2 0,-3 0,-1 1,-2 0,-3 0,-1 0,-6 46,5-90,-3 68,0-35,0 1,3 0,1-1,2 1,1 0,1-1,3 0,0 0,7 12,-13-40,1 0,0 0,0-1,1 1,0-1,0 0,0 0,1 0,0-1,0 1,0-1,1 0,0-1,0 1,0-1,0 0,1-1,-1 0,1 0,0 0,0-1,0 0,0 0,0-1,1 1,-1-2,0 1,1-1,-1 0,1-1,-1 0,0 0,4-1,-5-1,1 0,-1 0,0-1,0 1,0-1,-1-1,0 1,0-1,0 0,0 0,0 0,-1-1,0 0,-1 0,1 0,-1 0,0 0,0-1,-1 1,0-1,0 0,0-3,1-6,-1 1,0-1,-2-1,1 1,-2 0,0 0,-1 0,-1 1,-2-8,0-1,-2-1,-1 1,0 1,-2 0,-1 0,-1 1,-1 0,0 1,-2 0,-1 1,0 1,-1 1,-1 0,-1 1,0 1,-1 1,-1 1,0 0,-1 2,-1 0,0 2,-11-4,-45-1,67 9,30 0,-12 4,111-31,254-60,-358 91,-8 0,0 1,0 0,1 0,-1 0,0 1,0 0,1 0,-1 0,0 1,0 0,0-1,1 2,1 0,-5 0,0 1,0 0,0 0,0 0,-1 0,1 1,-1-1,0 0,0 1,0-1,0 0,0 1,-1-1,0 1,0-1,0 1,0 0,0-1,-1 1,1-1,-2 4,1 5,-1 17,1-17,0 1,0 0,1 0,1 0,0 0,1 0,0 0,1-1,2 8,-5-18,1-1,0 1,-1 0,1-1,0 1,-1 0,1-1,0 1,0-1,1 0,-1 1,0-1,0 0,0 1,1-1,-1 0,1 0,-1 0,1 0,-1-1,1 1,0 0,-1-1,1 1,0-1,0 1,-1-1,1 0,0 0,0 0,-1 0,1 0,0 0,0 0,0 0,-1-1,1 1,0-1,-1 0,1 1,0-1,-1 0,1 0,0 0,14-13</inkml:trace>
  <inkml:trace contextRef="#ctx0" brushRef="#br0" timeOffset="35018.222">4344 5054,'16'9,"6"3</inkml:trace>
  <inkml:trace contextRef="#ctx0" brushRef="#br0" timeOffset="35432.126">4812 4880,'-5'21,"0"1,1 0,1 0,2 0,0 16,0-18,-1 30,2 0,2 1,2-1,2 0,3 0,11 35,29 14,-46-95,0 0,0 0,0-1,0 0,1 0,0 0,-1 0,1 0,0-1,1 0,-1 0,0 0,0 0,1 0,-1-1,1 0,0 0,-1 0,1-1,0 0,0 1,0-2,9-2,1-2,-1 0,-1 0,1-2,-1 1,0-2,-1 0,1 0,-2-1,1-1,-1 1,-1-2,0 0,0 0,-1-1,0 0,4-10,27-52,-38 101,-3-11,5 84,-3-96,0 0,0-1,0 1,1 0,-1 0,1-1,0 1,0-1,1 0,-1 1,1-1,-1 0,1-1,0 1,0 0,0-1,0 1,1-1,-1 0,1 0,-1-1,1 1,2 0,65 5,-37-11</inkml:trace>
  <inkml:trace contextRef="#ctx0" brushRef="#br0" timeOffset="35713.537">5334 5080,'-16'-7,"-12"-6,-6-4,3 1</inkml:trace>
  <inkml:trace contextRef="#ctx0" brushRef="#br0" timeOffset="35714.537">4825 4947,'16'-3,"17"1,14-4,14-1,12-1,6 2,1 1,-12 2</inkml:trace>
  <inkml:trace contextRef="#ctx0" brushRef="#br0" timeOffset="36015.518">5722 5494,'12'-9,"0"-1,0 0,-1-1,-1 0,1-1,-2-1,0 1,0-1,-1-1,-1 1,0-1,-1-1,-1 1,0-1,1-9,-5 23,0-1,-1 0,1 0,-1 0,1 0,-1 0,0 0,0 1,0-1,0 0,0 0,0 0,-1 0,1 0,0 0,-1 0,0 1,1-1,-1 0,0 0,0 1,0-1,0 0,0 1,-1-1,1 1,0 0,-1-1,1 1,-1 0,1 0,-1 0,1 0,-1 0,0 0,0 0,1 0,-1 1,0-1,0 1,0 0,0-1,0 1,0 0,0 0,1 0,-1 0,0 0,0 1,0-1,-1 1,-6 3,0 0,0 1,1-1,-1 2,1-1,1 1,-1 1,1-1,0 1,0 1,1-1,0 1,0 0,1 0,0 1,1 0,0 0,0 0,1 0,-2 8,4-13,1 0,-1 0,1 0,1 0,-1-1,0 1,1 0,0 0,0 0,0-1,0 1,0 0,1-1,0 1,0-1,0 0,0 0,0 1,1-2,-1 1,1 0,0 0,0-1,0 1,0-1,0 0,2 1,104 39,-8-23,2-7</inkml:trace>
  <inkml:trace contextRef="#ctx0" brushRef="#br0" timeOffset="37141.301">7486 5027,'10'0,"1"1,-1 1,0-1,0 2,0-1,0 2,-1-1,1 1,-1 1,0 0,0 0,0 0,-1 1,0 1,0 0,0 0,-1 0,0 1,0 0,-1 0,9 13,0 1,-2 0,0 1,-2 0,-1 1,0 0,1 9,-6-13,23 50,-27-68,0 0,1-1,-1 1,1-1,-1 1,1-1,-1 1,1-1,0 0,0 0,-1 0,1 0,0 0,0 0,0 0,0-1,0 1,0-1,1 1,-1-1,0 0,0 0,0 0,0 0,0 0,0-1,0 1,1-1,-1 1,0-1,0 0,0 0,11-6,0-2,-1 1,0-2,0 1,-1-2,-1 0,0 0,0 0,-1-1,0-1,-2 0,1 0,-1 0,-1-1,0 0,-1 0,-1-1,1-5,11-37,-11 57,0 20,-4-13,0 3,0-1,1 1,0-1,1 1,0-1,1 0,0 0,0 0,1-1,0 1,0-1,1 0,0 0,0-1,1 0,0 0,0-1,1 0,0 0,0 0,0-1,6 2,-4-3,0-1,0-1,1 0,-1 0,0-1,1 0,-1-1,1 0,-1-1,1 0,-1 0,0-1,1-1,-1 1,0-2,-1 0,1 0,-1 0,1-1,-1-1,-1 1,1-2,-1 1,0-1,0 0,-1-1,0 0,-1 0,1 0,-1-1,-1 0,0 0,0 0,-1-1,0 0,-1 1,0-1,0-1,0-4,-3 13,1-1,-1 1,0 0,0-1,0 1,0 0,0-1,0 1,-1 0,1 0,-1-1,0 1,0 0,0 0,0 0,0 0,0 0,0 0,-1 0,1 0,-1 0,1 0,-1 1,0-1,1 1,-1-1,0 1,0 0,0 0,0 0,0 0,-1 0,1 0,0 0,0 1,-1-1,1 1,0 0,-1 0,1-1,0 2,-1-1,-2 0,1 1,-1 0,0 1,1-1,-1 1,1 0,-1 0,1 0,0 0,0 1,0 0,0 0,1 0,-1 0,1 1,0-1,0 1,0 0,0 0,0 0,1 0,0 0,0 1,0-1,0 1,1-1,0 1,0 0,0-1,0 1,1 0,0 0,0 0,0-1,1 1,-1 0,1 0,0-1,1 2,4 2,1 0,0 0,1 0,0-1,0 0,0-1,1 0,0 0,0-1,0 0,1 0,0-1,0-1,0 1,0-2,1 1,-1-1,1-1,-1 0,2 0,42 6,0-2,0-2,0-3,0-2,0-2,44-10,-83 11,1-1,-1-1,0 0,0-1,-1 0,1-1,11-9,-23 14,1 0,-1 0,0 0,0-1,0 1,0-1,-1 0,1 0,-1 0,1 0,-1 0,0 0,-1-1,1 1,0-1,-1 0,0 1,0-1,0 0,0 0,-1 1,1-1,-1 0,0 0,0 0,0 0,-1 0,1 1,-1-1,0 0,0 0,-1 1,1-1,-2-1,-1-3,0 1,-1 0,0 0,-1 0,1 0,-1 1,-1 0,1 1,-1-1,0 1,0 0,-1 1,1 0,-1 0,0 0,0 1,0 1,-1-1,1 1,-4 0,6 1,0 0,0 0,0 0,0 1,0 0,0 0,1 1,-1 0,0 0,0 0,0 1,0 0,1 0,-1 0,1 0,-1 1,1 0,0 1,0-1,0 1,1-1,-1 2,1-1,0 0,0 1,1 0,-1 0,1 0,-1 2,2-4,0 0,1 0,-1 0,1 0,0 1,0-1,0 0,0 1,0-1,1 1,-1-1,1 0,0 1,0-1,1 1,-1-1,1 1,-1-1,1 1,0-1,1 0,-1 0,0 1,1-1,0 0,0 0,0 0,0-1,0 1,0 0,1-1,-1 0,1 1,0-1,0 0,-1 0,4 1,13 4,0-1,1-1,0-1,0 0,0-2,0 0,0-1,1-1,-1-1,0-1,49 1,-66 1,0 0,0 0,0 0,1 0,-1 0,0 0,0 1,0 0,0-1,0 1,0 0,0 1,0-1,0 0,0 1,-1 0,1-1,-1 1,1 0,-1 1,0-1,1 0,-1 1,0-1,-1 1,1-1,1 3,0 7,0-1,0 1,-1 0,0 0,-1 0,-1 0,0 0,-1 8,1 0,-9 544,9-544,0-9,0 0,0 1,-1-1,0 0,-1 0,0 0,0 0,-2 0,1 0,-1 0,-2 0,6-9,-1-1,0 1,0-1,0 1,-1-1,1 1,0-1,0 0,-1 0,1 0,-1 0,1 0,-1 0,0 0,1 0,-1 0,0-1,1 1,-1-1,0 1,0-1,0 0,1 1,-1-1,0 0,0 0,0-1,1 1,-1 0,0-1,0 1,0-1,1 1,-1-1,-51-38,36 18,2 0,1-1,0 0,2-1,1-1,0 0,2 0,1-1,1 0,1 0,-1-11,5 21,0 1,1-1,0 0,1 0,1 0,0 0,2 1,-1-1,2 1,0-1,0 1,1 0,1 1,0-1,1 1,1 0,0 1,1 0,1-1,45-44,3 8</inkml:trace>
  <inkml:trace contextRef="#ctx0" brushRef="#br0" timeOffset="37906.757">9839 5080,'-10'-2,"1"0,0 1,-1-1,1 2,-1 0,1 0,-1 0,1 1,0 1,-1 0,1 0,0 1,0 0,0 0,1 1,-1 0,1 0,0 1,0 1,0-1,1 1,-3 3,1-3,0 1,1 1,0-1,0 1,0 0,1 1,1 0,-1 0,2 0,-1 1,1 0,0 0,1 3,3-12,1 1,-1-1,1 1,-1 0,1-1,0 1,0 0,0 0,0-1,0 1,1 0,-1-1,0 1,1 0,-1-1,1 1,-1-1,1 1,0-1,0 1,0-1,0 1,0-1,0 0,0 1,0-1,1 0,-1 0,0 0,1 0,-1 0,1 0,-1-1,1 1,-1 0,1-1,-1 1,1-1,0 1,-1-1,1 0,0 0,0 0,1 0,76-10,-66 4,0 0,0-1,-1 0,0-1,-1-1,1 0,-2 0,1-1,-1 0,-1-1,0 0,-1 0,0-1,0-1,1-2,-9 15,1 0,-1 0,1 1,-1-1,1 0,-1 0,1 0,-1 0,1 1,-1-1,0 0,1 0,-1 1,1-1,-1 0,0 0,1 1,-1-1,0 1,1-1,-1 0,0 1,1-1,-1 1,0-1,0 1,0-1,0 1,1-1,-1 0,0 1,0-1,0 1,0-1,0 1,0-1,0 1,0-1,0 1,0-1,-1 1,1-1,0 1,0-1,0 1,-1-1,1 1,0-1,0 0,-1 1,1-1,0 1,-1-1,1 0,0 5,-1 1,0 1,1-1,0 1,1-1,-1 1,1-1,0 1,1-1,0 1,0-1,0 0,1 0,-1 0,2 0,-1-1,0 1,1-1,0 0,1 0,-1 0,1 0,0-1,0 0,0 0,0 0,1-1,0 1,2 0,-1-2,-1-1,1 0,0 0,-1 0,1-1,0 0,-1 0,1 0,0-1,0 0,-1-1,1 1,-1-1,0-1,1 1,-1-1,0 0,0 0,0-1,-1 0,0 0,1 0,-1-1,0 1,2-5,4-3,-1-1,0 0,-1 0,-1-1,0 0,-1-1,-1 0,0 0,0 0,-1-6,6-36,-3-2,-2 1,-3-1,-3 0,-3-14,2 1,0 42,2-26,-3 0,-3 0,-7-29,4 58,1 26,-7 68,11 2,3-1,3 0,3 0,3 0,3-1,3 0,3-1,7 11,-24-74,47 116,-45-113,-1-2,1 1,0 0,1-1,-1 1,1-1,0 0,0 0,0-1,0 1,1-1,0 0,-1 0,1 0,0-1,0 1,1-1,-1-1,0 1,1-1,3 1,-1-3,-1-1,1 0,-1 0,0-1,1 0,-1 0,-1-1,1 0,0 0,-1 0,0-1,0 0,0 0,-1 0,1-1,-1 0,-1 0,1-1,-1 1,1-3,7-5,30-37,-42 51,1-1,-1 1,0-1,1 1,-1-1,0 1,1 0,-1-1,0 1,1 0,-1 0,1-1,-1 1,1 0,-1 0,1-1,-1 1,1 0,-1 0,1 0,-1 0,1 0,-1 0,1 0,-1 0,1 0,-1 0,1 0,-1 0,1 0,-1 0,1 1,-1-1,1 0,-1 0,1 1,-1-1,1 0,-1 1,0-1,1 0,-1 1,1-1,-1 0,0 1,1-1,-1 1,0-1,0 1,0-1,1 1,-1-1,0 1,0-1,0 1,7 33,-7-30,0 1,0-1,0 1,0 0,0 0,0-1,1 1,0 0,0-1,1 1,-1-1,1 1,0-1,0 0,0 0,1 0,-1 0,1 0,0 0,0-1,0 1,1-1,-1 0,1 0,0 0,0 0,0-1,0 0,0 0,1 0,1 1,17-1</inkml:trace>
  <inkml:trace contextRef="#ctx0" brushRef="#br0" timeOffset="38178.598">10815 4934,'-16'0,"-8"0,-1-3,-2-2,5-1</inkml:trace>
  <inkml:trace contextRef="#ctx0" brushRef="#br0" timeOffset="38451.9">9999 4532,'18'0,"20"0,22 0,20 0,16 0,7 0,-14 0</inkml:trace>
  <inkml:trace contextRef="#ctx0" brushRef="#br0" timeOffset="38621.74">11016 5067,'3'9,"39"93,-39-97,-1-1,1 0,-1 0,1-1,1 1,-1-1,0 1,1-1,0 0,-1 0,1-1,0 1,1-1,-1 0,0 0,1 0,-1-1,1 1,-1-1,1 0,3 0,-4-1,1 0,-1-1,1 1,-1-1,0 0,1 0,-1 0,0-1,0 0,0 0,0 0,0 0,0 0,-1-1,1 0,-1 0,1 0,-1 0,0 0,-1 0,1-1,0 0,-1 1,0-1,0 0,42-105,8-82,-41 161</inkml:trace>
  <inkml:trace contextRef="#ctx0" brushRef="#br0" timeOffset="38867.189">11577 5027,'0'129,"0"-127,0 0,0 0,1 0,-1 0,0 0,1 0,0 0,-1 0,1 0,0 0,0 0,0 0,0-1,0 1,1 0,-1-1,1 1,-1-1,1 1,-1-1,1 0,0 1,-1-1,1 0,0 0,0 0,0-1,0 1,0 0,0-1,0 1,0-1,0 0,0 0,0 0,0 0,0 0,0 0,5 1,0 0,-1-1,1 0,-1 0,1-1,0 0,-1 0,1 0,-1-1,1 0,-1 0,0-1,0 0,0 0,0 0,-1-1,1 1,-1-1,0-1,0 1,0-1,-1 0,0 0,1 0,-2-1,1 1,-1-1,0 0,0 0,0 0,-1 0,0 0,0-1,-1 1,0-1,0 0,-2 3,0-1,-1 1,0 0,0-1,0 1,0 0,-1 0,1 0,-1 0,0 1,0-1,-1 1,1 0,-1 0,0 0,1 0,-1 1,0-1,-1 1,1 0,0 0,-1 1,1-1,-1 1,1 0,-1 0,1 1,-1-1,0 1,0 0,1 0,-1 1,0-1,1 1,-1 0,1 0,-1 1,1-1,-1 1,1 0,0 0,0 0,-1 1,-2 2,-1-1,1 1,0 0,0 1,1 0,0 0,0 0,0 1,-3 5,7-9,0-1,0 1,1-1,-1 1,1 0,-1 0,1-1,0 1,0 0,0 0,1 0,-1 0,1 0,-1 0,1 1,0-1,0 0,1 0,-1 0,1 0,-1 0,1 0,0 0,0 0,0 0,0-1,1 1,0 1,2 0,0 0,1-1,-1 0,1 0,-1 0,1 0,0-1,0 0,0 0,0 0,0-1,1 0,-1 0,0 0,1 0,3-1,27 3</inkml:trace>
  <inkml:trace contextRef="#ctx0" brushRef="#br0" timeOffset="39194.634">11831 4640,'-6'-2,"-1"1,1 0,-1 1,0-1,1 2,-1-1,0 1,1-1,-1 2,1-1,-1 1,1 0,0 0,0 1,0 0,0 0,0 0,1 1,-1 0,1 0,0 0,0 1,0 0,1 0,0 0,0 0,0 0,0 1,-1 4,2-1,0 1,0-1,1 0,0 1,1-1,0 1,1 0,0-1,0 1,1 0,1-1,-1 1,1-1,1 1,0-1,3 6,73 139,-77-151,1 1,3 10,0-2,1 1,1-1,0 0,1 0,0-1,1-1,0 1,0-1,1-1,1 0,0-1,0 0,0-1,1 0,0-1,1 0,124 4,-89-12</inkml:trace>
  <inkml:trace contextRef="#ctx0" brushRef="#br0" timeOffset="39454.819">12526 4519,'18'9,"15"13,11 10,12 15,8 10,6 9,3 9,-2 8,-8 6,-13 5,-15 1,-22-2,-30-3,-36-6,-10-17</inkml:trace>
  <inkml:trace contextRef="#ctx0" brushRef="#br0" timeOffset="49707.359">829 896,'-9'3,"-4"2,2 3,2 2,6 0,8-2,1-2</inkml:trace>
  <inkml:trace contextRef="#ctx0" brushRef="#br0" timeOffset="51006.549">2834 976,'13'0,"17"3,18-1,20 1,18 0,11-4,-11-1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0:45.138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1,'25'6,"27"6,26 0,29-3,24-4,20-5,10-6,-1-1,-26 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0:45.870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56,'16'0,"21"0,22 0,24-2,19-4,12-2,2-2,-4 0,-10 2,-18 2,-19 3,-20 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0:47.880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241 830,'0'18,"0"11,0 5,0 1,2-3,1-7</inkml:trace>
  <inkml:trace contextRef="#ctx0" brushRef="#br0" timeOffset="675.17">0 536,'68'10,"-9"-4,0 4,0 1,-2 4,1 2,51 23,-100-36,0 0,0 1,0 0,-1 0,0 1,0 0,0 1,-1 0,0 0,0 0,0 1,-1 0,-1 1,1-1,-1 1,-1 0,1 0,-2 0,1 1,-1 0,-1-1,2 8,-4 29,7 29,-4-72,-1 0,1 0,1 0,-1 0,0-1,1 1,-1-1,1 0,-1 0,1-1,0 1,0-1,0 0,0 0,0 0,0 0,0-1,1 1,-1-1,0 0,0 0,0-1,0 0,1 1,-1-1,0 0,0-1,0 1,5-1,0 1,0-2,0 1,0-1,0 0,0-1,-1 0,0 0,0-1,0 0,0-1,-1 0,0 0,0 0,0-1,-1 0,0 0,-1 0,1-1,-1 0,-1 0,0-1,0 1,0-1,-1 0,0 0,-1 0,1-8,-3-2,0 19,0 1,0-1,0 0,0 0,0 0,0 1,0-1,0 0,0 0,0 1,0-1,0 0,0 0,0 1,0-1,0 0,0 0,0 0,0 1,0-1,0 0,-1 0,1 0,0 1,0-1,0 0,0 0,0 0,-1 0,1 1,0-1,0 0,0 0,0 0,-1 0,1 0,0 0,0 1,-1-1,1 0,0 0,0 0,0 0,-1 0,1 0,0 0,0 0,-1 0,1 0,0 0,0 0,-1 0,1 0,0-1,0 1,0 0,-1 0,0 9,1 0,0 0,0-1,1 1,0 0,0 0,1 0,0-1,0 1,1-1,1 0,-1 0,1 0,1 0,-1-1,6 7,-7-9,1 0,-1 0,1-1,0 0,1 0,-1 0,1 0,0-1,0 1,0-1,0-1,0 1,1-1,-1 1,1-2,-1 1,1-1,0 1,0-2,0 1,-1-1,1 1,0-2,0 1,5-1,-5-1,-1 0,1 0,-1 0,0-1,0 0,0 0,0 0,0 0,-1-1,1 0,-1 0,0 0,0 0,0-1,-1 0,0 0,0 0,0 0,0 0,-1 0,1-2,31-122,-33 126,28-185,3-135,-32 315,3-21,-1 1,-2-1,-1 0,-2 1,0-1,-3-2,7 29,-1 0,0 0,0 1,0-1,0 0,-1 0,1 0,0 0,-1 1,1-1,-1 0,0 0,0 1,1-1,-1 1,0-1,0 1,-1-1,1 1,0-1,0 1,-1 0,1 0,-1 0,1-1,-1 1,1 1,-1-1,0 0,1 0,-1 1,0-1,0 1,1-1,-1 1,0 0,0 0,0-1,1 2,-1-1,0 0,0 0,0 0,0 1,1-1,-1 1,0-1,0 1,1 0,-2 0,-4 7,0 1,1-1,0 1,0 0,1 1,1-1,-1 1,1 0,1 0,0 0,0 0,1 1,1-1,-1 1,2 1,-6 25,2 0,2 0,1 0,2 1,2-1,1 0,2 0,1 0,2-1,2 0,1-1,2 0,1-1,2 0,1-2,1 0,2-1,2-1,0-1,13 12,44 17,-51-44</inkml:trace>
  <inkml:trace contextRef="#ctx0" brushRef="#br0" timeOffset="964.785">949 295,'19'-4,"25"0,29 4,25 5,15 10,-11 2</inkml:trace>
  <inkml:trace contextRef="#ctx0" brushRef="#br0" timeOffset="1642.803">1604 1018,'10'-16,"0"1,-1-2,-1 1,0-1,-2 0,0-1,-1 0,0 0,-2 0,0 0,-1-1,-1 1,0-1,-2 1,0-1,-1 1,-1 0,-2-8,2 19,1 0,-1-1,-1 2,1-1,-1 0,0 1,-1-1,1 1,-2 0,1 1,-1-2,3 5,1 0,0 0,-1 0,1 0,-1 0,1 1,-1-1,0 1,0 0,1-1,-1 1,0 1,0-1,0 0,0 1,0 0,0-1,0 1,-1 0,1 1,0-1,0 0,0 1,0 0,0 0,0 0,1 0,-4 1,5-1,0 0,0 0,0-1,0 1,0 0,0 0,1 0,-1 0,0 0,1 0,-1 1,0-1,1 0,-1 0,1 0,0 1,-1-1,1 0,0 0,0 1,0-1,0 0,0 1,0-1,0 0,0 1,0-1,1 0,-1 0,0 1,1-1,-1 0,1 0,0 0,-1 0,1 0,0 0,0 0,0 0,-1 0,1 0,0 0,0 0,0 0,0-1,1 1,-1 0,0-1,0 1,0-1,1 1,-1-1,0 0,0 1,1-1,-1 0,0 0,0 0,1 0,0 0,30 9,1-1,1-1,-1-2,1-1,0-2,27-2,-48 1,138 0,-149-1,1-1,0 1,0 0,-1 0,1 1,0-1,-1 0,1 1,0 0,-1-1,1 1,-1 0,1 1,-1-1,1 0,-1 1,0-1,0 1,1 0,-1-1,0 1,-1 0,1 0,0 1,-1-1,1 0,-1 1,1-1,-1 0,0 1,0 0,-1-1,1 2,8 45,-9-42,0 0,0-1,1 1,0 0,1 0,-1-1,1 1,1 0,-1-1,1 0,0 0,0 0,1 0,0 0,0-1,0 1,1-1,0 0,0 0,0-1,0 0,2 1,0-1,1-1,0 0,0-1,0 1,0-2,0 1,1-1,-1 0,0-1,1 0,-1 0,1-1,-1 0,0 0,0-1,0 0,0-1,0 0,3-1,4-3,0 0,0-1,-1-1,-1 0,1-1,-1-1,-1 0,0 0,3-6,-15 18,0 0,0-1,1 1,-1-1,0 1,0-1,0 1,0-1,1 1,-1-1,0 1,1-1,-1 0,0 1,1-1,-1 1,0-1,1 0,-1 1,1-1,-1 0,1 1,-1-1,1 0,-1 0,1 1,-1-1,1 0,-1 0,1 0,-1 0,1 0,-1 0,1 0,-1 0,1 0,-1 0,1 0,0 0,-1 0,1 0,-1-1,1 1,-1 0,1 0,-1-1,0 1,1 0,-1-1,1 1,-1 0,1-1,-1 1,0 0,1-1,-1 1,0-1,1 1,-1 5,1-1,0 1,0 0,0 0,0 0,1 0,0-1,0 1,0-1,1 1,0-1,0 0,0 0,0 0,0-1,1 1,-1-1,1 1,0-1,0 0,0-1,1 1,-1-1,1 0,-1 0,1 0,0-1,0 1,0-1,0 0,-1-1,2 1,1-1,-1 0,1 0,0 0,-1-1,1 1,-1-2,1 1,-1-1,0 0,0 0,1-1,-1 0,-1 0,1 0,0-1,-1 1,0-2,0 1,0 0,0-1,-1 0,0 0,0 0,0-1,0 1,-1-1,0 0,0 0,-1 0,0 0,0-1,0 1,-1-1,1 1,-1-1,-1 1,1 0,-1-1,0 1,-1 0,1-1,-1 1,-1 0,1 0,-1-1,0 1,0 0,-1 1,0-1,0 0,0 1,0 0,-1-1,0 2,0-1,-1 0,1 1,-1 0,0 0,0 0,0 0,-1 1,1 0,-1 0,0 1,0-1,0 1,0 0,0 1,0 0,-1 0,1 0,-5 0,3 2,0 0,0 0,0 1,1 0,-1 0,0 1,1 0,0 0,0 0,0 1,0 1,0-1,1 1,0 0,0 0,0 1,1-1,-1 2,1-1,1 0,-1 1,1 0,1 0,-1 0,1 0,0 1,1-1,-1 1,2 0,-1 0,1-1,0 1,1 0,0 0,0 0,0 1,3-3,0 0,0 0,0 0,1 0,0-1,0 1,0-1,1 0,0-1,0 1,0-1,0 0,1 0,-1 0,1-1,0 0,0 0,0-1,1 1,-1-1,1-1,-1 1,1-1,5 0,35 7</inkml:trace>
  <inkml:trace contextRef="#ctx0" brushRef="#br0" timeOffset="2437.933">2861 242,'-13'-6,"0"2,0 0,-1 0,1 1,-1 1,0 0,0 1,0 1,0 0,0 1,0 0,0 1,1 1,-1 0,1 0,-1 2,-9 4,18-6,1 0,0 0,0 1,0-1,1 1,-1 0,1 0,0 0,0 0,0 1,1-1,0 1,-1-1,2 1,-1 0,0 0,1 0,0 0,0 0,1 0,-1 1,1-1,0 0,0 0,1 0,0 0,0 0,0 0,0 0,1 0,0 0,0 0,0 0,2 1,14 28,1-1,2-2,1 0,2-1,1-1,9 7,24 30,109 141,-166-206,-1 0,1 0,-1 0,1 0,-1 0,1 0,0 0,-1 0,1 0,0-1,0 1,0 0,-1-1,1 1,0-1,0 1,0-1,0 1,0-1,0 1,0-1,0 0,0 0,0 1,0-1,0 0,1 0,-1 0,0 0,0 0,0 0,0-1,0 1,0 0,0-1,0 1,0 0,0-1,0 1,0-1,0 0,0 1,-1-1,1 0,0 1,0-1,0 0,-1 0,1 0,-1 1,1-1,0-1,9-14,0-2,-1 1,0-1,-2-1,0 1,-1-1,-1-1,-1 1,0-1,-2 1,0-1,-2 0,0-16,0 24,2 2,-1-1,-1 1,0-1,-1 0,0 1,0-1,-1 1,0-1,-1 1,0 0,-2-3,4 12,0 0,1 0,-1 0,0 1,1-1,-1 0,0 1,0-1,0 1,0-1,1 1,-1-1,0 1,0-1,0 1,0 0,0 0,0-1,0 1,0 0,0 0,0 0,0 0,0 0,0 0,0 1,0-1,0 0,0 0,0 1,0-1,0 1,0-1,0 1,0-1,0 1,0-1,1 1,-1 0,0-1,1 1,-1 0,0 0,1-1,-1 1,1 0,-1 0,1 0,-1 0,1 0,0 0,-1 0,1 0,0 0,0 0,0 0,0 0,0 0,0 0,0 0,0 0,0 0,0 0,1 0,-1 0,0 1,3 2,0 1,0-1,0 1,0-1,0 0,1 0,0 0,0 0,0-1,0 0,1 0,-1 0,1 0,0-1,0 0,0 1,0-2,0 1,0-1,0 0,4 1,-6-1,270 69,-269-70,0 1,-1-1,1 1,0 0,-1 1,1-1,-1 1,1-1,-1 1,1 0,-1 1,0-1,0 0,0 1,-1-1,1 1,0 0,-1 0,0 0,0 1,0-1,0 0,0 1,-1-1,1 1,-1 0,0-1,0 1,0 0,-1 0,1-1,-1 1,0 0,0 0,-5 26,4-26,-1 0,1 0,0 0,0 0,0 0,1 0,-1 0,1 0,0 1,0-1,1 0,-1 0,1 0,0 0,0 0,0 0,0 0,1 0,0 0,0-1,0 1,0-1,0 1,1-1,-1 0,1 0,0 0,2 2,5-1,-1-1,1 0,0 0,0-1,0 0,0-1,0 0,1-1,-1 0,0 0,0-1,1 0,-1-1,0 0,0-1,-1 0,1-1,-1 1,1-2,5-3,-6 2,0-1,0 0,-1 0,0-1,0 0,-1 0,0-1,0 0,-1 0,-1-1,1 0,-1 0,-1 0,2-6,2-1,-8 17,1 0,-1 0,1-1,-1 1,0 0,1 0,-1 0,1 0,-1 0,0 1,1-1,-1 0,1 0,-1 0,0 0,1 0,-1 0,1 1,-1-1,0 0,1 0,-1 1,0-1,1 0,-1 0,0 1,0-1,1 0,-1 1,0-1,0 0,0 1,1-1,-1 0,0 1,0-1,0 1,0-1,0 0,0 1,0-1,0 1,0-1,0 1,0-1,0 0,0 1,0-1,0 1,0-1,0 0,0 1,-1-1,1 0,0 1,0-1,0 0,-1 1,1-1,0 0,-1 1,1-1,0 0,-1 1,1-1,0 22,-1-16,0 0,1 0,-1 0,1 0,1 1,-1-1,1 0,0 0,0 0,1 0,0 0,0 0,0 0,1-1,-1 1,2-1,-1 0,0 1,1-1,0-1,0 1,1-1,-1 1,4 1,-2-3,1 0,0-1,0 0,0 0,0 0,0-1,0 0,0 0,0-1,0 0,1 0,-1-1,0 0,0 0,0-1,2 0,19-7</inkml:trace>
  <inkml:trace contextRef="#ctx0" brushRef="#br0" timeOffset="2692.826">4024 215,'-16'-4,"-9"0,-4 6,4 7,6 6,6 5,5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0:46.793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1 950,'-1'-35,"3"1,1-1,1 1,2 0,1 0,2 1,6-15,-14 43,0 1,0 0,0 0,1 0,-1 0,1 0,0 0,0 0,0 1,1-1,-1 1,1-1,0 1,0 0,0 0,0 0,1 1,-1-1,1 1,0 0,-1 0,1 0,0 0,0 0,0 1,0 0,1 0,-1 0,0 1,0-1,1 1,-1 0,3 0,11 8,-1 1,0 0,0 2,-1 0,-1 0,0 1,0 1,-1 1,-1 0,9 12,-11-15,-1 0,0 1,-1 0,0 1,-1 0,-1 0,0 0,0 1,-1 0,0 4,-6-16,1 0,-1-1,0 1,0 0,0 0,0-1,0 1,-1 0,1-1,0 1,-1 0,1-1,-1 1,0 0,1-1,-1 1,0-1,0 1,0-1,0 0,0 1,0-1,-1 0,1 0,0 1,-1-1,1 0,0-1,-1 1,1 0,-1 0,0-1,1 1,-1 0,-1-1,-63 2,62-2,0-1,0 0,0 0,-1 0,1 0,0-1,0 0,1 0,-1 0,0 0,1 0,-1-1,1 0,0 1,0-1,0 0,0-1,0 1,1 0,-1-1,1 0,0 1,0-1,0 0,1 0,0 0,-1 0,1-1,1 1,-1 0,0 0,1-1,0 1,0 0,1 0,-1-1,1 1,0 0,0 0,0 0,0 0,2-4,7-2,0 0,0 1,1 0,0 1,0 0,1 0,0 2,1-1,-1 1,1 1,0 1,1 0,-1 0,1 1,-1 1,1 0,0 1,0 1,6 0,-16-1,1 0,-1 0,1 1,-1 0,1 0,-1 0,1 0,-1 0,1 1,-1 0,1 0,-1 0,0 1,1-1,-1 1,0 0,0 0,0 1,0-1,-1 1,1 0,-1 0,1 0,-1 0,0 1,0-1,-1 1,1 0,-1-1,3 5,0 43,-6-47,0 0,1 0,-1 0,1 0,1 0,-1 0,0 0,1 0,0 0,0 0,0 0,0 0,1 0,-1 0,1-1,0 1,0-1,0 1,1-1,-1 0,1 0,0 0,0 0,0-1,0 1,0-1,1 1,-1-1,3 0,3 1,1 0,-1-1,1 0,0-1,0-1,0 1,0-1,0-1,0 0,-1 0,1-1,0 0,-1-1,1 0,-1 0,0-1,0-1,0 1,-1-1,1-1,-1 0,0 0,-1 0,0-1,0 0,0 0,-1-1,0 0,0 0,-1-1,0 1,-1-1,1 0,-2 0,2-7,4-95,-3 153,-5-34,0 7,0-1,1 1,0-1,1 1,1-1,0 0,1 0,1-1,0 1,1-1,0-1,1 1,0-1,8 8,-12-17,0 0,1-1,0 1,-1-1,1 0,0 0,0 0,0-1,0 1,0-1,0-1,0 1,1-1,-1 0,0 0,0 0,1-1,23-4</inkml:trace>
  <inkml:trace contextRef="#ctx0" brushRef="#br0" timeOffset="647.97">1378 602,'0'25,"10"109,-10-129,2 0,-1-1,1 1,-1 0,1-1,0 1,1-1,-1 0,1 0,0 0,0 0,0 0,1 0,-1-1,1 0,0 0,0 0,0 0,0 0,0-1,1 0,-1 0,1 0,3 1,-3-2,0 0,0-1,0 1,0-1,0 0,-1-1,1 1,0-1,0 0,0 0,-1-1,1 1,0-1,-1 0,1 0,-1-1,0 1,0-1,0 0,0 0,0 0,-1-1,1 1,-1-1,66-100,-37 50,-31 54,0 1,0 0,1-1,-1 1,0 0,0 0,0 0,0 0,0 0,0 0,0 0,0 0,-1 0,1 1,0-1,-1 0,1 0,0 1,-1-1,0 1,1-1,-1 0,0 1,0-1,0 1,0-1,0 0,0 1,1 0,4 25,32 98,-35-121,0 0,1 0,-1 0,1 0,0-1,0 1,0-1,1 1,-1-1,1 0,0 0,0-1,0 1,0-1,0 0,0 0,1 0,-1-1,1 1,-1-1,1 0,-1-1,1 1,0-1,-1 0,1 0,4 0,-1-1,0-1,1 1,-1-2,0 1,0-1,-1 0,1 0,-1-1,1 0,-1-1,0 0,-1 0,1 0,-1-1,4-3,4-7,0 0,-1-1,-1 0,0-1,-2 0,1-2,10-32,-1-1,-4 0,-1-1,-3-1,-2 0,-3-1,-2 1,-2-1,-4-31,1 69,1 7,-1-1,0 1,-1 0,0-1,0 1,-2 0,1 0,-1 0,-3-6,6 16,-1 1,1-1,0 1,0-1,-1 1,1 0,0-1,0 1,-1-1,1 1,-1 0,1-1,0 1,-1 0,1-1,-1 1,1 0,-1 0,1-1,-1 1,1 0,-1 0,1 0,-1 0,1 0,-1-1,1 1,-1 0,1 0,-1 0,1 1,-1-1,1 0,-1 0,1 0,-1 0,1 0,-1 1,1-1,-1 0,1 0,-1 1,1-1,-1 0,1 1,0-1,-1 0,1 1,0-1,-1 1,1-1,0 1,-1-1,1 0,0 1,0-1,0 1,0-1,-1 1,1-1,0 1,0 0,0-1,-6 13,1 0,0 1,1-1,0 1,1 0,1 0,0 0,1 12,-1-14,-2 32,2 1,2-1,1 1,3-1,2 0,1 0,2-1,3 0,1-1,2 0,1-1,3 0,1-2,2 0,25 32,14-6,-60-64,-1 0,1-1,-1 1,1 0,0 0,-1-1,1 1,0-1,0 1,-1 0,1-1,0 1,0-1,0 0,-1 1,1-1,0 0,0 1,0-1,0 0,0 0,0 0,0 0,0 0,0 0,0 0,0 0,0 0,-1 0,1 0,0-1,0 1,0 0,0-1,0 1,0-1,-1 1,1-1,0 1,0-1,-1 0,1 1,0-1,-1 0,1 1,-1-1,1 0,-1 0,1 0,-1 1,1-1,-1 0,0 0,1 0,-1 0,0 0,0 0,0 0,0 0,0 0,0 0,0-11,-1 1,0-1,-1 0,0 1,0-1,-2 1,1 0,-1 0,-1 0,-3-5,8 16,-24-52</inkml:trace>
  <inkml:trace contextRef="#ctx0" brushRef="#br0" timeOffset="896.259">2086 468,'-25'-14,"-19"-8,-12-2,-3 4,7 6,9 4,19 7,25 6,30 5,36 1,35-1,35-2,27-4,-13-3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0:44.54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349 186,'1'10,"2"-15,1-16,-3 16,0 0,0 0,-1 1,1-1,-1 0,0 0,-1 0,1 1,-1-1,0 0,0 0,0 1,-1-1,0 1,0-1,0 1,0 0,0 0,-1 0,0 0,0 0,0 0,-1 1,1-1,-1 1,1 0,-1 0,0 1,0-1,-1 1,1 0,0 0,-4-1,0 1,1 1,-1 0,0 0,0 1,1 0,-1 0,0 1,0-1,1 2,-1-1,1 1,-1 1,1-1,0 1,0 0,0 1,0 0,0 0,1 0,0 1,0 0,0 0,-1 2,-4 4,0 1,1 0,1 0,-1 1,2 0,0 1,1 0,0 0,1 1,1-1,-1 4,3-9,0 0,1 0,0 0,0 1,1-1,0 1,1-1,0 1,1-1,0 0,0 1,1-1,0 0,0 1,1-1,0-1,1 1,0 0,1-1,-1 0,2 0,-1 0,1-1,0 1,1-2,-1 1,5 2,9 2,0-2,1 0,0-1,0-2,1 0,-1-1,2-1,-1-1,0-1,0-1,1-1,-1-1,0-1,1-1,0-1,-1 0,0 0,0-1,-1-1,0-1,0-1,-1-1,15-9,5-8</inkml:trace>
  <inkml:trace contextRef="#ctx0" brushRef="#br0" timeOffset="265.545">804 13,'5'-12,"2"31,-1 22,-2 1,-3 0,-1 0,-1 0,-7 32,-1 38,8-105,0 0,1 0,-1 1,1-1,1 0,-1 1,1-1,1 0,-1 0,1 0,0 0,1 0,0 0,0 0,0-1,1 0,0 1,0-1,1-1,-1 1,1-1,1 0,-1 0,1 0,-1-1,1 1,3 0,4 0,0 0,0-1,1-1,-1 0,1 0,0-2,0 0,0 0,0-1,0-1,0 0,0-1,-1-1,1 0,-1-1,1 0,-1-1,0 0,-1-1,4-3,20-14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0:53.373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375 427,'-3'-7,"1"-1,-2 1,1 0,-1 0,0 0,0 0,-1 0,0 1,0 0,-1 0,0 1,0-1,0 1,0 1,-1-1,0 1,0 0,0 1,0-1,-1 1,1 1,-1-1,0 1,1 1,-1 0,0 0,-5 0,3 4,0 0,0 1,0 1,0-1,1 1,0 1,0 0,0 0,1 1,0 0,0 0,0 1,1 0,1 1,-1-1,1 1,1 0,0 1,0-1,1 1,-3 10,1-8,0 1,2 0,-1 0,2 1,0-1,0 1,2 0,-1 0,2 0,0 0,1 0,0-1,1 5,-1-15,-1-1,1 1,0 0,0-1,0 1,0-1,1 1,-1-1,0 0,1 1,0-1,0 0,0 0,0 0,0 0,0 0,0-1,0 1,1-1,-1 1,1-1,-1 0,1 0,-1 0,1 0,0 0,-1-1,1 1,0-1,0 0,-1 0,1 0,0 0,0 0,1-1,4 0,1-1,-1-1,1 0,-1 0,0 0,0-1,0 0,0-1,-1 0,5-3,3-6,0 0,-1-1,0-1,-1 0,-1-1,0 0,-1-1,-1 0,-1-1,-1 0,-1-1,0 1,-1-1,-1 0,-1-1,0-5,-9 42,2 0,0 1,1-1,1 1,1-1,0 1,1-1,1 1,0-1,1 1,1-1,0 0,2 0,0-1,0 0,1 0,1 0,1-1,0 0,0-1,2 1,1-1,1-2,0-1,1-1,1-1,-1 0,1-1,1 0,-1-1,1-1,0 0,1-1,0-1,45 7</inkml:trace>
  <inkml:trace contextRef="#ctx0" brushRef="#br0" timeOffset="434.104">1137 293,'-30'3,"1"1,0 1,0 2,1 1,-1 1,2 1,-24 13,45-20,-11 3,0 0,1 1,0 1,1 0,0 0,0 2,1 0,-2 2,15-11,0 0,0 0,0 0,0-1,0 1,0 0,0 1,0-1,1 0,-1 0,0 0,1 0,-1 0,1 1,-1-1,1 0,0 1,0-1,-1 0,1 0,0 1,0-1,0 0,1 1,-1-1,0 0,0 1,1-1,-1 0,0 0,1 1,-1-1,1 0,0 0,-1 0,1 0,0 0,0 0,0 0,0 0,0 0,0 0,0 0,0-1,0 1,0 0,0-1,1 1,62 26,99-1,-127-23,0 1,0 3,0 0,8 5,-40-11,-1-1,1 1,-1 0,0-1,1 2,-1-1,0 0,0 1,0-1,0 1,0 0,0 0,-1 0,1 0,-1 1,1-1,-1 1,0-1,0 1,0 0,0 0,0 0,-1 0,1 0,-1 0,0 1,0-1,0 0,0 1,-1-1,1 0,-1 1,0-1,0 1,0-1,-1 1,1-1,-1 0,0 1,0-1,-1 3,-6 4,-2-1,1 0,-1 0,-1-1,1 0,-1 0,-1-2,1 1,-1-1,0-1,-1 0,1-1,-1 0,-3-1,-244 45,208-29,36-9</inkml:trace>
  <inkml:trace contextRef="#ctx0" brushRef="#br0" timeOffset="1632.86">1525 374,'0'18,"0"13,0 8,2 4,3 1,4-1,1-7,5-7,1-8,-2-8</inkml:trace>
  <inkml:trace contextRef="#ctx0" brushRef="#br0" timeOffset="2133.69">1338 65,'23'-2,"1"1,-1 1,0 1,1 1,-1 1,0 1,0 1,0 1,-1 1,0 1,0 0,-1 2,0 1,-1 1,0 0,-1 1,0 2,-1 0,-1 0,0 2,-1 0,9 15,-8-8,-2 0,-1 1,-1 1,-1 1,-1-1,-1 2,-2-1,0 1,2 29,-8-47,-3-8,1 0,0 0,0 0,0 0,0-1,0 1,0 0,0 0,1 0,-1 0,0 0,1 0,0-1,-1 1,1 0,0 0,0-1,0 1,0 0,1-1,-1 1,0-1,0 0,1 1,-1-1,1 0,0 0,-1 0,1 0,0 0,-1 0,1-1,0 1,0 0,0-1,0 1,-1-1,1 0,1 0,6-4,0-1,0-1,0 0,-1 0,0-1,0 0,-1 0,1-1,-2 0,1 0,-1 0,0-1,-1 0,0 0,0-3,75-175,-63 159,-17 28,1 0,0-1,-1 1,1 0,0 0,-1 0,1 0,-1 0,1 0,0 1,-1-1,1 0,0 0,-1 0,1 0,-1 1,1-1,-1 0,1 1,-1-1,1 0,-1 1,1-1,-1 1,1-1,-1 1,1-1,-1 1,0-1,1 1,-1-1,0 1,1-1,-1 1,0 0,0-1,0 1,0 0,0-1,1 1,-1-1,0 1,0 0,-1-1,1 1,0 0,0 0,19 85,-19-75,1 0,0 0,1 0,0 0,0 0,1-1,1 1,0-1,0 0,1 0,0 0,1 0,0-1,1 0,0-1,0 1,0-1,1 0,1-1,-1 0,1-1,4 3,34 7,-1-6</inkml:trace>
  <inkml:trace contextRef="#ctx0" brushRef="#br0" timeOffset="3734.772">2969 266,'-13'-1,"0"0,1 1,-1 1,0 0,0 0,1 1,-1 1,1 0,0 1,0 0,0 1,0 0,1 1,-6 3,10-4,1-1,-1 1,1 0,0 1,0-1,0 1,1 1,0-1,0 1,1-1,0 1,0 1,1-1,-1 0,2 1,-1 0,1 0,0 0,1 0,-1 0,2 0,-1 0,1 1,1-2,-1 0,1 0,1 0,-1-1,1 1,0 0,1-1,0 1,0-1,0 0,1 0,-1 0,2 0,-1-1,0 1,1-1,0 0,0-1,1 1,0-1,-1 0,1 0,0-1,3 1,7 4,0-2,0 0,0 0,1-2,0 0,-1-1,1 0,1-2,7 0,-15 0,0 0,0-1,0 0,0-1,0 0,0 0,0-1,0-1,-1 0,1 0,-1-1,0 0,0 0,0-1,0 0,-1-1,0 0,0 0,-1-1,0 0,0 0,0-1,-1 1,0-2,-1 1,1 0,-2-1,1 0,2-9,-3 0,0-1,-1 0,-1 0,-1 0,0-1,-2 1,0 0,-1 0,-1 0,-1 0,0 1,-2-1,-1-1,7 19,-1 0,1 0,0 0,0 0,-1 0,1 0,0 0,0 0,0-1,0 1,0 0,1 0,-1 0,0 0,0 0,1 0,-1 0,1 0,-1 0,1 0,-1 0,1 0,-1 0,1 1,0-1,-1 0,1 0,0 1,0-1,0 0,0 1,0-1,-1 1,1-1,0 1,0-1,0 1,1 0,-1-1,0 1,0 0,0 0,0 0,0 0,0 0,0 0,0 0,0 0,0 0,0 1,0-1,0 0,0 1,8-2,60-9,1 4,0 3,39 4,-104-2,1 1,-1-1,0 1,1 0,-1 1,0-1,0 1,0 0,1 1,-1-1,0 1,0 0,-1 0,1 0,0 1,-1 0,1 0,-1 0,0 0,0 1,0-1,-1 1,1 0,-1 0,0 1,0-1,0 0,-1 1,0 0,1 2,-16 87,11-89,-1 1,1 0,0 0,0 0,1 0,-1 0,2 0,-1 0,1 0,-1 1,2-1,-1 0,1 0,0 0,0 0,0 0,1 0,0 0,0 0,1 0,0-1,0 1,0-1,0 0,4 4,2-4,0 1,1-2,-1 1,1-1,0-1,0 0,1 0,-1-1,1 0,-1-1,1 0,-1-1,1 0,-1-1,1 0,3-1,-5 1,-1 0,1-1,0 0,-1-1,0 0,0 0,1-1,-2 0,1 0,0-1,-1 0,0 0,0 0,-1-1,1 0,-1-1,-1 0,1 1,-1-2,0 1,-1-1,0 1,0-1,2-7,-7 20,0-1,1 1,-1-1,1 1,0-1,0 1,1-1,-1 1,1-1,0 1,0-1,1 1,-1-1,1 0,0 0,0 0,0 0,0 0,1 0,0 0,0-1,0 1,0-1,0 0,1 0,-1 0,1-1,0 1,0-1,0 0,0 0,0 0,1-1,-1 1,0-1,1 0,-1 0,1 0,0-1,1-1,-1 0,1 0,0 0,-1-1,1 0,-1 0,0 0,0-1,0 1,0-1,0-1,-1 1,1-1,-1 1,0-1,0-1,0 1,0 0,-1-1,0 0,0 0,0 0,-1 0,1 0,-1-1,-1 1,1 0,-1-1,0 0,0 1,0-1,-1 0,0 1,0-1,0 0,-1 0,0 1,0-1,0 1,-1-1,0 1,0-1,-3-3,-3-1,-1 1,0 0,0 1,-1 0,0 1,-1 0,0 0,0 1,0 0,-1 1,1 1,-1 0,0 0,-1 1,1 1,0 0,-1 0,-5 1,-28 3,62 4,158-9,-124-1,257-6,-301 9,0 1,1 0,-1 0,0 0,0 1,1 0,-1 1,0-1,0 1,0 0,0 0,-1 1,1 0,-1 0,1 0,-1 1,0-1,0 1,-1 0,1 1,-1-1,0 1,0 0,0 0,-1 1,0 2,-1 0,0 1,-1 0,0-1,-1 1,1 0,-2 0,1-1,-1 4,0 36,0-47,1 1,0-1,1 0,-1 1,0-1,0 1,0-1,1 0,-1 1,1-1,-1 0,1 1,0-1,-1 0,1 0,0 0,0 1,0-1,0 0,0 0,0 0,0-1,0 1,0 0,1 0,-1 0,0-1,0 1,1-1,-1 1,1-1,-1 0,0 1,1-1,-1 0,1 0,-1 0,0 0,1 0,-1 0,1 0,-1-1,0 1,1 0,-1-1,0 1,1-1,-1 1,0-1,0 0,1 0,0 0,10-9,0 0,0 0,-1-1,0-1,-1 0,0 0,-1-1,-1 0,0 0,2-6,7-9,67-91,-84 118,1 1,-1-1,0 0,0 1,1-1,-1 0,0 1,1-1,-1 1,1-1,-1 1,1-1,-1 1,1-1,-1 1,1 0,0-1,-1 1,1-1,-1 1,1 0,0 0,-1 0,1-1,0 1,-1 0,1 0,0 0,-1 0,1 0,0 0,0 0,-1 0,1 0,0 0,-1 1,1-1,0 0,-1 0,1 1,-1-1,1 0,0 1,-1-1,1 1,-1-1,1 0,-1 1,1-1,-1 1,1 0,-1-1,0 1,1-1,-1 1,0 0,1-1,-1 1,0 0,0-1,0 1,10 58,-10-51,0 0,1 0,0 0,0-1,1 1,0-1,0 1,1-1,0 0,0 1,1-1,0-1,0 1,0-1,1 1,0-1,1-1,4 6,3-4,0-1,1-1,-1 1,1-2,0 0,0-1,0 0,1-1,-1-1,1 0,-1-1,0-1,1 0,-1-1,1 0,4-2,-7 1,0 0,-1 0,1-1,-1 0,0-1,0 0,-1-1,1 0,-1-1,4-4,90-46,-45 29,-45 20,1 0,-1-1,-1-1,0-1,0 1,-1-2,9-11,-17 19,-1 0,0 0,0 0,0 0,-1-1,0 1,0-1,0 1,0-1,-1 0,1 0,-1 0,0 0,-1 0,1 0,-1 0,0 0,0 0,-1 0,0 0,0 0,0 0,0 0,-1 1,1-1,-1 0,-3-3,2 3,-1 0,0 1,-1 0,1 0,-1 0,1 0,-1 1,0 0,-1 0,1 0,0 1,-1-1,1 1,-1 1,0-1,0 1,0 0,0 0,0 1,0-1,0 1,0 1,1-1,-1 1,0 0,0 1,0-1,0 1,1 0,-1 0,1 1,0 0,-1 0,1 0,1 1,-4 2,1-1,1 1,-1 0,1 1,1-1,-1 1,1 0,0 1,1-1,-1 1,2 0,-1 0,1 0,0 1,1-1,0 1,0-1,1 1,0 0,1 0,0-1,0 1,0 0,1 0,1 0,0-1,0 1,0-1,1 0,1 1,-1-1,1 0,0-1,1 1,0-1,0 0,5 5,8-1,-1-1,2-1,-1-1,1 0,0-1,1-2,-1 0,1 0,0-2,0-1,1 0,-1-2,17-1,153-7,-107-2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1:00.037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0 822,'26'-3,"0"0,0-2,-1-1,0 0,0-2,-1-1,0-1,0-2,-1 0,-1-1,0-1,-1-1,1-2,-19 15,4-2,-1 0,1 0,-1-1,0 1,0-2,-1 1,1-1,-1 1,0-2,-1 1,0 0,0-1,0 0,0 0,-1 0,-1 0,2-5,-5 9,-1-1,1 1,-1 0,0 0,0 0,-1 0,1 1,0-1,-1 0,0 1,1 0,-1 0,0 0,0 0,0 0,-1 0,1 1,0-1,-1 1,1 0,0 0,-1 0,0 1,1-1,-1 1,1 0,-1 0,0 0,1 1,-1-1,-5-1,1 0,-1 1,0 0,1 0,-1 1,1 0,-1 0,1 1,-1 0,1 1,0 0,0 0,0 1,0 0,1 0,-1 0,1 1,0 1,1-1,-1 1,1 0,0 0,1 1,-1 0,1 0,1 0,-1 0,1 1,1 0,-1 0,1 0,1 0,-1 0,1 1,1-1,0 2,3 3,0 1,2-1,-1 0,2 0,0-1,0 1,1-1,1 0,0 0,0-1,1 0,1-1,0 1,0-2,1 1,0-1,1-1,-1 0,2 0,-1-1,1-1,0 0,1 0,-1-1,1-1,10 2,-16-4,1 0,0-1,0 0,1 0,-1-1,0 0,0-1,0 0,0 0,0 0,0-1,-1 0,1-1,0 0,-1 0,0-1,1 0,-1 0,-1 0,1-1,-1 0,0 0,1-2,201-209,-195 205,-1 0,0-1,-1-1,-1 0,0 0,0-1,-1 0,-1-1,0-1,8-20,-1-1,-2-1,-2 0,-1 0,-3-1,0 0,-3 0,-1-1,-3-39,0 70,-1-1,-1 1,0-1,0 1,-1 0,0 0,0 0,-1 0,0 1,-3-4,5 9,0 0,0 0,-1 0,1 1,0-1,-1 0,0 1,0 0,1 0,-1 0,-1 0,1 0,0 1,0-1,-1 1,1 0,0 0,-1 0,1 0,-1 1,0 0,1-1,-1 1,1 0,-1 1,1-1,-1 1,-3 0,-1 3,1 0,-1 0,0 1,1 0,0 1,0-1,1 1,0 1,0-1,0 1,1 0,0 0,0 1,0-1,1 1,1 0,-1 0,1 1,1-1,-1 1,1-1,1 1,0 0,0 5,-3 20,1 0,2 1,2-1,1 0,1 0,2 0,2 0,1-1,1 0,2 0,1-1,2 0,1-2,1 1,8 8,-13-22,0 0,2 0,0-1,1-1,0 0,2-1,-1-1,9 6,-18-15,0 0,1 0,-1-1,1 0,-1 0,1 0,0-1,0 0,0 0,0-1,1 0,-1 0,0 0,1-1,-1 0,0-1,0 0,1 0,-1 0,0-1,0 0,0-1,0 1,-1-1,3-1,15-14,-1 0,-1-2,0 0,-1-1,-2-2,0 0,-1 0,-2-2,11-20,-18 31,-6 10,2-2,-1 0,1 0,-1-1,0 0,-1 0,1 0,-2 0,1 0,-1 0,0-1,0 1,-1-1,0 0,0 1,-1-8,-1 13,0 0,0-1,0 1,0 0,0 0,-1 0,1 0,-1 0,0 0,1 0,-1 1,0-1,0 1,0-1,0 1,0 0,0-1,-1 1,1 0,0 0,-1 1,1-1,0 0,-1 1,1 0,-1-1,1 1,-1 0,1 0,-1 0,-1 1,-77 20,74-17,1 1,-1 0,1 0,0 0,0 1,1 0,-1 0,1 1,1-1,-1 1,1 0,0 0,1 0,0 1,0-1,0 1,1 0,0 0,1 0,0 0,0 0,0 0,1 0,1 0,-1 0,1 0,0 0,1 0,0 0,1 0,-1 0,1-1,1 0,-1 1,1-1,1 0,-1-1,1 1,0-1,1 0,2 2,9 3,0-1,1-1,0 0,0-1,1-2,0 0,1 0,-1-2,1-1,0 0,0-1,0-1,0-1,0-1,3-1,102-17,-77 7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1:02.024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82,'22'-3,"0"2,0 0,0 1,0 2,0 0,0 1,0 1,3 2,-18-4,1 1,-1 0,1 0,-1 0,0 1,0 0,-1 0,1 1,-1 0,0 0,0 1,0-1,-1 1,0 0,0 1,-1-1,1 1,-2 0,1 0,-1 0,0 1,0-1,1 7,-1 101,128-344,-125 219,-3 4,0 0,1 1,0-1,0 1,0 0,0 0,1 0,0 0,0 1,4-3,-7 7,0 0,0 0,-1 0,1 0,0 1,0-1,0 0,-1 1,1 0,0-1,0 1,-1 0,1 0,-1 0,1 0,-1 0,1 0,-1 1,0-1,1 0,-1 1,0-1,0 1,0-1,0 1,0 0,-1-1,1 1,0 0,-1 0,1-1,-1 1,0 0,0 0,1 0,-1 0,0-1,0 1,-1 1,4 5,3 12,-2-3,1 1,1-1,0 0,1-1,1 1,1-2,0 1,1-1,1 0,0-1,9 8,-16-18,0-1,1-1,-1 1,1-1,-1 1,1-1,0 0,0-1,0 0,0 1,0-1,0-1,0 1,0-1,0 0,1 0,-1 0,0-1,0 0,0 0,0 0,0-1,0 0,-1 1,1-2,0 1,-1 0,1-2,7-3,-1 0,0-2,-1 1,1-1,-2-1,1 0,-2 0,1-1,-1 0,1-3,2-6,0 0,-2 0,0-1,-2 0,0-1,0-5,-7 26,0 1,0 0,0-1,-1 1,1 0,0-1,0 1,0 0,-1-1,1 1,0-1,0 1,0 0,0-1,0 1,0 0,0-1,0 1,0-1,0 1,0 0,0-1,0 1,0 0,0-1,1 1,-1 0,0-1,0 1,0 0,0-1,1 1,-1 0,0-1,0 1,1 0,-1 0,0-1,1 1,-1 0,0 0,1-1,-1 1,0 0,1 0,-1 0,0 0,1 0,-1 0,0 0,1 0,-1 0,1-1,-1 1,0 1,1-1,-1 0,0 0,1 0,-1 0,1 0,-1 0,15 51,-14-39,2 1,0-1,0 0,1 0,0-1,1 1,1-1,0 0,0 0,1-1,0 0,1 0,0 0,0-1,1-1,1 1,0-1,-7-6,0-1,0 0,0 1,1-1,-1 0,0-1,0 1,1-1,-1 1,1-1,-1 0,0 0,1 0,-1-1,1 1,-1-1,0 0,0 0,1 0,-1 0,0-1,0 1,0-1,0 0,0 0,-1 0,1 0,-1 0,1 0,-1-1,0 0,1 1,-1-1,-1 0,9-10,-1 0,-1-1,0 0,-1 0,-1 0,4-13,28-133,-37 258,-1-93,-1 3,0 0,1-1,-1 1,2 0,-1-1,1 1,0 0,1-1,-1 1,2-1,-1 0,1 0,0 0,0 0,1 0,0 0,0-1,1 0,0 0,1 1,9 1,1-2,-1 1,1-2,0 0,1-1,-1-1,1-1,0 0,0-1,-1 0,1-2,0 0,0-1,10-2,-14 3,71-7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1:05.148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326 735,'-16'-3,"0"1,0 0,0 1,-1 1,1 0,0 2,0-1,0 2,0 0,0 1,0 1,1 0,0 1,0 1,0 0,1 1,0 1,-4 4,15-12,1 1,0 0,0 0,0 0,0 1,1-1,-1 0,1 1,-1-1,1 1,0 0,0-1,0 1,0 0,0-1,1 1,-1 0,1 0,0 0,-1 0,2 0,-1-1,0 1,0 0,1 0,0 0,-1 0,1-1,0 1,0 0,1-1,-1 1,0-1,1 1,0-1,0 0,-1 0,1 0,0 0,1 0,-1 0,0 0,0-1,3 2,10 5,0-1,1 0,0-1,0-1,0 0,0-2,1 0,0 0,-1-2,10 0,21 4,0-3,1-2,-1-2,0-3,0-1,0-2,-1-2,0-3,12-5,36-34,-93 52,0 0,-1 0,1 0,0 0,0 1,0-1,-1 0,1 0,0 1,-1-1,1 0,0 1,0-1,-1 1,1-1,-1 1,1-1,0 1,-1-1,1 1,-1 0,1-1,-1 1,0 0,1-1,-1 1,0 0,1-1,-1 1,0 0,0 0,0 0,0-1,1 1,-1 0,0 0,-1-1,1 1,0 0,0 0,0 0,0-1,0 1,-1 0,1 0,0-1,-1 1,1 0,0 10,1-6,0 0,0 0,0 0,1 0,-1 0,1 0,0 0,1-1,-1 1,1-1,0 1,0-1,0 0,1 0,0 0,-1-1,1 1,0-1,1 0,-1 0,0 0,1-1,0 0,0 0,-1 0,1 0,0-1,1 1,-1-1,0-1,0 1,0-1,0 0,1 0,-1 0,4-1,-4-1,0 1,0-1,0 1,0-1,0-1,-1 1,1-1,-1 0,1 0,-1 0,0 0,0-1,0 0,-1 1,1-1,-1-1,0 1,0 0,-1-1,1 0,-1 0,0 1,0-1,-1 0,1-1,-1 1,0 0,-1 0,1 0,-1-1,0 1,0 0,-1-1,1 1,-1 0,0 0,-1 0,1 0,-1 0,0 0,0 0,-1 0,1 1,-1-1,0 1,-1 0,1 0,-1 0,1 0,-1 1,-4-4,-4 1,1 1,-2 0,1 0,0 1,-1 1,0 0,0 1,0 0,0 1,0 0,0 1,0 1,0 0,0 0,0 2,0 0,0 0,0 1,14-4,-1 1,1-1,-1 0,1 1,0-1,-1 0,1 1,-1-1,1 1,-1-1,1 1,-1-1,1 1,-1-1,0 1,1-1,-1 1,0 0,1-1,-1 1,0-1,0 1,1 0,-1-1,0 1,0 0,0 0,0-1,0 1,0 0,0-1,0 1,0 0,-1-1,1 1,0 0,0-1,-1 1,1-1,0 1,-1 0,1-1,0 1,-1-1,1 1,-1-1,1 1,-1-1,1 1,-1-1,1 0,-1 1,0-1,1 0,-1 1,1-1,-1 0,0 0,1 1,-1-1,25 4,1-2,0 0,1-2,-1 0,0-2,0-1,7-2,-24 4,83-13,-45 6,0 2,1 2,31 2,-75 1,1 1,0 1,-1-1,1 0,-1 1,1 0,-1-1,1 1,-1 1,1-1,-1 1,0-1,0 1,0 0,0 0,0 0,0 0,0 1,-1-1,1 1,-1 0,0 0,0-1,0 1,0 1,0-1,0 0,-1 0,0 1,0-1,1 3,5 34,-7-36,0 0,0 1,0-1,1 0,-1 1,1-1,0 0,0 0,0 0,1 1,-1-1,1-1,0 1,1 0,-1 0,0-1,1 1,0-1,0 0,0 0,0 0,0 0,1 0,0-1,-1 1,1-1,0 0,0 0,0-1,0 1,3-1,-1-1,0 0,1 0,-1 0,0 0,1-1,-1 0,0-1,1 1,-1-1,0 0,0-1,-1 0,1 1,0-2,-1 1,0-1,0 0,1 0,83-97,-45 46,-44 53,1 0,0 0,0 0,0 1,0-1,0 0,1 1,-1-1,0 1,1-1,-1 1,1 0,0 0,-1-1,1 1,0 0,0 1,0-1,-1 0,1 0,0 1,0-1,0 1,0 0,0-1,0 1,0 0,0 0,0 0,0 1,0-1,0 0,0 1,0-1,0 1,0 0,0 0,0 0,0-1,-1 2,1-1,0 0,-1 0,1 0,-1 1,1 0,32 84,-32-77,0 0,0 0,1 0,1-1,-1 1,1-1,1 0,0 0,0 0,0-1,1 1,0-1,0-1,5 5,-6-8,-1 0,1 0,0-1,0 1,0-1,0-1,0 1,0 0,1-1,-1 0,0-1,1 1,-1-1,0 0,1 0,-1 0,1-1,-1 0,0 0,0-1,1 1,-1-1,0 0,0 0,0-1,-1 1,1-1,-1 0,4-3,4-4,0-1,0 0,-1 0,-1-1,0 0,0-1,-1 0,-1-1,5-11,4-18,-2-2,-2 0,-2 0,-2-1,-3 0,-1-1,-1-14,6-123,-9-71,-2 242,-2 19,-1 24,-6 59,3 2,4-1,4 1,4-1,16 82,-19-155,2 1,-1-1,2-1,1 1,0-1,1 0,0 0,1 0,1-1,1-1,0 0,1 0,0-1,1 0,4 3,-15-15,1 1,0 0,0-1,0 1,-1-1,1 0,1 0,-1 0,0 0,0 0,0 0,0 0,1-1,-1 1,0-1,1 0,-1 1,0-1,1 0,-1 0,1-1,-1 1,0 0,1-1,-1 0,0 1,0-1,0 0,1 0,-1 0,0 0,0-1,0 1,-1-1,1 1,0-1,0 1,-1-1,1 0,-1 0,0 0,1 0,-1 0,0 0,8-22</inkml:trace>
  <inkml:trace contextRef="#ctx0" brushRef="#br0" timeOffset="272.962">1930 468,'-16'0,"-3"0,9 0,17 0,26 0,30 0,29-2,29-1,23-3,14 1,-20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1:02.575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228 0,'24'284,"17"141,-41-419,21 84,-21-88,1 0,0 1,0-1,0 1,1-1,-1 0,0 0,1 0,0 0,-1 0,1 0,0 0,0-1,0 1,0 0,0-1,0 0,1 0,-1 1,0-1,1 0,-1-1,1 1,-1 0,1-1,-1 1,1-1,0 0,-1 0,1 0,-1 0,2-1,10-4,0 0,0-1,0-1,-1 0,0-1,0 0,-1-1,0 0,-1-1,10-11,-12 14,128-127,-136 133,27-21,-28 21,1 1,0 0,-1 0,1 0,-1 0,1 0,0 0,-1 0,1 0,0 0,-1 0,1 0,0 0,-1 0,1 0,-1 0,1 1,0-1,-1 0,1 0,-1 1,1-1,-1 1,1-1,-1 0,1 1,-1-1,1 1,-1-1,1 1,-1-1,0 1,1-1,-1 1,0 0,0-1,1 1,-1-1,0 1,0 0,0-1,0 1,0 0,0-1,0 1,0 0,0-1,0 1,8 43,24 78,-30-117,0-1,1 1,0-1,0 0,0 1,0-1,1-1,0 1,-1 0,1-1,1 0,-1 0,0 0,1-1,-1 1,1-1,0 0,0 0,0-1,0 1,0-1,4 0,17 1</inkml:trace>
  <inkml:trace contextRef="#ctx0" brushRef="#br0" timeOffset="247.441">843 468,'-16'-7,"-10"-4,-2-3,-2-1,-2-1,4 3</inkml:trace>
  <inkml:trace contextRef="#ctx0" brushRef="#br0" timeOffset="514.724">0 320,'25'0,"25"-2,19-5,13-5,6-1,-14 1</inkml:trace>
  <inkml:trace contextRef="#ctx0" brushRef="#br0" timeOffset="1162.001">1097 468,'12'10,"-1"1,0 0,-1 1,0 0,-1 1,0 0,-1 0,0 1,-1 0,-1 1,0-1,-1 1,0 0,-1 0,-1 1,-1-1,0 1,-1 0,11 78,-12-93,0-1,0 0,0 1,1-1,-1 0,0 0,0 1,0-1,0 0,1 0,-1 1,0-1,0 0,0 0,1 0,-1 0,0 1,0-1,1 0,-1 0,0 0,0 0,1 0,-1 0,0 1,1-1,-1 0,0 0,1 0,-1 0,0 0,0 0,1 0,-1 0,0-1,1 1,-1 0,0 0,0 0,1 0,-1 0,0 0,1-1,-1 1,0 0,0 0,0 0,1 0,-1-1,0 1,0 0,0 0,1-1,-1 1,0 0,0 0,0-1,0 1,0 0,0-1,0 1,1 0,-1 0,0-1,0 1,0-1,13-21,-13 21,26-52,-14 25,1 0,1 1,1 1,2 1,0 0,2 1,21-21,-1 19,-38 25,0 1,0 0,0-1,0 1,0 0,0 0,0 0,0-1,0 1,0 0,0 1,0-1,0 0,0 0,0 0,0 0,0 1,0-1,0 0,0 1,0-1,0 1,-1-1,1 1,0 0,0-1,-1 1,1 0,0-1,-1 1,1 0,0 0,-1 0,1 0,-1 0,1-1,-1 1,0 0,1 0,-1 0,0 0,0 1,14 132,-13-127,0 1,1-1,0 1,0-1,1 0,-1 0,2 0,-1 0,1-1,0 1,0-1,1 0,0 0,0 0,0-1,0 0,1 0,0 0,0-1,1 1,-1-2,1 1,6 2,16 0,1 0,0-2,0-2,0 0,1-2,-1-2,0 0,0-2,20-5,25-4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1:06.032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234 582,'-14'-5,"1"1,-1 0,0 2,0-1,0 2,0 0,0 0,-6 2,15-1,1 1,-1-1,0 1,0 0,1 1,-1-1,1 1,0 0,-1 0,1 0,0 1,0 0,0-1,1 1,-1 1,1-1,-1 0,1 1,0 0,0-1,1 1,-1 1,1-1,0 0,0 0,0 1,1-2,0 1,0-1,0 0,1 1,0-1,-1 1,1-1,0 0,1 1,-1-1,1 1,-1-1,1 0,0 1,0-1,0 0,1 0,-1 0,1 0,0 0,0 0,0 0,0-1,0 1,0-1,1 1,-1-1,1 0,0 0,0 0,0 0,0 0,0-1,0 0,0 1,0-1,1 0,-1 0,0-1,1 1,-1-1,0 0,1 0,0 0,5 1,1 0,-1-1,1-1,-1 0,1 0,-1-1,1 0,-1 0,0-1,0 0,0-1,0 0,-1 0,1-1,-1 0,-1-1,1 0,-1 0,0 0,6-7,-3 1,0 0,0 0,-1-1,-1-1,0 1,-1-1,0-1,-1 1,-1-1,-1 0,0 0,1-8,0-13,-2 0,-2 0,-1 1,-2-1,-1 0,-2 1,-2-1,0 1,-3 1,-8-21,16 49,0 1,0-1,-1 1,0 0,0-1,0 1,0 0,-1 1,0-1,0 1,-4-4,7 7,0 0,0 1,0-1,0 1,0 0,0-1,-1 1,1 0,0-1,0 1,0 0,0 0,0 0,-1 0,1 0,0 0,0 0,0 1,0-1,0 0,0 1,0-1,0 1,0-1,0 1,0-1,0 1,0-1,0 1,0 0,0 0,0 0,1-1,-1 1,0 0,1 0,-2 1,-19 40,10-5,1 0,1 0,3 0,1 1,1 0,2 28,1-51,0 1,1-1,0 0,2 1,0-1,0 0,1 0,1 0,1 0,0 0,0-1,2 0,0 0,0-1,1 0,1 0,0-1,1 0,0-1,1 0,0 0,1-1,0-1,1 0,9 6,-14-11,0-1,0 1,1-1,-1 0,1-1,-1 0,1 0,0-1,0 0,0-1,0 0,0 0,0-1,-1 0,1-1,0 0,-1 0,1 0,-1-1,1-1,-1 0,0 0,-1 0,1-1,-1 0,0 0,0-1,0 0,-1 0,0-1,3-4,-1-3,-1 0,-1 0,0-1,-1 1,-1-1,0-1,-1 1,-1 0,0-1,-1 1,-1-1,0 0,-1-3,-8-23,8 42,1-1,0 0,0 1,-1-1,1 0,0 1,-1-1,1 0,-1 1,1-1,-1 1,1-1,-1 1,1-1,-1 1,1-1,-1 1,0 0,1-1,-1 1,0 0,1-1,-1 1,0 0,1 0,-1 0,0-1,1 1,-1 0,0 0,0 0,1 0,-1 1,0-1,0 0,1 0,-1 0,0 0,1 1,-1-1,0 0,1 1,-1-1,0 0,1 1,-1-1,1 1,-1-1,1 1,-1-1,1 1,-1 0,1-1,-4 6,0 0,0-1,0 2,1-1,0 0,1 1,-1-1,1 1,0 0,1-1,0 1,0 0,0 0,1 0,0 0,0 0,1 0,0 0,0 0,1 0,-1 0,1-1,1 1,0-1,0 1,0-1,6 6,0-1,1-1,1 0,0 0,0-1,0 0,1-1,1-1,-1 0,1 0,1-1,-1-1,1 0,0-1,0-1,0 0,0 0,7-1,62 12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1:06.653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220 67,'-12'1,"0"0,1 1,-1 0,0 1,1 1,0-1,0 2,0 0,0 0,1 1,0 0,0 0,0 1,1 1,0 0,1 0,-5 6,10-12,1 1,0-1,-1 1,1 0,0 0,1 0,-1 0,0 0,1 0,0 0,-1 1,1-1,1 0,-1 1,0-1,1 1,0-1,0 0,0 1,0-1,0 1,1-1,-1 1,1-1,0 0,0 1,0-1,1 0,-1 0,1 0,0 0,0 0,0 0,0 0,0-1,1 2,12 5,0-1,0-1,1 0,0-1,0-1,1 0,-1-1,1-1,0-1,0 0,0-1,0-1,0-1,14 4,-1-3,1 0,0-2,-1-1,1-2,-1 0,0-2,-1-2,1-1,-2-1,0-1,0-1,13-10,-33 18,-1 1,0-2,-1 1,1-1,-1 0,0 0,0-1,-1 1,0-1,0-1,0 1,-1-1,0 1,-1-1,0 0,0-1,0 1,-1 0,-1-1,1 0,-2 1,1-1,-1 0,0-3,-2 8,1 1,-1 0,0 0,0 0,0 0,0 0,0 0,-1 1,1-1,-1 1,1 0,-1-1,0 1,0 1,0-1,-1 0,1 1,0-1,0 1,-1 0,1 0,-1 0,1 1,-1-1,1 1,-1 0,0 0,1 0,-1 0,1 1,-1 0,1-1,-1 1,1 0,0 1,-1-1,1 1,0-1,0 1,0 0,0 0,0 0,0 1,1-1,-1 0,1 1,0 0,-1 0,1 0,-1 1,-1 3,0-1,1 0,-1 1,1 0,0 0,1 0,-1 0,2 0,-1 0,1 1,0-1,0 0,1 1,0-1,0 1,1-1,0 0,0 1,1-1,0 0,0 0,1 0,-1 0,2 0,-1 0,1-1,0 0,0 0,1 0,0 0,0-1,0 1,0-1,1-1,0 1,2 1,10 4,0-1,0-1,0-1,1 0,0-1,0-1,1-1,-1 0,1-2,0 0,0-2,2 0,37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1:14.94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238 0,'-16'9,"-14"15,-11 21,-6 25,3 29,9 31,13 26,19 15,26 6,30-6,26-19,-1-35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1:13.258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560 588,'8'-6,"-9"0,0 0,0 0,0 0,-1 0,0 0,-1 0,1 0,-1 0,0 1,0-1,-1 1,0 0,0 0,0 1,0-1,-1 1,1 0,-1 0,0 0,-1 0,1 1,-1 0,0 0,-8-4,-1 0,0 1,0 0,0 1,-1 1,0 1,0 0,0 1,0 0,0 2,-1 0,1 0,0 2,0 0,0 1,-12 4,16-5,1 2,0 0,0 0,0 1,1 0,0 0,0 2,0-1,1 1,-1 0,2 1,-1 0,1 1,0 0,1 0,0 0,1 1,0 0,0 0,1 1,0 0,1 0,-1 5,3-8,1 1,0 0,0-1,1 1,0 0,0-1,1 1,0 0,1-1,0 1,0-1,1 0,0 0,0 0,1 0,0 0,1-1,-1 1,2-1,-1 0,1-1,-1 1,2-1,-1 0,1-1,0 0,0 0,4 2,16 7,1-1,1-1,-1-2,2-1,-1-1,1-1,0-2,1-1,-1-1,1-2,0-1,-1-1,1-2,11-3,-17 3,0-2,0-1,0 0,-1-2,0-1,-1-1,0-1,20-13,7-11</inkml:trace>
  <inkml:trace contextRef="#ctx0" brushRef="#br0" timeOffset="247.671">935 401,'-4'21,"-2"15,0 16,1 10,6 5,6 4,5-2,3-6,2-6,-1-11,1-13,-2-13,0-11,-3-7</inkml:trace>
  <inkml:trace contextRef="#ctx0" brushRef="#br0" timeOffset="499.539">1363 428,'-42'24,"2"1,1 3,1 1,1 2,2 1,-5 8,32-31,0 1,1-1,0 1,0 1,1-1,0 1,1 0,-1 5,4-12,1 0,0 0,0 1,1-1,-1 0,1 1,0-1,0 0,0 1,0-1,1 1,0-1,0 0,0 0,0 1,1-1,0 0,0 0,0 0,0-1,0 1,1 0,0-1,2 2,11 8,0-1,2-1,-1 0,1-1,1-2,0 1,0-2,1-1,-1 0,1-1,1-2,-1 0,0-1,61 9,-1-3,1-4,0-4,56-7,-71 0</inkml:trace>
  <inkml:trace contextRef="#ctx0" brushRef="#br0" timeOffset="783.388">2285 0,'16'9,"17"15,16 16,13 18,10 16,7 20,0 13,-5 12,-14 8,-19 5,-30 5,-40 3,-49-1,-56-1,-59-5,5-26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1:03.280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1 118,'0'20,"0"17,0 10,2 4,1-2,0-9</inkml:trace>
  <inkml:trace contextRef="#ctx0" brushRef="#br0" timeOffset="6937.531">563 813,'-3'14,"0"13,-2 9,-3 5,1 3,0-4,1-7,0-6,1-13,3-8</inkml:trace>
  <inkml:trace contextRef="#ctx0" brushRef="#br0" timeOffset="7544.549">348 680,'35'-6,"-1"2,1 2,0 1,0 1,0 2,-1 2,1 1,-1 2,28 9,-50-11,1 0,-1 2,0-1,-1 2,1-1,-1 2,-1-1,0 2,0-1,-1 1,0 1,-1 0,0 0,0 0,-1 1,-1 0,0 0,-1 1,2 7,-1-3,-5-13,-1 1,1 0,0-1,1 1,-1 0,1-1,0 0,0 1,0-1,1 0,-1 0,1 0,0-1,0 1,1-1,-1 1,1-1,-1 0,1 0,0-1,0 1,0-1,1 0,-1 0,0 0,1-1,-1 1,1-1,1 0,4-3,0-1,0 0,0-1,0 0,-1-1,0 0,0 0,0-1,-1 0,1 0,-1-1,-1 0,0 0,0-1,0 0,-1-1,3-4,6-4,-15 16,1 0,-1 0,1 1,0-1,0 0,0 0,-1 0,1 0,0 1,0-1,0 0,0 1,0-1,0 1,1-1,-1 1,0 0,0-1,0 1,0 0,0 0,1 0,-1 0,0 0,0 0,0 0,0 0,1 0,-1 0,0 1,0-1,0 0,0 1,0-1,0 1,0 0,0-1,0 1,0 0,0-1,0 1,0 0,0 0,-1 0,1 0,0 0,-1 0,1 0,3 4,1 1,-1-1,1 0,1 0,-1 0,0 0,1-1,0 0,0-1,0 1,1-1,-1 0,1-1,0 1,0-1,0-1,0 1,0-1,0-1,0 1,0-1,-1-1,0 0,1 0,-1 0,0-1,0 0,0 0,0 0,0-1,0 0,0 0,-1-1,0 1,0-1,0 0,0-1,0 1,-1-1,0 0,0 0,0 0,-1 0,0-1,0 0,1 0,4-13,-1 1,-1-1,0 0,-1 0,-2-1,1 0,-1-12,4-131,-8-71,-2 113,2-51,0 158,-1 23,-11 125,7 1,5 35,2-122,1 0,3 0,2-1,8 28,-12-62,1 0,0 0,1 0,0-1,1 1,0-1,1-1,1 1,0-1,0-1,1 1,0-1,1-1,0 0,1 0,0-1,0 0,5 2,-11-7,1 0,-1 0,0 0,1-1,0 0,0 0,0 0,-1-1,1 1,1-2,-1 1,0-1,0 1,0-2,0 1,0-1,0 0,0 0,0 0,0-1,0 0,0 0,-1-1,1 0,-1 0,0 0,13-18</inkml:trace>
  <inkml:trace contextRef="#ctx0" brushRef="#br0" timeOffset="7799.047">1204 371,'23'0,"25"0,28 0,23 0,18 0,12 0,-17 0</inkml:trace>
  <inkml:trace contextRef="#ctx0" brushRef="#br0" timeOffset="8184.572">2020 1013,'14'-28,"-2"-1,0 0,-2 0,-1-1,-2-1,0 1,-3-1,0 0,-2-1,-1 1,-3-22,2 47,0 0,0 1,0-1,-1 0,1 1,-1-1,-1 1,1-1,-1 1,0 0,0-1,0 1,-1 0,0 0,0 1,3 3,-1 1,1 0,-1 0,1 0,-1 0,1 0,-1 0,1 0,0 0,-1 0,1 0,-1 0,1 0,-1 0,1 1,-1-1,1 0,-1 0,1 0,0 1,-1-1,1 0,-1 1,1-1,0 0,-1 1,1-1,0 0,-1 1,1-1,0 1,0-1,0 0,-1 1,1-1,0 1,0-1,0 1,0-1,0 1,0-1,0 1,0-1,0 1,0-1,0 1,0-1,0 0,0 1,0-1,0 1,0-1,1 1,-1-1,0 1,0-1,1 0,-1 1,0-1,0 1,1-1,0 0,3 6,2 0,-1-1,1 0,0 0,0-1,0 1,0-1,1-1,0 1,-1-1,1 0,1-1,-1 0,0 0,1 0,-1-1,5 0,-10 0,197 40,-195-40,0 0,0 0,0 1,-1-1,1 1,0 0,0 0,-1 0,1 0,-1 1,0 0,0-1,0 1,0 0,0 1,-1-1,1 0,-1 1,0-1,0 1,0 0,0 0,-1-1,0 1,0 0,0 1,0 0,2 55,-4-53,0 0,0 0,1 0,0-1,1 1,0 0,0 0,0 0,1 0,0-1,0 1,0 0,1-1,0 0,1 0,-1 0,1 0,0 0,0-1,1 0,7 2,0-1,1 0,-1-1,1 0,1-1,-1 0,0-2,1 1,0-2,-1 1,1-2,0 0,-1-1,1 0,1-1,61-6,-7-3</inkml:trace>
  <inkml:trace contextRef="#ctx0" brushRef="#br0" timeOffset="9344.464">3209 839,'-1'-7,"-1"0,0 0,-1 1,0-1,0 1,0-1,-1 1,0 0,0 0,0 0,-1 1,0-1,0 1,0 1,-1-1,0 1,1 0,-2 0,1 0,0 1,-1 0,1 0,-1 1,0 0,0 0,0 0,0 1,0 0,-1 0,1 1,0 0,0 1,0-1,-1 1,1 0,-3 2,3-1,0 0,0 1,1 0,-1 0,1 1,0 0,0 0,0 0,0 1,1 0,0 0,0 0,0 0,1 1,0 0,0 0,0 0,0 0,1 1,0 0,1-1,0 1,0 0,0 0,1 0,0 1,0-1,0 0,1 0,1 0,-1 3,1-7,1 1,-1 0,0-1,1 1,0-1,0 0,0 1,0-1,1 0,-1 0,1 0,0-1,-1 1,1-1,1 1,-1-1,0 0,0 0,1-1,-1 1,1-1,0 1,-1-1,1 0,0 0,0-1,-1 1,2-1,5 1,0-1,0 1,1-2,-1 0,0 0,0-1,0 0,0 0,-1-1,3-1,2-3,-1 0,-1 0,1-1,-1 0,-1-1,0-1,0 0,-1 0,0-1,5-7,-15 18,0 0,0-1,0 1,0-1,0 1,1 0,-1-1,0 1,0 0,1 0,-1-1,0 1,0 0,1-1,-1 1,0 0,1 0,-1 0,0-1,1 1,-1 0,0 0,1 0,-1 0,1 0,-1 0,0 0,1 0,-1 0,1 0,-1 0,0 0,1 0,-1 0,1 0,-1 0,0 0,1 0,-1 0,0 0,1 1,-1-1,0 0,1 0,-1 1,0-1,1 0,-1 0,0 1,0-1,1 0,-1 1,0-1,0 0,1 1,6 25,-5-17,0-2,-1 1,0 0,0 0,1-1,1 1,-1 0,1-1,1 0,-1 0,1 0,0 0,1 0,-1-1,2 0,-1 0,0 0,1 0,0-1,5 3,-9-8,1 0,0 0,-1-1,1 1,0-1,-1 0,1 1,0-1,-1 0,1 0,-1-1,0 1,1 0,-1-1,0 0,0 1,0-1,0 0,0 0,0 0,0 0,-1-1,1 1,-1 0,0-1,0 1,1-1,-2 1,1-1,0 1,0-1,-1 0,0 1,1-1,-1 0,0 0,0 0,24-227,-24 226,0 0,0-1,1 1,0 0,-1 0,2 0,-1-1,0 1,1 0,0 0,0 1,0-1,0 0,1 1,0-1,-1 1,1 0,0 0,1 0,-1 0,0 1,1-1,0 1,-1 0,5-2,9 0,0 1,1 1,0 0,-1 2,1 0,-1 0,1 2,0 0,-1 1,0 1,0 1,0 0,0 1,8 5,-18-9,0 0,0 0,0 0,-1 1,1 0,-1 0,0 1,0-1,0 1,0 1,-1-1,1 1,-1 0,0 0,-1 1,1-1,-1 1,0 0,-1 0,1 0,-1 1,-1-1,3 7,-2 45,-4-54,-1 1,2 0,-1-1,1 1,-1 0,1 0,0-1,1 1,-1 0,1-1,0 1,0 0,1-1,-1 1,1-1,0 0,0 1,1-1,-1 0,1 0,0-1,0 1,0 0,0-1,1 0,-1 0,1 0,0 0,0-1,0 1,0-1,1 0,-1 0,2 0,9 0,-1-1,1-1,-1-1,1 0,-1 0,1-1,-1-1,0-1,0 0,0-1,-1 0,1-1,-1 0,-1-1,1-1,-1 0,0-1,-1 0,0 0,-1-1,0-1,0 0,-1 0,0-1,-1 0,-1-1,0 1,0-1,0-6,-3 10,-1 0,0-1,-1 1,1-1,-2 0,0 1,0-1,-1 0,0 0,-1-4,1 12,0 1,0 0,-1 0,1-1,0 1,-1 0,0 0,1-1,-1 1,1 0,-1 0,0 0,0 0,0 0,0 0,0 0,0 0,0 0,0 0,0 1,0-1,0 0,0 1,0-1,-1 1,1-1,0 1,0 0,-1-1,1 1,0 0,-1 0,1 0,0 0,-1 0,1 0,0 0,-1 1,1-1,0 0,0 1,-1-1,1 1,0-1,0 1,0 0,-1-1,1 1,0 0,0 0,0 0,0 0,1 0,-1 0,0 0,0 0,1 0,-1 0,0 1,1-1,-1 0,1 1,-5 4,1 1,0 1,0-1,0 0,1 1,0 0,1 0,0 0,0 0,1 0,0 0,0 0,1 0,0 1,0-1,1 0,0 0,0 0,1 0,0 0,1 0,0 0,0 0,0-1,1 0,0 1,1-2,-1 1,1 0,1-1,-1 0,1 0,0-1,1 1,-1-1,1-1,0 1,0-1,6 2,14 5,1-1,1-2,-1 0,1-2,1-1,-1-2,1-1,-1-1,1-1,0-2,-1-1,23-6,-28 7,-1-2,1 0,-1-2,0 0,-1-2,0 0,0-2,-1 0,0-2,-1 0,0-1,-1-1,0-1,8-9,-24 22,0-1,0 0,0 0,0 0,0 0,-1 0,1-1,-1 1,0-1,0 1,-1-1,1 0,-1 0,1 0,-1 0,-1 0,1 0,0 0,-1 0,0 0,0 0,0 0,0 0,-1 0,0-1,0 1,0 0,0 1,0-1,-1 0,0 0,0 1,0-1,0 0,0 1,-1 0,1 0,-1 0,0 0,0 0,-3-1,0 1,-1 0,0 1,0 0,0 0,-1 0,1 1,0 0,0 1,-1 0,1 0,0 0,-1 1,1 0,0 1,0 0,0 0,0 0,0 1,-5 2,0 1,-1 1,1 0,0 0,1 1,0 1,0 0,1 1,0 0,-8 10,-20 54,37-71,1-1,-1 1,1-1,-1 1,1-1,0 1,0 0,0-1,1 1,-1-1,0 1,1-1,0 1,-1-1,1 0,0 1,0-1,1 0,-1 1,0-1,1 0,0 0,-1 0,1 0,0-1,0 1,0 0,0-1,0 1,0-1,1 0,6 2,2-1,-1 0,0 0,0-1,0-1,1 0,-1 0,0-1,0 0,1-1,-1 0,0-1,-1 0,1 0,0-1,-1 0,0-1,0 0,0-1,-1 1,1-2,-1 1,4-6,-6 7,0 0,0 0,-1-1,0 0,0 0,0 0,-1-1,0 1,0-1,0 0,-1 0,0-1,-1 1,0-1,0 1,0-1,-1 0,0 1,0-3,-2 10,1 1,0-1,0 0,0 0,0 0,0 1,-1-1,1 0,0 0,0 0,0 0,0 0,-1 0,1 1,0-1,0 0,0 0,-1 0,1 0,0 0,0 0,-1 0,1 0,0 0,0 0,0 0,-1 0,1 0,0 0,0 0,-1 0,1 0,0 0,0-1,0 1,-1 0,1 0,0 0,0 0,0 0,0 0,-1-1,1 1,0 0,0 0,0 0,0 0,0-1,-1 1,1 0,0 0,0-1,0 1,0 0,0 0,0 0,0-1,0 1,0 0,0 0,-9 19,8-13,-1 0,1 1,-1-1,2 1,-1 0,1-1,0 1,0-1,1 1,0 0,0-1,1 0,0 1,0-1,0 0,1 0,0 0,0 0,0 0,1-1,0 1,0-1,0 0,0 0,1-1,0 1,0-1,3 2,16 5,1-1,0-1,0-1,0-1,1-2,0 0,1-1,-1-2,0-1,23-2,37 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1:09.480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223 1,'-11'16,"-4"19,0 19,6 17,6 16,9 12,4 7,7 2,-1-2,-3-6,-3-7,-8-12,-9-14,-10-19,-7-17,-4-19,-1-20,3-9</inkml:trace>
  <inkml:trace contextRef="#ctx0" brushRef="#br0" timeOffset="459.294">23 803,'-11'-75,"4"-1,3-1,4-39,0 94,2 0,1 0,0 0,2 0,3-9,-6 24,1 0,-1 0,2 0,-1 1,0-1,1 1,1 0,-1 0,1 0,0 0,0 1,0 0,1 0,0 0,0 1,0 0,0 0,2 0,2 0,0 0,0 1,0 1,0-1,1 1,0 1,-1 0,1 1,-1 0,1 0,0 1,-1 0,1 1,-1 1,0-1,1 2,-1-1,-1 1,1 1,0 0,-1 0,3 3,-10-7,0 1,0 0,0-1,0 1,0 0,-1 0,1 0,-1 0,1 0,-1 1,0-1,1 0,-1 1,0-1,-1 1,1-1,0 1,-1-1,0 1,1-1,-1 1,0 0,0-1,0 1,-1-1,1 1,-1 0,1-1,-1 1,0-1,0 0,0 1,0-1,0 0,-1 1,1-1,-1 0,1 0,-1 0,-1 1,-9 6,-1 0,0-1,-1 0,0-1,0-1,0 0,-1-1,0-1,0 0,0 0,0-2,0 0,-1-1,68-15,-3 2,0-1,0-2,-2-3,0-2,-1-1,-1-3,2-3,-40 23,0-1,-1 1,1-1,-1 0,0-1,0 1,0-1,-1 0,0-1,0 0,-1 1,0-1,0-1,0 1,-1 0,0-1,-1 0,0 0,0 0,0-3,-2 9,0 0,-1-1,1 1,-1 0,1 0,-1 0,0 0,0 0,0 1,0-1,0 0,0 0,0 0,-1 1,1-1,-1 1,1-1,-1 1,1 0,-1-1,0 1,0 0,0 0,0 0,0 0,0 1,0-1,0 1,0-1,0 1,0-1,-1 1,-3 0,1-1,-1 1,1 0,0 1,-1-1,1 1,0 0,-1 1,1-1,0 1,0 0,-2 1,1 1,-1-1,1 1,-1 0,1 1,0 0,1 0,-1 0,1 0,0 1,1 0,-1 0,1 0,0 1,1 0,-1-1,1 1,1 0,-1 0,1 1,0-1,1 0,0 1,0-1,1 1,0 0,0-1,0 1,1-1,0 1,1-1,0 0,0 0,0 1,1-1,1 1,2-1,0 0,1 0,0 0,0-1,0 0,1-1,0 0,0 0,0 0,1-1,-1 0,1-1,0 0,6 1,136 20,-45-20,-5-4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1:07.935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335 156,'-28'0,"-1"0,1 3,0 0,-26 7,45-8,0 0,1 1,-1 1,1-1,0 2,0-1,0 1,1 0,-1 0,1 1,0 0,1 0,0 1,0 0,0 0,1 0,-2 3,2-2,0 0,1 0,0 0,1 1,0-1,0 1,1 0,0-1,0 1,1 0,0 0,1 1,0-1,0 0,1 0,0 0,1 0,0-1,0 1,1 0,0-1,1 2,-3-8,1 1,0-1,-1 0,1 0,0 0,1 0,-1 0,0 0,0 0,1-1,-1 1,1-1,-1 0,1 1,0-1,0-1,-1 1,1 0,0-1,0 1,0-1,0 0,0 0,-1 0,1 0,0 0,0-1,0 1,0-1,-1 0,1 0,0 0,6-3,0 0,0-1,-1 1,0-2,0 1,0-1,-1-1,0 1,0-2,12-11,-2-2,-1 0,0-1,-2-1,0 0,-2-1,0 0,-2-1,-1 0,-1 0,0-1,-3 0,0-1,-1 0,-2-4,-7 16,-4 35,4 2,0 1,2-1,1 1,1-1,1 1,1 0,0 0,2-1,1 1,3 8,-4-21,0-1,1 1,0-1,0 0,1 0,0-1,1 1,0-1,0-1,1 1,-1-1,2 0,-1 0,5 2,24 13</inkml:trace>
  <inkml:trace contextRef="#ctx0" brushRef="#br0" timeOffset="324.984">602 102,'14'28,"2"0,1-2,0 0,2-1,2-1,18 18,-22-23,2-1,0-1,1 0,0-1,1-1,8 3,-27-17,-1 0,1 0,-1 0,1 0,-1 0,1-1,-1 1,1 0,0-1,-1 0,1 1,0-1,0 0,-1 0,1 1,0-1,0-1,-1 1,1 0,0 0,0-1,-1 1,1-1,0 1,-1-1,1 0,-1 0,1 1,-1-1,1 0,-1 0,1-1,-1 1,0 0,0 0,0-1,0 1,1-2,3-8,0-1,-1 0,0 0,-1 0,-1-1,0 1,0-1,-1 1,-1-2,2-9,1-15,-3 21,1 0,0 1,1-1,1 1,0 0,1 0,1 0,1 0,0 1,1 0,1 0,1-2,7-1</inkml:trace>
  <inkml:trace contextRef="#ctx0" brushRef="#br0" timeOffset="607.169">1297 396,'75'-79,"-53"57,0 0,-1-2,-2 0,0-1,-1-1,-2-1,6-13,-8-14,-13 53,-1 0,0 0,0-1,1 1,-1 0,0 0,0-1,0 1,0 0,-1 0,1-1,0 1,0 0,-1 0,1 0,-1 0,1-1,-1 1,0 0,1 0,-1 0,0 0,0 0,1 0,-1 0,0 1,0-1,0 0,0 0,0 1,0-1,0 0,-1 1,1-1,0 1,0 0,0-1,-1 1,1 0,0 0,-8 2,1 0,0 1,0 0,0 1,1 0,-1 0,1 0,0 1,0 0,0 1,1 0,0-1,0 2,0-1,1 1,0 0,-1 2,-2 1,1 0,-1 1,2 0,0 1,0-1,1 1,-3 8,7-16,0 1,0-1,0 0,0 1,1-1,-1 1,1-1,0 1,1-1,-1 1,1-1,0 0,0 1,0-1,0 0,1 0,0 1,0-1,0 0,0-1,1 1,-1 0,3 1,0 0,1 1,1-2,-1 1,1-1,-1 0,1 0,0-1,1 0,-1 0,1-1,-1 0,1 0,-1-1,1 0,0 0,5 0,126-16,-85 1</inkml:trace>
  <inkml:trace contextRef="#ctx0" brushRef="#br0" timeOffset="1195.71">1819 102,'-5'12,"1"0,0 1,1-1,0 1,1-1,1 1,0 0,0 0,1 0,1-1,1 6,-1-12,0 0,0 0,0-1,1 1,0 0,0 0,1-1,-1 1,1-1,0 0,1 0,-1 0,1 0,0-1,0 1,1-1,-1 0,1-1,0 1,0-1,0 0,0 0,1 0,3 1,-3-2,0-1,0 0,0 0,1 0,-1-1,0 0,1 0,-1-1,0 1,0-1,1-1,-1 1,0-1,0 0,0 0,-1-1,1 0,0 0,-1 0,0-1,0 0,0 0,0 0,0-1,4-4,1 0,-2-1,0 0,0-1,-1 1,0-1,0-1,-1 1,-1-1,0 0,0-5,8-100,-17 168,4-37,1-1,1 1,0-1,1 1,0-1,1 0,2 3,-5-12,0-1,0 0,0 0,1 0,-1-1,1 1,0 0,0 0,0-1,0 1,0-1,0 0,1 0,-1 0,1 0,0 0,-1 0,1-1,0 1,0-1,0 0,0 0,0 0,0 0,1 0,-1-1,0 1,0-1,0 0,1 0,-1 0,3-1,2-2,0 0,0-1,0 0,0-1,-1 0,0 0,0 0,0-1,-1 0,0 0,0-1,0 0,-1 0,0 0,0-1,-1 1,0-1,0 0,-1 0,0-1,0 1,-1-1,0 1,-1-4,5-54,-9 125,3-50,0 0,0 0,1 0,0 0,1 0,0 0,1 0,-1-1,2 1,-1-1,1 0,0 0,1 0,0 0,0-1,1 0,0 0,0 0,1-1,-1 0,1 0,1 0,0-1,8 2,0 0,0-2,0 0,1-1,0 0,0-1,0-1,0-1,0-1,17-1,167-27,-113 8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1:27.169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42 3,'0'-2,"-3"10,0 18,-2 23,0 20,-2 20,0 15,2 10,2 2,1-3,1-10,2-13,7-15,3-15,1-19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1:27.722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307 159,'10'6,"0"-1,1 0,-1 0,1-1,0-1,0 1,0-2,1 0,-1 0,0-1,1 0,-1-1,1 0,-1-1,1-1,8-1,-18 2,1 1,-1-1,0 0,0 1,1-1,-1 0,0 0,0 0,0-1,0 1,0-1,-1 1,1-1,0 1,-1-1,1 0,-1 0,1 0,-1 0,0 0,0 0,0 0,0 0,0 0,0-1,-1 1,1 0,-1 0,1-1,-1 1,0 0,0-1,0 1,0-1,-1 1,1 0,-1-1,1 1,-1 0,0 0,0 0,0-1,0 1,0 0,-1-1,-6-6,-1-1,0 1,-1 1,0 0,0 0,0 1,-1 0,0 1,-1 0,1 1,-1 0,0 1,-1 0,1 1,-1 0,1 1,-1 1,0 0,-6 0,-18 1,0 0,1 3,-1 1,1 1,-16 6,-23 7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1:24.774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93 216,'-14'63,"3"1,3 1,3 0,3 56,1-94,0 142,-1-154,-3-23,-25-206,24 172,2 0,2 0,1 0,2 0,2 0,2 0,2 1,8-29,-13 63,0 1,0-1,1 0,0 1,0 0,0 0,1 0,0 0,0 0,0 1,1-1,0 1,0 0,0 1,1-1,-1 1,1 0,0 1,1-1,-1 1,0 0,1 1,-1-1,1 2,0-1,0 0,4 1,3 3,-1 0,0 1,0 1,0 0,0 1,-1 0,0 1,0 0,0 1,-1 0,0 1,0 1,-1-1,0 1,-1 1,0 0,0 1,1 2,-4-5,-1-1,0 2,0-1,0 0,-1 1,0 0,-1 0,0 0,-1 0,0 1,0-1,-1 1,0-1,0 1,-1 0,-1-1,1 1,-2-1,1 1,-1-1,-1 1,0-1,0 0,0 0,-2-1,1 1,-1-1,-5 8,-85 73,60-61,32-25,1-2,0 0,1 0,-1 0,0 0,1 0,-1 0,1 0,-1 1,1-1,0 1,0-1,-1 1,1-1,0 1,0 0,1 0,-1-1,0 1,1 0,-1 0,1 0,-1 0,1 0,0 0,0-1,0 1,0 0,0 0,0 0,0 0,1 2,5 1,-1 0,1 0,0 0,1 0,-1-1,1 0,0 0,0-1,0 0,1 0,-1-1,1 0,-1 0,5 0,-8-1,51 11,1-3,0-2,0-3,36-2,-63-1,1-1,0-2,0-1,-1-1,25-7,-46 9,-1 0,1-1,-1 0,0 0,0 0,0-1,0 0,-1-1,1 1,-1-1,0 0,-1-1,1 0,-1 0,0 0,-1 0,1-1,-1 1,-1-1,1 0,-1-1,0 1,-1 0,1-5,3-20,-3 0,0-1,-3 1,0 0,-3-6,2 4,2 23,3 36,5 55,-6-39,1 0,3-1,1 0,1 0,12 27,-16-57,-1 0,1-1,1 1,0-1,0 0,1-1,0 1,0-1,1-1,0 1,1-1,-1-1,7 4,22 10</inkml:trace>
  <inkml:trace contextRef="#ctx0" brushRef="#br0" timeOffset="266.248">1871 202,'0'21,"3"17,2 15,5 11,4 9,-2 3,-1 0,-4-4,-5-9,-5-12,-7-13,-1-14</inkml:trace>
  <inkml:trace contextRef="#ctx0" brushRef="#br0" timeOffset="850.777">1363 123,'940'0,"-891"0,17-1,1 3,-1 3,0 3,13 5,-73-13,0 0,0 1,-1 0,1 0,0 1,-1-1,1 1,-1 1,0-1,0 1,1-1,-2 2,1-1,0 0,-1 1,1 0,-1 0,0 0,-1 1,1-1,-1 1,0 0,0 0,0 0,0 0,-1 0,0 1,0-1,-1 1,1 2,-4 9,-1 0,0 0,-2-1,0 0,0 0,-2 0,0 0,0-1,-2 0,-3 4,8-13,-20 38,-10 14,3 2,2 1,-12 43,33-86,11-36,22-69,4 2,4 0,37-68,-45 103,1 2,3 0,1 2,3 1,6-3,-36 45,51-40,-53 43,0 0,0 0,0 0,0 1,0-1,0 0,0 0,0 1,0-1,0 1,0-1,0 1,0-1,-1 1,1 0,0-1,0 1,-1 0,1 0,0-1,-1 1,1 0,0 0,-1 0,1 0,-1 0,0 0,1 0,-1 0,0 0,0 0,1 0,-1 0,0 0,0 0,0 0,0 0,-1 0,1 0,0 1,-5 129,0-81,-2 27,4 0,6 59,-1-108,1 0,2 0,1-1,1 1,1-2,1 1,2-1,1 0,5 7,61 75,-71-104,-9-10</inkml:trace>
  <inkml:trace contextRef="#ctx0" brushRef="#br0" timeOffset="1684.4">2726 604,'-29'-22,"28"21,1 0,-1 1,1-1,0 1,0-1,-1 0,1 1,0-1,0 0,0 1,-1-1,1 0,0 1,0-1,0 0,0 1,0-1,1 0,-1 1,0-1,0 0,0 1,0-1,1 1,-1-1,0 0,1 1,-1-1,0 1,1-1,-1 1,1-1,-1 1,1-1,-1 1,1-1,-1 1,1 0,0-1,-1 1,1 0,-1 0,1-1,0 1,-1 0,1 0,0 0,-1 0,1 0,0 0,-1 0,1 0,0 0,115-19,-112 18,204-22,-1-9,185-55,-261 49,-132 38,1 1,-1 0,1 0,-1-1,1 1,-1 0,1 0,-1 0,1 0,0 0,-1 0,1 0,0 0,0 0,0 0,0 0,0-1,0 1,0 0,0 0,0 0,0 0,1 0,-1 0,0 0,1 0,-1 0,1 0,-1-1,1 1,-1 0,1 0,-1 0,1-1,0 1,-1 0,1-1,0 1,0-1,0 1,-1-1,1 1,0-1,0 1,0-1,0 0,0 1,0-1,0 0,0 0,0 0,0 0,0 0,-1 0,1 0,0 0,0 0,0 0,0-1,0 1,0 0,0-1,0 1,0-1,0 1,-17 34,3-8,0 0,2 0,0 1,2 1,2-1,0 2,2-1,0 0,2 1,2 0,1 16,5-22,-5-24,0 1,0 0,1 0,-1 0,0 0,0-1,0 1,0 0,0 0,0 0,1 0,-1 0,0-1,0 1,0 0,0 0,1 0,-1 0,0 0,0 0,0 0,1 0,-1 0,0 0,0 0,0 0,1 0,-1 0,0 0,0 0,0 0,1 0,-1 0,0 0,0 0,0 0,1 0,-1 0,0 0,0 0,0 1,1-1,-1 0,0 0,0 0,0 0,0 0,0 1,3-23,-1 0,-1 0,-1 0,-2 0,-1-13,-1-6,0-22,-2 11,2-1,3 0,2 0,2 0,2 0,13-49,-17 96,0 0,0 0,1 0,0 0,0 0,1 0,-1 0,1 0,1 1,-1 0,1 0,0 0,0 0,0 0,1 1,-1-1,1 1,0 1,1-1,-1 1,0-1,1 2,0-1,0 1,0-1,0 2,0-1,5 0,3 4,0 1,-1 1,1 0,-1 0,0 1,0 1,-1 1,1-1,-1 2,-1 0,0 0,0 1,0 1,1 2,-1-4,0 1,-1 0,-1 0,1 1,-1 0,-1 1,0 0,-1 0,0 1,0 0,-2 0,1 1,-1 2,-4-11,-1 0,1 1,-1-1,0 0,-1 0,1 1,-1-1,0 0,0 0,0 0,0 0,-1 0,0 0,0 0,0 0,0-1,0 1,-1-1,1 0,-1 1,-1 0,-73 58,65-53,-7 3,2 1,-1 2,2 0,0 0,0 1,-5 9,18-21,0 0,0 1,0-1,0 1,1 0,0 0,0-1,0 1,0 1,1-1,0 0,0 0,0 0,1 1,0-1,0 0,0 1,0-1,1 0,0 0,0 1,1-1,-1 0,1 0,0 0,1-1,-1 1,1 0,2 2,7 6,1 0,0-2,0 0,2 0,-1-1,1-1,0 0,1-2,0 1,1-2,-1 0,1-1,0-1,0 0,1-1,-1-1,16-1,-18 2,0-2,0 0,0-1,1 0,-1-1,0-1,0 0,0-1,0-1,0-1,-1 0,0 0,0-1,0-1,-1-1,0 0,0 0,-1-2,0 1,0-1,-1-1,-1 0,0-1,0 0,5-17,-2-2,0 1,-3-2,0 1,-2-1,-1-1,-2 1,-1-1,-2 0,0-4,-1 2,-2 35,1 0,0 0,0 1,-1-1,1 0,0 0,-1 0,1 0,0 0,0 0,-1 0,1-1,0 1,-1 0,1 0,0 0,0 0,-1 0,1 0,0 0,0-1,0 1,-1 0,1 0,0 0,0-1,0 1,-1 0,1 0,0 0,0-1,0 1,0 0,0 0,-1-1,1 1,0 0,0-1,0 1,0 0,0 0,0-1,0 1,-11 28,3-3,2 0,0 0,2 1,1-1,0 1,3 25,0-38,1-1,0 1,2-1,-1 1,1-1,1 0,0 0,1 0,0-1,1 0,0 0,1 0,0-1,0 0,5 4,5 1,0-1,1-1,1-1,0-1,0 0,1-2,0 0,1-1,0-1,0-1,1-1,0-1,0-1,0 0,0-2,0-1,0-1,1 0,-14 1,0 0,1-1,-1 0,0-1,0 0,0 0,0-1,0 0,-1-1,1 0,-1 0,0 0,0-1,4-4,10-14</inkml:trace>
  <inkml:trace contextRef="#ctx0" brushRef="#br0" timeOffset="1944.053">4531 563,'16'0,"21"0,20-2,19-1,12-2,7-3,-1-4,-16 0</inkml:trace>
  <inkml:trace contextRef="#ctx0" brushRef="#br0" timeOffset="2139.535">4585 149,'-5'-14,"13"-6,22 0,30 1,31 3,30 3,22 1,-14 3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1:22.593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202 136,'-3'25,"0"24,0 18,1 10,0 5,1-2,3-4,3-9,1-11,-1-11,-1-12</inkml:trace>
  <inkml:trace contextRef="#ctx0" brushRef="#br0" timeOffset="250.946">1 123,'8'-10,"1"1,0 0,1 1,0 0,0 1,1 0,-1 0,2 1,-1 1,1 0,0 0,0 1,0 1,0 0,1 0,-1 1,1 1,4 0,11-3,-1 0,0 1,1 2,0 1,-1 2,1 0,-1 2,0 0,0 2,0 1,-1 2,0 0,0 2,10 6,-32-15,0 0,0 0,0 0,0 1,-1-1,1 1,-1 0,0 0,0 0,0 0,0 0,0 1,-1-1,1 1,-1 0,0 0,0 0,-1 0,1 0,-1 0,0 0,0 1,0-1,-1 0,1 1,-1-1,0 1,-1-1,1 0,-1 1,0 3,-5 1,0-1,0 1,-1-1,0 0,0-1,-1 0,1 0,-2-1,1 0,-1 0,0-1,0 0,-1 0,1-1,-1 0,-1-1,-21 9,0-2,-1-2,0-1,0-1,-11-1,-12 0</inkml:trace>
  <inkml:trace contextRef="#ctx0" brushRef="#br0" timeOffset="1044.831">1057 96,'-4'14,"1"0,1 1,1-1,0 1,1-1,0 1,1 0,1-1,0 0,4 14,-5-23,100 419,-103-363,0-60,1-1,-1 1,1-1,-1 1,1-1,-1 1,0-1,1 0,-1 0,1 0,-1 0,0 0,1 0,-1-1,1 1,-1-1,0 1,1-1,-1 1,1-1,0 0,-1 1,1-1,-1 0,1 0,0 0,0 0,0 0,0-1,-1 1,1 0,1 0,-1-1,0 1,0-1,0 1,1-1,-1 1,0-2,-12-20,1-1,1 0,1-1,1 0,1-1,1 0,2 0,0 0,2-1,1 1,1-1,1 0,3-14,-2 10,3 1,0-1,2 1,1 0,6-12,-10 31,1 0,0 1,1-1,1 1,-1 0,2 1,-1-1,1 1,1 1,-1-1,2 1,-1 0,1 1,0 0,0 1,2-1,-5 4,0 1,0-1,1 1,-1 1,0-1,1 1,-1 0,1 1,0-1,-1 1,1 1,-1-1,1 1,-1 0,1 1,-1-1,1 1,-1 1,0-1,0 1,0 0,-1 0,1 1,-1 0,1 0,-1 0,-1 0,3 3,0 0,0 0,0 1,0 0,-1 0,-1 0,0 1,0 0,0 0,-1 0,0 0,-1 1,0-1,-1 1,0 0,0 0,-1 0,0 0,-1 6,-1-9,0-1,0 0,-1 0,0 1,0-1,-1-1,1 1,-1 0,-1 0,1-1,-1 0,0 0,0 0,0 0,-1 0,0-1,0 0,0 0,0 0,0-1,-6 3,-4 2,-1-1,-1 0,1-1,-1-1,0 0,0-2,-9 2,15-3,0 0,-1-1,1 0,0-1,-1 0,1-1,-1 0,1-1,0 0,0-1,-2-1,52 17,136 78,-89-44,2-4,1-3,8-3,-82-31,0-2,1 0,0-1,0 0,0-1,0-1,16-1,-26-1,0 1,0-1,0 0,0-1,0 0,-1 1,1-2,0 1,-1-1,0 0,1 0,-1 0,0-1,-1 0,1 0,-1 0,0 0,0-1,0 0,0 0,-1 0,2-2,4-18,0 1,-1-1,-2 0,-1 0,0-1,-2 0,-1 1,-1-1,-2 0,-2-19,3 5,-2-162,5 190,-1 16,1 22,4 56,3-2,18 68,-22-123,2 0,0 0,2-1,0 0,2-1,1 0,0-1,2 0,0-1,2-1,0 0,25 20</inkml:trace>
  <inkml:trace contextRef="#ctx0" brushRef="#br0" timeOffset="1464.791">2675 203,'-9'15,"2"1,0 0,1 0,1 1,0 0,1 0,1 0,1 0,0 1,2-1,0 1,1 12,0-19,1 0,0-1,0 1,1-1,0 0,1 0,0 0,1 0,0-1,0 1,1-1,0-1,1 1,0-1,0 0,1 0,0-1,0 0,1-1,0 0,0 0,3 0,0 0,0-1,1 0,0-1,0-1,0 0,0 0,1-2,-1 1,0-2,1 0,-1 0,1-1,-1-1,12-3,-17 3,-1 1,0-2,0 1,-1-1,1 0,0 0,-1-1,0 0,0 0,0 0,0-1,-1 0,0 0,0 0,0-1,-1 0,1 0,-1 0,-1 0,1-1,-1 1,0-1,-1 0,1 0,-2 0,1 0,-1 0,0 0,0-6,-2-4,-1 0,0 0,-2 0,0 1,-1 0,0-1,-1 2,-1-1,-1 1,0 0,-1 1,-1-1,0 2,0 0,-2 0,1 1,-2 0,0 1,0 0,-1 1,0 1,0 0,-1 1,-5-2,11 5,-1 0,0 1,1 0,-1 0,0 1,-1 1,1-1,0 2,-1-1,0 2,1-1,-1 1,1 1,-1 0,1 0,-1 1,1 1,0 0,0 0,0 1,0 0,1 0,-1 1,1 1,0-1,1 2,-1-1,1 1,1 0,-1 1,-2 3,6-4,-1 0,1 1,1 0,-1-1,1 1,1 1,0-1,0 0,0 0,1 1,0-1,1 1,0-1,0 1,1-1,0 1,0-1,1 0,0 1,3 6,17 37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1:20.785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570 4,'-29'-3,"-1"2,1 1,-1 2,1 0,0 2,0 1,0 2,0 1,1 1,1 1,-1 1,2 2,0 0,-12 10,25-15,1 0,0 1,1 0,0 1,1 0,0 1,0 0,1 1,-6 10,12-17,1-1,-1 1,1-1,0 1,0 0,1 0,-1 0,1 0,0 0,0 0,1 0,0 0,-1 1,2-1,-1 0,1 0,-1 0,2 0,-1 0,0 0,1 0,0 0,0 0,0-1,1 1,0-1,0 0,0 1,0-1,13 9,0 0,0-1,1-1,1 0,0-2,0 0,1-1,0 0,0-2,1 0,0-2,5 1,-21-4,127 29,-78-20,0 3,-1 1,-1 3,22 12,-67-27,0 0,0 0,0 0,-1 1,1 0,-1 0,0 0,0 1,0-1,0 1,-1 1,0-1,1 0,-1 1,-1 0,1 0,-1 0,0 1,0-1,-1 1,1-1,-1 1,0 0,-1 0,0 0,1 0,-2 0,1 0,-1 1,-4 2,-1 0,0 0,0-1,-1 0,0 0,0 0,-1-1,0 0,-1 0,1-1,-1 0,0 0,-1-1,1 0,-1 0,0-1,0-1,-1 1,-6 1,-13 4,-1-1,1-2,-1-1,0-1,0-1,-1-2,1-1,0-1,-4-2,-25-12,58 14,1 1,0-1,0 0,-1 1,1-1,0 1,0-1,0 1,0-1,0 1,0-1,0 0,0 1,0-1,0 1,0-1,0 1,1-1,-1 1,0-1,0 1,1-1,-1 1,0-1,0 1,1-1,-1 1,1-1,-1 1,0 0,1-1,-1 1,1 0,-1-1,1 1,-1 0,1-1,-1 1,1 0,-1 0,1 0,-1 0,1-1,-1 1,1 0,0 0,-1 0,1 0,-1 0,1 0,-1 1,1-1,35-10,5 0</inkml:trace>
  <inkml:trace contextRef="#ctx0" brushRef="#br0" timeOffset="460.045">1052 204,'0'177,"7"-71,5 0,21 81,-31-175,2 1,-1-1,2 1,0-1,0-1,1 1,5 6,-9-15,0 1,0-1,1-1,-1 1,1 0,0-1,0 1,0-1,0 0,0 0,1 0,-1 0,0-1,1 1,-1-1,1 0,0 0,-1 0,1 0,0-1,0 0,-1 1,1-1,0-1,0 1,-1-1,1 1,0-1,10-4,0-1,-1 0,0-1,0 0,-1-1,1-1,-2 0,1 0,-2-1,1-1,-1 0,-1 0,0-1,0 0,-1 0,-1-1,0 0,1-6,3-12,-1-2,-2 1,-2-1,0 0,-3 0,0-1,-3 1,0-1,-2 1,-2-1,-1 1,-6-19,-7-22,11 71,5 21,15 243,-10-202,3-1,3 0,3 0,4 9,1-19</inkml:trace>
  <inkml:trace contextRef="#ctx0" brushRef="#br0" timeOffset="991.834">1947 244,'-36'267,"28"-181,-11 135,18-210,8 40,3-53,-4-7,-1 1,-1-1,1 0,-2 0,1-1,-1 1,0-1,-1 1,0-1,-1-2,1 1,6-26,-2-1,-2 0,-2-1,-1 1,-2 0,-3-15,-2 21,1 23,3 23,5 8,0 0,2 0,0 0,1-1,2 0,0 0,1 0,1-1,1-1,1 1,12 14,-16-22,1-1,0-1,1 1,0-2,0 1,1-1,0-1,1 0,0 0,0-2,1 1,0-1,0-1,0-1,0 1,1-2,0 0,0-1,0 0,2-1,-12-1,1-1,-1 0,1 1,-1-2,1 1,-1 0,1-1,-1 0,0 0,0 0,0-1,0 1,0-1,-1 0,1 0,-1 0,0 0,0-1,0 0,0 1,-1-1,1 0,-1 0,0 0,0-1,0 1,-1 0,1-1,1-9,0 1,0-1,-1 0,-1 0,0-1,-1 1,-1 0,-2-11,-44-196,19 103,26 112,1 3,-1 1,1-1,0 0,0 0,0 0,1 0,-1 0,1 0,-1 0,1 0,0 0,0 0,0 0,1 0,-1 0,1 0,-1 0,1 0,0 0,0 1,1-1,-1 0,0 0,1 1,0-1,0 1,-1-1,1 1,1 0,-1 0,0 0,2-1,31 0,5 7</inkml:trace>
  <inkml:trace contextRef="#ctx0" brushRef="#br0" timeOffset="1267.1">3244 337,'-9'14,"-3"11,0 13,3 11,4 9,4 6,4 3,2-1,0-6,-2-10,0-13</inkml:trace>
  <inkml:trace contextRef="#ctx0" brushRef="#br0" timeOffset="1550.464">2763 110,'-21'0,"-13"0,-3 0,4 5,11 3,15 6,25 2,30-2,34-3,35-7,32-10,26-11,21-6,-24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8:53.688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0,'10'5,"13"1,15 0,14-4,10-4,6-4,-9-1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8:54.456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0,'95'8,"-1"-3,89-9,-72 1,781 18,-831-11,43 4,1-4,50-7,-103-3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8:58.958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86 669,'22'-35,"-3"0,-1-2,-1 0,-2-1,-2 0,-2-1,-1-1,-2 0,-1 0,-3 0,-1-1,-2-23,-21-30,19 91,0 0,0 1,-1-1,1 0,-1 1,1-1,-1 0,0 1,0 0,0 0,0-1,0 1,0 0,-1 0,1 1,-1-1,1 1,-1-1,0 1,1 0,-1 0,0 0,0 0,0 0,0 1,0-1,0 1,0 0,0 0,0 0,-4 3,0 0,0 0,0 1,1 0,-1 0,1 1,0 0,1 0,-1 0,1 1,0 0,1 0,-1 0,1 0,0 1,1 0,-1 0,1 0,1 0,-1 0,1 0,-1 7,-7 29,2 1,2 0,1 0,3 1,1-1,3 1,1-1,2 0,3 4,-5-23,0 0,2-1,1 1,1-1,0-1,2 1,1-1,1-1,1 0,11 17,-19-35,0 0,1 0,-1 0,1 0,0 0,0-1,0 0,0 0,0-1,1 1,-1-1,1 0,0 0,0-1,-1 0,1 0,0 0,0-1,0 0,0 0,0 0,0-1,0 0,2-1,3-1,0 0,0 0,0-2,-1 1,0-1,0-1,0 0,0 0,-1-1,0 0,-1-1,2-1,16-20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9:00.107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108 385,'0'-19,"8"-1,-2-1,0 0,-1 0,-1 0,-1-1,-1 1,-1-1,0 0,-2 1,-1-1,0 0,-2 1,0-1,1 17,1 0,0 1,-1-1,0 0,0 1,-1 0,1-1,-1 2,0-1,0 0,0 1,-4-3,7 5,-1 0,1 0,-1 0,0 0,1 0,-1 0,0 0,0 1,0-1,1 1,-1 0,0-1,0 1,0 0,0 0,0 0,0 0,1 1,-1-1,0 0,0 1,0-1,0 1,1 0,-1-1,0 1,1 0,-1 0,0 0,1 0,-1 1,1-1,0 0,-1 1,1-1,0 1,-1 0,0 2,-1 0,1 0,0 0,0 1,0-1,1 0,-1 1,1-1,0 1,0 0,1-1,0 1,-1 0,1-1,1 1,-1-1,1 1,0 0,0-1,0 1,1-1,-1 1,1-1,0 0,0 0,1 0,-1 0,1 0,0 0,0-1,0 0,1 1,-1-1,1 0,-1 0,1-1,0 1,3 0,9 2,1-1,0-1,0 0,0-2,0 0,0 0,0-2,1 0,-1-1,0-1,-1 0,1-1,-1-1,1-1,-1 0,-1-1,12-7,-14 9,-10 4,-2 0,0 0,0 0,0 1,0-1,0 0,0 1,0-1,0 1,0-1,1 1,-1 0,0-1,0 1,0 0,1 0,-1 0,0 0,0 0,0 0,1 0,-1 0,0 1,0-1,0 0,1 1,-1-1,0 1,0-1,0 1,0 0,0-1,0 1,0 0,0 0,0 0,0 0,-1-1,1 1,0 0,0 1,3 107,5 388,-8-483,3 33,-1 1,-2 0,-2 0,-3-1,-1 1,-3-1,-2 0,-14 41,20-78,-1 0,0 0,0 0,-1-1,-1 1,0-1,0-1,-8 8,12-13,1-1,0 0,-1 0,1 0,-1-1,0 1,0-1,0 1,0-1,0 0,0 0,0 0,0 0,0-1,0 0,0 1,0-1,-1 0,1 0,0 0,0-1,0 1,0-1,0 0,0 0,0 0,0 0,0-1,0 1,0-1,0 1,1-1,-1 0,-10-12,0 0,0 0,2-1,0-1,0 0,2 0,0-1,0 0,2-1,0 0,2 0,-4-15,-1-3,1 0,3-1,0 0,2-1,2 1,2 0,2-14,-1 43,0-1,1 1,0 0,1 0,-1 1,2-1,-1 0,1 1,0 0,0 0,1 0,0 1,0-1,1 1,0 0,0 0,0 1,1 0,-1 0,1 1,0 0,1 0,-1 0,3 0,201-69,-162 58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9:01.045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0,'0'0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9:00.377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13,'0'2,"5"8,3 11,3 16,-1 15,-1 15,-3 11,-2 7,-2-2,-1-9,-1-10,-1-13,1-16</inkml:trace>
  <inkml:trace contextRef="#ctx0" brushRef="#br0" timeOffset="359.135">414 0,'-49'58,"6"-7,-3-1,-1-3,-39 30,72-67,10-8,1-1,0 2,0-1,-1 0,1 0,0 1,1 0,-1 0,0 0,1 0,0 0,0 0,0 0,0 1,0-1,0 2,24 22,-20-26,234 113,-127-56,-62-32,0-1,2-3,22 6,-34-17,-7-5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8:57.203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322 429,'-33'0,"1"2,-1 2,1 0,0 2,-29 10,53-13,1-1,-1 1,1 1,0-1,0 1,0 1,0-1,1 1,0 0,-2 2,6-4,0-1,0 0,0 1,0-1,1 1,-1 0,1-1,0 1,0 0,0 0,0 0,0 0,1 0,-1 0,1 0,0 0,0 0,0 0,0 0,1 0,-1 0,1 0,-1 0,1 0,0 0,0 0,1 0,0 1,8 9,0 0,0 0,2-1,-1-1,2 0,-1 0,2-2,-1 1,1-2,0 1,1-2,0 0,0-1,6 1,4 4,3 2,-13-7,0 0,0 2,-1 0,0 0,-1 1,10 8,-22-16,0 0,0 0,0-1,0 1,0 0,0 0,0 0,0 0,0 0,-1 0,1 0,0 0,-1 0,1 1,-1-1,1 0,-1 0,1 1,-1-1,0 0,0 0,0 1,0-1,0 0,0 1,0-1,0 0,0 0,-1 1,1-1,0 0,-1 0,1 1,-1-1,1 0,-1 0,0 0,1 0,-1 0,0 0,0 0,0 0,0 0,0 0,0 0,0-1,0 1,0 0,0-1,-1 1,1-1,0 1,0-1,0 0,-1 1,-3 2,0-1,-1 0,1 0,-1 0,1 0,-1-1,1 0,-1 0,0 0,0-1,0 0,1 0,-1-1,0 1,0-1,1 0,-1-1,0 1,1-1,0 0,-2-2,5 1,0 0,1 0,0 0,0-1,0 1,0-1,0 1,1 0,0-1,-1 1,1-1,0 1,1-1,-1 1,1-1,-1 1,1-1,0 1,0 0,1-1,-1 1,1 0,0 0,-1 0,3-2,24-48,3 2,36-47,-30 45,-24 34,10-11,-1 0,-2-1,0-2,-3 0,0 0,-3-2,0 0,-3 0,-1-1,3-21,-12 51,0 0,0 0,-1 0,1 0,-1 0,-1 0,1 0,-1 1,0-1,-1 0,1 0,-1 0,0 1,0-1,-1 1,0 0,0 0,0 0,0 0,-1 0,0 1,-1-2,4 6,0-1,-1 0,1 1,-1 0,1-1,0 1,-1 0,1 0,-1-1,1 1,-1 0,1 1,-1-1,1 0,-1 0,1 0,0 1,-1-1,1 1,0-1,-1 1,1 0,0 0,-1-1,1 1,0 0,0 0,0 0,0 0,0 0,0 0,0 1,0-1,1 0,-1 0,0 1,0 0,-22 54,17-22,1 0,2 1,2-1,1 1,1 0,2-1,2 0,1 1,1-2,2 1,6 11,-3 2,3 0,2 0,2-2,1 0,27 40,-45-80,0 0,1 0,-1 0,1-1,1 1,-1-1,1 1,-1-1,1 0,1-1,-1 1,0-1,1 0,-1 0,1 0,0-1,0 1,0-1,1 0,-1-1,0 1,1-1,-1 0,1-1,-1 1,1-1,2 0,10-9</inkml:trace>
  <inkml:trace contextRef="#ctx0" brushRef="#br0" timeOffset="258.394">416 281,'-14'-2,"-6"-1,8 3,19 2,26 3,27 1,27 0,19 2,-9-1</inkml:trace>
  <inkml:trace contextRef="#ctx0" brushRef="#br0" timeOffset="1200.716">1257 682,'-13'-17,"8"10,0 0,-1 0,1 1,-1 0,-1 0,1 0,-1 1,0-1,0 2,0-1,-4 0,9 4,-1 0,1 1,-1 0,0-1,1 1,-1 0,1 1,-1-1,1 0,-1 1,0-1,1 1,-1 0,1 0,0 0,-1 0,1 0,0 0,0 1,-1-1,1 1,0 0,1-1,-1 1,0 0,0 0,1 0,-1 1,-35 65,23 24,14-89,1 0,-1-1,0 1,1-1,-1 1,1-1,0 1,0-1,0 1,0-1,0 0,1 0,-1 1,0-1,1 0,0 0,0 0,-1-1,1 1,0 0,0-1,1 1,-1-1,0 0,0 1,1-1,-1 0,1-1,-1 1,1 0,-1-1,1 1,-1-1,2 0,6-1,0 0,0-1,-1 0,1-1,0 0,-1 0,0-1,0 0,0-1,-1 0,1 0,-1-1,0 0,-1-1,1 1,-1-2,-1 1,1-1,-1 0,0 0,-1 0,3-7,-2 5,-1 0,0-1,0 1,-1-1,-1 0,0 0,0 0,0-6,-4 42,6 97,-4-116,0-1,1 1,0-1,0 1,0-1,0 0,1 0,0 0,0-1,1 1,-1-1,1 1,0-1,0 0,0-1,1 1,-1-1,1 0,0 0,3 2,-3-3,1 0,0 0,0 0,0 0,0-1,0 0,0 0,0-1,0 1,1-1,-1-1,0 1,0-1,0 0,0-1,0 1,0-1,0 0,-1-1,1 1,-1-1,1 0,-1-1,0 1,0-1,0 0,-1 0,0-1,1 1,-1-1,-1 0,1 0,-1 0,0-1,0 1,-1-1,1 0,-1 1,0-2,7-27,0 0,-3-1,-1 0,-1 0,-2 0,-1-1,-3-3,3 14,-6-352,3 365,2 43,1 123,-10 283,8-395,6-44,13-24,-15 19,0 0,0 1,1-1,0 1,0 0,1 0,0 1,0-1,0 1,1 0,-1 1,1-1,0 1,1 0,-1 1,1-1,-1 1,1 0,0 1,0 0,0 0,1 0,-1 1,0 0,3 1,-2 4,1 0,-1 0,0 1,0 0,0 1,-1 0,0 0,0 1,-1-1,1 1,-2 1,1-1,-1 1,0 0,0 1,-1-1,0 1,-1-1,0 1,0 0,1 9,2 0,0 1,-1-1,-1 1,-1 0,-1 0,0 1,-2-1,0 0,-1 0,-3 16,4-34,0 1,0-1,-1 1,1 0,0-1,-1 1,1-1,-1 1,0-1,0 1,1-1,-1 0,0 1,0-1,0 0,0 0,0 1,-1-1,1 0,0 0,-1 0,1 0,0-1,-1 1,1 0,-1-1,1 1,-1-1,1 1,-1-1,0 0,1 1,-1-1,1 0,-1 0,0 0,1 0,-1-1,0 1,1 0,-1-1,1 1,-1-1,1 1,-1-1,1 0,-1 0,1 1,0-1,-1 0,1 0,0-1,0 1,0 0,0 0,0 0,0-1,0 1,-1-2,-2-5,0 0,0 0,0 0,1 0,1-1,-1 0,1 1,1-1,0 0,0 0,0 0,1 0,1 0,-1 0,2 0,-1 1,1-1,0 0,1 1,0-1,0 1,1 0,0 0,1 0,0 0,0 1,0 0,1 0,2-2,-1 3,1-1,0 1,0 0,1 0,-1 1,1 0,1 1,-1 0,0 0,1 1,0 0,0 1,0 0,0 0,0 1,0 1,0 0,10 1,-17-1,0 1,0 0,1 0,-1 0,0 1,0-1,-1 1,1-1,0 1,0 0,-1 0,1 0,-1 0,0 1,1-1,-1 1,0-1,-1 1,1 0,0 0,-1 0,1 0,-1 0,0 0,0 0,0 1,6 91,-6-39,-1-53,0-1,1 1,-1-1,0 1,1-1,0 0,0 1,0-1,0 0,0 0,0 1,0-1,1 0,-1 0,1 0,-1-1,1 1,0 0,0 0,0-1,0 1,0-1,0 0,0 0,0 0,1 0,-1 0,0 0,1 0,-1-1,0 1,1-1,-1 0,1 0,-1 0,1 0,-1 0,1 0,-1-1,1 1,-1-1,0 1,1-1,-1 0,2-1,25-13,-1-2</inkml:trace>
  <inkml:trace contextRef="#ctx0" brushRef="#br0" timeOffset="1453.11">2141 308,'2'16,"10"9,3 2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8:56.469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58 0,'-4'28,"0"0,2 1,2-1,0 0,2 0,2 6,-3-24,19 160,26 92,-40-212,-7-49,1-1,0 0,-1 0,1 1,-1-1,1 0,-1 0,1 0,-1 0,1 0,-1 0,1 0,-1 0,1 0,-1 0,1 0,-1 0,1 0,-1 0,1 0,-1-1,1 1,-1 0,1 0,0 0,-1-1,1 1,-1 0,1-1,0 1,-1 0,1-1,0 1,-1-1,1 1,0 0,-1-1,1 1,0-1,0 1,0-1,0 1,-1-1,1 1,0-1,0 1,0-1,0 1,0-1,0 1,0-1,0 1,0-1,1 1,-1-1,0 1,0-1,0 1,-12-39,2 0,1-1,2 0,-1-36,-4-17,-35-135,47 227,-1 0,1 0,-1 0,1 0,-1 0,1 0,0 0,-1 0,1 0,0 0,0 0,0 0,0 0,0 0,0 0,0 0,0 0,0 0,0 0,1 0,-1 0,0 0,1 0,-1 0,1 0,-1 0,1 0,0 0,-1 0,1 0,0 1,-1-1,1 0,0 1,0-1,0 0,0 1,-1-1,1 1,0-1,0 1,0 0,0-1,0 1,0 0,0 0,1-1,20 0,-1 0,1 1,-1 1,0 1,21 5,-36-7,0 0,-1 0,1 1,0 0,0 0,0 0,0 1,-1 0,1 0,-1 0,0 1,1 0,-1 0,0 0,0 0,-1 1,1 0,-1 0,0 0,0 1,0-1,-1 1,1 0,-1 0,0 0,-1 0,1 1,-1-1,0 1,1 3,-5 5,-1-1,0 0,0 1,-1-1,-1-1,0 1,-1-1,-1 0,1 0,-2-1,0 0,0 0,-1 0,0-1,-1-1,0 0,0 0,-8 4,-23 18,41-31,0-1,0 1,1 0,-1 0,0 0,1-1,-1 1,0 0,1 0,-1 0,1-1,-1 1,0 0,1 0,-1 0,0 0,1 0,-1 0,1 0,-1 0,0 0,1 0,-1 0,1 0,-1 0,0 1,1-1,-1 0,0 0,1 0,-1 0,0 1,1-1,-1 0,0 0,1 1,-1-1,0 0,0 0,1 1,-1-1,0 0,0 1,0-1,1 1,-1-1,0 0,0 1,0-1,0 0,0 1,0-1,0 1,0-1,0 0,0 1,0-1,0 1,0-1,0 0,0 1,0-1,0 0,0 1,-1-1,1 1,0-1,0 0,0 1,-1-1,5 0,18 1,-1 1,0 1,0 0,0 2,-1 1,1 0,-1 1,0 1,-1 1,0 1,-1 1,0 0,0 2,-1 0,-1 0,13 15,-26-25,0 1,0 0,0 1,0-1,-1 0,1 1,-1 0,0-1,-1 1,1 0,-1 0,0 0,0 0,-1 0,1 0,-1 0,0 0,-1 0,1 1,-1-1,0 0,0-1,-1 1,1 0,-1 0,0 0,0-1,-1 1,0-1,1 0,-1 0,-1 0,1 0,0 0,-4 2,0 0,-1-1,-1 0,1 0,-1 0,1-1,-1 0,0-1,-1 0,1-1,0 0,-1 0,-3 0,9-2,-1 1,1-1,0 0,-1 0,1-1,0 1,-1-1,1 0,0 0,0 0,0 0,0-1,0 0,0 0,0 0,0 0,1-1,-1 1,1-1,0 0,0 0,0 0,0 0,0-1,1 1,-1-1,1 0,-1-1,1 0,0 0,1 0,-1-1,1 1,0 0,1-1,-1 1,1-1,0 1,0-1,1 1,0-1,0 1,0-1,1 1,-1 0,1 0,0 0,1 0,-1 0,1 0,0 0,0 1,4-5,4-4,1 0,0 1,1 0,0 1,1 1,0 0,7-3,1 0,1 0,0 2,1 1,0 1,1 1,0 1,0 1,0 1,1 1,18 0,-40 4,0-1,0 1,0 0,0 0,0 0,1 1,-1-1,0 1,0 0,0 0,0 0,0 1,-1 0,1 0,0-1,-1 2,1-1,-1 0,0 1,1 0,-1 0,0 0,-1 0,1 0,-1 0,1 1,-1-1,0 1,0 0,8 77,-10-72,0 1,1-1,0 0,0 1,1-1,0 0,0 0,1 0,1-1,2 6,19 10,-11-18</inkml:trace>
  <inkml:trace contextRef="#ctx0" brushRef="#br0" timeOffset="265.066">753 160,'14'5,"4"1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8:54.879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205 67,'-2'-1,"0"1,-1 0,1 0,0 0,0 0,0 0,0 0,-1 0,1 1,0-1,0 1,0-1,0 1,0 0,0 0,0 0,0 0,0 0,1 0,-1 1,0-1,1 1,-1-1,1 1,-1-1,1 1,0 0,0 0,0 0,0 0,0 0,0 0,0 0,1 0,-1 0,1 0,-1 0,1 0,0 0,0 1,0-1,0 0,0 0,0 0,2 0,-1 0,1 0,0-1,-1 1,1-1,0 0,0 1,0-1,0 0,0 0,0 0,1 0,-1-1,0 1,0 0,1-1,-1 0,0 1,1-1,-1 0,0 0,1-1,-1 1,0 0,0-1,1 1,-1-1,0 0,0 0,0 0,0 0,0 0,0 0,0 0,0-1,0 1,0-1,-1 0,1 1,0-1,-1 0,0 0,1 0,-1 0,0 0,0 0,0 0,0 0,-1 0,1-1,-1 1,1 0,-1-1,0 1,0-1,0-1,0 0,0 1,-1-1,0 0,0 1,0-1,0 0,-1 1,1 0,-1-1,0 1,0 0,0 0,0 0,0 0,-1 0,0 0,1 1,-1-1,0 1,0 0,0 0,-1 0,1 0,0 1,-1-1,1 1,-1 0,1 0,-1 0,-1 0,-1-1,0 1,0 0,0 0,0 0,0 1,0 0,-1 0,1 0,0 1,0 0,0 0,0 1,0 0,0 0,1 0,-1 0,1 1,-6 3,6-1,1 1,-1 0,1 0,0 0,0 0,1 1,0-1,0 1,0 0,1 0,0 0,0 0,1 0,0 0,0 1,1-1,0 0,0 0,1 1,0-1,0 0,1 3,4 22</inkml:trace>
  <inkml:trace contextRef="#ctx0" brushRef="#br0" timeOffset="261.689">191 442,'1'2,"-1"-1,1 1,0 0,1-1,-1 1,0-1,0 1,1-1,-1 0,1 1,-1-1,1 0,-1 0,1 0,0 0,0 0,-1-1,1 1,0 0,0-1,0 1,0-1,0 0,0 0,0 1,-1-1,1-1,0 1,0 0,0 0,0-1,0 1,0-1,0 1,-1-1,1 0,0 0,0 0,-1 0,1 0,0 0,0-4,0 1,0-1,-1 1,1-1,-1 1,0-1,0 0,-1 0,1 1,-1-1,0 0,0 0,-1 0,1 1,-1-1,0 0,-1 1,1-1,-1 0,0 1,0 0,-1-3,2 6,0 0,1 0,-1 1,0-1,0 0,0 0,0 0,0 1,0-1,0 0,0 1,0-1,0 1,0-1,-1 1,1-1,0 1,0 0,0 0,-1 0,1 0,0 0,0 0,-1 0,1 0,0 0,0 0,0 1,-1-1,1 0,0 1,0-1,0 1,0 0,0-1,0 1,0 0,0-1,0 1,-1 1,-28 42,29-41,0 1,-1 0,1-1,1 1,-1 0,1 0,-1 0,1 0,0 0,0 0,1-1,-1 1,1 0,0 0,0 0,0-1,0 1,1 0,0-1,-1 1,1-1,1 0,-1 0,0 0,1 0,-1 0,1 0,0 0,0-1,0 0,0 1,1-1,3 1,28 15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8:53.257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80 5,'0'-1,"0"1,-1 0,1-1,0 1,-1 0,1 0,0-1,-1 1,1 0,-1 0,1-1,-1 1,1 0,0 0,-1 0,1 0,-1 0,1 0,-1 0,1 0,-1 0,1 0,-1 0,1 0,0 0,-1 0,1 0,-1 0,1 0,-1 1,1-1,-1 0,1 0,0 1,-1-1,1 0,0 0,-1 1,1-1,0 0,-1 1,1-1,0 1,0-1,-1 0,1 1,0-1,0 1,0-1,0 1,-1-1,1 0,0 1,0-1,0 1,0-1,0 1,0-1,0 1,0-1,0 1,1-1,-1 0,0 1,0-1,-31 180,28-153,0-4,-1 4,0-1,2 1,1 1,1-1,2 0,0 0,2 0,1-1,2 6,-5-27,0-1,0 1,0 0,1-1,0 0,0 1,0-1,0 0,1 0,0-1,0 1,0-1,0 0,0 0,0 0,1-1,0 1,-1-1,1 0,0 0,0-1,0 0,0 0,0 0,0 0,1-1,-1 1,3-2,3 1,1-1,-1 0,0-1,0-1,0 0,0 0,0-1,0 0,-1-1,0 0,0-1,5-4,16-13,-7 0</inkml:trace>
  <inkml:trace contextRef="#ctx0" brushRef="#br0" timeOffset="251.637">0 352,'5'0,"8"0,8-2,11-5,8-7,5-2,0-4,-4-2,-7-3,-9 4</inkml:trace>
  <inkml:trace contextRef="#ctx0" brushRef="#br0" timeOffset="685.687">562 5,'7'18,"7"13,7 8,7 2,7 1,5-1,3 1,3-1,-1 2,-4 1,-5-1,-5-3,-9-3,-6-9,-2-8,-5-8</inkml:trace>
  <inkml:trace contextRef="#ctx0" brushRef="#br0" timeOffset="953.282">1043 179,'-4'-14,"-7"-9,-3-2,-4 2,-6 8,-5 15,-5 19,-4 18,-3 19,-3 15,2 12,2 5,0-1,7-15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09:21.06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3836 1179,'-1'-130,"-7"0,-5 0,-6 2,-5 0,-6 1,-5 1,-40-88,42 149,32 65,1 0,-1 0,1 0,0 0,-1 0,1 0,-1 0,1 0,-1 0,1 0,-1 1,1-1,0 0,-1 0,1 1,-1-1,1 0,0 0,-1 1,1-1,0 0,-1 1,1-1,0 1,-1-1,1 0,0 1,0-1,0 1,-1-1,1 1,0-1,0 0,0 1,0-1,0 1,0-1,0 1,0-1,0 1,0-1,0 1,0-1,0 1,1-1,-1 1,0-1,0 0,0 1,1-1,-1 1,0-1,0 0,1 1,-1-1,0 0,1 1,-1-1,7 37,3 6</inkml:trace>
  <inkml:trace contextRef="#ctx0" brushRef="#br0" timeOffset="-17544.714">2192 1928,'6'111,"4"-1,5 0,7 10,9 65,3 159,-14 1,-19 148,6 124,15-222,72 386,-52-553,-27-147</inkml:trace>
  <inkml:trace contextRef="#ctx0" brushRef="#br0" timeOffset="-15771.742">2326 2209,'-32'-119,"26"105,0 0,1 0,1 0,0-1,1 1,1-1,0 0,1 0,0 0,2 0,-1 0,2 0,0 1,1-1,3-9,-3 18,0 0,0 1,1-1,-1 1,1 0,1 0,-1 0,1 0,0 1,0 0,0 0,0 0,1 1,-1 0,1 0,0 0,0 0,0 1,1 0,-1 1,5-2,8 0,1 1,-1 1,0 0,1 1,-1 2,16 2,329 78,-230-64,1-6,0-7,0-5,94-14,57 2,-226 11,141-3,0-8,85-20,-88 4,122 14,-249 10,-70 4,0 1,0-1,0 1,-1 0,1-1,0 1,-1 0,1-1,0 1,-1 0,1 0,-1-1,1 1,-1 0,1 0,-1 0,0 0,1 0,-1 0,0 0,0 0,0 0,0 0,1-1,-1 1,-1 0,1 0,0 0,0 0,0 0,0 0,-1 0,1 0,0 0,-1 0,1 0,-1 0,0 4,-45 272,36-128,7 0,7 0,6-1,13 51,36 516,1-381,-34-214,-6 2,2 68,-18 15,-5-122,4 0,3-1,4 0,15 59,71 197,-36 83,31 195,-88-582,2 0,0-1,3 1,1-1,1-1,10 20,-10-33,0-5</inkml:trace>
  <inkml:trace contextRef="#ctx0" brushRef="#br0" timeOffset="-13926.25">2473 5832,'0'99,"-1"295,-27 115,23-470,1 80,4-118,1 0,-1 0,1 0,-1 0,1 0,0 0,0 0,-1 0,1 0,0-1,0 1,0 0,0 0,0-1,0 1,0-1,0 1,0-1,0 1,0-1,1 0,-1 1,0-1,0 0,0 0,0 0,1 0,-1 0,0 0,0 0,0 0,1-1,-1 1,0 0,0-1,0 1,0-1,0 1,0-1,0 0,0 1,0-1,0 0,0 0,0 1,-1-1,1 0,0 0,0 0,-1 0,1-1,5-1,19-12,0 2,2 1,-1 0,2 3,-1 0,1 1,0 2,4 0,73-4,0 3,97 8,19-1,467-11,-8-30,-631 41,22-1,1 3,0 4,34 8,29 4,104-15,-235-3,17-1,0 2,1 0,-1 1,0 1,17 5,58 16,-90-23,0 0,1 0,-1 0,0-1,0 1,1-2,-1 1,0-1,0 0,0 0,0 0,-4-2,0 1,0 0,0-1,-1 1,1-1,-1 1,0-1,0 0,0 1,0-1,0 0,0 0,-1 0,0 0,1 1,-1-1,0 0,0 0,-1 0,1 0,0-3,1-3,-1-1,-1 0,1 1,-1-1,-1 1,0 0,0-1,-1 1,0 0,-1 0,0 0,-11-15</inkml:trace>
  <inkml:trace contextRef="#ctx0" brushRef="#br0" timeOffset="-12840.706">213 2651,'23'10,"46"5,1-4,0-2,0-4,1-3,52-5,-89 2,637-5,-435 25,73 1,-156 2,-143-27,-24-9,9 11,-6-8</inkml:trace>
  <inkml:trace contextRef="#ctx0" brushRef="#br0" timeOffset="-11835.277">2406 4214,'37'14,"30"2,-13-5,0 3,-2 2,40 17,-86-31,0 0,-1 0,1 1,-1 0,0 0,0 0,0 0,0 1,0-1,-1 1,0 1,0-1,0 1,0-1,-1 1,1 0,-1 0,0 1,-1-1,1 1,-1-1,0 1,-1 0,0-1,1 1,-2 0,1 0,-1 0,0 0,0 0,0 0,-1 0,0 0,0 1,-8 7,0-1,-1 1,0-1,-1-1,0 0,-1-1,0 0,-1 0,-1-2,1 1,-1-2,-12 6,19-10,-233 130,219-118,21-16,1 0,-1 0,0 0,1 0,-1 0,0-1,0 1,1 0,-1 0,0 0,1 0,-1 0,0 0,1 0,-1 0,0 0,0 0,1 0,-1 0,0 0,1 0,-1 1,0-1,1 0,-1 0,0 0,0 0,1 0,-1 1,0-1,0 0,0 0,1 0,-1 1,0-1,0 0,0 0,1 1,-1-1,0 0,0 1,0-1,0 0,0 0,0 1,0-1,0 0,0 1,0-1,0 0,0 1,0-1,0 0,0 0,0 1,0-1,0 0,0 1,0-1,0 0,0 1,-1-1,1 0,0 0,0 1,0-1,-1 0,15-1</inkml:trace>
  <inkml:trace contextRef="#ctx0" brushRef="#br0" timeOffset="-11154.993">3275 4255,'6'18,"-6"-18,1 0,-1-1,0 1,0 0,0 0,0 0,0 0,0 0,0 0,1-1,-1 1,0 0,0 0,0 0,0 0,0 0,1 0,-1 0,0 0,0 0,0 0,0 0,1 0,-1 0,0 0,0 0,0 0,0 0,1 0,-1 0,0 0,0 0,0 0,0 0,1 0,-1 0,-1-4,-1 0,1 1,-1-1,0 0,0 1,0-1,0 1,-1-1,0 1,1 0,-1 0,0 0,0 1,-1-1,1 1,0 0,-1 0,0 0,1 0,-1 0,0 1,0 0,0 0,0 0,0 0,0 0,0 1,0 0,0 0,0 0,-3 0,1 1,0 0,0 1,0-1,0 1,0 0,1 0,-1 1,1 0,-1 0,1 0,0 0,0 1,0 0,1 0,-1 0,1 1,0 0,0-1,1 1,0 1,-1-1,0 5,-2 0,1 1,0 0,1 0,0 1,1-1,1 1,0 0,0-1,1 1,0 0,1 5,1-9,0 0,1 0,0 1,0-1,1-1,0 1,0 0,0-1,1 1,0-1,1 0,0-1,0 1,0-1,1 0,0 0,0-1,0 1,1-1,0-1,0 1,6 2,-1-1,1 0,0-1,0-1,0 0,0 0,1-1,-1-1,1 0,0-1,0-1,-1 0,1-1,7-1,-13-1,1 0,-1 0,0-1,0 0,0 0,0-1,-1 0,1-1,-2 1,1-1,0-1,-1 1,0-1,-1 0,0 0,0-1,0 0,-1 0,0 0,0 0,0-3,8-16</inkml:trace>
  <inkml:trace contextRef="#ctx0" brushRef="#br0" timeOffset="-10902.98">3583 4147,'-3'-2,"0"1,1 4,-1 7,4 7,1 10,0 7,2 7,1 7,-1 6,1-1,0-2,-1-2,-1-6,1-8,2-9,1-10</inkml:trace>
  <inkml:trace contextRef="#ctx0" brushRef="#br0" timeOffset="-10471.948">3877 4134,'-6'17,"0"-1,-2 0,1-1,-2 0,0 0,-1-1,0 0,-1 0,0-1,-1-1,-1 0,0-1,-1 0,0-1,0 0,-1-1,-1-1,-2 1,16-8,1-1,-1 1,0-1,1 1,-1-1,0 1,1-1,-1 1,1 0,-1 0,1 0,-1 0,1 0,0 0,-1 0,1 1,0-1,0 0,0 1,0-1,0 1,0-1,0 1,1-1,-1 1,1 0,-1-1,1 1,-1 0,1-1,0 1,0 0,0 0,0-1,0 1,0 0,0 0,1-1,-1 1,1 0,-1-1,1 1,10 8,1 0,0-1,1 0,-1-1,2 0,-1-1,1-1,0 0,11 2,20 8,0-3,1-2,0-2,0-2,27 1,-9-14,-54 0</inkml:trace>
  <inkml:trace contextRef="#ctx0" brushRef="#br0" timeOffset="-9125.936">2741 2717,'-13'103,"20"-139,-4 0,-2 0,-2 0,0 0,-3 0,-1 1,-1-1,-2 1,-11-27,8 44,10 25,3-3,0 0,0 0,0 0,1-1,-1 1,1-1,0 0,0 1,0-1,0-1,1 1,-1 0,1-1,0 0,0 0,0 0,0 0,0 0,0-1,0 0,0 0,1 0,-1 0,0-1,1 0,1 0,8 1,-1-2,0 0,1 0,-1-2,0 1,0-2,0 1,2-3,60-26,-74 32,1 0,-1 0,0 1,0-1,1 1,-1-1,0 1,0-1,0 1,0-1,0 1,0 0,0 0,0 0,0-1,0 1,0 0,0 0,-1 0,1 0,0 0,-1 1,1-1,-1 0,1 0,-1 0,1 0,-1 1,0-1,0 0,0 0,0 1,0-1,0 0,0 0,0 1,0-1,0 0,-1 0,1 1,0 0,4 343,41-115,-16-105,-27-116,7 76,-9-83,0 0,0 1,-1-1,1 0,0 0,-1 1,0-1,1 0,-1 0,0 0,0 0,0 0,0 0,-1 0,1 0,0-1,-1 1,1 0,-1-1,0 1,0-1,1 1,-1-1,0 0,0 0,0 0,0 0,-1 0,1-1,0 1,0 0,0-1,-1 0,1 1,-6-3,-1 1,1-1,0 0,0-1,0 0,0 0,1-1,-1 0,1 0,0 0,0-1,0 0,1-1,-1 0,2 0,-1 0,0 0,1-1,1 0,-4-5,-2-1,1-1,0 0,1-1,0 0,1 0,1 0,1-1,-3-10,9 22,-1 0,1 0,0 0,0 0,0 0,1 0,0 1,-1-1,1 0,1 1,-1-1,0 1,1 0,-1 0,1 0,0 0,0 0,1 1,-1-1,0 1,1 0,-1 0,1 0,0 0,0 1,0 0,0-1,0 1,7-4,211-87,-170 74</inkml:trace>
  <inkml:trace contextRef="#ctx0" brushRef="#br0" timeOffset="-8086.718">2887 5685,'5'16,"3"14,3 12,0 9,-3 10,-2 6,-4 3,-5-1,-3-6,1-7,1-10,5-16,3-12</inkml:trace>
  <inkml:trace contextRef="#ctx0" brushRef="#br0" timeOffset="-7770.524">3275 5752,'-22'36,"2"0,-3 0,-1-2,-1 0,-2-2,-1-1,-10 6,-18-1,56-36,0 1,0-1,0 1,0-1,0 1,0-1,0 1,0-1,0 0,0 1,0-1,1 1,-1-1,0 1,0-1,0 1,1-1,-1 0,0 1,1-1,-1 0,0 1,1-1,-1 0,0 1,1-1,-1 0,0 0,1 1,-1-1,1 0,-1 0,1 0,-1 1,1-1,-1 0,1 0,-1 0,1 0,-1 0,0 0,1 0,-1 0,1 0,-1 0,1-1,-1 1,1 0,-1 0,1 0,-1 0,0-1,1 1,-1 0,5 0,142 37,-84-20,-1-2,2-4,26 1,-61-10</inkml:trace>
  <inkml:trace contextRef="#ctx0" brushRef="#br0" timeOffset="-6688.998">0 6340,'1451'0,"-973"14,46-15,-530 1</inkml:trace>
  <inkml:trace contextRef="#ctx0" brushRef="#br0" timeOffset="-5611.227">254 4535,'68'8,"0"-3,61-4,-63-1,307-8,154 4,-302 23,70 2,-172-12,21-6,-136 3,-26 0,4-5,-1 0</inkml:trace>
  <inkml:trace contextRef="#ctx0" brushRef="#br0" timeOffset="-4688.09">4572 2784,'-21'19,"1"1,1 0,1 1,1 2,1-1,1 2,1 0,1 1,1 0,1 1,2 0,0 1,2-1,-1 8,5 44,3-76,1 1,-1-1,1 0,0 1,0-1,-1 0,1 1,1-1,-1 0,0 0,0 0,1 0,-1 0,1 0,0-1,0 1,-1 0,1-1,0 1,0-1,1 0,-1 0,0 0,0 0,0 0,1 0,-1 0,1-1,-1 1,1-1,8-1,-1-1,0-1,1 0,-1 0,0-1,-1 0,1-1,-1 0,0 0,0-1,0 0,-1 0,0-1,0-1,-1 1,0-1,0 0,-1-1,0 0,0-1,9-8,-2-1,-1 0,0-1,-1-1,-2 1,0-2,-1 1,-1-1,-1-1,-1 1,-1-1,-1 0,-1 0,0 0,-2 0,-1 0,-1 0,-1 0,-1 1,-1-1,-1 1,-5-12,-46-44,56 76,-1 0,0 0,0 0,0 1,0-1,0 1,0-1,0 1,0 0,-1 0,1 0,0 0,-1 1,1-1,-1 0,1 1,-1 0,1 0,-1-1,1 2,-1-1,1 0,-1 0,1 1,-1-1,1 1,-1 0,1 0,0 0,-1 0,1 0,0 0,0 1,0-1,0 1,-1 0,-4 9,0 0,0 0,1 1,1 0,0 0,0 0,1 1,1-1,0 1,1 0,0 0,1 0,1 0,0 9,0-20,0 32,1 0,1 1,2-1,2-1,1 1,1-1,2 0,1-1,2 0,1-1,1 0,2-1,1-1,1-1,2 0,0-2,7 5,20 21,-6-8</inkml:trace>
  <inkml:trace contextRef="#ctx0" brushRef="#br0" timeOffset="-3771.448">4920 5484,'-12'1,"1"0,0 1,-1 0,1 0,0 1,0 1,1 0,-1 0,1 1,0 0,0 1,0 0,1 1,0 0,1 0,-1 1,1 0,-4 6,0 0,1 0,1 1,0 0,1 1,1 0,1 0,0 1,1 0,0 0,2 1,-2 7,5-20,-1-1,1 1,0 0,0 0,1 0,-1-1,1 1,0 0,1 0,-1 0,1 0,0-1,0 1,0 0,0 0,1-1,0 1,0-1,0 0,1 0,0 1,-1-1,1-1,1 1,-1 0,0-1,1 0,0 0,0 0,0 0,0 0,0-1,0 0,1 0,-1 0,1 0,0-1,-1 0,3 1,0-2,0-1,-1 1,1-1,-1-1,1 1,-1-1,0 0,1-1,-1 1,0-1,0 0,-1-1,1 1,-1-1,0 0,0-1,0 1,0-1,-1 0,76-104,-60 72,-2 0,-1-2,-2 1,-2-2,-2 0,-1 0,0-15,-5-69,-6 118,1 1,-1-1,0 1,-1 0,1 0,-1-1,0 1,0 0,-1 0,1 1,-1-1,0 1,0-1,-1 1,0 0,1 0,-1 0,0 1,-1-1,1 1,-2-1,2 2,0 1,0-1,0 1,0 0,0 0,0 1,-1-1,1 1,0 0,0 0,0 0,0 1,0-1,-1 1,1 0,0 0,0 1,1-1,-1 1,0 0,0 0,1 0,-1 0,1 1,-2 1,-5 3,1 2,0-1,1 1,0 0,0 1,1 0,0 0,0 3,-1 1,1 1,1 1,0-1,1 1,0 0,2 0,0 0,1 1,0-1,1 1,1 0,1-1,0 1,2-1,-1 0,2 1,0-1,1-1,1 1,0-1,1 0,1 0,0 0,1-1,0-1,8 8,256 254,-269-269</inkml:trace>
  <inkml:trace contextRef="#ctx0" brushRef="#br0" timeOffset="-3526.592">4585 4870,'25'-5,"24"-3,20-3,16 0,10 3,4 2,-14 2</inkml:trace>
  <inkml:trace contextRef="#ctx0" brushRef="#br0" timeOffset="-2855.476">5789 5618,'18'2,"17"1,17 0,17 0,20-4,18-3,15-6,12-3,6-5,2 0,-5-1,-8 2,-14 3,-17 2,-20 2,-21 4</inkml:trace>
  <inkml:trace contextRef="#ctx0" brushRef="#br0" timeOffset="-1977.634">5280 2851,'21'2,"15"1,18 0,16-3,15-4,18-3,13-3,11-2,6 2,-3 1,-6 3,-14 2,-19 3,-19 0,-21 1,-21-2,-17 0,-12-1</inkml:trace>
  <inkml:trace contextRef="#ctx0" brushRef="#br0" timeOffset="-372.871">3850 1434,'-19'-5,"-1"1,1 1,-1 0,0 2,0 0,0 1,0 1,-6 2,19-2,-1 0,1 1,0 0,0 0,0 1,0 0,0 0,1 0,-1 1,1 0,0 0,0 1,0 0,1 0,0 0,0 1,0-1,0 1,1 0,0 1,1-1,-1 1,-1 5,3-4,-1 0,2 0,-1 0,1 0,1 0,0 1,0-1,0 0,1 0,0 0,1 0,-1 1,2-2,-1 1,1 0,0 0,1-1,0 0,0 0,0 0,1 0,0-1,1 1,-1-1,1-1,0 1,1-1,-1 0,1 0,0-1,0 0,1 0,-1-1,1 0,-1 0,1-1,0 1,8-1,0 2,0-1,0-1,0-1,0-1,0 0,1-1,-1 0,0-1,0-1,0-1,1-1,-10 3,0 0,0-1,0 0,-1 0,1 0,-1-1,0 0,0-1,0 1,0-1,-1 0,0 0,0-1,0 1,-1-1,0 0,0-1,0 1,-1-1,0 0,0 1,-1-1,0 0,0-1,0-2,-1 3,-1 1,0-1,0 0,0 1,-1-1,0 1,0-1,-1 1,0-1,0 1,0 0,-1 0,0 0,0 0,0 1,-1-1,0 1,0 0,-1 0,1 0,-1 0,0 1,0 0,-2-1,-4-3,-1 0,0 1,0 0,-1 1,0 1,0 0,0 0,-1 1,1 1,-1 1,-1 0,7 1,0 0,0 1,0 0,0 0,0 1,0 0,0 0,0 1,1 0,-1 1,0 0,1 0,0 0,-1 1,2 0,-1 0,0 1,1 0,0 0,0 1,0-1,1 1,0 1,0-1,-1 2,-8 18</inkml:trace>
  <inkml:trace contextRef="#ctx0" brushRef="#br0" timeOffset="1262.317">3823 1086,'0'-4,"0"2,0 9,-2 10,-1 11,0 10,3 10,1 8,1-5</inkml:trace>
  <inkml:trace contextRef="#ctx0" brushRef="#br0" timeOffset="2010.203">3623 2357,'-2'4,"-2"9,1 11,1 10,0 9,3 6,2 4,0 1,-1-2,2-7,1-9,-2-10</inkml:trace>
  <inkml:trace contextRef="#ctx0" brushRef="#br0" timeOffset="2330.685">3596 2383,'8'-8,"0"-1,1 2,0-1,0 1,1 1,0 0,0 0,0 1,1 0,-1 1,1 0,0 1,1 0,-1 1,1 0,-1 0,1 1,-1 1,1 0,0 1,-1 0,1 1,4 1,-13-2,1 0,-1 1,1-1,-1 1,0 0,1 0,-1 0,0 0,0 0,-1 1,1-1,0 1,-1 0,0 0,1 0,-1 0,0 0,-1 0,1 1,-1-1,1 0,-1 1,0 0,0-1,0 1,-1-1,1 1,-1 0,0 0,0-1,0 1,-1 0,1-1,-1 1,0 0,0-1,0 1,-1-1,1 1,-1-1,0 0,0 0,0 1,0-1,-2 2,-6 3,0 0,0 0,-1-1,0-1,0 1,-1-2,1 0,-1 0,-1-1,1 0,0-1,-1-1,0 0,1 0,-9-1,1 0</inkml:trace>
  <inkml:trace contextRef="#ctx0" brushRef="#br0" timeOffset="3039.067">3997 2370,'10'47,"-2"0,-2 1,-2 0,-2 0,-3 30,0-48,1 10,-12-142,11 87,-2-4,1-1,0 0,2 1,0-1,1 0,1 1,1-1,1 1,0-1,2 2,0-1,1 0,1 1,0 0,3 0,-9 14,0 1,0-1,1 1,-1 0,1 0,0 0,0 0,1 1,-1-1,0 1,1 0,-1 0,1 0,0 0,0 0,0 1,-1 0,2 0,-1 0,0 0,0 1,0-1,0 1,0 0,0 0,0 1,1-1,-1 1,0 0,0 0,0 0,-1 1,1-1,0 1,0 0,-1 0,1 1,-1-1,0 0,0 1,1 0,-2 0,1 0,0 0,-1 0,1 1,-1-1,1 4,-1-4,-1 1,0 0,0 0,-1 0,1 0,-1 0,0 0,0 1,0-1,-1 0,1 0,-1 0,0 0,0 0,0-1,-1 1,1 0,-1 0,0-1,0 1,0-1,-1 0,1 1,-1-1,0 0,0-1,0 1,0 0,-2 0,-6 5,-1 0,0-1,-1 0,1-1,-2 0,1-1,-12 2,24-7,0 1,0-1,0 0,0 1,0-1,0 1,0-1,0 1,0-1,0 1,0-1,1 1,-1 0,0 0,0-1,0 1,1 0,-1 0,0 0,1 0,-1 0,1 0,-1 0,1 0,0 0,-1 0,1 0,0 0,0 0,0 0,0 0,0 1,0-1,0 0,0 0,0 0,0 0,0 0,1 0,-1 0,1 0,-1 0,1 0,-1 0,1 0,-1 0,1 0,0 0,-1 0,1-1,0 1,0 0,0 0,-1-1,1 1,1 0,8 9,1 0,0-1,0 0,1 0,0-2,0 1,1-1,0-1,1-1,-1 0,1 0,0-1,0-1,0 0,0-1,1-1,9 0,42-11,-43 1</inkml:trace>
  <inkml:trace contextRef="#ctx0" brushRef="#br0" timeOffset="3332.319">3449 2062,'12'7,"14"4,17 1,19-3,18-4,13-5,8-8,4-4,-5-1,-10 1,-21 1</inkml:trace>
  <inkml:trace contextRef="#ctx0" brushRef="#br0" timeOffset="4799.522">4050 6888,'-14'-6,"0"1,0 0,-1 1,0 0,0 1,0 1,0 1,-5 0,14 1,0 0,-1 1,1-1,0 2,0-1,0 1,0-1,0 2,0-1,1 1,-1 0,1 0,-1 0,1 1,0 0,1 0,-1 0,1 0,-1 1,1 0,-1 2,0 1,0 0,0 0,1 1,0-1,1 1,0 0,0 0,1 1,0-1,1 0,0 1,0-1,1 1,0-1,1 1,0-1,1 0,-1 1,2-1,-1 0,1 0,1 0,0-1,0 1,1-1,-1 0,2 0,-1 0,1-1,1 0,-1 0,1 0,0-1,1 0,-1-1,1 0,0 0,1 0,5 2,-1-4,-1 0,0-1,1 0,-1-1,1-1,-1 0,1 0,-1-1,1-1,-1 0,1-1,-1 0,0-1,0 0,-1-1,1 0,-1-1,0 0,-1-1,1 0,-1-1,7-7,-12 9,-1 0,0-1,0 1,0-1,-1 0,0 0,-1 0,1-1,-1 1,-1-1,1 1,-1-1,0 1,-1-1,0 0,0 1,-1-1,0 0,0 1,-1-2,-2-6,1 0,-2 1,0-1,-1 1,0 1,-1-1,-1 1,0 0,-7-8,12 16,0 1,0 0,0 0,-1 0,0 0,1 1,-1-1,-1 1,1 0,0 0,-1 1,1-1,-1 1,0 0,0 0,0 1,0-1,0 1,0 0,0 0,-1 1,1 0,0 0,-5 0,-4 6,0 0,0 0,1 2,0-1,0 2,1 0,0 0,1 1,0 0,0 1,-1 3,-20 19</inkml:trace>
  <inkml:trace contextRef="#ctx0" brushRef="#br0" timeOffset="5094.727">3957 7276,'4'7,"7"7,3 5,2 8,2 14,1 14,2 15,-1 14,-4 11,-2 12,-4 8,-3 5,0 1,0-10,2-13,-1-20,-2-23</inkml:trace>
  <inkml:trace contextRef="#ctx0" brushRef="#br0" timeOffset="6091.216">3930 6193,'1'8,"-1"2,-1-17,0 4,0 0,0-1,-1 1,1 0,-1 0,1 0,-1 0,0 0,0 0,-1 1,1-1,0 1,-1-1,0 1,1 0,-1 0,0 0,0 0,0 1,0-1,0 1,-1 0,1 0,0 0,-1 0,1 0,-1 1,1 0,-1-1,1 1,0 1,-1-1,1 0,-1 1,1 0,-1 0,1 0,0 0,0 0,-1 1,1-1,0 1,0 0,1 0,-1 0,0 0,1 0,-1 1,1-1,-2 3,-2 6,-1 1,2 0,0 0,0 0,1 1,0 0,1 0,1 0,0 0,1 0,0 0,1 1,0-1,1 0,3 13,-3-19,0 0,0 0,1 1,0-1,0 0,1-1,0 1,0 0,1-1,-1 0,1 0,1 0,-1 0,1 0,0-1,0 0,1 0,-1-1,1 1,0-1,0 0,1-1,-1 0,1 0,0 0,0-1,0 1,0-2,1 1,9-2,-1-1,1 0,-1-1,1-1,-1-1,0 0,0-1,0-1,-1 0,0-1,0-1,0 0,-1-1,0-1,-1 0,5-5,6-6</inkml:trace>
  <inkml:trace contextRef="#ctx0" brushRef="#br0" timeOffset="6427.853">4278 6153,'-12'258,"12"-253,0 0,0 0,1 0,0 0,0 0,0-1,0 1,1 0,0 0,0-1,0 1,1-1,0 0,-1 0,1 0,1 0,-1 0,0 0,1-1,0 0,0 0,0 0,0 0,1 0,-1-1,1 0,-1 0,1 0,0-1,-1 1,1-1,0 0,0 0,0-1,1 0,5 1,0-2,-1 1,1-1,-1-1,1 0,-1-1,0 0,0 0,0-1,0 0,-1-1,1 0,14-9</inkml:trace>
  <inkml:trace contextRef="#ctx0" brushRef="#br0" timeOffset="6922.906">3810 5806,'0'-3,"4"0,9 0,11 1,13 0,11 1,9 0,6 1,4 0,0-2,-7-1,-14 0</inkml:trace>
  <inkml:trace contextRef="#ctx0" brushRef="#br0" timeOffset="7889.827">4318 6086,'0'4,"0"7,3 8,2 7,3 7,0-3</inkml:trace>
  <inkml:trace contextRef="#ctx0" brushRef="#br0" timeOffset="8783.13">4398 6447,'2'0,"4"0,2 0,2 0,5 0,3 0,4 0,3 0,1 0,1 0,0 0,-2 0,-5 3,-10 2,-8 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13:52.6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4468 14084,'25'-2,"19"-8,10-9,-5-1</inkml:trace>
  <inkml:trace contextRef="#ctx0" brushRef="#br0" timeOffset="-90670.491">8610 1530,'-2'1,"1"1,-1 0,1 0,-1-1,1 1,-1-1,0 0,0 1,1-1,-1 0,0 0,0 0,0 0,-1-1,1 1,0 0,0-1,0 1,0-1,-1 0,1 0,0 0,0 0,0 0,-1-1,1 1,0 0,0-1,0 0,0 1,0-1,0 0,0 0,0 0,0-1,0 1,0 0,1-1,-1 1,0-1,1 0,-1 1,1-1,0 0,0 0,0 0,-1 0,2 0,-1 0,0-1,-1-2,0-1,1 0,0 1,0-1,1 0,-1 1,1-1,1 0,-1 1,1-1,0 0,0 1,0-1,1 1,0-1,0 1,0 0,1 0,0 0,0 0,0 0,1 1,-1-1,1 1,0 0,0 0,1 0,-1 1,1-1,3-1,3 0,1 0,1 0,-1 1,0 0,1 1,0 1,0 0,0 1,0 0,0 1,0 0,0 1,9 2,-16-1,-1 0,0 1,0-1,0 1,0 1,-1-1,1 1,-1-1,0 1,0 0,0 1,-1-1,1 1,-1-1,0 1,0 0,-1 0,0 1,0-1,0 0,0 1,-1-1,0 1,0-1,0 1,-1 0,0-1,0 1,0 0,-1-1,0 1,0 0,0-1,-1 1,0-1,0 0,0 1,0-1,-2 1,-12 28,-1-2,-2 0,-2-1,0-1,-2-1,-1 0,-1-2,-2-1,0-2,-30 21,46-36,-3 3,0 0,0-2,-1 1,-1-2,1 0,-1-1,-1-1,-3 1,20-8,1 0,-1-1,1 1,0 0,-1-1,1 1,-1-1,1 1,-1-1,0 1,1-1,-1 1,0-1,1 1,-1-1,0 0,1 1,-1-1,0 0,0 1,0-1,0 0,0 1,0-1,1 0,-2 1,1-1,0 0,0 1,0-1,0 0,0 1,0-1,-1 1,1-1,0 0,-1 1,1-1,0 1,-1-1,1 1,-1-1,1 1,-1-1,1 1,-1-1,1 1,-1 0,1-1,-1 1,1 0,-1-1,0 1,1 0,-1 0,0 0,1-1,-1 1,0 0,1 0,-1 0,0 0,0 0,5-3,0 0,0 1,0-1,0 1,1 0,-1 0,1 0,-1 1,1 0,0-1,-1 1,1 1,0-1,0 1,0 0,0 0,-1 0,1 1,0 0,2 0,97 36,-82-28,7 3,0-2,0 0,1-2,0-2,0-1,1-1,-1-1,1-2,0-1,0-1,-1-2,1-1,-1-2,26-7,-9-10,-57 3,4 12</inkml:trace>
  <inkml:trace contextRef="#ctx0" brushRef="#br0" timeOffset="-85810.13">15535 2105,'0'22,"4"18,7 12,5 5,7 1,5-4,-1-7,-5-12</inkml:trace>
  <inkml:trace contextRef="#ctx0" brushRef="#br0" timeOffset="-85105.425">17366 1450,'-17'-5,"-1"0,1 2,-1 0,0 1,0 1,0 0,0 1,-1 2,12-2,0 1,0 1,0-1,0 1,0 0,1 1,-1 0,1 0,0 0,0 0,0 1,0 0,0 1,1-1,0 1,0 0,0 0,1 1,0-1,0 1,-2 4,-12 52,18-60,0 0,0-1,0 1,0 0,0-1,1 1,-1-1,0 1,1 0,-1-1,1 1,0-1,-1 1,1-1,0 1,0-1,0 0,0 1,0-1,0 0,1 0,-1 0,0 0,0 0,1 0,-1 0,1 0,-1-1,1 1,-1 0,1-1,0 0,-1 1,1-1,-1 0,1 1,0-1,8-1,-1-1,0 0,0 0,1-1,-1 0,-1 0,1-1,-1 0,1-1,-1 0,0 0,-1-1,1 0,-1 0,0-1,3-4,4-4,-1-1,0 0,-1-1,-1-1,0 0,-1 0,-1-1,-1 0,-1 0,-1-1,0 0,-2 0,0-1,-1 1,-1-1,-1 0,-1 0,-1 1,-2-11,3 23,0 0,-1 0,0 0,0 0,-1 1,0-1,0 0,-1 1,0-1,0 1,-1 0,0 0,0 0,-4-4,6 11,0-1,0 0,0 0,-1 1,1 0,0-1,-1 1,1 0,0 0,-1 0,1 0,0 1,0-1,-1 0,1 1,0 0,0 0,-1-1,1 1,0 0,0 1,0-1,0 0,1 1,-1-1,0 1,0-1,1 1,-1 0,1 0,0-1,-1 1,1 0,0 1,0-1,0 0,0 0,0 2,-10 17,0 0,2 1,0 0,1 1,2 0,0 0,1 1,2-1,0 1,2 0,0 4,1-13,0 1,1-1,1 1,0-1,1 0,1 0,0 0,1 0,0 0,2-1,-1 0,2-1,0 1,0-1,2-1,-1 0,1 0,1-1,0 0,1-1,0 0,0-1,1 0,1-1,-1 0,1-1,0-1,1 0,-1-1,16 3,-19-7,0-1,0 1,-1-2,1 0,0 0,-1-1,1 0,-1-1,1 0,-1-1,0 0,0 0,-1-1,1-1,-1 0,0 0,-1 0,1-1,-1 0,-1-1,1 0,-1 0,-1-1,0 0,0 0,0 0,-1-1,-1 1,1-1,-2 0,1-1,-2 1,1-1,-1-2,1 2,0 0,-1 0,-1-1,0 1,0-1,-1 1,-1-1,0 1,0-1,-1 1,-1-1,0 1,-2-5,5 16,0-1,0 0,0 0,-1 0,1 0,0 1,-1-1,1 0,-1 0,1 1,-1-1,1 0,-1 1,1-1,-1 0,0 1,1-1,-1 1,0-1,0 1,1 0,-1-1,0 1,0-1,0 1,1 0,-1 0,0 0,0 0,0-1,0 1,0 0,1 0,-1 0,0 1,0-1,0 0,0 0,1 0,-1 1,0-1,0 0,0 1,1-1,-1 1,0-1,0 1,1-1,-1 1,1-1,-1 1,0 0,-24 40,22-33,0-1,1 1,0 0,0 0,1 0,0 0,1-1,0 1,0 0,0 0,1 0,0 0,1 0,0 0,0-1,1 1,0-1,0 1,0-1,1 0,0 0,1-1,-1 1,3 1,8 5,1-1,-1-1,2-1,-1-1,1 0,1-1,0 0,0-2,0 0,1-1,0-1,17 2,66 11</inkml:trace>
  <inkml:trace contextRef="#ctx0" brushRef="#br0" timeOffset="-84690.504">19211 1369,'-8'-5,"-1"0,0 0,0 1,0 1,0-1,0 1,-1 1,0 0,1 0,-1 1,0 0,0 1,-3 0,8 0,-1 1,1-1,-1 1,1 0,0 1,0-1,-1 1,1 0,0 0,1 1,-1 0,0 0,1 0,-1 0,1 0,0 1,0 0,1 0,-1 0,1 0,-1 1,2-1,-1 1,-1 2,3-5,0-1,0 1,1 0,-1 0,0-1,1 1,-1 0,1 0,0 0,0 0,-1 0,1 0,0-1,1 1,-1 0,0 0,0 0,1 0,-1 0,1-1,0 1,0 0,-1 0,1-1,0 1,0 0,1-1,-1 1,0-1,0 0,1 1,-1-1,1 0,-1 0,1 0,-1 0,1 0,0 0,0 0,-1-1,1 1,0 0,0-1,0 0,0 1,9-1,0 1,-1-2,1 1,-1-2,1 1,-1-1,0-1,0 0,1 0,-2-1,1 0,0-1,-1 0,0-1,0 0,-1 0,0-1,0 0,0 0,-1-1,0 0,0 0,1-4,8-21,-16 32,0 1,1-1,-1 1,0-1,0 0,1 1,-1-1,0 0,0 1,0-1,0 1,0-1,0 0,0 1,0-1,0 0,0 1,0-1,0 0,0 1,-1-1,1 1,0-1,0 0,-1 1,1-1,0 1,-1-1,1 1,-1-1,1 1,-1-1,1 1,-1 0,1-1,-1 1,1-1,-1 1,1 0,-1 0,0-1,1 1,-1 0,1 0,-1 0,0 0,1 0,-1-1,0 1,0 0,-1 2,-1-1,0 0,0 1,1 0,-1-1,1 1,0 0,-1 0,1 0,0 1,0-1,0 0,1 1,-1 0,0-1,1 1,0 0,0-1,-1 1,2 0,-2 2,1-1,-1 1,0-1,1 1,0 0,0 0,0 0,1 0,-1-1,1 1,0 0,1 0,-1 0,1 0,0 0,0 0,1-1,-1 1,1 0,0-1,0 1,1-1,-1 0,1 0,0 0,0 0,0 0,1-1,-1 0,1 1,0-1,0 0,1 0,49 24,4-8</inkml:trace>
  <inkml:trace contextRef="#ctx0" brushRef="#br0" timeOffset="-81585.721">24759 821,'-23'-1,"0"1,0 0,1 2,-1 1,0 1,1 0,0 2,0 0,1 2,-1 0,2 2,-1 0,1 1,1 1,0 1,1 1,0 0,1 2,1 0,0 0,1 1,1 1,1 1,-6 10,13-18,0 0,0 1,2 0,-1 0,1 0,1 0,0 0,0 7,3-14,-1 0,1 0,0 0,0 0,0 0,1-1,0 1,0 0,0 0,1 0,-1-1,1 1,0-1,0 1,1-1,-1 0,1 0,0 0,0 0,1 0,-1-1,1 0,0 1,6 1,1 0,0-1,0 0,1-1,-1 0,1 0,0-2,-1 1,1-1,0-1,0 0,0-1,0 0,0-1,-1-1,1 1,-1-2,0 1,0-2,0 1,10-7,-1 3,-1-1,0-1,0-1,-1-1,-1 0,0-1,0-1,-1 0,-1-1,-1-1,0-1,-1 0,-1 0,0-1,-2-1,0 0,-1 0,-1-1,0 0,-2-1,0 1,-1-5,-1-1,-1 1,-1-1,-1 0,-2 0,0 1,-2-1,-1 1,-1-1,-1 1,-1 0,-1 1,-1 0,-1 0,-1 1,9 18,0 1,0 0,0-1,-1 1,0 0,1 0,-1 1,0-1,-1 1,1-1,-1 1,1 0,-1 0,0 0,0 1,-1 0,1 0,0 0,-1 0,1 0,-1 1,1 0,-1 0,0 0,1 0,-1 1,0 0,0 0,0 0,1 1,-1 0,0-1,-3 2,-1 6,0 0,0 0,1 0,0 1,0 0,1 1,1 0,-1 0,1 0,1 1,0-1,1 1,0 1,0-1,1 1,1-1,0 1,0 7,-5 17,2-1,2 1,1 0,2 0,1 0,2 0,1-1,2 1,1-1,2 0,2-1,1 0,13 24,8 4,3-1,3-2,33 37,1 3,-38-40,-35-59,1 1,-1-1,0 1,0-1,1 1,-1-1,0 0,0 1,0-1,0 1,1-1,-1 1,0-1,0 1,0-1,0 1,0-1,0 1,0-1,0 1,-1-1,1 1,0-1,0 1,0-1,0 1,-1-1,1 0,0 1,0-1,-1 1,1-1,0 0,-1 1,1-1,-1 0,1 1,0-1,-1 0,1 0,-1 1,1-1,-1 0,1 0,0 0,-1 0,1 1,-1-1,1 0,-1 0,0 0,-12-2</inkml:trace>
  <inkml:trace contextRef="#ctx0" brushRef="#br0" timeOffset="-81279.5">25160 1021,'16'0,"19"-2,17-1,15-2,11 0,0-2,-5 1,-14 1,-16 1</inkml:trace>
  <inkml:trace contextRef="#ctx0" brushRef="#br0" timeOffset="-81023.938">25214 1276,'18'0,"20"0,16 0,16 0,12-2,5-2,-3-1,-16 0</inkml:trace>
  <inkml:trace contextRef="#ctx0" brushRef="#br0" timeOffset="-80610.487">26055 1021,'124'-322,"-123"322,-1 0,0 0,0 0,1 1,-1-1,0 0,0 0,0 0,1 0,-1 0,0 0,0 0,1 0,-1 0,0 0,0 0,1 0,-1 0,0 0,0 0,1 0,-1 0,0 0,0-1,1 1,-1 0,0 0,0 0,0 0,1 0,-1-1,0 1,0 0,0 0,0 0,1-1,-1 1,0 0,0 0,0 0,0-1,0 1,0 0,0 0,0-1,0 1,0 28,-1-22,-2 58,2 0,2 0,4 0,2-1,7 20,39 169,-52-246,0 0,-1 0,0 0,0 0,0 0,-1-1,1 1,-2 0,1 0,-1 0,1-1,-1 1,-1-1,1 1,-1-1,0 0,-1 0,1 0,-1-1,0 1,0-1,0 0,0 0,-1 0,0 0,0-1,0 0,0 0,0 0,-3 0,1 0,1-1,0 1,0-2,-1 1,1-1,-1 0,0 0,1 0,-1-1,1 0,-1-1,0 1,-2-2,9 2,1 0,-1 0,0 0,1-1,-1 1,0 0,1 0,-1 0,0 0,0-1,1 1,-1 0,0 0,0-1,1 1,-1 0,0 0,0-1,0 1,0 0,1-1,-1 1,0 0,0-1,0 1,0 0,0-1,0 1,0 0,0-1,0 1,0 0,0-1,0 1,0 0,0-1,0 1,0 0,0-1,0 1,-1 0,1-1,0 1,0 0,0 0,-1-1,1 1,0 0,0 0,0-1,-1 1,1 0,0 0,-1 0,1-1,0 1,0 0,-1 0,1 0,0 0,-1 0,1 0,-1-1,31-8,365-28,-344 29</inkml:trace>
  <inkml:trace contextRef="#ctx0" brushRef="#br0" timeOffset="-78820.048">26884 340,'32'627,"37"-118,-48-381,2 108,-22-219,0 1,-1-1,0 1,-2-1,0 0,-1 0,-1 0,-1 3,3-16,-1-1,1 0,-1-1,0 1,0 0,0-1,0 1,0-1,0 0,-1 0,1-1,-1 1,1 0,-1-1,0 0,0 0,1 0,-1-1,0 1,0-1,0 0,0 0,0 0,0-1,1 1,-1-1,0 0,0 0,0 0,1 0,-1-1,0 0,-18-2,-150-13,-144 6,160 7,-810-17,390-12,211 27,222 19,139-15,1 1,-1-1,1 0,-1 0,1 0,-1 0,1-1,0 1,0-1,1 0,-1 0,0 0,1 0,0-1,0 1,0-1,0 1,0-1,1 0,0 1,-1-2,-8-16,-4-1,0 0,-1 1,-1 1,-1 0,-1 2,-5-5,6 4,0-1,1 0,2-2,0 0,1 0,1-1,1-1,-3-12,-10-35,3-2,4 0,2-1,4 0,3-1,3-72,2 111,-6-148,8 0,7 0,18-84,-23 260,-1 6,-1 0,1 1,0-1,0 0,0 0,0 0,0 0,0 0,0 0,1 1,-1-1,1 0,-1 0,1 0,0 1,0-1,0 0,0 1,0-1,0 1,0-1,0 1,0-1,1 1,-1 0,1 0,-1 0,1-1,-1 2,1-1,0 0,-1 0,1 0,0 1,0-1,0 1,0-1,-1 1,2 0,167 42,-32-28,123-3,-217-10,87 2,761 34,255 62,-1098-93,-66-2,-5-2</inkml:trace>
  <inkml:trace contextRef="#ctx0" brushRef="#br0" timeOffset="-84290.288">20267 1302,'0'3,"10"107,-9-106,0 0,0 0,0 0,0-1,1 1,-1-1,1 1,0-1,0 0,1 1,-1-1,1 0,-1 0,1-1,0 1,0-1,0 1,0-1,1 0,-1 0,1 0,-1-1,1 1,-1-1,1 0,2 1,0-3,1 1,-1-1,0 0,1-1,-1 1,0-1,0 0,0-1,0 0,0 0,-1 0,1 0,-1-1,0 0,0 0,0 0,-1-1,1 0,-1 0,0 0,-1 0,1 0,-1-1,0 0,0 1,-1-1,0 0,0-1,0 1,-1 0,0 0,0-1,0-5,-2 7,1 1,-1-1,0 1,-1-1,1 1,-1 0,0-1,0 1,0 0,0 0,-1 0,0 1,1-1,-1 1,-1-1,1 1,0 0,-1 0,0 1,0-1,1 1,-2-1,1 1,0 1,0-1,-1 0,1 1,0 0,-1 0,1 1,-1-1,0 1,1 0,-1 0,1 0,-1 1,0-1,1 1,-1 0,1 1,0-1,-1 1,1 0,0 0,0 0,0 0,0 1,1 0,-3 2,0-2,1 1,0 1,0-1,0 1,1 0,0 0,0 0,0 0,0 1,1 0,0 0,0 0,1 0,0 0,0 0,0 1,1-1,-1 1,2-1,-1 1,1-1,0 1,1 5,6 21</inkml:trace>
  <inkml:trace contextRef="#ctx0" brushRef="#br0" timeOffset="-83334.872">20695 701,'-10'39,"1"0,3 0,1 1,2 0,2 0,2 9,3 53,5 0,9 29,-9-61,-7-60,-4 40,1-50,0 0,0-1,0 1,0 0,0-1,0 0,0 1,0-1,0 1,0-1,0 0,0 0,0 1,1-1,-1 0,0 0,1 0,-1 0,1 0,-1 0,1 0,-1 0,1 0,0 0,-1 0,1 0,0-1,0 1,-2-4,0-1,0 1,1 0,0 0,0-1,0 1,1-1,-1 1,2 0,-1-1,0 1,1-1,0 1,0 0,1-1,-1 1,1 0,0 0,1 0,-1 0,1 1,0-1,0 1,0-1,1 1,0 0,-1 1,2-1,-1 0,0 1,1 0,-1 0,1 0,0 1,0 0,0 0,0 0,0 0,4 0,-2 1,1 0,0 1,-1 0,1 0,0 1,-1 0,1 0,0 1,-1 0,1 0,-1 1,0 0,0 0,0 0,0 1,-1 0,1 1,-1-1,0 1,-1 1,1-1,-1 1,0 0,0 0,-1 0,0 1,0-1,0 1,-1 0,0 0,0 1,-1-1,0 0,0 1,-1 0,1 5,-3-8,0 0,0-1,-1 1,1-1,-1 0,0 1,0-1,-1 0,0 0,1 0,-1 0,0-1,-1 1,1-1,0 0,-1 0,0 0,0 0,0-1,0 1,0-1,-1 0,1-1,-1 1,1-1,-1 1,1-1,-1-1,0 1,1-1,-1 0,0 0,0 0,1 0,-1-1,0 0,-2-1,5 2,1 0,-1-1,1 1,-1-1,1 1,0-1,-1 1,1-1,0 0,-1 0,1 0,0 0,0 0,0 0,0 0,0 0,0 0,0 0,0-1,0 1,0 0,1-1,-1 1,1 0,-1-1,1 1,-1-1,1 1,0-1,0 1,0-1,0 1,0-1,0 1,0-1,0 1,0-1,1 1,-1-1,1 1,0-1,31-58,144-145,-151 172,-2 0,-1-2,-2 0,-1-1,-2-1,-2-1,-1 0,-2-1,-1 0,-2-5,-3 16,-2 0,0 0,-2 0,-2 0,0 0,-2-1,-1 1,-1 0,-1 0,5 26,0 1,0-1,-1 0,1 0,0 1,-1-1,1 0,-1 1,0-1,1 0,-1 1,0-1,0 1,0-1,0 1,0-1,0 1,-1 0,1 0,0 0,-1 0,1-1,-1 2,1-1,-1 0,1 0,-1 0,0 1,1-1,-1 1,0-1,0 1,1 0,-1 0,0 0,0 0,0 0,1 0,-1 0,0 0,0 1,1-1,-1 1,0-1,1 1,-1 0,1 0,-2 0,-5 7,-1 1,1 0,1 1,0 0,0 0,1 0,0 1,0 0,2 0,-1 0,1 1,1-1,0 1,1 2,-9 21,3 1,1-1,2 1,1 0,2 1,1-1,2 0,1 1,2-1,2 0,1-1,2 1,1-2,2 1,2-1,0-1,3-1,19 31,-26-47,1 0,0-1,1 0,0-1,1 0,1-1,0-1,15 10,-27-21,-1 0,1 0,0 0,-1 0,1-1,0 1,-1-1,1 1,0-1,0 0,0 1,-1-1,1 0,0 0,0-1,0 1,-1 0,1 0,0-1,0 1,-1-1,1 0,0 1,-1-1,1 0,-1 0,1 0,-1 0,1 0,-1 0,2-2,31-51,-24 34,-6 11,1 1,0-1,1 1,0 0,0 1,0-1,1 1,0 1,1-1,-1 1,1 0,0 1,1 0,2-1,-9 6,0 0,0 1,-1 0,1-1,0 1,-1 0,1 0,0 0,-1 0,1 0,-1 0,0 0,1 0,-1 1,0-1,0 0,1 1,-1-1,0 1,-1 0,1-1,0 1,0 0,-1-1,1 1,-1 0,1 0,-1 0,0-1,0 1,0 0,0 0,0 0,0 0,0-1,-1 1,1 0,-1 0,1 0,-1-1,0 1,1 5,0-6,14 121,-12-118,-1 0,0 0,1-1,-1 1,1 0,0-1,1 1,-1-1,0 0,1 0,0 0,0 0,0 0,0-1,0 1,0-1,1 0,-1 0,1 0,0 0,-1 0,1-1,0 0,0 0,0 0,0 0,0-1,3 1,27-3,-3-4</inkml:trace>
  <inkml:trace contextRef="#ctx0" brushRef="#br0" timeOffset="-83079.556">21564 1128,'-19'-4,"-12"-4,-10-3,-7-2,-7-3,6 1</inkml:trace>
  <inkml:trace contextRef="#ctx0" brushRef="#br0" timeOffset="-82510.323">21055 901,'265'-12,"-206"11,-55 1,58-1,0 2,-1 3,0 3,5 3,-50-7,0 0,0 2,0 0,0 1,-1 0,0 2,0-1,-1 2,0 0,0 1,-1 0,0 1,-1 0,0 1,-1 1,-1-1,5 9,-5-4,-2 1,-1 1,0-1,-1 1,-1 0,-1 1,0-1,-2 1,0 0,-1-1,-2 11,3 13,7 2,-9-44,1 0,-1 0,0 0,1 0,-1-1,1 1,-1 0,1 0,-1-1,1 1,0 0,-1-1,1 1,0-1,0 1,-1-1,1 1,0-1,0 1,0-1,-1 0,1 1,0-1,0 0,0 0,0 0,0 0,0 1,0-1,0 0,0-1,-1 1,1 0,0 0,0 0,0-1,0 1,0 0,0-1,-1 1,1 0,0-1,0 1,-1-1,1 0,0 0,9-7,-1-1,-1 0,0-1,0 0,-1 0,0-1,-1 0,0 0,-1 0,1-5,8-12,30-53,-44 81,0-1,0 1,0 0,1-1,-1 1,0 0,0-1,0 1,0 0,1 0,-1-1,0 1,0 0,1-1,-1 1,0 0,1 0,-1 0,0-1,1 1,-1 0,0 0,1 0,-1 0,0 0,1 0,-1 0,0 0,1 0,-1 0,0 0,1 0,-1 0,1 0,-1 0,0 0,1 0,-1 0,0 0,1 0,-1 0,0 1,1-1,-1 0,0 0,0 0,1 1,-1-1,0 0,0 1,1-1,-1 0,0 0,0 1,0-1,1 0,-1 1,0-1,0 0,0 1,0-1,0 0,0 1,0-1,0 1,0-1,5 30,-5-25,-1 0,1 1,0 0,0-1,1 1,-1-1,1 1,0-1,1 1,-1-1,1 1,0-1,1 0,-1 0,1 0,0 0,0-1,0 1,1-1,0 0,0 0,0 0,0 0,0-1,1 0,0 0,0 0,-1 0,2-1,-1 1,0-1,2 0,15 0,-1 0,0-1,1-2,-1 0,1-1,-1-1,0-1,0-1,-1-1,16-7,-24 9,0-1,-1 0,1-1,-1-1,0 0,-1 0,0-1,0 0,-1-1,0 0,0-1,-1 1,0-2,-1 1,0-1,-1 0,4-9,-9 17,0 0,-1 0,1 0,-1 0,0 0,1-1,-2 1,1 0,0 0,-1 0,1 0,-1 0,0 0,0 0,0 0,0 0,0 1,-1-1,0 0,1 1,-1-1,0 1,0-1,0 1,0 0,-1 0,1 0,-1 0,1 0,-1 1,0-1,1 1,-1 0,0 0,0 0,0 0,0 0,0 0,0 1,0-1,0 1,-1 0,1 0,0 0,-2 0,0 0,0 0,0 0,0 1,0 0,0 0,0 0,1 0,-1 1,0 0,1 0,-1 0,1 0,0 1,-1 0,1 0,1 0,-1 0,0 0,1 1,-1 0,1 0,0 0,1 0,-1 0,1 0,-1 1,1-1,0 1,1 0,-1 0,1-1,0 1,1 0,-1 0,1 0,0 0,0 0,0 0,0 0,1 0,0 0,0 0,1 0,-1-1,1 1,1 2,5 3,0-1,1 0,0 0,1-1,-1 0,1-1,1 0,0 0,0-1,0 0,0-1,1-1,0 0,0 0,0-1,0-1,1 0,0-1,41 8,2-3,-1-2,37-3,-16-3</inkml:trace>
  <inkml:trace contextRef="#ctx0" brushRef="#br0" timeOffset="-89626.18">10562 1530,'2'-3,"0"1,1 0,-1 0,0 1,1-1,0 0,-1 1,1 0,0-1,0 1,0 0,0 0,0 1,0-1,0 1,0-1,0 1,0 0,0 0,0 0,0 1,0-1,0 1,0 0,0 0,0 0,0 0,-1 0,1 0,0 1,-1-1,1 1,-1 0,1 0,-1 0,0 0,0 0,0 0,0 1,1 1,5 11,-1 1,-1 0,0 0,-1 1,-1 0,-1-1,0 1,-1 1,-1 13,8 39,-9-68,-1 0,1 0,0-1,0 1,0 0,0 0,1 0,-1 0,0 0,1 0,0-1,-1 1,1 0,0 0,0-1,0 1,0 0,0-1,0 1,0-1,1 0,-1 1,0-1,1 0,-1 0,1 0,-1 0,1 0,0 0,0 0,-1 0,1-1,0 1,0-1,0 1,0-1,-1 0,1 0,0 1,0-2,0 1,0 0,0 0,0 0,0-1,-1 1,3-2,3-3,0-1,-1-1,0 1,0-1,-1 0,1-1,-1 1,-1-1,0 0,0 0,0-1,-1 1,0-1,-1 1,0-1,0 0,-1-2,20-125,14 282,-34-142,0-1,0 1,0 0,0 0,1-1,-1 1,1-1,0 1,0-1,1 0,-1 0,1 0,-1 0,1 0,0 0,0-1,0 1,0-1,1 0,-1 0,1 0,-1 0,1-1,0 0,-1 1,1-1,0-1,0 1,0 0,0-1,0 0,0 0,0 0,-1 0,1-1,0 0,2 0,4-6,0-1,0 0,-1-1,0 0,-1 0,0-1,0 0,-1-1,0 1,-1-1,0-1,-1 1,0-1,-1 0,0 0,0-4,19-71,-23 87,0 0,-1 0,1 0,0 0,0 0,0 1,0-1,0 0,0 0,-1 0,1 0,0 0,0 0,0 0,0 0,-1 1,1-1,0 0,0 0,0 0,0 0,-1 0,1 0,0 0,0 0,0 0,-1 0,1 0,0 0,0 0,0 0,0-1,-1 1,1 0,0 0,0 0,0 0,0 0,-1 0,-8 21,5-13,0 0,1 0,0 0,0 0,1 1,0-1,1 1,0 0,0-1,1 1,0 0,0 0,1-1,0 1,1 0,-1-1,2 1,-1-1,1 0,1 1,0-2,0 1,0 0,1-1,0 0,3 4,5-4,0 0,1-1,-1 0,1-1,1-1,-1 0,1-1,-1 0,1-1,0-1,0 0,0-1,0-1,0 0,-1-1,1-1,0 0,10-4,30-8</inkml:trace>
  <inkml:trace contextRef="#ctx0" brushRef="#br0" timeOffset="-89310.45">11631 1596,'-1'6,"1"0,0-1,0 1,0 0,1-1,0 1,0 0,0-1,1 1,0-1,0 0,0 0,1 1,0-1,-1-1,2 1,-1 0,1-1,-1 0,1 1,0-2,1 1,-1 0,1-1,-1 0,1 0,0 0,0-1,1 1,-1-1,0 0,1-1,-1 1,1-1,0 0,-1-1,1 1,0-1,-1 0,1-1,0 1,-1-1,1 0,-1-1,1 1,-1-1,0 0,1-1,-1 1,2-2,-4 2,1 1,-1-1,0 0,0 0,0-1,0 1,0-1,0 1,-1-1,1 0,-1 0,0 0,0 0,0 0,0-1,0 1,-1-1,0 1,1-1,-1 0,0 1,-1-1,1 0,-1 1,0-1,0 0,0 0,0 0,-1 1,1-1,-1 0,0 1,0-1,0 0,-1 1,1-1,-1 1,0 0,0-1,0 1,0 0,-1 0,1 1,-1-1,-1-1,-4-2,-1 1,0 0,-1 0,1 0,-1 1,0 1,0 0,0 0,0 1,0 0,0 1,-1 0,1 1,-1 0,1 0,-1 1,1 0,0 1,0 1,0-1,0 1,0 1,0 0,-2 2,9-5,0 1,0 0,0 0,0 0,0 0,0 0,1 0,-1 1,1-1,0 1,-1 0,1-1,1 1,-1 0,0 0,1 1,-1-1,1 0,0 0,0 1,0-1,1 1,-1-1,1 1,0-1,0 1,0-1,0 1,1 0,15 26,7-5</inkml:trace>
  <inkml:trace contextRef="#ctx0" brushRef="#br0" timeOffset="-88097.063">12380 1543,'-14'-5,"0"1,0 1,-1 0,1 1,-1 0,1 2,-10-1,19 2,-1-1,1 1,-1 0,1 0,0 0,0 1,0 0,-1 0,2 0,-1 1,0 0,0-1,1 2,0-1,-1 0,1 1,1 0,-1 0,0 0,1 0,-2 4,0 1,1 0,0 0,0 0,0 1,2 0,-1-1,1 1,0 0,1 0,0 0,1 2,0-8,0 0,0-1,0 1,0 0,1 0,0 0,-1-1,2 1,-1 0,0-1,1 1,-1-1,1 0,0 1,0-1,0 0,1 0,-1 0,1 0,-1-1,1 1,0-1,0 0,0 1,0-1,1 0,-1-1,1 1,-1-1,3 1,3-1,1-2,-1 1,1-1,-1 0,0-1,0 0,0-1,0 0,0 0,0-1,-1 0,0 0,0-1,0 0,0 0,-1-1,0 0,0-1,0 1,-1-1,0-1,0 1,3-8,8-13,-2 0,-1-1,-2-1,0 0,-2-1,-2 0,0-1,-3 1,0-1,-2-1,-1 1,-2-16,1 28,0 1,-2-1,0 0,-1 1,-1-1,0 1,-6-17,9 35,0 0,-1-1,1 1,0 0,0-1,0 1,-1 0,1-1,-1 1,1 0,-1-1,0 1,1 0,-1 0,0 0,0 0,0 0,0 0,0 0,0 0,0 0,0 0,0 0,0 1,0-1,-1 1,1-1,0 0,0 1,-1 0,1-1,0 1,-1 0,1 0,-1 0,1 0,0 0,-1 0,1 0,0 0,-1 0,1 1,0-1,-1 1,1-1,0 1,0-1,-1 1,1 0,0-1,0 1,0 0,0 0,-1 1,-6 9,1-1,1 2,-1-1,2 1,0 0,0 0,1 1,1 0,0-1,0 1,1 5,2-17,-5 17,1 0,1 0,1 1,0-1,2 1,0 0,1-1,1 1,0-1,2 0,0 1,1-1,1-1,0 1,1-1,1 0,1-1,1 0,0 0,1-1,0 0,13 11,-4-10,0-2,2-1,-1-1,1 0,1-2,0 0,1-2,-1-1,2 0,-1-2,1-1,-1-1,1-1,0-1,0-1,0-1,16-4,-24 3,0-1,-1 0,1-2,-1 0,0-1,0 0,4-4,-16 8,0 0,1 0,-1-1,0 1,0-1,0 0,0 0,-1-1,1 1,-1-1,0 0,0 1,0-2,-1 1,1 0,-1 0,0-1,0 1,-1-1,1 0,-1 1,0-1,0 0,-1 0,1 0,-1 0,0 0,-2-1,0 0,0 0,-1 0,0 1,0-1,0 1,-1 0,1 0,-1 0,-1 0,1 1,0-1,-1 1,0 0,0 1,0-1,-1 1,1 0,-1 0,0 1,1-1,-1 2,0-1,-1 0,1 1,0 0,0 1,0-1,-1 1,1 0,0 1,0-1,-1 1,1 1,0-1,0 1,0 0,1 0,-1 1,0 0,1 0,-3 1,3 1,0-1,0 1,0 0,0 0,1 0,0 1,0 0,0-1,1 1,0 1,0-1,0 0,1 1,0-1,0 1,0 5,1-8,0 0,1-1,0 1,0 0,0 0,0 0,0-1,1 1,0 0,0 0,0-1,0 1,0 0,1-1,0 0,-1 1,1-1,1 0,-1 0,0 0,1 0,-1 0,1 0,0-1,0 1,0-1,0 0,1 0,-1 0,2 0,4 0,0 0,0-1,0 0,0 0,0-1,0 0,0-1,0 0,0-1,0 0,0 0,-1 0,1-1,-1-1,1 0,-1 0,0 0,-1-1,1 0,-1 0,0-1,0 0,-1-1,0 1,0-1,0 0,-1-1,0 1,0-1,-1 0,2-4,1-10,-10 35,2-8,0-1,0 1,0 0,1-1,-1 1,1 0,1 0,-1-1,0 1,1 0,0-1,0 1,1-1,-1 1,1-1,0 1,0-1,1 0,-1 0,1 0,0 0,0-1,0 1,0-1,1 1,-1-1,1 0,0-1,0 1,0-1,0 1,1-1,-1 0,8-2,-1 0,0 0,0-1,0 0,0-1,0 0,0-1,-1 0,1-1,-1 0,0-1,0 0,0 0,-1-1,1 0,-2-1,1 0,-1-1,6-6,4-5,-1-1,-2-1,0 0,-1-1,-1-1,-1 0,-1-1,-2 0,0 0,-1-1,-2 0,0-1,-2 1,-1-1,0 0,-2 0,-2 0,0 0,-1 0,-2 0,-6-22,9 37,-1 1,0 0,-1 0,-1 0,1 0,-1 0,-1 1,0 0,0 0,-1 0,0 0,-1 1,1 0,-2 0,-3-2,9 8,0 1,0-1,-1 1,1 0,-1-1,1 1,-1 1,1-1,-1 0,1 0,-1 1,0 0,1-1,-1 1,0 0,0 1,1-1,-1 0,0 1,1-1,-1 1,1 0,-1 0,1 0,-1 0,1 0,0 0,-1 1,1 0,0-1,0 1,0 0,-5 4,1 0,1 1,-1 0,1 0,0 0,1 1,0 0,0 0,-1 4,-5 13,2 2,1-1,1 1,1 0,1 0,2 0,0 0,2 1,1-1,1 0,2 1,0-1,4 8,-4-20,1 0,1 0,0-1,1 0,0 0,1 0,1-1,0 0,0-1,2 0,-1 0,2-1,-1 0,1-1,1-1,0 0,0-1,1 0,0-1,0 0,1-1,0-1,0 0,0-1,0-1,10 1,-18-4,1 0,-1 0,1-1,-1 0,0 0,0-1,0 0,0 0,0-1,0 0,0 0,-1 0,1-1,-1 0,0 0,0-1,0 1,-1-1,0-1,0 1,0-1,-1 0,1 0,-2 0,1-1,0 1,-1-1,-1 0,1 0,-1-1,36-125,-42 156,1 1,2-1,0 1,2 0,0-1,2 1,1 7,-2-27,-1 0,0 0,1 0,0 0,0 0,0 0,0 0,1-1,0 0,-1 1,1-1,0 0,1 0,-1 0,0-1,1 1,0-1,-1 0,1 0,0 0,0 0,0-1,1 1,-1-1,0 0,0-1,1 1,-1-1,0 0,1 0,-1 0,0 0,1-1,-1 0,0 1,0-2,1 1,26-18,-6-3</inkml:trace>
  <inkml:trace contextRef="#ctx0" brushRef="#br0" timeOffset="-87844.278">13863 1115,'3'7,"0"2</inkml:trace>
  <inkml:trace contextRef="#ctx0" brushRef="#br0" timeOffset="-87646.266">14037 821,'16'-75,"-15"75,-1 0,1 0,-1 0,1 0,-1 0,1 0,-1 0,1 0,-1 0,1 1,-1-1,1 0,-1 0,1 0,-1 1,0-1,1 0,-1 0,1 1,-1-1,0 0,1 1,-1-1,0 0,1 1,-1-1,0 1,0-1,1 0,-1 1,0-1,0 1,0-1,1 1,-1-1,0 1,0-1,0 1,0-1,0 1,0-1,0 1,0-1,0 1,0-1,-1 1,1-1,12 174,-12-132,0 77,-3-58,1-1,4 0,2 1,3-1,3-1,2 1,2-2,3 0,6 8,-8-37,-3-10</inkml:trace>
  <inkml:trace contextRef="#ctx0" brushRef="#br0" timeOffset="-87409.45">13930 1222,'14'0,"18"0,19-2,20-1,15-2,7 0,-1 0,-9 4,-19 2</inkml:trace>
  <inkml:trace contextRef="#ctx0" brushRef="#br0" timeOffset="-87140.423">14545 1556,'-3'12,"0"0,0 1,1-1,0 1,1-1,1 1,0 0,1 2,-1-11,1 0,-1 0,1-1,0 1,1 0,-1 0,1-1,-1 1,1-1,0 0,0 1,1-1,-1 0,1 0,-1 0,1-1,0 1,0-1,0 1,0-1,1 0,-1 0,0-1,1 1,0-1,-1 1,1-1,2 0,2 1,0-1,1-1,-1 1,0-1,1-1,-1 1,0-1,1-1,-1 0,0 0,0 0,-1-1,1-1,0 1,-1-1,0 0,0-1,0 1,0-2,-1 1,0-1,0 0,0 0,-1 0,0-1,0 0,-1 0,1 0,-2 0,1-1,-1 0,2-5,-4 9,-1-1,1 1,-1 0,0-1,0 1,0 0,0-1,-1 1,0 0,0-1,0 1,0 0,-1 0,1 0,-1 0,0 0,-1 0,1 1,-1-1,1 1,-1-1,0 1,0 0,0 0,-1 0,1 1,-1-1,0 1,0 0,-1-1,-4-1,1 0,-1 0,0 1,0 0,0 1,0 0,-1 1,1-1,0 2,-1-1,1 1,0 1,-9 1,12-1,0 0,0 0,0 0,0 1,0 0,0 0,1 1,-1 0,1 0,0 0,-1 0,2 1,-1 0,0 0,1 0,0 1,0-1,0 1,0 0,1 0,0 1,0-1,0 0,1 1,-1 0,1 0,0 4,2-7,0 0,1 0,0 0,0-1,0 1,0 0,0 0,0-1,1 1,-1 0,1-1,0 0,-1 1,1-1,1 0,-1 0,0 0,0 0,1 0,-1-1,1 1,-1-1,1 1,0-1,0 0,-1 0,1 0,0 0,0-1,31 10</inkml:trace>
  <inkml:trace contextRef="#ctx0" brushRef="#br0" timeOffset="-86439.112">14853 1088,'-6'-2,"0"1,1-1,-1 1,0 1,0-1,1 1,-1 0,0 0,0 0,0 1,1 0,-1 0,0 1,1-1,-1 1,1 1,-1-1,1 1,0-1,0 2,0-1,1 0,-1 1,1 0,0 0,0 0,0 1,0-1,1 1,0 0,0 0,0 0,0 2,2 3,1 1,0-1,1 0,0 0,0 0,1 1,1-2,-1 1,2 0,-1 0,2-1,-1 0,1 0,0 0,1 0,0-1,0 0,1 0,0-1,0 0,4 2,70 75,4-3,25 13,-92-78,0 0,1-1,0-1,1-1,1-1,0-1,1-1,0 0,20 5,-36-14,-1-1,0 1,0-1,0 0,0 0,0-1,0 1,1-1,-1 0,0-1,-1 1,1-1,0 0,0 0,-1-1,1 1,-1-1,0 0,0 0,0 0,0-1,0 0,-1 1,1-1,-1 0,0-1,-1 1,1-1,-1 1,1-2,7-15,-1-1,0 1,-2-1,-1-1,-1 1,1-6,9-79,-5-1,-4 0,-6-35,0 140,0-39,-1 0,-2 0,-3 0,-1-3,7 43,1 1,-1-1,0 1,0-1,0 1,0 0,0-1,0 1,0-1,0 1,0 0,-1-1,1 1,-1-1,1 1,-1 0,1-1,-1 1,0 0,0 0,1 0,-1-1,0 1,0 0,0 0,0 0,0 1,-1-1,1 0,0 0,0 0,-1 1,1-1,0 1,-1-1,1 1,0 0,-1-1,1 1,-1 0,1 0,0 0,-1 0,1 0,-1 0,1 0,-1 1,1-1,0 0,-1 1,0 0,-5 7,1 1,1 0,-1 0,1 0,1 1,0 0,0 0,1 0,0 0,1 1,0-1,0 6,1-12,-6 26,2 1,1 0,1 1,2-1,1 0,1 1,2-1,1 0,1 0,2 0,1-1,2 0,0-1,3 0,0 0,1-1,2-1,1-1,15 18,-28-37,1-2,0 1,0-1,1 0,-1 0,1 0,0-1,1 0,-1 0,1 0,-1-1,1 0,0 0,1-1,-1 0,0 0,0-1,1 0,-1 0,1-1,-1 1,1-2,-1 1,1-1,-1 0,0-1,1 0,-1 0,0 0,0-1,0 0,0-1,1 0,6-8,1-1,-1-1,-1 0,0-1,-1 0,4-8,-1 2,-14 20,-1 0,0 1,0-1,0 1,0-1,0 1,0-1,0 0,0 1,1-1,-1 1,0-1,0 1,0-1,1 1,-1-1,0 1,1-1,-1 1,0-1,1 1,-1-1,0 1,1 0,-1-1,1 1,-1 0,1-1,-1 1,1 0,-1 0,1-1,-1 1,1 0,0 0,-1 0,1 0,-1 0,1 0,-1 0,1 0,-1 0,1 0,0 0,-1 0,1 0,-1 0,1 1,-1-1,1 0,-1 0,1 1,-1-1,1 0,-1 0,1 1,-1-1,1 1,-1-1,1 1,-5 55,2-51,1 1,-1-1,1 0,0 1,1 0,0-1,0 1,0-1,0 1,1-1,0 1,0-1,0 1,1-1,0 0,0 1,0-1,1 0,0-1,0 1,0 0,0-1,1 1,1 1,5-1,1-1,-1 0,1 0,0-1,0-1,0 1,1-2,-1 0,0 0,1-1,-1 0,0-1,0 0,1-1,-1 0,0-1,0 0,-1-1,5-2,23-9</inkml:trace>
  <inkml:trace contextRef="#ctx0" brushRef="#br0" timeOffset="-86174.256">16243 1383,'-13'0,"-8"-2,-2-1,1-3,4 1</inkml:trace>
  <inkml:trace contextRef="#ctx0" brushRef="#br0" timeOffset="-86007.485">15280 1142,'21'-7,"19"-4,18-1,10 2,2 7,-10 5</inkml:trace>
  <inkml:trace contextRef="#ctx0" brushRef="#br0" timeOffset="-74909.022">8489 4592,'-3'77,"3"-75,0 0,1 0,-1 0,1 0,0 0,-1 0,1 0,0 0,0 0,0-1,1 1,-1 0,0-1,1 1,-1-1,1 1,-1-1,1 0,-1 0,1 1,0-1,0-1,0 1,0 0,0 0,0-1,-1 1,2-1,-1 1,0-1,0 0,0 0,0 0,0 0,2 0,0-1,0 0,0 0,1 0,-1 0,0-1,0 1,0-1,0 0,-1 0,1-1,-1 1,1-1,-1 0,0 0,0 0,0 0,0 0,0-2,-1 4,-1-1,0 0,1 0,-1 0,0 0,0 0,0 0,0 0,-1 0,1 0,0 0,-1-1,0 1,1 0,-1 0,0-1,0 1,0 0,-1 0,1-1,0 1,-1 0,0 0,1 0,-1 0,0-1,0 1,0 0,0 1,-1-1,1 0,0 0,-1 0,1 1,-2-2,1 2,0-1,-1 1,1-1,-1 1,0 0,1 0,-1 0,0 0,0 0,0 0,1 1,-1 0,0-1,0 1,0 0,0 1,0-1,0 0,0 1,1-1,-1 1,0 0,0 0,1 0,-1 1,0-1,1 0,-1 1,1 0,0 0,0-1,0 1,0 1,0-1,0 0,0 0,0 1,1-1,-1 1,1-1,0 1,0 0,0-1,0 1,0 0,1 0,-1 0,1 0,0-1,0 1,0 0,0 0,0 0,1 0,-1 0,1 1,12 25,5-4</inkml:trace>
  <inkml:trace contextRef="#ctx0" brushRef="#br0" timeOffset="-92678.16">6417 1102,'0'0,"0"0,0 1,1-1,-1 0,0 0,0 0,0 0,1 0,-1 0,0 0,0 0,1 0,-1 0,0 0,0 0,0 0,1 0,-1 0,0 0,0 0,1 0,-1 0,0 0,0 0,0-1,1 1,-1 0,0 0,0 0,0 0,1 0,-1-1,0 1,0 0,0 0,0 0,0-1,1 1,-1 0,0 0,0 0,0-1,0 1,0 0,0 0,0-1,0 1,0 0,0 0,0 0,0-1,0 1,0 0,0 0,0-1,0 1,0 0,0 0,11 19,12 53,-2 0,6 51,-10-43,16 72,-7 0,2 86,-7 440,-9-149,-29 408,6-130,13-537,51 793,2-262,18-104,-49-502,38 551,-41-396,-15 0,-19 47,-3 193,-23 798,40-290,-14-501,13-419,1 84,-13 10,-4 204,15-370,-25 630,18-237,2 198,-7-321,13 77,0-469</inkml:trace>
  <inkml:trace contextRef="#ctx0" brushRef="#br0" timeOffset="-77738.633">6899 1811,'1'-2,"0"0,1 1,-1 0,1-1,-1 1,1 0,0 0,-1 0,1 0,0 0,0 0,0 0,0 0,-1 1,1-1,0 1,0 0,0-1,0 1,1 0,0 0,2-1,66-9,0 3,0 2,49 5,-24 11,-85-12,-17-2,-7 1</inkml:trace>
  <inkml:trace contextRef="#ctx0" brushRef="#br0" timeOffset="-77476.69">6885 2038,'16'0,"14"-2,11-4,11 0,7 1,5-1,-2 0,-4 1,-5 2,-10 2,-7 0,-10-2,-9-2,-10-3,-7 0</inkml:trace>
  <inkml:trace contextRef="#ctx0" brushRef="#br0" timeOffset="-77057.35">7300 1463,'-41'-29,"66"53,11 0,0-2,1-2,1-1,1-2,28 7,-19-6,0 3,-1 1,25 17,-64-34,1 0,-1 0,-1 1,1 0,-1 0,0 0,-1 1,1 0,-1 1,-1-1,1 1,-1 0,-1 1,1-1,-2 1,1 0,-1 0,0 0,-1 0,0 0,-1 1,1-1,-2 1,0-1,0 9,-4 0,0-1,0 0,-2-1,0 1,-1-1,0 0,-2-1,0 0,0 0,-2-1,1 0,-2-1,-153 148,163-159,-92 89,74-69</inkml:trace>
  <inkml:trace contextRef="#ctx0" brushRef="#br0" timeOffset="-75601.834">7567 4056,'0'57,"-1"-1,-4 0,-1 1,-3-2,-3 1,-7 16,-53 194,64-252,13-41,123-629,-124 637,-2 6,1-1,0 1,1 1,0-1,1 0,0 1,5-7,-10 18,1 1,-1-1,0 0,1 0,-1 1,1-1,-1 0,1 1,-1-1,1 1,0-1,-1 1,1-1,0 1,-1-1,1 1,0-1,-1 1,1 0,0-1,0 1,0 0,-1 0,1 0,0 0,0-1,0 1,0 0,-1 0,1 1,0-1,0 0,0 0,-1 0,1 0,0 1,0-1,-1 0,1 1,0-1,0 1,-1-1,1 1,0-1,-1 1,1-1,-1 1,1 0,-1-1,1 1,-1 0,1 0,23 42,-24-43,24 68,-3 2,-3 0,-3 0,-3 2,-3 2,-7-59,48 343,-43-322</inkml:trace>
  <inkml:trace contextRef="#ctx0" brushRef="#br0" timeOffset="-75336.405">7300 4511,'18'0,"22"-2,25-4,23-4,18-4,11-3,-14 1</inkml:trace>
  <inkml:trace contextRef="#ctx0" brushRef="#br0" timeOffset="-70709.282">9947 4176,'3'-2,"0"0,1-1,-1 1,1 1,0-1,0 0,-1 1,1 0,0 0,0 0,0 0,1 1,-1 0,0 0,0 0,0 0,0 0,0 1,0 0,0 0,0 0,0 0,0 1,0-1,-1 1,1 0,-1 0,1 0,-1 1,0-1,0 1,0 0,0 0,11 15,-1 0,-1 1,-1 1,-1-1,-1 2,-1-1,3 10,15 34,-24-60,54 92,-55-95,-1 0,1 0,0 0,-1 0,1 0,0-1,0 1,-1 0,1-1,0 1,0 0,0-1,0 1,0-1,0 1,0-1,0 0,0 1,0-1,0 0,0 0,0 1,0-1,0 0,0 0,0 0,0-1,0 1,0 0,0 0,0 0,0-1,0 1,0-1,0 1,0 0,0-1,0 0,0 1,0-1,-1 0,1 1,0-1,0 0,-1 0,1 0,0 1,-1-1,1 0,-1-1,6-12,-1 0,0 0,-1-1,-1 0,0 0,-1 0,0 0,-2-9,4-15,14-65,-19 103,1 1,0-1,0 1,0-1,0 1,0-1,0 1,0-1,0 1,0-1,1 1,-1-1,0 1,0-1,0 1,0-1,1 1,-1-1,0 1,1-1,-1 1,0-1,1 1,-1 0,0-1,1 1,-1 0,1-1,-1 1,1 0,-1 0,1-1,-1 1,1 0,-1 0,1 0,-1 0,1 0,-1 0,1-1,-1 1,1 0,-1 0,1 1,-1-1,1 0,-1 0,1 0,-1 0,1 0,-1 1,1-1,-1 0,1 0,-1 1,1-1,-1 0,16 31,5 48,-18-61,1 0,1-1,0 1,1-1,1 0,1-1,4 7,-11-21,1 1,-1-1,1 1,-1-1,1 0,0 0,0 0,0 0,0 0,0 0,0 0,1-1,-1 1,1-1,-1 0,1 0,-1 1,1-2,0 1,-1 0,1 0,0-1,0 0,0 1,-1-1,1 0,0-1,0 1,0 0,-1-1,1 1,0-1,0 0,-1 0,1 0,-1 0,1-1,-1 1,3-2,7-11,-1 0,0 0,-1-1,0 0,-2-1,1 0,-2-1,0 1,-1-1,-1-1,-1 1,0-1,-1 0,-1 0,0-11,-4 39,1 1,1 0,0-1,0 1,1 0,0 0,1-1,0 1,1-1,0 0,0 1,1-1,1-1,0 1,0-1,0 0,2 0,-1 0,1-1,0 0,0 0,8 5,0-7,1-1,0 0,0-2,0 1,1-2,-1 0,1-1,-1-1,1-1,-1 0,1-1,-1-1,0 0,0-1,0-1,0 0,-1-1,9-5,65-39,-88 49,0 1,1 0,-1-1,0 1,0 0,0 0,0 0,0 0,0 0,1 0,-1 0,0 0,0 0,0 1,0-1,0 0,0 1,0-1,1 1,-1-1,0 1,-1-1,1 1,0 0,0-1,0 1,0 0,0 0,-1 0,1 0,0 0,10 9,-1-5,0-1,0 0,0 0,0-1,1 0,0-1,-1 0,1 0,0-2,0 1,0-1,0-1,0 0,-1 0,1-1,0-1,-1 1,8-5,-14 7,0-1,0 1,0-1,-1-1,1 1,0 0,-1-1,1 0,-1 0,1 0,-1 0,0 0,0-1,0 1,0-1,-1 0,1 0,-1 0,1 0,-1 0,0-1,0 1,-1-1,1 1,-1-1,0 0,0 0,0 1,0-1,0 0,-1 0,0 0,0 0,0 0,0 0,-1 0,1 1,-1-1,0 0,0 0,-1 0,1 1,-2-4,-2 1,0 0,0 0,-1 1,1-1,-1 1,-1 0,1 1,-1 0,1 0,-1 0,0 1,-1 0,1 0,0 1,-1 0,0 0,1 0,-1 1,0 1,0-1,0 1,1 1,-1-1,0 1,0 1,1-1,-1 1,1 1,-1-1,1 1,0 1,0-1,0 1,1 0,-1 1,1-1,0 1,0 1,1-1,-1 1,1 0,0 0,1 1,-1 0,4-4,-1 1,1-1,0 0,0 0,0 0,1 1,-1-1,1 0,0 1,0-1,0 1,0-1,1 0,-1 1,1-1,0 0,0 0,0 1,0-1,1 0,-1 0,1 0,0 0,0-1,0 1,0 0,0-1,0 0,1 1,-1-1,1 0,0 0,6 4,0 0,0-1,1-1,-1 1,1-2,0 1,0-1,1-1,9 2,12-2,1-1,0-2,-1-1,1-1,-1-2,0-1,0-2,-1-1,0-2,0 0,15-10,-30 14,-1 0,0 0,-1-2,1 0,-2 0,1-1,-1-1,-1 0,2-4,-12 14,0-1,-1 1,1-1,-1 0,0 1,0-1,0 0,1 0,-2 0,1 0,0 0,0 0,-1 0,1 0,-1-1,1 1,-1 0,0 0,0 0,0-1,0 1,-1 0,1 0,-1 0,1 0,-1 0,1 0,-1-1,0 1,0 1,0-1,0 0,-1 0,1 0,0 1,-1-1,1 0,-1 1,0-1,1 1,-1 0,0 0,0 0,0-1,0 2,0-1,0 0,0 0,0 1,-7-3,-1 0,1 1,-1 0,1 1,-1 0,0 0,1 1,-1 0,0 1,1 0,-1 1,1 0,-1 0,1 1,-4 1,8-2,-1 0,1 0,-1 1,1 0,0 0,0 0,0 0,0 1,1-1,0 1,-1 1,1-1,1 1,-1-1,1 1,-1 0,1 0,1 0,-1 1,1-1,0 1,0-1,0 1,1 0,0 4,0-6,1 0,1 0,-1 0,0-1,1 1,0 0,0 0,0-1,0 1,1 0,0-1,-1 0,1 1,0-1,1 0,-1 0,0 0,1 0,0 0,0-1,0 1,0-1,0 1,0-1,0 0,1-1,-1 1,1-1,0 1,-1-1,2 0,6 3,1-1,1-1,-1 0,0 0,0-2,1 1,-1-1,0-1,4-1,-4 1,-1-2,0 1,0-1,0-1,0 0,-1 0,0-1,1-1,-2 1,1-2,-1 1,0-1,0-1,-1 0,0 0,0 0,-1-1,0 0,-1-1,0 1,0-1,-1-1,0 1,-1-1,0 1,-1-1,0 0,0-1,1-28,-1-1,-1 0,-3 0,-1 1,-2-1,-2 1,-1 0,-3 0,-1 0,-8-17,-7 4,16 58,-8 76,12-37,3 0,1 1,2-1,2 1,2-1,2 0,2 0,2 0,14 36,-21-69,1-1,0 1,1-1,0 0,1-1,0 1,0-1,1 0,0-1,1 0,0 0,0 0,1-1,0 0,0-1,0 0,1 0,0-1,10 3,-10-5,0-1,0 0,1 0,-1-1,0-1,1 0,-1 0,1-1,-1 0,1-1,-1 0,0-1,0 0,0-1,-1 0,1 0,-1-1,0 0,0-1,0 0,-1 0,0-1,0 0,-1 0,0-1,0 0,0 0,-1-1,-1 0,1 0,-2 0,3-5,-3 6,0 0,0-1,-1 0,0 1,-1-1,1-1,-2 1,1 0,-1-6,-1 15,0 0,0 0,-1 1,1-1,0 0,0 0,0 0,0 1,0-1,0 0,-1 0,1 0,0 0,0 0,0 1,-1-1,1 0,0 0,0 0,0 0,-1 0,1 0,0 0,0 0,0 0,-1 0,1 0,0 0,0 0,-1 0,1 0,0 0,0 0,0 0,-1 0,1 0,0 0,0 0,-1 0,1 0,0 0,0-1,0 1,0 0,-1 0,1 0,0 0,0 0,0-1,0 1,0 0,-1 0,1 0,0-1,0 1,0 0,0 0,0 0,0-1,-11 21,8-12,0 1,0 0,1 0,1 0,-1-1,1 2,1-1,0 0,0 0,2 8,-2-13,1 0,0 0,0 0,0-1,1 1,-1-1,1 1,0-1,0 0,0 1,1-1,-1 0,1 0,-1-1,1 1,0 0,0-1,0 0,0 0,1 0,-1 0,1 0,-1-1,1 1,0-1,3 1,6-1,1 0,-1-1,1-1,0 0,-1-1,1 0,-1-1,0-1,0 0,0-1,-1 0,1 0,-1-2,-1 0,1 0,-1-1,0 0,-1-1,0 0,0 0,-1-2,0 1,1-4,-5 9,-1-1,1 0,-2 0,1 0,-1-1,0 1,0-1,0 0,-1 0,0 0,0-3,-2 10,-1 0,1 0,0 0,-1 0,1 0,0 0,0 0,-1 0,1 0,0 0,-1 0,1 0,0 0,-1 0,1 0,0-1,0 1,-1 0,1 0,0 0,0 0,-1 0,1-1,0 1,0 0,-1 0,1 0,0-1,0 1,0 0,0 0,-1-1,1 1,0 0,0-1,0 1,0 0,0 0,0-1,0 1,0 0,0-1,0 1,0 0,0-1,0 1,0 0,0 0,0-1,0 1,0 0,0-1,0 1,0 0,1 0,-1-1,0 1,0 0,0 0,0-1,1 1,-1 0,0 0,-13 21,10-16,1 0,0 0,0 0,0 1,1-1,-1 1,1-1,1 1,-1-1,1 1,0-1,0 1,1-1,-1 1,1-1,0 1,1-1,-1 1,1-1,0 0,1 0,-1 0,1 0,0-1,0 1,0 0,1-1,0 0,0 0,2 2,7-1,0-1,0 0,0-1,0 0,1-1,-1-1,1 0,-1 0,1-2,-1 0,1 0,-1-1,0-1,1 0,8-4,-11 5,0-2,0 1,0-2,0 1,-1-1,1-1,-1 0,-1 0,1-1,-1 0,0-1,-1 0,0 0,0-1,-1 0,0 0,-1-1,1 0,-2 0,0 0,0-1,-1 0,0 0,-1 0,1-1,1-21,-1 0,-2-1,-1 1,-2-1,-1 1,-1-1,-2 1,-1 0,-2 1,-1 0,-4-6,-30-47,41 82,0 1,0-1,0 1,0-1,0 1,-1 0,1 0,-1 0,1 0,-1 0,0 0,0 1,0-1,0 1,0 0,0 0,0 0,0 0,-1 1,1-1,0 1,0 0,-1 0,1 0,0 0,0 1,-1-1,-3 4,0 0,0 0,0 0,1 1,-1 0,1 0,1 1,-1 0,1 0,0 0,0 1,0-1,1 1,0 0,1 0,-1 1,1-1,1 1,-2 5,-3 6,1-1,1 0,1 1,0 0,2 0,0 0,1 1,1-1,1 0,0 0,1 0,2 0,0 0,1 0,0-1,2 1,0-2,1 1,1-1,0 0,2-1,-1 0,2-1,0 0,1-1,1 0,0-1,13 9,-6-7,0-1,1-2,1 0,0-1,23 7,30 6</inkml:trace>
  <inkml:trace contextRef="#ctx0" brushRef="#br0" timeOffset="-69901.117">14773 4083,'-9'-5,"1"1,-1-1,0 1,0 1,-1 0,1 0,-1 1,1 0,-1 1,0 0,0 0,1 1,-1 0,0 1,0 0,1 1,-1 0,0 0,1 1,0 0,0 1,0 0,0 0,0 1,1 0,0 1,0 0,0 0,1 0,0 1,0 0,-1 2,4-2,0 0,0 0,1 0,0 0,0 0,1 1,0-1,0 1,1 0,-1 0,1 5,1-10,0 0,0 1,1-1,-1 0,1 1,-1-1,1 0,0 0,0 0,1 0,-1 0,0 0,1 0,0 0,0 0,0-1,0 1,0-1,0 1,1-1,-1 0,1 0,0 0,0 0,-1 0,1-1,0 0,1 1,3 0,0 0,0 0,0-1,1 0,-1 0,0-1,0 1,0-2,1 1,-1-1,0 0,0-1,0 0,0 0,0 0,-1-1,1 0,-1 0,1-1,-1 1,0-1,-1-1,3-1,2-2,-1 0,-1 0,0 0,0-1,-1-1,0 1,0-1,-1 0,0-1,-1 1,0-1,-1 0,0 0,-1-1,2-59,-16 83,8-4,0 0,0 0,1 0,0 0,1 0,-1 0,2 0,-1 1,1-1,0 0,1 0,0 1,0-1,1 0,0 0,1 0,-1 0,1 0,1-1,0 0,0 1,0-1,1 0,0-1,0 1,1-1,-1 0,1-1,1 1,-1-1,1 0,0-1,2 2,108 19,-58-22</inkml:trace>
  <inkml:trace contextRef="#ctx0" brushRef="#br0" timeOffset="-69553.959">15507 3910,'-13'-4,"0"1,0 1,-1 1,1 0,-1 0,0 2,1-1,-1 2,1 0,0 0,-1 2,1-1,0 2,1-1,-1 2,1 0,-10 6,20-10,0 0,-1 1,1-1,0 1,0-1,1 1,-1-1,1 1,-1 0,1 0,0 0,0 0,0 0,0 0,0 0,1 0,0 1,-1-1,1 0,0 0,1 0,-1 0,1 1,-1-1,1 0,0 0,0 0,0 0,0 0,1 0,-1-1,1 1,0 0,0-1,0 1,0-1,0 0,0 1,1-1,-1 0,1 0,-1-1,4 2,14 8,1 0,0-2,0-1,1-1,0 0,1-2,-1 0,1-2,4 0,29 6,-56-9,44 13,-43-13,0 0,0 0,0 1,0-1,0 1,-1-1,1 0,0 1,0 0,-1-1,1 1,0-1,-1 1,1 0,0-1,-1 1,1 0,-1 0,1-1,-1 1,0 0,1 0,-1 0,0 0,0 0,1-1,-1 1,0 0,0 0,0 0,0 0,0 0,0 0,0 0,-1 0,1-1,0 1,0 0,-1 0,1 0,0 0,-1 0,1-1,-1 1,0 0,-6 6,-1 0,0 0,-1-1,1 0,-1 0,-1-1,1 0,-1-1,0 0,1-1,-2 0,-8 2,15-4,-108 21,112-22,-1 0,1 1,-1-1,1 0,-1 0,1 0,-1 0,1 0,-1 0,1 0,-1 0,1 0,-1 0,1 0,-1-1,1 1,0 0,-1 0,1 0,-1-1,1 1,-1 0,1 0,0-1,-1 1,1 0,0-1,-1 1,1 0,0-1,-1 1,1-1,0 1,0 0,-1-1,1 1,0-1,0 1,0-1,0 1,0-1,0 1,0-1,0 1,0-1,0 1,0-1,0 1,0-1,0 1,0-1,0 1,0-1,1 1,18-23,14 0,4 1</inkml:trace>
  <inkml:trace contextRef="#ctx0" brushRef="#br0" timeOffset="-69286.676">16003 3910,'-9'6,"-6"10,1 9,2 9,5 5,9 3,8-1,7-2,5-9,2-9,-4-8</inkml:trace>
  <inkml:trace contextRef="#ctx0" brushRef="#br0" timeOffset="-68887.703">15922 3682,'27'-2,"0"1,1 1,-1 2,0 0,0 2,0 1,-1 1,1 2,-1 0,-1 2,0 0,0 2,15 10,-26-13,0 0,-1 0,-1 2,1-1,-2 2,1-1,-2 1,0 1,0 0,-1 1,-1 0,0 0,-1 0,0 1,-1 0,-1 1,0-1,-2 1,1 0,-1 10,0 7,-3-25,0 0,1 0,0 0,0 0,1 0,0 0,0-1,1 1,0-1,2 4,-4-10,0 1,0-1,1 0,-1 1,1-1,-1 0,1 0,-1 0,1 0,0 0,-1 0,1-1,0 1,0 0,-1-1,1 1,0-1,0 0,0 0,0 0,0 0,0 0,-1 0,1 0,0 0,0-1,0 1,0-1,-1 0,1 1,0-1,1-1,52-33,-36 17,-2-1,0 0,-1-2,-2 0,0 0,-1-2,10-22,1 0,-41 133,16-81,1 0,0-1,1 1,-1 0,1 0,0-1,1 1,0-1,0 1,0-1,1 0,0 1,0-2,0 1,1 0,0-1,0 1,1-1,-1 0,1 0,0-1,0 0,1 1,-1-2,1 1,0-1,0 0,20 10,0-1,1-2,0 0,0-2,1-1,0-2,24 2,37 4</inkml:trace>
  <inkml:trace contextRef="#ctx0" brushRef="#br0" timeOffset="-67462.008">17847 3910,'-4'-4,"-1"0,1 1,-1 0,1 0,-1 0,0 1,0 0,0 0,0 0,-1 0,1 1,0 0,-1 0,1 0,-1 1,1 0,-1 0,1 0,-1 1,1 0,-1 0,1 0,0 1,0-1,-1 1,0 1,-8 3,0 1,0 0,1 1,0 0,1 1,0 0,0 1,1 0,0 2,7-9,0 0,0 0,1 0,-1 1,1 0,0 0,0 0,1 0,-1 0,1 0,0 1,0-1,0 1,1-1,0 1,-1 0,2 0,-1 0,0-1,1 1,0 0,0 0,1 0,-1 0,1 0,0-1,0 1,1 0,-1-1,1 1,0-1,1 1,-1-1,1 0,-1 0,1 0,1 1,9 3,0-1,1 0,-1-1,1 0,1-1,-1-1,1 0,-1-1,1-1,0 0,0-1,0 0,12-2,14 2,-1-2,1-2,0-1,-1-2,0-2,0-2,-1-1,-1-2,0-2,15-8,-48 21,0-1,0 1,-1-1,1 0,-1 0,0 0,0 0,0-1,0 1,0-1,-1 0,0-1,0 1,0 0,0-1,-1 0,1 1,-1-1,-1 0,1 0,-1 0,1-1,-1 1,-1 0,1 0,-1-1,0 1,0-2,-1-1,0-1,-1 0,1 1,-2-1,1 1,-1-1,-1 1,1 0,-1 0,-1 1,1-1,-1 1,-1 0,1 0,-1 1,0-1,-1 1,0 1,0-1,0 1,0 1,-1-1,-3-1,-6-1,47-2,10 5,2-2,-1 3,1 1,0 2,4 2,-42-2,1 1,-1-1,0 1,0 0,0 1,0-1,0 1,0-1,0 1,-1 0,1 0,-1 1,1-1,-1 1,0 0,0 0,0 0,0 0,-1 0,1 1,-1-1,0 1,0 0,0-1,0 1,-1 0,1 0,-1 0,0 0,0 1,-1-1,1 3,5 190,-5-193,1 1,0-1,-1 0,1 1,1-1,-1 0,1 0,-1-1,1 1,0-1,1 1,-1-1,0 0,1 0,0 0,0 0,0-1,0 0,0 0,0 0,0 0,1-1,-1 1,1-1,4 1,6 0,0 0,0-1,0 0,0-2,0 1,1-2,5-1,-1-1,0 0,-1-1,0-1,0-1,0-1,-1 0,0-2,0 0,-1-1,5-5,4-11,-27 29,0 0,0 0,0 0,0 0,0 0,1 0,-1 1,1-1,0 0,0 0,0 1,0-1,0 0,0 0,0 1,1-1,-1 0,1 0,0 1,3 2,1 1,0-1,0 0,0 0,1-1,0 0,0 0,0 0,0-1,0 1,1-1,-1-1,1 0,0 0,0 0,0 0,0-1,0 0,0-1,0 0,0 0,0 0,0-1,1 0,-5 0,0 1,0-1,0 1,0-1,0 0,0 0,0-1,0 1,0 0,-1-1,1 0,0 0,-1 0,0 0,1 0,-1 0,0-1,0 1,0 0,0-1,-1 0,1 0,-1 1,1-1,-1 0,0 0,0 0,-1 0,1 0,0-1,-1 1,0 0,0 0,0-1,0-5,-1 0,0 0,0 0,-1 0,0 0,0 0,-1 1,0-1,-1 1,0 0,-3-5,0 2,-1 0,0 1,0 0,-1 1,0-1,-1 2,0 0,0 0,-1 0,0 2,0-1,-1 1,1 1,-1 0,-1 1,1 0,-1 1,1 0,-1 1,0 0,0 1,0 1,-4 0,18 0,-1 1,1-1,0 1,0-1,0 1,0-1,-1 1,1-1,0 1,-1 0,1 0,0-1,-1 1,1 0,-1 0,1 0,-1-1,0 1,1 0,-1 0,0 0,1 0,-1 0,0 0,0 0,0 0,0 0,0 0,0 0,0 0,0 0,0 0,-1 0,1-1,0 1,-1 0,1 0,0 0,-1 0,1 0,-1 0,1-1,-1 1,0 0,1-1,-1 1,0 0,0-1,1 1,-1-1,0 1,0-1,0 1,0-1,1 1,-1-1,0 0,0 0,0 1,0-1,0 0,0 0,0 0,0 0,24 7,0-1,1-1,-1-1,1-1,0-1,0-1,0-1,2-1,-14 1,343-20,-306 26,-48-5,0-1,0 1,0-1,1 1,-1 0,-1 0,1-1,0 1,0 0,0 0,0 0,-1 0,1 0,0 0,-1 0,1 0,-1 0,1 1,-1-1,1 0,-1 0,0 0,0 1,0-1,1 0,-1 0,0 1,-1-1,1 0,0 0,0 0,0 1,-1-1,1 0,-1 0,1 0,-21 54,17-50,1 1,0 0,0 1,0-1,1 0,-1 1,2 0,-1-1,1 1,0 0,0 0,1 0,0-1,0 1,1 0,-1 0,2 0,-1-1,1 1,0 0,0-1,2 5,-1-8,0 0,-1 0,1 0,0-1,0 1,1-1,-1 1,0-1,1 0,0-1,-1 1,1-1,0 1,0-1,0 0,0 0,0-1,0 1,0-1,0 0,0 0,0 0,0-1,0 1,0-1,0 0,-1 0,1 0,0-1,0 1,-1-1,1 0,-1 0,1 0,-1-1,0 1,0-1,0 0,0 0,-1 0,1 0,2-3,3-8,1 0,-2-1,0 1,-1-1,0-1,-1 1,2-13,12-33,-11 100,-7-32,1 0,1 1,-1-1,1 0,1 0,-1-1,1 1,0-1,1 1,-1-1,1 0,1-1,-1 1,1-1,0 0,0-1,0 0,0 1,1-2,0 1,0-1,0 0,0-1,5 2,15 3,1-1,-1-1,1-2,0-1,0-1,2-1,-7 0,-7 2,0-2,0 0,1-1,-1 0,0-2,0 0,0 0,0-2,-1 0,6-3,3-6</inkml:trace>
  <inkml:trace contextRef="#ctx0" brushRef="#br0" timeOffset="-63904.58">10388 5634,'-4'0,"26"0,323-4,118-25,-442 27,-37 19,2-10</inkml:trace>
  <inkml:trace contextRef="#ctx0" brushRef="#br0" timeOffset="-61195.457">17447 5554,'-24'9,"0"2,1 1,1 1,0 1,0 1,2 0,0 2,1 0,0 1,2 1,0 1,1 1,1 0,1 1,-9 18,15-24,0 1,1 0,1 0,0 1,1 0,1 0,1 0,-1 14,4-26,-1 0,1 0,0 0,1 0,0 0,0-1,0 1,0 0,1 0,0-1,0 1,1-1,0 1,0-1,0 0,0 0,1 0,0-1,0 1,0-1,0 0,1 0,-1 0,1-1,0 0,0 0,1 0,1 0,2 1,1-1,-1 0,1-1,0 0,-1 0,1-1,0-1,0 1,0-2,0 1,0-2,-1 1,1-1,0 0,-1-1,1 0,-1-1,0 0,0 0,5-4,1-1,0-1,-1 0,0-1,-1-1,0 0,-1 0,-1-2,0 1,0-1,-1-1,2-5,1-10,-1 0,-1-1,-1-1,-2 1,-2-1,0-1,-3 1,0-1,-2 0,-2 0,-1 1,-2-6,5 31,-1-1,0 1,-1-1,0 1,0 0,-1 0,0-1,0 1,0 0,-1 1,0-1,-1 0,1 1,-1 0,0 0,-1 0,0 0,0 1,0-1,0 1,-1 0,0 1,0 0,0 0,-6-3,1 5,0 0,1 1,-1 1,0 0,0 0,0 1,0 0,0 1,1 0,-1 1,1 0,0 1,0 0,0 0,0 1,0 1,1-1,0 2,1-1,-1 1,1 0,0 1,1 0,0 0,0 1,1 0,0 0,-3 5,6-7,1 1,-1-1,1 1,1-1,-1 1,1 0,1-1,-1 1,1 0,1 0,-1-1,1 1,1 0,-1-1,1 1,1-1,-1 0,1 1,1-1,-1-1,1 1,0 0,1-1,3 5,11 12,1-1,1 0,1-2,1 0,21 13,90 57,-81-57,-2 3,0 2,0 4,-45-38,0 1,0 0,-1 0,0 1,0-1,0 1,0 0,-1 0,0 1,0-1,-1 1,0 0,0 0,0 0,-1 1,0-1,-1 0,0 1,0-1,0 1,-1-1,0 1,-1-1,1 1,-1-1,-1 1,0-1,0 1,0-1,-1 0,0 0,0 0,0-1,-1 1,-1 0,-10 8</inkml:trace>
  <inkml:trace contextRef="#ctx0" brushRef="#br0" timeOffset="-60547.147">17994 5741,'14'0,"15"0,15 0,11-3,8-2,1-1,-2 1,-10 1,-16 4,-15 1</inkml:trace>
  <inkml:trace contextRef="#ctx0" brushRef="#br0" timeOffset="-60274.877">18155 5955,'21'7,"15"2,15 0,16-5,11-4,9-5,1-2,-14 1</inkml:trace>
  <inkml:trace contextRef="#ctx0" brushRef="#br0" timeOffset="-62370.524">15106 5968,'23'2,"21"1,19-2,15-4,7-4,-1 0,-8 1,-15 1,-18 2</inkml:trace>
  <inkml:trace contextRef="#ctx0" brushRef="#br0" timeOffset="-62091.746">15174 6129,'20'2,"19"1,16 0,14-1,12-3,5-5,0-5,-8-4,-17 0</inkml:trace>
  <inkml:trace contextRef="#ctx0" brushRef="#br0" timeOffset="-61789.843">15709 5648,'0'3,"1"0,0 0,0-1,0 1,0 0,0 0,1 0,-1-1,1 1,0-1,-1 1,1-1,1 0,-1 0,0 0,0 0,1 0,-1 0,1 0,0-1,-1 0,3 1,27 15,2-2,0-1,0-1,1-3,8 1,19 7,-28-8,-8-4,-1 2,0 0,0 2,0 0,-1 2,-1 1,0 0,1 3,-21-13,0 0,0 0,0 0,0 0,0 0,0 1,-1-1,0 1,0 0,0 0,0 0,0 0,-1 0,0 0,0 0,0 0,0 1,-1-1,0 0,1 1,-1-1,-1 0,1 1,-1-1,0 0,0 0,0 0,0 1,-1-1,0 0,1-1,-2 1,1 0,0-1,-1 1,1-1,-2 1,-22 28,-1-2,-1-1,-2-1,-1-2,-3 0,-9 10,-111 111,127-112</inkml:trace>
  <inkml:trace contextRef="#ctx0" brushRef="#br0" timeOffset="-65396.729">10548 5968,'-12'18,"-5"13,0 13,2 7,5 7,3 5,3 3,5-1,2-4,0-6,0-8,-3-9,-1-12</inkml:trace>
  <inkml:trace contextRef="#ctx0" brushRef="#br0" timeOffset="-65053.503">10428 5968,'5'-7,"1"0,0 1,1 0,0 0,0 1,0-1,0 2,1-1,0 1,0 0,0 0,0 1,1 1,-1-1,1 1,0 0,0 1,-1 0,1 1,0 0,0 0,0 1,0 0,0 0,7 3,-3-2,0 0,0 1,-1 1,1 0,-1 0,0 2,-1-1,1 1,-1 1,0 0,-1 1,1 0,4 5,-13-11,0 1,0-1,-1 1,1-1,0 1,-1 0,0-1,0 1,1 0,-2 0,1 0,0 0,0 0,-1 0,0 1,0-1,0 0,0 0,0 0,0 0,-1 0,0 0,1 0,-1 0,0 0,-1 0,1 0,0-1,-1 1,0 0,1-1,-1 1,0-1,0 0,-1 1,1-1,0 0,-1 0,1-1,-1 1,0 0,-22 15,1-2,-2-1,0-1,-1-1,0-1,-1-2,-24 6,-21 8,73-22,0-1,0 0,0 0,0 0,0 1,0-1,0 0,1 0,-1 0,0 1,0-1,0 0,0 0,-1 0,1 1,0-1,0 0,0 0,0 0,0 1,0-1,0 0,0 0,0 0,0 0,-1 1,1-1,0 0,0 0,0 0,0 0,0 0,-1 1,1-1,0 0,0 0,0 0,-1 0,1 0,0 0,0 0,0 0,-1 0,22 1,-19-1,23 0</inkml:trace>
  <inkml:trace contextRef="#ctx0" brushRef="#br0" timeOffset="-64362.709">11030 6022,'10'26,"-7"239,-11-122,5-124,0-19,-10-92,10 63,-2 6,2 0,0 0,1 0,2-1,0 1,2-1,0 1,2 0,0 0,2 0,0 1,1 0,2 0,1-2,-5 18,1 0,-1 0,1 1,0-1,0 1,0 1,1-1,0 1,0 0,0 1,0-1,1 2,-1-1,1 1,0 0,0 0,0 1,-1 0,1 1,0-1,0 1,0 1,0 0,0 0,0 1,0-1,-1 2,1-1,0 1,-1 0,0 1,0 0,0 0,0 0,-1 1,0 0,0 0,0 1,4 5,-7-8,0 1,0 0,-1 0,1 0,-1 0,0 0,-1 1,1-1,-1 0,0 1,0-1,0 1,0 0,-1-1,0 1,0-1,0 1,-1 0,1-1,-1 1,0-1,0 1,-1-1,1 1,-1-1,0 0,0 0,-1 0,1 0,-1 0,-1 1,-6 7,0 0,-1-1,0 0,-1-1,0-1,-1 0,0 0,-12 6,-54 32,78-46,0 0,0 0,0 1,1-1,-1 0,0 1,1-1,0 1,-1-1,1 1,0-1,0 1,-1-1,1 1,0-1,1 1,-1-1,0 1,0-1,1 0,-1 1,1-1,-1 1,1-1,-1 0,1 1,0-1,0 0,0 1,0-1,0 0,0 0,0 0,0 0,0 0,0 0,48 34,-14-18,0-2,1-2,0-1,1-2,0-1,1-2,0-2,23 1,11-12,-51-3</inkml:trace>
  <inkml:trace contextRef="#ctx0" brushRef="#br0" timeOffset="-63320.43">11966 6142,'20'0,"19"0,11-2,8-1,5 0,-3 0,-7 2,-10 0,-12 0</inkml:trace>
  <inkml:trace contextRef="#ctx0" brushRef="#br0" timeOffset="-63070.125">12072 6329,'13'9,"15"3,15 0,12-3,10-5,8-7,3-8,-3-7,-13 0</inkml:trace>
  <inkml:trace contextRef="#ctx0" brushRef="#br0" timeOffset="-62756.899">12848 6236,'11'13,"0"-1,1 0,1-1,0 0,0-1,1-1,1 0,4 2,-14-8,0-1,1 1,-1-1,1-1,-1 1,1-1,-1 0,1 0,0-1,0 1,-1-1,1-1,0 1,-1-1,1 0,0 0,-1 0,1-1,-1 0,1 0,-1-1,0 1,0-1,0 0,3-3,-2 1,0-1,-1 1,1-1,-2 0,1-1,0 1,-1-1,0 0,-1 0,0 0,0 0,0 0,-1-1,0 0,0 1,-1-1,0 0,-1 0,1 0,-1 1,-1-1,0 0,0 0,0 0,-1 1,0-1,-1 1,1-1,-1 1,-1 0,-2-3,3 2,-1 1,0 0,-1 0,1 0,-1 1,-1 0,1 0,-1 0,0 0,0 1,-1 0,1 0,-1 1,0 0,-1 0,1 1,-1 0,1 0,-1 1,0-1,0 2,0-1,0 1,0 1,-1-1,1 1,0 1,0-1,0 1,-2 1,-1 2,1-1,-1 2,1-1,0 1,0 1,1 0,0 0,0 1,0 0,1 1,0 0,0 0,1 0,0 1,0 0,1 1,0-1,1 1,0 0,1 1,0-1,1 1,-1 2,3-7,0-1,1 1,-1 0,1 0,0 0,1-1,-1 1,1 0,0-1,1 1,-1-1,1 1,0-1,2 2,14 25</inkml:trace>
  <inkml:trace contextRef="#ctx0" brushRef="#br0" timeOffset="-59379.057">19117 5821,'160'-366,"-136"308,-23 58,-1-1,0 1,0 0,1 0,-1-1,0 1,1 0,-1 0,1-1,-1 1,0 0,1 0,-1 0,1 0,-1-1,0 1,1 0,-1 0,1 0,-1 0,1 0,-1 0,0 0,1 0,-1 1,1-1,-1 0,0 0,1 0,-1 0,1 0,-1 1,0-1,1 0,-1 0,0 1,1-1,-1 0,0 0,1 1,-1-1,0 0,0 1,1-1,-1 1,0-1,0 0,0 1,0-1,1 1,-1-1,0 0,0 1,0-1,0 1,0-1,0 1,0-1,0 0,0 1,0-1,-1 1,1-1,0 1,41 187,-33-147,6 18,-4 0,-2 2,-2-1,-3 2,-4-51,0 1,0-1,-1 0,0 0,-1 0,0 0,-1 0,-1 1,4-8,0-1,-1 1,0-1,0 0,0 0,0 0,-1 0,1 0,-1 0,0-1,0 1,0-1,0 1,0-1,0 0,0-1,-1 1,1 0,-1-1,0 0,1 0,-1 0,0 0,1-1,-4 1,8-2,0 1,-1 0,1-1,-1 1,1-1,-1 1,1-1,-1 1,0-1,1 1,-1-1,1 1,-1-1,0 0,0 1,1-1,-1 0,0 1,0-1,0 0,0 1,0-1,0 0,0 1,0-1,0 0,0 1,0-1,0 0,0 1,-1-1,1 1,0-1,0 0,-1 1,1-1,0 1,-1-1,1 0,-1 1,1-1,-1 1,1 0,-1-1,1 1,-1-1,1 1,-1 0,1-1,-1 1,0 0,1 0,-1-1,0 1,1 0,-1 0,0 0,1 0,-1 0,0 0,1 0,-1 0,0 0,1 0,-1 0,0 0,1 1,-1-1,0 0,1 1,9-5,2 0,-1 1,0 0,1 1,-1 0,1 0,0 2,0-1,9 2,-3-2,326-16,-317 13</inkml:trace>
  <inkml:trace contextRef="#ctx0" brushRef="#br0" timeOffset="-54208.969">17312 7425,'0'-25,"1"1,-1-1,-1 1,-2 0,0 0,-3-5,5 22,-1 1,0 0,-1 0,1 0,-1 1,0-1,0 0,-1 1,0 0,0 0,0 0,-1 1,1-1,-1 1,0 0,0 0,-1 1,1-1,-1 1,1 0,-1 1,-1-1,1 1,-1 1,0-1,0 1,0 0,0 1,0-1,0 2,0-1,0 1,0 0,0 0,0 0,0 1,1 1,-1-1,1 1,-1 0,1 0,0 1,0 0,0 0,1 0,0 1,-5 4,3-3,1 1,-1 0,1 1,0 0,1 0,0 0,0 0,1 1,0 0,1-1,0 2,0-1,1 0,0 0,0 1,1 0,0-1,1 2,1-6,0 0,1 1,-1-1,1 0,0 0,1 0,-1 0,1-1,0 1,0-1,0 1,1-1,0 0,0 0,0-1,0 1,0-1,1 0,-1 0,1 0,0-1,0 1,0-1,0 0,0-1,0 1,1-1,-1 0,0-1,1 1,-1-1,1 0,-1 0,1-1,-1 0,0 0,1 0,-1 0,0-1,0 0,0 0,2-1,6-2,0 0,0-1,0 0,-1-1,0-1,0 0,-1 0,0-1,0 0,-1-1,-1-1,0 1,0-1,-1-1,0 0,-1 0,0 0,1-5,2-8,-1 0,0 0,-2-1,-2 0,0-1,-1 1,-2-1,-1 1,-1-9,-15-119,-3 114,16 41,1 0,0 0,-1 0,1 0,0 0,0 0,0 0,-1 0,1 0,0 1,0-1,1 0,-1 1,0-1,0 1,1-1,-1 1,1-1,-1 1,1-1,0 1,0 0,-1-1,1 1,0 1,-9 35,2 1,2 1,1-1,3 1,1 0,1-1,4 16,-4-44,-1 0,2 1,-1-1,1 0,1 0,0 0,1-1,0 1,1-1,0 0,0 0,1 0,0-1,1 1,0-2,0 1,1-1,0 0,1-1,0 0,0 0,0-1,1 0,0 0,7 2,-3-6,0 0,1-1,-1-1,0 0,1-1,-1 0,0-1,0-1,0-1,0 1,0-2,-1 0,1-1,-2 0,1-1,-1 0,0-1,0-1,-1 0,0 0,0-1,-1 0,-1-1,0 0,0-1,3-6,28-76,-38 90,-1 0,0-1,-1 0,1 1,-1-1,0 1,0-1,0 0,0 1,-1-1,0 1,0-1,0 1,-1-1,1 1,-1 0,0 0,0 0,-1 0,-1-3,2 5,1 1,-1-1,0 0,0 1,0-1,0 1,0 0,0 0,0 0,-1 0,1 0,0 0,0 1,-1-1,1 1,-1-1,1 1,0 0,-1 0,1 0,-1 0,1 1,-1-1,1 1,0-1,-1 1,1 0,0 0,0 0,0 0,-1 0,1 0,0 1,0-1,0 1,-5 3,0 1,1-1,0 1,0 1,0-1,1 1,0 0,0 0,-2 4,4-5,0-1,1 1,-1-1,1 1,0 0,1 0,-1 0,1 0,0 0,1 0,-1 0,1 1,1-1,-1 0,1 0,0 0,0 0,1 0,0 0,0 0,0-1,1 1,-1-1,2 1,-1-1,0 0,1 0,0 0,0-1,3 3,13 5,1-1,0-1,0 0,1-2,0-1,1 0,0-2,-1 0,2-2,-1-1,0 0,1-2,18-2,58 1</inkml:trace>
  <inkml:trace contextRef="#ctx0" brushRef="#br0" timeOffset="-52218.923">19304 7105,'-21'5,"0"0,1 2,0 0,0 1,-11 7,26-12,1-1,-1 1,1 0,0 0,0 1,0-1,1 1,-1 0,1 0,0 0,0 0,0 0,1 1,-1-1,1 1,0 0,1 0,-1 0,1 0,0 0,0 0,0 0,1 0,0 0,0 0,0 1,1 0,0 0,0 0,1 0,-1 0,1 0,1 0,-1 0,1 0,0-1,0 0,1 1,-1-1,1 0,0-1,1 1,-1-1,1 0,0 0,0 0,0 0,0-1,1 0,-1 0,1-1,0 0,3 1,3 1,1 0,-1-1,1 0,0-2,0 1,0-1,0-1,0-1,1 1,-1-2,-1 0,6-2,3-3,-1-2,0 0,-1-2,0 0,-1-1,0 0,0-2,-2 0,0-1,0-1,-2 0,0-1,0 0,-2-1,0-1,-1 0,-1-1,-1 0,1-5,-8 20,0 2,0-1,0 1,-1-1,1 0,-1 0,0 0,0 0,0 0,0 0,-1 0,0 0,1 0,-2 0,1 0,0-1,-1 1,0 0,0 3,-1 0,0 0,1 0,-1 0,0 0,0 1,1-1,-1 1,0 0,0-1,0 1,0 0,0 0,0 0,1 0,-1 0,0 1,0-1,0 0,0 1,1 0,-1-1,0 1,0 0,1 0,-1 0,1 0,-1 0,1 0,-1 0,1 1,-1 0,-7 3,1 1,0 0,1 0,0 1,0 0,0 0,1 1,0-1,0 1,1 1,0-1,1 1,-1 0,2 0,-1 0,1 0,1 1,0-1,0 1,1 0,0-1,0 1,1 0,1 0,0 4,1-8,1-1,0 0,0 0,0 0,0-1,1 1,-1-1,1 0,0 0,1 0,-1-1,1 1,0-1,-1 0,1 0,1-1,-1 1,0-1,1 0,110 24,-69-22,0-2,0-1,0-3,39-7,-7-3</inkml:trace>
  <inkml:trace contextRef="#ctx0" brushRef="#br0" timeOffset="-58739.71">21978 5607,'-5'18,"0"13,-1 10,6 8,7 1,7-2,4-8,-2-10</inkml:trace>
  <inkml:trace contextRef="#ctx0" brushRef="#br0" timeOffset="-58278.864">21831 5367,'61'12,"-2"2,0 4,-1 1,-1 3,1 4,-46-22,-1 1,1 1,-1-1,0 2,-1 0,0 0,0 1,0 0,-1 0,0 1,-1 1,0-1,0 1,-1 1,0-1,-1 1,0 1,-1-1,0 1,-1-1,0 2,1 9,-16 89,3-69,8-41,-1 1,1-1,0 1,-1-1,1 1,0-1,0 1,0-1,0 0,0 1,1-1,-1 1,0-1,1 1,-1-1,1 1,-1-1,1 0,0 1,0-1,-1 0,1 0,0 0,0 0,0 1,0-1,1 0,-1-1,0 1,0 0,0 0,1 0,-1-1,0 1,1-1,-1 1,1-1,-1 1,1-1,-1 0,1 0,-1 0,1 0,-1 0,0 0,1 0,-1 0,1-1,-1 1,1 0,-1-1,2 0,6-2,0 0,0 0,0-1,0 0,-1-1,0 0,0 0,0-1,-1 0,1 0,-1-1,-1 0,1 0,-1-1,1-2,8-12,-1 0,-1 0,-1-1,-2-1,1-2,-4 10,3 47,-7-22,0 1,1-1,0 0,0 0,1 0,0 0,1-1,0 0,0 0,1 0,0-1,0 0,1-1,-1 1,1-2,1 1,-1-1,1 0,8 3,21 7</inkml:trace>
  <inkml:trace contextRef="#ctx0" brushRef="#br0" timeOffset="-57643.413">23128 5648,'-30'-4,"0"1,-1 2,1 1,-28 4,51-3,-1 0,1 0,-1 1,1 0,0 0,-1 0,1 1,0 1,1-1,-1 1,1 0,-1 1,1-1,0 1,1 0,-1 1,1-1,0 1,1 0,-1 1,-2 5,5-9,1 0,0 0,-1 0,1 0,1 0,-1 0,0 0,1 0,0 1,0-1,0 0,0 0,0 0,0 1,1-1,0 0,0 0,-1 0,2 0,-1 0,0 0,1 0,-1 0,1-1,0 1,0-1,0 1,0-1,0 1,1-1,-1 0,1 0,-1 0,1-1,0 1,0-1,0 1,-1-1,1 0,2 0,7 2,0 0,0-1,0-1,1 0,-1 0,0-2,0 1,1-2,-1 1,0-2,0 0,0 0,-1-1,1 0,-1-1,0 0,0-1,0 0,-1-1,0 0,0-1,-1 0,0-1,0 1,-1-2,1-1,0-2,-1 0,-1 0,0-1,-1 0,0 0,-1-1,-1 1,0-1,-1 0,-1-1,0-9,-2-172,-1 182,-27-271,10 221,18 65,-1-1,1 1,-1 0,1 0,-1 0,1 0,-1-1,1 1,-1 0,1 0,-1 0,0 0,1 0,-1 0,1 1,-1-1,1 0,-1 0,1 0,-1 0,0 1,1-1,-1 0,1 0,0 1,-1-1,1 0,-1 1,1-1,-1 1,1-1,0 0,-1 1,1-1,0 1,0-1,-1 1,1-1,0 1,0-1,0 1,-1 0,1-1,0 1,0-1,0 1,0-1,0 1,0-1,0 1,0 0,0-1,-8 31,1 0,1 0,1 0,2 1,1-1,2 11,0-39,-2 35,1 1,3 0,1-1,1 1,3-1,1 0,1-1,2 0,2 0,2-1,7 12,-18-40,1 1,-1-1,2-1,-1 1,1-1,0 0,0 0,1 0,0-1,0 0,0-1,1 1,0-2,0 1,1-1,-1 0,1-1,0 1,-3-5,0-1,0 1,0-1,0 0,0 0,-1-1,1 0,-1 0,0 0,0 0,0-1,0 0,0 0,-1 0,0-1,1 0,-2 1,1-1,-1-1,1 1,-2 0,1-1,0 0,-1 1,1-5,35-84,-38 94,0 0,0 1,0-1,0 0,1 0,-1 0,0 0,0 1,0-1,0 0,0 0,1 0,-1 0,0 0,0 1,0-1,0 0,1 0,-1 0,0 0,0 0,0 0,1 0,-1 0,0 0,0 0,0 0,1 0,-1 0,0 0,0 0,1 0,-1 0,0 0,0 0,0 0,1 0,-4 33,3-26,-2 1,1-1,0 1,0-1,1 1,0-1,0 1,1 0,0-1,0 1,1-1,0 1,0-1,0 0,1 0,1 0,-1 0,1-1,0 1,0-1,1 0,0 0,0 0,0-1,1 0,0 0,0 0,0-1,6 3,18 2</inkml:trace>
  <inkml:trace contextRef="#ctx0" brushRef="#br0" timeOffset="-57390.043">23583 5219</inkml:trace>
  <inkml:trace contextRef="#ctx0" brushRef="#br0" timeOffset="-57063.919">23890 5300,'38'-25,"-9"7,0 0,-1-2,-1-1,-1-1,-1-1,0-2,-2 0,-2-1,10-16,-25 34,0 0,-1 0,0-1,0 0,-1 0,0 0,-1-1,0 1,-1-1,1 0,-2 0,0 0,0 0,0 0,-1 0,-1 0,-1-6,0 13,0 1,0-1,0 0,-1 0,0 1,1 0,-1-1,0 1,0 0,0 0,0 1,-1-1,1 1,0-1,-1 1,1 0,-1 0,1 1,-1-1,1 1,-1-1,0 1,1 0,-1 1,1-1,-1 1,1-1,-1 1,1 0,-1 0,1 1,0-1,-1 1,1-1,0 1,0 0,0 0,-1 2,-10 7,0 1,1 1,1 0,0 1,0 0,1 1,1 0,1 0,0 1,1 1,1-1,0 1,1 0,1 1,1 2,-10 39,3 1,3 0,2 0,3 1,3-1,2 1,3 0,3-1,2 0,3-1,16 44,-8-25,1-3,-4 0,-3 2,-3 0,-1 26,-10-96,0 1,-1 0,0-1,0 1,-1-1,0 1,0-1,-1 1,0-1,0 0,-1 1,1-1,-2 0,1-1,-1 1,0-1,0 1,-3 2,5-8,1 0,-1 0,1 0,-1 0,0 0,0 0,1-1,-1 1,0 0,0-1,0 1,0-1,0 0,0 0,0 0,0 0,1 0,-1 0,0 0,0-1,0 1,0-1,0 1,0-1,1 0,-1 1,-1-2,-20-12</inkml:trace>
  <inkml:trace contextRef="#ctx0" brushRef="#br0" timeOffset="-56276.158">23890 5861,'242'-104,"-227"98,0 0,-1-1,0-1,0-1,-1 0,0 0,0-2,-1 1,-1-1,0-1,0 0,-2-1,8-10,-17 22,1 0,-1 0,1 0,-1 0,1 0,-1 0,1 0,-1 0,0-1,0 1,1 0,-1 0,0 0,0 0,0 0,0 0,-1 0,1-1,0 1,0 0,-1 0,1 0,0 0,-1 0,1 0,-1 0,0 0,1 0,-1 0,0 1,1-1,-1 0,0 0,0 0,0 1,0-1,0 0,0 1,0-1,0 1,0 0,0-1,0 1,0-1,0 1,0 0,0 0,0 0,-1 0,-55 7,52-4,1 0,-1 0,0 1,1 0,0-1,0 1,0 0,0 1,1-1,0 1,0 0,0-1,0 1,1 1,0-1,0 0,0 0,1 1,-1-1,1 1,1-1,-1 1,1 0,0-1,0 1,0 0,1-1,0 1,0-1,1 1,-1-1,1 0,1 1,-1-1,0 0,1 0,0-1,1 1,-1 0,3 2,4 6,0-1,0 0,1-1,1 0,-1-1,2 0,-1-1,2-1,-1 1,1-2,0 0,0-1,1 0,0-1,0-1,0-1,1 0,-1 0,15-1,-26-2,0 0,1 0,-1-1,0 1,0-1,0 0,0 0,0-1,0 1,0-1,0 0,-1 0,1 0,-1 0,1-1,-1 1,0-1,0 0,0 0,0 0,0-1,-1 1,0 0,1-1,-1 0,-1 0,1 1,0-1,0-4,2-13,-1 1,-1-2,0 1,-2 0,-1 0,0 0,-2 0,0 0,-1 0,-2 0,1-9,5 29,-1 0,1 0,0 0,0 0,0 0,0 0,0 0,0-1,0 1,0 0,0 0,0 0,1 0,-1 0,0 0,1 0,-1 0,1 0,-1 0,1 0,-1 0,1 0,0 0,0 0,-1 1,1-1,0 0,0 1,0-1,0 0,0 1,0-1,0 1,0-1,0 1,0 0,0-1,0 1,0 0,0 0,1 0,52 2,-39 0,13 0,8 1,0 1,-1 2,1 1,18 8,-50-14,0 1,-1-1,0 1,1 0,-1 1,0-1,0 0,0 1,0 0,0 0,-1 0,1 0,-1 0,0 0,0 1,0-1,0 1,-1-1,1 1,-1 0,0-1,0 1,0 0,-1 0,1 0,-1 0,0 0,0 0,0 0,-1-1,0 3,1 5,-1-6,0-1,1 1,-1-1,1 1,0 0,0-1,1 1,-1 0,1-1,0 1,0-1,1 1,-1-1,1 0,0 0,0 0,1 0,-1 0,1 0,0 0,0-1,0 1,0-1,0 0,1 0,0 0,8 1,-1-2,1 1,0-1,0-1,0 0,1-1,-1 0,0-1,0 0,0-1,0 0,0-1,-1 0,1-1,-1-1,0 0,0 0,0-1,-1 0,0-1,7-5,-8 6,0 0,0-1,-1 0,0 0,0-1,0 0,-1 0,-1-1,1 0,-1 0,-1 0,0-1,0 0,-1 0,0 0,-1-1,0 1,0-1,-1-1,-2 10,1 0,-1-1,0 1,0 0,0 0,0-1,0 1,0 0,-1 0,1-1,-1 1,0 0,1 0,-1 0,0 0,0 0,0 0,-1 0,1 0,0 0,-1 0,1 1,-1-1,0 1,1-1,-1 1,0 0,0-1,0 1,0 0,0 0,0 0,0 1,0-1,-1 0,1 1,0 0,0-1,-1 1,1 0,0 0,0 0,-1 0,1 1,0-1,0 0,0 1,-1 0,1 0,-1 0,-1 2,0 0,-1 0,1 1,1 0,-1 0,0 0,1 0,0 0,0 1,0 0,1-1,-1 1,1 0,0 0,1 0,-1 0,1 1,0-1,0 0,1 1,0-1,-1 0,2 1,-1-1,1 0,0 1,0-1,0 0,1 0,-1 0,1 0,1 0,-1 0,1 0,-1-1,4 4,4 2,0 1,1-2,0 1,1-1,0-1,1 0,0-1,0-1,0 0,1 0,0-1,0-1,0 0,0-1,1-1,-1 0,1-1,0-1,-1 0,1-1,0 0,4-2,31-11,-10-3</inkml:trace>
  <inkml:trace contextRef="#ctx0" brushRef="#br0" timeOffset="-55692.242">25695 5607,'-4'4,"0"-1,0 1,1 0,0 0,0 0,0 1,0-1,1 1,-1-1,1 1,0 0,1 0,-1 0,1 0,0 0,0 0,0 0,1 1,0-1,0 0,0 0,1 0,0 1,0-1,0 0,1 0,-1 0,1-1,0 1,1 0,-1 0,1-1,0 0,0 1,0-1,0-1,1 1,4 3,-2-3,0-1,0-1,1 1,-1-1,1 0,-1-1,1 1,0-1,0-1,0 1,-1-1,1 0,0-1,0 0,0 0,0 0,-1-1,1 0,-1 0,1-1,-1 1,0-1,0-1,4-2,4-3,-1-1,1 0,-2-1,1-1,-2 0,0-1,0 0,-1 0,4-9,-4 7,-7 37,-5-17,1-1,0 1,1 0,-1 0,1-1,0 1,0 0,1 0,-1 0,1 0,0-1,0 1,1 0,-1-1,1 1,0-1,0 0,1 1,-1-1,1 0,0-1,0 1,1 0,-1-1,0 1,1-1,0 0,0-1,0 1,0-1,0 1,4 0,-1-1,0 0,0 0,1-1,-1 0,1 0,-1-1,0 0,1 0,-1-1,1 0,-1 0,1-1,-1 1,0-2,0 1,0-1,0 0,-1-1,1 1,-1-1,0-1,0 1,0-1,0 0,-1 0,0-1,0 0,-1 1,1-2,-1 1,0 0,-1-1,0 0,2-6,2-13,-1-1,-1 1,-2-1,-1 0,-1 0,-2-26,1 28,-1-110,-17-116,1 177,16 73,1 1,0-1,-1 1,1 0,0-1,-1 1,1-1,-1 1,1 0,0-1,-1 1,1 0,-1 0,1 0,-1-1,1 1,-1 0,1 0,-1 0,1 0,-1 0,1 0,-1 0,0 0,1 0,-1 0,1 0,-1 0,1 0,-1 0,1 0,-1 1,1-1,-1 0,1 0,-1 1,1-1,-1 0,1 1,0-1,-1 0,1 1,0-1,-1 1,1-1,0 0,-1 1,1-1,0 1,0-1,-1 1,1-1,0 1,0-1,0 1,0-1,0 1,0 0,0-1,0 1,0-1,0 1,0 0,-6 20,0 1,1 0,2 1,0-1,1 1,2 0,0-1,3 22,1 5,3 0,1 0,2-1,3 0,1-1,3-1,2 0,1-2,3 0,1-1,6 4,-24-39,-4-4,0 0,1 0,0 0,0 0,0 0,0-1,1 0,-1 1,1-1,0-1,0 1,0 0,0-1,0 0,2 1,7-3</inkml:trace>
  <inkml:trace contextRef="#ctx0" brushRef="#br0" timeOffset="-55438.919">26135 5367,'9'-5,"22"-1,23 0,25 1,22 4,13 7,-1 4,-18 1</inkml:trace>
  <inkml:trace contextRef="#ctx0" brushRef="#br0" timeOffset="-51741.612">21055 7118,'-18'-5,"-4"-2,-1 1,0 1,0 0,0 2,0 1,-1 1,1 0,0 2,-18 3,36-3,0 0,1 0,-1 1,0-1,1 1,-1 0,1 1,0-1,0 1,0 0,0 0,0 0,0 0,1 0,0 1,-1 0,1 0,1 0,-1 0,1 0,-1 1,1-1,0 1,1-1,-1 1,1 0,0-1,0 1,0 0,1 0,0 0,0 0,0 0,0 0,1-1,0 1,1 5,2-6,0 0,0 1,0-1,0-1,1 1,-1-1,1 0,0 0,0 0,1 0,-1-1,0 0,1 0,-1-1,1 1,0-1,-1-1,1 1,0-1,-1 0,1 0,0 0,0-1,-1 0,1 0,0 0,-1-1,1 0,2 0,1-1,0 0,-1 0,0-1,0 0,0-1,0 1,-1-1,0-1,0 0,0 0,-1 0,1-1,-2 0,1 0,-1 0,0-1,0 1,-1-1,0 0,-1-1,1 1,-2-1,1 0,-1 1,-1-1,1-5,-2 14,-1 1,1-1,-1 1,1-1,-1 0,1 1,-1-1,0 0,1 0,-1 1,1-1,-1 0,0 0,1 0,-1 0,0 0,1 0,-1 0,0 0,1 0,-1 0,1 0,-1 0,0 0,1-1,-1 1,0 0,1 0,-1-1,1 1,-1 0,1-1,-1 1,1-1,-1 1,1 0,-1-1,1 1,0-1,-1 0,1 1,0-1,-1 1,1-1,0 1,0-1,-1 0,1 1,0-1,0 0,0 1,0-1,-16 77,17-52</inkml:trace>
  <inkml:trace contextRef="#ctx0" brushRef="#br0" timeOffset="-51356.329">21109 6944,'15'29,"2"-1,1-1,1-1,1 0,1-2,2 0,0-1,1-2,10 6,-27-20,0 0,1-1,0 1,1-2,-1 1,1-1,0-1,0 1,1-1,-1-1,1 0,0 0,6 0,-13-4,0 0,-1-1,1 1,0 0,-1-1,1 0,-1 0,0 0,0 0,1 0,-1 0,-1 0,1-1,0 1,0-1,-1 1,0-1,1 0,-1 1,0-1,0 0,-1 0,1 0,0 0,-1 0,0 0,0 0,0 0,0 0,0 0,-1 0,11-201,-10 200,1 1,0-1,-1 1,1 0,0-1,0 1,1 0,-1 0,1-1,0 1,-1 1,1-1,1 0,-1 0,0 1,1-1,-1 1,1 0,0-1,0 1,-1 1,1-1,1 0,-1 1,0-1,0 1,3 0,10 0</inkml:trace>
  <inkml:trace contextRef="#ctx0" brushRef="#br0" timeOffset="-50587.03">21778 7198,'27'-13,"-1"-1,0-1,0-2,-2 0,0-1,-1-2,-1 0,3-6,-20 21,-1 0,0-1,0 1,0-1,0 1,-1-1,0 0,0-1,-1 1,0 0,0-1,0 1,-1-1,0 0,0 1,0-1,-1 0,-1-2,0 7,0 0,-1 0,0 0,0 1,1-1,-1 0,0 1,0 0,0-1,0 1,-1 0,1 0,0 0,0 0,-1 0,1 1,-1-1,1 1,0 0,-1-1,1 1,-1 0,1 0,-1 1,1-1,-1 0,1 1,0 0,-1-1,1 1,0 0,0 0,-1 0,1 1,0-1,0 0,0 1,-1 1,-4 1,0 1,1-1,-1 2,1-1,0 1,0 0,1 0,0 0,0 1,0 0,1 0,0 0,0 0,1 1,0-1,0 1,1 0,0 0,1 0,-1 0,1 1,1-1,0 0,0 0,0 0,1 1,0-1,1 0,0 0,0 0,1-1,0 1,0 0,1-1,0 0,0 0,1 1,7 1,0-1,1 0,0-1,0 0,0-1,1 0,0-1,0-1,1 0,-1-1,1 0,0-1,-1-1,1 0,0-1,0-1,0-1,0 0,5-1,-10 1,1 1,0-2,-1 0,1 0,-1 0,0-1,0-1,0 0,-1 0,0-1,0 0,0-1,-1 0,0 0,0-1,0 0,-1 0,-1 0,1-1,-1 0,-1-1,0 1,0-1,-1 0,0-1,-1 1,0 0,0-1,-1 0,-1 1,1-7,-2 14,1 0,-1 0,0 0,0 0,0-1,0 1,-1 0,1 0,-1 0,0 0,0 0,0 1,0-1,0 0,-1 0,1 1,-1-1,1 0,-1 1,0 0,0-1,-1 1,1 0,0 0,-1 0,1 0,-1 1,1-1,-2 0,1 4,0 1,0-1,0 0,0 1,0 0,0 0,1 0,-1 0,1 0,0 0,0 0,0 1,1-1,-1 1,1-1,-1 1,1 0,1 0,-1-1,0 1,1 0,0 0,0 0,0 3,0 1,-1 0,2 0,-1 0,1 0,0 0,1 0,0-1,0 1,0 0,1-1,1 1,-1-1,1 0,0 0,1-1,-1 1,1-1,1 0,-1 0,1-1,0 1,0-1,1-1,-1 1,1-1,0 0,0-1,1 1,-1-1,1-1,0 0,-1 0,1 0,0-1,6 0,-5-1,1-1,0 0,0 0,0-1,-1-1,1 0,-1 0,0-1,1 0,-2 0,1-1,-1 0,1-1,-1 0,-1 0,1-1,-1 0,0 0,-1 0,0-1,0 0,0-1,-1 1,-1-1,1 0,-1 0,-1 0,0-1,0 1,-1-1,0 0,-1 1,0-1,0-7,-4-11,-12 41,11-3,0 1,1 0,0 0,1 0,0 0,1 0,0 0,1 0,0 1,1-1,0 0,1 0,2 6,-3-14,0 1,0-1,1 0,0 0,-1 0,1 0,0 0,1 0,-1 0,0 0,1-1,0 1,-1-1,1 0,0 0,0 0,0 0,1-1,-1 1,0-1,1 0,-1 1,1-2,-1 1,1 0,-1-1,1 1,-1-1,1 0,0-1,-1 1,4-1,5-1,0 0,-1-1,1-1,-1 1,0-2,0 0,0 0,-1-1,5-3,-3 1,0-1,0 0,-1 0,-1-1,1 0,-2-1,1 0,-2-1,1 0,-2 0,1-1,-2 0,2-3,-7 14,0 1,0-1,-1 1,1-1,0 0,0 1,-1-1,1 0,-1 0,0 1,1-1,-1 0,0 0,0 1,0-1,0 0,-1 0,1 0,0 1,-1-1,1 0,-1 1,0-1,1 0,-1 1,0-1,0 1,0-1,0 1,0-1,0 1,-1 0,1-1,0 1,-1 0,1 0,-1 0,1 0,-1 0,1 1,-1-1,0 0,1 1,-1-1,0 1,0 0,1-1,-1 1,0 0,0 0,0 0,-1 1,0 1,0-1,-1 1,1 0,1 0,-1 0,0 0,0 0,1 1,-1-1,1 1,0 0,0-1,0 1,0 0,0 0,1 1,-1-1,1 0,0 0,0 1,0-1,1 0,-1 1,1-1,-1 1,1-1,0 1,1-1,-1 1,1-1,-1 1,1-1,0 0,0 1,0-1,1 0,-1 0,2 1,3 6,1-1,1-1,0 1,0-2,0 1,1-1,0 0,1 0,-1-1,1-1,0 0,1 0,-1-1,1 0,9 2,70 20,-1-6</inkml:trace>
  <inkml:trace contextRef="#ctx0" brushRef="#br0" timeOffset="-49820.24">24077 6784,'-5'66,"4"1,2 0,3 0,3-1,3 1,10 28,21 177,-40-264,0-3,0 0,-1 0,0 0,1 0,-1 0,-1 0,1 0,-1-1,0 1,0 0,0 0,-1 0,0-1,0 1,-1 2,2-7,-1 0,1 0,-1 0,1 0,-1-1,1 1,0 0,-1-1,1 1,-1 0,1-1,0 0,-1 1,1-1,0 0,0 0,0 0,-1 0,1 1,0-2,0 1,0 0,0 0,1 0,-1 0,0-1,0 1,1 0,-1-1,1 1,-1 0,1-1,0 1,-1-1,1 1,0-1,-11-28,2-2,1 1,1-1,2 0,1-1,1-29,0 26,-16-339,18 373,0 0,1-1,-1 1,1 0,0-1,0 1,0 0,0-1,0 1,0-1,0 1,1 0,-1-1,1 1,0 0,0 0,0-1,0 1,0 0,0 0,0 0,1 0,-1 0,1 1,0-1,-1 0,1 1,0-1,0 1,0 0,0-1,0 1,0 0,0 0,1 0,-1 0,0 1,0-1,1 1,-1-1,0 1,1 0,-1 0,1 0,-1 0,1 1,13 4,-1 1,0 0,0 1,-1 1,0 1,0 0,-1 0,0 1,-1 1,9 10,-19-20,1 0,-1 1,1-1,-1 1,0-1,0 1,0 0,0 0,0 0,0 0,0 1,-1-1,1 0,-1 1,1-1,-1 1,0-1,0 1,0 0,-1-1,1 1,-1 0,1 0,-1-1,0 1,0 0,0 0,0 0,-1-1,1 1,-1 0,0 0,0-1,1 1,-2 0,1-1,0 1,0-1,-1 0,0 1,1-1,-1 0,-1 1,-11 4,0 0,-1-1,0-1,0 0,0-1,0-1,0-1,-1 0,0 0,1-2,-6 0,-25-7,48-2,5 3,1 1,-1 0,1 1,0 0,0 0,1 0,-1 1,1 0,1 1,6-3,67-22,-25 9,0-3,45-22,-95 39,-1 0,1 0,0-1,-1 0,0 0,-1-1,1 1,-1-2,0 1,0-1,-1 0,0 0,1-2,-5 9,-1-1,1 1,-1-1,1 0,-1 1,0-1,1 0,-1 1,0-1,1 0,-1 0,0 1,0-1,0 0,0 0,0 1,0-1,0 0,0 0,0 1,0-1,0 0,0 0,0 1,-1-1,1 0,0 0,0 1,-1-1,1 0,-1 1,1-1,-1 0,1 1,-1-1,1 1,-1-1,1 1,-1-1,0 1,1-1,-1 1,0 0,1-1,-1 1,0 0,1 0,-2-1,-37 7,31-3,1 2,-1-1,1 1,0 0,1 1,-1-1,1 1,0 1,1-1,0 1,0 0,0 0,0 0,1 1,0 1,2-5,0 1,0 0,0 0,0 0,1 1,0-1,0 0,0 0,1 1,0-1,0 1,0-1,0 0,1 1,0-1,0 0,1 0,-1 0,1 0,0 0,1 0,-1 0,1 0,1 2,8 3,1-1,0 0,0-1,1 0,0-1,0 0,0-1,1-1,0 0,0-1,1-1,-1 0,1-1,-1-1,1 0,3-2,58 7</inkml:trace>
  <inkml:trace contextRef="#ctx0" brushRef="#br0" timeOffset="-49377.16">25815 6811,'2'-2,"0"-1,0 1,-1 0,1-1,0 1,-1-1,0 0,0 1,0-1,0 0,0 0,0 0,-1 0,1 0,-1 0,0 0,0 0,0 0,0 1,-1-1,1 0,-1 0,1 0,-2-2,1 0,-1 0,0-1,0 1,0 0,-1 1,0-1,0 0,0 1,0 0,-1-1,1 1,-1 1,0-1,0 0,-1 1,1 0,-1 0,1 0,-1 1,0 0,0 0,0 0,-1 0,1 1,0 0,0 0,-2 0,-1 0,1 0,-1 1,0 0,1 0,-1 1,1-1,-1 2,1-1,-1 1,1 1,0-1,0 1,0 0,0 1,0-1,1 1,-1 1,1-1,-1 3,2-3,0 1,0 1,0-1,1 0,0 1,0 0,1 0,-1 0,1 1,1-1,-1 1,1 0,0-1,1 1,-1 0,2 0,-1 0,1 0,0 0,0 0,0 0,1 0,0 0,1 0,0 0,0 0,0-1,1 1,0-1,0 0,1 0,-1 0,4 3,6 4,2-1,-1-1,2 0,-1-2,2 1,-1-2,1 0,0-1,1-1,-1 0,1-1,0-1,1-1,-1-1,1 0,-1-1,14-2,-19 2,-1-1,0-1,0 1,1-2,-1 0,0 0,0-2,-1 1,1-1,-1-1,0 0,0 0,0-1,0-1,-1 0,-1 0,4-3,11-18</inkml:trace>
  <inkml:trace contextRef="#ctx0" brushRef="#br0" timeOffset="-49103.502">26109 6610,'0'13,"0"14,0 14,2 11,1 6,2 2,1 0,-2-3,2-7,-1-10,2-11,1-11,-1-9</inkml:trace>
  <inkml:trace contextRef="#ctx0" brushRef="#br0" timeOffset="-48838.195">26483 6650,'-17'3,"0"0,0 1,1 1,-1 0,1 1,0 1,1 0,0 2,0-1,1 2,0 0,0 1,1 0,1 1,0 0,0 1,1 0,-4 9,13-18,1 0,-1 0,1 0,0 0,0 1,1-1,-1 1,1-1,0 0,0 1,0-1,1 1,0-1,-1 0,2 1,-1-1,0 0,1 0,0 0,0 0,0 0,0 0,1 0,-1-1,1 1,0-1,0 0,0 0,1 0,-1 0,1-1,-1 1,1-1,0 0,2 1,25 12,1-2,1-1,0-1,1-2,0-2,1 0,-1-3,1-1,0-1,1-2,30 2,-1-2,57-8,-102 4,-14 2</inkml:trace>
  <inkml:trace contextRef="#ctx0" brushRef="#br0" timeOffset="-45439.083">9505 3602,'13'305,"37"200,-32-352,-13-97,-3-25,2 0,0 1,3-2,0 1,7 16,-12-43,-1 0,1 0,0 0,1 0,-1 0,1 0,-1-1,1 1,0-1,0 0,1 0,-1 0,1 0,0 0,-1-1,1 0,0 0,0 0,3 1,51 34,-46-36,0-1,0-1,0 0,0-1,0 0,0-1,-1 0,1-1,10-2,32-9,0 3,1 2,1 2,0 2,-1 4,9 1,47 6,0-5,53-9,408-43,-204 29,296-10,13 21,436 10,-228-45,371-12,-72 3,-322 3,4 13,-27 28,-627 13,-118-6,-94 5,0 0,0 0,-1 0,1 0,0 0,0 0,0-1,-1 1,1 0,0 0,0 0,0 0,-1 0,1-1,0 1,0 0,0 0,0 0,0-1,0 1,0 0,-1 0,1 0,0-1,0 1,0 0,0 0,0-1,0 1,0 0,0 0,0 0,0-1,0 1,0 0,0 0,0-1,-13 0</inkml:trace>
  <inkml:trace contextRef="#ctx0" brushRef="#br0" timeOffset="-43618.896">9519 3481,'73'21,"2"-3,0-4,0-3,1-3,0-4,19-3,257-5,140-28,-5 0,549 37,-516 7,774-36,-698-5,1797-51,-1380 72,-239-15,98-32,-703 47,71 8,-92 1,-116-2,-23 0,1 0,0 1,0 0,-1 1,1 0,0 0,-1 1,1 0,3 2,-10-1,-1 0,0-1,0 1,0 0,0 1,0-1,-1 0,1 1,-1-1,0 0,0 1,0 0,-1-1,1 1,-1-1,0 1,0 0,0-1,0 1,-1 0,1-1,-1 1,0-1,0 1,0-1,-1 0,1 1,-1-1,0 0,0 0,0 1,-4 13,-2 25,1 0,3 1,1-1,3 1,1-1,2 1,2-1,8 33,-8-38,22 146,34 115,-44-222,-18-74,1 0,-1 0,0 0,0-1,0 1,0 0,-1-1,1 1,0-1,-1 1,1-1,0 0,-1 1,0-1,1 0,-1 0,0 0,0 0,1-1,-1 1,0 0,0-1,0 1,0-1,0 0,0 0,0 1,0-1,0-1,0 1,0 0,0 0,0-1,0 1,0-1,1 1,-1-1,0 0,-8 0,-49-2,-1 3,1 2,-2 3,-77 11,60-9</inkml:trace>
  <inkml:trace contextRef="#ctx0" brushRef="#br0" timeOffset="-39123.887">10629 8601,'-25'192,"-23"61,43-231,8-62,64-487,-54 447,4 91,14 41,-3 1,-2 1,17 51,-35-87,31 85,-5 2,15 85,-38-121,-11-53</inkml:trace>
  <inkml:trace contextRef="#ctx0" brushRef="#br0" timeOffset="-38870.905">10481 8816,'-9'9,"4"5,14 1,19-3,23-5,23-7,22-7,13-5,6-1,-17 3</inkml:trace>
  <inkml:trace contextRef="#ctx0" brushRef="#br0" timeOffset="-38449.013">11591 8816,'-10'-4,"1"1,-1 0,0 1,0 0,0 1,0 0,0 0,0 1,0 1,-1-1,1 2,0-1,1 1,-1 1,0 0,1 0,-1 1,1 0,0 1,0 0,1 0,-1 1,1 0,0 0,1 1,-4 4,8-8,0 1,0 0,0-1,1 1,-1 0,1 0,0 1,0-1,0 0,1 1,0-1,-1 1,2-1,-1 1,0 0,1-1,0 1,0 0,1-1,-1 1,1 0,0-1,0 1,0-1,1 1,-1-1,1 0,0 1,1-1,-1 0,2 2,8 3,0 0,1-1,0 0,0-1,0-1,1 0,0-1,0 0,1-1,-1-1,1 0,0-1,-1 0,1-2,10 0,8 2,-1-1,1-2,-1-1,0-2,0-1,0-1,0-2,-1-1,0-2,-1-1,0-1,-1-1,12-10,24-41,-63 63,-1-1,1 1,-1 0,0-1,0 1,0-1,0 0,0 1,0-1,-1 0,0 1,1-1,-1 0,0 1,0-1,0 0,-1 0,1 1,-1-1,1 0,-1 1,0-1,0 1,0-1,-1 1,1-1,0 1,-1 0,0-1,1 1,-3-2,0 1,0-1,0 1,-1 0,1 0,-1 1,1-1,-1 1,0 0,0 0,0 1,0 0,0-1,-1 2,1-1,0 0,0 1,-1 0,1 1,0-1,0 1,-1 0,1 0,0 0,0 1,0 0,0 0,0 0,1 1,-1-1,1 1,-1 0,1 0,0 1,0 0,1-1,-1 1,1 0,0 0,0 1,0-1,0 1,1 0,-2 3,3-4,-1 0,1 1,0-1,0 1,1-1,-1 1,1-1,0 1,0-1,1 1,-1-1,1 1,0-1,0 1,1-1,-1 0,1 0,0 1,0-1,0 0,1-1,0 1,-1 0,1-1,0 0,1 1,-1-1,0 0,1-1,0 1,0-1,0 1,11 5,-1 0,1-1,1-1,-1 0,1-1,0-1,1 0,4 0,30 2,1-1,-1-3,0-2,1-3,28-5,-14-2</inkml:trace>
  <inkml:trace contextRef="#ctx0" brushRef="#br0" timeOffset="-37580.096">12620 8882,'-10'-5,"-1"-1,0 1,0 1,-1 0,1 1,-1 0,0 1,0 0,0 0,0 2,0-1,0 2,0-1,0 2,0 0,0 0,1 1,-1 0,1 1,0 0,-1 1,2 1,-1-1,-7 7,16-11,-1 1,1 0,0 0,0 0,0 0,0 0,0 0,0 1,0-1,1 1,-1-1,1 1,0 0,0-1,0 1,0 0,0 0,1 0,-1-1,1 1,0 0,0 0,0 0,0 0,0 0,1 0,-1 0,1 0,0 0,0-1,0 1,0 0,0-1,0 1,1 0,0-1,0 1,7 4,0-1,0-1,0 0,1 0,0-1,0 0,0-1,0 0,1 0,-1-1,1-1,-1 0,1 0,0-1,-1 0,1-1,0 0,-1-1,1 0,-3 2,-1-1,1 0,0-1,0 0,-1 0,1 0,-1-1,0 0,0-1,0 0,0 0,0 0,-1-1,0 0,0 0,0 0,-1-1,1 0,-1 0,-1 0,1-1,-1 1,0-1,-1 0,1-1,-2 1,1 0,1-8,-8 5,-4 32,8-18,0 0,0 0,0 1,0-1,1 0,0 0,-1 0,2 0,-1 0,0-1,1 1,-1 0,1-1,0 1,1-1,-1 1,0-1,1 0,0 0,0 0,0 0,0-1,0 1,0-1,1 0,-1 0,1 0,0 0,0 0,-1-1,1 0,0 0,0 0,0 0,0-1,0 1,0-1,4 0,3 0,-1-1,0 1,0-2,1 1,-1-1,0-1,0 0,-1 0,1-1,-1 0,0-1,0 0,0-1,0 1,-1-2,0 1,0-2,19-18,-1-1,-2-1,-1-2,1-2,-15 19,-7 10,-1 0,1 0,-1 0,1 0,0 0,0 0,0 1,0-1,1 1,-1-1,1 1,-1 0,1 0,0 0,0 1,0-1,0 1,0-1,0 1,0 0,0 0,1 0,-1 1,0-1,1 1,-1 0,0 0,1 0,-1 0,1 0,-1 1,2 0,6 7,1 1,-2 1,1 0,-1 0,-1 1,0 0,0 0,-1 1,-1 0,6 13,-11-24,-1 1,0-1,0 1,0-1,-1 1,1 0,0-1,-1 1,1 0,-1 0,1-1,-1 1,0 0,0 0,0 0,0 0,0-1,0 1,0 0,-1 0,1 0,-1-1,1 1,-1 0,0 0,1-1,-1 1,0-1,0 1,0-1,0 1,-1-1,1 1,0-1,-1 0,1 0,0 0,-1 0,0 0,1 0,-4 2,0-1,1 0,-1 0,0-1,0 1,0-1,-1 0,1-1,0 1,0-1,0 0,-1 0,1-1,0 1,0-1,-4-1,8 1,0-1,-1 1,1-1,0 1,0-1,0 1,0-1,0 0,0 1,0-1,1 0,-1 0,1 1,-1-1,1 0,0 0,-1 0,1 0,0 0,0 0,0 0,1 0,-1 1,0-1,1 0,-1 0,1 0,0 0,0 1,-1-1,1 0,0 1,0-1,1 1,0-2,130-201,-113 173,0-1,-2 0,-2-2,0 0,-3-1,-1 0,-1 0,-2-1,-2-1,-1 1,-2-1,-1 0,-2 0,-2 1,-3-19,3 43,-1-1,0 1,0 0,-2 0,1 0,-2 0,-3-6,8 16,1 0,-1 1,1-1,-1 1,0 0,0-1,1 1,-1 0,0-1,0 1,-1 0,1 0,0 0,0 0,0 0,-1 0,1 0,0 0,-1 0,1 1,-1-1,1 1,-1-1,1 1,-1-1,0 1,1 0,-1 0,1 0,-1 0,0 0,1 0,-1 0,1 0,-1 1,0-1,1 1,-1-1,1 1,0 0,-1-1,1 1,-1 0,1 0,0 0,0 0,-1 0,1 0,0 0,0 1,0-1,0 0,0 1,0 0,-6 12,0 0,1 1,0 0,1 0,1 0,0 1,1-1,1 1,1 0,0 6,0-11,-6 61,4 0,3-1,3 1,4 0,14 66,-19-121,1 0,0-1,1 1,2 0,-1-1,2 0,0-1,1 1,0-1,1-1,1 0,0 0,1 0,1-2,0 1,0-2,1 1,1-2,0 0,13 7,-21-13,1-1,-1 0,1 0,0-1,0 0,0 0,0-1,1 1,-1-1,0-1,0 0,1 0,-1 0,0-1,0 0,1 0,-1-1,0 0,0 0,0-1,-1 0,1 0,-1 0,2-2,13-18</inkml:trace>
  <inkml:trace contextRef="#ctx0" brushRef="#br0" timeOffset="-37375.764">12994 8415,'18'4,"25"2,27 0,24-1,22-2,12-1,-1 0,-21-2</inkml:trace>
  <inkml:trace contextRef="#ctx0" brushRef="#br0" timeOffset="-37122.896">13891 8882,'-1'4,"0"1,1-1,0 0,0 0,0 0,1 0,-1 0,1 0,0 0,0 0,0 0,1 0,-1-1,1 1,0 0,0-1,0 1,1-1,-1 0,1 0,0 0,0 0,0 0,0-1,0 1,1-1,-1 0,1 0,-1 0,1 0,0-1,0 1,0-1,0 0,0 0,0-1,0 1,3-1,-1-2,0 0,0 0,0-1,0 0,0 0,-1 0,1-1,-1 0,0 0,0 0,0-1,-1 1,1-1,-1 0,0-1,-1 1,1-1,-1 0,0 1,-1-1,1-1,-1 1,-1 0,1 0,-1-1,0 1,0-1,-1 1,0-1,0 1,0-1,-1 0,0 1,0 0,-1-1,0 1,0 0,-1-2,1 4,0 0,0 1,-1 0,1-1,-1 1,0 0,1 1,-2-1,1 0,0 1,0-1,-1 1,1 0,-1 0,0 1,0-1,1 1,-1 0,0 0,0 0,0 0,0 1,0-1,-1 1,1 0,0 0,0 1,0-1,0 1,0 0,-2 1,-4 0,0 1,0 1,1 0,-1 0,1 1,-1 0,2 0,-1 1,0 0,1 1,-6 6,-32 65,45-75,0-1,0 1,0 0,0 0,1 0,-1 0,1 0,0 0,0-1,0 1,1 0,-1 0,1 0,-1 0,1 0,0 0,0-1,0 1,0 0,1-1,-1 1,1-1,0 1,-1-1,1 0,0 0,0 1,1-2,0 2,6 2,1-1,-1 0,1-1,0 0,1-1,-1 0,0 0,1-1,-1 0,1-1,-1 0,1-1,-1 0,0-1,1 0,-1 0,5-3,35-9</inkml:trace>
  <inkml:trace contextRef="#ctx0" brushRef="#br0" timeOffset="-36958.258">14185 8442,'-14'-14,"-13"-6,-10-1,-6 7,-4 9,0 10,3 12,9 9,11 7,13 5,16 3,16 1,5-7</inkml:trace>
  <inkml:trace contextRef="#ctx0" brushRef="#br0" timeOffset="-36791.703">14157 8816,'7'13,"5"8,4-1,7-3,8-5,15-6,15-7,19-8,-6-2</inkml:trace>
  <inkml:trace contextRef="#ctx0" brushRef="#br0" timeOffset="-35675.343">16042 8575,'-10'1,"0"-1,0 2,1-1,-1 1,0 1,1 0,0 0,-1 1,1 0,0 0,1 1,-1 1,1-1,0 1,1 1,-1-1,1 1,1 0,-1 1,1 0,0 0,1 0,0 1,0-1,1 1,0 1,-1 3,5-10,-1 1,1-1,0 0,0 1,0-1,0 1,0-1,1 1,0-1,-1 0,1 0,1 1,-1-1,0 0,1 0,0 0,-1 0,1 0,0-1,0 1,1 0,-1-1,1 0,-1 1,1-1,0 0,6 4,0-1,0 0,0-1,0 0,1 0,-1-1,1 0,6 0,23 3,0-3,1-1,0-1,-1-3,1-1,-1-2,0-1,0-2,-1-2,19-8,-42 14,0-1,-1-1,1 0,-1 0,0-2,-1 1,1-2,-2 0,1-1,0-1,-12 10,1 1,-1-1,0 0,0 1,0-1,1 0,-1 0,0 0,0 0,0 0,-1-1,1 1,0 0,0 0,-1 0,1-1,0 1,-1 0,1-1,-1 1,0-1,1 1,-1-1,0 1,0 0,0-1,0 1,0-1,0 1,-1-1,1 1,0 0,-1-1,1 1,-1-1,1 1,-1 0,0 0,1-1,-1 1,0 0,0 0,0 0,0 0,0 0,0 0,0 0,0 0,-1 0,1 1,-1-1,0 0,0 1,0 0,-1-1,1 1,0 0,0 0,0 1,0-1,-1 0,1 1,0-1,0 1,0 0,0 0,0 0,0 0,0 0,1 0,-1 0,0 1,0-1,1 1,-1-1,1 1,-1-1,1 1,0 0,0 0,0 0,0 0,0 0,0 0,0 0,1 0,-1 0,1 0,-1 0,1 0,0 1,0-1,0 0,0 0,0 0,1 0,-1 0,1 1,-1-1,1 0,0 0,-1 0,1 0,1 0,4 5,0-1,0 0,1 0,0-1,0 0,0 0,1-1,-1 1,1-2,0 1,1-1,-1 0,0-1,1 0,-1 0,1-1,0 0,0-1,-1 0,1 0,79-21,-86 21,0-1,1 0,-1 0,0 0,0-1,0 1,0 0,0-1,-1 1,1-1,0 0,-1 0,1 1,-1-1,1 0,-1 0,0-1,0 1,0 0,0 0,0 0,-1-1,1 1,-1 0,1-1,-1 1,0 0,0-1,0 1,0-1,0 1,-1 0,1-1,-1 1,0-2,-3-3,-1 1,1 1,-1-1,0 1,-1 0,1 0,-1 0,0 1,-1 0,1 0,0 1,-1-1,0 1,0 1,0-1,0 1,0 1,-4-1,-141-18,144 20,20 0,203-29,-131 13,121-12,-202 27,0 1,0-1,0 0,1 1,-1-1,0 1,0 0,0 0,1 0,-1 1,0-1,0 1,0 0,0 0,0 0,0 0,0 0,0 0,0 1,-1 0,1-1,0 1,-1 0,1 1,-1-1,0 0,0 0,0 1,0 0,0-1,-1 1,1 0,-1 0,1 0,-1 0,0 0,0 1,-11 105,10-106,0-1,0 0,1 0,-1 0,1 0,0 0,-1 0,1 0,0 0,0 0,0 0,0-1,0 1,1 0,-1-1,1 1,-1 0,1-1,-1 0,1 1,0-1,0 0,-1 0,1 0,0 0,0 0,0-1,0 1,0 0,0-1,1 0,67 2,-59-4,-1 1,0-1,1-1,-1 0,0 0,-1-1,1 0,0-1,-1 0,0 0,-1-1,1 0,-1-1,0 0,0 0,-1-1,0 0,-1 0,1 0,-2-1,1 0,-1 0,0-1,-1 1,0-1,1-6,1-34,-11 44,-1 20,5-8,0-1,0 0,0 0,0 1,1-1,0 0,0 1,0-1,1 0,0 1,0-1,0 0,1 0,-1 0,1 0,0 0,1 0,-1-1,1 1,0-1,0 1,1-1,-1 0,1 0,0-1,0 1,0-1,0 0,1 0,0 0,-1 0,1-1,0 0,0 0,4 1,0 0,0-1,0 0,1 0,-1-1,0 0,1-1,-1 0,1-1,-1 0,0 0,1-1,-1 0,0 0,0-1,0 0,-1-1,1 0,-1 0,0-1,0 0,0-1,-1 0,1 0,-2 0,1-1,-1 0,0 0,0-1,-1 1,0-1,0-1,-1 1,3-6,-5 9,0 0,0-1,0 1,-1 0,0-1,0 1,0-1,-1 1,0-1,0 0,0 1,0-1,-1-1,0 6,1 0,0 1,0-1,0 1,0-1,-1 1,1-1,0 1,0 0,-1-1,1 1,0-1,-1 1,1-1,-1 1,1 0,0-1,-1 1,1 0,-1-1,1 1,-1 0,1 0,-1 0,1-1,-1 1,1 0,-1 0,1 0,-1 0,0 0,1 0,-1 0,1 0,-1 0,1 0,-1 0,1 0,-1 1,1-1,-1 0,1 0,-1 0,1 1,-1-1,1 0,-1 1,1-1,-1 0,1 1,0-1,-1 1,1-1,0 0,-1 1,1-1,0 1,0-1,-1 1,-19 29,18-27,1 1,0-1,0 0,0 1,0-1,0 1,1-1,0 1,-1-1,1 1,1-1,-1 1,0-1,1 1,0-1,0 1,0-1,0 0,0 1,1-1,-1 0,1 0,0 0,0 0,0 0,1 0,-1-1,0 1,1-1,0 0,0 1,-1-1,1 0,1-1,1 2,21 9,1-2,0-1,0-1,1-2,0 0,0-2,0-1,0-1,14-2,-28 1,75 3</inkml:trace>
  <inkml:trace contextRef="#ctx0" brushRef="#br0" timeOffset="-34888.69">18743 8562,'-28'-14,"0"2,-1 1,-1 1,0 2,0 0,-1 3,0 0,0 2,-11 1,37 1,1 1,0 0,0 0,0 1,0-1,0 1,0 0,0 0,0 0,0 1,0-1,0 1,1 0,-1 0,1 0,-1 1,1-1,0 1,0 0,0-1,0 2,0-1,1 0,-1 0,1 1,0-1,0 1,0 0,1 0,-1 0,1 0,0 0,0 0,1 0,-1 0,1 0,-1 0,1 0,1 0,-1 0,1 1,-1-1,1 0,1 2,0-1,1 1,0-1,0-1,0 1,1 0,0-1,-1 0,1 0,1 0,-1 0,1 0,-1-1,1 0,0 0,0 0,1-1,-1 0,0 0,1 0,0 0,8 1,0 1,0-2,0 0,0-1,1 0,-1-1,10-2,-15 2,-1 0,1-1,0 0,0-1,-1 1,1-2,-1 1,0-1,0-1,0 1,0-2,0 1,-1-1,0 0,0 0,0-1,0 0,-1 0,0 0,-1-1,1 0,-1 0,-1-1,1 1,-1-1,0 0,-1 0,0-1,0 1,-1 0,1-7,-4-2,-9 37,9-15,1 0,0 0,0 0,1 0,-1 0,1 0,0 0,1 0,-1 0,1 0,0 0,0-1,1 1,-1-1,1 0,0 1,0-1,0 0,1-1,-1 1,1-1,0 1,0-1,0 0,1-1,-1 1,1-1,-1 0,1 0,0 0,1 0,4 1,-1 0,0-1,1 0,-1 0,1-1,-1-1,1 0,-1 0,1 0,0-1,-1-1,1 0,-1 0,0 0,0-2,5-1,-7 1,1 0,-1-1,0 0,0 0,-1-1,1 0,-1 0,-1 0,1-1,-1 1,0-2,0 1,-1 0,0-1,-1 0,0 0,0 0,0 0,-1 0,0-1,-1 1,1-9,-7 13,-2 18,5-10,0 0,0 0,0 0,1 1,-1-1,1 1,0-1,1 1,-1-1,1 1,0-1,0 1,0-1,0 1,1 0,0-1,0 0,0 1,1-1,-1 1,1-1,0 0,0 0,1 0,-1 0,1-1,0 1,0-1,0 1,0-1,3 2,2-2,1-1,0 1,1-1,-1-1,0 0,0 0,1-1,-1 0,0 0,1-1,-1-1,0 1,0-2,0 1,0-1,0 0,0-1,-1 0,0-1,0 1,0-1,0-1,-1 0,0 0,0 0,-1-1,1 0,-1 0,-1-1,1 1,-2-1,1 0,0-4,3-7,-5 10,-3 27,0-13,0-1,-1 1,2 0,-1 0,0-1,1 1,0 0,0 0,1-1,-1 1,1-1,0 1,0-1,0 0,1 0,-1 0,1 0,0 0,0-1,1 1,-1-1,1 0,0 0,-1 0,1 0,1-1,1 2,17 4,0-1,1-1,-1-1,1-1,0-2,0 0,1-1,-1-1,0-1,0-2,0 0,6-3,20-3</inkml:trace>
  <inkml:trace contextRef="#ctx0" brushRef="#br0" timeOffset="-34139.801">19960 8535,'-13'-8,"-1"1,0 1,0 0,-1 1,1 1,-1 0,0 1,0 0,0 1,-1 1,1 0,0 2,-1-1,1 2,0 0,0 1,0 0,-2 2,15-4,-1 0,0 0,1 0,-1 0,1 0,-1 1,1 0,-1-1,1 1,0 0,0 0,0 0,0 0,0 0,1 1,-1-1,1 0,-1 1,1-1,0 1,0 0,0-1,0 1,0 0,1 0,-1 0,1-1,0 1,0 0,0 0,0 0,0 0,1 0,-1-1,1 1,0 0,0 0,0-1,0 1,0-1,1 1,-1-1,1 1,-1-1,1 0,0 0,0 0,0 1,8 4,1 0,0-1,0 0,0-1,0 0,1-1,0 0,0 0,0-2,1 1,-1-2,0 1,1-2,-1 0,1 0,-1-1,2-1,-5 2,-1-1,0-1,-1 1,1-1,0-1,0 1,-1-1,0-1,1 1,-1-1,0 0,-1-1,1 0,-1 0,0 0,0-1,-1 0,0 0,0 0,0-1,0 0,-1 0,-1 0,1 0,-1 0,0-1,1-6,1-18,-2-1,-1 0,-1 1,-2-1,-1 0,-2 1,-1-1,-2 1,-5-13,11 38,-4-22,-2-1,0 1,-2 1,-2 0,0 0,-2 1,-10-16,23 42,-1-1,1 1,-1-1,0 1,0-1,1 1,-1 0,0-1,0 1,-1 0,1 0,0 0,0 0,0 0,-1 0,1 0,-1 0,1 1,0-1,-1 0,0 1,1-1,-1 1,1 0,-1-1,1 1,-1 0,0 0,1 0,-1 0,1 0,-1 1,0-1,1 0,-1 1,1-1,-1 1,1-1,-1 1,1 0,0 0,-1 0,1 0,0 0,-1 0,1 0,0 0,0 0,0 0,0 1,-1 0,-4 11,0 0,0 1,2-1,-1 1,2 0,0 0,0 1,1-1,1 1,1-1,0 1,1-1,0 1,3 10,-1-5,1 1,0-1,2-1,0 1,1-1,1 0,1 0,1-1,0 0,2-1,0 0,0-1,2 0,0-1,0-1,2 0,0-1,0 0,1-2,1 0,0-1,9 4,-23-12,1 0,0 0,0 0,0 0,0-1,0 0,0 0,0 0,0 0,1-1,-1 0,0 0,0-1,0 1,1-1,-1 0,0-1,0 1,0-1,-1 0,1 0,0 0,-1-1,1 0,-1 0,0 0,0 0,0-1,0 1,0-1,-1 0,0 0,0 0,0-1,0 0,5-32,-15 52,5-11,1 0,0 0,0 0,0 0,1 0,-1 0,1 0,0 0,0 0,1 0,-1 1,1-1,0 0,0 0,0 0,1 0,-1-1,1 1,0 0,0-1,0 1,0-1,1 1,0-1,-1 0,1 0,0-1,0 1,1 0,-1-1,1 0,0 1,1-1,-1 0,1 0,0-1,0 1,0-1,0 0,0-1,1 1,-1-1,0 0,0 0,0-1,0 1,0-1,0 0,0-1,0 1,0-1,0 0,0 0,-1-1,1 1,-1-1,0 0,0 0,0 0,0-1,0 0,-1 1,1-1,-1 0,0-1,-1 1,1 0,-1-1,1 0,-1 1,-1-1,1 0,-1 0,0 0,1-3,-1 2,-1-1,1 1,-1-1,0 1,0-1,-1 1,0-1,0 1,-1-1,1 1,-1 0,-1 0,1 0,-1 0,0 0,-3-4,4 7,0 0,-1 0,1 1,-1-1,1 0,-1 1,0 0,0-1,0 1,0 1,0-1,-1 0,1 1,0-1,-1 1,0 0,1 0,-1 0,1 1,-1-1,0 1,1 0,-1 0,0 0,1 1,-1-1,0 1,1 0,-1 0,0 1,-5 2,0 0,0 1,1 0,0 1,0 0,0 0,1 1,0 0,0 0,1 0,0 1,0 0,1 1,0-1,0 1,1 0,0 0,1 0,-2 7,4-13,0 0,0 0,0 1,1-1,-1 0,1 1,0-1,0 1,0-1,1 0,-1 1,1-1,-1 0,1 0,0 1,1-1,-1 0,0 0,1 0,0 0,-1 0,1-1,1 1,-1 0,0-1,0 0,1 1,0-1,-1 0,1 0,0 0,0-1,0 1,0-1,0 0,0 0,7 2,0-1,-1 0,1 0,0-1,0-1,0 0,0 0,0-1,0 0,0 0,0-1,-1-1,1 0,-1 0,1-1,-1 0,0 0,-1-1,7-5,16-13</inkml:trace>
  <inkml:trace contextRef="#ctx0" brushRef="#br0" timeOffset="-33866.644">20574 8161,'0'-4,"0"-1,-1 1,0 0,0 0,0-1,0 1,-1 0,0 0,1 0,-1 1,-1-1,1 0,-1 1,1-1,-1 1,0 0,0 0,0 0,-1 0,1 1,-1-1,1 1,-1 0,0 0,0 0,0 1,0-1,0 1,0 0,-1 0,1 0,0 1,0 0,-1-1,1 1,0 1,-1-1,1 1,0 0,0 0,-1 0,1 0,0 1,0 0,-1 0,1 1,0 0,0 1,1-1,-1 1,1 0,-1-1,1 1,0 1,1-1,-1 0,1 1,0 0,0-1,0 1,0 0,1 0,0 0,0 0,0 0,1 0,0 0,0 0,0 0,1 0,-1 0,1 0,0 0,1 0,4 20,1 0,1-1,1 0,2 0,2 2,-13-26,76 151,-74-146,0 0,0 0,0-1,1 1,0-1,0 1,0-1,0 0,1 0,0 0,0 0,0-1,0 0,0 1,1-2,-1 1,1 0,0-1,0 0,0 0,0-1,0 1,2-1,202 5,-142-7,27 0</inkml:trace>
  <inkml:trace contextRef="#ctx0" brushRef="#br0" timeOffset="-33489.989">22272 8200,'0'25,"0"22,2 19,6 14,5 9,6 4,1-3,1-6,-5-7,-4-13,-7-15,-8-15,-9-15,-4-13,0-9</inkml:trace>
  <inkml:trace contextRef="#ctx0" brushRef="#br0" timeOffset="-32960.228">22259 8842,'-11'-72,"3"-1,3 0,4-46,0 97,1-1,1 0,1 0,1 0,1 0,1 1,1 0,1 0,3-4,-8 22,-1 1,1 0,0 0,1 0,-1 1,0-1,1 0,0 1,-1 0,1-1,0 1,0 0,0 0,1 1,-1-1,0 1,1 0,-1 0,0 0,1 0,0 0,-1 1,1-1,-1 1,1 0,0 0,-1 1,1-1,-1 1,1 0,-1 0,2 0,6 2,-2 1,1 0,0 1,-1 0,0 0,0 1,0 0,-1 0,1 1,2 4,-5-4,0-1,0 2,0-1,-1 0,0 1,-1 0,0 1,0-1,0 0,-1 1,0 0,-3-5,1-1,0 1,0-1,-1 1,0 0,0-1,0 1,0 0,-1-1,1 1,-1-1,0 1,0-1,0 1,-1-1,1 0,-1 1,0-1,1 0,-2 0,1 0,0 0,0-1,-1 1,0 0,1-1,-1 0,-2 1,0 1,-1-1,1 1,-1-1,0-1,0 1,0-1,0 0,0-1,-1 1,1-1,0-1,-1 1,1-1,-1 0,1 0,-1-1,-4-1,9 1,1 0,-1 0,1 0,0 0,-1 0,1-1,0 1,0 0,0-1,0 1,0-1,0 1,0-1,0 1,1-1,-1 0,1 0,-1 1,1-1,0 0,0 0,-1 1,1-1,0 0,1 0,-1 1,0-1,0 0,1 0,-1 1,1-1,0 0,-1 1,1-1,0 1,0-1,0 1,0-1,0 1,0-1,0 1,1 0,-1 0,0 0,1 0,-1 0,1 0,-1 0,1 0,0 0,0 1,12-10,0 1,1 0,0 1,1 1,0 0,0 2,0-1,1 2,0 0,0 1,0 1,8 0,-21 1,0 1,0-1,0 1,-1-1,1 1,0 0,0 1,0-1,0 1,0-1,0 1,-1 0,1 1,0-1,-1 1,1-1,-1 1,1 0,-1 1,0-1,0 0,0 1,0 0,0 0,-1-1,1 2,-1-1,0 0,2 4,-3-4,0 0,0 1,1-1,-1 0,1 0,0 1,0-1,0-1,0 1,1 0,-1 0,1-1,-1 1,1-1,0 0,0 0,0 0,0 0,1-1,-1 1,0-1,1 0,-1 0,1 0,-1 0,7 0,-1-1,0 0,1-1,-1 0,0 0,1-1,-1 0,0 0,0-1,-1 0,1-1,6-4,-10 6,-1 0,1-1,-1 0,0 0,0 0,0 0,0-1,-1 1,1-1,-1 0,0 0,0 0,0-1,-1 1,1-1,-1 1,0-1,-1 0,1 0,-1 0,0 0,0 0,0 0,-1 0,0 2,-1-1,1 0,-1 0,0 1,0-1,-1 1,1-1,-1 1,1 0,-1-1,0 1,-1 0,1 0,0 0,-1 0,0 1,1-1,-1 1,0 0,0-1,0 1,-1 1,1-1,0 0,-1 1,1 0,-1-1,0 2,-1-2,-1 0,-1 1,0-1,0 1,0 1,1-1,-1 1,0 0,0 0,0 1,0 0,1 1,-1-1,0 1,1 0,-6 3,9-3,0 0,0 0,0 0,0 0,0 0,0 1,1-1,-1 1,1 0,0 0,-1 0,1 0,1 0,-1 1,0-1,1 0,0 1,0-1,0 1,0 0,0-1,1 1,0 0,0-1,0 1,0 0,0-1,1 1,-1 0,1-1,0 1,0-1,1 1,-1-1,1 0,-1 1,1-1,1 1,3 4,1-1,1 0,-1 0,1 0,0-1,1 0,0 0,0-1,6 2,38 19</inkml:trace>
  <inkml:trace contextRef="#ctx0" brushRef="#br0" timeOffset="-32239.222">23355 8374,'-10'-8,"-1"-1,-1 2,0 0,0 0,0 1,0 1,-1 0,0 0,-11-1,18 4,-1 1,0 0,0 0,0 0,0 1,0 0,0 0,0 1,0 0,0 0,0 1,0 0,1 0,-1 1,1-1,-1 1,1 1,0-1,-4 4,8-6,0 0,0 1,0 0,0-1,0 1,0 0,1 0,-1 0,0 0,1 0,0 0,-1 0,1 0,0 1,0-1,0 1,1-1,-1 1,1-1,-1 1,1-1,0 1,0-1,0 1,0-1,0 1,0-1,1 1,-1-1,1 1,0-1,0 1,0-1,0 0,0 1,0-1,1 0,-1 0,1 0,0 0,0 0,7 4,1 0,1 0,-1-2,1 1,-1-1,1-1,0 0,1 0,-1-1,0-1,1 0,-1 0,1-1,-1-1,6 2,-1-1,1-1,0-1,-1-1,0 0,0-1,0 0,2-2,-19 6,1 0,0 0,-1 1,1-1,-1 0,1 0,0 0,-1 1,1-1,0 0,-1 1,1-1,0 0,-1 1,1-1,0 0,0 1,0-1,-1 0,1 1,0-1,0 1,0-1,0 0,0 1,0-1,0 1,0-1,-1 1,2-1,-1 0,0 1,0-1,0 1,0-1,0 1,0-1,0 0,0 1,1-1,-1 0,0 1,0-1,1 1,-1-1,0 0,0 0,1 1,-1-1,0 0,1 1,-1-1,0 0,1 0,-1 0,1 1,-1-1,0 0,1 0,-1 0,1 0,-1 0,1 0,-1 0,0 0,1 0,0 0,-8 18,7-16,1 0,-1 0,0 0,1 0,-1 0,1 0,-1 0,1-1,0 1,0 0,0 0,0-1,0 1,0-1,0 1,0-1,1 1,-1-1,1 1,-1-1,1 0,0 0,-1 0,1 0,0 0,0 0,-1-1,1 1,0-1,0 1,0-1,0 0,2 1,66-5,-63 2,-1-2,0 1,0 0,0-1,-1 0,1-1,-1 1,0-1,-1 0,1 0,-1 0,0-1,0 1,0-1,-1 0,0-1,0 1,1-5,27-123,-19 31,-5 0,-5 0,-6-36,-12 43,16 95,0 0,0 0,-1 0,1 0,0 0,0 0,0 0,-1 0,1 0,-1 0,1 0,0 0,-1 0,0 0,1 1,-1-1,1 0,-1 0,0 1,0-1,1 0,-1 1,0-1,0 1,0-1,0 1,1-1,-1 1,0 0,0 0,0-1,0 1,0 0,0 0,0 0,0 0,0 0,0 0,0 0,0 0,0 0,0 0,0 1,0-1,0 0,0 1,0-1,0 1,1-1,-1 1,0-1,0 1,0 0,1-1,-1 1,0 0,-32 52,25-30,1 0,1 1,1 0,1 0,2 0,0 0,1 0,1 1,2-1,0 0,1 0,2 0,0 0,2-1,1 0,0 0,2-1,0 0,2 0,0-1,1-1,2 0,0-1,1-1,0 0,12 9,-23-23,-1 1,1 0,0-1,0 0,0 0,1-1,0 1,-1-1,1 0,0-1,0 0,1 0,-1 0,0 0,1-1,-1 0,1-1,-1 1,1-1,-1 0,1-1,-1 0,1 0,-1 0,1-1,-1 0,0 0,0 0,0-1,0 0,2-2,2-7,-1 0,-1-1,0 0,0 0,-2 0,0-1,0-1,-1 1,-1-1,0 1,-1-1,-1 0,0-5,-9 108,7-81,1 1,-1-1,1 1,1-1,-1 0,1 0,1 0,-1 0,1 0,0 0,1 0,-1-1,1 0,1 0,-1 0,1 0,0-1,0 1,1-1,0-1,0 1,0-1,0 0,1 0,-1-1,1 0,0 0,0 0,0-1,3 0,-6-1,-1-1,0 0,1 0,-1 0,0-1,1 1,-1-1,0 0,0 1,1-2,-1 1,0 0,0-1,0 1,0-1,1-1,15-14</inkml:trace>
  <inkml:trace contextRef="#ctx0" brushRef="#br0" timeOffset="-32022.289">23542 7960,'23'4,"25"3,28 1,25-1,22 0,13-3,-15-1</inkml:trace>
  <inkml:trace contextRef="#ctx0" brushRef="#br0" timeOffset="-31339.501">24879 8041,'17'-4,"32"-3,0-3,-1-1,0-3,0-2,-2-2,0-2,-1-2,35-23,-69 37,-1 0,0-1,0 0,-1 0,0-1,-1 0,0-1,0 0,-1 0,-1 0,4-10,-9 19,0 1,0-1,0 0,0 0,0 0,-1 0,1 0,-1 0,1 0,-1 0,0 0,0-1,0 1,0 0,0 0,0 0,-1 0,1 0,-1 0,1 0,-1 0,0 0,0 0,0 0,0 0,0 1,0-1,0 0,-1 1,1-1,-1 1,1-1,-1 1,1-1,-1 1,0 0,0 0,0 0,0 0,0 0,1 1,-2-1,-6 1,0 0,-1 0,1 1,0 1,0 0,0 0,0 0,0 1,0 1,1-1,0 1,-1 1,2 0,-1 0,0 0,1 1,0 0,0 1,1-1,0 1,0 0,0 1,-1 3,-6 8,0 1,1 0,2 1,0 1,1 0,1 0,1 1,1-1,1 1,1 1,1-1,1 1,1-1,1 1,2 10,4 32,3 0,3 0,3-1,20 54,27 95,-56-147,-6-65,0 0,-1 0,1 0,0-1,0 1,-1 0,1-1,-1 1,0 0,1-1,-1 1,0 0,0-1,0 1,0-1,0 0,0 1,-1-1,1 0,0 0,-1 0,1 0,-1 0,1 0,-1 0,1 0,-1 0,0-1,1 1,-1-1,0 1,0-1,1 0,-2 1,-3-3,1 0,-1 0,1-1,0 1,0-1,0 0,0-1,0 1,1-1,-1 0,1 0,0 0,0-1,0 0,1 1,0-1,0 0,0-1,1 1,-1 0,1-1,0 1,0-6,-15-41,2-1,2 0,3-1,2 0,0-48,6 78,0 16,1 0,0 1,1-1,0 0,0 0,1 0,0 0,0 1,3-7,-2 11,1 1,-1-1,1 1,0 0,0 0,0 0,0 0,0 0,0 1,1-1,-1 1,0 0,1 0,-1 0,1 1,-1-1,1 1,-1 0,1 0,0 0,-1 0,1 1,-1-1,1 1,1 0,9 0,68 2,238-1,-308-3,-10 0,1 0,0 1,-1-1,1 0,0 1,-1 0,1 0,0 0,0 0,0 0,-1 0,1 1,0 0,-1-1,1 1,0 0,-1 0,1 0,-1 1,0-1,1 0,-1 1,0 0,0-1,0 1,0 0,0 0,0 0,0 1,1 1,10 143,-11-144,0 1,0 0,0 0,0-1,0 1,1-1,-1 0,1 0,0 0,0 0,0 0,1-1,-1 1,1-1,-1 0,1 0,0 0,0-1,-1 1,1-1,0 0,1 0,-1 0,0-1,0 1,19-1</inkml:trace>
  <inkml:trace contextRef="#ctx0" brushRef="#br0" timeOffset="-31170.952">25828 7960,'-16'-2,"-9"1,-4 8,2 9,2 10,7 4,0 3,5-3</inkml:trace>
  <inkml:trace contextRef="#ctx0" brushRef="#br0" timeOffset="-29922.81">10788 10246,'-2'-4,"-1"0,0 0,0 1,0-1,0 1,0 0,-1 0,0 0,1 0,-1 1,0 0,0-1,0 1,-1 1,1-1,0 1,-1-1,1 1,-1 1,0-1,1 0,-1 1,1 0,-1 0,0 1,1-1,-1 1,-1 1,-6 0,1 1,0 1,0 0,0 0,1 1,-1 0,1 1,1 0,-1 1,-7 7,9-7,0 1,1-1,0 2,1-1,0 1,0 0,1 0,0 1,1-1,-1 4,3-10,1 0,0 0,0 0,1 0,-1 0,0 0,1 1,0-1,0 0,0 0,0 1,0-1,1 0,0 0,-1 0,1 0,0 0,1 0,-1 0,0 0,1 0,-1 0,1 0,0-1,0 1,0-1,1 1,-1-1,0 0,1 0,0 0,-1 0,1-1,2 2,0-1,0 1,1-2,-1 1,0 0,1-1,-1 0,1 0,-1-1,1 0,-1 0,1 0,0 0,-1-1,1 0,-1 0,1-1,-1 1,0-1,0 0,0-1,0 1,0-1,3-2,3-2,-1-1,0 0,-1-1,0 0,0 0,-1-1,0 0,0 0,5-11,1-13,-2 1,-1-1,-1-1,-2 0,-2 0,-1-1,-1 0,-3 0,-1 0,-1 0,-6-31,-4-38,2 79,8 26,1 0,-1-1,0 1,0 0,1 0,-1 0,0 0,0 0,1 0,-1 0,0 0,0 1,1-1,-1 0,0 0,0 1,1-1,-1 0,0 1,1-1,-1 0,1 1,-1-1,0 1,1-1,-1 1,1 0,-1-1,1 1,0-1,-1 1,1 0,0 0,-1-1,1 1,0 0,0-1,-1 1,1 0,0 0,0-1,0 1,0 0,0 0,0-1,0 1,0 0,1 0,-12 35,3 0,1 0,2 1,1 0,2 0,2 6,-2-29,2 1,0 0,0-1,1 1,1-1,1 0,0 1,1-1,0 0,1-1,0 1,1-1,1 0,0 0,1-1,0 0,1 0,1-1,-1 0,2-1,-1 0,1-1,1 0,5 3,1-4,0-1,1 0,0-2,0 0,1-1,-1-1,1-1,0 0,13-2,31-2</inkml:trace>
  <inkml:trace contextRef="#ctx0" brushRef="#br0" timeOffset="-29358.665">11376 10286,'2'-4,"0"0,0-1,-1 1,0-1,0 1,0-1,0 1,-1-1,1 0,-1 1,-1-1,1 0,-1 1,1-1,-1 1,0-1,-1 1,1-1,-1 1,0 0,0 0,-1 0,1 0,-1 0,1 0,-1 1,-1-1,1 1,0 0,-1 0,1 0,-1 0,0 1,0-1,-3 0,-2 0,-1 1,1 1,-1 0,0 0,1 1,-1 0,0 1,1 0,-1 0,0 1,1 0,0 1,0 0,0 0,0 1,0 0,0 1,1 0,0 0,0 1,1 0,-1 0,1 1,1 0,-1 0,1 1,0 0,1 0,0 0,-1 2,5-8,-1 0,0 1,1-1,-1 1,1 0,0-1,0 1,0 0,0 0,1-1,-1 1,1 0,-1 0,1 0,0 0,0 0,0 0,1 0,-1 0,1 0,0-1,-1 1,1 0,0 0,1-1,-1 1,0 0,1-1,0 1,-1-1,1 0,0 0,0 0,0 0,1 0,-1 0,0 0,1 0,1 0,9 0,-1 0,0-1,1-1,-1 0,0-1,1 0,-1-1,0 0,0-1,0 0,0-1,-1 0,1-1,-1 0,0-1,0-1,7-5,-11 9,0-1,0-1,0 1,-1-1,0 0,0-1,0 1,0-1,-1 0,0-1,0 1,-1-1,0 0,0 0,3-8,-8 15,1 1,0-1,0 0,-1 0,1 0,0 0,-1 0,1 0,0 0,-1 0,1 0,0 0,-1 0,1 0,0 0,-1 0,1 0,0 0,-1 0,1 0,0 0,-1 0,1-1,0 1,0 0,-1 0,1 0,0-1,0 1,-1 0,1 0,0-1,0 1,0 0,-1 0,1-1,0 1,0 0,0-1,0 1,-2 7,1 0,1-1,-1 1,1 0,0 0,1 0,0 0,0-1,0 1,1 0,0-1,0 1,0-1,1 1,0-1,0 0,1 0,0-1,0 1,0-1,1 0,0 0,0 0,0-1,0 1,1-1,-1-1,1 1,0-1,0 0,1 0,-1-1,1 1,4 0,-3-1,0-1,0 1,0-1,0-1,0 1,0-2,0 1,0-1,0 0,0 0,0-1,0 0,0-1,-1 0,1 0,-1-1,0 1,0-2,0 1,-1-1,1 0,-1 0,0-1,0 1,2-5,4-4,-1-1,0 0,-1-1,-1 0,0 0,-2-1,1-1,-2 1,0-1,1-14,5-45,-4-1,-3 0,-4 0,-5-23,3 24,1 40,-11-86,11 123,0 0,-1 1,1-1,0 1,0-1,0 0,-1 1,1-1,0 0,0 1,-1-1,1 0,0 1,-1-1,1 0,0 0,-1 1,1-1,-1 0,1 0,0 0,-1 0,1 1,-1-1,1 0,0 0,-1 0,1 0,-1 0,1 0,-1 0,1 0,0 0,-1 0,1 0,-1-1,1 1,-1 0,1 0,0 0,-1 0,1-1,0 1,-1 0,1 0,0-1,-1 1,1 0,0-1,-1 1,1 0,0-1,0 1,-1 0,1-1,0 1,0-1,0 1,0 0,0-1,-7 18,2 1,0-1,1 1,0 1,2-1,0 0,1 5,0-4,-5 26,3 0,1 0,3 0,1 0,3 0,1 0,2-1,3 0,1 0,2-2,2 1,5 6,-19-44,0 1,1 0,0-1,0 1,0-1,1 0,0 0,0 0,0-1,1 1,-1-1,1 0,0 0,0-1,0 0,1 1,-1-2,1 1,0-1,0 0,0 0,0 0,2 0,11-8</inkml:trace>
  <inkml:trace contextRef="#ctx0" brushRef="#br0" timeOffset="-28569.897">11430 9845,'30'14,"0"-2,1-2,0 0,0-2,1-2,5 0,-13-2,84 14,-48-9,0 2,-1 3,23 10,-75-23,0 1,-1 0,0 0,1 1,-1 0,0 0,0 0,0 1,-1 0,1 0,-1 0,0 1,0 0,-1-1,1 2,-1-1,0 1,-1-1,1 1,-1 0,0 0,0 1,-1-1,0 0,0 1,-1 0,0-1,1 5,-26 107,2-18,22-97,-1 0,1 0,0 0,0 0,1 0,-1 0,1 0,-1 0,1 0,0 0,0 0,1 0,-1 0,0 0,1-1,0 1,-1-1,1 1,0-1,0 0,1 0,-1 1,0-1,1-1,-1 1,1 0,0-1,-1 1,1-1,0 0,0 0,0 0,0 0,0-1,0 1,0-1,0 0,2 1,4-1,-1 0,1-1,-1 1,0-1,1-1,-1 0,0 0,0-1,0 1,0-2,0 1,-1-1,0 0,0-1,0 0,0 0,0 0,-1-1,0 0,-1 0,1-1,-1 0,0 0,-1 0,0 0,0-1,0 1,-1-1,0 0,-1 0,1 0,-2 0,1-1,-1 1,0-1,-1 1,0 0,0-1,-1 1,0-1,-1 1,0 0,0 0,0 0,-3-4,2 6,0 1,0 0,-1 0,1 0,-1 0,0 1,0 0,-1-1,0 1,1 1,-1-1,0 1,-1 0,1 0,0 1,-1-1,0 1,0 0,1 1,-1-1,0 1,0 0,0 1,0 0,0 0,-1 0,1 0,0 1,0 0,1 0,-1 1,0 0,0 0,1 0,-4 2,0 1,-1 0,1 0,0 1,0 0,1 1,0 0,0 0,0 1,1 0,0 0,1 0,0 1,0 0,1 1,0-1,1 1,0 0,0 0,1 0,0 0,1 1,0-1,1 6,1-12,0 0,1 0,0 0,-1 0,2 0,-1 0,0 0,1 0,0 0,0-1,0 1,0 0,0-1,1 0,0 0,-1 0,1 0,1 0,-1 0,0-1,0 1,1-1,0 0,-1 0,1 0,0-1,2 1,3 1,1 0,0-1,0 0,0 0,0-1,0-1,0 0,0 0,0-1,9-1,-3-3,1 0,-1-1,0 0,-1-2,1 0,-1 0,-1-1,0-1,0-1,-1 0,0 0,-1-2,0 1,-1-1,-1-1,0 0,-1-1,0 1,-1-2,-1 1,0-1,-1 0,-1-1,-1 1,0-1,-1 0,-1 0,0 0,-2 0,0-1,0 1,-3-8,3 8,-1 1,-1-1,0 0,-1 1,-1-1,-1 1,0 0,-1 1,-1-1,0 1,-1 0,-1 1,0 0,-1 0,-1 1,0 1,-4-4,10 12,0 1,0 0,-1 1,1-1,-1 1,1 0,-1 0,0 1,0 0,0 0,0 0,0 1,0 0,0 0,1 0,-1 1,0 0,0 0,0 0,0 1,1 0,-1 0,1 0,-1 1,1 0,0 0,0 0,-3 3,-1 1,-1 0,1 1,1 0,-1 0,1 1,1 0,0 1,0-1,0 1,2 1,-1-1,1 1,1 0,0 1,2-6,0 1,1 0,0-1,1 1,-1 0,1 0,1-1,-1 1,1 0,0-1,1 1,-1 0,1-1,1 0,-1 1,1-1,0 0,1 0,-1-1,1 1,0-1,0 0,1 0,0 0,4 4,14 9,0-1,1-1,1 0,0-2,12 4,-34-17,14 7,-1 0,0 1,0 0,-1 2,0 0,-1 0,0 1,-1 1,-1 0,5 7,-11-11,0 1,0 0,0-1,1 0,0 0,0 0,1-1,0 0,1-1,-1 0,1 0,1-1,-1 0,1 0,0-1,2 0,18 3,2-2,-1 0,1-3,-1 0,1-2,9-2,47 1</inkml:trace>
  <inkml:trace contextRef="#ctx0" brushRef="#br0" timeOffset="-28173.249">14492 9992,'-4'6,"0"1,1-1,0 1,1 0,-1 0,1 0,0 0,1 1,0-1,0 0,0 1,1-1,0 0,1 1,0-1,0 0,0 1,1-1,0 0,0 0,1 0,0 0,0-1,1 1,-1-1,2 0,-1 0,0 0,1-1,4 4,-1-4,0-1,0 0,0 0,1-1,-1 0,1 0,0-1,0 0,0-1,0 0,0 0,0-1,0 0,0 0,0-1,0-1,0 1,0-1,-1-1,1 0,0 0,-1-1,0 0,0 0,0-1,-1 0,1 0,-1-1,6-6,-10 9,0-1,-1 0,0 0,0 0,0 0,0 0,-1 0,0 0,0-1,0 1,0 0,0-1,-1 1,0-1,0 1,0-1,-1 1,1 0,-1-1,0 1,0 0,-1-1,1 1,-1 0,0 0,0 0,0 0,-1 1,1-1,-1 1,0-1,0 1,0 0,0 0,-1 0,1 0,-1 1,0 0,0-1,-4 0,-1-3,0 2,0-1,-1 1,0 1,0 0,0 0,0 1,0 0,0 1,-1 0,-8 0,14 1,0 0,0 1,0-1,0 1,-1 0,1 0,0 1,0-1,1 1,-1 0,0 0,1 1,-1 0,1-1,0 2,0-1,0 0,0 1,0-1,1 1,0 0,-1 1,2-1,-2 2,3-3,-1 0,1 0,0 1,0-1,0 1,1-1,-1 1,1-1,0 1,0 0,0-1,0 1,1-1,-1 1,1-1,0 1,0-1,0 1,1 0,14 27</inkml:trace>
  <inkml:trace contextRef="#ctx0" brushRef="#br0" timeOffset="-27622.624">15040 10125,'-144'-282,"130"253,31 38,1 0,1-2,0 0,-1-1,2-1,-1-1,1-1,-1 0,1-2,11 0,82 12,-109-12,0-1,0 1,0 0,0 0,0 0,0 1,-1-1,1 1,0 0,-1 0,1 0,-1 0,0 1,0 0,0-1,0 1,0 0,0 0,-1 1,0-1,1 0,-1 1,0 0,-1-1,1 1,-1 0,0 0,0 0,2 68,-4-66,0 1,0-1,0 1,1-1,0 1,1 0,-1-1,1 1,0-1,1 0,0 1,0-1,0 0,1 0,0 0,0 0,0 0,1-1,0 0,0 1,0-2,2 3,3-3,0 0,1 0,0-1,-1 0,1 0,0-1,1-1,-1 0,0 0,0-1,1 0,-1-1,0 0,0 0,0-1,0-1,0 0,0 0,-1-1,1 0,-1 0,0-1,0 0,-1-1,0 0,0-1,7-6,-5 2,0-1,0-1,-1 0,-1 0,0-1,-1 0,-1 0,0 0,0-1,1-12,-6 25,-1 2,1 0,-1 1,0-1,1 0,-1 1,0-1,1 0,-1 1,1-1,-1 0,0 0,1 0,-1 1,1-1,-1 0,1 0,-1 0,1 0,-1 0,1 0,-1 0,0 0,1 0,-1 0,1 0,-1 0,1 0,-1 0,1 0,-1-1,0 1,1 0,-1 0,1 0,-1-1,0 1,1 0,-1-1,1 1,-1 0,0-1,0 1,1 0,-1-1,0 1,0-1,1 1,-1 0,0-1,0 1,0-1,0 1,0-1,1 1,-1-1,0 1,0-1,0 1,0 0,0-1,-1 1,1-1,0 1,0-1,0 1,0-1,0 1,-1 0,1-1,0 0,26 72,-22-54,2-1,0 0,0 0,2 0,0-1,1 0,0-1,5 5,-12-17,-1 0,1 0,0 0,0 0,-1 0,1 0,1-1,-1 1,0-1,0 0,1 1,-1-1,0 0,1 0,-1 0,1-1,0 1,-1-1,1 1,-1-1,1 0,0 0,-1 0,1 0,-1-1,1 1,0-1,-1 1,1-1,-1 0,1 0,1-1,13-10</inkml:trace>
  <inkml:trace contextRef="#ctx0" brushRef="#br0" timeOffset="-27357.103">15668 9618,'-2'16,"10"10,16 6,3-1</inkml:trace>
  <inkml:trace contextRef="#ctx0" brushRef="#br0" timeOffset="-26803.521">16524 9925,'-16'-3,"0"0,0 0,0 2,0 0,-1 1,1 0,0 2,-5 0,14 0,1-1,-1 1,1 0,-1 0,1 1,0-1,0 2,0-1,1 0,-1 1,1 0,0 1,0-1,0 1,0 0,1 0,0 0,0 1,1 0,-1-1,0 3,2-4,0-1,1 1,-1 0,1 0,0 1,0-1,0 0,0 0,1 0,0 1,0-1,0 0,0 1,0-1,1 0,0 0,0 0,0 0,1 1,-1-1,1-1,0 1,0 0,0 0,1-1,-1 1,1-1,0 0,0 0,0 0,0 0,0 0,1-1,-1 0,1 1,0-1,0 0,17 6,0-1,1-1,0-1,0 0,0-2,0-1,0 0,1-2,-1-1,0 0,1-2,10-2,-10 2,0 0,0-1,-1-2,1 0,-1-1,-1-2,1 0,-1-1,-1-1,0-1,-1 0,17-15,-32 24,-1 0,0-1,0 1,0-1,0 1,0-1,-1 0,0 0,0 0,0 0,0 0,-1-1,1 1,-1 0,0-5,-5 6,-2 17,4-9,1 0,0 0,0 0,0 1,1-1,-1 0,1 0,1 0,-1 0,1 1,0-1,0 0,0 0,1 0,0 0,0-1,0 1,0 0,1-1,0 0,0 1,0-1,0 0,1-1,-1 1,1 0,0-1,0 0,1 0,-1 0,0-1,1 1,0-1,0 0,-1 0,1-1,0 0,0 1,1-2,-1 1,0 0,1-1,2-2,-1 1,1-1,-1-1,0 1,0-1,0-1,0 1,0-1,-1 0,1-1,-1 0,0 0,-1 0,1 0,-1-1,0 0,-1 0,1-1,-1 1,0-1,-1 0,0 0,0 0,0 0,-1-1,0 1,0-1,0-4,-2 11,0-1,0 0,0 1,-1-1,1 1,0-1,-1 0,1 1,-1-1,1 1,-1 0,0-1,1 1,-1-1,0 1,0 0,0-1,0 1,0 0,0 0,-1 0,1 0,0 0,0 0,-1 0,1 1,-1-1,1 0,-1 1,1-1,-1 1,1-1,-1 1,1 0,-1 0,0 0,-1 0,-1-1,0 1,-1 0,1 0,-1 0,1 1,0-1,-1 1,1 0,0 1,0-1,0 1,0-1,0 1,0 1,-2 3,1 0,0 0,1 1,0 0,0 0,0 0,1 0,0 1,0-1,1 1,0 0,0 0,1-1,0 1,0 0,1 1,0-1,0 0,1 1,-1-8,0 1,1-1,-1 1,0-1,1 1,0 0,-1-1,1 0,0 1,-1-1,1 1,0-1,0 0,0 0,0 1,0-1,1 0,-1 0,0 0,0 0,1 0,-1-1,1 1,-1 0,1-1,-1 1,1-1,-1 1,1-1,-1 0,1 1,-1-1,2 0,54-5,-28-6,-2-1</inkml:trace>
  <inkml:trace contextRef="#ctx0" brushRef="#br0" timeOffset="-26478.091">16844 9537,'7'-11,"12"-13,8-12,8-10,3-8,1-2,-2 2,-7 7,-11 16,-12 20,-8 20,-7 19,-4 13,0 8,2 6,3-7</inkml:trace>
  <inkml:trace contextRef="#ctx0" brushRef="#br0" timeOffset="-26215.651">17219 9979,'3'13,"0"12,2 9,2 4,1 1,2-2,3-4,1-9,3-8,3-6,2-11,3-8,1-10,1-9,0-6,-2-6,-5 3</inkml:trace>
  <inkml:trace contextRef="#ctx0" brushRef="#br0" timeOffset="-25900.463">17553 9885,'2'16,"0"0,2-1,0 1,1-1,0 0,1 0,1 0,0-1,1 0,1 0,0-1,0 0,2-1,-1 0,2 0,-1-1,5 2,-12-11,-1 0,1 0,0 0,0 0,0-1,0 1,0-1,0 0,0 0,0-1,0 1,0-1,1 0,-1 0,0-1,0 1,0-1,0 0,0 0,0 0,0 0,0-1,0 1,0-1,-1 0,1-1,-1 1,1 0,-1-1,0 0,0 0,0 0,0 0,2-4,10-11,0-1,-2-1,0-1,-1 0,-1-1,0-1,12-23,-22 45,-1 1,0 0,1 0,-1 0,1 0,-1 0,0 0,1 0,-1 0,0 0,1 0,-1 0,1 1,-1-1,0 0,1 0,-1 0,0 0,1 1,-1-1,0 0,1 0,-1 1,0-1,1 0,-1 0,0 1,0-1,1 0,-1 1,0-1,0 0,0 1,0-1,1 0,-1 1,0-1,0 1,0-1,0 0,0 1,0-1,0 1,0-1,0 0,0 1,0-1,0 1,0-1,-1 0,1 1,0-1,0 0,0 1,0-1,-1 0,1 1,0-1,0 0,-1 1,1-1,0 0,-1 0,1 1,0-1,-1 0,1 2,-1 4,1 0,-1 0,1 0,0 0,1 0,0 1,0-1,0 0,0 0,1-1,0 1,0 0,1 0,0-1,0 0,0 1,0-1,1 0,0-1,0 1,0-1,1 0,1 2,9 0,0-1,0 0,0-1,1-1,0 0,0-1,-1-1,1 0,0-1,0-1,0-1,0 0,0-1,7-2,27-4</inkml:trace>
  <inkml:trace contextRef="#ctx0" brushRef="#br0" timeOffset="-25465.622">18503 9938,'-4'-5,"-1"-1,1 1,-1-1,0 1,-1 0,1 1,-1 0,1 0,-2 0,1 0,0 1,0 0,-1 0,0 1,0 0,1 0,-1 0,0 1,-1 0,1 1,0-1,0 1,0 1,0-1,0 1,0 1,0-1,0 1,0 0,1 1,-1-1,1 1,-1 1,1-1,0 1,0 0,1 1,-1-1,1 1,2-3,0 0,0 1,1-1,-1 1,1 0,0-1,0 1,0 0,0 0,0 1,0-1,1 0,0 0,0 1,0-1,0 1,0-1,0 1,1 0,0-1,0 1,0-1,0 1,0-1,1 1,0 0,0-1,0 1,0-1,0 0,1 1,-1-1,1 0,0 0,0 0,0 0,0 0,1-1,-1 1,1 0,-1-1,1 0,0 0,3 2,3 0,0-1,1-1,-1 1,1-1,-1-1,1 0,0 0,-1-1,1 0,0-1,0 0,-1 0,1-1,-1 0,1-1,-1 0,0-1,0 0,0 0,-1-1,1 0,-1 0,0-1,-1 0,0-1,1 1,-2-1,1-1,-1 1,0-1,-1 0,0-1,2-3,0-11,0-1,-2 1,0-1,-2 0,-1 0,-1 0,0 0,-2 0,-1 0,-2-2,3 11,-38-370,22 322,10 69,3 8,0 0,1 1,1 0,1-1,0 1,0 0,2 3,-1 6,-2 15,1 0,3 0,1 0,1-1,3 1,1-1,2 0,1-1,7 12,-11-34,1-2,1 1,0-1,1-1,0 1,1-2,0 1,1-2,1 1,-1-2,1 0,1 0,0-1,0-1,0 0,1-1,7 2,41 10</inkml:trace>
  <inkml:trace contextRef="#ctx0" brushRef="#br0" timeOffset="-24505.969">19224 9966,'0'2,"0"1</inkml:trace>
  <inkml:trace contextRef="#ctx0" brushRef="#br0" timeOffset="-23141.599">7607 12011,'0'14,"0"13,0 13,0 15,0 8,0 3,0-3,0-8,0-15,0-15</inkml:trace>
  <inkml:trace contextRef="#ctx0" brushRef="#br0" timeOffset="-22707.74">7567 11971,'0'-8,"1"1,0-1,0 1,1 0,0 0,0-1,1 1,0 1,0-1,0 0,1 1,0 0,1-1,-1 2,1-1,0 0,1 1,-1 0,1 0,0 1,0 0,0 0,1 0,-1 1,1 0,0 0,0 0,4 0,-1 0,0 0,0 0,0 1,1 1,-1 0,1 0,-1 1,1 0,-1 0,1 2,-1-1,0 1,0 1,1 0,-1 0,-1 1,1 0,-1 1,1 0,0 1,-7-4,0 0,0 0,0 1,0-1,-1 1,1-1,-1 1,1 0,-1 0,0 0,0 1,0-1,-1 0,1 1,-1-1,0 1,0-1,0 1,0 0,-1-1,1 1,-1 0,0 0,0-1,-1 1,1 0,-1-1,1 1,-1 0,0-1,-1 1,1-1,-2 2,-5 9,-2-1,0 0,0-1,-1 0,0-1,-1 0,-1-1,0 0,0-1,0-1,-14 7,24-14,-18 14,21-15,-1 0,1 1,0-1,0 0,-1 1,1-1,0 0,0 1,0-1,0 0,0 1,-1-1,1 0,0 1,0-1,0 0,0 1,0-1,0 0,0 1,0-1,0 1,0-1,1 0,-1 1,0-1,0 0,0 1,0-1,0 0,1 1,-1-1,0 0,0 0,0 1,1-1,-1 0,0 0,1 1,-1-1,0 0,0 0,1 0,-1 1,0-1,1 0,-1 0,1 0,-1 0,0 0,1 0,-1 0,0 0,1 0,-1 0,0 0,1 0,-1 0,0 0,1 0,176 39,-166-36,0 0,-1 0,1 1,-1 0,0 1,0 0,-1 1,0 0,0 0,0 1,-1 0,1 1,-2 0,1 0,-1 0,-1 1,1 0,-2 1,1-1,-1 1,-1 0,2 4,-6-10,1 1,-1 0,0-1,-1 1,1 0,-1-1,0 1,0-1,0 1,0-1,-1 1,0-1,0 0,0 0,-1 0,1 0,-1 0,0-1,0 1,0-1,-1 1,1-1,-1 0,1-1,-1 1,-3 1,-7 4,1-1,-1 0,-1-1,1-1,-1 0,0-1,-8 1,-5 1,-1-2,0-1,1-2,-1 0,-17-3,45 1,9 0</inkml:trace>
  <inkml:trace contextRef="#ctx0" brushRef="#br0" timeOffset="-22341.719">8730 12412,'-5'-2,"-1"-6,1-5,-2-4,-2 2,-1 1,-2 2,-3 9,-1 9,2 10,3 7,6 4,11 0,4-4</inkml:trace>
  <inkml:trace contextRef="#ctx0" brushRef="#br0" timeOffset="-21139.977">10655 11850,'7'48,"3"-1,2 0,1-1,3-1,21 44,-36-87,1 4,1-1,-1 0,1 0,0 0,0 0,1-1,-1 1,1-1,0 0,0 0,1 0,-1 0,3 0,-5-4,0 0,0 0,0 0,0-1,0 1,0-1,1 0,-1 1,0-1,0 0,-1 0,1 0,0 0,0-1,0 1,-1 0,1-1,-1 1,1-1,-1 0,0 1,1-1,-1 0,0 0,0 0,0 0,0 0,-1 0,1 0,0 0,-1 0,0 0,1 0,-1-2,52-256,-47 258,-2 22,-3-16,3 24,-3-15,0 1,1-1,0 1,1-1,1 0,0 1,1-1,0-1,1 1,0-1,1 1,1-1,-1-1,2 0,0 0,0 0,1-1,8 7,-13-14,0-1,0 0,0 0,0 0,0-1,1 1,-1-1,1 0,-1 0,1 0,-1-1,1 0,0 0,-1 0,1 0,-1-1,1 1,-1-1,1-1,-1 1,1 0,-1-1,0 0,0 0,0 0,0-1,0 1,0-1,-1 0,3-3,3-2,-2 0,1 0,-1-1,0 0,-1 0,0 0,-1-1,0 0,0 0,-1-1,0 1,0-5,8-98,-8 173,-4-51,2 0,-1-1,1 1,0 0,1-1,0 0,0 0,1 0,0 0,0 0,1-1,0 0,0 0,1 0,0 0,0-1,1 0,0 0,-1-1,2 0,-1 0,1-1,0 0,-1 0,2-1,-1 0,8 2,-3-5,-1 0,1 0,0-2,-1 1,1-2,-1 0,1 0,-1-1,0-1,-1 0,1 0,-1-1,0-1,0 0,5-5,77-37,-91 49,-1-1,1 1,-1 0,1 0,-1 0,1 0,-1 0,1 1,-1-1,0 0,1 1,-1-1,1 1,-1-1,0 1,1 0,-1-1,0 1,0 0,1 0,-1 0,0 0,0 0,0 0,0 0,0 1,-1-1,1 0,0 0,0 1,-1-1,1 0,-1 1,1-1,-1 1,0-1,1 1,-1-1,0 1,0-1,0 1,0-1,0 1,9 24,-7-24,0 1,0 0,0-1,0 1,1-1,-1 0,1 0,0 0,-1 0,1 0,0-1,0 1,0-1,0 0,1 0,-1 0,0 0,0 0,1-1,-1 1,0-1,1 0,-1 0,0 0,1-1,-1 1,1-1,86-31,-82 27,-1-1,1 1,-1-1,0 0,0-1,0 0,-1 0,-1 0,1-1,-1 0,3-6,-6 10,1 0,-2 0,1-1,0 1,-1-1,0 1,0-1,0 0,-1 1,1-1,-1 0,0 1,-1-1,1 0,-1 1,0-1,0 0,0 1,-1-1,1 1,-1 0,0-1,-1 1,1 0,-4-3,0 1,0 0,-1 1,0 0,0 0,0 0,0 0,-1 1,1 1,-1-1,0 1,-1 1,1-1,0 1,-1 1,1 0,-1 0,1 0,-1 1,1 1,-1-1,1 1,-1 1,1-1,-1 1,1 1,0 0,0 0,0 1,1-1,-1 2,1-1,0 1,0 0,0 1,-3 3,6-6,1 1,-1-1,1 1,0 0,0 0,0 0,0 0,1 0,0 1,-1-1,2 1,-1-1,0 1,1 0,0 0,0 0,1 0,-1 0,1 0,0 0,0 0,1 0,-1-1,1 1,0 0,1 0,-1 0,1-1,0 1,0 0,0-1,2 3,30 24,5-5</inkml:trace>
  <inkml:trace contextRef="#ctx0" brushRef="#br0" timeOffset="-20073.763">12419 11930,'-10'1,"0"-1,0 2,0-1,0 1,1 1,-1 0,1 0,-1 1,1 0,0 1,0 0,1 0,0 1,0 0,0 1,0-1,-4 7,-44 60,55-70,0-1,0 1,0-1,0 1,0 0,0 0,1-1,-1 1,1 0,0 0,0 0,0 0,0-1,0 1,1 0,-1 0,1 0,0-1,-1 1,1 0,1-1,-1 1,0-1,1 1,-1-1,1 0,0 1,0-1,0 0,2 2,1-1,0 1,1-1,-1 0,1-1,0 1,0-1,0 0,0-1,0 1,0-1,0 0,1-1,-1 1,0-1,1-1,-1 1,0-1,5-1,4-1,1-1,-1 0,0-1,-1-1,1 0,-1-1,1-2,-3 2,-1-2,0 1,0-1,-1-1,0 0,0 0,-2-1,1-1,-1 1,-1-1,0 0,0-1,-2 0,1 0,-2 0,0 0,0-1,-1 0,-1 1,0-1,-1 0,-1 0,0 0,-1-8,-5-28,-1 0,-3 0,-2 1,-16-43,16 55,-13-31,17 67,2 73,3-26,2-1,2 1,2-1,2 1,2-1,2-1,2 1,2-2,2 1,15 30,-26-66,-1-1,1 1,1-1,0 0,-1 0,2-1,-1 1,1-1,0 0,1-1,-1 1,1-1,0-1,0 1,0-1,1-1,0 1,0-1,-1 0,2-1,-1 0,0 0,0-1,1 0,-1-1,1 1,-1-2,0 1,1-1,-1 0,0-1,1 0,-1 0,2-2,3-3,0-1,-1-1,0 0,0-1,-1 0,0 0,-1-1,0-1,-1 0,0 0,-1-1,-1 1,0-2,0 1,2-9,6 1,-12 77,-5-49,1 0,1 0,-1 0,1 0,1 0,-1-1,1 1,0 0,1 0,0-1,0 1,0 0,1-1,-1 0,2 0,-1 0,1 0,0 0,0-1,0 1,1-1,0 0,0-1,0 1,6 2,-6-4,1-1,-1 0,1 0,0 0,0-1,0 0,0 0,0 0,0-1,0 0,0 0,0-1,1 0,-1 0,-1 0,1-1,0 1,0-2,0 1,-1 0,0-1,1 0,-1-1,4-2,6-5,-1-1,0 0,-1-1,-1-1,0 0,-1 0,7-12,32-43,-49 69,1 0,-1 0,0 0,0 0,0 0,1 1,-1-1,0 0,0 0,0 1,1-1,-1 1,0-1,0 1,0 0,0-1,0 1,0 0,0 0,0-1,-1 1,1 0,0 0,0 0,-1 0,1 0,0 0,-1 0,1 1,-1-1,0 0,1 0,-1 0,0 0,1 1,-1-1,0 0,0 0,0 0,0 1,0-1,-1 0,1 0,0 1,2 6,-1-1,0 1,1-1,0 0,1 0,-1 0,1 0,1-1,-1 1,1-1,0 0,0 0,1 0,0-1,0 1,0-1,1 0,0-1,0 1,0-1,0 0,0-1,1 1,0-1,2 0,0-1,1-1,-1 0,0-1,1 0,-1 0,0-1,1 0,-1-1,0 0,0 0,0-1,0 0,0-1,-1 0,0 0,7-5,1-1,0-1,-1-1,0 0,-1-1,0-1,-1 0,9-13,-7 5,-2 0,0 0,-1-1,-1 0,-2-1,0-1,-2 1,0-1,-2 0,-1-1,0 0,-2 1,-2-1,0 0,-1 0,-2 1,-1-6,4 25,-1 1,1-1,-1 1,0-1,0 1,-1 0,0 0,0-1,0 1,-1 0,1 0,-1 1,0-1,-1 1,1-1,-1 1,0 0,0 0,0 1,0-1,-1 1,1 0,-1 0,0 0,0 1,0 0,0 0,0 0,-1 0,1 1,-1 0,-5 0,5 2,0 1,0-1,0 2,0-1,0 1,0-1,1 2,-1-1,1 1,0-1,0 1,0 1,1-1,-1 1,1 0,0 0,-3 5,-49 101,48-87,1 1,1 0,0 0,2 0,2 0,0 1,1-1,1 1,5 25,-3-37,1 1,0-1,1 1,1-1,0 0,1-1,0 1,1-1,1-1,0 1,1-1,0-1,1 1,0-2,0 1,1-1,12 7,2-2,2-1,0-1,0-1,1-2,1 0,0-2,0-2,0 0,1-2,-1-1,14-1,45 1</inkml:trace>
  <inkml:trace contextRef="#ctx0" brushRef="#br0" timeOffset="-19091.035">15494 11650,'-14'1,"0"0,-1 1,1 1,0 0,0 1,0 0,1 1,-1 0,1 2,0-1,1 1,0 1,0 1,0-1,1 2,0 0,9-8,0 0,1 0,-1 1,1-1,-1 1,1-1,0 0,0 1,0 0,0-1,0 1,1 0,-1-1,1 1,0 0,0 0,0 0,0-1,0 1,0 0,1 0,-1-1,1 1,0 0,0-1,0 1,0-1,1 1,-1-1,0 1,1-1,0 0,0 0,-1 0,1 0,0 0,1 0,11 9,1-1,0-1,1-1,0 0,0 0,1-2,0 0,15 3,-8-2,26 8,99 41,-147-55,0-1,-1 1,1-1,-1 1,1-1,-1 1,1 0,-1 0,1 0,-1 0,0 0,0 0,1 0,-1 0,0 0,0 1,0-1,0 1,0-1,0 0,-1 1,1-1,0 1,-1 0,1-1,-1 1,0-1,1 1,-1 0,0-1,0 1,0 0,0-1,0 1,-1 0,1 1,-6 1,1 0,-1 0,0 0,0-1,0 1,0-2,-1 1,1-1,-1 0,1 0,-1-1,0 1,0-2,1 2,-16 3,-1-1,0-1,0-1,0-1,0-1,-11-2,32 3,1-1,0 0,-1 1,1-1,-1 0,1 0,-1 0,1 0,-1 0,1-1,0 1,-1 0,1-1,-1 1,1-1,0 1,-1-1,1 0,0 1,0-1,-1 0,1 0,0 0,0 0,0 0,0 0,0 0,0 0,0-1,1 1,-1 0,0 0,1-1,-1 1,1 0,-1-1,1 1,0-1,-1 1,1-1,0 1,0-1,0 1,0 0,0-1,1 1,-1-1,0 1,1-1,-1 1,1 0,-1-1,1 1,58-34,-21 19</inkml:trace>
  <inkml:trace contextRef="#ctx0" brushRef="#br0" timeOffset="-18830.73">16003 11797,'-3'13,"0"12,1 9,2 2,3 0,6-2,7-4,1-7,4-8,-2-8,-5-6</inkml:trace>
  <inkml:trace contextRef="#ctx0" brushRef="#br0" timeOffset="-18446.997">15882 11462,'38'0,"1"2,-2 1,1 1,0 3,-1 1,23 9,-47-13,0 1,0 0,-1 1,0 0,0 1,0 1,-1 0,0 0,-1 1,0 1,0-1,-1 2,0-1,-1 1,0 1,0-1,-2 1,1 0,2 10,32 177,-41-196,1 0,1 0,-1 0,0 0,1-1,0 1,-1 0,1-1,0 1,0-1,1 1,-1-1,0 0,1 0,0 0,-1 0,1 0,0-1,0 1,0-1,0 0,0 0,0 0,0 0,0-1,0 1,1-1,-1 1,0-1,0 0,1-1,-1 1,0 0,0-1,0 0,0 0,0 0,0 0,0 0,1-1,11-6,-1 0,1-1,-2-1,0 0,0-1,0 0,-2-1,1 0,-2-1,1 0,-2-1,0 0,-1-1,0 0,-1 0,0 0,-2-1,0 0,2-9,-10 36,1 1,1-1,0 1,0-1,1 1,1 0,0-1,0 1,1-1,1 0,0 1,0-1,1 0,1-1,0 1,0-1,1 0,0 0,1-1,0 1,0-2,2 2,5 1,0 0,1-1,0-1,1 0,0-1,0-1,1-1,-1 0,2-1,6 1,41 8</inkml:trace>
  <inkml:trace contextRef="#ctx0" brushRef="#br0" timeOffset="-17260.402">17540 11663,'-12'1,"1"-1,0 1,0 1,0 0,0 0,0 1,0 1,0 0,1 0,0 1,0 0,0 1,1 0,-1 1,2 0,-2 1,1-2,1 1,0-1,0 2,0-1,1 1,0 0,0 1,1 0,0 0,1 0,0 0,0 1,1 0,-2 8,5-14,1 0,0-1,0 1,0 0,0-1,0 1,1-1,0 1,0-1,0 1,0-1,0 1,1-1,-1 0,1 1,0-1,0 0,0 0,0-1,1 1,-1 0,1-1,0 1,0-1,0 0,0 0,0 0,0 0,0-1,3 2,109 30,-86-28,1-1,0-1,0-2,0-2,0 0,0-2,0-1,-1-1,0-2,0-1,0-1,-1-2,19-10,-38 16,0-1,-1-1,0 0,0 0,0-1,-1 0,-1 0,1 0,-1-1,0 0,-1 0,0-1,-1 1,0-1,-1 0,1 0,-2-1,0 1,0 0,0-1,-2 0,1 1,-1-1,-1 1,0-1,0 1,-1-1,-3-8,-41-100,74 121,72 11,-78-12,0 1,1 1,-1 1,-1 1,1 1,-1 1,6 3,-20-6,-1 0,-1 1,1 0,-1 0,1 0,-2 0,1 1,0 0,-1 0,0 0,-1 0,1 1,-1 0,-1 0,1-1,-1 1,0 1,-1-1,1 0,-2 0,1 1,-1-1,0 0,-1 6,1-4,1 1,-1 0,2-1,-1 0,1 1,0-1,1 0,0 0,1 0,0 0,0-1,1 1,0-1,6 7,-3-10,1 1,0-2,0 1,0-2,0 1,0-1,1 0,0-1,-1 0,1-1,0 0,0 0,0-1,0 0,0-1,-1 0,1-1,0 0,0 0,-1-1,0 0,1-1,-1 0,-1 0,6-4,67-56,-81 64,1-1,-1 0,0 0,1 0,-1 1,1-1,-1 0,1 0,-1 1,1-1,0 0,-1 1,1-1,0 1,0-1,-1 1,1-1,0 1,0 0,0-1,-1 1,1 0,0-1,0 1,0 0,0 0,0 0,0 0,0 0,-1 0,1 0,0 0,0 0,0 1,0-1,0 0,-1 0,1 1,0-1,0 1,0-1,-1 1,1-1,0 1,0-1,-1 1,1 0,-1-1,1 1,-1 0,1-1,-1 1,1 0,-1 0,1 0,-1-1,0 1,1 0,-1 0,0 0,4 8,1-1,0-1,0 1,1-1,-1 0,2 0,-1-1,1 1,0-1,0-1,1 0,-1 0,1 0,0-1,1 0,-1 0,1-1,0 0,-1-1,1 0,0 0,1-1,-1 0,4-1,-10 0,0-1,0 1,0-1,0 1,0-1,0 0,-1 0,1-1,0 1,-1 0,1-1,0 0,-1 1,0-1,1 0,-1 0,0-1,0 1,0 0,-1-1,1 1,0-1,-1 0,0 1,1-1,-1 0,0 0,-1 0,1 0,0-2,0-2,0 1,-1-1,0 1,0-1,-1 0,0 1,0-1,0 1,-1-1,0 1,0 0,-1-1,-1-2,-7-9,-1 1,-1 1,0 0,-2 1,1 0,-2 1,0 1,-8-5,1-1,24 19,-1 0,1 0,-1 0,1 0,-1 0,1 0,-1 0,1 0,0 0,-1-1,1 1,-1 0,1 0,-1-1,1 1,-1 0,0-1,1 1,-1 0,1-1,-1 1,0 0,1-1,-1 1,0-1,1 1,-1-1,0 1,0-1,1 1,-1-1,0 1,0-1,0 1,0-1,0 0,0 1,0-1,0 1,0-1,0 1,0-1,0 1,0-1,0 1,-1-1,1 0,0 1,0-1,0 1,-1 0,1-1,0 1,-1-1,1 1,-1-1,1 1,0 0,-1-1,1 1,-1 0,1-1,-1 1,1 0,176-9,-170 9,108 9,-110-8,0 0,1 0,-1 0,0 1,0 0,-1 0,1 0,0 0,0 0,-1 1,0 0,1 0,-1 0,0 0,-1 0,1 0,0 1,-1-1,0 1,0 0,0 0,0 0,-1 0,2 3,0 96,-6-66,3-36,0 0,0 1,0-1,0 1,0-1,0 1,0-1,1 1,-1-1,0 1,1-1,0 0,-1 1,1-1,-1 0,1 1,0-1,0 0,0 0,0 0,0 0,0 0,0 0,0 0,0 0,1 0,-1 0,0 0,1-1,-1 1,0-1,1 1,-1-1,1 1,-1-1,1 0,-1 0,0 0,1 0,-1 0,1 0,-1 0,1 0,-1 0,1-1,0 0,68-25,-56 15,0-1,-1-1,0 0,-1 0,0-1,-1-1,-1 0,0-1,-1 0,-1 0,0 0,4-18,-11 33,-1 0,0 0,0 1,0-1,0 1,0-1,0 0,0 1,0-1,0 0,0 1,0-1,0 1,0-1,1 0,-1 1,0-1,0 1,1-1,-1 1,1-1,-1 1,0-1,1 1,-1-1,1 1,-1-1,1 1,-1 0,1-1,-1 1,1 0,-1 0,1-1,0 1,-1 0,1 0,-1 0,1 0,0 0,-1-1,1 1,0 0,-1 1,1-1,6 81,-3-70,0-1,0 1,0-1,1 0,1-1,0 1,0-1,1 0,0 0,1-1,-1 0,2-1,-1 1,1-1,0-1,1 0,-1 0,1-1,0 0,8 2,15 5,0-1,0-1,1-2,0-2,0-1,5-1,58 2,-10-5</inkml:trace>
  <inkml:trace contextRef="#ctx0" brushRef="#br0" timeOffset="-14712.097">20508 11168,'-13'266,"13"-207,-1 50,6-1,4 0,5-1,20 75,29 67,-62-246,0 1,0 0,0 0,0 0,-1 1,0-1,1 0,-1 0,-1 0,1 0,-1 0,1 0,-1 0,0 0,-1 0,1 0,-1 0,0-1,0 1,0-1,0 1,0-1,-3 2,-2 0,-1-1,0 0,0-1,0 1,0-2,-1 1,1-1,-1 0,1-1,-1 0,0-1,0 0,0 0,1 1,-453 1,-649 36,545-14,-1314 110,1499-105,-217-16,477-14,-250 0,-295 39,557-25,-251 27,-62-12,-753-27,884-4,-61-17,110-1,-66 10,-120 12,121-25,299 24,0-1,1 0,-1 0,1 0,0-1,-1 0,1 0,0-1,0 1,0-1,0-1,1 1,-1-1,1 0,0 0,0-1,-1-1,-134-148,121 135,1-1,0-1,2 0,0-2,2 0,0 0,2-1,0-1,2 0,-4-14,-2-38,3-1,4 0,3-1,3 0,6-44,-2 82,-2-8,2 0,3 0,1 0,3 1,2 0,4-8,-13 54,-1 0,1-1,0 1,-1 0,1-1,0 1,0 0,1 0,-1 0,0 0,1 0,-1 0,1 1,0-1,-1 0,1 1,0-1,0 1,0 0,0-1,0 1,1 0,-1 0,0 0,0 1,1-1,-1 1,1-1,-1 1,0 0,1 0,-1 0,2 0,185 31,-88-10,97 2,1-9,1-9,5-8,-65 2,1398-28,-32-36,-515 23,244-71,-104 28,-439 8,-588 61,132-22,1 11,93 7,-175 18,94-16,2 12,-153 8,123 5,-59-1,-159-5,0-1,0 0,-1 1,1 0,0 0,0 0,-1 0,1 0,0 1,-1-1,1 1,-1-1,0 1,0 0,1 0,-1 0,0 0,-1 0,1 1,0-1,-1 1,1-1,-1 1,0-1,0 1,0 0,0 0,0-1,0 3,8 87,-9-90,-4 100,0-92</inkml:trace>
  <inkml:trace contextRef="#ctx0" brushRef="#br0" timeOffset="-5462.389">11176 13696,'0'15,"3"16,0 14,-1 15,1 7,-2 5,0-2,-2-3,-4-6,-3-11,-1-15</inkml:trace>
  <inkml:trace contextRef="#ctx0" brushRef="#br0" timeOffset="1272.836">11180 13696,'-13'0,"25"-1,9 0,-8 0,18-4,1 2,0 2,0 0,0 2,0 2,0 1,0 1,-1 2,0 1,-28-7,0-1,0 1,0-1,0 1,0 0,0 1,-1-1,1 0,0 1,-1-1,1 1,-1 0,1 0,-1 0,0 0,0 0,0 1,0-1,-1 0,1 1,0 0,-1-1,0 1,0 0,0 0,0-1,0 1,0 0,-1 0,1 0,-1 0,0 0,0 0,0 0,0 0,-1 0,1 0,-1 0,0 0,1 0,-1 0,-1 0,0 2,-10 6,0 0,-1-1,0 0,0-1,-1 0,0-1,0-1,-1-1,0 0,-1 0,-11 1,10-1,-170 49,177-51</inkml:trace>
  <inkml:trace contextRef="#ctx0" brushRef="#br0" timeOffset="1908.666">11914 13670,'-13'26,"1"1,2 1,0 0,2 0,1 1,2-1,0 2,2-1,1 15,-5 224,7-267,0 0,1 0,-1 0,0 0,0 0,1 0,-1 0,0-1,0 1,0 0,0 0,0 0,-1 0,1 0,0 0,0 0,-1 0,1 0,0 0,-1 0,1 0,-1-1,1 1,-1 0,1 0,-1-1,0 1,1 0,-1-1,0 1,0 0,0-1,1 1,-1-1,0 1,0-1,-20-95,14 54,2 0,1 0,3 0,1 0,2 0,2 0,7-28,-10 60,1 0,1 0,-1 1,2 0,-1-1,1 1,0 0,1 1,-1-1,2 1,-1 0,1 0,0 0,1 1,-1 0,1 0,0 1,1 0,-1 0,1 1,0 0,0 0,0 1,1 0,-1 0,1 1,0 0,0 0,0 1,0 1,8-1,-6 3,1-1,-1 2,0-1,0 2,-1-1,1 1,0 1,-1 0,0 0,0 1,-1 1,0-1,0 2,0-1,-1 1,0 0,-1 1,0 0,1 1,-6-7,0 0,-1 0,1 0,-1 0,0 0,0 0,0 1,0-1,-1 0,1 1,-1-1,0 0,0 1,0-1,0 1,-1-1,1 0,-1 1,0-1,0 0,0 0,0 0,-1 0,1 0,-1 0,0 0,1 0,-2 0,1-1,0 1,-3 1,-3 4,-1 0,0-1,0 0,-1-1,1 0,-2-1,1 0,-11 4,0-2,-1-2,0 0,0-1,0-1,-19 0,37-3,3 0,0 0,1-1,-1 1,0 0,0 0,0-1,1 1,-1 0,0 0,0 0,0 0,1 0,-1 0,0 1,0-1,0 0,1 0,-1 0,0 1,0-1,1 0,-1 1,0-1,1 1,-1-1,0 1,1-1,-1 1,1-1,-1 1,0 0,1-1,0 1,-1 0,1-1,-1 1,1 0,0 0,0-1,-1 1,1 0,0 0,0 0,0-1,0 2,70 70,-47-51,1-1,0-1,2-1,0-1,1-1,0-2,2-1,-1-1,2-1,-1-2,1-1,7 0,-2-7,-10-5</inkml:trace>
  <inkml:trace contextRef="#ctx0" brushRef="#br0" timeOffset="2302.169">10965 13428,'25'0,"27"0,26-2,28-5,23-4,15-3,8 2,-2 2,-13 4,-17 2,-26 2,-24 3,-25 3,-22-1</inkml:trace>
  <inkml:trace contextRef="#ctx0" brushRef="#br0" timeOffset="2876.63">12717 13816,'20'5,"19"1,13 0,10-1,5-2,-1-1,-6-1,-8 2,-13 2,-14 3,-10 0</inkml:trace>
  <inkml:trace contextRef="#ctx0" brushRef="#br0" timeOffset="3126.152">12796 14084,'16'11,"19"4,20 0,15-4,15-7,11-7,3-6,-5 0,-10 0,-21 3</inkml:trace>
  <inkml:trace contextRef="#ctx0" brushRef="#br0" timeOffset="3694.197">13799 14003,'71'-359,"-71"359,-1 0,1-1,0 1,0 0,-1-1,1 1,0-1,0 1,0-1,-1 1,1-1,0 1,0 0,0-1,0 1,0-1,0 1,0-1,0 1,0-1,0 1,0-1,1 1,-1-1,0 1,0 0,0-1,0 1,1-1,-1 1,0-1,1 1,-1 0,0-1,0 1,1 0,-1-1,1 1,-1 0,0 0,1-1,-1 1,1 0,-1 0,1 0,-1 0,0-1,1 1,-1 0,1 0,-1 0,1 0,-1 0,1 0,-1 0,1 0,-1 0,1 1,-1-1,1 0,-1 0,0 0,1 0,-1 1,1-1,-1 0,0 0,1 1,-1-1,1 0,29 158,-9-19,-7 1,-4 51,-9-190,-1 1,1 0,-1 0,0 0,1 0,-1 0,0 0,0 0,0 0,0 0,0-1,-1 1,1 0,-1 0,1 0,-1 0,0 0,1-1,-1 1,0 0,0-1,0 1,-1-1,1 1,0-1,0 1,-1-1,1 0,-1 0,1 1,-1-1,0 0,1 0,-1-1,0 1,0 0,0-1,0 1,1-1,-1 1,-2-1,-84-17,120 13,19-1,0-3,-1-2,31-10,26-6,-74 19</inkml:trace>
  <inkml:trace contextRef="#ctx0" brushRef="#br0" timeOffset="4551.01">15979 14097,'-6'-2,"1"-1,0 0,0 0,0-1,0 1,0-1,1 0,0 0,0-1,0 1,0-1,1 0,0 0,0 0,0 0,0 0,1-1,0 0,0 1,1-1,-1 0,1 0,0 1,1-1,-1 0,1 0,1 0,-1 0,1 0,0 0,0 0,1 0,-1 1,1-1,1 1,-1-1,1 1,0 0,0 0,0 0,1 0,2-2,-1 1,1-1,1 1,-1 1,1 0,0-1,0 2,1-1,-1 1,1 1,0-1,0 1,0 0,0 1,1 0,-1 0,1 1,-1 0,1 1,-1 0,1 0,0 1,-1 0,1 0,-1 1,0 0,1 0,-1 1,0 0,0 1,-1 0,1 0,-1 1,6 2,-2 1,1 1,-1 0,0 0,-1 1,0 1,-1-1,0 2,0-1,-1 1,-1 0,0 1,3 9,-9-19,0 1,-1 0,0-1,1 1,-1 0,-1-1,1 1,0 0,-1-1,0 1,0-1,0 1,0-1,0 1,-1-1,0 0,1 0,-1 1,0-1,-1 0,1-1,0 1,-1 0,0-1,1 1,-1-1,0 0,0 0,-1 0,1-1,0 1,-1-1,1 1,0-1,-1 0,0 0,1-1,-1 1,1-1,-1 0,0 0,1 0,-1 0,0-1,1 1,-1-1,1 0,-1 0,0 0,1-1,1 1,-1 0,1-1,-1 0,1 0,0 1,-1-1,1-1,0 1,0 0,1 0,-1-1,0 1,1-1,-1 0,1 1,0-1,0 0,0 0,0 0,1 1,-1-1,1 0,0 0,-1 0,1 0,1 0,-1 0,0 0,1 0,-1 0,1 0,0 0,0 1,0-1,0 0,1 1,-1-1,1 0,0 1,-1 0,1-1,0 1,0 0,2-1,9-11,-1 1,2 1,0 1,0 0,1 0,0 1,1 1,0 1,0 0,1 1,0 1,0 1,0 0,1 1,8 0,-23 3,-1 0,0 0,1 1,-1-1,1 1,-1 0,1 0,-1 0,0 0,1 0,-1 0,1 1,-1-1,1 1,-1-1,0 1,1 0,-1 0,0 0,0 0,0 1,0-1,0 1,0-1,0 1,0-1,0 1,-1 0,1 0,-1 0,1 0,-1 0,0 0,0 1,0-1,0 0,0 3,0 73,-2-68,0-1,0 0,1 0,0 1,1-1,0 0,0 0,1 0,3 8,-3-14,1 1,-1-1,1-1,0 1,0 0,0-1,0 1,0-1,0 0,1 0,-1 0,1-1,-1 1,1-1,0 0,-1 0,1 0,0 0,0-1,0 0,0 1,0-2,0 1,0 0,-1-1,1 1,0-1,0 0,0 0,-1-1,1 1,-1-1,2-1,24-9</inkml:trace>
  <inkml:trace contextRef="#ctx0" brushRef="#br0" timeOffset="4816.821">16419 13402,'5'14,"12"6,13 3,2-3</inkml:trace>
  <inkml:trace contextRef="#ctx0" brushRef="#br0" timeOffset="5390.847">18425 13589,'-22'108,"22"-109,0 1,1-1,-1 1,0 0,0-1,0 1,0 0,1-1,-1 1,0 0,0-1,1 1,-1 0,0 0,0-1,1 1,-1 0,0 0,1-1,-1 1,0 0,1 0,-1 0,0 0,1 0,-1-1,1 1,-1 0,0 0,1 0,-1 0,1 0,-1 0,0 0,1 0,-1 0,0 1,1-1,-1 0,1 0,-1 0,0 0,1 0,-1 1,0-1,1 0,-1 0,0 1,0-1,1 0,-1 0,0 1,0-1,1 0,-1 1,0-1,0 0,0 1,0-1,1 1,-1-1,1-5,0 0,1 0,-2 1,1-1,-1 0,1 0,-1 0,-1-1,1 1,-1 1,0-1,0 0,0 0,-1 0,1 0,-1 1,0-1,-1 1,1-1,-1 1,0 0,0 0,0 0,-1 1,1-1,-1 1,0-1,0 1,0 1,0-1,-1 0,1 1,-1 0,1 0,-1 0,0 1,0 0,0 0,0 0,0 0,-3 1,-3-2,0 2,0 0,0 0,0 1,0 0,0 1,0 0,0 0,1 2,-1-1,1 1,0 1,0 0,0 0,1 1,-1 0,2 1,-1 0,1 0,0 1,0 0,1 0,-3 5,4-5,0-1,1 1,0-1,0 1,1 1,0-1,1 1,0-1,0 1,0 0,2 0,-1 0,1 1,0-1,1 0,0 0,0 1,1-1,0 0,1 0,0 0,1 0,-1 0,2 0,-1-1,1 1,0-1,2 2,6 3,1-1,0 0,0-1,1-1,0 0,1-1,0 0,1-1,0-1,0 0,0-1,1-1,0-1,0 0,0-1,0-1,1-1,-1 0,7-1,0 1,-1-1,1-1,0-1,-1-1,1-1,-1-1,0-1,0-1,-1 0,0-2,9-6,15-13</inkml:trace>
  <inkml:trace contextRef="#ctx0" brushRef="#br0" timeOffset="5661.213">18826 13535,'8'17,"-2"231,-7-214,6 67,-5-97,1 0,0 0,1 0,-1 0,1 0,-1-1,1 1,0-1,1 1,-1-1,0 0,1 0,0 0,0 0,0 0,0 0,0-1,0 0,1 0,-1 0,1 0,3 1,13 2,2 0,-1-2,0-1,1 0,-1-2,1 0,-1-2,1 0,-1-1,0-2,0 0,1-1,32-11,-10 0</inkml:trace>
  <inkml:trace contextRef="#ctx0" brushRef="#br0" timeOffset="5993.575">18011 13241,'-3'0,"5"0,8 0,11 0,19 0,20 0,23-2,20-5,17-2,11-2,4 2,-7 2,-26 2</inkml:trace>
  <inkml:trace contextRef="#ctx0" brushRef="#br0" timeOffset="6496.858">19655 13629,'16'5,"16"1,15-1,12-2,6-3,1-3,-5-1,-9 0,-14 0</inkml:trace>
  <inkml:trace contextRef="#ctx0" brushRef="#br0" timeOffset="6743.214">19802 13803,'22'9,"22"3,19 0,13-3,6-2,1-5,-2-5,-15-3</inkml:trace>
  <inkml:trace contextRef="#ctx0" brushRef="#br0" timeOffset="7096.174">20617 13750,'48'-285,"-42"269,-5 48,37 387,-38-406,1-1,-2 1,0-1,0 1,-1-1,0 1,-1-1,-2 3,4-12,0 0,0 1,-1-1,0 0,1 0,-1 0,0 0,-1 0,1 0,0-1,-1 1,0-1,1 1,-1-1,0 0,0 0,0 0,0-1,-1 1,1-1,0 0,-1 0,1 0,-1 0,1 0,-1-1,1 0,-1 1,0-1,-1-1,-46-14,51 16,0-1,1 0,-1 0,0 1,1-1,-1 0,1 0,-1 0,0 1,1-1,-1 0,0 0,1 0,-1 0,1 0,-1 0,0 0,1 0,-1 0,1 0,-1 0,0 0,1 0,-1-1,1 1,-1 0,0 0,1 0,-1 0,0-1,1 1,-1 0,0 0,1-1,-1 1,0 0,0-1,1 1,-1 0,0-1,0 1,0 0,1-1,-1 1,0 0,0-1,0 1,0-1,0 1,0 0,0-1,0 1,0-1,0 1,0 0,0-1,0 1,0 0,0-1,0 1,0-1,0 1,-1 0,1-1,0 1,0 0,0-1,-1 1,1 0,0-1,239-19,-112 7,-73 8</inkml:trace>
  <inkml:trace contextRef="#ctx0" brushRef="#br0" timeOffset="7355.548">21447 14003,'-5'0,"-10"0,-3 0</inkml:trace>
  <inkml:trace contextRef="#ctx0" brushRef="#br0" timeOffset="13431.961">11139 15581,'0'9,"0"-34,-4-8,0 0,-3 0,0 1,-3 0,0 0,-2 1,-1 1,-6-3,30 38,1 0,-1 0,1-1,0 0,0-1,0 0,1-1,-1 0,1-1,-1-1,1 0,-1-1,1 0,6-2,186-9,-202 11,0 1,-1 0,1 0,0 0,-1 0,1 0,0 1,-1-1,1 1,0 0,-1 0,1 0,-1 0,1 0,-1 0,0 1,0-1,1 1,-1 0,0-1,0 1,-1 0,1 0,0 0,-1 1,1-1,-1 0,1 1,-1-1,0 0,0 1,0 0,-1-1,1 1,-1-1,1 1,-1 0,-10 131,3-87,-11 128,6 154,12-295,2-16,-2 0,-1 1,0-1,-1 0,-1 0,0 0,-5 11,7-27,0 1,1-1,-1 0,0 0,-1 0,1 1,0-1,-1 0,1-1,-1 1,1 0,-1 0,0-1,0 1,0-1,0 1,0-1,0 0,0 0,0 0,-1 0,1 0,0-1,-1 1,1-1,0 1,-1-1,1 0,-1 0,1 0,0 0,-1 0,1-1,-1 1,1-1,0 1,-2-2,-5-1,0-1,0-1,0 1,1-1,0-1,0 0,0 0,-4-5,-18-19,3-2,0-1,2-1,2-1,1 0,2-2,-12-30,29 61,1 4,1 0,0 0,0 1,0-1,-1 0,2 0,-1 0,0 0,0 0,1 0,-1 0,1 0,-1-1,1 1,0 0,0 0,0 0,0 0,0-1,1 1,-1 0,1 0,-1 0,1 0,0 0,0 0,0 0,0 0,0 0,0 0,1 0,73-18,145-14,-147 20</inkml:trace>
  <inkml:trace contextRef="#ctx0" brushRef="#br0" timeOffset="13694.782">11888 15340,'-5'18,"1"16,4 14,3 14,2 10,2 4,3 0,-2-4,-1-4,-2-10,-2-10,-1-13</inkml:trace>
  <inkml:trace contextRef="#ctx0" brushRef="#br0" timeOffset="14026.259">12236 15353,'-40'71,"-2"-2,-4-1,-23 23,55-72,0 0,0-1,-1 0,-1-1,-1 0,-16 12,33-29,-1 1,1-1,0 1,-1 0,1-1,-1 1,1-1,-1 1,1-1,-1 1,1-1,-1 1,1-1,-1 0,0 1,1-1,-1 0,0 0,1 1,-1-1,0 0,1 0,-1 0,0 0,1 0,-1 0,0 0,0 0,1 0,-1 0,0 0,1 0,-1-1,0 1,1 0,-1 0,0-1,1 1,-1 0,1-1,-1 1,1-1,-1 1,1-1,-1 1,1-1,-1 1,1-1,-1 0,1 1,0-1,-1 1,1-1,0 0,0 1,0-1,-1 0,1 1,0-1,0 0,0 0,0 1,0-1,0 0,0 1,2-2,-1 1,1 1,0-1,-1 0,1 0,0 1,-1-1,1 0,0 1,0 0,0-1,-1 1,1 0,0 0,0 0,0 0,0 1,-1-1,1 0,0 1,0-1,0 1,-1 0,1-1,0 1,-1 0,1 0,-1 0,1 0,-1 0,0 1,1-1,-1 0,0 1,0-1,1 1,58 45,-40-29,1-1,0-1,2-1,0-2,0 0,1-1,12 3,-12-7,0-2,0-2,1 0,0-1,0-1,0-2,0 0,13-3,8-3</inkml:trace>
  <inkml:trace contextRef="#ctx0" brushRef="#br0" timeOffset="14543.246">12757 15527,'9'0,"10"-2,13-1,12-2,13 0,7 0,5 2,0 1,-8 0,-14 6,-15 5,-13 0</inkml:trace>
  <inkml:trace contextRef="#ctx0" brushRef="#br0" timeOffset="14789.794">12904 15728,'13'14,"17"4,16-1,16-3,14-9,10-7,1-8,-13-2</inkml:trace>
  <inkml:trace contextRef="#ctx0" brushRef="#br0" timeOffset="15503.943">13773 15662,'138'-248,"-123"220,-2-1,-1-1,-1 0,4-19,-9 78,9 63,3-2,29 79,-34-125,-9-29,2-1,-2 0,0-1,-1 1,0 1,-1-1,0 0,-1 1,-1-1,0 0,-1 1,-1-1,-1 4,0-13,0-1,-1 1,1-1,-1 0,0 0,0 0,0 0,-1-1,0 1,1-1,-1 0,0-1,0 1,0-1,-1 0,1-1,-1 1,1-1,-1 0,1 0,-1-1,1 1,-1-1,0 0,1-1,-1 0,0 0,-3-1,2 0,24 0,193-22,95-6,-253 26,-50-2</inkml:trace>
  <inkml:trace contextRef="#ctx0" brushRef="#br0" timeOffset="16351.087">14856 15381,'-8'5,"0"2,1-1,0 1,0 0,1 1,0 0,0 0,1 0,0 0,0 1,1 0,0 0,0 0,1 1,1-1,-1 1,1-1,1 1,0 0,1 0,-1 0,2 5,-1-2,1-1,0 1,0-1,1 0,1 0,0 0,1 0,0-1,1 1,0-1,1 0,0 0,1-1,0 0,0 0,1 0,0-1,1 0,0-1,1 0,0-1,0 1,0-2,1 0,0 0,0-1,0 0,9 2,-9-3,0-1,1 1,-1-2,1 0,0 0,-1-1,1-1,0 0,0-1,0 0,-1 0,1-1,0-1,-1 0,0-1,0 0,0 0,0-1,-1-1,1 0,-1 0,-1-1,1 0,-1-1,-1 0,1 0,-1-1,-1 0,6-8,-5 0,-2 0,0 0,0 0,-2 0,0-1,-1 0,-1 0,-1 0,0 0,-1 0,-1 0,-1 0,0 0,-2 1,0-1,-1 1,0 0,-1 0,-2 0,1 1,-2 0,0 0,-1 1,-2-1,7 7,0 1,-1 0,0 0,0 1,-1-1,0 2,0-1,-1 1,0 0,0 0,0 1,-1 0,0 1,0 0,0 0,0 1,-1 0,1 0,-1 1,0 1,1-1,-1 2,0-1,0 1,0 1,-8 1,-1 5,0 0,1 2,0 0,1 0,0 2,1 0,0 1,0 1,1 1,1 0,0 0,1 2,1-1,0 2,1-1,1 2,1-1,-7 19,7-16,1 0,0 1,2 0,1 0,0 1,2 0,0-1,1 1,2 0,0 5,6 35</inkml:trace>
  <inkml:trace contextRef="#ctx0" brushRef="#br0" timeOffset="20657.691">17061 15381,'1'1,"-1"0,1 0,0 0,0 0,0 0,0 0,0 0,0 0,0-1,0 1,0 0,1-1,-1 1,0 0,0-1,1 0,-1 1,0-1,1 0,-1 1,0-1,1 0,-1 0,0 0,1 0,-1-1,0 1,1 0,-1 0,0-1,1 1,24-7,-1 0,1-2,-2 0,1-2,-1-1,-1-1,19-14,-21 16,0-2,-2 0,1-1,-2-1,0 0,-1-2,0 0,-2-1,0 0,-1-2,0 1,-2-2,1-2,-1-55,-13 75,1 1,0 0,-1-1,0 1,1 0,-1 0,0 0,0-1,0 1,-1 0,1 0,0 0,-1 1,1-1,-1 0,0 1,1-1,-1 0,0 1,0 0,0 0,0-1,0 1,0 0,-1 1,1-1,0 0,0 1,-1-1,1 1,0-1,-1 1,-5 1,1 1,-1-1,1 2,-1-1,1 1,0 0,0 0,0 1,0 0,1 0,0 0,0 1,0 0,0 0,1 1,0-1,0 1,0 1,1-1,0 1,0-1,0 1,1 0,0 0,1 1,-1-1,0 6,-4 11,2 0,0 0,2 0,0 0,2 1,0-1,2 1,1-1,1 3,49 219,-28-149,-11-47,-2 0,-2 0,-3 1,-2 0,-2 1,-2-1,-4 18,-27 29,13-70</inkml:trace>
  <inkml:trace contextRef="#ctx0" brushRef="#br0" timeOffset="21681.949">17181 15608,'12'-11,"-1"1,2 0,-1 1,1 1,1 0,-1 0,1 1,1 1,-1 0,1 2,12-4,-19 6,16-8,1 2,0 1,0 0,1 2,-1 1,1 2,0 0,0 1,11 2,-34 0,-1-1,1 1,0 0,0 0,-1 0,1 0,-1 0,1 1,-1-1,1 1,-1 0,0 0,0-1,0 1,0 0,0 1,0-1,0 0,-1 1,1-1,-1 1,0-1,0 1,0-1,0 1,0 1,7 79,-7-35,25 23,-25-69,0 0,1-1,0 1,-1 0,1-1,0 0,-1 1,1-1,0 0,0 0,0 0,0 0,0 0,0 0,1 0,-1-1,0 1,0-1,1 0,-1 1,0-1,0 0,1-1,-1 1,0 0,0 0,1-1,-1 0,0 1,0-1,2-1,3-2,1-1,-1 0,0 0,-1 0,1-1,-1 0,0-1,0 1,-1-1,0 0,0-1,-1 1,0-1,0 0,0 0,-1 0,-1 0,1 0,-1-1,-1 0,0 1,0-1,0 0,-1 1,-1-1,1 0,-1 1,-1-1,0 1,0-1,0 1,-2-2,3 7,0 0,-1 0,1 0,-1 0,0 1,0-1,0 0,0 1,0 0,-1-1,1 1,-1 0,1 0,-1 1,0-1,1 0,-1 1,0 0,0-1,0 1,-1 0,1 1,0-1,0 0,0 1,-1 0,1 0,0 0,0 0,-1 0,1 1,0 0,0-1,0 1,0 0,0 0,0 1,0-1,0 1,0-1,0 1,1 0,-1 0,1 0,-1 1,1-1,0 0,0 1,0 0,0-1,-1 1,1 0,-1 0,1 0,0 0,0 1,0-1,0 1,0-1,1 1,0 0,0-1,0 1,0 0,0 0,1 0,-1 0,1 0,0-1,1 1,-1 0,1 0,-1 0,1 0,0 0,1-1,-1 1,0 0,1-1,0 1,0-1,0 0,0 0,1 0,-1 0,1 0,0 0,0 0,1 0,5 1,1 0,-1-1,0 0,1 0,-1-1,1-1,0 1,0-2,0 1,0-1,-1-1,1 0,0 0,0-1,-1 0,1-1,-1 0,0 0,1-1,-2 0,1-1,0 0,-1 0,0-1,0 0,-1-1,1 1,-1-2,-1-2,0 0,0-1,-1 0,0 0,-1 0,-1-1,0 0,0 1,-1-1,0 0,-1 0,-1 0,0 0,0 0,-1 0,-1 0,0 0,-1 0,0 1,-1-1,-2-5,4 12,-1-5,9 12,5 5,201 61,-207-66,-1 0,0 0,0 1,0 0,-1 0,1 0,-1 1,1-1,-1 1,0-1,0 1,-1 0,1 0,-1 0,0 1,0-1,0 1,-1-1,1 1,-1-1,0 1,-1 0,1 0,-1-1,0 1,0 0,0 0,-1-1,0 2,-12 163,13-167,0 0,0 0,0 0,0 0,1 0,-1 0,1 0,0 0,-1 0,1 0,0 0,0 0,0-1,0 1,1 0,-1-1,0 1,1 0,-1-1,1 0,0 1,-1-1,1 0,0 0,0 0,0 0,0 0,-1-1,1 1,0 0,1-1,-1 0,0 1,0-1,0 0,0 0,1 0,3-1,1 0,-1 0,0 0,0-1,0 0,0 0,-1-1,1 0,0 0,-1 0,0 0,1-1,8-9,0 1,-1-2,0 1,-1-2,-1 0,0 0,-1-1,-1 0,-1-1,0 0,-1 0,0-1,-2 0,3-15,3-22,-2 0,-3-1,-3 0,-2-18,-12-153,8 214,1 18,0 23,-2 46,3 0,3 1,4-1,2 0,4-1,3 0,4 1,-17-65,0-1,1 1,0 0,1-1,0 0,0 0,0 0,1 0,0-1,1 1,0-1,0-1,1 1,-1-1,1 0,0-1,1 0,0 0,7-1</inkml:trace>
  <inkml:trace contextRef="#ctx0" brushRef="#br0" timeOffset="21941.573">18278 15059,'27'3,"30"0,30 2,23 1,13 0,1 5,-8 5,-24-1</inkml:trace>
  <inkml:trace contextRef="#ctx0" brushRef="#br0" timeOffset="22719.578">19080 15460,'-10'-6,"0"0,0 1,-1 0,0 1,0 0,0 1,0 0,-1 0,1 1,-1 1,1 0,-1 0,1 1,-1 1,0 0,1 1,-6 1,12 0,0 1,1-1,-1 1,1 0,0 1,1-1,-1 1,1-1,-1 1,1 0,1 0,-1 1,1-1,0 0,0 1,0 0,1-1,0 1,0 0,0 0,1-1,0 1,0 0,1 0,-1 0,1 0,1-1,-1 1,1-1,0 1,0-1,0 1,1-1,0 0,0 0,0 0,1-1,-1 1,1-1,0 1,1-1,0 1,2 0,-1 0,0-1,1 0,0 0,0 0,0-1,0 0,1 0,-1-1,1 0,0-1,4 1,-9-1,1-1,0 0,0 0,0 0,-1 0,1-1,0 1,0-1,-1 0,1 0,0-1,-1 1,1-1,-1 0,0 0,1 0,-1 0,0 0,0-1,-1 1,1-1,0 0,-1 0,0 0,1 0,-1 0,0 0,0-3,3-6,-1-1,-1 0,0-1,0 1,-2 0,0-1,0 1,-1-1,-2-11,2-4,24 104,-21-64,1 2,0 0,1 0,0 0,1 0,0-1,1 0,0-1,5 6,-11-17,0 1,-1 0,1-1,0 1,0-1,-1 1,1-1,0 1,0-1,0 0,0 1,0-1,-1 0,1 0,0 0,0 0,0 0,0 0,0 0,0 0,0 0,0 0,0 0,0 0,0-1,-1 1,1 0,0-1,0 1,0-1,0 1,-1-1,1 1,0-1,0 1,-1-1,1 0,-1 1,1-1,0 0,-1 0,1 0,-1 1,1-2,22-39,-22 38,45-156,-22 58,-24 100,0 0,0-1,1 1,-1 0,0-1,0 1,1 0,-1-1,1 1,-1 0,1 0,0 0,-1-1,1 1,0 0,0 0,0 0,0 0,0 0,0 0,0 0,0 1,0-1,0 0,0 1,1-1,-1 0,0 1,0 0,1-1,-1 1,0 0,1-1,-1 1,0 0,1 0,-1 0,0 0,1 0,-1 1,0-1,1 0,-1 1,0-1,1 1,0 0,166 49,-164-48,0 0,0 0,0 0,0 0,0 1,0 0,-1 0,1 0,-1 0,0 0,0 1,0-1,0 1,-1 0,1 0,-1 0,0 0,0 0,0 0,-1 1,0-1,0 1,0-1,0 1,-1-1,1 1,-1-1,0 1,-1 0,1-1,-2 5,-8 96,10-104,0 1,1 0,-1 0,1-1,-1 1,1 0,0-1,-1 1,1-1,0 1,0-1,0 1,0-1,0 0,1 0,-1 1,0-1,0 0,1 0,-1 0,1 0,-1 0,1-1,-1 1,1 0,0-1,-1 1,1-1,0 0,-1 1,1-1,0 0,0 0,-1 0,1 0,0 0,0-1,-1 1,1 0,0-1,0 1,68-27,-60 22,0 0,0-1,-1 0,1-1,-1 1,-1-2,0 1,0-1,0-1,-1 1,0-1,0 0,-1-1,-1 0,0 0,0 0,-1 0,0-1,0 0,-1 1,-1-1,0-1,-1 1,0 8,-1 1,0 0,-1 0,1 0,0 0,-1 0,1 0,-1 0,0 0,1 0,-1 0,0 1,0-1,0 0,-1 0,1 1,0-1,-1 1,1-1,-1 1,1-1,-1 1,1 0,-1 0,0 0,0 0,0 0,0 0,0 0,0 1,0-1,0 1,0-1,0 1,0 0,0 0,0 0,0 0,0 0,0 0,0 1,0-1,0 1,0-1,0 1,0 0,0 0,0 0,0 0,1 0,-1 0,0 0,1 1,-2 0,-2 3,1-1,0 1,1 0,-1 0,1 0,0 1,0-1,0 1,1 0,0 0,0-1,0 1,1 1,0-1,0 0,1 0,0 0,0 0,0 1,0-1,1 0,0 0,1 0,-1 0,1 0,0 0,1-1,0 1,-1-1,2 1,-1-1,1 0,-1 0,1 0,1-1,2 3,8 4,1 0,0-2,0 0,1-1,0 0,0-2,1 0,0-1,0 0,4-1,51 11</inkml:trace>
  <inkml:trace contextRef="#ctx0" brushRef="#br0" timeOffset="23589.762">20765 15327,'0'14,"0"11,0 6,0 4,0 1,0-1,2-4,1-8</inkml:trace>
  <inkml:trace contextRef="#ctx0" brushRef="#br0" timeOffset="24061.273">20550 15087,'101'-2,"-37"0,-1 2,0 2,1 4,-2 2,44 12,-99-19,0 0,-1 1,1 0,0 0,-1 1,1-1,-1 1,0 1,0-1,0 1,0 0,0 1,-1-1,0 1,0 0,0 0,-1 1,0-1,0 1,0 0,-1 0,0 1,0-1,0 0,-1 1,0 0,0 1,-2 3,-1-1,-1 1,1 0,-2 0,0-1,0 1,-1-1,0 0,0 0,-1 0,-2 2,-29 84,36-94,-1 0,1-1,0 1,0 0,0 0,1 0,-1-1,0 1,1 0,-1-1,1 1,-1 0,1-1,0 1,0 0,0-1,0 1,0-1,0 0,0 1,0-1,0 0,1 1,-1-1,1 0,-1 0,1 0,-1-1,1 1,-1 0,1 0,0-1,-1 1,1-1,0 1,0-1,0 0,68 0,-59-2,-1-1,0 0,-1-1,1 0,-1-1,1 1,-1-2,0 1,-1-1,0-1,0 1,0-2,-1 1,0-1,0 0,-1 0,0-1,0 1,-1-2,0 1,-1 0,0-1,0 0,-1 0,0 0,-1 0,0 0,-1-5,-4-31,2 46,1 0,-1 0,1 1,-1-1,1 0,-1 0,0 0,1 0,-1 1,1-1,-1 0,1 1,-1-1,1 0,-1 1,1-1,-1 0,1 1,0-1,-1 1,1-1,0 1,-1-1,1 1,0-1,0 1,-1-1,1 1,0-1,0 1,0 0,0-1,0 1,0-1,0 1,0 0,0-1,0 1,0-1,0 1,-2 11,2 0,-1 0,1 0,1 1,0-1,1 0,0 0,1-1,0 1,1 0,0-1,1 0,0 0,1 0,0-1,0 0,1 0,1 0,0-1,0 0,1 0,0-1,0-1,1 1,0-1,0-1,1 0,-1-1,10 4,36 15</inkml:trace>
  <inkml:trace contextRef="#ctx0" brushRef="#br0" timeOffset="25710.786">22235 15314,'159'-323,"-140"296,-18 26,-1 1,1 0,0-1,-1 1,1 0,-1 0,1-1,-1 1,1 0,0 0,-1 0,1 0,-1 0,1 0,0 0,-1 0,1 0,0 0,-1 0,1 0,-1 0,1 0,0 1,-1-1,1 0,-1 0,1 1,-1-1,1 0,-1 1,1-1,-1 1,1-1,-1 1,0-1,1 1,-1-1,0 1,1-1,-1 1,0-1,1 1,-1-1,0 1,0 0,0-1,0 1,0-1,4 12,0-1,-1 0,-1 1,0 0,-1-1,0 1,-1 0,0 0,-1 0,0 1,-1 25,1 82,6 1,4-1,6 0,-14-119,-1 0,1 0,0 0,-1 0,1 1,-1-1,1 0,-1 0,0 0,1 0,-1 0,0 1,0-1,0 0,0 0,0 0,0 1,0-1,0 0,-1 0,1 0,0 0,-1 0,1 1,-1-1,1 0,-1 0,1 0,-1 0,0 0,1 0,-1 0,0-1,0 1,0 0,0 0,0-1,0 1,0 0,0-1,0 1,0-1,0 1,0-1,0 0,-1 1,1-1,0 0,0 0,0 0,-1 0,1 0,0 0,-1 0,-11-4,0 0,1 1,0 0,-1 1,0 0,0 1,1 0,-1 1,-4 1,335-30,-46 9,-266 14,-14 2</inkml:trace>
  <inkml:trace contextRef="#ctx0" brushRef="#br0" timeOffset="27106.706">11513 17132,'5'117,"2"-131,-5-3,0-1,-1 1,-1-1,0 1,-2-1,0 1,-1-1,0 1,-2 0,0 0,-3-5,6 18,-1 0,0 0,0 1,0-1,0 1,0-1,-1 1,1 0,-1 1,0-1,0 0,0 1,0 0,-1 0,1 0,0 1,-1 0,1-1,-1 2,0-1,1 0,-1 1,0 0,1 0,-1 0,0 1,1-1,-1 1,1 0,-1 1,1-1,-1 1,1 0,0 0,0 0,0 0,0 1,0 0,-2 1,-9 8,0 0,0 1,1 1,1 0,0 1,1 0,1 1,0 1,1-1,1 1,0 1,2 0,0 0,1 1,0-1,2 1,0 1,1 0,2-11,0 0,1 0,-1 0,1 0,1 0,0 0,0 0,1-1,0 1,1 0,0-1,0 0,0 1,1-1,1 0,-1-1,1 1,1-1,-1 0,1 0,0-1,1 0,-1 0,1 0,1-1,-1 0,1 0,0-1,0 0,12 4,-1-1,1-2,1 0,-1-1,0-1,1 0,0-2,-1-1,1 0,0-2,-1 0,1-1,-1-1,0-1,0-1,0-1,-1 0,0-2,0 0,6-5,30-28,-37 24</inkml:trace>
  <inkml:trace contextRef="#ctx0" brushRef="#br0" timeOffset="27994.607">11981 16998,'0'23,"0"16,0 14,-2 8,-3 5,-1 1,-2 1,2-6,-2-5,1-8,1-11,2-9,2-9</inkml:trace>
  <inkml:trace contextRef="#ctx0" brushRef="#br0" timeOffset="28365.696">12409 16998,'-35'46,"-2"-2,-1-2,-3-1,-1-3,-2-1,-35 21,75-54,2-4,1 0,0 0,0 1,0-1,0 1,0-1,0 0,0 1,0 0,1-1,-1 1,0 0,0-1,0 1,1 0,-1 0,0 0,1 0,-1-1,0 1,1 0,-1 0,1 0,0 0,-1 0,1 1,0-1,0 0,-1 0,1 0,0 0,0 0,0 0,0 0,1 0,-1 0,0 0,0 1,1-1,-1 0,0 0,1 0,-1 0,1 0,0-1,-1 1,1 0,0 1,103 66,-63-40,-22-14,0 0,1-1,0-1,1-1,0-1,1 0,0-2,1-1,8 2,-1-5,-1-1,1-1,-1-1,1-2,-1-1,22-4,-18-1</inkml:trace>
  <inkml:trace contextRef="#ctx0" brushRef="#br0" timeOffset="28794.295">13211 17252,'4'0,"7"0,10 0,11 0,11 0,7 0,7-2,0-1,-5 0,-8 1,-13 0</inkml:trace>
  <inkml:trace contextRef="#ctx0" brushRef="#br0" timeOffset="29049.273">13264 17493,'21'0,"15"0,13 0,11 0,5 0,1 0,1-3,-11 0</inkml:trace>
  <inkml:trace contextRef="#ctx0" brushRef="#br0" timeOffset="30197.746">14561 16758,'63'26,"10"-11,1-4,0-3,1-3,0-3,44-6,-109 4,211-7,-163 12,-57-4,0 0,0 0,0 0,-1 0,1 0,0 0,-1 1,1-1,0 0,-1 0,0 0,1 1,-1-1,0 0,1 1,-1-1,0 0,0 0,0 1,0-1,0 0,-1 1,1-1,0 0,-1 0,1 1,-1-1,1 0,-1 0,1 0,-1 0,0 2,-2 5,-1 11,2 1,0-1,2 1,0 0,0-1,2 1,1 0,0-1,3 27,24 212,24 70,-49-302,-4-18,0 1,1 0,0-1,0 1,1-1,0 0,1 0,-1 0,6 7,-6-13,0 0,1 0,-1 0,1 0,-1 0,1-1,0 0,-1 0,1 0,0 0,0-1,0 1,0-1,0 0,-1 0,1 0,0-1,0 1,0-1,2-1,9 1,920-19,-691 22,-172-2,-66-4,-17-4,5 4,-4-4</inkml:trace>
  <inkml:trace contextRef="#ctx0" brushRef="#br0" timeOffset="32896.38">15217 17132,'4'1,"0"0,-1 0,1 0,0 1,-1 0,1-1,-1 1,1 1,-1-1,0 0,0 1,0 0,0-1,0 1,0 0,-1 1,0-1,1 0,4 6,83 103,44 77,-112-154,-42-57,-60-111,-65-42,123 151,48 29,4 3,0-1,1-2,0-1,0-2,1-1,-1-1,0-2,5-1,36-1,-62 11,-27 7,10-9,-2 3,1 1,0 0,0 0,1 0,0 1,1 0,0 0,1 1,0 0,0 0,1 0,1 0,0 1,1-1,-1 9,-1 10,2-1,1 1,1 0,2 0,4 19,-3-30,4-59,0-33,-3 17,2-1,3 1,5-9,-9 50,-6 38,-60 180,58-183,3-20,0 0,0 0,0-1,0 1,0 0,0 0,0 0,0-1,0 1,1 0,-1 0,0 0,0-1,0 1,0 0,0 0,1 0,-1 0,0 0,0-1,0 1,1 0,-1 0,0 0,0 0,1 0,-1 0,0 0,0 0,0 0,1 0,-1 0,0 0,0 0,1 0,-1 0,0 0,0 0,1 0,-1 0,0 0,0 0,0 0,1 1,-1-1,0 0,0 0,0 0,1 0,-1 0,0 1,0-1,0 0,0 0,0 0,0 1,1-1,-1 0,0 0,0 0,0 1,0-1,0 0,13-18,-2-7,-1-1,-2 0,0 0,-2-1,2-19,-7 13,-6 28,-5 19,3 1,1-1,1 1,0 0,1 0,0 0,1 1,1-1,1 5,7-11,5-24,-4-7,0-2,-1 1,-1-1,-2 0,0 0,-2 0,0 0,-2-11,-7-69,8 105,-1-1,1 0,0 0,-1 1,1-1,0 0,-1 0,1 1,0-1,-1 0,1 0,0 0,-1 0,1 1,-1-1,1 0,0 0,-1 0,1 0,-1 0,1 0,0 0,-1 0,1 0,-1 0,1 0,0-1,-1 1,1 0,-1 0,1 0,0 0,-1-1,1 1,0 0,-1 0,1-1,0 1,-1 0,1 0,0-1,0 1,-1 0,1-1,0 1,0 0,0-1,0 1,-1-1,1 1,0 0,0-1,0 1,0-1,0 1,0 0,0-1,0 1,0-1,0 1,0 0,0-1,0 1,1-1,-17 34,15-31,-57 147,58-149,-1-1,1 1,0 0,0 0,0-1,0 1,0 0,-1 0,1 0,0-1,0 1,0 0,-1 0,1 0,0 0,0-1,-1 1,1 0,0 0,0 0,-1 0,1 0,0 0,0 0,-1 0,1 0,0 0,0 0,-1 0,1 0,0 0,-1 0,1 0,0 0,0 0,-1 0,1 0,0 0,0 0,-1 1,1-1,0 0,0 0,0 0,-1-36,1 32,1 1,0-1,-1 0,1 0,-1 1,0-1,0 0,0 0,-1 0,1 1,-1-1,0 0,0 1,0-1,-1 1,1-1,-1 1,0-1,0 1,0 0,0 0,-1 0,1 0,-1 1,1-1,-1 1,0-1,0 1,-4-2,-3 1,-1 1,0 0,0 0,0 1,0 1,0 0,0 0,0 1,0 0,0 1,1 1,-1-1,1 2,-9 3,19-7,0 0,0 0,1 0,-1 0,0 1,0-1,0 0,0 0,0 0,1 1,-1-1,0 0,0 0,0 1,0-1,0 0,0 0,0 1,0-1,0 0,0 0,0 0,0 1,0-1,0 0,0 0,0 1,0-1,0 0,0 0,-1 1,1-1,0 0,0 0,0 0,0 1,0-1,-1 0,1 0,0 0,0 0,0 1,-1-1,1 0,0 0,0 0,0 0,-1 0,1 0,0 0,0 0,-1 0,1 0,0 1,0-1,0 0,-1 0,1 0,0-1,-1 1,23 3,229-26,-136 19,-170 7,0 3,1 2,0 2,0 3,0 3,24-2,30-13,0-1,-1 0,1 1,0-1,-1 0,1 1,0-1,0 0,0 1,-1-1,1 1,0-1,0 0,0 1,0-1,0 1,0-1,-1 1,1-1,0 0,0 1,1-1,-1 1,0-1,0 1,0-1,0 0,0 1,0-1,0 1,1-1,-1 0,0 1,0-1,1 0,-1 1,0-1,0 0,1 1,-1-1,0 0,1 0,-1 1,1-1,-1 0,0 0,1 1,-1-1,0 0,1 0,-1 0,1 0,-1 0,1 0,-1 0,0 0,1 0,-1 0,1 0,-1 0,1 0,-1 0,0 0,1 0,-1-1,1 1,-1 0,0 0,1-1,19 2,1-1,-1-1,0-1,0-1,0 0,0-2,-1 0,1-1,-1-1,0-1,85-37,-104 45,-1 0,1 0,0 0,0 0,-1-1,1 1,0 0,0 0,0-1,-1 1,1 0,0 0,0-1,0 1,0 0,0 0,-1-1,1 1,0 0,0-1,0 1,0 0,0-1,0 1,0 0,0-1,0 1,0 0,0 0,0-1,1 1,-1 0,0-1,0 1,0 0,0 0,0-1,0 1,1 0,-1 0,0-1,0 1,1 0,-1 0,0-1,0 1,1 0,-1 0,0 0,0 0,1 0,-1-1,0 1,1 0,-1 0,0 0,0 0,1 0,-1 0,0 0,1 0,-1 0,0 0,1 0,-25 3,18-1,1-1,0 2,0-1,0 1,0 0,1 0,-1 0,1 0,0 1,0 0,0 0,0 0,1 0,0 0,-1 1,2 0,-1 0,0-1,1 1,0 1,0-1,1 0,-1 0,1 1,0-1,1 1,-1-1,1 1,0-1,0 1,1-1,2 53,0-28,-1-1,-2 0,0 0,-3 1,0-1,-5 17,-5-86,7 16,-2 0,0 0,-2 0,-1 1,0 1,-2 0,-1 0,-12-14,25 35,1 0,0 1,0-1,0 1,0-1,0 1,0-1,0 1,0-1,-1 1,1-1,0 1,0-1,0 1,-1-1,1 1,0 0,0-1,-1 1,1-1,0 1,-1 0,1-1,-1 1,1 0,0 0,-1-1,1 1,-1 0,1 0,-1-1,1 1,-1 0,1 0,-1 0,1 0,-1 0,1 0,-1 0,1 0,-1 0,1 0,-1 0,1 0,0 0,-1 0,1 1,-1-1,1 0,-1 0,1 0,-1 1,1-1,0 0,-1 1,1-1,-1 0,1 1,0-1,0 0,-1 1,1-1,0 1,-2 18,2 0,0 0,1 0,1 0,1 0,0-1,2 1,0-1,5 11,41 80,-37-98,-10-15</inkml:trace>
  <inkml:trace contextRef="#ctx0" brushRef="#br0" timeOffset="35511.176">10417 13428,'0'-1,"0"0,0-1,0 1,0 0,0-1,0 1,0 0,-1 0,1-1,0 1,-1 0,1 0,-1-1,1 1,-1 0,0 0,1 0,-1 0,0 0,0 0,0 0,0 0,0 0,0 0,0 1,0-1,0 0,0 1,0-1,-1 0,1 1,0 0,0-1,-1 1,1 0,0-1,0 1,-1 0,1 0,0 0,-1 0,1 1,0-1,-1 0,1 0,0 1,0-1,-1 1,1-1,0 1,0-1,0 1,0 0,0 0,0-1,0 1,0 0,-1 1,-12 6,-1 1,2 1,-1 0,1 1,1 0,0 1,0 1,1 0,1 0,0 1,1 0,1 1,0 0,0 0,2 1,0 0,1 0,1 0,0 1,1-1,0 11,2 307,1-307,0-1,3 0,0 0,1 0,2 0,0-1,4 8,27 58,-17-46,-3 1,-1 1,1 14,-11-28,-1 0,-1 1,-2-1,-2 1,-1 0,-1-1,-2 0,-1 1,-2-2,-1 1,-2-1,-11 27,10-30,6-14,1 0,-2 0,0 0,0-1,-2 0,0 0,0-1,-1 0,-1 0,0-1,0-1,-2 1,1-2,-1 0,-12 8,-87 27,110-45,0 0,1 0,-1 0,0 1,1-1,-1 1,1-1,-1 0,1 1,-1-1,1 1,-1-1,1 1,-1-1,1 1,0-1,-1 1,1 0,0-1,-1 1,1 0,0-1,0 1,0 0,-1-1,1 1,0 0,0-1,0 1,0 0,0-1,0 1,1 0,-1-1,0 1,0 0,0-1,1 1,-1 0,0-1,1 1,-1-1,0 1,1-1,-1 1,1-1,-1 1,1-1,-1 1,33 14,-3-6,-19-7,0 0,-1 1,1 0,-1 0,0 1,0 1,0 0,0 0,-1 1,0 0,0 1,0 0,-1 0,0 1,-1 0,0 0,2 3,2 12,-1 1,-1 1,-1 0,-1 0,-1 0,-2 1,0 0,-2-1,0 25,1-9,6 58,-1-34,-3 1,-3 0,-3 0,-2 0,-5 15,-15 34,8-42,3 1,-2 70,15 427,-2-556,1-1,0 0,1 1,1-1,0 0,1 0,0 0,2 0,-1 0,3 3,1 0,1-1,1 0,0-1,1 0,0 0,1-2,13 12,-20-20,1 0,0 0,0-1,1 0,0 0,-1-1,1 1,0-1,1-1,-1 0,0 0,1 0,-1-1,1 0,-1 0,1-1,0 0,-1 0,1-1,1 0,105-20,-99 23</inkml:trace>
  <inkml:trace contextRef="#ctx0" brushRef="#br0" timeOffset="39907.345">23559 14311,'22'0,"20"0,15 0,11 0,4 0,-1 0,-6 0,-7 0,-8 0,-11 0,-13-2,-9-1</inkml:trace>
  <inkml:trace contextRef="#ctx0" brushRef="#br0" timeOffset="40171.045">23652 14512,'20'2,"21"1,15-5,13-4,7-3,1-3,-5-1,-10-1,-16 2</inkml:trace>
  <inkml:trace contextRef="#ctx0" brushRef="#br0" timeOffset="40491.512">24053 13897,'16'17,"2"-1,0-1,0-1,1 0,1-1,1-2,-1 0,2-1,-1-1,2 0,-1-2,6 0,9 6,-5-2,-9-4,0 1,0 0,0 2,-1 1,-1 0,0 2,0 0,-1 2,6 6,-23-18,1 1,-1 0,1 0,-1 1,0-1,-1 0,1 1,-1 0,0 0,0-1,0 1,-1 0,0 1,0-1,0 0,0 0,-1 0,0 1,0-1,0 0,-1 0,0 0,0 1,0-1,-1 0,1 0,-2 1,-11 21,-2-1,-1 0,-1-1,-1-1,-1-1,-1-1,-1 0,-11 6,26-21,-56 50,31-30,2 1,1 2,1 1,-8 13,23-24</inkml:trace>
  <inkml:trace contextRef="#ctx0" brushRef="#br0" timeOffset="41129.456">25456 14044,'-22'13,"1"2,0 0,0 1,2 1,0 1,1 1,1 0,0 2,2 0,1 0,0 2,2-1,0 2,1-1,2 2,1-1,-5 22,9-30,0 1,2-1,0 1,0-1,2 1,0-1,1 1,1 0,0 2,-1-13,1 0,-1 0,1 0,0-1,0 1,1-1,0 1,0-1,0 0,0 0,1 0,0 0,0-1,0 0,1 0,-1 0,1 0,0 0,0-1,0 0,1 0,-1-1,1 1,-1-1,1-1,3 2,2-1,-1-1,0 0,1 0,-1-1,1-1,-1 0,1 0,-1-1,0 0,0-1,0 0,0 0,0-1,-1-1,1 1,-1-2,0 1,0-2,9-6,-1 0,-1-1,-1-1,0 0,0-2,-2 1,0-2,4-7,2-13,0-1,-3-1,-1 0,-3-1,0-1,-3 0,-2 0,-1-1,-3 0,-1 0,-4-38,2 59,-1 0,-1 0,-1 1,-1-1,-1 1,-1 0,-1 0,-3-6,7 20,0 0,0 1,-1 0,0-1,0 1,-1 0,0 1,0-1,0 1,0 0,-1 0,0 1,0 0,0 0,-1 0,1 1,-1 0,0 0,0 0,0 1,0 0,0 1,0-1,-1 1,1 1,-1-1,-1 2,-1 0,1 0,-1 1,1 0,0 1,0 0,0 0,0 1,0 0,1 0,0 1,0 1,0-1,0 1,1 0,0 1,1 0,-1 0,1 0,0 1,1 0,0 0,0 0,1 1,0-1,0 1,1 0,0 1,1-1,0 0,1 1,-1-1,2 1,-1-1,1 1,1 5,5 17,1 0,1 0,2 0,1-1,2-1,0 0,2-1,2 0,0-1,2-1,17 18,21 41,-36-56,-3 0,0 2,-2 0,-1 1,-2 0,-1 2,-2-1,-1 1,-2 0,-2 1,0 6,-5 40,-2-53</inkml:trace>
  <inkml:trace contextRef="#ctx0" brushRef="#br0" timeOffset="41542.363">25978 14271,'11'-2,"11"-1,13 0,12 1,7 0,1 1,-7 3,-11 1</inkml:trace>
  <inkml:trace contextRef="#ctx0" brushRef="#br0" timeOffset="41840.441">25924 14525,'21'7,"17"2,19-1,18-3,12-3,5-4,-2-1,-17-1</inkml:trace>
  <inkml:trace contextRef="#ctx0" brushRef="#br0" timeOffset="42098.846">26740 14297,'2'-32,"2"-1,2 1,1 0,1 1,1 0,2 0,7-12,2-1,-19 60,-12 49,2 1,4 0,2 1,3-1,8 54,12 28,-15-116</inkml:trace>
  <inkml:trace contextRef="#ctx0" brushRef="#br0" timeOffset="44057.92">27168 13576,'2'-1,"0"1,1 0,-1 0,0 0,0 0,0 0,0 1,0-1,0 0,0 1,0 0,0-1,0 1,0 0,0 0,-1 0,1 0,0 1,-1-1,1 0,0 1,-1-1,0 1,1-1,-1 1,0 0,0-1,0 1,0 0,0 0,0 0,0 2,14 70,-12 243,-6-204,5 101,8 0,11 6,-16-184,-1-17,-1-1,-1 1,0-1,-2 1,0 0,-1-1,-1 1,0-1,-2 1,0-1,-4 11,4-23,1 0,-1 0,0 0,-1-1,1 0,-1 1,0-2,0 1,-1 0,1-1,-1 0,0-1,0 1,0-1,-1 0,1-1,-1 1,-2-1,-128 19,103-18,-307 26,-145-26,-357-49,442 10,399 37,-1-1,0 0,1 0,-1 0,1-1,-1 1,0 0,1-1,-1 0,1 1,-1-1,1 0,-1-1,1 1,0 0,0-1,-1 1,1-1,0 0,0 1,1-1,-1 0,0 0,0 0,1-1,0 1,-1 0,1 0,0-1,0 1,0-1,0 1,1-1,-1 1,0-3,4-191,-6-513,-6 572,-6 0,-6 1,-7 1,-5 1,-9-10,36 112,6 32,0 0,1-1,-1 1,0-1,0 1,1 0,-1-1,0 1,1 0,-1-1,0 1,1 0,-1-1,0 1,1 0,-1 0,1 0,-1-1,0 1,1 0,-1 0,1 0,-1 0,1 0,-1 0,1 0,-1 0,1 0,-1 0,0 0,1 0,-1 0,1 0,-1 0,1 0,-1 0,1 1,-1-1,0 0,1 0,-1 0,1 1,-1-1,0 0,1 1,-1-1,0 0,0 1,1-1,-1 0,0 1,0-1,1 1,-1-1,0 1,0-1,0 0,0 1,0-1,1 1,29 30,-26-26,1 1,0-1,0 0,0 0,1-1,-1 1,1-1,0-1,0 1,1-1,2 1,24 4,0-2,0-1,0-1,1-2,12-2,-22 1,988 1,-165-15,-673 12,-172 1,0 0,-1 0,1 0,-1 0,1 0,-1-1,1 1,-1-1,1 1,-1-1,1 1,-1-1,0 0,1 0,-1 0,0 1,1-1,-1-1,0 1,0 0,0 0,0 0,0-1,0 0,0-5</inkml:trace>
  <inkml:trace contextRef="#ctx0" brushRef="#br1" timeOffset="63269.119">19294 16357,'8'3,"4"-7,-10-4,-1 0,0 0,0 0,-1 0,0 0,-1 0,0 0,0-1,0 2,-1-1,0 0,-1 0,0 0,0 1,-1 0,1 0,-5-6,5 8,0 0,-1 0,1 0,-1 0,0 0,0 1,-1-1,1 1,-1 0,0 1,0-1,0 1,-1 0,1 0,-1 1,0 0,0 0,1 0,-1 1,0-1,-1 1,1 1,0-1,0 1,0 0,0 1,0-1,0 1,0 0,0 1,0 0,0 0,0 0,0 0,0 1,-5 4,0 1,1 0,0 0,0 1,1 1,0-1,0 1,1 1,1 0,0 0,0 0,1 1,1 0,0 0,0 0,1 1,1-1,0 1,1 0,0 0,1 0,0 0,1 0,1 1,0-1,1 0,0 0,1-1,0 1,1 0,4 6,-2-8,0-1,1 1,0-1,1 0,1-1,-1 0,1 0,1 0,-1-2,2 1,-1-1,1-1,0 1,0-2,0 0,1 0,0-1,0 0,0-1,1-1,2 0,1 1,1-1,-1-1,1-1,0 0,-1-1,1-1,-1-1,0 0,1-1,-1 0,-1-2,1 0,-1-1,0 0,12-8,-13 3,-13 11,0 0,0-1,0 1,0 0,-1 0,1 0,1 0,-1 0,0 1,0-1,0 0,0 0,1 1,-1-1,0 1,1-1,-1 1,0-1,1 1,-1 0,0 0,1 0,-1 0,1 0,-1 0,0 0,1 0,-1 0,1 1,-1-1,0 0,1 1,-1-1,0 1,0 0,1-1,-1 1,0 0,1 0,26 28,-19-19,0 0,1-1,0 0,0-1,1 0,0-1,0 0,11 4,-13-7,1-1,0 0,0-1,0 0,0 0,1-1,-1-1,0 0,1 0,-1-1,10-2,-16 3,-1-1,1 0,0 0,-1 0,1-1,-1 1,1-1,-1 0,0 1,1-2,-1 1,0 0,0-1,-1 1,1-1,0 0,-1 0,0 0,1 0,-1 0,-1-1,1 1,0 0,-1-1,0 0,0 1,0-1,0 0,0 1,-1-1,1 0,-1 0,0-1,-1-3,-1 0,0 0,0 0,0 0,-1 0,0 1,-1-1,0 1,0 0,0 0,-1 0,0 1,0-1,-1 1,0 0,0 1,0 0,-1 0,1 0,-1 0,0 1,-1 1,1-1,-1 1,0 0,1 1,-1 0,0 0,-1 0,1 1,0 1,0-1,0 1,-9 1,17-1,-1 0,0 0,1-1,-1 1,1 0,-1 0,0 0,0 0,1 0,-1 0,0 0,1 0,-1 0,0 0,1 1,-1-1,1 0,-1 0,0 0,1 1,-1-1,1 0,-1 1,0-1,1 1,-1-1,1 1,-1-1,1 1,0-1,-1 1,1-1,-1 1,1-1,0 1,0 0,-1-1,1 1,0 0,0-1,0 1,0 0,-1-1,1 1,0 0,0-1,1 1,-1 0,0-1,0 1,0 0,0-1,0 1,1 0,-1-1,0 1,1-1,-1 1,0 0,9 1,1 1,-1-1,0 0,1-1,0 0,-1-1,1 0,-1 0,1-1,8 1,283-7,-296 7,0-1,0 1,0 0,0 1,0-1,0 1,0 0,-1 0,1 1,0-1,-1 1,1 0,-1 0,1 1,-1-1,0 1,0 0,0 0,-1 1,1-1,-1 1,1-1,-1 1,-1 0,1 0,0 0,-1 1,2 3,3 19,-8-24,1 0,0 0,1 0,-1 0,0 0,1 0,0-1,-1 1,1 0,0 0,1 0,-1-1,0 1,1-1,0 1,-1-1,1 1,0-1,0 0,0 0,1 0,-1 0,0 0,1-1,-1 1,1-1,0 1,-1-1,1 0,0 0,0 0,0-1,-1 1,1-1,0 1,2-1,1-1,0 0,0 0,0-1,0 1,-1-1,1-1,-1 1,1-1,-1 0,0 0,0-1,0 1,-1-1,1 0,-1-1,0 1,0-1,0 1,-1-1,1-2,51-109,-45 95,0 37,32 90,-40-103,0 0,0 0,-1 0,1-1,1 1,-1-1,0 1,1-1,-1 0,1 0,0 0,0 0,0 0,0-1,0 1,0-1,0 0,0 0,0 0,1 0,-1-1,0 1,1-1,-1 0,0 0,1 0,-1 0,0-1,1 1,-1-1,0 0,0 0,1 0,2-3,1 1,-1-1,1 0,-1 0,0-1,-1 0,1 0,-1 0,0 0,0-1,-1 0,1 0,-1-1,-1 1,3-5,39-107,-43 110,-4 15,1 1,0-1,0 0,1 1,0-1,1 1,-1-1,1 1,0-1,1 0,0 0,0 0,1 0,0 0,0 0,0 0,1-1,2 3,3-1,0 0,1-1,-1 0,2-1,-1 0,1 0,-1-1,2-1,-1 0,0 0,2-1,35 11</inkml:trace>
  <inkml:trace contextRef="#ctx0" brushRef="#br1" timeOffset="63991.159">21273 16477,'-9'-9,"-1"1,0 0,0 0,-1 1,0 0,0 1,0 0,-1 1,0 0,0 1,0 0,-1 1,1 1,-11-1,20 3,-1 1,1-1,-1 1,1 1,0-1,-1 0,1 1,0-1,0 1,0 0,0 0,0 0,0 1,1-1,-1 1,1-1,0 1,0 0,-1 0,2 0,-1 0,0 0,1 0,-1 0,1 1,0-1,0 1,0 1,-1 1,1 1,0-1,0 1,0 0,1-1,0 1,0 0,1-1,0 1,0 0,0-1,1 1,0-1,2 6,0-7,-1-1,1 1,-1-1,1 0,1 0,-1 0,0 0,1-1,0 0,0 0,0 0,0-1,0 1,1-1,-1-1,1 1,-1-1,1 0,-1 0,1 0,0-1,0 0,-1 0,1 0,0-1,-1 0,1 0,0 0,-1-1,1 0,-1 0,0 0,0-1,0 0,0 0,0 0,0 0,-1-1,0 0,0 0,0 0,1-1,1-1,0 0,-1-1,0 1,0-1,0 0,-1-1,0 1,0-1,-1 1,0-1,0 0,-1 0,0 0,-1-1,0 1,0 0,0-1,-1 1,-1-7,1 15,0 1,1-1,-1 1,0-1,0 0,1 1,-1-1,0 1,0-1,0 0,0 1,0-1,0 1,0-1,0 1,0-1,0 1,0-1,0 0,0 1,0-1,0 1,0-1,-1 1,1-1,0 0,0 1,0-1,-1 1,1-1,0 0,0 1,-1-1,1 0,0 0,-1 1,1-1,-1 0,1 1,0-1,-1 0,1 0,-1 0,1 0,0 1,-1-1,1 0,-1 0,1 0,-1 0,1 0,0 0,-1 0,1 0,-1 0,1 0,-1-1,1 1,-1 0,1 0,0 0,-1 0,1-1,0 1,-1 0,1 0,-1-1,1 1,0 0,-1-1,-1 7,1-1,-1 1,1-1,1 1,-1 0,1 0,-1-1,2 1,-1 0,1 0,0-1,0 1,0-1,1 1,0-1,0 1,0-1,1 0,-1 0,1 0,1 0,-1-1,1 1,-1-1,1 0,1 0,-1 0,0 0,1-1,0 0,0 0,0 0,0-1,0 1,1-1,-1 0,4 0,2 0,1-1,0-1,-1 0,1 0,-1-1,1-1,-1 0,0 0,1-1,-1-1,-1 0,1 0,0-1,-1 0,0-1,0 0,-1-1,0 0,0 0,0-1,-1 0,0-1,-1 1,0-2,0 1,-1-1,0 0,0 0,-2-1,4-8,-7 17,0 0,0 0,0 0,0-1,-1 1,1 0,-1 0,0-1,0 1,1 0,-1-1,-1 1,1 0,0 0,-1-1,1 1,-1 0,1 0,-1-1,0 1,-1-1,1 3,-1 1,0 0,1 0,-1-1,1 1,-1 0,1 0,-1 1,1-1,0 0,-1 0,1 1,0-1,0 1,0-1,0 1,0-1,0 1,1-1,-1 1,1 0,-1-1,1 1,-1 2,1-4,-3 4,0 1,1 0,0 0,0 0,0 0,0 0,1 1,0-1,0 0,0 1,1-1,0 0,0 1,0-1,0 1,1-1,0 0,0 1,1-1,0 0,-1 0,2 0,-1 0,0 0,1-1,0 1,0-1,1 1,-1-1,1 0,0-1,0 1,0 0,0-1,1 0,-1 0,2 0,1-1,1 0,-1 0,1-1,-1 0,1-1,0 1,0-2,-1 1,1-1,0 0,-1 0,1-1,-1 0,0 0,1-1,-1 0,0-1,-1 1,1-1,0 0,-1-1,0 0,3-3,2-2,0-1,-1 1,0-2,-1 0,-1 0,1 0,-2-1,0 0,-1-1,0 1,3-13,-12 32,1 0,0-1,0 1,1 0,0 0,0 0,0 0,0 0,1 0,0 0,1 1,-1-1,1 0,0 0,0 0,1 0,0-1,0 1,1 0,-1-1,1 1,0-1,0 0,1 0,0 0,0-1,0 1,0-1,1 0,0 0,2 2,78 18,-40-18</inkml:trace>
  <inkml:trace contextRef="#ctx0" brushRef="#br1" timeOffset="64419.854">22542 16437,'-28'-12,"0"1,-1 2,0 0,-1 3,-19-3,45 8,-1 0,1 0,-1 0,1 0,-1 1,0 0,1 0,-1 0,1 0,-1 1,1 0,-1 0,1 0,-1 0,1 1,0-1,-1 1,1 1,0-1,1 0,-1 1,0 0,1 0,-1 0,1 0,0 0,0 1,0 0,0-1,1 1,0 0,-1 0,2 1,-1-1,0 0,1 1,0-1,0 0,0 1,0 0,1-1,0 1,0 0,2 0,-1 0,0 0,1 0,0-1,0 1,0 0,1-1,0 0,0 0,0 1,0-2,0 1,1 0,0-1,-1 1,1-1,1 0,-1-1,0 1,1-1,-1 1,1-2,0 1,0 0,0-1,-1 0,1 0,3 0,1 1,1-1,-1 0,1 0,-1-1,1-1,0 1,-1-2,0 1,1-1,-1-1,0 1,0-2,0 1,0-1,3-3,-4 2,-1-1,0 0,0-1,-1 0,0 0,0 0,-1-1,0 0,0 0,0 0,-1 0,-1-1,1 0,-1 1,-1-1,0-1,0 1,0-5,1-16,-1 0,-1 0,-2 0,-1 0,-2-4,2 8,-1-1,-1 1,-2 0,0 0,-2 1,-9-22,17 46,0 1,0-1,0 1,0-1,0 1,-1 0,1-1,0 1,0-1,0 1,-1-1,1 1,0-1,0 1,-1 0,1-1,0 1,-1-1,1 1,0 0,-1-1,1 1,-1 0,1 0,-1-1,1 1,-1 0,1 0,0 0,-1 0,1-1,-1 1,1 0,-1 0,1 0,-1 0,1 0,-1 0,1 0,-1 0,1 1,-1-1,1 0,-1 0,1 0,-1 0,1 1,-1-1,1 0,-1 0,1 1,0-1,-1 0,1 1,0-1,-1 1,1-1,0 0,-1 1,1-1,0 1,0-1,0 1,-1-1,1 1,0-1,0 1,-4 11,0 0,0 0,2 1,-1-1,2 1,-1-1,2 1,0 5,-1 5,-1 9,1 0,2 0,1 1,2-1,8 31,-10-53,0-1,1 1,0-1,1 0,0 0,1-1,0 1,0-1,0 0,1 0,1 0,-1-1,1 0,0-1,1 1,0-1,0-1,0 1,0-1,1-1,6 3,17 3</inkml:trace>
  <inkml:trace contextRef="#ctx0" brushRef="#br1" timeOffset="64844.826">22890 16423,'2'-2,"0"-1,0 0,0 1,0-1,-1 0,1 0,-1-1,1 1,-1 0,0 0,-1-1,1 1,0 0,-1-1,0 1,0-1,0 1,0-1,0 1,-1 0,0-1,1 1,-1 0,0-1,-1 1,1 0,-1 0,1 0,-1 0,0 0,0 0,0 1,0-1,-1 1,1-1,-1 1,1 0,-1 0,0 0,0 0,0 1,0-1,0 1,0-1,-1 1,1 0,0 0,-1 1,1-1,0 1,-1 0,1 0,-1 0,1 0,-1 0,1 1,0-1,-1 1,1 0,0 0,-3 2,0 0,1 1,0 0,0 1,0-1,1 1,-1 0,1 0,0 0,1 0,-1 1,1-1,0 1,1 0,-1 0,1 0,0 0,1 1,-1-1,1 1,0-1,1 1,0-1,0 1,0-1,1 0,0 1,0-1,0 1,1-1,0 0,1 0,1 4,-1-7,-1 1,2-1,-1 0,0 0,0 0,1 0,0-1,0 1,-1-1,1 0,0 0,1-1,-1 1,0-1,0 0,1 0,-1 0,1 0,-1-1,1 0,-1 0,1 0,-1-1,1 1,-1-1,0 0,1 0,-1 0,0-1,0 0,0 0,0 0,0 0,0 0,0-1,-1 0,1 0,-1 0,0 0,0 0,0-1,0 1,-1-1,3-4,-1 0,1-1,-1 0,-1-1,1 1,-2-1,1 0,-1 1,-1-1,0 0,0 0,-1-4,7 72,2-46,0 0,1-1,1 0,0-1,0 0,1-1,0 0,0 0,1-2,1 1,-1-2,1 0,0 0,0-1,1-1,7 1,64 21</inkml:trace>
  <inkml:trace contextRef="#ctx0" brushRef="#br1" timeOffset="66265.128">24080 16450,'25'-5,"0"-2,0 0,0-1,-1-2,-1 0,0-2,0 0,16-13,-33 21,0 1,-1-1,1 0,-1 0,0-1,0 1,0-1,0 0,-1 0,0-1,0 0,-1 1,1-1,-1 0,0-1,-1 1,0 0,2-6,-4 10,0 0,0 1,-1-1,1 0,0 1,-1-1,1 0,-1 1,1-1,-1 0,0 1,0-1,1 1,-1-1,0 1,-1-1,1 1,0 0,0 0,0-1,-1 1,1 0,-1 0,1 0,-1 1,1-1,-1 0,1 0,-1 1,0-1,1 1,-1 0,0-1,0 1,1 0,-2 0,-64 6,62-4,0 1,0-1,0 1,0 1,0-1,1 1,-1 0,1 0,0 0,0 1,0-1,1 1,0 0,0 0,0 0,0 0,1 1,0-1,0 1,0-1,1 1,0 0,0 0,0 4,0-2,1 1,0-1,0 1,0-1,1 1,0-1,1 1,0-1,0 0,1 0,0 0,1 0,-1 0,2-1,-1 1,4 4,3-6,-8-8</inkml:trace>
  <inkml:trace contextRef="#ctx0" brushRef="#br1" timeOffset="66674.598">24280 16196,'0'0,"0"-1,0 1,0 0,-1-1,1 1,0-1,0 1,-1 0,1 0,0-1,-1 1,1 0,0-1,0 1,-1 0,1 0,-1-1,1 1,0 0,-1 0,1 0,-1 0,1 0,0 0,-1 0,1-1,-1 1,1 0,0 0,-1 0,1 1,-1-1,1 0,-1 0,1 0,0 0,-1 0,1 0,0 1,-1-1,1 0,-1 0,1 0,0 1,-1-1,1 0,0 1,0-1,-1 0,1 1,0-1,0 0,-1 1,1-1,0 0,0 1,0-1,0 1,-5 28,5-27,-6 370,-6 89,12-455,0-9</inkml:trace>
  <inkml:trace contextRef="#ctx0" brushRef="#br1" timeOffset="67298.231">24147 16357,'-35'-140,"35"139,-1-1,1 1,0-1,-1 0,1 1,0-1,0 1,0-1,0 1,0-1,1 1,-1-1,0 0,1 1,-1-1,1 1,-1 0,1-1,0 1,0-1,-1 1,1 0,0 0,0-1,0 1,1 0,-1 0,0 0,0 0,1 0,-1 0,0 1,1-1,-1 0,1 1,-1-1,1 1,-1-1,1 1,17-2,1 1,-1 0,1 1,-1 2,0 0,0 0,0 2,0 1,0 0,16 8,-24-10,0 0,-1 1,1 0,-1 1,0 0,0 1,0 0,-1 0,5 6,-13-12,0 1,0 0,0 0,0 0,0 0,-1 0,1 0,0 0,-1 0,1 0,-1 0,1 0,-1 1,1-1,-1 0,0 0,0 0,1 1,-1-1,0 0,0 0,0 1,-1-1,1 0,0 0,0 1,-1-1,1 0,0 0,-1 0,0 0,1 0,-1 1,1-1,-1 0,0 0,0-1,0 1,0 0,1 0,-2 0,-45 27,15-17,-1-2,0-1,0-1,-1-2,0-2,-2-1,5 1,297-6,-96 3,-112 21,-23-4,-24-14,0 0,0 0,1-1,0-1,-1 0,1-1,-1 0,1 0,0-1,-1-1,10-2,-16 3,0-1,0 1,0-1,0 0,0 0,0-1,-1 1,1-1,-1 0,0 0,0-1,0 1,0-1,0 0,-1 0,0 0,0-1,0 1,0-1,-1 1,1-1,-1 0,0 0,-1 0,1 0,-1-4,0 5,0 0,0 0,-1 0,1 0,-1 0,0 0,0 0,-1 0,1 0,-1 0,0 0,0 0,0 0,-1 0,1 1,-1-1,0 0,0 1,0-1,-1 1,1 0,-1 0,1 0,-1 0,0 0,-1 1,1-1,0 1,-1 0,1 0,-1 0,1 0,-1 0,0 1,0 0,0 0,0 0,0 0,-1 1,-5 0,1 0,0 0,0 2,-1-1,1 1,0 0,0 1,0 0,1 0,-1 1,1 0,0 1,0 0,0 0,1 0,-1 1,1 1,-2 1,8-6,-1-1,1 0,0 1,-1-1,1 1,0-1,0 1,0 0,0-1,0 1,0 0,1 0,-1 0,0 0,1-1,-1 1,1 0,0 0,0 0,0 0,0 0,0 0,0 0,0 0,1 0,-1 0,1 0,0 0,-1 0,1-1,0 1,0 0,0 0,0-1,0 1,0-1,1 1,-1-1,2 2,28 14,7-4</inkml:trace>
  <inkml:trace contextRef="#ctx0" brushRef="#br1" timeOffset="68059.711">25349 16237,'-13'-8,"0"2,-1 0,0 1,0 0,-1 1,1 0,-1 2,0 0,1 0,-1 1,-5 1,13 0,0 0,0 1,1 0,-1 0,0 0,0 1,1 0,-1 0,1 1,-1 0,1 0,0 0,0 1,0 0,1 0,-1 0,1 1,0 0,1 0,-1 0,1 1,0 0,0-1,-3 7,6-10,0 1,0-1,1 1,-1-1,0 1,1 0,-1-1,1 1,0 0,0-1,0 1,0 0,1-1,-1 1,1 0,-1-1,1 1,0-1,0 1,0-1,0 1,1-1,-1 0,1 1,-1-1,1 0,0 0,0 0,0 0,0-1,0 1,0 0,1-1,-1 0,0 1,1-1,-1 0,1 0,-1 0,1-1,0 1,10 3,1 0,-1-1,1-1,0 0,0-1,0 0,0-1,0-1,0 0,0-1,-1-1,1 0,0-1,-1 0,0-1,0 0,0-1,-1-1,0 0,3-2,23-29,-39 41,0 1,0 0,0-1,1 1,-1 0,1 0,0-1,0 1,1 0,-1 0,1 0,0-1,0 1,0 0,0-1,0 1,1-1,0 1,0-1,0 0,0 0,0 0,1 0,-1 0,1 0,0-1,0 1,0-1,0 0,0 0,0 0,1 0,3 2,0-1,0 0,1 0,0 0,-1-1,1-1,0 1,0-1,0 0,0-1,0 0,-1 0,1 0,0-1,3-1,-2-1,0 0,0 0,0-1,0 0,0-1,-1 0,0 0,0 0,0-1,-1-1,0 1,0-1,0 0,-1-1,0 0,-1 0,1 0,2-7,4-10,-1 0,-1-1,-1 0,-2-1,0 1,-2-4,8-52,-5-1,-3 0,-4-35,-5 58,-3 67,-5 28,1 1,1 1,2-1,0 19,2-24,-4 26,1 1,4 0,2 0,3 33,-1-82,1 0,1 0,-1 0,2-1,-1 1,1 0,0-1,1 1,0-1,0 0,1 0,0 0,0 0,1-1,0 1,1-1,-1-1,1 1,1-1,-1 0,1 0,0-1,0 0,0 0,1 0,0-1,0-1,1 1,-1-2,-1-1,1 1,-1-2,1 1,0-1,0 0,-1-1,1 0,-1 0,1-1,-1 1,1-2,-1 1,0-1,0 0,0-1,0 1,-1-1,1-1,-1 1,0-1,0 0,-1-1,1 0,3-3,-1-1,0-1,0 0,-1 0,-1 0,0 0,0-1,-1 0,-1-1,0 1,-1-1,0 1,1-12,-3 3,-1 21,0 1,0-1,0 0,0 0,0 1,0-1,0 0,0 0,0 1,1-1,-1 0,0 0,0 1,0-1,-1 0,1 0,0 1,0-1,0 0,0 0,0 1,0-1,0 0,0 0,0 1,-1-1,1 0,0 0,0 1,0-1,0 0,-1 0,1 0,0 0,0 1,-1-1,1 0,0 0,0 0,0 0,-1 0,1 0,0 0,-1 0,1 0,0 0,0 0,-1 0,1 0,0 0,0 0,-1 0,1 0,0 0,0 0,-1 0,1 0,0 0,0 0,-1 0,1-1,-3 10,0-1,1 1,0 0,0-1,1 1,0 0,1 0,0 0,0 0,1 0,0-1,1 1,0 0,0-1,1 1,0-1,0 0,1 1,0-2,0 1,1 0,0-1,1 0,-1 0,1-1,1 1,-1-1,1-1,0 1,0-1,1 0,6 3,18 2,-4-4</inkml:trace>
  <inkml:trace contextRef="#ctx0" brushRef="#br1" timeOffset="68335.935">25523 15902,'16'-2,"24"-1,25 0,22 1,16 0,8 1,-16 1</inkml:trace>
  <inkml:trace contextRef="#ctx0" brushRef="#br1" timeOffset="69315.095">18505 17426,'3'2,"0"1,0-1,0 0,1 0,-1 0,1-1,-1 1,1-1,-1 0,1 0,0 0,0-1,-1 1,1-1,0 0,0 0,0 0,-1 0,1-1,0 0,3 0,79-31,-59 19,0-1,-1-2,0-1,-1-1,-1-1,-1-1,-1-1,-1-1,0-1,4-9,8-37,-33 67,1 1,-1-1,0 0,1 0,-1 1,0-1,0 0,0 0,0 1,-1-1,1 0,0 1,-1-1,1 0,-1 1,1-1,-1 1,0-1,0 0,0 1,0 0,0-1,0 1,0 0,0-1,-1 1,1 0,0 0,-1 0,1 0,-1 0,1 1,-1-1,1 0,-1 1,0-1,1 1,-1-1,0 1,-1 0,-2-1,1 0,-1 1,1-1,-1 1,1 0,-1 1,1-1,0 1,-1 0,1 0,-1 0,1 1,0-1,0 1,0 0,0 1,0-1,0 0,1 1,-1 0,1 0,0 0,0 0,0 1,0-1,0 1,1 0,-2 3,-3 4,2 1,0 0,0 0,1 1,0-1,1 1,1 0,0 0,0 7,1 33,3 0,2 0,2 0,4 6,7 63,-5 11,-7 0,-5 12,0-131</inkml:trace>
  <inkml:trace contextRef="#ctx0" brushRef="#br1" timeOffset="69532.985">18612 17720,'241'-79,"85"-9,-292 79,81-12,-112 21,-1 1,0 0,0 0,0 0,0 0,0 0,0 0,-1 0,1 1,0-1,-1 1,1-1,0 1,-1 0,0 0,1 0,-1-1,0 1,0 0,0 0,0 0,-1 1,1-1,-1 0,1 0,-1 0,1 1,-1-1,0 0,0 0,0 0,-1 1,1-1,0 0,-1 0,1 0,-1 1,0-1,0 0,0 0,0 0,-1 10,0 6,0-14,1 0,0 1,0-1,0 0,0 1,1-1,-1 1,1-1,1 1,-1-1,0 1,1-1,0 1,0-1,0 1,1-1,-1 0,1 0,0 0,1 0,-1 0,0 0,1-1,0 1,2 2,8-3</inkml:trace>
  <inkml:trace contextRef="#ctx0" brushRef="#br1" timeOffset="69804.564">19387 17172,'-4'16,"9"10,18 4,5-2</inkml:trace>
  <inkml:trace contextRef="#ctx0" brushRef="#br1" timeOffset="70159.124">20417 17626,'-3'-6,"0"-1,-1 1,1 0,-1 1,0-1,-1 1,0-1,1 1,-2 1,1-1,0 1,-1 0,0 0,0 0,0 1,-1 0,1 0,-1 1,1 0,-1 0,0 0,0 1,0 0,0 0,0 1,0 0,0 0,-5 1,-1 0,1 1,-1 1,1 0,-1 0,1 1,0 1,0 0,1 0,-1 1,1 1,1 0,-1 0,1 1,0 1,-2 3,9-10,0 0,0 1,0-1,1 1,-1 0,1 0,0 0,0 0,0 0,0 0,0 0,1 1,-1-1,1 1,0-1,0 1,1 0,-1-1,1 1,-1 0,1-1,0 1,0 0,1-1,-1 1,1 0,0-1,0 1,0-1,1 1,-1-1,1 0,-1 1,1-1,0 0,1 0,-1 0,2 2,6-1,0 0,0 0,0 0,0-2,1 1,-1-1,1-1,0 0,0 0,-1-1,1 0,0-1,-1-1,1 1,-1-2,1 1,-1-1,7-4,-5 4,0-2,-1 1,1-2,-1 1,0-2,0 1,-1-1,0-1,0 0,-1-1,0 0,0 0,-1 0,0-1,-1-1,0 1,-1-1,0 0,0-1,-1 1,-1-1,0-1,1-14,-2 0,0-1,-2 1,-1-1,-2 1,0-1,-2 1,-1 0,-1 0,-1 0,-6-12,1 12,12 27,0 0,-1-1,1 1,0 0,-1-1,1 1,-1 0,1 0,0-1,-1 1,1 0,-1 0,1 0,-1 0,1 0,-1 0,1-1,-1 1,1 0,-1 0,1 1,0-1,-1 0,1 0,-1 0,1 0,-1 0,1 0,-1 1,1-1,-1 0,1 0,0 1,-1-1,1 0,0 0,-1 1,1-1,0 0,-1 1,1-1,0 1,0-1,-1 0,1 1,0-1,0 1,0-1,-1 1,1-1,0 1,0-1,0 1,0-1,0 1,0-1,0 0,0 1,0-1,0 1,1-1,-1 1,0-1,0 1,0-1,0 1,1-1,-1 1,-5 37,2 0,1 0,2 0,2 0,3 15,-4-33,2-1,0 1,1 0,1-1,1 0,1 0,0-1,1 1,1-2,1 1,1-1,3 4,17 13</inkml:trace>
  <inkml:trace contextRef="#ctx0" brushRef="#br1" timeOffset="70749.2">20872 17600,'-6'-5,"0"1,0 0,0 0,-1 1,1-1,-1 1,1 1,-1-1,0 1,0 1,-1-1,1 1,0 0,0 1,0 0,-1 0,1 0,0 1,0 0,0 1,-1-1,1 2,1-1,-1 0,0 1,1 1,-1-1,1 1,0 0,0 0,0 1,1 0,2-3,1 0,0 0,-1 0,1 1,0-1,0 1,1 0,-1 0,0-1,1 1,0 0,-1 0,1 1,0-1,1 0,-1 0,1 0,-1 0,1 1,0-1,0 0,0 0,1 1,-1-1,1 0,0 0,-1 0,1 0,1 1,-1-2,0 1,1 0,0 0,0 0,-1-1,2 1,-1-1,0 1,0-1,1 0,-1 0,1 0,0 0,5 1,0 0,0-1,0 0,1 0,-1-1,0 0,1 0,-1-1,1 0,-1-1,0 0,1 0,-1-1,0 0,0 0,0-1,0 0,0 0,-1-1,1 0,-1-1,0 1,0-1,-1-1,1 1,-1-1,1-1,-7 6,0 0,0 0,0 1,1-1,-1 0,0 1,0-1,1 1,-1-1,0 0,1 1,-1-1,1 1,-1-1,1 1,-1-1,1 1,-1-1,1 1,-1 0,1-1,0 1,-1 0,1-1,-1 1,1 0,0 0,-1-1,1 1,0 0,0 0,-1 0,1 0,0 0,-1 0,1 0,0 0,-1 1,1-1,0 0,-1 0,1 0,0 1,-1-1,1 0,0 1,-1-1,1 1,-1-1,1 0,-1 1,1-1,-1 1,1 0,-1-1,0 1,1-1,-1 1,0 0,1-1,-1 1,0-1,0 2,2 2,0 1,1-1,-1 0,1 0,0 0,0 0,0 0,0 0,1-1,-1 0,1 0,0 0,0 0,0 0,0-1,1 0,-1 0,1 0,-1 0,1-1,0 1,-1-1,1-1,0 1,0-1,0 1,0-1,2-1,-1-2,1-1,0 0,-1 0,0-1,0 0,0 0,-1 0,0-1,0 0,0 0,-1 0,1 0,-2-1,1 0,-1 0,0 0,0 0,-1 0,0 0,0-1,0-6,19-84,-4-1,-4-1,-5 0,-5-84,-3 127,-2 158,1-18,-2-26,3 0,2-1,2 1,3-1,3 0,3 7,-9-52,-1 1,2-1,-1 0,1 0,1 0,0-1,1 0,0 0,0 0,1-1,0-1,1 1,0-1,9 6,4-2</inkml:trace>
  <inkml:trace contextRef="#ctx0" brushRef="#br1" timeOffset="71010.511">20938 17278,'28'0,"24"3,22 0,14 2,4 5,-6 5,-16 1</inkml:trace>
  <inkml:trace contextRef="#ctx0" brushRef="#br1" timeOffset="71209.911">21553 17493,'-6'20,"1"0,2 0,0 0,1 1,1 0,1 11,0-29,1 1,-1 0,1-1,1 0,-1 1,0-1,1 0,-1 1,1-1,0 0,0 0,0 0,1-1,-1 1,1-1,-1 1,1-1,0 0,0 0,0 0,0 0,0 0,0-1,1 1,-1-1,1 0,-1 0,1 0,-1-1,1 1,1-1,4 1,0 0,1-1,-1 0,0-1,0 0,0-1,0 1,0-2,0 1,-1-1,1-1,-1 1,-2 0,-1 1,0-1,-1 0,1-1,0 1,-1-1,0 0,0 0,0 0,0 0,-1-1,0 0,0 1,0-1,0-1,-1 1,0 0,0 0,0-1,0 1,-1-1,0 0,-1 1,1-1,-1 0,0 1,0-1,-1 0,1 1,-1-1,-1 0,1 1,-1-1,0 1,0 0,-1 0,1 0,-1 0,0 0,-4-4,4 5,0 1,-1-1,1 0,-1 1,0 0,0 0,-1 0,1 1,0-1,-1 1,0 0,1 0,-1 1,0-1,0 1,0 0,0 0,0 1,0 0,0 0,0 0,0 0,0 1,0 0,0 0,0 0,-4 2,2-1,-1 2,0-1,1 1,-1 0,1 1,0-1,1 2,-1-1,1 1,0 0,1 0,-1 0,1 1,0 0,1 0,-2 3,3-6,1-1,-1 1,1 0,0 0,0 0,0 0,1 0,0 0,0 0,0 1,0-1,0 0,1 1,0-1,0 1,0-1,0 0,1 1,0-1,0 0,0 0,0 1,1-1,0 0,-1 0,1 0,1-1,-1 1,1 0,-1-1,1 0,0 1,0-1,0 0,1 0,-1-1,2 1,30 8,2-6</inkml:trace>
  <inkml:trace contextRef="#ctx0" brushRef="#br1" timeOffset="71477.552">21967 17106,'-9'-14,"-7"-9,-6-3,-4 3,-4 8,-4 11,-2 15,-1 15,5 12,4 6,8 6,7-7</inkml:trace>
  <inkml:trace contextRef="#ctx0" brushRef="#br1" timeOffset="71731.985">21915 17546,'18'12,"15"3,13-1,15-7,-3-5</inkml:trace>
  <inkml:trace contextRef="#ctx0" brushRef="#br1" timeOffset="72661.134">23265 17319,'-10'-4,"0"1,0 1,0 0,0 0,0 1,0 0,-1 1,1 0,0 1,0 0,-1 0,1 1,0 0,1 1,-1 0,0 1,1 0,0 1,0-1,0 2,0-1,1 1,0 1,0-1,1 1,-1 1,2-1,-6 8,11-13,-1-1,1 1,-1-1,1 1,0 0,-1 0,1 0,0 0,0 0,1 0,-1 0,0 0,1 0,-1 0,1 0,0 1,-1-1,1 0,0 0,0 0,1 1,-1-1,0 0,1 0,-1 0,1 0,0 0,0 0,0 0,0 0,0 0,0 0,0 0,1 0,-1-1,7 2,0 0,0 0,0-1,0-1,0 1,1-1,-1-1,0 1,1-1,-1-1,1 0,-1 0,0 0,0-1,0-1,0 1,0-1,0 0,-1-1,1 0,6-3,0 0,0-1,-1-1,0 0,0-1,-1 0,-1 0,1-2,-2 1,0-1,0-1,-1 0,-1 0,0-1,-1 0,0 0,-1-1,-1 0,0 0,-1 0,-1-1,1-6,0-3,-1-1,-1-1,-1 1,-2 0,0 0,-2 0,-1 0,0 0,-3 1,-4-13,11 37,0 0,0-1,0 1,0 0,0 0,0-1,0 1,-1 0,1 0,-1-1,1 1,-1 0,1 0,-1 0,0 0,1 0,-1 0,0 0,0 0,0 0,0 0,0 0,0 1,0-1,0 0,0 1,0-1,0 1,0-1,-1 1,1-1,0 1,0 0,0-1,-1 1,1 0,0 0,-1 0,1 0,0 0,0 1,-1-1,1 0,0 0,0 1,0-1,-1 1,1-1,0 1,0 0,0-1,0 1,0 0,0 0,0-1,0 1,0 0,1 0,-2 1,-6 12,1 1,0 0,1 0,0 0,1 0,1 1,1 0,0 0,0 8,2-17,-6 33,3 1,1 0,2-1,2 24,0-48,1 0,0 0,2-1,-1 1,2-1,0 1,1-1,0-1,1 1,1-1,0 0,1-1,1 1,-3-6,0-1,1 0,0 0,0-1,1 0,0 0,0-1,0 0,1-1,-1 1,1-2,0 0,0 0,1-1,-1 0,0 0,1-1,-1-1,1 0,-1 0,1-1,-1-1,0 1,1-2,-1 1,0-2,0 1,-1-1,1 0,-1-1,0-1,0 1,0-1,-1 0,0-1,0 0,-1-1,0 1,0-1,-1-1,0 1,0-1,1-3,-2 1,-5 11,1 0,-1 0,0 1,0-1,0 0,1 0,-1 0,0 0,1 1,-1-1,0 0,0 0,1 0,-1 0,0 0,1 0,-1 0,0 0,1 0,-1 0,0 0,0 0,1 0,-1 0,0 0,1 0,-1 0,0 0,1 0,-2 4,2 1,-1-1,0 1,1-1,0 1,0-1,0 0,0 1,1-1,0 0,0 0,0 0,0 0,1 0,-1 0,1-1,0 1,0-1,0 0,1 0,-1 0,1 0,0-1,-1 1,1-1,0 0,1 0,-1-1,0 1,0-1,1 0,-1 0,1 0,-1 0,1-1,-1 0,1 0,-1 0,1-1,-1 1,3-2,-4 2,1-1,-1-1,1 1,-1 0,1-1,-1 0,0 0,1 0,-1 0,0 0,0-1,-1 1,1-1,0 0,-1 0,0 0,0 0,0 0,0 0,0 0,0-1,-1 1,0-1,0 0,0 1,0-1,0 0,-1 1,1-4,-1 1,0-1,0 1,0-1,0 1,-1-1,-1 1,1-1,-1 1,0 0,0-1,-1 1,1 0,-1 1,-1-1,1 0,-4-3,3 5,1 0,-1 0,0 1,0-1,0 1,0 0,-1 1,1-1,-1 1,1-1,-1 2,0-1,0 0,0 1,0 0,0 0,0 0,-1 1,1 0,0 0,0 0,0 0,-1 1,1 0,0 0,0 1,0-1,1 1,-1 0,0 0,0 1,1-1,0 1,-1 0,1 0,0 1,1-1,-1 1,0 0,1 0,0 0,0 0,0 1,1-1,-2 4,3-5,0 0,0 1,0-1,1 0,-1 1,1-1,0 0,0 1,0-1,1 0,-1 1,1-1,0 0,0 0,0 0,0 1,0-1,1 0,0 1,17 23</inkml:trace>
  <inkml:trace contextRef="#ctx0" brushRef="#br1" timeOffset="73178.795">24186 17520,'-2'-9,"-1"-6,0 1</inkml:trace>
  <inkml:trace contextRef="#ctx0" brushRef="#br1" timeOffset="73977.705">24387 17332,'-12'-6,"-1"0,0 0,0 2,-1 0,0 0,1 1,-1 1,-9-1,17 3,0 0,0 0,0 1,0-1,0 2,1-1,-1 0,0 1,1 0,-1 0,1 1,0 0,-1-1,1 2,1-1,-1 1,0-1,1 1,0 1,0-1,-2 3,2-3,1 0,0-1,0 1,1 0,-1 0,1 1,0-1,0 0,1 1,-1-1,1 1,0 0,0-1,0 1,1 0,-1-1,1 1,1 0,-1 0,0 0,1-1,0 1,0 0,1-1,-1 1,1-1,0 0,0 1,1-1,-1 0,1 0,0 0,0-1,0 1,0-1,1 1,-1-1,1 0,0 0,5 0,0 1,0-1,0-1,0 0,0 0,0-1,1 0,-1 0,0-1,1 0,-1-1,0 0,1-1,-1 0,0 0,0-1,0 0,-1 0,5-3,-6 3,-1 0,1 0,-1-1,0 0,0 0,-1 0,1 0,-1-1,0 0,0 0,-1-1,1 1,-1-1,0 0,-1 0,1 0,-1-1,-1 1,1-1,-1 0,0 0,-1 0,1 1,-1-2,-1 1,1 0,-2 8,1-1,0 0,0 1,-1-1,1 1,-1-1,1 0,0 1,-1-1,1 1,-1-1,1 0,-1 0,1 1,-1-1,1 0,-1 0,1 0,-1 1,1-1,-1 0,1 0,-1 0,1 0,-1 0,1 0,-1 0,1 0,-1 0,0-1,1 1,-1 0,1 0,-1 0,1 0,-1-1,1 1,0 0,-1-1,1 1,-1 0,1-1,-1 1,1 0,0-1,-1 1,1-1,0 1,0-1,-1 1,1-1,0 1,0-1,-2 5,1 1,-1-1,1 1,0-1,1 1,-1-1,1 1,0-1,0 1,1 0,-1-1,1 1,0-1,0 1,0-1,1 0,0 1,0-1,0 0,0 0,0 0,1 0,0-1,0 1,0-1,0 1,0-1,1 0,0-1,-1 1,1 0,0-1,0 0,0 0,1 0,-1 0,0-1,1 0,-1 0,2 1,-1-1,1 0,0 0,-1 0,1-1,0 0,-1 0,1 0,0-1,-1 1,1-2,-1 1,1 0,-1-1,1 0,-1-1,0 1,0-1,0 0,0 0,-1 0,1-1,-1 0,0 0,0 0,0 0,-1 0,1-1,-1 0,2-4,4-12,-2 0,0-1,-2 0,0 0,-2-1,0 0,-1 1,-2-1,0 0,-2-4,2 25,0 1,-1 0,1-1,0 1,0 0,0-1,0 1,0-1,0 1,0 0,1-1,-1 1,0 0,1-1,-1 1,1 0,0 0,-1 0,1-1,0 1,-1 0,1 0,0 0,0 0,0 0,0 0,0 0,0 1,1-1,-1 0,0 0,0 1,0-1,1 1,-1-1,0 1,1 0,-1-1,0 1,1 0,-1 0,0 0,1 0,-1 0,1 0,-1 0,0 1,1-1,-1 0,0 1,0-1,1 1,229 54,-218-53,-10-2,0 0,0 0,0 0,0 0,0 0,0 0,-1 1,1 0,0-1,0 1,0 0,-1 0,1 1,0-1,-1 1,1-1,-1 1,0 0,1 0,-1 0,0 0,0 0,0 0,0 1,-1-1,1 1,-1-1,1 1,-1-1,0 1,0 0,0 0,-1 0,1-1,0 1,-1 0,0 1,-19 55,16-53,0 1,0 0,0 1,1-1,0 0,0 1,1 0,0-1,1 1,-1-1,2 1,-1 0,1-1,1 7,-1-10,1-1,0 0,0 1,0-1,0 0,0 0,1 0,-1-1,1 1,0 0,0-1,0 0,0 0,0 0,0 0,1 0,-1 0,1-1,-1 0,1 0,0 0,-1 0,1 0,0-1,1 1,97-6,-80 0,1-1,-2-1,1-1,-1-1,0 0,-1-2,0 0,-1-2,0 0,2-3,-10 6</inkml:trace>
  <inkml:trace contextRef="#ctx0" brushRef="#br1" timeOffset="75518.352">22730 18081,'6'-37,"22"-63,-24 93,-1 0,1 1,-1 0,2 0,-1 0,1 0,0 1,0 0,0 0,1 0,0 1,0-1,0 2,0-1,1 0,5-1,-8 5,1 0,-1 1,0-1,0 1,0 0,0 0,0 0,0 1,0 0,0-1,-1 1,1 0,0 1,-1-1,0 1,0 0,0-1,0 1,0 1,0-1,-1 0,1 1,1 2,5 5,130 146,-139-156,1-1,0 1,0 0,-1-1,1 1,-1 0,1 0,-1 0,1-1,-1 1,1 0,-1 0,0 0,1 0,-1 0,0 0,0 0,0-1,0 1,0 0,0 0,0 0,0 0,0 0,0 0,0 0,0 0,-1 0,1 0,0 0,-1-1,1 1,-1 0,1 0,-1 0,1-1,-1 1,0 0,1-1,-1 1,0 0,0-1,1 1,-1-1,0 1,0-1,0 1,0-1,1 0,-1 1,0-1,0 0,0 0,0 0,0 0,0 0,0 0,0 0,0 0,0 0,0 0,0 0,0-1,-3 1,0 0,0 0,0-1,-1 1,1-1,0 0,0-1,0 1,0-1,0 0,1 0,-1 0,0 0,1-1,0 1,-1-1,1 0,0 0,0 0,1 0,-1-1,1 1,-1-1,1 0,2 3,0-1,0 1,-1-1,2 1,-1-1,0 1,0 0,0-1,1 1,-1-1,0 1,1-1,0 1,-1 0,1-1,0 1,-1 0,1 0,0-1,0 1,0 0,0 0,0 0,1 0,-1 0,0 0,0 1,1-1,-1 0,0 1,2-2,46-16,-15 12,0 0,0 2,0 2,0 1,1 2,11 2,-42-4,1 1,-1-1,1 1,-1 1,1-1,-1 0,1 1,-1 0,1 0,-1 1,0-1,1 1,-1 0,0 0,0 0,-1 1,1-1,0 1,-1 0,1 0,-1 0,0 0,0 1,0-1,-1 1,1 0,-1 0,0 0,0 0,0 1,-1 11,-2-14,0 1,1 0,-1 0,1-1,0 1,0 0,0 0,1-1,-1 1,0 0,1-1,0 1,0 0,0-1,0 1,0-1,0 1,1-1,-1 0,1 1,-1-1,1 0,0 0,0 0,0 0,0 0,0-1,1 1,-1-1,0 1,1-1,10 0</inkml:trace>
  <inkml:trace contextRef="#ctx0" brushRef="#br1" timeOffset="75975.461">23278 17800,'50'5,"-26"-5,0 1,-1 2,1 0,-1 2,0 0,0 2,0 0,-1 2,0 0,-1 1,14 10,-29-15,-1-1,0 1,0 1,-1-1,0 1,0-1,0 1,0 0,-1 1,0-1,0 1,-1-1,0 1,0 0,-1 0,0 0,0-1,0 3,-1-4,0 0,0 0,1 0,0 0,0 0,0 0,0 0,1 0,0-1,0 1,0-1,1 1,-1-1,1 0,0 0,0 0,0 0,1 0,-1-1,1 0,0 0,0 0,0 0,1 0,-1-1,1 0,-1 0,1 0,0 0,-1-1,1 0,0 0,0 0,0 0,0-1,2 0,4-4,1 0,-1-1,0 0,0-1,-1 0,0-1,0 0,0 0,-1-1,0-1,-1 1,1-1,-2-1,1 0,-1 0,-1 0,0-1,2-6,12-13,-19 30,-1 1,0-1,0 0,0 1,0-1,0 0,0 1,1-1,-1 0,0 1,0-1,1 0,-1 0,0 1,0-1,1 0,-1 0,0 0,1 1,-1-1,0 0,1 0,-1 0,0 0,1 0,-1 1,0-1,1 0,-1 0,0 0,1 0,-1 0,0 0,1 0,-1 0,1 0,-1-1,0 1,1 0,-1 0,0 0,1 0,-1 0,0-1,1 1,-1 0,0 0,0 0,1-1,-1 1,0 0,0-1,1 1,-1 0,0 0,0-1,0 1,0 0,1-1,-1 1,0 0,0-1,1 37,-2-30,1-4,-1 2,0 1,0 1,1-1,-1 0,1 0,0 0,1 0,-1 0,1 0,0 0,0 0,1 0,-1 0,1 0,0-1,0 1,1-1,-1 1,1-1,0 0,0 0,1 0,-1 0,1-1,0 1,0-1,0 0,0 0,0 0,4 1,77 13,-40-14</inkml:trace>
  <inkml:trace contextRef="#ctx0" brushRef="#br1" timeOffset="77360.393">24735 17988,'-11'-6,"0"0,0 1,0 1,-1 0,0 0,0 1,0 0,0 1,0 1,-1 0,1 1,0 0,0 1,-1 0,1 1,0 0,0 1,0 0,0 1,1 0,-3 2,12-5,0 1,-1-1,1 0,0 1,0-1,0 1,0 0,1 0,-1 0,0 0,1 0,0 0,-1 0,1 0,0 0,0 1,0-1,0 0,0 1,1-1,-1 1,1-1,0 1,-1-1,1 1,0-1,1 1,-1-1,0 1,1-1,-1 1,1-1,0 1,0-1,0 0,0 1,0-1,0 0,1 0,-1 0,1 0,-1 0,1 0,0 0,0-1,0 1,2 1,15 8,0-1,1 0,0-2,1 0,0-1,0-2,1 0,-1-1,1-1,0-1,0 0,0-2,1-1,0 2,0 0,1-2,-1-1,0 0,6-3,-23 4,-1 0,1-1,0 0,-1 0,1 0,-1-1,0 1,0-1,0-1,0 1,0-1,-1 0,1 0,-1 0,0 0,0-1,-1 0,1 1,-1-2,0 1,-1 0,1 0,-1-1,1-5,0-1,-1 1,0-1,-1 0,0 0,-1 1,0-1,-1 0,-1-4,2 15,0-1,0 1,-1-1,1 0,-1 1,1-1,-1 1,0 0,1-1,-1 1,0-1,0 1,0 0,0 0,0-1,0 1,0 0,-1 0,1 0,0 0,-1 1,1-1,-1 0,1 0,0 1,-1-1,0 1,1-1,-1 1,1 0,-1 0,1-1,-1 1,0 0,1 1,-1-1,284 5,-279-6,1 0,-1 0,0 1,0 0,1-1,-1 1,0 1,0-1,1 0,-1 1,0-1,0 1,0 0,0 0,0 1,0-1,0 0,0 1,0 0,-1 0,1 0,0 0,-1 0,0 0,1 1,-1-1,0 1,0-1,-1 1,1 0,-1 0,1 0,-1 0,0 0,0 0,0 0,0 0,0 3,-6 35,4-38,-1 1,1-1,0 1,1 0,-1-1,1 1,0 0,-1 0,2-1,-1 1,0 0,1-1,0 1,-1 0,1-1,1 1,-1-1,1 1,-1-1,1 1,0-1,0 0,0 0,1 0,-1 0,1-1,-1 1,1-1,0 1,0-1,9 4,-1-1,0-1,1 1,0-2,0 0,0 0,1-1,-1-1,0 0,1 0,-1-2,1 1,-1-2,0 1,1-2,-1 1,0-2,-1 0,1 0,0-1,-6 2,0 0,0-1,-1 0,1 1,-1-2,0 1,0-1,0 1,-1-1,1-1,-1 1,-1 0,1-1,-1 0,0 0,2-5,-3 17,1-1,-1 1,1 0,0-1,1 0,-1 0,1 0,0 0,0 0,1-1,-1 0,1 0,0 0,3 1,-7-3,1-1,-1 0,1 0,-1 0,1-1,0 1,-1 0,1-1,0 1,-1-1,1 1,0-1,0 0,-1 0,1 1,0-1,0-1,-1 1,1 0,0 0,0-1,-1 1,1-1,0 1,-1-1,1 0,0 1,-1-1,1 0,-1 0,1 0,-1-1,0 1,1 0,-1 0,0-1,0 1,0-1,0 1,0-1,0 1,-1-1,1 0,0 1,-1-1,1 0,-1 1,1-2,-1-4,0 0,0 0,0 1,-1-1,0 0,0 0,0 0,-1 0,0 1,-1-1,1 1,-1-1,-1 1,1 0,-1 0,0 1,0-1,-1 1,1 0,-1 0,0 0,-1 1,1-1,-1 2,0-1,0 0,-2 0,6 3,1 1,1 0,-1 0,1 0,-1 0,1 0,-1-1,0 1,1 0,-1 0,1 0,-1-1,1 1,-1 0,1 0,-1-1,1 1,-1 0,1-1,-1 1,1-1,0 1,-1-1,1 1,0-1,-1 1,1-1,0 1,0-1,-1 1,1-1,0 1,0-1,0 1,0-1,0 0,0 1,0-1,0 1,0-1,0 0,0 1,0-1,0 1,0-1,1 1,-1-1,0 1,0-1,1 1,-1-1,0 1,1-1,-1 1,0-1,1 1,-1-1,1 1,-1 0,1-1,137-14,-109 13,91 5,-117-2,0 0,0 1,0-1,0 1,0 0,0 0,0 0,-1 0,1 0,-1 0,0 1,1-1,-1 1,0 0,-1 0,1 0,0-1,-1 2,1-1,-1 0,0 0,0 0,-1 1,1-1,0 0,-1 1,0-1,0 0,0 1,0-1,-1 0,1 1,-1-1,0 0,-1 3,4 46,-1-50,1 0,0 0,1 0,-1-1,0 1,0-1,1 1,-1-1,1 0,-1 0,1 0,0 0,-1 0,1 0,0-1,0 0,-1 1,1-1,0 0,0 0,-1 0,1-1,0 1,0-1,-1 0,1 1,0-1,-1 0,1 0,-1-1,1 1,9-4,-1 0,0 0,0-1,0-1,-1 0,0 0,0-1,-1 0,0-1,0 0,-1-1,0 1,-1-1,0-1,0 1,-1-1,2-8,-6 15,-2 4,0-1,0 1,0-1,0 1,0-1,0 1,0-1,0 0,0 1,1-1,-1 1,0-1,0 1,0-1,0 1,1 0,-1-1,0 1,1-1,-1 1,0-1,1 1,-1 0,0-1,1 1,-1 0,1-1,-1 1,1 0,-1 0,1-1,-1 1,1 0,-1 0,1 0,-1 0,1 0,-1 0,1-1,-1 1,1 0,-1 1,1-1,-1 0,1 0,-1 0,1 0,-1 0,1 0,-1 1,1-1,-1 0,1 0,0 1,7 14,-4-7,0 0,0-1,1 0,0 0,1 0,0 0,-1-1,2 0,2 2,15 5,1 0,1-2,0-1,0-1,1-1,0-2,1 0,-1-2,1-1,14-1,26 4</inkml:trace>
  <inkml:trace contextRef="#ctx0" brushRef="#br1" timeOffset="78478.606">16 16250,'0'20,"5"21,8 17,8 12,6 7,3 6,0 1,-2-2,-6-6,-7-9,-5-16</inkml:trace>
  <inkml:trace contextRef="#ctx0" brushRef="#br1" timeOffset="79029.381">44 16664,'-12'-44,"2"0,2 0,1-1,3 0,2 0,2-1,2 0,-2 40,0-1,0 1,1 0,0 0,0 0,0 0,1 0,0 0,0 1,0-1,1 1,0-1,0 1,1 0,-1 0,1 0,0 0,0 1,1 0,-1 0,1 0,0 0,0 1,0 0,1 0,-1 0,1 0,1 0,3 3,0-1,0 1,0 1,0 0,0 1,0-1,0 2,-1-1,1 2,-1-1,0 1,0 0,0 1,0 0,-1 1,0 0,0 0,-1 0,1 1,-1 0,-1 1,1 0,-1 0,-1 0,0 0,1 2,-4-7,-1-1,1 1,-1 0,0 0,0-1,0 1,0 0,-1 0,1 0,-1 0,1 0,-1 0,0 0,0 0,-1 0,1 0,-1 0,1 0,-1 0,0 0,0 0,0 0,0-1,-1 1,1 0,-1-1,0 1,1-1,-1 0,0 1,0-1,-1 0,1 0,0 0,-1-1,1 1,-1 0,0-1,-2 1,-6 3,-1-1,1 0,-1-1,0-1,0 0,0 0,0-1,0-1,0 0,0-1,0 0,0 0,0-2,1 1,-1-1,0-1,1 0,-3-3,-12-17,55 22,201 54,-175-43,1-2,-1-3,1-2,-1-3,1-1,-1-4,44-10,-83 12,0 0,-1-1,0-1,0-1,0 0,-1-1,4-2,-13 6,0 1,-1 0,0-1,1 0,-1 0,0 0,-1 0,1-1,-1 1,0-1,0 0,-1 0,1 0,-1-1,0 1,0 0,-1-1,0 0,0 1,0-1,0 1,-1-2,0 2,-1 1,1-1,-1 1,0-1,0 1,0-1,-1 1,1 0,-1 0,0 0,0 0,-1 0,1 0,-1 1,0-1,0 1,0 0,0-1,0 1,-1 1,0-1,1 0,-1 1,0 0,0 0,0 0,-1 1,-1-1,-1-1,0 1,0 1,0-1,-1 1,1 1,-1-1,1 1,-1 1,1-1,-1 1,1 0,0 1,-1 0,1 0,0 1,-6 3,2 0,1 0,0 1,1 1,0 0,0 0,0 1,1 0,0 0,1 1,0-1,1 2,-5 9,8-14,0-1,0 1,1 0,0 0,0 0,1 0,-1 0,1 1,1-1,-1 0,1 1,0-1,0 0,1 1,0-1,0 0,1 0,-1 1,1-1,1 0,-1-1,1 1,0 0,0-1,2 2,2 0,0 1,1-1,0-1,0 0,0 0,1 0,0-1,0-1,1 1,-1-1,1-1,0 0,0 0,0-1,4 0,154 9,-68-14</inkml:trace>
  <inkml:trace contextRef="#ctx0" brushRef="#br1" timeOffset="79507.555">2182 15648,'-19'415,"17"-360,-2-4,3 1,3-1,1 1,5 13,-8-57,2 0,-1 0,1-1,0 1,1 0,0-1,0 0,0 1,1-1,0-1,1 1,0-1,0 1,0-1,0-1,1 1,0-1,0 0,4 2,6-1,1 0,0-2,0 0,0-1,0-1,0 0,1-2,-1 1,0-2,1-1,-1 0,0-1,0-1,0 0,-1-1,1-1,-1-1,-1 0,15-9,15-10</inkml:trace>
  <inkml:trace contextRef="#ctx0" brushRef="#br1" timeOffset="79784.813">1714 16063,'20'-3,"26"-4,27-7,24-5,18-1,10 2,0 7,-21 5</inkml:trace>
  <inkml:trace contextRef="#ctx0" brushRef="#br1" timeOffset="80879.945">2677 16503,'9'-50,"-2"0,-2 0,-3-1,-1 0,-3 0,-3-4,5 50,-1 4,1 0,-1 1,1-1,-1 0,1 0,0 0,0 1,-1-1,1 0,0 0,0 0,0 1,0-1,0 0,0 0,0 0,0 0,0 1,0-1,1 0,-1 0,0 0,1 1,-1-1,0 0,1 0,-1 1,1-1,-1 0,1 1,-1-1,1 1,-1-1,1 0,0 1,-1 0,1-1,0 1,0-1,-1 1,1 0,0-1,0 1,0 0,-1 0,1 0,0-1,131 24,-123-23,0 1,0 0,0 0,0 1,0 0,-1 1,1-1,-1 2,1-1,-1 1,0 1,-1 0,1 0,-1 0,0 1,0 0,0 0,-1 0,0 1,0 0,-1 1,4 6,3 84,-10-39,-1-56,-1-1,0 0,1 0,-1 0,1 0,0 0,0 0,0 0,0 0,0-1,0 1,0 0,0 0,1-1,-1 1,1-1,-1 1,1-1,0 0,0 1,-1-1,1 0,0 0,0 0,0-1,0 1,0 0,0-1,0 1,0-1,2 0,68-5,-28-4,-1-2,0-2,0-2,-1-2,-2-1,23-15,-59 32,0-1,0 0,0 0,0 0,-1 0,1-1,-1 0,1 1,-1-1,0 0,0-1,0 1,0-1,-1 1,1-1,-1 0,0 1,0-1,-1 0,1-1,-1 1,0 0,0 0,0-1,0 1,-1 0,0-1,0 1,0-1,0 1,-1 0,1-1,-1 1,-1 0,0-2,1 2,0 1,-1 0,0 0,1 0,-1 0,0 1,-1-1,1 0,0 1,-1 0,1-1,-1 1,0 0,0 0,0 0,0 1,0-1,0 1,0 0,-1 0,1 0,0 0,-1 0,1 1,0-1,-1 1,1 0,-1 0,1 1,-1-1,1 0,-1 1,1 0,-3 1,0 4,0 0,0 0,1 0,0 1,0-1,0 1,1 1,0-1,0 1,1-1,0 1,1 0,-1 0,2 0,-1 0,1 1,0-1,1 0,0 2,0-6,0 1,0-1,1 1,0-1,0 0,0 1,1-1,-1 0,1 0,0 0,0 0,0 0,1 0,-1 0,1-1,0 1,0-1,0 0,1 0,-1 0,1 0,-1-1,1 0,0 1,0-1,0 0,0-1,1 1,-1-1,4 1,0 0,1 0,1-1,-1 0,0 0,0-1,0 0,0-1,0 0,0-1,0 1,0-2,0 1,0-1,7-4,-9 2,1 0,-1 0,0 0,-1-1,1-1,-1 1,0-1,-1 0,0 0,0 0,0-1,-1 0,0 0,-1 0,1 0,-2-1,1 1,-1-1,-1 0,1 0,-1 0,-1 1,0-1,0 0,-1 0,0 0,0-1,3-4,7 34,-1 0,0 0,1-1,1 0,0-1,2 0,5 6,-15-20,1 0,1-1,-1 1,1-1,-1 1,1-1,0 0,0 0,1-1,-1 1,0-1,1 0,-1 0,1-1,0 1,0-1,0 0,0 0,-1 0,1-1,0 0,0 0,0 0,0-1,0 1,0-1,0-1,0 1,-1 0,1-1,6-5,-1 1,-1-2,1 1,-1-1,0-1,-1 0,0 0,-1 0,0-1,0 0,-1-1,0 1,-1-1,0 0,-1-1,0 1,-1-1,0 1,0-1,-2 0,1-7,-4 27,1 1,0 0,0-1,1 1,0 0,1-1,0 1,0 0,1-1,0 1,0-1,1 0,0 1,0-1,1-1,0 1,1 0,0-1,0 0,0 0,1-1,0 1,0-1,5 3,-4-6,2 0,-1-1,0 1,0-2,1 1,-1-1,1 0,-1-1,1 0,-1-1,1 1,-1-2,1 1,-1-1,0 0,1-1,-1 0,-1 0,1-1,0 0,-1 0,0-1,0 0,0 0,0-1,-1 1,0-2,0 1,-1 0,0-1,0 0,0-1,-1 1,0-1,-1 1,1-1,-2 0,1-1,-1 1,0-1,7-86,-9 108,0-1,1 1,1-1,0 1,1-1,0 0,1 0,0 0,1 0,0-1,1 1,0-1,1-1,0 1,0-1,1-1,1 1,0-1,0-1,1 1,0-2,0 1,1-2,0 1,6 2,-2-3,1 0,0-2,0 1,0-2,0 0,0-1,1-1,4 0,18-2</inkml:trace>
  <inkml:trace contextRef="#ctx0" brushRef="#br1" timeOffset="81473.761">4749 16009,'9'1,"0"0,1 0,-1 1,0 0,0 0,0 1,0 1,-1-1,1 2,-1-1,0 1,0 0,-1 0,1 1,-1 0,0 1,-1 0,0 0,0 0,0 0,-1 1,0 0,0 0,-1 1,0-1,-1 1,0 0,0 0,-1 0,0 0,-1 0,1 7,1 19,-2 1,-1-1,-2 0,-1 0,-2 0,-2 0,-3 10,-11 70,19-108,0-1,1 1,0-1,0 1,1-1,0 1,0-1,0 1,1 0,0-1,0 1,1-1,-1 0,2 1,-1-1,1 0,-1 0,2-1,-1 1,1 0,0-1,0 0,0 0,5 4,-4-5,0 0,1-1,-1 0,1 0,0-1,-1 1,1-1,0-1,0 1,1-1,-1 0,0 0,0-1,0 1,1-2,-1 1,0-1,0 0,1 0,-1 0,0-1,0 0,-1 0,1-1,0 1,-1-1,1-1,-1 1,0-1,0 0,0 0,-1 0,1 0,-1-1,0 0,-1 0,1 0,-1-1,1-1,-1-2,-1 0,-1 0,1 0,-2 0,1-1,-1 1,0 0,-1 0,0-1,-1 1,0 0,0 0,-1 0,0 0,0 1,-1-1,-4-6,-5-7,0 1,-2 1,0 0,-1 0,-1 2,-2-1,-3-2,-1 1,-1 1,-1 1,-1 1,0 1,-1 2,0 0,-1 2,-1 1,-16-3,-22-7,67 21,0-1,-1 1,1-1,0 1,0-1,-1 0,1 1,0-1,0 1,0-1,0 0,0 1,0-1,0 0,0 1,0-1,0 1,0-1,0 0,0 1,0-1,0 1,1-1,-1 0,0 1,1-1,-1 1,0-1,1 1,-1-1,0 1,1-1,-1 1,1 0,-1-1,1 1,-1-1,1 1,-1 0,1 0,0-1,-1 1,1 0,-1 0,1 0,0-1,-1 1,1 0,-1 0,1 0,0 0,0 0,50-21,1 2,1 2,7 1,-28 7,201-45,-229 52,1 1,0 0,0 0,-1 0,1 0,0 1,0-1,0 1,0 1,0-1,0 1,0-1,0 2,0-1,-1 0,1 1,-1 0,1 0,-1 0,1 1,-1-1,0 1,0 0,0 0,-1 1,1-1,-1 1,0 0,0 0,0 0,-1 4,0 0,0 0,-1 0,-1 0,1 0,-2 1,1-1,-1 0,0 0,0 0,-2 5,-2 69,6-77,1-1,0 0,0 0,0 0,1 0,-1-1,1 1,0-1,0 1,0-1,0 0,1 0,0 0,-1-1,1 1,0-1,0 0,0 0,0 0,1-1,-1 1,0-1,1 0,-1 0,1-1,-1 1,1-1,-1 0,1 0,-1-1,1 1,1-1,14-4</inkml:trace>
  <inkml:trace contextRef="#ctx0" brushRef="#br1" timeOffset="81653.968">5231 15795,'0'0</inkml:trace>
  <inkml:trace contextRef="#ctx0" brushRef="#br1" timeOffset="82087.807">5484 15287,'40'109,"-5"3,-5 0,-4 2,-6 1,23 222,-43-331,1 1,0-1,0 0,0 0,1 0,0 0,0 0,0 0,1-1,0 1,0-1,1 1,-1-1,1 0,0-1,0 1,1-1,-1 1,1-1,0-1,0 1,1-1,-1 0,1 0,-1 0,1-1,7 0,0-2,-1 0,1 0,0-1,-1-1,1 0,-1-1,1 0,-1-1,0 0,-1-1,1-1,-1 1,0-2,0 0,-1 0,0-1,0 0,1-2,1 0,0 0,-1-1,-1-1,0 0,0 0,-1-1,-1 0,0 0,-1-1,0 0,-1 0,-1-1,0 0,-1 0,0-6,-5 35,0 0,0 0,1 0,1 0,0 0,1 0,4 13,-5-22,0 1,1-1,0 1,0-1,1 0,0 0,0 0,0 0,0-1,0 1,1-1,0 0,0 0,0 0,1 0,-1-1,1 0,0 0,0 0,0 0,0-1,0 0,4 1,24 3,-2-5</inkml:trace>
  <inkml:trace contextRef="#ctx0" brushRef="#br1" timeOffset="82245.385">6287 15754,'-21'-4,"-15"-2,-11 0,-7 2,-5-2,-4 1,8 1</inkml:trace>
  <inkml:trace contextRef="#ctx0" brushRef="#br1" timeOffset="82416.95">5471 15634,'21'-6,"17"-6,17-2,16-1,15 0,9 0,4 2,-15 4</inkml:trace>
  <inkml:trace contextRef="#ctx0" brushRef="#br1" timeOffset="82625.369">6540 16049,'2'18,"1"13,3 8,-1 2,2-2,1-4,5-9,2-9,-2-7</inkml:trace>
  <inkml:trace contextRef="#ctx0" brushRef="#br1" timeOffset="82807.591">6366 15447,'-4'-4,"7"5,12 11,4 4</inkml:trace>
  <inkml:trace contextRef="#ctx0" brushRef="#br1" timeOffset="83177.291">6847 15995,'23'-34,"-1"-1,-2 0,-2-2,-1 0,-2-1,-2-1,-1 0,-2-1,-2 0,-2 0,-1 0,-1-42,-2 58,-2 0,0 0,-2 0,0 0,-2 0,-1 1,0-1,-4-6,8 27,1 1,0-1,-1 1,1-1,-1 1,0-1,0 1,0 0,0-1,0 1,0 0,-1 0,1 0,-1 0,1 0,-1 0,0 0,0 0,0 1,0-1,0 1,0 0,0-1,-1 1,1 0,0 0,-1 0,1 1,-1-1,1 1,0-1,-1 1,0 0,1 0,-1 0,1 0,-1 0,1 0,-1 1,-1 0,-1 3,0 1,1 0,-1 0,1 0,0 0,1 0,-1 1,1 0,0 0,0 0,1 0,0 0,0 0,0 3,-9 34,2 1,2 0,2 0,2 1,1-1,3 1,4 21,-3-31,3-1,0 0,2 0,2-1,1 0,2 0,15 30,-21-50,0-2,1 1,1-1,-1 0,2-1,0 1,0-2,1 1,0-2,0 1,1-1,0-1,1 0,0 0,0-1,0-1,0 0,1 0,0-2,0 1,12 0,-10-3,1 0,0-1,0-1,-1-1,1 0,0-1,-1 0,0-1,0-1,0-1,-1 0,1-1,-1 0,-1-1,1-1,-2 0,11-10,-3 2,-1 0,-1-2,-1 0,-1-1,0-1,-2 0,0-1,-2-1,0 0,3-13,7-54,-22 89,0 0,0 0,0 0,0 1,0-1,0 0,0 0,0 0,0 1,0-1,-1 0,1 0,0 1,0-1,-1 0,1 0,0 1,-1-1,1 0,-1 1,1-1,-1 0,1 1,-1-1,0 1,1-1,-1 1,0-1,1 1,-1 0,0-1,0 1,1 0,-1 0,0-1,0 1,1 0,-1 0,0 0,0 0,0 0,1 0,-1 0,0 0,0 0,0 0,1 0,-1 1,-35 21,23-8,0 1,1 0,1 1,0 0,1 1,1 0,0 1,2 0,0 0,1 0,-1 7,5-18,0 0,0 0,1 0,0 0,0 0,1 1,0-1,0 0,1 0,0 0,0 0,1 0,-1 0,2 0,-1 0,1 0,0-1,0 1,1-1,0 0,0 0,1 1,10 3,0 0,1-1,0 0,1-2,-1 0,2 0,-1-2,1 0,-1-1,1-1,1 0,-1-2,0 0,0-1,11-1,52 1</inkml:trace>
  <inkml:trace contextRef="#ctx0" brushRef="#br1" timeOffset="84264.783">310 17988,'24'-198,"-14"144,-8 44,-1-5,0 0,2 0,0 0,0 0,2 0,0 1,0-1,1 1,1 1,1-1,0 1,0 0,1 1,4-3,-11 13,1 0,0 0,0 0,0 0,0 1,0 0,0-1,0 1,0 0,0 1,1-1,-1 0,0 1,1 0,-1 0,0 0,1 0,-1 0,0 1,1 0,-1-1,0 1,0 0,0 1,0-1,0 1,1 0,72 56,-64-47,0 1,-1 0,0 1,-1 0,0 1,-1 0,-1 1,0-1,-1 2,0-1,2 13,-8-25,-1-1,1 0,-1 0,0 1,0-1,0 0,0 1,0-1,0 0,-1 1,1-1,-1 0,0 0,1 0,-1 1,0-1,0 0,-1 0,1 0,0 0,-1-1,1 1,-1 0,1 0,-1-1,0 1,0-1,0 0,0 1,0-1,0 0,0 0,0 0,0-1,0 1,-1 0,1-1,-1 1,-4 0,1 0,-1 0,1-1,-1 0,0 0,1 0,-1-1,1 0,-1 0,1-1,-1 0,1 0,-1-1,3 1,-1 0,1 0,0 0,0-1,1 1,-1-1,0 0,1 0,0 0,0-1,0 1,0-1,0 0,1 0,-1 0,1 0,0 0,0-2,2 3,1 1,0-1,1 1,-1 0,0 0,1-1,-1 1,1 0,0 0,0 0,0 0,0 1,0-1,0 1,0-1,0 1,1-1,-1 1,0 0,1 0,-1 0,1 1,-1-1,1 1,0-1,-1 1,1 0,0 0,-1 0,3 0,3-1,45-10,4 0,1-2,-2-3,19-10,-55 19,0-1,0-2,-1 0,0 0,-1-2,-1 0,1-1,11-13,-27 24,0 1,0-1,-1 0,1 1,0-1,-1 0,1 0,-1-1,0 1,0 0,0 0,0-1,0 1,0 0,0-1,-1 1,1-1,-1 1,0-1,0 1,0-1,0 1,0-1,-1 1,1-1,0 1,-1-1,0 1,0 0,0-1,0 1,0 0,0 0,-1 0,1 0,-1 0,1 0,-1 0,0 0,0 0,1 1,-1-1,-1 1,1-1,0 1,0 0,-1-1,-1 1,1-1,-1 1,1 0,-1 0,0 0,1 0,-1 1,0-1,0 1,1 0,-1 0,0 1,0-1,1 1,-1-1,0 1,1 0,-1 1,1-1,-1 1,1-1,0 1,0 0,-1 0,1 0,1 1,-1-1,0 1,0 0,1-1,0 1,-1 0,1 1,1-1,-1 0,-1 4,0-1,0 0,1 0,-1 0,1 1,1-1,-1 1,1 0,1-1,-1 1,1 0,0-1,0 1,1 0,0-1,0 1,1-1,0 1,0-1,0 0,1 1,0-1,0-1,0 1,1 0,0-1,0 1,1-1,-1-1,6 6,2-3,1-1,-1 0,1 0,1-1,-1-1,1 0,-1-1,1-1,0 0,0-1,0 0,0-1,0 0,0-2,0 1,5-3,43-6</inkml:trace>
  <inkml:trace contextRef="#ctx0" brushRef="#br1" timeOffset="86376.114">1473 17372,'2'20,"1"-1,1-1,1 1,0 0,1-1,1 0,1-1,0 1,2-1,5 7,45 47,-58-69,0 0,1 0,0-1,-1 1,1-1,0 1,0-1,0 0,0 0,0 0,0 0,0-1,0 0,0 1,1-1,-1 0,0 0,0 0,0-1,0 1,0-1,1 0,-1 0,-1 0,1 0,0 0,2-2,5-5,-1-1,-1 0,0 0,0 0,0-1,-2-1,1 1,-1-1,-1 0,0 0,0-1,-1 1,-1-1,0 0,0 0,0-11,4-52,-8 111,5 83,-3-115,0 1,0-1,1 1,-1-1,1 0,0 1,0-1,1 0,-1 0,1 0,0-1,0 1,0-1,0 1,1-1,-1 0,1 0,0-1,0 1,0-1,0 0,0 0,0 0,4 0,5 0,1-1,0 0,-1-1,1-1,-1 0,1-1,-1 0,1-1,-1-1,0 0,0-1,-1 0,1-1,-1 0,-1-1,1-1,-1 1,0-2,-1 0,0 0,0-1,0-1,-5 6,0-1,-1 1,0-1,0-1,0 1,-1 0,1-1,-2 0,1 0,-1 1,0-2,0-1,-3 19,0 1,1-1,0 0,1 1,0-1,0 0,1 0,0 1,1-1,0-1,4 7,-6-11,2 0,-1 0,0 0,1 0,0-1,0 1,0-1,1 0,-1 0,1 0,0 0,0-1,1 1,-1-1,1 0,-1-1,1 1,0-1,0 0,0 0,0 0,0-1,2 0,-3 0,1-1,0-1,0 1,0-1,-1 0,1 0,0 0,-1-1,1 1,-1-1,0 0,1-1,-1 1,0-1,0 0,-1 1,1-2,0 1,-1 0,0-1,0 0,2-3,4-4,-1-1,-1 0,0-1,-1 0,0 0,-1 0,0-3,9-64,-14 92,0 0,0 0,1 0,1 0,0 0,0 0,1-1,1 1,0-1,1 1,-3-7,0-1,0 1,1-1,-1 0,1 0,0 0,1 0,-1 0,0-1,1 1,0-1,0 0,0 0,0 0,0-1,1 0,-1 0,1 0,0 0,-1 0,1-1,0 0,0 0,0 0,4-1,4-2,-1 0,1-1,0 0,-1-1,0 0,0-1,0 0,-1-1,1-1,-1 0,-1 0,1-1,-2 0,1-1,-1 0,0-1,-1 0,1-1,39-55,-39 78,-7-4,0 0,0 1,1-1,0 0,0-1,1 1,0 0,1-1,0 0,0 0,0-1,1 1,0-1,0 0,0 0,1-1,0 0,0 0,0-1,1 0,0 0,-1-1,1 0,1 0,-1-1,0 0,0 0,1-1,0 0,8 1,1-1,0 0,0-2,0 0,0-1,0-1,-1 0,1-1,-1-1,0-1,0-1,-1 0,0-1,0-1,14-9,7-20,-36 37,0 0,-1 0,1 0,0 0,0 0,-1-1,1 1,-1 0,1-1,-1 1,1 0,-1-1,0 1,0-1,0 1,0 0,0-1,0 1,0-1,0 1,0 0,-1-1,1 1,0 0,-1-1,0 1,1 0,-1 0,0-1,1 1,-1 0,0 0,0 0,0-1,-5-1,-1 0,1 0,0 1,-1-1,1 1,-1 1,0-1,0 1,0 0,0 1,0 0,1 0,-1 0,0 1,0 0,0 0,0 1,1 0,-1 0,1 1,-3 0,2 0,1 0,-1 0,1 1,-1 0,1 0,0 1,0-1,1 1,-1 0,1 1,0-1,1 1,0 0,-1 0,2 1,-1-1,1 1,-2 6,4-11,1-1,0 0,0 1,0-1,1 0,-1 0,0 1,0-1,1 0,-1 1,1-1,-1 0,1 0,0 0,-1 0,1 0,0 0,0 1,0-2,-1 1,1 0,0 0,0 0,1 0,-1-1,0 1,0 0,0-1,0 1,1-1,-1 1,0-1,0 0,1 1,-1-1,0 0,1 0,0 0,53 1,61-31,-113 29,-1 0,0 1,0 0,1-1,-1 1,0 0,1 0,-1 0,0 1,0-1,1 0,-1 1,0 0,0-1,1 1,-1 0,0 0,0 0,0 0,0 1,0-1,-1 1,1-1,0 1,-1-1,1 1,-1 0,1 0,-1 0,0 0,0 0,0 0,0 0,0 0,0 0,0 0,-1 1,1-1,-1 1,1 0,37 70,-36-71,0 0,0 0,0 0,0 0,1 0,-1 0,0-1,1 1,-1-1,1 0,0 0,-1 0,1 0,0 0,0 0,-1-1,1 0,0 1,0-1,0 0,0 0,0 0,0-1,-1 1,1-1,0 0,1 0,5-2,0-1,0 0,-1 0,1-1,-1 0,0-1,-1 1,1-2,-1 1,0-1,-1 0,0 0,0-1,0 1,-1-1,2-5,2-5,0 0,-1 0,-1-1,-1 0,0 0,-2-1,1-8,1-16,-2 0,-2-1,-2 1,-2-1,-2 1,-7-32,-15 3,25 73,1-1,-1 1,0-1,0 1,0 0,0-1,0 1,0 0,0 0,0 0,0 0,0 0,0 0,0 0,0 0,0 0,0 1,0-1,0 0,0 1,0-1,0 0,0 1,0-1,0 1,0 0,0-1,1 1,-1 0,0-1,0 1,1 0,-1 0,1 0,-1-1,1 1,-1 0,1 0,-1 0,1 0,0 0,-1 0,1 0,0 0,-11 25,1-1,2 1,0 0,2 1,1-1,1 1,1 0,1 24,0-27,1-1,2 1,0-1,1 1,1-1,6 18,-7-33,0-1,0 1,1-1,0 0,1 0,0-1,0 1,0-1,1 0,0 0,0 0,0-1,1 1,0-1,0-1,0 1,0-1,1 0,0 0,0-1,0 0,3 1,5-1,-1 1,1-2,0 0,0-1,0 0,0-1,0-1,-1-1,1 0,0 0,-1-2,1 0,-1 0,0-1,9-5,-3 0,-1 0,0-1,0-1,-1 0,-1-2,0 0,0-1,-2 0,0-1,3-6,-14 17,-4 5,0-1,0 0,0 0,0 0,0 1,0-1,0 0,1 1,-1-1,0 0,1 0,-1 1,0-1,1 1,-1-1,1 0,-1 1,1-1,-1 1,1-1,0 1,-1-1,1 1,-1 0,1-1,0 1,0 0,-1-1,1 1,0 0,-1 0,1 0,0-1,0 1,-1 0,1 0,0 0,0 0,-1 0,1 1,0-1,0 0,-1 0,0 53,-1-49,0 1,0 0,0 0,0 0,1 0,0 0,0 0,0 0,0 0,1 0,0 0,0 0,0 0,1 0,0 0,0-1,0 1,0-1,1 1,0-1,0 0,0 0,0 0,0-1,1 1,0-1,0 1,0-1,0-1,0 1,0 0,1-1,6-1,1 0,-1-1,0 0,0 0,1-1,-1-1,0 0,0-1,0 0,0 0,-1-1,0-1,1 0,-1 0,-1-1,1 0,-1-1,0 0,-1 0,5-5,-9 8,-3 3,-1 0,1 0,-1 0,1 0,0 0,-1 0,1 1,0-1,0 0,-1 0,1 0,0 1,0-1,0 1,0-1,0 0,0 1,0 0,0-1,0 1,0 0,0-1,0 1,0 0,0 0,1 0,-1 0,0 0,0 0,0 0,0 0,0 1,0-1,0 0,0 1,0-1,0 0,0 1,0-1,0 1,0 0,0-1,0 1,0 0,-1 0,1-1,0 1,0 1,9 25,-9-24,-1 0,1 1,-1-1,1 0,0 0,1 0,-1 0,0-1,1 1,-1 0,1 0,0-1,0 1,0-1,0 0,1 1,-1-1,1 0,-1-1,1 1,0 0,-1-1,1 1,0-1,0 0,0 0,0 0,0 0,3 0,2-2,0 0,0 0,0 0,0-1,0 0,0-1,0 0,-1 0,1-1,-1 1,0-2,0 1,0-1,-1 0,1 0,34-22,-39 26,0 1,0 0,0 0,0-1,0 1,1 1,-1-1,0 0,0 0,0 1,0-1,0 1,0 0,0-1,0 1,0 0,-1 0,1 1,0-1,0 0,-1 0,1 1,-1-1,1 1,-1-1,0 1,1 0,-1 0,0-1,0 1,0 0,-1 0,1 0,0 0,-1 0,1 0,-1 0,0 0,1 1,13 22,-12-22,0-1,1 1,-1-1,1 0,0 0,0 0,0 0,0-1,0 1,0-1,1 0,-1 0,0 0,1 0,-1 0,1-1,-1 1,0-1,1 0,-1 0,1-1,-1 1,1-1,1 0,80-26,-84 27,280-149,-278 147,-1 0,1 1,-1-1,1 1,0 0,0 0,0 0,0 0,-1 0,1 1,0-1,0 1,0 0,0 0,0 0,1 0,-1 0,-1 1,1-1,0 1,0 0,0 0,0 0,0 0,-1 1,1-1,0 1,-1 0,1-1,-1 1,0 1,29 82,-30-77,1 0,-1-1,1 1,1 0,-1-1,1 0,0 0,1 0,0 0,0 0,0-1,1 1,1-1,0-1,1 0,0-1,1 0,-1-1,1 0,-1 0,1 0,0-1,0 0,6 0,20 6,22 3,-41-12</inkml:trace>
  <inkml:trace contextRef="#ctx0" brushRef="#br1" timeOffset="86639.974">5404 17212,'-13'0,"-8"0,-1 0,6 0,18 2,20 4,6 0</inkml:trace>
  <inkml:trace contextRef="#ctx0" brushRef="#br1" timeOffset="87195.306">6620 17466,'-1'-1,"-14"-13,0 1,-1 0,-1 1,0 1,0 1,-1 0,0 1,-1 1,0 1,-2 0,14 6,1 1,0 0,0 0,0 0,-1 1,1 0,0 0,0 1,0 0,0 0,0 0,1 0,-1 1,1 0,-1 1,1-1,0 1,1 0,-1 0,0 0,1 1,0-1,0 1,1 0,-1 0,1 1,0-1,0 1,1 0,0-1,0 1,0 0,1 0,-1 0,1 1,1-1,-1 4,1-7,0 0,0-1,1 1,-1 0,1 0,-1 0,1-1,0 1,0 0,0-1,0 1,1-1,-1 1,1-1,-1 1,1-1,0 0,0 0,0 0,0 0,0 0,0-1,1 1,-1 0,1-1,-1 0,1 0,-1 0,1 0,0 0,0 0,-1-1,1 1,5 0,0 0,0-1,0 0,1 0,-1 0,0-1,0-1,0 1,-1-1,1-1,1 0,7-4,-1 0,0-1,0-1,-1-1,0 0,-1 0,0-2,-1 0,0 0,0-1,-2 0,1-1,-2 0,0-1,-1 0,0 0,-1-1,-1 0,0 0,-1-1,-1 1,-1-1,0 0,-1 0,-1-16,-1-7,-2-1,-1 1,-2 0,-2 0,-2 1,-2-1,-1 2,-12-25,-16-8,40 71,-1-1,1 1,-1-1,0 1,1 0,-1 0,0-1,1 1,-1 0,0 0,1 0,-1 0,0 0,0 0,1 0,-1 0,0 0,1 0,-1 0,0 0,0 0,1 1,-1-1,1 0,-1 0,0 1,1-1,-1 1,0-1,1 0,-1 1,1-1,-1 1,1-1,-1 1,1 0,0-1,-1 1,1-1,0 1,-1 0,1-1,0 1,0 0,-1-1,1 1,0 0,0-1,0 1,0 0,0 0,0-1,0 1,0 0,0-1,1 2,-6 24,1 1,1 0,2 0,0-1,2 4,-1-2,-1 15,2 0,2 0,2 0,1 0,2-1,3 0,1-1,13 29,-23-62,2 0,-1 0,1 0,0-1,1 0,-1 0,2 0,-1 0,1-1,0 0,0 0,0-1,1 0,0 0,0 0,0-1,1 0,0 0,-1-1,1 0,0 0,1-1,-1 0,0-1,1 1,-1-2,1 1,-1-1,6-1,-2-3,0 0,-1-1,1-1,-1 0,0 0,0-1,-1-1,0 0,0 0,-1-1,0 0,0 0,-1-1,0 0,-1-1,-1 0,1 0,-1 0,-1-1,0 0,-1 0,-1 0,1 0,-2-1,0 0,0 1,-1-1,-1-7,0 13,-1 1,-1-1,1 1,-1-1,0 1,0 0,-1 0,0 0,0 0,0 0,-1 1,-1-2,4 5,-1 0,1 1,-1-1,1 0,-1 1,1-1,-1 1,0 0,0 0,0-1,0 1,0 0,0 1,0-1,0 0,0 0,0 1,-1 0,1-1,0 1,0 0,0 0,-1 0,1 0,0 1,0-1,-1 0,1 1,0 0,0-1,0 1,0 0,0 0,0 0,0 0,0 1,0 0,-5 4,1 0,0 1,0 0,1 1,0-1,0 1,1 0,0 0,0 0,1 1,0-1,0 1,1 0,0-1,1 1,0 0,0 0,1 0,0 1,1-1,0 0,0-1,1 1,0 0,3 6,1-4,1-1,1 0,-1-1,2 1,-1-2,1 1,0-1,1 0,0-1,0-1,1 1,0-1,0-1,0 0,0-1,1 0,0-1,0 0,0 0,0-2,12 1,57 10</inkml:trace>
  <inkml:trace contextRef="#ctx0" brushRef="#br1" timeOffset="87558.48">8265 16984,'-7'-6,"0"-1,-1 2,1-1,-1 1,-1 0,1 0,-1 1,1 0,-1 1,-1 0,1 0,0 1,-1 0,1 1,-1 0,1 0,-1 1,1 0,-1 1,-3 1,-1 1,0 1,0 0,1 2,-1-1,1 2,1-1,-1 2,1 0,1 0,-1 1,1 1,1 0,0 0,0 1,1 0,1 0,-1 1,2 1,0-1,0 1,1 0,1 1,0-1,1 1,1 0,0 0,-1 10,4-16,1 0,0-1,0 1,0 0,1 0,0-1,0 1,1-1,0 0,0 0,1 0,0 0,0 0,1-1,0 1,0-1,0-1,1 1,-1-1,1 0,1 0,-1-1,1 1,0-1,0-1,0 1,0-2,1 1,-1 0,4-1,21 5,0-3,1 0,-1-2,1-1,0-2,0-1,-1-2,1-1,-1-1,-1-2,1-1,28-14,19-8,-14 0</inkml:trace>
  <inkml:trace contextRef="#ctx0" brushRef="#br1" timeOffset="87743.8">8706 16851,'-2'23,"-1"21,-2 14,-1 9,2 4,1 0,0-6,2-10,1-11,4-13,7-13,5-13,1-8</inkml:trace>
  <inkml:trace contextRef="#ctx0" brushRef="#br1" timeOffset="87998.576">9133 16945,'-22'7,"-18"8,-10 8,-6 8,3 5,4 6,12 3,14 1,17-2,25 0,23-6,24-8,23-8,19-10,17-10,9-11,-2-10,-24 0</inkml:trace>
  <inkml:trace contextRef="#ctx0" brushRef="#br1" timeOffset="109791.98">22342 12159,'0'0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03.11.2024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03.11.2024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03.11.2024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03.11.2024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03.11.2024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03.11.2024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03.11.2024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03.11.2024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0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5.png"/><Relationship Id="rId21" Type="http://schemas.openxmlformats.org/officeDocument/2006/relationships/image" Target="../media/image14.png"/><Relationship Id="rId7" Type="http://schemas.openxmlformats.org/officeDocument/2006/relationships/image" Target="../media/image7.png"/><Relationship Id="rId12" Type="http://schemas.openxmlformats.org/officeDocument/2006/relationships/customXml" Target="../ink/ink6.xm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9.png"/><Relationship Id="rId24" Type="http://schemas.openxmlformats.org/officeDocument/2006/relationships/customXml" Target="../ink/ink12.xml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13.png"/><Relationship Id="rId4" Type="http://schemas.openxmlformats.org/officeDocument/2006/relationships/customXml" Target="../ink/ink2.xml"/><Relationship Id="rId9" Type="http://schemas.openxmlformats.org/officeDocument/2006/relationships/image" Target="../media/image8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13" Type="http://schemas.openxmlformats.org/officeDocument/2006/relationships/image" Target="../media/image24.png"/><Relationship Id="rId7" Type="http://schemas.openxmlformats.org/officeDocument/2006/relationships/image" Target="../media/image21.png"/><Relationship Id="rId12" Type="http://schemas.openxmlformats.org/officeDocument/2006/relationships/customXml" Target="../ink/ink18.xml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23.png"/><Relationship Id="rId10" Type="http://schemas.openxmlformats.org/officeDocument/2006/relationships/customXml" Target="../ink/ink17.xml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1.xml"/><Relationship Id="rId5" Type="http://schemas.openxmlformats.org/officeDocument/2006/relationships/image" Target="../media/image26.png"/><Relationship Id="rId4" Type="http://schemas.openxmlformats.org/officeDocument/2006/relationships/customXml" Target="../ink/ink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1.png"/><Relationship Id="rId21" Type="http://schemas.openxmlformats.org/officeDocument/2006/relationships/customXml" Target="../ink/ink32.xml"/><Relationship Id="rId42" Type="http://schemas.openxmlformats.org/officeDocument/2006/relationships/image" Target="../media/image49.png"/><Relationship Id="rId47" Type="http://schemas.openxmlformats.org/officeDocument/2006/relationships/customXml" Target="../ink/ink45.xml"/><Relationship Id="rId63" Type="http://schemas.openxmlformats.org/officeDocument/2006/relationships/customXml" Target="../ink/ink53.xml"/><Relationship Id="rId68" Type="http://schemas.openxmlformats.org/officeDocument/2006/relationships/image" Target="../media/image62.png"/><Relationship Id="rId84" Type="http://schemas.openxmlformats.org/officeDocument/2006/relationships/image" Target="../media/image70.png"/><Relationship Id="rId16" Type="http://schemas.openxmlformats.org/officeDocument/2006/relationships/image" Target="../media/image36.png"/><Relationship Id="rId11" Type="http://schemas.openxmlformats.org/officeDocument/2006/relationships/customXml" Target="../ink/ink27.xml"/><Relationship Id="rId32" Type="http://schemas.openxmlformats.org/officeDocument/2006/relationships/image" Target="../media/image44.png"/><Relationship Id="rId37" Type="http://schemas.openxmlformats.org/officeDocument/2006/relationships/customXml" Target="../ink/ink40.xml"/><Relationship Id="rId53" Type="http://schemas.openxmlformats.org/officeDocument/2006/relationships/customXml" Target="../ink/ink48.xml"/><Relationship Id="rId58" Type="http://schemas.openxmlformats.org/officeDocument/2006/relationships/image" Target="../media/image57.png"/><Relationship Id="rId74" Type="http://schemas.openxmlformats.org/officeDocument/2006/relationships/image" Target="../media/image65.png"/><Relationship Id="rId79" Type="http://schemas.openxmlformats.org/officeDocument/2006/relationships/customXml" Target="../ink/ink61.xml"/><Relationship Id="rId5" Type="http://schemas.openxmlformats.org/officeDocument/2006/relationships/customXml" Target="../ink/ink24.xml"/><Relationship Id="rId19" Type="http://schemas.openxmlformats.org/officeDocument/2006/relationships/customXml" Target="../ink/ink31.xml"/><Relationship Id="rId14" Type="http://schemas.openxmlformats.org/officeDocument/2006/relationships/image" Target="../media/image35.png"/><Relationship Id="rId22" Type="http://schemas.openxmlformats.org/officeDocument/2006/relationships/image" Target="../media/image39.png"/><Relationship Id="rId27" Type="http://schemas.openxmlformats.org/officeDocument/2006/relationships/customXml" Target="../ink/ink35.xml"/><Relationship Id="rId30" Type="http://schemas.openxmlformats.org/officeDocument/2006/relationships/image" Target="../media/image43.png"/><Relationship Id="rId35" Type="http://schemas.openxmlformats.org/officeDocument/2006/relationships/customXml" Target="../ink/ink39.xml"/><Relationship Id="rId43" Type="http://schemas.openxmlformats.org/officeDocument/2006/relationships/customXml" Target="../ink/ink43.xml"/><Relationship Id="rId48" Type="http://schemas.openxmlformats.org/officeDocument/2006/relationships/image" Target="../media/image52.png"/><Relationship Id="rId56" Type="http://schemas.openxmlformats.org/officeDocument/2006/relationships/image" Target="../media/image56.png"/><Relationship Id="rId64" Type="http://schemas.openxmlformats.org/officeDocument/2006/relationships/image" Target="../media/image60.png"/><Relationship Id="rId69" Type="http://schemas.openxmlformats.org/officeDocument/2006/relationships/customXml" Target="../ink/ink56.xml"/><Relationship Id="rId77" Type="http://schemas.openxmlformats.org/officeDocument/2006/relationships/customXml" Target="../ink/ink60.xml"/><Relationship Id="rId8" Type="http://schemas.openxmlformats.org/officeDocument/2006/relationships/image" Target="../media/image32.png"/><Relationship Id="rId51" Type="http://schemas.openxmlformats.org/officeDocument/2006/relationships/customXml" Target="../ink/ink47.xml"/><Relationship Id="rId72" Type="http://schemas.openxmlformats.org/officeDocument/2006/relationships/image" Target="../media/image64.png"/><Relationship Id="rId80" Type="http://schemas.openxmlformats.org/officeDocument/2006/relationships/image" Target="../media/image68.png"/><Relationship Id="rId85" Type="http://schemas.openxmlformats.org/officeDocument/2006/relationships/customXml" Target="../ink/ink64.xml"/><Relationship Id="rId3" Type="http://schemas.openxmlformats.org/officeDocument/2006/relationships/customXml" Target="../ink/ink23.xml"/><Relationship Id="rId12" Type="http://schemas.openxmlformats.org/officeDocument/2006/relationships/image" Target="../media/image34.png"/><Relationship Id="rId17" Type="http://schemas.openxmlformats.org/officeDocument/2006/relationships/customXml" Target="../ink/ink30.xml"/><Relationship Id="rId25" Type="http://schemas.openxmlformats.org/officeDocument/2006/relationships/customXml" Target="../ink/ink34.xml"/><Relationship Id="rId33" Type="http://schemas.openxmlformats.org/officeDocument/2006/relationships/customXml" Target="../ink/ink38.xml"/><Relationship Id="rId38" Type="http://schemas.openxmlformats.org/officeDocument/2006/relationships/image" Target="../media/image47.png"/><Relationship Id="rId46" Type="http://schemas.openxmlformats.org/officeDocument/2006/relationships/image" Target="../media/image51.png"/><Relationship Id="rId59" Type="http://schemas.openxmlformats.org/officeDocument/2006/relationships/customXml" Target="../ink/ink51.xml"/><Relationship Id="rId67" Type="http://schemas.openxmlformats.org/officeDocument/2006/relationships/customXml" Target="../ink/ink55.xml"/><Relationship Id="rId20" Type="http://schemas.openxmlformats.org/officeDocument/2006/relationships/image" Target="../media/image38.png"/><Relationship Id="rId41" Type="http://schemas.openxmlformats.org/officeDocument/2006/relationships/customXml" Target="../ink/ink42.xml"/><Relationship Id="rId54" Type="http://schemas.openxmlformats.org/officeDocument/2006/relationships/image" Target="../media/image55.png"/><Relationship Id="rId62" Type="http://schemas.openxmlformats.org/officeDocument/2006/relationships/image" Target="../media/image59.png"/><Relationship Id="rId70" Type="http://schemas.openxmlformats.org/officeDocument/2006/relationships/image" Target="../media/image63.png"/><Relationship Id="rId75" Type="http://schemas.openxmlformats.org/officeDocument/2006/relationships/customXml" Target="../ink/ink59.xml"/><Relationship Id="rId83" Type="http://schemas.openxmlformats.org/officeDocument/2006/relationships/customXml" Target="../ink/ink6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5" Type="http://schemas.openxmlformats.org/officeDocument/2006/relationships/customXml" Target="../ink/ink29.xml"/><Relationship Id="rId23" Type="http://schemas.openxmlformats.org/officeDocument/2006/relationships/customXml" Target="../ink/ink33.xml"/><Relationship Id="rId28" Type="http://schemas.openxmlformats.org/officeDocument/2006/relationships/image" Target="../media/image42.png"/><Relationship Id="rId36" Type="http://schemas.openxmlformats.org/officeDocument/2006/relationships/image" Target="../media/image46.png"/><Relationship Id="rId49" Type="http://schemas.openxmlformats.org/officeDocument/2006/relationships/customXml" Target="../ink/ink46.xml"/><Relationship Id="rId57" Type="http://schemas.openxmlformats.org/officeDocument/2006/relationships/customXml" Target="../ink/ink50.xml"/><Relationship Id="rId10" Type="http://schemas.openxmlformats.org/officeDocument/2006/relationships/image" Target="../media/image33.png"/><Relationship Id="rId31" Type="http://schemas.openxmlformats.org/officeDocument/2006/relationships/customXml" Target="../ink/ink37.xml"/><Relationship Id="rId44" Type="http://schemas.openxmlformats.org/officeDocument/2006/relationships/image" Target="../media/image50.png"/><Relationship Id="rId52" Type="http://schemas.openxmlformats.org/officeDocument/2006/relationships/image" Target="../media/image54.png"/><Relationship Id="rId60" Type="http://schemas.openxmlformats.org/officeDocument/2006/relationships/image" Target="../media/image58.png"/><Relationship Id="rId65" Type="http://schemas.openxmlformats.org/officeDocument/2006/relationships/customXml" Target="../ink/ink54.xml"/><Relationship Id="rId73" Type="http://schemas.openxmlformats.org/officeDocument/2006/relationships/customXml" Target="../ink/ink58.xml"/><Relationship Id="rId78" Type="http://schemas.openxmlformats.org/officeDocument/2006/relationships/image" Target="../media/image67.png"/><Relationship Id="rId81" Type="http://schemas.openxmlformats.org/officeDocument/2006/relationships/customXml" Target="../ink/ink62.xml"/><Relationship Id="rId86" Type="http://schemas.openxmlformats.org/officeDocument/2006/relationships/image" Target="../media/image71.png"/><Relationship Id="rId4" Type="http://schemas.openxmlformats.org/officeDocument/2006/relationships/image" Target="../media/image30.png"/><Relationship Id="rId9" Type="http://schemas.openxmlformats.org/officeDocument/2006/relationships/customXml" Target="../ink/ink26.xml"/><Relationship Id="rId13" Type="http://schemas.openxmlformats.org/officeDocument/2006/relationships/customXml" Target="../ink/ink28.xml"/><Relationship Id="rId18" Type="http://schemas.openxmlformats.org/officeDocument/2006/relationships/image" Target="../media/image37.png"/><Relationship Id="rId39" Type="http://schemas.openxmlformats.org/officeDocument/2006/relationships/customXml" Target="../ink/ink41.xml"/><Relationship Id="rId34" Type="http://schemas.openxmlformats.org/officeDocument/2006/relationships/image" Target="../media/image45.png"/><Relationship Id="rId50" Type="http://schemas.openxmlformats.org/officeDocument/2006/relationships/image" Target="../media/image53.png"/><Relationship Id="rId55" Type="http://schemas.openxmlformats.org/officeDocument/2006/relationships/customXml" Target="../ink/ink49.xml"/><Relationship Id="rId76" Type="http://schemas.openxmlformats.org/officeDocument/2006/relationships/image" Target="../media/image66.png"/><Relationship Id="rId7" Type="http://schemas.openxmlformats.org/officeDocument/2006/relationships/customXml" Target="../ink/ink25.xml"/><Relationship Id="rId71" Type="http://schemas.openxmlformats.org/officeDocument/2006/relationships/customXml" Target="../ink/ink57.xml"/><Relationship Id="rId2" Type="http://schemas.openxmlformats.org/officeDocument/2006/relationships/image" Target="../media/image1.png"/><Relationship Id="rId29" Type="http://schemas.openxmlformats.org/officeDocument/2006/relationships/customXml" Target="../ink/ink36.xml"/><Relationship Id="rId24" Type="http://schemas.openxmlformats.org/officeDocument/2006/relationships/image" Target="../media/image40.png"/><Relationship Id="rId40" Type="http://schemas.openxmlformats.org/officeDocument/2006/relationships/image" Target="../media/image48.png"/><Relationship Id="rId45" Type="http://schemas.openxmlformats.org/officeDocument/2006/relationships/customXml" Target="../ink/ink44.xml"/><Relationship Id="rId66" Type="http://schemas.openxmlformats.org/officeDocument/2006/relationships/image" Target="../media/image61.png"/><Relationship Id="rId61" Type="http://schemas.openxmlformats.org/officeDocument/2006/relationships/customXml" Target="../ink/ink52.xml"/><Relationship Id="rId82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customXml" Target="../ink/ink70.xml"/><Relationship Id="rId3" Type="http://schemas.openxmlformats.org/officeDocument/2006/relationships/customXml" Target="../ink/ink65.xml"/><Relationship Id="rId7" Type="http://schemas.openxmlformats.org/officeDocument/2006/relationships/customXml" Target="../ink/ink67.xml"/><Relationship Id="rId12" Type="http://schemas.openxmlformats.org/officeDocument/2006/relationships/image" Target="../media/image76.png"/><Relationship Id="rId2" Type="http://schemas.openxmlformats.org/officeDocument/2006/relationships/image" Target="../media/image1.png"/><Relationship Id="rId16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customXml" Target="../ink/ink69.xml"/><Relationship Id="rId5" Type="http://schemas.openxmlformats.org/officeDocument/2006/relationships/customXml" Target="../ink/ink66.xml"/><Relationship Id="rId15" Type="http://schemas.openxmlformats.org/officeDocument/2006/relationships/customXml" Target="../ink/ink71.xml"/><Relationship Id="rId10" Type="http://schemas.openxmlformats.org/officeDocument/2006/relationships/image" Target="../media/image75.png"/><Relationship Id="rId4" Type="http://schemas.openxmlformats.org/officeDocument/2006/relationships/image" Target="../media/image72.png"/><Relationship Id="rId9" Type="http://schemas.openxmlformats.org/officeDocument/2006/relationships/customXml" Target="../ink/ink68.xml"/><Relationship Id="rId14" Type="http://schemas.openxmlformats.org/officeDocument/2006/relationships/image" Target="../media/image7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customXml" Target="../ink/ink77.xml"/><Relationship Id="rId18" Type="http://schemas.openxmlformats.org/officeDocument/2006/relationships/image" Target="../media/image86.png"/><Relationship Id="rId3" Type="http://schemas.openxmlformats.org/officeDocument/2006/relationships/customXml" Target="../ink/ink72.xml"/><Relationship Id="rId21" Type="http://schemas.openxmlformats.org/officeDocument/2006/relationships/customXml" Target="../ink/ink81.xml"/><Relationship Id="rId7" Type="http://schemas.openxmlformats.org/officeDocument/2006/relationships/customXml" Target="../ink/ink74.xml"/><Relationship Id="rId12" Type="http://schemas.openxmlformats.org/officeDocument/2006/relationships/image" Target="../media/image83.png"/><Relationship Id="rId17" Type="http://schemas.openxmlformats.org/officeDocument/2006/relationships/customXml" Target="../ink/ink79.xml"/><Relationship Id="rId2" Type="http://schemas.openxmlformats.org/officeDocument/2006/relationships/image" Target="../media/image1.png"/><Relationship Id="rId16" Type="http://schemas.openxmlformats.org/officeDocument/2006/relationships/image" Target="../media/image85.png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openxmlformats.org/officeDocument/2006/relationships/customXml" Target="../ink/ink76.xml"/><Relationship Id="rId24" Type="http://schemas.openxmlformats.org/officeDocument/2006/relationships/image" Target="../media/image89.png"/><Relationship Id="rId5" Type="http://schemas.openxmlformats.org/officeDocument/2006/relationships/customXml" Target="../ink/ink73.xml"/><Relationship Id="rId15" Type="http://schemas.openxmlformats.org/officeDocument/2006/relationships/customXml" Target="../ink/ink78.xml"/><Relationship Id="rId23" Type="http://schemas.openxmlformats.org/officeDocument/2006/relationships/customXml" Target="../ink/ink82.xml"/><Relationship Id="rId10" Type="http://schemas.openxmlformats.org/officeDocument/2006/relationships/image" Target="../media/image82.png"/><Relationship Id="rId19" Type="http://schemas.openxmlformats.org/officeDocument/2006/relationships/customXml" Target="../ink/ink80.xml"/><Relationship Id="rId4" Type="http://schemas.openxmlformats.org/officeDocument/2006/relationships/image" Target="../media/image79.png"/><Relationship Id="rId9" Type="http://schemas.openxmlformats.org/officeDocument/2006/relationships/customXml" Target="../ink/ink75.xml"/><Relationship Id="rId14" Type="http://schemas.openxmlformats.org/officeDocument/2006/relationships/image" Target="../media/image84.png"/><Relationship Id="rId22" Type="http://schemas.openxmlformats.org/officeDocument/2006/relationships/image" Target="../media/image88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8.xml"/><Relationship Id="rId18" Type="http://schemas.openxmlformats.org/officeDocument/2006/relationships/image" Target="../media/image98.png"/><Relationship Id="rId26" Type="http://schemas.openxmlformats.org/officeDocument/2006/relationships/image" Target="../media/image102.png"/><Relationship Id="rId39" Type="http://schemas.openxmlformats.org/officeDocument/2006/relationships/customXml" Target="../ink/ink101.xml"/><Relationship Id="rId21" Type="http://schemas.openxmlformats.org/officeDocument/2006/relationships/customXml" Target="../ink/ink92.xml"/><Relationship Id="rId34" Type="http://schemas.openxmlformats.org/officeDocument/2006/relationships/image" Target="../media/image106.png"/><Relationship Id="rId42" Type="http://schemas.openxmlformats.org/officeDocument/2006/relationships/image" Target="../media/image110.png"/><Relationship Id="rId47" Type="http://schemas.openxmlformats.org/officeDocument/2006/relationships/customXml" Target="../ink/ink105.xml"/><Relationship Id="rId50" Type="http://schemas.openxmlformats.org/officeDocument/2006/relationships/image" Target="../media/image114.png"/><Relationship Id="rId55" Type="http://schemas.openxmlformats.org/officeDocument/2006/relationships/customXml" Target="../ink/ink109.xml"/><Relationship Id="rId7" Type="http://schemas.openxmlformats.org/officeDocument/2006/relationships/customXml" Target="../ink/ink85.xml"/><Relationship Id="rId2" Type="http://schemas.openxmlformats.org/officeDocument/2006/relationships/image" Target="../media/image2.png"/><Relationship Id="rId16" Type="http://schemas.openxmlformats.org/officeDocument/2006/relationships/image" Target="../media/image97.png"/><Relationship Id="rId29" Type="http://schemas.openxmlformats.org/officeDocument/2006/relationships/customXml" Target="../ink/ink96.xml"/><Relationship Id="rId11" Type="http://schemas.openxmlformats.org/officeDocument/2006/relationships/customXml" Target="../ink/ink87.xml"/><Relationship Id="rId24" Type="http://schemas.openxmlformats.org/officeDocument/2006/relationships/image" Target="../media/image101.png"/><Relationship Id="rId32" Type="http://schemas.openxmlformats.org/officeDocument/2006/relationships/image" Target="../media/image105.png"/><Relationship Id="rId37" Type="http://schemas.openxmlformats.org/officeDocument/2006/relationships/customXml" Target="../ink/ink100.xml"/><Relationship Id="rId40" Type="http://schemas.openxmlformats.org/officeDocument/2006/relationships/image" Target="../media/image109.png"/><Relationship Id="rId45" Type="http://schemas.openxmlformats.org/officeDocument/2006/relationships/customXml" Target="../ink/ink104.xml"/><Relationship Id="rId53" Type="http://schemas.openxmlformats.org/officeDocument/2006/relationships/customXml" Target="../ink/ink108.xml"/><Relationship Id="rId58" Type="http://schemas.openxmlformats.org/officeDocument/2006/relationships/image" Target="../media/image118.png"/><Relationship Id="rId5" Type="http://schemas.openxmlformats.org/officeDocument/2006/relationships/customXml" Target="../ink/ink84.xml"/><Relationship Id="rId19" Type="http://schemas.openxmlformats.org/officeDocument/2006/relationships/customXml" Target="../ink/ink91.xml"/><Relationship Id="rId4" Type="http://schemas.openxmlformats.org/officeDocument/2006/relationships/image" Target="../media/image91.png"/><Relationship Id="rId9" Type="http://schemas.openxmlformats.org/officeDocument/2006/relationships/customXml" Target="../ink/ink86.xml"/><Relationship Id="rId14" Type="http://schemas.openxmlformats.org/officeDocument/2006/relationships/image" Target="../media/image96.png"/><Relationship Id="rId22" Type="http://schemas.openxmlformats.org/officeDocument/2006/relationships/image" Target="../media/image100.png"/><Relationship Id="rId27" Type="http://schemas.openxmlformats.org/officeDocument/2006/relationships/customXml" Target="../ink/ink95.xml"/><Relationship Id="rId30" Type="http://schemas.openxmlformats.org/officeDocument/2006/relationships/image" Target="../media/image104.png"/><Relationship Id="rId35" Type="http://schemas.openxmlformats.org/officeDocument/2006/relationships/customXml" Target="../ink/ink99.xml"/><Relationship Id="rId43" Type="http://schemas.openxmlformats.org/officeDocument/2006/relationships/customXml" Target="../ink/ink103.xml"/><Relationship Id="rId48" Type="http://schemas.openxmlformats.org/officeDocument/2006/relationships/image" Target="../media/image113.png"/><Relationship Id="rId56" Type="http://schemas.openxmlformats.org/officeDocument/2006/relationships/image" Target="../media/image117.png"/><Relationship Id="rId8" Type="http://schemas.openxmlformats.org/officeDocument/2006/relationships/image" Target="../media/image93.png"/><Relationship Id="rId51" Type="http://schemas.openxmlformats.org/officeDocument/2006/relationships/customXml" Target="../ink/ink107.xml"/><Relationship Id="rId3" Type="http://schemas.openxmlformats.org/officeDocument/2006/relationships/customXml" Target="../ink/ink83.xml"/><Relationship Id="rId12" Type="http://schemas.openxmlformats.org/officeDocument/2006/relationships/image" Target="../media/image95.png"/><Relationship Id="rId17" Type="http://schemas.openxmlformats.org/officeDocument/2006/relationships/customXml" Target="../ink/ink90.xml"/><Relationship Id="rId25" Type="http://schemas.openxmlformats.org/officeDocument/2006/relationships/customXml" Target="../ink/ink94.xml"/><Relationship Id="rId33" Type="http://schemas.openxmlformats.org/officeDocument/2006/relationships/customXml" Target="../ink/ink98.xml"/><Relationship Id="rId38" Type="http://schemas.openxmlformats.org/officeDocument/2006/relationships/image" Target="../media/image108.png"/><Relationship Id="rId46" Type="http://schemas.openxmlformats.org/officeDocument/2006/relationships/image" Target="../media/image112.png"/><Relationship Id="rId59" Type="http://schemas.openxmlformats.org/officeDocument/2006/relationships/customXml" Target="../ink/ink111.xml"/><Relationship Id="rId20" Type="http://schemas.openxmlformats.org/officeDocument/2006/relationships/image" Target="../media/image99.png"/><Relationship Id="rId41" Type="http://schemas.openxmlformats.org/officeDocument/2006/relationships/customXml" Target="../ink/ink102.xml"/><Relationship Id="rId54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15" Type="http://schemas.openxmlformats.org/officeDocument/2006/relationships/customXml" Target="../ink/ink89.xml"/><Relationship Id="rId23" Type="http://schemas.openxmlformats.org/officeDocument/2006/relationships/customXml" Target="../ink/ink93.xml"/><Relationship Id="rId28" Type="http://schemas.openxmlformats.org/officeDocument/2006/relationships/image" Target="../media/image103.png"/><Relationship Id="rId36" Type="http://schemas.openxmlformats.org/officeDocument/2006/relationships/image" Target="../media/image107.png"/><Relationship Id="rId49" Type="http://schemas.openxmlformats.org/officeDocument/2006/relationships/customXml" Target="../ink/ink106.xml"/><Relationship Id="rId57" Type="http://schemas.openxmlformats.org/officeDocument/2006/relationships/customXml" Target="../ink/ink110.xml"/><Relationship Id="rId10" Type="http://schemas.openxmlformats.org/officeDocument/2006/relationships/image" Target="../media/image94.png"/><Relationship Id="rId31" Type="http://schemas.openxmlformats.org/officeDocument/2006/relationships/customXml" Target="../ink/ink97.xml"/><Relationship Id="rId44" Type="http://schemas.openxmlformats.org/officeDocument/2006/relationships/image" Target="../media/image111.png"/><Relationship Id="rId52" Type="http://schemas.openxmlformats.org/officeDocument/2006/relationships/image" Target="../media/image115.png"/><Relationship Id="rId60" Type="http://schemas.openxmlformats.org/officeDocument/2006/relationships/image" Target="../media/image1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customXml" Target="../ink/ink117.xml"/><Relationship Id="rId3" Type="http://schemas.openxmlformats.org/officeDocument/2006/relationships/customXml" Target="../ink/ink112.xml"/><Relationship Id="rId7" Type="http://schemas.openxmlformats.org/officeDocument/2006/relationships/customXml" Target="../ink/ink114.xml"/><Relationship Id="rId12" Type="http://schemas.openxmlformats.org/officeDocument/2006/relationships/image" Target="../media/image1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2.png"/><Relationship Id="rId11" Type="http://schemas.openxmlformats.org/officeDocument/2006/relationships/customXml" Target="../ink/ink116.xml"/><Relationship Id="rId5" Type="http://schemas.openxmlformats.org/officeDocument/2006/relationships/customXml" Target="../ink/ink113.xml"/><Relationship Id="rId10" Type="http://schemas.openxmlformats.org/officeDocument/2006/relationships/image" Target="../media/image124.png"/><Relationship Id="rId4" Type="http://schemas.openxmlformats.org/officeDocument/2006/relationships/image" Target="../media/image121.png"/><Relationship Id="rId9" Type="http://schemas.openxmlformats.org/officeDocument/2006/relationships/customXml" Target="../ink/ink115.xml"/><Relationship Id="rId14" Type="http://schemas.openxmlformats.org/officeDocument/2006/relationships/image" Target="../media/image126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23.xml"/><Relationship Id="rId18" Type="http://schemas.openxmlformats.org/officeDocument/2006/relationships/image" Target="../media/image134.png"/><Relationship Id="rId26" Type="http://schemas.openxmlformats.org/officeDocument/2006/relationships/image" Target="../media/image138.png"/><Relationship Id="rId39" Type="http://schemas.openxmlformats.org/officeDocument/2006/relationships/customXml" Target="../ink/ink136.xml"/><Relationship Id="rId21" Type="http://schemas.openxmlformats.org/officeDocument/2006/relationships/customXml" Target="../ink/ink127.xml"/><Relationship Id="rId34" Type="http://schemas.openxmlformats.org/officeDocument/2006/relationships/image" Target="../media/image142.png"/><Relationship Id="rId42" Type="http://schemas.openxmlformats.org/officeDocument/2006/relationships/image" Target="../media/image146.png"/><Relationship Id="rId47" Type="http://schemas.openxmlformats.org/officeDocument/2006/relationships/customXml" Target="../ink/ink140.xml"/><Relationship Id="rId50" Type="http://schemas.openxmlformats.org/officeDocument/2006/relationships/image" Target="../media/image150.png"/><Relationship Id="rId7" Type="http://schemas.openxmlformats.org/officeDocument/2006/relationships/customXml" Target="../ink/ink120.xml"/><Relationship Id="rId2" Type="http://schemas.openxmlformats.org/officeDocument/2006/relationships/image" Target="../media/image3.png"/><Relationship Id="rId16" Type="http://schemas.openxmlformats.org/officeDocument/2006/relationships/image" Target="../media/image133.png"/><Relationship Id="rId29" Type="http://schemas.openxmlformats.org/officeDocument/2006/relationships/customXml" Target="../ink/ink131.xml"/><Relationship Id="rId11" Type="http://schemas.openxmlformats.org/officeDocument/2006/relationships/customXml" Target="../ink/ink122.xml"/><Relationship Id="rId24" Type="http://schemas.openxmlformats.org/officeDocument/2006/relationships/image" Target="../media/image137.png"/><Relationship Id="rId32" Type="http://schemas.openxmlformats.org/officeDocument/2006/relationships/image" Target="../media/image141.png"/><Relationship Id="rId37" Type="http://schemas.openxmlformats.org/officeDocument/2006/relationships/customXml" Target="../ink/ink135.xml"/><Relationship Id="rId40" Type="http://schemas.openxmlformats.org/officeDocument/2006/relationships/image" Target="../media/image145.png"/><Relationship Id="rId45" Type="http://schemas.openxmlformats.org/officeDocument/2006/relationships/customXml" Target="../ink/ink139.xml"/><Relationship Id="rId5" Type="http://schemas.openxmlformats.org/officeDocument/2006/relationships/customXml" Target="../ink/ink119.xml"/><Relationship Id="rId15" Type="http://schemas.openxmlformats.org/officeDocument/2006/relationships/customXml" Target="../ink/ink124.xml"/><Relationship Id="rId23" Type="http://schemas.openxmlformats.org/officeDocument/2006/relationships/customXml" Target="../ink/ink128.xml"/><Relationship Id="rId28" Type="http://schemas.openxmlformats.org/officeDocument/2006/relationships/image" Target="../media/image139.png"/><Relationship Id="rId36" Type="http://schemas.openxmlformats.org/officeDocument/2006/relationships/image" Target="../media/image143.png"/><Relationship Id="rId49" Type="http://schemas.openxmlformats.org/officeDocument/2006/relationships/customXml" Target="../ink/ink141.xml"/><Relationship Id="rId10" Type="http://schemas.openxmlformats.org/officeDocument/2006/relationships/image" Target="../media/image130.png"/><Relationship Id="rId19" Type="http://schemas.openxmlformats.org/officeDocument/2006/relationships/customXml" Target="../ink/ink126.xml"/><Relationship Id="rId31" Type="http://schemas.openxmlformats.org/officeDocument/2006/relationships/customXml" Target="../ink/ink132.xml"/><Relationship Id="rId44" Type="http://schemas.openxmlformats.org/officeDocument/2006/relationships/image" Target="../media/image147.png"/><Relationship Id="rId4" Type="http://schemas.openxmlformats.org/officeDocument/2006/relationships/image" Target="../media/image127.png"/><Relationship Id="rId9" Type="http://schemas.openxmlformats.org/officeDocument/2006/relationships/customXml" Target="../ink/ink121.xml"/><Relationship Id="rId14" Type="http://schemas.openxmlformats.org/officeDocument/2006/relationships/image" Target="../media/image132.png"/><Relationship Id="rId22" Type="http://schemas.openxmlformats.org/officeDocument/2006/relationships/image" Target="../media/image136.png"/><Relationship Id="rId27" Type="http://schemas.openxmlformats.org/officeDocument/2006/relationships/customXml" Target="../ink/ink130.xml"/><Relationship Id="rId30" Type="http://schemas.openxmlformats.org/officeDocument/2006/relationships/image" Target="../media/image140.png"/><Relationship Id="rId35" Type="http://schemas.openxmlformats.org/officeDocument/2006/relationships/customXml" Target="../ink/ink134.xml"/><Relationship Id="rId43" Type="http://schemas.openxmlformats.org/officeDocument/2006/relationships/customXml" Target="../ink/ink138.xml"/><Relationship Id="rId48" Type="http://schemas.openxmlformats.org/officeDocument/2006/relationships/image" Target="../media/image149.png"/><Relationship Id="rId8" Type="http://schemas.openxmlformats.org/officeDocument/2006/relationships/image" Target="../media/image129.png"/><Relationship Id="rId3" Type="http://schemas.openxmlformats.org/officeDocument/2006/relationships/customXml" Target="../ink/ink118.xml"/><Relationship Id="rId12" Type="http://schemas.openxmlformats.org/officeDocument/2006/relationships/image" Target="../media/image131.png"/><Relationship Id="rId17" Type="http://schemas.openxmlformats.org/officeDocument/2006/relationships/customXml" Target="../ink/ink125.xml"/><Relationship Id="rId25" Type="http://schemas.openxmlformats.org/officeDocument/2006/relationships/customXml" Target="../ink/ink129.xml"/><Relationship Id="rId33" Type="http://schemas.openxmlformats.org/officeDocument/2006/relationships/customXml" Target="../ink/ink133.xml"/><Relationship Id="rId38" Type="http://schemas.openxmlformats.org/officeDocument/2006/relationships/image" Target="../media/image144.png"/><Relationship Id="rId46" Type="http://schemas.openxmlformats.org/officeDocument/2006/relationships/image" Target="../media/image148.png"/><Relationship Id="rId20" Type="http://schemas.openxmlformats.org/officeDocument/2006/relationships/image" Target="../media/image135.png"/><Relationship Id="rId41" Type="http://schemas.openxmlformats.org/officeDocument/2006/relationships/customXml" Target="../ink/ink1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4.xml"/><Relationship Id="rId13" Type="http://schemas.openxmlformats.org/officeDocument/2006/relationships/image" Target="../media/image4.png"/><Relationship Id="rId18" Type="http://schemas.openxmlformats.org/officeDocument/2006/relationships/customXml" Target="../ink/ink149.xml"/><Relationship Id="rId26" Type="http://schemas.openxmlformats.org/officeDocument/2006/relationships/customXml" Target="../ink/ink153.xml"/><Relationship Id="rId21" Type="http://schemas.openxmlformats.org/officeDocument/2006/relationships/image" Target="../media/image810.png"/><Relationship Id="rId7" Type="http://schemas.openxmlformats.org/officeDocument/2006/relationships/image" Target="../media/image1100.png"/><Relationship Id="rId12" Type="http://schemas.openxmlformats.org/officeDocument/2006/relationships/customXml" Target="../ink/ink146.xml"/><Relationship Id="rId17" Type="http://schemas.openxmlformats.org/officeDocument/2006/relationships/image" Target="../media/image610.png"/><Relationship Id="rId25" Type="http://schemas.openxmlformats.org/officeDocument/2006/relationships/image" Target="../media/image1010.png"/><Relationship Id="rId2" Type="http://schemas.openxmlformats.org/officeDocument/2006/relationships/customXml" Target="../ink/ink142.xml"/><Relationship Id="rId16" Type="http://schemas.openxmlformats.org/officeDocument/2006/relationships/customXml" Target="../ink/ink148.xml"/><Relationship Id="rId20" Type="http://schemas.openxmlformats.org/officeDocument/2006/relationships/customXml" Target="../ink/ink150.xml"/><Relationship Id="rId29" Type="http://schemas.openxmlformats.org/officeDocument/2006/relationships/image" Target="../media/image121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3.xml"/><Relationship Id="rId11" Type="http://schemas.openxmlformats.org/officeDocument/2006/relationships/image" Target="../media/image354.png"/><Relationship Id="rId24" Type="http://schemas.openxmlformats.org/officeDocument/2006/relationships/customXml" Target="../ink/ink152.xml"/><Relationship Id="rId5" Type="http://schemas.openxmlformats.org/officeDocument/2006/relationships/image" Target="NULL"/><Relationship Id="rId15" Type="http://schemas.openxmlformats.org/officeDocument/2006/relationships/image" Target="../media/image510.png"/><Relationship Id="rId23" Type="http://schemas.openxmlformats.org/officeDocument/2006/relationships/image" Target="../media/image910.png"/><Relationship Id="rId28" Type="http://schemas.openxmlformats.org/officeDocument/2006/relationships/customXml" Target="../ink/ink154.xml"/><Relationship Id="rId10" Type="http://schemas.openxmlformats.org/officeDocument/2006/relationships/customXml" Target="../ink/ink145.xml"/><Relationship Id="rId19" Type="http://schemas.openxmlformats.org/officeDocument/2006/relationships/image" Target="../media/image710.png"/><Relationship Id="rId31" Type="http://schemas.openxmlformats.org/officeDocument/2006/relationships/image" Target="../media/image1310.png"/><Relationship Id="rId9" Type="http://schemas.openxmlformats.org/officeDocument/2006/relationships/image" Target="../media/image285.png"/><Relationship Id="rId14" Type="http://schemas.openxmlformats.org/officeDocument/2006/relationships/customXml" Target="../ink/ink147.xml"/><Relationship Id="rId22" Type="http://schemas.openxmlformats.org/officeDocument/2006/relationships/customXml" Target="../ink/ink151.xml"/><Relationship Id="rId27" Type="http://schemas.openxmlformats.org/officeDocument/2006/relationships/image" Target="../media/image1110.png"/><Relationship Id="rId30" Type="http://schemas.openxmlformats.org/officeDocument/2006/relationships/customXml" Target="../ink/ink15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0.png"/><Relationship Id="rId13" Type="http://schemas.openxmlformats.org/officeDocument/2006/relationships/customXml" Target="../ink/ink161.xml"/><Relationship Id="rId18" Type="http://schemas.openxmlformats.org/officeDocument/2006/relationships/image" Target="../media/image2210.png"/><Relationship Id="rId3" Type="http://schemas.openxmlformats.org/officeDocument/2006/relationships/customXml" Target="../ink/ink156.xml"/><Relationship Id="rId7" Type="http://schemas.openxmlformats.org/officeDocument/2006/relationships/customXml" Target="../ink/ink158.xml"/><Relationship Id="rId12" Type="http://schemas.openxmlformats.org/officeDocument/2006/relationships/image" Target="../media/image1910.png"/><Relationship Id="rId17" Type="http://schemas.openxmlformats.org/officeDocument/2006/relationships/customXml" Target="../ink/ink163.xml"/><Relationship Id="rId2" Type="http://schemas.openxmlformats.org/officeDocument/2006/relationships/image" Target="../media/image19.png"/><Relationship Id="rId16" Type="http://schemas.openxmlformats.org/officeDocument/2006/relationships/image" Target="../media/image2110.png"/><Relationship Id="rId20" Type="http://schemas.openxmlformats.org/officeDocument/2006/relationships/image" Target="../media/image23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10.png"/><Relationship Id="rId11" Type="http://schemas.openxmlformats.org/officeDocument/2006/relationships/customXml" Target="../ink/ink160.xml"/><Relationship Id="rId5" Type="http://schemas.openxmlformats.org/officeDocument/2006/relationships/customXml" Target="../ink/ink157.xml"/><Relationship Id="rId15" Type="http://schemas.openxmlformats.org/officeDocument/2006/relationships/customXml" Target="../ink/ink162.xml"/><Relationship Id="rId10" Type="http://schemas.openxmlformats.org/officeDocument/2006/relationships/image" Target="../media/image1810.png"/><Relationship Id="rId19" Type="http://schemas.openxmlformats.org/officeDocument/2006/relationships/customXml" Target="../ink/ink164.xml"/><Relationship Id="rId4" Type="http://schemas.openxmlformats.org/officeDocument/2006/relationships/image" Target="../media/image1510.png"/><Relationship Id="rId9" Type="http://schemas.openxmlformats.org/officeDocument/2006/relationships/customXml" Target="../ink/ink159.xml"/><Relationship Id="rId1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0.png"/><Relationship Id="rId13" Type="http://schemas.openxmlformats.org/officeDocument/2006/relationships/customXml" Target="../ink/ink170.xml"/><Relationship Id="rId3" Type="http://schemas.openxmlformats.org/officeDocument/2006/relationships/customXml" Target="../ink/ink165.xml"/><Relationship Id="rId7" Type="http://schemas.openxmlformats.org/officeDocument/2006/relationships/customXml" Target="../ink/ink167.xml"/><Relationship Id="rId12" Type="http://schemas.openxmlformats.org/officeDocument/2006/relationships/image" Target="../media/image28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10.png"/><Relationship Id="rId11" Type="http://schemas.openxmlformats.org/officeDocument/2006/relationships/customXml" Target="../ink/ink169.xml"/><Relationship Id="rId5" Type="http://schemas.openxmlformats.org/officeDocument/2006/relationships/customXml" Target="../ink/ink166.xml"/><Relationship Id="rId10" Type="http://schemas.openxmlformats.org/officeDocument/2006/relationships/image" Target="../media/image2710.png"/><Relationship Id="rId4" Type="http://schemas.openxmlformats.org/officeDocument/2006/relationships/image" Target="../media/image2410.png"/><Relationship Id="rId9" Type="http://schemas.openxmlformats.org/officeDocument/2006/relationships/customXml" Target="../ink/ink168.xml"/><Relationship Id="rId1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20.png"/><Relationship Id="rId21" Type="http://schemas.openxmlformats.org/officeDocument/2006/relationships/customXml" Target="../ink/ink180.xml"/><Relationship Id="rId42" Type="http://schemas.openxmlformats.org/officeDocument/2006/relationships/image" Target="../media/image500.png"/><Relationship Id="rId47" Type="http://schemas.openxmlformats.org/officeDocument/2006/relationships/customXml" Target="../ink/ink193.xml"/><Relationship Id="rId63" Type="http://schemas.openxmlformats.org/officeDocument/2006/relationships/customXml" Target="../ink/ink201.xml"/><Relationship Id="rId68" Type="http://schemas.openxmlformats.org/officeDocument/2006/relationships/image" Target="../media/image630.png"/><Relationship Id="rId84" Type="http://schemas.openxmlformats.org/officeDocument/2006/relationships/image" Target="../media/image711.png"/><Relationship Id="rId89" Type="http://schemas.openxmlformats.org/officeDocument/2006/relationships/customXml" Target="../ink/ink214.xml"/><Relationship Id="rId16" Type="http://schemas.openxmlformats.org/officeDocument/2006/relationships/image" Target="../media/image370.png"/><Relationship Id="rId11" Type="http://schemas.openxmlformats.org/officeDocument/2006/relationships/customXml" Target="../ink/ink175.xml"/><Relationship Id="rId32" Type="http://schemas.openxmlformats.org/officeDocument/2006/relationships/image" Target="../media/image450.png"/><Relationship Id="rId37" Type="http://schemas.openxmlformats.org/officeDocument/2006/relationships/customXml" Target="../ink/ink188.xml"/><Relationship Id="rId53" Type="http://schemas.openxmlformats.org/officeDocument/2006/relationships/customXml" Target="../ink/ink196.xml"/><Relationship Id="rId58" Type="http://schemas.openxmlformats.org/officeDocument/2006/relationships/image" Target="../media/image580.png"/><Relationship Id="rId74" Type="http://schemas.openxmlformats.org/officeDocument/2006/relationships/image" Target="../media/image660.png"/><Relationship Id="rId79" Type="http://schemas.openxmlformats.org/officeDocument/2006/relationships/customXml" Target="../ink/ink209.xml"/><Relationship Id="rId102" Type="http://schemas.openxmlformats.org/officeDocument/2006/relationships/image" Target="../media/image800.png"/><Relationship Id="rId5" Type="http://schemas.openxmlformats.org/officeDocument/2006/relationships/customXml" Target="../ink/ink172.xml"/><Relationship Id="rId90" Type="http://schemas.openxmlformats.org/officeDocument/2006/relationships/image" Target="../media/image740.png"/><Relationship Id="rId95" Type="http://schemas.openxmlformats.org/officeDocument/2006/relationships/customXml" Target="../ink/ink217.xml"/><Relationship Id="rId22" Type="http://schemas.openxmlformats.org/officeDocument/2006/relationships/image" Target="../media/image400.png"/><Relationship Id="rId27" Type="http://schemas.openxmlformats.org/officeDocument/2006/relationships/customXml" Target="../ink/ink183.xml"/><Relationship Id="rId43" Type="http://schemas.openxmlformats.org/officeDocument/2006/relationships/customXml" Target="../ink/ink191.xml"/><Relationship Id="rId48" Type="http://schemas.openxmlformats.org/officeDocument/2006/relationships/image" Target="../media/image530.png"/><Relationship Id="rId64" Type="http://schemas.openxmlformats.org/officeDocument/2006/relationships/image" Target="../media/image611.png"/><Relationship Id="rId69" Type="http://schemas.openxmlformats.org/officeDocument/2006/relationships/customXml" Target="../ink/ink204.xml"/><Relationship Id="rId80" Type="http://schemas.openxmlformats.org/officeDocument/2006/relationships/image" Target="../media/image690.png"/><Relationship Id="rId85" Type="http://schemas.openxmlformats.org/officeDocument/2006/relationships/customXml" Target="../ink/ink212.xml"/><Relationship Id="rId12" Type="http://schemas.openxmlformats.org/officeDocument/2006/relationships/image" Target="../media/image355.png"/><Relationship Id="rId17" Type="http://schemas.openxmlformats.org/officeDocument/2006/relationships/customXml" Target="../ink/ink178.xml"/><Relationship Id="rId25" Type="http://schemas.openxmlformats.org/officeDocument/2006/relationships/customXml" Target="../ink/ink182.xml"/><Relationship Id="rId33" Type="http://schemas.openxmlformats.org/officeDocument/2006/relationships/customXml" Target="../ink/ink186.xml"/><Relationship Id="rId38" Type="http://schemas.openxmlformats.org/officeDocument/2006/relationships/image" Target="../media/image480.png"/><Relationship Id="rId46" Type="http://schemas.openxmlformats.org/officeDocument/2006/relationships/image" Target="../media/image520.png"/><Relationship Id="rId59" Type="http://schemas.openxmlformats.org/officeDocument/2006/relationships/customXml" Target="../ink/ink199.xml"/><Relationship Id="rId67" Type="http://schemas.openxmlformats.org/officeDocument/2006/relationships/customXml" Target="../ink/ink203.xml"/><Relationship Id="rId103" Type="http://schemas.openxmlformats.org/officeDocument/2006/relationships/customXml" Target="../ink/ink221.xml"/><Relationship Id="rId20" Type="http://schemas.openxmlformats.org/officeDocument/2006/relationships/image" Target="../media/image390.png"/><Relationship Id="rId41" Type="http://schemas.openxmlformats.org/officeDocument/2006/relationships/customXml" Target="../ink/ink190.xml"/><Relationship Id="rId54" Type="http://schemas.openxmlformats.org/officeDocument/2006/relationships/image" Target="../media/image560.png"/><Relationship Id="rId62" Type="http://schemas.openxmlformats.org/officeDocument/2006/relationships/image" Target="../media/image600.png"/><Relationship Id="rId70" Type="http://schemas.openxmlformats.org/officeDocument/2006/relationships/image" Target="../media/image640.png"/><Relationship Id="rId75" Type="http://schemas.openxmlformats.org/officeDocument/2006/relationships/customXml" Target="../ink/ink207.xml"/><Relationship Id="rId83" Type="http://schemas.openxmlformats.org/officeDocument/2006/relationships/customXml" Target="../ink/ink211.xml"/><Relationship Id="rId88" Type="http://schemas.openxmlformats.org/officeDocument/2006/relationships/image" Target="../media/image730.png"/><Relationship Id="rId91" Type="http://schemas.openxmlformats.org/officeDocument/2006/relationships/customXml" Target="../ink/ink215.xml"/><Relationship Id="rId96" Type="http://schemas.openxmlformats.org/officeDocument/2006/relationships/image" Target="../media/image7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10.png"/><Relationship Id="rId15" Type="http://schemas.openxmlformats.org/officeDocument/2006/relationships/customXml" Target="../ink/ink177.xml"/><Relationship Id="rId23" Type="http://schemas.openxmlformats.org/officeDocument/2006/relationships/customXml" Target="../ink/ink181.xml"/><Relationship Id="rId28" Type="http://schemas.openxmlformats.org/officeDocument/2006/relationships/image" Target="../media/image430.png"/><Relationship Id="rId36" Type="http://schemas.openxmlformats.org/officeDocument/2006/relationships/image" Target="../media/image470.png"/><Relationship Id="rId49" Type="http://schemas.openxmlformats.org/officeDocument/2006/relationships/customXml" Target="../ink/ink194.xml"/><Relationship Id="rId57" Type="http://schemas.openxmlformats.org/officeDocument/2006/relationships/customXml" Target="../ink/ink198.xml"/><Relationship Id="rId10" Type="http://schemas.openxmlformats.org/officeDocument/2006/relationships/image" Target="../media/image3410.png"/><Relationship Id="rId31" Type="http://schemas.openxmlformats.org/officeDocument/2006/relationships/customXml" Target="../ink/ink185.xml"/><Relationship Id="rId44" Type="http://schemas.openxmlformats.org/officeDocument/2006/relationships/image" Target="../media/image511.png"/><Relationship Id="rId52" Type="http://schemas.openxmlformats.org/officeDocument/2006/relationships/image" Target="../media/image550.png"/><Relationship Id="rId60" Type="http://schemas.openxmlformats.org/officeDocument/2006/relationships/image" Target="../media/image590.png"/><Relationship Id="rId65" Type="http://schemas.openxmlformats.org/officeDocument/2006/relationships/customXml" Target="../ink/ink202.xml"/><Relationship Id="rId73" Type="http://schemas.openxmlformats.org/officeDocument/2006/relationships/customXml" Target="../ink/ink206.xml"/><Relationship Id="rId78" Type="http://schemas.openxmlformats.org/officeDocument/2006/relationships/image" Target="../media/image680.png"/><Relationship Id="rId81" Type="http://schemas.openxmlformats.org/officeDocument/2006/relationships/customXml" Target="../ink/ink210.xml"/><Relationship Id="rId86" Type="http://schemas.openxmlformats.org/officeDocument/2006/relationships/image" Target="../media/image720.png"/><Relationship Id="rId94" Type="http://schemas.openxmlformats.org/officeDocument/2006/relationships/image" Target="../media/image760.png"/><Relationship Id="rId99" Type="http://schemas.openxmlformats.org/officeDocument/2006/relationships/customXml" Target="../ink/ink219.xml"/><Relationship Id="rId101" Type="http://schemas.openxmlformats.org/officeDocument/2006/relationships/customXml" Target="../ink/ink220.xml"/><Relationship Id="rId4" Type="http://schemas.openxmlformats.org/officeDocument/2006/relationships/image" Target="../media/image3110.png"/><Relationship Id="rId9" Type="http://schemas.openxmlformats.org/officeDocument/2006/relationships/customXml" Target="../ink/ink174.xml"/><Relationship Id="rId13" Type="http://schemas.openxmlformats.org/officeDocument/2006/relationships/customXml" Target="../ink/ink176.xml"/><Relationship Id="rId18" Type="http://schemas.openxmlformats.org/officeDocument/2006/relationships/image" Target="../media/image380.png"/><Relationship Id="rId39" Type="http://schemas.openxmlformats.org/officeDocument/2006/relationships/customXml" Target="../ink/ink189.xml"/><Relationship Id="rId34" Type="http://schemas.openxmlformats.org/officeDocument/2006/relationships/image" Target="../media/image460.png"/><Relationship Id="rId50" Type="http://schemas.openxmlformats.org/officeDocument/2006/relationships/image" Target="../media/image540.png"/><Relationship Id="rId55" Type="http://schemas.openxmlformats.org/officeDocument/2006/relationships/customXml" Target="../ink/ink197.xml"/><Relationship Id="rId76" Type="http://schemas.openxmlformats.org/officeDocument/2006/relationships/image" Target="../media/image670.png"/><Relationship Id="rId97" Type="http://schemas.openxmlformats.org/officeDocument/2006/relationships/customXml" Target="../ink/ink218.xml"/><Relationship Id="rId104" Type="http://schemas.openxmlformats.org/officeDocument/2006/relationships/image" Target="../media/image811.png"/><Relationship Id="rId7" Type="http://schemas.openxmlformats.org/officeDocument/2006/relationships/customXml" Target="../ink/ink173.xml"/><Relationship Id="rId71" Type="http://schemas.openxmlformats.org/officeDocument/2006/relationships/customXml" Target="../ink/ink205.xml"/><Relationship Id="rId92" Type="http://schemas.openxmlformats.org/officeDocument/2006/relationships/image" Target="../media/image750.png"/><Relationship Id="rId2" Type="http://schemas.openxmlformats.org/officeDocument/2006/relationships/image" Target="../media/image90.png"/><Relationship Id="rId29" Type="http://schemas.openxmlformats.org/officeDocument/2006/relationships/customXml" Target="../ink/ink184.xml"/><Relationship Id="rId24" Type="http://schemas.openxmlformats.org/officeDocument/2006/relationships/image" Target="../media/image410.png"/><Relationship Id="rId40" Type="http://schemas.openxmlformats.org/officeDocument/2006/relationships/image" Target="../media/image490.png"/><Relationship Id="rId45" Type="http://schemas.openxmlformats.org/officeDocument/2006/relationships/customXml" Target="../ink/ink192.xml"/><Relationship Id="rId66" Type="http://schemas.openxmlformats.org/officeDocument/2006/relationships/image" Target="../media/image620.png"/><Relationship Id="rId87" Type="http://schemas.openxmlformats.org/officeDocument/2006/relationships/customXml" Target="../ink/ink213.xml"/><Relationship Id="rId61" Type="http://schemas.openxmlformats.org/officeDocument/2006/relationships/customXml" Target="../ink/ink200.xml"/><Relationship Id="rId82" Type="http://schemas.openxmlformats.org/officeDocument/2006/relationships/image" Target="../media/image700.png"/><Relationship Id="rId19" Type="http://schemas.openxmlformats.org/officeDocument/2006/relationships/customXml" Target="../ink/ink179.xml"/><Relationship Id="rId14" Type="http://schemas.openxmlformats.org/officeDocument/2006/relationships/image" Target="../media/image360.png"/><Relationship Id="rId30" Type="http://schemas.openxmlformats.org/officeDocument/2006/relationships/image" Target="../media/image440.png"/><Relationship Id="rId35" Type="http://schemas.openxmlformats.org/officeDocument/2006/relationships/customXml" Target="../ink/ink187.xml"/><Relationship Id="rId56" Type="http://schemas.openxmlformats.org/officeDocument/2006/relationships/image" Target="../media/image570.png"/><Relationship Id="rId77" Type="http://schemas.openxmlformats.org/officeDocument/2006/relationships/customXml" Target="../ink/ink208.xml"/><Relationship Id="rId100" Type="http://schemas.openxmlformats.org/officeDocument/2006/relationships/image" Target="../media/image790.png"/><Relationship Id="rId8" Type="http://schemas.openxmlformats.org/officeDocument/2006/relationships/image" Target="../media/image3310.png"/><Relationship Id="rId51" Type="http://schemas.openxmlformats.org/officeDocument/2006/relationships/customXml" Target="../ink/ink195.xml"/><Relationship Id="rId72" Type="http://schemas.openxmlformats.org/officeDocument/2006/relationships/image" Target="../media/image650.png"/><Relationship Id="rId93" Type="http://schemas.openxmlformats.org/officeDocument/2006/relationships/customXml" Target="../ink/ink216.xml"/><Relationship Id="rId98" Type="http://schemas.openxmlformats.org/officeDocument/2006/relationships/image" Target="../media/image780.png"/><Relationship Id="rId3" Type="http://schemas.openxmlformats.org/officeDocument/2006/relationships/customXml" Target="../ink/ink171.xml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40.png"/><Relationship Id="rId21" Type="http://schemas.openxmlformats.org/officeDocument/2006/relationships/customXml" Target="../ink/ink231.xml"/><Relationship Id="rId42" Type="http://schemas.openxmlformats.org/officeDocument/2006/relationships/image" Target="../media/image1020.png"/><Relationship Id="rId47" Type="http://schemas.openxmlformats.org/officeDocument/2006/relationships/customXml" Target="../ink/ink244.xml"/><Relationship Id="rId63" Type="http://schemas.openxmlformats.org/officeDocument/2006/relationships/customXml" Target="../ink/ink252.xml"/><Relationship Id="rId68" Type="http://schemas.openxmlformats.org/officeDocument/2006/relationships/image" Target="../media/image1150.png"/><Relationship Id="rId16" Type="http://schemas.openxmlformats.org/officeDocument/2006/relationships/image" Target="../media/image890.png"/><Relationship Id="rId11" Type="http://schemas.openxmlformats.org/officeDocument/2006/relationships/customXml" Target="../ink/ink226.xml"/><Relationship Id="rId24" Type="http://schemas.openxmlformats.org/officeDocument/2006/relationships/image" Target="../media/image930.png"/><Relationship Id="rId32" Type="http://schemas.openxmlformats.org/officeDocument/2006/relationships/image" Target="../media/image970.png"/><Relationship Id="rId37" Type="http://schemas.openxmlformats.org/officeDocument/2006/relationships/customXml" Target="../ink/ink239.xml"/><Relationship Id="rId40" Type="http://schemas.openxmlformats.org/officeDocument/2006/relationships/image" Target="../media/image1011.png"/><Relationship Id="rId45" Type="http://schemas.openxmlformats.org/officeDocument/2006/relationships/customXml" Target="../ink/ink243.xml"/><Relationship Id="rId53" Type="http://schemas.openxmlformats.org/officeDocument/2006/relationships/customXml" Target="../ink/ink247.xml"/><Relationship Id="rId58" Type="http://schemas.openxmlformats.org/officeDocument/2006/relationships/image" Target="../media/image1101.png"/><Relationship Id="rId66" Type="http://schemas.openxmlformats.org/officeDocument/2006/relationships/image" Target="../media/image1140.png"/><Relationship Id="rId74" Type="http://schemas.openxmlformats.org/officeDocument/2006/relationships/image" Target="../media/image1180.png"/><Relationship Id="rId5" Type="http://schemas.openxmlformats.org/officeDocument/2006/relationships/customXml" Target="../ink/ink223.xml"/><Relationship Id="rId61" Type="http://schemas.openxmlformats.org/officeDocument/2006/relationships/customXml" Target="../ink/ink251.xml"/><Relationship Id="rId19" Type="http://schemas.openxmlformats.org/officeDocument/2006/relationships/customXml" Target="../ink/ink230.xml"/><Relationship Id="rId14" Type="http://schemas.openxmlformats.org/officeDocument/2006/relationships/image" Target="../media/image880.png"/><Relationship Id="rId22" Type="http://schemas.openxmlformats.org/officeDocument/2006/relationships/image" Target="../media/image920.png"/><Relationship Id="rId27" Type="http://schemas.openxmlformats.org/officeDocument/2006/relationships/customXml" Target="../ink/ink234.xml"/><Relationship Id="rId30" Type="http://schemas.openxmlformats.org/officeDocument/2006/relationships/image" Target="../media/image960.png"/><Relationship Id="rId35" Type="http://schemas.openxmlformats.org/officeDocument/2006/relationships/customXml" Target="../ink/ink238.xml"/><Relationship Id="rId43" Type="http://schemas.openxmlformats.org/officeDocument/2006/relationships/customXml" Target="../ink/ink242.xml"/><Relationship Id="rId48" Type="http://schemas.openxmlformats.org/officeDocument/2006/relationships/image" Target="../media/image1050.png"/><Relationship Id="rId56" Type="http://schemas.openxmlformats.org/officeDocument/2006/relationships/image" Target="../media/image1090.png"/><Relationship Id="rId64" Type="http://schemas.openxmlformats.org/officeDocument/2006/relationships/image" Target="../media/image1130.png"/><Relationship Id="rId69" Type="http://schemas.openxmlformats.org/officeDocument/2006/relationships/customXml" Target="../ink/ink255.xml"/><Relationship Id="rId77" Type="http://schemas.openxmlformats.org/officeDocument/2006/relationships/customXml" Target="../ink/ink259.xml"/><Relationship Id="rId8" Type="http://schemas.openxmlformats.org/officeDocument/2006/relationships/image" Target="../media/image850.png"/><Relationship Id="rId51" Type="http://schemas.openxmlformats.org/officeDocument/2006/relationships/customXml" Target="../ink/ink246.xml"/><Relationship Id="rId72" Type="http://schemas.openxmlformats.org/officeDocument/2006/relationships/image" Target="../media/image1170.png"/><Relationship Id="rId3" Type="http://schemas.openxmlformats.org/officeDocument/2006/relationships/customXml" Target="../ink/ink222.xml"/><Relationship Id="rId12" Type="http://schemas.openxmlformats.org/officeDocument/2006/relationships/image" Target="../media/image870.png"/><Relationship Id="rId17" Type="http://schemas.openxmlformats.org/officeDocument/2006/relationships/customXml" Target="../ink/ink229.xml"/><Relationship Id="rId25" Type="http://schemas.openxmlformats.org/officeDocument/2006/relationships/customXml" Target="../ink/ink233.xml"/><Relationship Id="rId33" Type="http://schemas.openxmlformats.org/officeDocument/2006/relationships/customXml" Target="../ink/ink237.xml"/><Relationship Id="rId38" Type="http://schemas.openxmlformats.org/officeDocument/2006/relationships/image" Target="../media/image1000.png"/><Relationship Id="rId46" Type="http://schemas.openxmlformats.org/officeDocument/2006/relationships/image" Target="../media/image1040.png"/><Relationship Id="rId59" Type="http://schemas.openxmlformats.org/officeDocument/2006/relationships/customXml" Target="../ink/ink250.xml"/><Relationship Id="rId67" Type="http://schemas.openxmlformats.org/officeDocument/2006/relationships/customXml" Target="../ink/ink254.xml"/><Relationship Id="rId20" Type="http://schemas.openxmlformats.org/officeDocument/2006/relationships/image" Target="../media/image911.png"/><Relationship Id="rId41" Type="http://schemas.openxmlformats.org/officeDocument/2006/relationships/customXml" Target="../ink/ink241.xml"/><Relationship Id="rId54" Type="http://schemas.openxmlformats.org/officeDocument/2006/relationships/image" Target="../media/image1080.png"/><Relationship Id="rId62" Type="http://schemas.openxmlformats.org/officeDocument/2006/relationships/image" Target="../media/image1120.png"/><Relationship Id="rId70" Type="http://schemas.openxmlformats.org/officeDocument/2006/relationships/image" Target="../media/image1160.png"/><Relationship Id="rId75" Type="http://schemas.openxmlformats.org/officeDocument/2006/relationships/customXml" Target="../ink/ink25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0.png"/><Relationship Id="rId15" Type="http://schemas.openxmlformats.org/officeDocument/2006/relationships/customXml" Target="../ink/ink228.xml"/><Relationship Id="rId23" Type="http://schemas.openxmlformats.org/officeDocument/2006/relationships/customXml" Target="../ink/ink232.xml"/><Relationship Id="rId28" Type="http://schemas.openxmlformats.org/officeDocument/2006/relationships/image" Target="../media/image950.png"/><Relationship Id="rId36" Type="http://schemas.openxmlformats.org/officeDocument/2006/relationships/image" Target="../media/image990.png"/><Relationship Id="rId49" Type="http://schemas.openxmlformats.org/officeDocument/2006/relationships/customXml" Target="../ink/ink245.xml"/><Relationship Id="rId57" Type="http://schemas.openxmlformats.org/officeDocument/2006/relationships/customXml" Target="../ink/ink249.xml"/><Relationship Id="rId10" Type="http://schemas.openxmlformats.org/officeDocument/2006/relationships/image" Target="../media/image860.png"/><Relationship Id="rId31" Type="http://schemas.openxmlformats.org/officeDocument/2006/relationships/customXml" Target="../ink/ink236.xml"/><Relationship Id="rId44" Type="http://schemas.openxmlformats.org/officeDocument/2006/relationships/image" Target="../media/image1030.png"/><Relationship Id="rId52" Type="http://schemas.openxmlformats.org/officeDocument/2006/relationships/image" Target="../media/image1070.png"/><Relationship Id="rId60" Type="http://schemas.openxmlformats.org/officeDocument/2006/relationships/image" Target="../media/image1111.png"/><Relationship Id="rId65" Type="http://schemas.openxmlformats.org/officeDocument/2006/relationships/customXml" Target="../ink/ink253.xml"/><Relationship Id="rId73" Type="http://schemas.openxmlformats.org/officeDocument/2006/relationships/customXml" Target="../ink/ink257.xml"/><Relationship Id="rId78" Type="http://schemas.openxmlformats.org/officeDocument/2006/relationships/image" Target="../media/image1200.png"/><Relationship Id="rId4" Type="http://schemas.openxmlformats.org/officeDocument/2006/relationships/image" Target="../media/image830.png"/><Relationship Id="rId9" Type="http://schemas.openxmlformats.org/officeDocument/2006/relationships/customXml" Target="../ink/ink225.xml"/><Relationship Id="rId13" Type="http://schemas.openxmlformats.org/officeDocument/2006/relationships/customXml" Target="../ink/ink227.xml"/><Relationship Id="rId18" Type="http://schemas.openxmlformats.org/officeDocument/2006/relationships/image" Target="../media/image900.png"/><Relationship Id="rId39" Type="http://schemas.openxmlformats.org/officeDocument/2006/relationships/customXml" Target="../ink/ink240.xml"/><Relationship Id="rId34" Type="http://schemas.openxmlformats.org/officeDocument/2006/relationships/image" Target="../media/image980.png"/><Relationship Id="rId50" Type="http://schemas.openxmlformats.org/officeDocument/2006/relationships/image" Target="../media/image1060.png"/><Relationship Id="rId55" Type="http://schemas.openxmlformats.org/officeDocument/2006/relationships/customXml" Target="../ink/ink248.xml"/><Relationship Id="rId76" Type="http://schemas.openxmlformats.org/officeDocument/2006/relationships/image" Target="../media/image1190.png"/><Relationship Id="rId7" Type="http://schemas.openxmlformats.org/officeDocument/2006/relationships/customXml" Target="../ink/ink224.xml"/><Relationship Id="rId71" Type="http://schemas.openxmlformats.org/officeDocument/2006/relationships/customXml" Target="../ink/ink256.xml"/><Relationship Id="rId2" Type="http://schemas.openxmlformats.org/officeDocument/2006/relationships/image" Target="../media/image120.png"/><Relationship Id="rId29" Type="http://schemas.openxmlformats.org/officeDocument/2006/relationships/customXml" Target="../ink/ink235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60.png"/><Relationship Id="rId18" Type="http://schemas.openxmlformats.org/officeDocument/2006/relationships/customXml" Target="../ink/ink268.xml"/><Relationship Id="rId26" Type="http://schemas.openxmlformats.org/officeDocument/2006/relationships/customXml" Target="../ink/ink272.xml"/><Relationship Id="rId39" Type="http://schemas.openxmlformats.org/officeDocument/2006/relationships/image" Target="../media/image1390.png"/><Relationship Id="rId21" Type="http://schemas.openxmlformats.org/officeDocument/2006/relationships/image" Target="../media/image1300.png"/><Relationship Id="rId34" Type="http://schemas.openxmlformats.org/officeDocument/2006/relationships/customXml" Target="../ink/ink276.xml"/><Relationship Id="rId42" Type="http://schemas.openxmlformats.org/officeDocument/2006/relationships/customXml" Target="../ink/ink280.xml"/><Relationship Id="rId47" Type="http://schemas.openxmlformats.org/officeDocument/2006/relationships/image" Target="../media/image1430.png"/><Relationship Id="rId7" Type="http://schemas.openxmlformats.org/officeDocument/2006/relationships/image" Target="../media/image1230.png"/><Relationship Id="rId2" Type="http://schemas.openxmlformats.org/officeDocument/2006/relationships/customXml" Target="../ink/ink260.xml"/><Relationship Id="rId16" Type="http://schemas.openxmlformats.org/officeDocument/2006/relationships/customXml" Target="../ink/ink267.xml"/><Relationship Id="rId29" Type="http://schemas.openxmlformats.org/officeDocument/2006/relationships/image" Target="../media/image134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62.xml"/><Relationship Id="rId11" Type="http://schemas.openxmlformats.org/officeDocument/2006/relationships/image" Target="../media/image1250.png"/><Relationship Id="rId24" Type="http://schemas.openxmlformats.org/officeDocument/2006/relationships/customXml" Target="../ink/ink271.xml"/><Relationship Id="rId32" Type="http://schemas.openxmlformats.org/officeDocument/2006/relationships/customXml" Target="../ink/ink275.xml"/><Relationship Id="rId37" Type="http://schemas.openxmlformats.org/officeDocument/2006/relationships/image" Target="../media/image1380.png"/><Relationship Id="rId40" Type="http://schemas.openxmlformats.org/officeDocument/2006/relationships/customXml" Target="../ink/ink279.xml"/><Relationship Id="rId45" Type="http://schemas.openxmlformats.org/officeDocument/2006/relationships/image" Target="../media/image1420.png"/><Relationship Id="rId5" Type="http://schemas.openxmlformats.org/officeDocument/2006/relationships/image" Target="../media/image1220.png"/><Relationship Id="rId15" Type="http://schemas.openxmlformats.org/officeDocument/2006/relationships/image" Target="../media/image1270.png"/><Relationship Id="rId23" Type="http://schemas.openxmlformats.org/officeDocument/2006/relationships/image" Target="../media/image1311.png"/><Relationship Id="rId28" Type="http://schemas.openxmlformats.org/officeDocument/2006/relationships/customXml" Target="../ink/ink273.xml"/><Relationship Id="rId36" Type="http://schemas.openxmlformats.org/officeDocument/2006/relationships/customXml" Target="../ink/ink277.xml"/><Relationship Id="rId10" Type="http://schemas.openxmlformats.org/officeDocument/2006/relationships/customXml" Target="../ink/ink264.xml"/><Relationship Id="rId19" Type="http://schemas.openxmlformats.org/officeDocument/2006/relationships/image" Target="../media/image1290.png"/><Relationship Id="rId31" Type="http://schemas.openxmlformats.org/officeDocument/2006/relationships/image" Target="../media/image1350.png"/><Relationship Id="rId44" Type="http://schemas.openxmlformats.org/officeDocument/2006/relationships/customXml" Target="../ink/ink281.xml"/><Relationship Id="rId4" Type="http://schemas.openxmlformats.org/officeDocument/2006/relationships/customXml" Target="../ink/ink261.xml"/><Relationship Id="rId9" Type="http://schemas.openxmlformats.org/officeDocument/2006/relationships/image" Target="../media/image1240.png"/><Relationship Id="rId14" Type="http://schemas.openxmlformats.org/officeDocument/2006/relationships/customXml" Target="../ink/ink266.xml"/><Relationship Id="rId22" Type="http://schemas.openxmlformats.org/officeDocument/2006/relationships/customXml" Target="../ink/ink270.xml"/><Relationship Id="rId27" Type="http://schemas.openxmlformats.org/officeDocument/2006/relationships/image" Target="../media/image1330.png"/><Relationship Id="rId30" Type="http://schemas.openxmlformats.org/officeDocument/2006/relationships/customXml" Target="../ink/ink274.xml"/><Relationship Id="rId35" Type="http://schemas.openxmlformats.org/officeDocument/2006/relationships/image" Target="../media/image1370.png"/><Relationship Id="rId43" Type="http://schemas.openxmlformats.org/officeDocument/2006/relationships/image" Target="../media/image1410.png"/><Relationship Id="rId8" Type="http://schemas.openxmlformats.org/officeDocument/2006/relationships/customXml" Target="../ink/ink263.xml"/><Relationship Id="rId3" Type="http://schemas.openxmlformats.org/officeDocument/2006/relationships/image" Target="../media/image1211.png"/><Relationship Id="rId12" Type="http://schemas.openxmlformats.org/officeDocument/2006/relationships/customXml" Target="../ink/ink265.xml"/><Relationship Id="rId17" Type="http://schemas.openxmlformats.org/officeDocument/2006/relationships/image" Target="../media/image1280.png"/><Relationship Id="rId25" Type="http://schemas.openxmlformats.org/officeDocument/2006/relationships/image" Target="../media/image1320.png"/><Relationship Id="rId33" Type="http://schemas.openxmlformats.org/officeDocument/2006/relationships/image" Target="../media/image1360.png"/><Relationship Id="rId38" Type="http://schemas.openxmlformats.org/officeDocument/2006/relationships/customXml" Target="../ink/ink278.xml"/><Relationship Id="rId46" Type="http://schemas.openxmlformats.org/officeDocument/2006/relationships/customXml" Target="../ink/ink282.xml"/><Relationship Id="rId20" Type="http://schemas.openxmlformats.org/officeDocument/2006/relationships/customXml" Target="../ink/ink269.xml"/><Relationship Id="rId41" Type="http://schemas.openxmlformats.org/officeDocument/2006/relationships/image" Target="../media/image140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0.png"/><Relationship Id="rId3" Type="http://schemas.openxmlformats.org/officeDocument/2006/relationships/customXml" Target="../ink/ink283.xml"/><Relationship Id="rId7" Type="http://schemas.openxmlformats.org/officeDocument/2006/relationships/customXml" Target="../ink/ink285.xml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0.png"/><Relationship Id="rId5" Type="http://schemas.openxmlformats.org/officeDocument/2006/relationships/customXml" Target="../ink/ink284.xml"/><Relationship Id="rId10" Type="http://schemas.openxmlformats.org/officeDocument/2006/relationships/image" Target="../media/image1480.png"/><Relationship Id="rId4" Type="http://schemas.openxmlformats.org/officeDocument/2006/relationships/image" Target="../media/image1450.png"/><Relationship Id="rId9" Type="http://schemas.openxmlformats.org/officeDocument/2006/relationships/customXml" Target="../ink/ink286.xm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92.xml"/><Relationship Id="rId18" Type="http://schemas.openxmlformats.org/officeDocument/2006/relationships/image" Target="../media/image157.png"/><Relationship Id="rId26" Type="http://schemas.openxmlformats.org/officeDocument/2006/relationships/image" Target="../media/image161.png"/><Relationship Id="rId39" Type="http://schemas.openxmlformats.org/officeDocument/2006/relationships/customXml" Target="../ink/ink305.xml"/><Relationship Id="rId21" Type="http://schemas.openxmlformats.org/officeDocument/2006/relationships/customXml" Target="../ink/ink296.xml"/><Relationship Id="rId34" Type="http://schemas.openxmlformats.org/officeDocument/2006/relationships/image" Target="../media/image165.png"/><Relationship Id="rId42" Type="http://schemas.openxmlformats.org/officeDocument/2006/relationships/image" Target="../media/image169.png"/><Relationship Id="rId47" Type="http://schemas.openxmlformats.org/officeDocument/2006/relationships/customXml" Target="../ink/ink309.xml"/><Relationship Id="rId50" Type="http://schemas.openxmlformats.org/officeDocument/2006/relationships/image" Target="../media/image173.png"/><Relationship Id="rId7" Type="http://schemas.openxmlformats.org/officeDocument/2006/relationships/customXml" Target="../ink/ink289.xml"/><Relationship Id="rId2" Type="http://schemas.openxmlformats.org/officeDocument/2006/relationships/image" Target="../media/image152.png"/><Relationship Id="rId16" Type="http://schemas.openxmlformats.org/officeDocument/2006/relationships/image" Target="../media/image156.png"/><Relationship Id="rId29" Type="http://schemas.openxmlformats.org/officeDocument/2006/relationships/customXml" Target="../ink/ink300.xml"/><Relationship Id="rId11" Type="http://schemas.openxmlformats.org/officeDocument/2006/relationships/customXml" Target="../ink/ink291.xml"/><Relationship Id="rId24" Type="http://schemas.openxmlformats.org/officeDocument/2006/relationships/image" Target="../media/image160.png"/><Relationship Id="rId32" Type="http://schemas.openxmlformats.org/officeDocument/2006/relationships/image" Target="../media/image164.png"/><Relationship Id="rId37" Type="http://schemas.openxmlformats.org/officeDocument/2006/relationships/customXml" Target="../ink/ink304.xml"/><Relationship Id="rId40" Type="http://schemas.openxmlformats.org/officeDocument/2006/relationships/image" Target="../media/image168.png"/><Relationship Id="rId45" Type="http://schemas.openxmlformats.org/officeDocument/2006/relationships/customXml" Target="../ink/ink308.xml"/><Relationship Id="rId53" Type="http://schemas.openxmlformats.org/officeDocument/2006/relationships/customXml" Target="../ink/ink312.xml"/><Relationship Id="rId5" Type="http://schemas.openxmlformats.org/officeDocument/2006/relationships/customXml" Target="../ink/ink288.xml"/><Relationship Id="rId10" Type="http://schemas.openxmlformats.org/officeDocument/2006/relationships/image" Target="../media/image153.png"/><Relationship Id="rId19" Type="http://schemas.openxmlformats.org/officeDocument/2006/relationships/customXml" Target="../ink/ink295.xml"/><Relationship Id="rId31" Type="http://schemas.openxmlformats.org/officeDocument/2006/relationships/customXml" Target="../ink/ink301.xml"/><Relationship Id="rId44" Type="http://schemas.openxmlformats.org/officeDocument/2006/relationships/image" Target="../media/image170.png"/><Relationship Id="rId52" Type="http://schemas.openxmlformats.org/officeDocument/2006/relationships/image" Target="../media/image174.png"/><Relationship Id="rId4" Type="http://schemas.openxmlformats.org/officeDocument/2006/relationships/image" Target="../media/image1500.png"/><Relationship Id="rId9" Type="http://schemas.openxmlformats.org/officeDocument/2006/relationships/customXml" Target="../ink/ink290.xml"/><Relationship Id="rId14" Type="http://schemas.openxmlformats.org/officeDocument/2006/relationships/image" Target="../media/image155.png"/><Relationship Id="rId22" Type="http://schemas.openxmlformats.org/officeDocument/2006/relationships/image" Target="../media/image159.png"/><Relationship Id="rId27" Type="http://schemas.openxmlformats.org/officeDocument/2006/relationships/customXml" Target="../ink/ink299.xml"/><Relationship Id="rId30" Type="http://schemas.openxmlformats.org/officeDocument/2006/relationships/image" Target="../media/image163.png"/><Relationship Id="rId35" Type="http://schemas.openxmlformats.org/officeDocument/2006/relationships/customXml" Target="../ink/ink303.xml"/><Relationship Id="rId43" Type="http://schemas.openxmlformats.org/officeDocument/2006/relationships/customXml" Target="../ink/ink307.xml"/><Relationship Id="rId48" Type="http://schemas.openxmlformats.org/officeDocument/2006/relationships/image" Target="../media/image172.png"/><Relationship Id="rId8" Type="http://schemas.openxmlformats.org/officeDocument/2006/relationships/image" Target="../media/image1520.png"/><Relationship Id="rId51" Type="http://schemas.openxmlformats.org/officeDocument/2006/relationships/customXml" Target="../ink/ink311.xml"/><Relationship Id="rId3" Type="http://schemas.openxmlformats.org/officeDocument/2006/relationships/customXml" Target="../ink/ink287.xml"/><Relationship Id="rId12" Type="http://schemas.openxmlformats.org/officeDocument/2006/relationships/image" Target="../media/image154.png"/><Relationship Id="rId17" Type="http://schemas.openxmlformats.org/officeDocument/2006/relationships/customXml" Target="../ink/ink294.xml"/><Relationship Id="rId25" Type="http://schemas.openxmlformats.org/officeDocument/2006/relationships/customXml" Target="../ink/ink298.xml"/><Relationship Id="rId33" Type="http://schemas.openxmlformats.org/officeDocument/2006/relationships/customXml" Target="../ink/ink302.xml"/><Relationship Id="rId38" Type="http://schemas.openxmlformats.org/officeDocument/2006/relationships/image" Target="../media/image167.png"/><Relationship Id="rId46" Type="http://schemas.openxmlformats.org/officeDocument/2006/relationships/image" Target="../media/image171.png"/><Relationship Id="rId20" Type="http://schemas.openxmlformats.org/officeDocument/2006/relationships/image" Target="../media/image158.png"/><Relationship Id="rId41" Type="http://schemas.openxmlformats.org/officeDocument/2006/relationships/customXml" Target="../ink/ink306.xml"/><Relationship Id="rId54" Type="http://schemas.openxmlformats.org/officeDocument/2006/relationships/image" Target="../media/image1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11.png"/><Relationship Id="rId15" Type="http://schemas.openxmlformats.org/officeDocument/2006/relationships/customXml" Target="../ink/ink293.xml"/><Relationship Id="rId23" Type="http://schemas.openxmlformats.org/officeDocument/2006/relationships/customXml" Target="../ink/ink297.xml"/><Relationship Id="rId28" Type="http://schemas.openxmlformats.org/officeDocument/2006/relationships/image" Target="../media/image162.png"/><Relationship Id="rId36" Type="http://schemas.openxmlformats.org/officeDocument/2006/relationships/image" Target="../media/image166.png"/><Relationship Id="rId49" Type="http://schemas.openxmlformats.org/officeDocument/2006/relationships/customXml" Target="../ink/ink310.xml"/></Relationships>
</file>

<file path=ppt/slides/_rels/slide2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87.png"/><Relationship Id="rId21" Type="http://schemas.openxmlformats.org/officeDocument/2006/relationships/customXml" Target="../ink/ink322.xml"/><Relationship Id="rId42" Type="http://schemas.openxmlformats.org/officeDocument/2006/relationships/image" Target="../media/image195.png"/><Relationship Id="rId47" Type="http://schemas.openxmlformats.org/officeDocument/2006/relationships/customXml" Target="../ink/ink335.xml"/><Relationship Id="rId63" Type="http://schemas.openxmlformats.org/officeDocument/2006/relationships/customXml" Target="../ink/ink343.xml"/><Relationship Id="rId68" Type="http://schemas.openxmlformats.org/officeDocument/2006/relationships/image" Target="../media/image208.png"/><Relationship Id="rId84" Type="http://schemas.openxmlformats.org/officeDocument/2006/relationships/image" Target="../media/image216.png"/><Relationship Id="rId89" Type="http://schemas.openxmlformats.org/officeDocument/2006/relationships/customXml" Target="../ink/ink356.xml"/><Relationship Id="rId16" Type="http://schemas.openxmlformats.org/officeDocument/2006/relationships/image" Target="../media/image182.png"/><Relationship Id="rId11" Type="http://schemas.openxmlformats.org/officeDocument/2006/relationships/customXml" Target="../ink/ink317.xml"/><Relationship Id="rId32" Type="http://schemas.openxmlformats.org/officeDocument/2006/relationships/image" Target="../media/image190.png"/><Relationship Id="rId37" Type="http://schemas.openxmlformats.org/officeDocument/2006/relationships/customXml" Target="../ink/ink330.xml"/><Relationship Id="rId53" Type="http://schemas.openxmlformats.org/officeDocument/2006/relationships/customXml" Target="../ink/ink338.xml"/><Relationship Id="rId58" Type="http://schemas.openxmlformats.org/officeDocument/2006/relationships/image" Target="../media/image203.png"/><Relationship Id="rId74" Type="http://schemas.openxmlformats.org/officeDocument/2006/relationships/image" Target="../media/image211.png"/><Relationship Id="rId79" Type="http://schemas.openxmlformats.org/officeDocument/2006/relationships/customXml" Target="../ink/ink351.xml"/><Relationship Id="rId5" Type="http://schemas.openxmlformats.org/officeDocument/2006/relationships/customXml" Target="../ink/ink314.xml"/><Relationship Id="rId90" Type="http://schemas.openxmlformats.org/officeDocument/2006/relationships/image" Target="../media/image219.png"/><Relationship Id="rId95" Type="http://schemas.openxmlformats.org/officeDocument/2006/relationships/customXml" Target="../ink/ink359.xml"/><Relationship Id="rId22" Type="http://schemas.openxmlformats.org/officeDocument/2006/relationships/image" Target="../media/image185.png"/><Relationship Id="rId27" Type="http://schemas.openxmlformats.org/officeDocument/2006/relationships/customXml" Target="../ink/ink325.xml"/><Relationship Id="rId43" Type="http://schemas.openxmlformats.org/officeDocument/2006/relationships/customXml" Target="../ink/ink333.xml"/><Relationship Id="rId48" Type="http://schemas.openxmlformats.org/officeDocument/2006/relationships/image" Target="../media/image198.png"/><Relationship Id="rId64" Type="http://schemas.openxmlformats.org/officeDocument/2006/relationships/image" Target="../media/image206.png"/><Relationship Id="rId69" Type="http://schemas.openxmlformats.org/officeDocument/2006/relationships/customXml" Target="../ink/ink346.xml"/><Relationship Id="rId80" Type="http://schemas.openxmlformats.org/officeDocument/2006/relationships/image" Target="../media/image214.png"/><Relationship Id="rId85" Type="http://schemas.openxmlformats.org/officeDocument/2006/relationships/customXml" Target="../ink/ink354.xml"/><Relationship Id="rId3" Type="http://schemas.openxmlformats.org/officeDocument/2006/relationships/customXml" Target="../ink/ink313.xml"/><Relationship Id="rId12" Type="http://schemas.openxmlformats.org/officeDocument/2006/relationships/image" Target="../media/image180.png"/><Relationship Id="rId17" Type="http://schemas.openxmlformats.org/officeDocument/2006/relationships/customXml" Target="../ink/ink320.xml"/><Relationship Id="rId25" Type="http://schemas.openxmlformats.org/officeDocument/2006/relationships/customXml" Target="../ink/ink324.xml"/><Relationship Id="rId33" Type="http://schemas.openxmlformats.org/officeDocument/2006/relationships/customXml" Target="../ink/ink328.xml"/><Relationship Id="rId38" Type="http://schemas.openxmlformats.org/officeDocument/2006/relationships/image" Target="../media/image193.png"/><Relationship Id="rId46" Type="http://schemas.openxmlformats.org/officeDocument/2006/relationships/image" Target="../media/image197.png"/><Relationship Id="rId59" Type="http://schemas.openxmlformats.org/officeDocument/2006/relationships/customXml" Target="../ink/ink341.xml"/><Relationship Id="rId67" Type="http://schemas.openxmlformats.org/officeDocument/2006/relationships/customXml" Target="../ink/ink345.xml"/><Relationship Id="rId20" Type="http://schemas.openxmlformats.org/officeDocument/2006/relationships/image" Target="../media/image184.png"/><Relationship Id="rId41" Type="http://schemas.openxmlformats.org/officeDocument/2006/relationships/customXml" Target="../ink/ink332.xml"/><Relationship Id="rId54" Type="http://schemas.openxmlformats.org/officeDocument/2006/relationships/image" Target="../media/image201.png"/><Relationship Id="rId62" Type="http://schemas.openxmlformats.org/officeDocument/2006/relationships/image" Target="../media/image205.png"/><Relationship Id="rId70" Type="http://schemas.openxmlformats.org/officeDocument/2006/relationships/image" Target="../media/image209.png"/><Relationship Id="rId75" Type="http://schemas.openxmlformats.org/officeDocument/2006/relationships/customXml" Target="../ink/ink349.xml"/><Relationship Id="rId83" Type="http://schemas.openxmlformats.org/officeDocument/2006/relationships/customXml" Target="../ink/ink353.xml"/><Relationship Id="rId88" Type="http://schemas.openxmlformats.org/officeDocument/2006/relationships/image" Target="../media/image218.png"/><Relationship Id="rId91" Type="http://schemas.openxmlformats.org/officeDocument/2006/relationships/customXml" Target="../ink/ink357.xml"/><Relationship Id="rId96" Type="http://schemas.openxmlformats.org/officeDocument/2006/relationships/image" Target="../media/image2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7.png"/><Relationship Id="rId15" Type="http://schemas.openxmlformats.org/officeDocument/2006/relationships/customXml" Target="../ink/ink319.xml"/><Relationship Id="rId23" Type="http://schemas.openxmlformats.org/officeDocument/2006/relationships/customXml" Target="../ink/ink323.xml"/><Relationship Id="rId28" Type="http://schemas.openxmlformats.org/officeDocument/2006/relationships/image" Target="../media/image188.png"/><Relationship Id="rId36" Type="http://schemas.openxmlformats.org/officeDocument/2006/relationships/image" Target="../media/image192.png"/><Relationship Id="rId49" Type="http://schemas.openxmlformats.org/officeDocument/2006/relationships/customXml" Target="../ink/ink336.xml"/><Relationship Id="rId57" Type="http://schemas.openxmlformats.org/officeDocument/2006/relationships/customXml" Target="../ink/ink340.xml"/><Relationship Id="rId10" Type="http://schemas.openxmlformats.org/officeDocument/2006/relationships/image" Target="../media/image179.png"/><Relationship Id="rId31" Type="http://schemas.openxmlformats.org/officeDocument/2006/relationships/customXml" Target="../ink/ink327.xml"/><Relationship Id="rId44" Type="http://schemas.openxmlformats.org/officeDocument/2006/relationships/image" Target="../media/image196.png"/><Relationship Id="rId52" Type="http://schemas.openxmlformats.org/officeDocument/2006/relationships/image" Target="../media/image200.png"/><Relationship Id="rId60" Type="http://schemas.openxmlformats.org/officeDocument/2006/relationships/image" Target="../media/image204.png"/><Relationship Id="rId65" Type="http://schemas.openxmlformats.org/officeDocument/2006/relationships/customXml" Target="../ink/ink344.xml"/><Relationship Id="rId73" Type="http://schemas.openxmlformats.org/officeDocument/2006/relationships/customXml" Target="../ink/ink348.xml"/><Relationship Id="rId78" Type="http://schemas.openxmlformats.org/officeDocument/2006/relationships/image" Target="../media/image213.png"/><Relationship Id="rId81" Type="http://schemas.openxmlformats.org/officeDocument/2006/relationships/customXml" Target="../ink/ink352.xml"/><Relationship Id="rId86" Type="http://schemas.openxmlformats.org/officeDocument/2006/relationships/image" Target="../media/image217.png"/><Relationship Id="rId94" Type="http://schemas.openxmlformats.org/officeDocument/2006/relationships/image" Target="../media/image221.png"/><Relationship Id="rId99" Type="http://schemas.openxmlformats.org/officeDocument/2006/relationships/customXml" Target="../ink/ink361.xml"/><Relationship Id="rId4" Type="http://schemas.openxmlformats.org/officeDocument/2006/relationships/image" Target="../media/image176.png"/><Relationship Id="rId9" Type="http://schemas.openxmlformats.org/officeDocument/2006/relationships/customXml" Target="../ink/ink316.xml"/><Relationship Id="rId13" Type="http://schemas.openxmlformats.org/officeDocument/2006/relationships/customXml" Target="../ink/ink318.xml"/><Relationship Id="rId18" Type="http://schemas.openxmlformats.org/officeDocument/2006/relationships/image" Target="../media/image183.png"/><Relationship Id="rId39" Type="http://schemas.openxmlformats.org/officeDocument/2006/relationships/customXml" Target="../ink/ink331.xml"/><Relationship Id="rId34" Type="http://schemas.openxmlformats.org/officeDocument/2006/relationships/image" Target="../media/image191.png"/><Relationship Id="rId50" Type="http://schemas.openxmlformats.org/officeDocument/2006/relationships/image" Target="../media/image199.png"/><Relationship Id="rId55" Type="http://schemas.openxmlformats.org/officeDocument/2006/relationships/customXml" Target="../ink/ink339.xml"/><Relationship Id="rId76" Type="http://schemas.openxmlformats.org/officeDocument/2006/relationships/image" Target="../media/image212.png"/><Relationship Id="rId97" Type="http://schemas.openxmlformats.org/officeDocument/2006/relationships/customXml" Target="../ink/ink360.xml"/><Relationship Id="rId7" Type="http://schemas.openxmlformats.org/officeDocument/2006/relationships/customXml" Target="../ink/ink315.xml"/><Relationship Id="rId71" Type="http://schemas.openxmlformats.org/officeDocument/2006/relationships/customXml" Target="../ink/ink347.xml"/><Relationship Id="rId92" Type="http://schemas.openxmlformats.org/officeDocument/2006/relationships/image" Target="../media/image220.png"/><Relationship Id="rId2" Type="http://schemas.openxmlformats.org/officeDocument/2006/relationships/image" Target="../media/image152.png"/><Relationship Id="rId29" Type="http://schemas.openxmlformats.org/officeDocument/2006/relationships/customXml" Target="../ink/ink326.xml"/><Relationship Id="rId24" Type="http://schemas.openxmlformats.org/officeDocument/2006/relationships/image" Target="../media/image186.png"/><Relationship Id="rId40" Type="http://schemas.openxmlformats.org/officeDocument/2006/relationships/image" Target="../media/image194.png"/><Relationship Id="rId45" Type="http://schemas.openxmlformats.org/officeDocument/2006/relationships/customXml" Target="../ink/ink334.xml"/><Relationship Id="rId66" Type="http://schemas.openxmlformats.org/officeDocument/2006/relationships/image" Target="../media/image207.png"/><Relationship Id="rId87" Type="http://schemas.openxmlformats.org/officeDocument/2006/relationships/customXml" Target="../ink/ink355.xml"/><Relationship Id="rId61" Type="http://schemas.openxmlformats.org/officeDocument/2006/relationships/customXml" Target="../ink/ink342.xml"/><Relationship Id="rId82" Type="http://schemas.openxmlformats.org/officeDocument/2006/relationships/image" Target="../media/image215.png"/><Relationship Id="rId19" Type="http://schemas.openxmlformats.org/officeDocument/2006/relationships/customXml" Target="../ink/ink321.xml"/><Relationship Id="rId14" Type="http://schemas.openxmlformats.org/officeDocument/2006/relationships/image" Target="../media/image181.png"/><Relationship Id="rId30" Type="http://schemas.openxmlformats.org/officeDocument/2006/relationships/image" Target="../media/image189.png"/><Relationship Id="rId35" Type="http://schemas.openxmlformats.org/officeDocument/2006/relationships/customXml" Target="../ink/ink329.xml"/><Relationship Id="rId56" Type="http://schemas.openxmlformats.org/officeDocument/2006/relationships/image" Target="../media/image202.png"/><Relationship Id="rId77" Type="http://schemas.openxmlformats.org/officeDocument/2006/relationships/customXml" Target="../ink/ink350.xml"/><Relationship Id="rId100" Type="http://schemas.openxmlformats.org/officeDocument/2006/relationships/image" Target="../media/image224.png"/><Relationship Id="rId8" Type="http://schemas.openxmlformats.org/officeDocument/2006/relationships/image" Target="../media/image178.png"/><Relationship Id="rId51" Type="http://schemas.openxmlformats.org/officeDocument/2006/relationships/customXml" Target="../ink/ink337.xml"/><Relationship Id="rId72" Type="http://schemas.openxmlformats.org/officeDocument/2006/relationships/image" Target="../media/image210.png"/><Relationship Id="rId93" Type="http://schemas.openxmlformats.org/officeDocument/2006/relationships/customXml" Target="../ink/ink358.xml"/><Relationship Id="rId98" Type="http://schemas.openxmlformats.org/officeDocument/2006/relationships/image" Target="../media/image2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2.xml"/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6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2.png"/><Relationship Id="rId18" Type="http://schemas.openxmlformats.org/officeDocument/2006/relationships/customXml" Target="../ink/ink371.xml"/><Relationship Id="rId26" Type="http://schemas.openxmlformats.org/officeDocument/2006/relationships/customXml" Target="../ink/ink375.xml"/><Relationship Id="rId39" Type="http://schemas.openxmlformats.org/officeDocument/2006/relationships/image" Target="../media/image245.png"/><Relationship Id="rId21" Type="http://schemas.openxmlformats.org/officeDocument/2006/relationships/image" Target="../media/image236.png"/><Relationship Id="rId34" Type="http://schemas.openxmlformats.org/officeDocument/2006/relationships/customXml" Target="../ink/ink379.xml"/><Relationship Id="rId42" Type="http://schemas.openxmlformats.org/officeDocument/2006/relationships/customXml" Target="../ink/ink383.xml"/><Relationship Id="rId47" Type="http://schemas.openxmlformats.org/officeDocument/2006/relationships/image" Target="../media/image249.png"/><Relationship Id="rId50" Type="http://schemas.openxmlformats.org/officeDocument/2006/relationships/customXml" Target="../ink/ink387.xml"/><Relationship Id="rId55" Type="http://schemas.openxmlformats.org/officeDocument/2006/relationships/image" Target="../media/image253.png"/><Relationship Id="rId7" Type="http://schemas.openxmlformats.org/officeDocument/2006/relationships/image" Target="../media/image229.png"/><Relationship Id="rId2" Type="http://schemas.openxmlformats.org/officeDocument/2006/relationships/customXml" Target="../ink/ink363.xml"/><Relationship Id="rId16" Type="http://schemas.openxmlformats.org/officeDocument/2006/relationships/customXml" Target="../ink/ink370.xml"/><Relationship Id="rId29" Type="http://schemas.openxmlformats.org/officeDocument/2006/relationships/image" Target="../media/image240.png"/><Relationship Id="rId11" Type="http://schemas.openxmlformats.org/officeDocument/2006/relationships/image" Target="../media/image231.png"/><Relationship Id="rId24" Type="http://schemas.openxmlformats.org/officeDocument/2006/relationships/customXml" Target="../ink/ink374.xml"/><Relationship Id="rId32" Type="http://schemas.openxmlformats.org/officeDocument/2006/relationships/customXml" Target="../ink/ink378.xml"/><Relationship Id="rId37" Type="http://schemas.openxmlformats.org/officeDocument/2006/relationships/image" Target="../media/image244.png"/><Relationship Id="rId40" Type="http://schemas.openxmlformats.org/officeDocument/2006/relationships/customXml" Target="../ink/ink382.xml"/><Relationship Id="rId45" Type="http://schemas.openxmlformats.org/officeDocument/2006/relationships/image" Target="../media/image248.png"/><Relationship Id="rId53" Type="http://schemas.openxmlformats.org/officeDocument/2006/relationships/image" Target="../media/image252.png"/><Relationship Id="rId5" Type="http://schemas.openxmlformats.org/officeDocument/2006/relationships/image" Target="../media/image228.png"/><Relationship Id="rId19" Type="http://schemas.openxmlformats.org/officeDocument/2006/relationships/image" Target="../media/image235.png"/><Relationship Id="rId4" Type="http://schemas.openxmlformats.org/officeDocument/2006/relationships/customXml" Target="../ink/ink364.xml"/><Relationship Id="rId9" Type="http://schemas.openxmlformats.org/officeDocument/2006/relationships/image" Target="../media/image230.png"/><Relationship Id="rId14" Type="http://schemas.openxmlformats.org/officeDocument/2006/relationships/customXml" Target="../ink/ink369.xml"/><Relationship Id="rId22" Type="http://schemas.openxmlformats.org/officeDocument/2006/relationships/customXml" Target="../ink/ink373.xml"/><Relationship Id="rId27" Type="http://schemas.openxmlformats.org/officeDocument/2006/relationships/image" Target="../media/image239.png"/><Relationship Id="rId30" Type="http://schemas.openxmlformats.org/officeDocument/2006/relationships/customXml" Target="../ink/ink377.xml"/><Relationship Id="rId35" Type="http://schemas.openxmlformats.org/officeDocument/2006/relationships/image" Target="../media/image243.png"/><Relationship Id="rId43" Type="http://schemas.openxmlformats.org/officeDocument/2006/relationships/image" Target="../media/image247.png"/><Relationship Id="rId48" Type="http://schemas.openxmlformats.org/officeDocument/2006/relationships/customXml" Target="../ink/ink386.xml"/><Relationship Id="rId56" Type="http://schemas.openxmlformats.org/officeDocument/2006/relationships/customXml" Target="../ink/ink390.xml"/><Relationship Id="rId8" Type="http://schemas.openxmlformats.org/officeDocument/2006/relationships/customXml" Target="../ink/ink366.xml"/><Relationship Id="rId51" Type="http://schemas.openxmlformats.org/officeDocument/2006/relationships/image" Target="../media/image251.png"/><Relationship Id="rId3" Type="http://schemas.openxmlformats.org/officeDocument/2006/relationships/image" Target="../media/image227.png"/><Relationship Id="rId12" Type="http://schemas.openxmlformats.org/officeDocument/2006/relationships/customXml" Target="../ink/ink368.xml"/><Relationship Id="rId17" Type="http://schemas.openxmlformats.org/officeDocument/2006/relationships/image" Target="../media/image234.png"/><Relationship Id="rId25" Type="http://schemas.openxmlformats.org/officeDocument/2006/relationships/image" Target="../media/image238.png"/><Relationship Id="rId33" Type="http://schemas.openxmlformats.org/officeDocument/2006/relationships/image" Target="../media/image242.png"/><Relationship Id="rId38" Type="http://schemas.openxmlformats.org/officeDocument/2006/relationships/customXml" Target="../ink/ink381.xml"/><Relationship Id="rId46" Type="http://schemas.openxmlformats.org/officeDocument/2006/relationships/customXml" Target="../ink/ink385.xml"/><Relationship Id="rId20" Type="http://schemas.openxmlformats.org/officeDocument/2006/relationships/customXml" Target="../ink/ink372.xml"/><Relationship Id="rId41" Type="http://schemas.openxmlformats.org/officeDocument/2006/relationships/image" Target="../media/image246.png"/><Relationship Id="rId54" Type="http://schemas.openxmlformats.org/officeDocument/2006/relationships/customXml" Target="../ink/ink38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65.xml"/><Relationship Id="rId15" Type="http://schemas.openxmlformats.org/officeDocument/2006/relationships/image" Target="../media/image233.png"/><Relationship Id="rId23" Type="http://schemas.openxmlformats.org/officeDocument/2006/relationships/image" Target="../media/image237.png"/><Relationship Id="rId28" Type="http://schemas.openxmlformats.org/officeDocument/2006/relationships/customXml" Target="../ink/ink376.xml"/><Relationship Id="rId36" Type="http://schemas.openxmlformats.org/officeDocument/2006/relationships/customXml" Target="../ink/ink380.xml"/><Relationship Id="rId49" Type="http://schemas.openxmlformats.org/officeDocument/2006/relationships/image" Target="../media/image250.png"/><Relationship Id="rId57" Type="http://schemas.openxmlformats.org/officeDocument/2006/relationships/image" Target="../media/image254.png"/><Relationship Id="rId10" Type="http://schemas.openxmlformats.org/officeDocument/2006/relationships/customXml" Target="../ink/ink367.xml"/><Relationship Id="rId31" Type="http://schemas.openxmlformats.org/officeDocument/2006/relationships/image" Target="../media/image241.png"/><Relationship Id="rId44" Type="http://schemas.openxmlformats.org/officeDocument/2006/relationships/customXml" Target="../ink/ink384.xml"/><Relationship Id="rId52" Type="http://schemas.openxmlformats.org/officeDocument/2006/relationships/customXml" Target="../ink/ink38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png"/><Relationship Id="rId2" Type="http://schemas.openxmlformats.org/officeDocument/2006/relationships/customXml" Target="../ink/ink39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6.png"/><Relationship Id="rId4" Type="http://schemas.openxmlformats.org/officeDocument/2006/relationships/customXml" Target="../ink/ink392.xml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98.xml"/><Relationship Id="rId18" Type="http://schemas.openxmlformats.org/officeDocument/2006/relationships/customXml" Target="../ink/ink401.xml"/><Relationship Id="rId26" Type="http://schemas.openxmlformats.org/officeDocument/2006/relationships/customXml" Target="../ink/ink405.xml"/><Relationship Id="rId39" Type="http://schemas.openxmlformats.org/officeDocument/2006/relationships/image" Target="../media/image274.png"/><Relationship Id="rId21" Type="http://schemas.openxmlformats.org/officeDocument/2006/relationships/image" Target="../media/image265.png"/><Relationship Id="rId34" Type="http://schemas.openxmlformats.org/officeDocument/2006/relationships/customXml" Target="../ink/ink409.xml"/><Relationship Id="rId42" Type="http://schemas.openxmlformats.org/officeDocument/2006/relationships/customXml" Target="../ink/ink413.xml"/><Relationship Id="rId47" Type="http://schemas.openxmlformats.org/officeDocument/2006/relationships/image" Target="../media/image278.png"/><Relationship Id="rId7" Type="http://schemas.openxmlformats.org/officeDocument/2006/relationships/customXml" Target="../ink/ink395.xml"/><Relationship Id="rId2" Type="http://schemas.openxmlformats.org/officeDocument/2006/relationships/image" Target="../media/image257.png"/><Relationship Id="rId16" Type="http://schemas.openxmlformats.org/officeDocument/2006/relationships/customXml" Target="../ink/ink400.xml"/><Relationship Id="rId29" Type="http://schemas.openxmlformats.org/officeDocument/2006/relationships/image" Target="../media/image269.png"/><Relationship Id="rId11" Type="http://schemas.openxmlformats.org/officeDocument/2006/relationships/customXml" Target="../ink/ink397.xml"/><Relationship Id="rId24" Type="http://schemas.openxmlformats.org/officeDocument/2006/relationships/customXml" Target="../ink/ink404.xml"/><Relationship Id="rId32" Type="http://schemas.openxmlformats.org/officeDocument/2006/relationships/customXml" Target="../ink/ink408.xml"/><Relationship Id="rId37" Type="http://schemas.openxmlformats.org/officeDocument/2006/relationships/image" Target="../media/image273.png"/><Relationship Id="rId40" Type="http://schemas.openxmlformats.org/officeDocument/2006/relationships/customXml" Target="../ink/ink412.xml"/><Relationship Id="rId45" Type="http://schemas.openxmlformats.org/officeDocument/2006/relationships/image" Target="../media/image277.png"/><Relationship Id="rId5" Type="http://schemas.openxmlformats.org/officeDocument/2006/relationships/customXml" Target="../ink/ink394.xml"/><Relationship Id="rId15" Type="http://schemas.openxmlformats.org/officeDocument/2006/relationships/customXml" Target="../ink/ink399.xml"/><Relationship Id="rId23" Type="http://schemas.openxmlformats.org/officeDocument/2006/relationships/image" Target="../media/image266.png"/><Relationship Id="rId28" Type="http://schemas.openxmlformats.org/officeDocument/2006/relationships/customXml" Target="../ink/ink406.xml"/><Relationship Id="rId36" Type="http://schemas.openxmlformats.org/officeDocument/2006/relationships/customXml" Target="../ink/ink410.xml"/><Relationship Id="rId49" Type="http://schemas.openxmlformats.org/officeDocument/2006/relationships/image" Target="../media/image279.png"/><Relationship Id="rId10" Type="http://schemas.openxmlformats.org/officeDocument/2006/relationships/image" Target="../media/image261.png"/><Relationship Id="rId19" Type="http://schemas.openxmlformats.org/officeDocument/2006/relationships/image" Target="../media/image264.png"/><Relationship Id="rId31" Type="http://schemas.openxmlformats.org/officeDocument/2006/relationships/image" Target="../media/image270.png"/><Relationship Id="rId44" Type="http://schemas.openxmlformats.org/officeDocument/2006/relationships/customXml" Target="../ink/ink414.xml"/><Relationship Id="rId4" Type="http://schemas.openxmlformats.org/officeDocument/2006/relationships/image" Target="../media/image258.png"/><Relationship Id="rId9" Type="http://schemas.openxmlformats.org/officeDocument/2006/relationships/customXml" Target="../ink/ink396.xml"/><Relationship Id="rId14" Type="http://schemas.openxmlformats.org/officeDocument/2006/relationships/image" Target="../media/image2710.png"/><Relationship Id="rId22" Type="http://schemas.openxmlformats.org/officeDocument/2006/relationships/customXml" Target="../ink/ink403.xml"/><Relationship Id="rId27" Type="http://schemas.openxmlformats.org/officeDocument/2006/relationships/image" Target="../media/image268.png"/><Relationship Id="rId30" Type="http://schemas.openxmlformats.org/officeDocument/2006/relationships/customXml" Target="../ink/ink407.xml"/><Relationship Id="rId35" Type="http://schemas.openxmlformats.org/officeDocument/2006/relationships/image" Target="../media/image272.png"/><Relationship Id="rId43" Type="http://schemas.openxmlformats.org/officeDocument/2006/relationships/image" Target="../media/image276.png"/><Relationship Id="rId48" Type="http://schemas.openxmlformats.org/officeDocument/2006/relationships/customXml" Target="../ink/ink416.xml"/><Relationship Id="rId8" Type="http://schemas.openxmlformats.org/officeDocument/2006/relationships/image" Target="../media/image260.png"/><Relationship Id="rId3" Type="http://schemas.openxmlformats.org/officeDocument/2006/relationships/customXml" Target="../ink/ink393.xml"/><Relationship Id="rId12" Type="http://schemas.openxmlformats.org/officeDocument/2006/relationships/image" Target="../media/image262.png"/><Relationship Id="rId17" Type="http://schemas.openxmlformats.org/officeDocument/2006/relationships/image" Target="../media/image263.png"/><Relationship Id="rId25" Type="http://schemas.openxmlformats.org/officeDocument/2006/relationships/image" Target="../media/image267.png"/><Relationship Id="rId33" Type="http://schemas.openxmlformats.org/officeDocument/2006/relationships/image" Target="../media/image271.png"/><Relationship Id="rId38" Type="http://schemas.openxmlformats.org/officeDocument/2006/relationships/customXml" Target="../ink/ink411.xml"/><Relationship Id="rId46" Type="http://schemas.openxmlformats.org/officeDocument/2006/relationships/customXml" Target="../ink/ink415.xml"/><Relationship Id="rId20" Type="http://schemas.openxmlformats.org/officeDocument/2006/relationships/customXml" Target="../ink/ink402.xml"/><Relationship Id="rId41" Type="http://schemas.openxmlformats.org/officeDocument/2006/relationships/image" Target="../media/image2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9.png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6.png"/><Relationship Id="rId18" Type="http://schemas.openxmlformats.org/officeDocument/2006/relationships/customXml" Target="../ink/ink425.xml"/><Relationship Id="rId26" Type="http://schemas.openxmlformats.org/officeDocument/2006/relationships/customXml" Target="../ink/ink429.xml"/><Relationship Id="rId39" Type="http://schemas.openxmlformats.org/officeDocument/2006/relationships/image" Target="../media/image299.png"/><Relationship Id="rId21" Type="http://schemas.openxmlformats.org/officeDocument/2006/relationships/image" Target="../media/image290.png"/><Relationship Id="rId34" Type="http://schemas.openxmlformats.org/officeDocument/2006/relationships/customXml" Target="../ink/ink433.xml"/><Relationship Id="rId42" Type="http://schemas.openxmlformats.org/officeDocument/2006/relationships/customXml" Target="../ink/ink437.xml"/><Relationship Id="rId47" Type="http://schemas.openxmlformats.org/officeDocument/2006/relationships/image" Target="../media/image303.png"/><Relationship Id="rId50" Type="http://schemas.openxmlformats.org/officeDocument/2006/relationships/customXml" Target="../ink/ink441.xml"/><Relationship Id="rId55" Type="http://schemas.openxmlformats.org/officeDocument/2006/relationships/image" Target="../media/image307.png"/><Relationship Id="rId7" Type="http://schemas.openxmlformats.org/officeDocument/2006/relationships/image" Target="../media/image282.png"/><Relationship Id="rId2" Type="http://schemas.openxmlformats.org/officeDocument/2006/relationships/customXml" Target="../ink/ink417.xml"/><Relationship Id="rId16" Type="http://schemas.openxmlformats.org/officeDocument/2006/relationships/customXml" Target="../ink/ink424.xml"/><Relationship Id="rId29" Type="http://schemas.openxmlformats.org/officeDocument/2006/relationships/image" Target="../media/image294.png"/><Relationship Id="rId11" Type="http://schemas.openxmlformats.org/officeDocument/2006/relationships/image" Target="../media/image284.png"/><Relationship Id="rId24" Type="http://schemas.openxmlformats.org/officeDocument/2006/relationships/customXml" Target="../ink/ink428.xml"/><Relationship Id="rId32" Type="http://schemas.openxmlformats.org/officeDocument/2006/relationships/customXml" Target="../ink/ink432.xml"/><Relationship Id="rId37" Type="http://schemas.openxmlformats.org/officeDocument/2006/relationships/image" Target="../media/image298.png"/><Relationship Id="rId40" Type="http://schemas.openxmlformats.org/officeDocument/2006/relationships/customXml" Target="../ink/ink436.xml"/><Relationship Id="rId45" Type="http://schemas.openxmlformats.org/officeDocument/2006/relationships/image" Target="../media/image302.png"/><Relationship Id="rId53" Type="http://schemas.openxmlformats.org/officeDocument/2006/relationships/image" Target="../media/image306.png"/><Relationship Id="rId58" Type="http://schemas.openxmlformats.org/officeDocument/2006/relationships/customXml" Target="../ink/ink445.xml"/><Relationship Id="rId5" Type="http://schemas.openxmlformats.org/officeDocument/2006/relationships/image" Target="../media/image281.png"/><Relationship Id="rId61" Type="http://schemas.openxmlformats.org/officeDocument/2006/relationships/image" Target="../media/image310.png"/><Relationship Id="rId19" Type="http://schemas.openxmlformats.org/officeDocument/2006/relationships/image" Target="../media/image289.png"/><Relationship Id="rId14" Type="http://schemas.openxmlformats.org/officeDocument/2006/relationships/customXml" Target="../ink/ink423.xml"/><Relationship Id="rId22" Type="http://schemas.openxmlformats.org/officeDocument/2006/relationships/customXml" Target="../ink/ink427.xml"/><Relationship Id="rId27" Type="http://schemas.openxmlformats.org/officeDocument/2006/relationships/image" Target="../media/image293.png"/><Relationship Id="rId30" Type="http://schemas.openxmlformats.org/officeDocument/2006/relationships/customXml" Target="../ink/ink431.xml"/><Relationship Id="rId35" Type="http://schemas.openxmlformats.org/officeDocument/2006/relationships/image" Target="../media/image297.png"/><Relationship Id="rId43" Type="http://schemas.openxmlformats.org/officeDocument/2006/relationships/image" Target="../media/image301.png"/><Relationship Id="rId48" Type="http://schemas.openxmlformats.org/officeDocument/2006/relationships/customXml" Target="../ink/ink440.xml"/><Relationship Id="rId56" Type="http://schemas.openxmlformats.org/officeDocument/2006/relationships/customXml" Target="../ink/ink444.xml"/><Relationship Id="rId8" Type="http://schemas.openxmlformats.org/officeDocument/2006/relationships/customXml" Target="../ink/ink420.xml"/><Relationship Id="rId51" Type="http://schemas.openxmlformats.org/officeDocument/2006/relationships/image" Target="../media/image305.png"/><Relationship Id="rId3" Type="http://schemas.openxmlformats.org/officeDocument/2006/relationships/image" Target="../media/image280.png"/><Relationship Id="rId12" Type="http://schemas.openxmlformats.org/officeDocument/2006/relationships/customXml" Target="../ink/ink422.xml"/><Relationship Id="rId17" Type="http://schemas.openxmlformats.org/officeDocument/2006/relationships/image" Target="../media/image288.png"/><Relationship Id="rId25" Type="http://schemas.openxmlformats.org/officeDocument/2006/relationships/image" Target="../media/image292.png"/><Relationship Id="rId33" Type="http://schemas.openxmlformats.org/officeDocument/2006/relationships/image" Target="../media/image296.png"/><Relationship Id="rId38" Type="http://schemas.openxmlformats.org/officeDocument/2006/relationships/customXml" Target="../ink/ink435.xml"/><Relationship Id="rId46" Type="http://schemas.openxmlformats.org/officeDocument/2006/relationships/customXml" Target="../ink/ink439.xml"/><Relationship Id="rId59" Type="http://schemas.openxmlformats.org/officeDocument/2006/relationships/image" Target="../media/image309.png"/><Relationship Id="rId20" Type="http://schemas.openxmlformats.org/officeDocument/2006/relationships/customXml" Target="../ink/ink426.xml"/><Relationship Id="rId41" Type="http://schemas.openxmlformats.org/officeDocument/2006/relationships/image" Target="../media/image300.png"/><Relationship Id="rId54" Type="http://schemas.openxmlformats.org/officeDocument/2006/relationships/customXml" Target="../ink/ink44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19.xml"/><Relationship Id="rId15" Type="http://schemas.openxmlformats.org/officeDocument/2006/relationships/image" Target="../media/image287.png"/><Relationship Id="rId23" Type="http://schemas.openxmlformats.org/officeDocument/2006/relationships/image" Target="../media/image291.png"/><Relationship Id="rId28" Type="http://schemas.openxmlformats.org/officeDocument/2006/relationships/customXml" Target="../ink/ink430.xml"/><Relationship Id="rId36" Type="http://schemas.openxmlformats.org/officeDocument/2006/relationships/customXml" Target="../ink/ink434.xml"/><Relationship Id="rId49" Type="http://schemas.openxmlformats.org/officeDocument/2006/relationships/image" Target="../media/image304.png"/><Relationship Id="rId57" Type="http://schemas.openxmlformats.org/officeDocument/2006/relationships/image" Target="../media/image308.png"/><Relationship Id="rId10" Type="http://schemas.openxmlformats.org/officeDocument/2006/relationships/customXml" Target="../ink/ink421.xml"/><Relationship Id="rId31" Type="http://schemas.openxmlformats.org/officeDocument/2006/relationships/image" Target="../media/image295.png"/><Relationship Id="rId44" Type="http://schemas.openxmlformats.org/officeDocument/2006/relationships/customXml" Target="../ink/ink438.xml"/><Relationship Id="rId52" Type="http://schemas.openxmlformats.org/officeDocument/2006/relationships/customXml" Target="../ink/ink442.xml"/><Relationship Id="rId60" Type="http://schemas.openxmlformats.org/officeDocument/2006/relationships/customXml" Target="../ink/ink446.xml"/><Relationship Id="rId4" Type="http://schemas.openxmlformats.org/officeDocument/2006/relationships/customXml" Target="../ink/ink418.xml"/><Relationship Id="rId9" Type="http://schemas.openxmlformats.org/officeDocument/2006/relationships/image" Target="../media/image283.png"/></Relationships>
</file>

<file path=ppt/slides/_rels/slide3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59.xml"/><Relationship Id="rId21" Type="http://schemas.openxmlformats.org/officeDocument/2006/relationships/image" Target="../media/image320.png"/><Relationship Id="rId42" Type="http://schemas.openxmlformats.org/officeDocument/2006/relationships/customXml" Target="../ink/ink467.xml"/><Relationship Id="rId47" Type="http://schemas.openxmlformats.org/officeDocument/2006/relationships/image" Target="../media/image333.png"/><Relationship Id="rId63" Type="http://schemas.openxmlformats.org/officeDocument/2006/relationships/image" Target="../media/image341.png"/><Relationship Id="rId68" Type="http://schemas.openxmlformats.org/officeDocument/2006/relationships/customXml" Target="../ink/ink480.xml"/><Relationship Id="rId84" Type="http://schemas.openxmlformats.org/officeDocument/2006/relationships/customXml" Target="../ink/ink488.xml"/><Relationship Id="rId16" Type="http://schemas.openxmlformats.org/officeDocument/2006/relationships/customXml" Target="../ink/ink454.xml"/><Relationship Id="rId11" Type="http://schemas.openxmlformats.org/officeDocument/2006/relationships/image" Target="../media/image315.png"/><Relationship Id="rId32" Type="http://schemas.openxmlformats.org/officeDocument/2006/relationships/customXml" Target="../ink/ink462.xml"/><Relationship Id="rId37" Type="http://schemas.openxmlformats.org/officeDocument/2006/relationships/image" Target="../media/image328.png"/><Relationship Id="rId53" Type="http://schemas.openxmlformats.org/officeDocument/2006/relationships/image" Target="../media/image336.png"/><Relationship Id="rId58" Type="http://schemas.openxmlformats.org/officeDocument/2006/relationships/customXml" Target="../ink/ink475.xml"/><Relationship Id="rId74" Type="http://schemas.openxmlformats.org/officeDocument/2006/relationships/customXml" Target="../ink/ink483.xml"/><Relationship Id="rId79" Type="http://schemas.openxmlformats.org/officeDocument/2006/relationships/image" Target="../media/image349.png"/><Relationship Id="rId5" Type="http://schemas.openxmlformats.org/officeDocument/2006/relationships/image" Target="../media/image312.png"/><Relationship Id="rId19" Type="http://schemas.openxmlformats.org/officeDocument/2006/relationships/image" Target="../media/image319.png"/><Relationship Id="rId14" Type="http://schemas.openxmlformats.org/officeDocument/2006/relationships/customXml" Target="../ink/ink453.xml"/><Relationship Id="rId22" Type="http://schemas.openxmlformats.org/officeDocument/2006/relationships/customXml" Target="../ink/ink457.xml"/><Relationship Id="rId27" Type="http://schemas.openxmlformats.org/officeDocument/2006/relationships/image" Target="../media/image323.png"/><Relationship Id="rId30" Type="http://schemas.openxmlformats.org/officeDocument/2006/relationships/customXml" Target="../ink/ink461.xml"/><Relationship Id="rId35" Type="http://schemas.openxmlformats.org/officeDocument/2006/relationships/image" Target="../media/image327.png"/><Relationship Id="rId43" Type="http://schemas.openxmlformats.org/officeDocument/2006/relationships/image" Target="../media/image331.png"/><Relationship Id="rId48" Type="http://schemas.openxmlformats.org/officeDocument/2006/relationships/customXml" Target="../ink/ink470.xml"/><Relationship Id="rId56" Type="http://schemas.openxmlformats.org/officeDocument/2006/relationships/customXml" Target="../ink/ink474.xml"/><Relationship Id="rId64" Type="http://schemas.openxmlformats.org/officeDocument/2006/relationships/customXml" Target="../ink/ink478.xml"/><Relationship Id="rId69" Type="http://schemas.openxmlformats.org/officeDocument/2006/relationships/image" Target="../media/image344.png"/><Relationship Id="rId77" Type="http://schemas.openxmlformats.org/officeDocument/2006/relationships/image" Target="../media/image348.png"/><Relationship Id="rId8" Type="http://schemas.openxmlformats.org/officeDocument/2006/relationships/customXml" Target="../ink/ink450.xml"/><Relationship Id="rId51" Type="http://schemas.openxmlformats.org/officeDocument/2006/relationships/image" Target="../media/image335.png"/><Relationship Id="rId72" Type="http://schemas.openxmlformats.org/officeDocument/2006/relationships/customXml" Target="../ink/ink482.xml"/><Relationship Id="rId80" Type="http://schemas.openxmlformats.org/officeDocument/2006/relationships/customXml" Target="../ink/ink486.xml"/><Relationship Id="rId85" Type="http://schemas.openxmlformats.org/officeDocument/2006/relationships/image" Target="../media/image352.png"/><Relationship Id="rId3" Type="http://schemas.openxmlformats.org/officeDocument/2006/relationships/image" Target="../media/image311.png"/><Relationship Id="rId12" Type="http://schemas.openxmlformats.org/officeDocument/2006/relationships/customXml" Target="../ink/ink452.xml"/><Relationship Id="rId17" Type="http://schemas.openxmlformats.org/officeDocument/2006/relationships/image" Target="../media/image318.png"/><Relationship Id="rId25" Type="http://schemas.openxmlformats.org/officeDocument/2006/relationships/image" Target="../media/image322.png"/><Relationship Id="rId33" Type="http://schemas.openxmlformats.org/officeDocument/2006/relationships/image" Target="../media/image326.png"/><Relationship Id="rId38" Type="http://schemas.openxmlformats.org/officeDocument/2006/relationships/customXml" Target="../ink/ink465.xml"/><Relationship Id="rId46" Type="http://schemas.openxmlformats.org/officeDocument/2006/relationships/customXml" Target="../ink/ink469.xml"/><Relationship Id="rId59" Type="http://schemas.openxmlformats.org/officeDocument/2006/relationships/image" Target="../media/image339.png"/><Relationship Id="rId67" Type="http://schemas.openxmlformats.org/officeDocument/2006/relationships/image" Target="../media/image343.png"/><Relationship Id="rId20" Type="http://schemas.openxmlformats.org/officeDocument/2006/relationships/customXml" Target="../ink/ink456.xml"/><Relationship Id="rId41" Type="http://schemas.openxmlformats.org/officeDocument/2006/relationships/image" Target="../media/image330.png"/><Relationship Id="rId54" Type="http://schemas.openxmlformats.org/officeDocument/2006/relationships/customXml" Target="../ink/ink473.xml"/><Relationship Id="rId62" Type="http://schemas.openxmlformats.org/officeDocument/2006/relationships/customXml" Target="../ink/ink477.xml"/><Relationship Id="rId70" Type="http://schemas.openxmlformats.org/officeDocument/2006/relationships/customXml" Target="../ink/ink481.xml"/><Relationship Id="rId75" Type="http://schemas.openxmlformats.org/officeDocument/2006/relationships/image" Target="../media/image347.png"/><Relationship Id="rId83" Type="http://schemas.openxmlformats.org/officeDocument/2006/relationships/image" Target="../media/image35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49.xml"/><Relationship Id="rId15" Type="http://schemas.openxmlformats.org/officeDocument/2006/relationships/image" Target="../media/image317.png"/><Relationship Id="rId23" Type="http://schemas.openxmlformats.org/officeDocument/2006/relationships/image" Target="../media/image321.png"/><Relationship Id="rId28" Type="http://schemas.openxmlformats.org/officeDocument/2006/relationships/customXml" Target="../ink/ink460.xml"/><Relationship Id="rId36" Type="http://schemas.openxmlformats.org/officeDocument/2006/relationships/customXml" Target="../ink/ink464.xml"/><Relationship Id="rId49" Type="http://schemas.openxmlformats.org/officeDocument/2006/relationships/image" Target="../media/image334.png"/><Relationship Id="rId57" Type="http://schemas.openxmlformats.org/officeDocument/2006/relationships/image" Target="../media/image338.png"/><Relationship Id="rId10" Type="http://schemas.openxmlformats.org/officeDocument/2006/relationships/customXml" Target="../ink/ink451.xml"/><Relationship Id="rId31" Type="http://schemas.openxmlformats.org/officeDocument/2006/relationships/image" Target="../media/image325.png"/><Relationship Id="rId44" Type="http://schemas.openxmlformats.org/officeDocument/2006/relationships/customXml" Target="../ink/ink468.xml"/><Relationship Id="rId52" Type="http://schemas.openxmlformats.org/officeDocument/2006/relationships/customXml" Target="../ink/ink472.xml"/><Relationship Id="rId60" Type="http://schemas.openxmlformats.org/officeDocument/2006/relationships/customXml" Target="../ink/ink476.xml"/><Relationship Id="rId65" Type="http://schemas.openxmlformats.org/officeDocument/2006/relationships/image" Target="../media/image342.png"/><Relationship Id="rId73" Type="http://schemas.openxmlformats.org/officeDocument/2006/relationships/image" Target="../media/image346.png"/><Relationship Id="rId78" Type="http://schemas.openxmlformats.org/officeDocument/2006/relationships/customXml" Target="../ink/ink485.xml"/><Relationship Id="rId81" Type="http://schemas.openxmlformats.org/officeDocument/2006/relationships/image" Target="../media/image350.png"/><Relationship Id="rId4" Type="http://schemas.openxmlformats.org/officeDocument/2006/relationships/customXml" Target="../ink/ink448.xml"/><Relationship Id="rId9" Type="http://schemas.openxmlformats.org/officeDocument/2006/relationships/image" Target="../media/image314.png"/><Relationship Id="rId13" Type="http://schemas.openxmlformats.org/officeDocument/2006/relationships/image" Target="../media/image316.png"/><Relationship Id="rId18" Type="http://schemas.openxmlformats.org/officeDocument/2006/relationships/customXml" Target="../ink/ink455.xml"/><Relationship Id="rId39" Type="http://schemas.openxmlformats.org/officeDocument/2006/relationships/image" Target="../media/image329.png"/><Relationship Id="rId34" Type="http://schemas.openxmlformats.org/officeDocument/2006/relationships/customXml" Target="../ink/ink463.xml"/><Relationship Id="rId50" Type="http://schemas.openxmlformats.org/officeDocument/2006/relationships/customXml" Target="../ink/ink471.xml"/><Relationship Id="rId55" Type="http://schemas.openxmlformats.org/officeDocument/2006/relationships/image" Target="../media/image337.png"/><Relationship Id="rId76" Type="http://schemas.openxmlformats.org/officeDocument/2006/relationships/customXml" Target="../ink/ink484.xml"/><Relationship Id="rId7" Type="http://schemas.openxmlformats.org/officeDocument/2006/relationships/image" Target="../media/image313.png"/><Relationship Id="rId71" Type="http://schemas.openxmlformats.org/officeDocument/2006/relationships/image" Target="../media/image345.png"/><Relationship Id="rId2" Type="http://schemas.openxmlformats.org/officeDocument/2006/relationships/customXml" Target="../ink/ink447.xml"/><Relationship Id="rId29" Type="http://schemas.openxmlformats.org/officeDocument/2006/relationships/image" Target="../media/image324.png"/><Relationship Id="rId24" Type="http://schemas.openxmlformats.org/officeDocument/2006/relationships/customXml" Target="../ink/ink458.xml"/><Relationship Id="rId40" Type="http://schemas.openxmlformats.org/officeDocument/2006/relationships/customXml" Target="../ink/ink466.xml"/><Relationship Id="rId45" Type="http://schemas.openxmlformats.org/officeDocument/2006/relationships/image" Target="../media/image332.png"/><Relationship Id="rId66" Type="http://schemas.openxmlformats.org/officeDocument/2006/relationships/customXml" Target="../ink/ink479.xml"/><Relationship Id="rId61" Type="http://schemas.openxmlformats.org/officeDocument/2006/relationships/image" Target="../media/image340.png"/><Relationship Id="rId82" Type="http://schemas.openxmlformats.org/officeDocument/2006/relationships/customXml" Target="../ink/ink48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92.xml"/><Relationship Id="rId13" Type="http://schemas.openxmlformats.org/officeDocument/2006/relationships/image" Target="../media/image316.png"/><Relationship Id="rId18" Type="http://schemas.openxmlformats.org/officeDocument/2006/relationships/customXml" Target="../ink/ink497.xml"/><Relationship Id="rId3" Type="http://schemas.openxmlformats.org/officeDocument/2006/relationships/image" Target="../media/image311.png"/><Relationship Id="rId21" Type="http://schemas.openxmlformats.org/officeDocument/2006/relationships/image" Target="../media/image320.png"/><Relationship Id="rId7" Type="http://schemas.openxmlformats.org/officeDocument/2006/relationships/image" Target="../media/image313.png"/><Relationship Id="rId12" Type="http://schemas.openxmlformats.org/officeDocument/2006/relationships/customXml" Target="../ink/ink494.xml"/><Relationship Id="rId17" Type="http://schemas.openxmlformats.org/officeDocument/2006/relationships/image" Target="../media/image318.png"/><Relationship Id="rId25" Type="http://schemas.openxmlformats.org/officeDocument/2006/relationships/image" Target="../media/image353.png"/><Relationship Id="rId2" Type="http://schemas.openxmlformats.org/officeDocument/2006/relationships/customXml" Target="../ink/ink489.xml"/><Relationship Id="rId16" Type="http://schemas.openxmlformats.org/officeDocument/2006/relationships/customXml" Target="../ink/ink496.xml"/><Relationship Id="rId20" Type="http://schemas.openxmlformats.org/officeDocument/2006/relationships/customXml" Target="../ink/ink49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91.xml"/><Relationship Id="rId11" Type="http://schemas.openxmlformats.org/officeDocument/2006/relationships/image" Target="../media/image315.png"/><Relationship Id="rId24" Type="http://schemas.openxmlformats.org/officeDocument/2006/relationships/customXml" Target="../ink/ink500.xml"/><Relationship Id="rId5" Type="http://schemas.openxmlformats.org/officeDocument/2006/relationships/image" Target="../media/image312.png"/><Relationship Id="rId15" Type="http://schemas.openxmlformats.org/officeDocument/2006/relationships/image" Target="../media/image317.png"/><Relationship Id="rId23" Type="http://schemas.openxmlformats.org/officeDocument/2006/relationships/image" Target="../media/image321.png"/><Relationship Id="rId10" Type="http://schemas.openxmlformats.org/officeDocument/2006/relationships/customXml" Target="../ink/ink493.xml"/><Relationship Id="rId19" Type="http://schemas.openxmlformats.org/officeDocument/2006/relationships/image" Target="../media/image319.png"/><Relationship Id="rId4" Type="http://schemas.openxmlformats.org/officeDocument/2006/relationships/customXml" Target="../ink/ink490.xml"/><Relationship Id="rId9" Type="http://schemas.openxmlformats.org/officeDocument/2006/relationships/image" Target="../media/image314.png"/><Relationship Id="rId14" Type="http://schemas.openxmlformats.org/officeDocument/2006/relationships/customXml" Target="../ink/ink495.xml"/><Relationship Id="rId22" Type="http://schemas.openxmlformats.org/officeDocument/2006/relationships/customXml" Target="../ink/ink4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Proiectare Logică</a:t>
            </a:r>
          </a:p>
          <a:p>
            <a:pPr algn="ctr"/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4 </a:t>
            </a:r>
            <a:r>
              <a:rPr lang="ro-RO" sz="3600" b="1" dirty="0">
                <a:solidFill>
                  <a:srgbClr val="0000FF"/>
                </a:solidFill>
              </a:rPr>
              <a:t>-</a:t>
            </a:r>
            <a:r>
              <a:rPr lang="en-US" sz="3600" b="1" dirty="0">
                <a:solidFill>
                  <a:srgbClr val="0000FF"/>
                </a:solidFill>
              </a:rPr>
              <a:t> </a:t>
            </a:r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5</a:t>
            </a:r>
            <a:endParaRPr lang="ro-RO" sz="3600" b="1" dirty="0">
              <a:solidFill>
                <a:srgbClr val="0000FF"/>
              </a:solidFill>
            </a:endParaRPr>
          </a:p>
          <a:p>
            <a:endParaRPr lang="ro-RO" sz="3600" b="1" dirty="0">
              <a:solidFill>
                <a:srgbClr val="FF0000"/>
              </a:solidFill>
            </a:endParaRP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== Curs  ==</a:t>
            </a: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anul de studii: C1</a:t>
            </a: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    Săptămâna </a:t>
            </a:r>
            <a:r>
              <a:rPr lang="en-US" sz="3200" b="1" dirty="0">
                <a:solidFill>
                  <a:srgbClr val="0000FF"/>
                </a:solidFill>
              </a:rPr>
              <a:t>6</a:t>
            </a:r>
            <a:r>
              <a:rPr lang="ro-RO" sz="3200" b="1" dirty="0">
                <a:solidFill>
                  <a:srgbClr val="0000FF"/>
                </a:solidFill>
              </a:rPr>
              <a:t>         </a:t>
            </a:r>
            <a:r>
              <a:rPr lang="en-US" sz="3200" b="1" dirty="0">
                <a:solidFill>
                  <a:srgbClr val="0000FF"/>
                </a:solidFill>
              </a:rPr>
              <a:t>07 </a:t>
            </a:r>
            <a:r>
              <a:rPr lang="en-US" sz="3200" b="1" dirty="0" err="1">
                <a:solidFill>
                  <a:srgbClr val="0000FF"/>
                </a:solidFill>
              </a:rPr>
              <a:t>Noiembrie</a:t>
            </a:r>
            <a:r>
              <a:rPr lang="ro-RO" sz="3200" b="1" dirty="0">
                <a:solidFill>
                  <a:srgbClr val="0000FF"/>
                </a:solidFill>
              </a:rPr>
              <a:t> 202</a:t>
            </a:r>
            <a:r>
              <a:rPr lang="en-US" sz="3200" b="1" dirty="0">
                <a:solidFill>
                  <a:srgbClr val="0000FF"/>
                </a:solidFill>
              </a:rPr>
              <a:t>4</a:t>
            </a:r>
            <a:r>
              <a:rPr lang="ro-RO" sz="3200" b="1" dirty="0">
                <a:solidFill>
                  <a:srgbClr val="0000FF"/>
                </a:solidFill>
              </a:rPr>
              <a:t>             </a:t>
            </a:r>
            <a:r>
              <a:rPr lang="en-US" sz="3200" b="1" dirty="0">
                <a:solidFill>
                  <a:srgbClr val="0000FF"/>
                </a:solidFill>
              </a:rPr>
              <a:t>14</a:t>
            </a:r>
            <a:r>
              <a:rPr lang="ro-RO" sz="3200" b="1" dirty="0">
                <a:solidFill>
                  <a:srgbClr val="0000FF"/>
                </a:solidFill>
              </a:rPr>
              <a:t>:00 – </a:t>
            </a:r>
            <a:r>
              <a:rPr lang="en-US" sz="3200" b="1" dirty="0">
                <a:solidFill>
                  <a:srgbClr val="0000FF"/>
                </a:solidFill>
              </a:rPr>
              <a:t>16</a:t>
            </a:r>
            <a:r>
              <a:rPr lang="ro-RO" sz="3200" b="1" dirty="0">
                <a:solidFill>
                  <a:srgbClr val="0000FF"/>
                </a:solidFill>
              </a:rPr>
              <a:t>:00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/>
              <a:t>ionel.bostan@upit.ro</a:t>
            </a:r>
            <a:endParaRPr lang="en-US" sz="2800" b="1" dirty="0"/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 err="1"/>
              <a:t>ionel.bostan@up</a:t>
            </a:r>
            <a:r>
              <a:rPr lang="en-US" sz="2800" b="1" dirty="0"/>
              <a:t>b</a:t>
            </a:r>
            <a:r>
              <a:rPr lang="ro-RO" sz="2800" b="1" dirty="0"/>
              <a:t>.ro</a:t>
            </a:r>
          </a:p>
        </p:txBody>
      </p:sp>
    </p:spTree>
    <p:extLst>
      <p:ext uri="{BB962C8B-B14F-4D97-AF65-F5344CB8AC3E}">
        <p14:creationId xmlns:p14="http://schemas.microsoft.com/office/powerpoint/2010/main" val="3362143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1432611" y="777269"/>
            <a:ext cx="1040732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pPr algn="ctr"/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Clasificarea circuitelor logice (CLC/CLS);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Clasificarea celulelor de memorie la nivel de bit;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Celule de memorie cu acces pe nivel (</a:t>
            </a:r>
            <a:r>
              <a:rPr lang="ro-RO" sz="2800" b="1" dirty="0" err="1">
                <a:solidFill>
                  <a:srgbClr val="0000FF"/>
                </a:solidFill>
              </a:rPr>
              <a:t>Latch</a:t>
            </a:r>
            <a:r>
              <a:rPr lang="ro-RO" sz="2800" b="1" dirty="0">
                <a:solidFill>
                  <a:srgbClr val="0000FF"/>
                </a:solidFill>
              </a:rPr>
              <a:t>-uri)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 err="1"/>
              <a:t>Latch</a:t>
            </a:r>
            <a:r>
              <a:rPr lang="ro-RO" sz="2800" b="1" dirty="0"/>
              <a:t>-uri asincrone;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 err="1"/>
              <a:t>Latchuri</a:t>
            </a:r>
            <a:r>
              <a:rPr lang="ro-RO" sz="2800" b="1" dirty="0"/>
              <a:t> sincrone;</a:t>
            </a:r>
            <a:r>
              <a:rPr lang="en-US" sz="2800" b="1" dirty="0"/>
              <a:t> </a:t>
            </a:r>
            <a:endParaRPr lang="ro-RO" sz="2800" b="1" dirty="0"/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Celule de memorie cu acces pe tranziție (Bistabili)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/>
              <a:t>Bistabili D (simbol, tabele de adevăr, ecuația funcțională);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/>
              <a:t>Bistabili T (simbol, tabele de adevăr, ecuația funcțională);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/>
              <a:t>Bistabili JK (simbol, tabele de adevăr, ecuația funcțională);</a:t>
            </a:r>
          </a:p>
          <a:p>
            <a:pPr marL="1371600" lvl="2" indent="-457200">
              <a:buFontTx/>
              <a:buChar char="-"/>
            </a:pPr>
            <a:endParaRPr lang="ro-RO" sz="2800" b="1" dirty="0"/>
          </a:p>
        </p:txBody>
      </p:sp>
    </p:spTree>
    <p:extLst>
      <p:ext uri="{BB962C8B-B14F-4D97-AF65-F5344CB8AC3E}">
        <p14:creationId xmlns:p14="http://schemas.microsoft.com/office/powerpoint/2010/main" val="5080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8">
            <a:extLst>
              <a:ext uri="{FF2B5EF4-FFF2-40B4-BE49-F238E27FC236}">
                <a16:creationId xmlns:a16="http://schemas.microsoft.com/office/drawing/2014/main" id="{120D4C98-3C4A-4F6F-9CF5-8F7B3F117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1234464"/>
            <a:ext cx="10241168" cy="455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0150" indent="-285750">
              <a:spcBef>
                <a:spcPct val="20000"/>
              </a:spcBef>
              <a:buClr>
                <a:schemeClr val="accent2"/>
              </a:buClr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14550" indent="-285750">
              <a:spcBef>
                <a:spcPct val="20000"/>
              </a:spcBef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717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89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861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433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kumimoji="0" lang="ro-RO" altLang="ro-RO" sz="2000" i="1" dirty="0">
                <a:solidFill>
                  <a:schemeClr val="accent2"/>
                </a:solidFill>
              </a:rPr>
              <a:t>Circuite logice combinaționale (CLC):</a:t>
            </a:r>
            <a:endParaRPr kumimoji="0" lang="en-US" altLang="ro-RO" sz="2000" i="1" dirty="0">
              <a:solidFill>
                <a:schemeClr val="accent2"/>
              </a:solidFill>
            </a:endParaRPr>
          </a:p>
          <a:p>
            <a:pPr lvl="3">
              <a:spcBef>
                <a:spcPts val="1200"/>
              </a:spcBef>
              <a:spcAft>
                <a:spcPts val="1200"/>
              </a:spcAft>
            </a:pPr>
            <a:r>
              <a:rPr lang="ro-RO" altLang="ro-RO" dirty="0"/>
              <a:t>Starea logică a ieșirilor depinde numai de starea prezentă a intrărilor;</a:t>
            </a:r>
          </a:p>
          <a:p>
            <a:pPr lvl="3">
              <a:spcBef>
                <a:spcPts val="1200"/>
              </a:spcBef>
              <a:spcAft>
                <a:spcPts val="1200"/>
              </a:spcAft>
            </a:pPr>
            <a:r>
              <a:rPr lang="ro-RO" altLang="ro-RO" dirty="0"/>
              <a:t>Nu există niciun moment de timp în care o ieșire să depindă de o stare din trecut a intrărilor sau a stărilor interne;</a:t>
            </a:r>
          </a:p>
          <a:p>
            <a:pPr lvl="3">
              <a:spcBef>
                <a:spcPts val="1200"/>
              </a:spcBef>
              <a:spcAft>
                <a:spcPts val="1200"/>
              </a:spcAft>
            </a:pPr>
            <a:r>
              <a:rPr lang="ro-RO" altLang="ro-RO" dirty="0"/>
              <a:t>Nu au bucle de reacție de la ieșire spre intrare;</a:t>
            </a:r>
          </a:p>
          <a:p>
            <a:pPr lvl="3">
              <a:spcBef>
                <a:spcPts val="1200"/>
              </a:spcBef>
              <a:spcAft>
                <a:spcPts val="1200"/>
              </a:spcAft>
            </a:pPr>
            <a:r>
              <a:rPr lang="ro-RO" altLang="ro-RO" dirty="0"/>
              <a:t>Nu au elemente de memorare;</a:t>
            </a:r>
          </a:p>
          <a:p>
            <a:pPr lvl="3">
              <a:spcBef>
                <a:spcPts val="1200"/>
              </a:spcBef>
              <a:spcAft>
                <a:spcPts val="1200"/>
              </a:spcAft>
            </a:pPr>
            <a:r>
              <a:rPr lang="ro-RO" altLang="ro-RO" dirty="0"/>
              <a:t>Pot fi studiate fără a lua în calcul parametrul timp (cel puțin în cazul ideal în care timpul de propagare este nul);</a:t>
            </a:r>
          </a:p>
          <a:p>
            <a:pPr lvl="3">
              <a:spcBef>
                <a:spcPts val="1200"/>
              </a:spcBef>
              <a:spcAft>
                <a:spcPts val="1200"/>
              </a:spcAft>
            </a:pPr>
            <a:r>
              <a:rPr lang="ro-RO" altLang="ro-RO" dirty="0"/>
              <a:t>Sunt capabile să realizeze operații precum: adunări, înmulțiri, ...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95203486-72EE-4810-B2F4-B4B326713D46}"/>
              </a:ext>
            </a:extLst>
          </p:cNvPr>
          <p:cNvSpPr/>
          <p:nvPr/>
        </p:nvSpPr>
        <p:spPr>
          <a:xfrm>
            <a:off x="701099" y="320074"/>
            <a:ext cx="36575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Clasificarea circuitelor logice</a:t>
            </a:r>
          </a:p>
        </p:txBody>
      </p:sp>
    </p:spTree>
    <p:extLst>
      <p:ext uri="{BB962C8B-B14F-4D97-AF65-F5344CB8AC3E}">
        <p14:creationId xmlns:p14="http://schemas.microsoft.com/office/powerpoint/2010/main" val="2992563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8">
            <a:extLst>
              <a:ext uri="{FF2B5EF4-FFF2-40B4-BE49-F238E27FC236}">
                <a16:creationId xmlns:a16="http://schemas.microsoft.com/office/drawing/2014/main" id="{BF9F1D14-7D82-4064-ACB5-9FD5CFC2B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21" y="1051586"/>
            <a:ext cx="11010840" cy="4862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0150" indent="-285750">
              <a:spcBef>
                <a:spcPct val="20000"/>
              </a:spcBef>
              <a:buClr>
                <a:schemeClr val="accent2"/>
              </a:buClr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14550" indent="-285750">
              <a:spcBef>
                <a:spcPct val="20000"/>
              </a:spcBef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717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89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861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433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kumimoji="0" lang="ro-RO" altLang="ro-RO" sz="2000" i="1" dirty="0">
                <a:solidFill>
                  <a:schemeClr val="accent2"/>
                </a:solidFill>
              </a:rPr>
              <a:t>Circuite logice secvențiale (CLS):</a:t>
            </a:r>
            <a:endParaRPr kumimoji="0" lang="en-US" altLang="ro-RO" sz="2000" i="1" dirty="0">
              <a:solidFill>
                <a:schemeClr val="accent2"/>
              </a:solidFill>
            </a:endParaRPr>
          </a:p>
          <a:p>
            <a:pPr lvl="3">
              <a:spcBef>
                <a:spcPts val="1200"/>
              </a:spcBef>
              <a:spcAft>
                <a:spcPts val="1200"/>
              </a:spcAft>
            </a:pPr>
            <a:r>
              <a:rPr lang="ro-RO" altLang="ro-RO" dirty="0"/>
              <a:t>Există cel puțin un moment de timp în care ieșirile depind și de o stare anterioară a intrărilor, a ieșirilor sau a variabilelor interne;</a:t>
            </a:r>
          </a:p>
          <a:p>
            <a:pPr lvl="3">
              <a:spcBef>
                <a:spcPts val="1200"/>
              </a:spcBef>
              <a:spcAft>
                <a:spcPts val="1200"/>
              </a:spcAft>
            </a:pPr>
            <a:r>
              <a:rPr lang="ro-RO" altLang="ro-RO" dirty="0"/>
              <a:t>Prezintă bucle de reacție de la ieșire spre intrare, de regulă cu întârzieri;</a:t>
            </a:r>
          </a:p>
          <a:p>
            <a:pPr lvl="3">
              <a:spcBef>
                <a:spcPts val="1200"/>
              </a:spcBef>
              <a:spcAft>
                <a:spcPts val="1200"/>
              </a:spcAft>
            </a:pPr>
            <a:r>
              <a:rPr lang="ro-RO" altLang="ro-RO" dirty="0"/>
              <a:t>Au elemente de memorare;</a:t>
            </a:r>
          </a:p>
          <a:p>
            <a:pPr lvl="3">
              <a:spcBef>
                <a:spcPts val="1200"/>
              </a:spcBef>
              <a:spcAft>
                <a:spcPts val="1200"/>
              </a:spcAft>
            </a:pPr>
            <a:r>
              <a:rPr lang="ro-RO" altLang="ro-RO" dirty="0"/>
              <a:t>Studiul circuitelor secvențiale este realizat ținând cont de variabila timp;</a:t>
            </a:r>
          </a:p>
          <a:p>
            <a:pPr lvl="3">
              <a:spcBef>
                <a:spcPts val="1200"/>
              </a:spcBef>
              <a:spcAft>
                <a:spcPts val="1200"/>
              </a:spcAft>
            </a:pPr>
            <a:r>
              <a:rPr lang="ro-RO" altLang="ro-RO" dirty="0"/>
              <a:t>La rândul lor, circuitele secvențiale se împart în:</a:t>
            </a:r>
          </a:p>
          <a:p>
            <a:pPr lvl="4">
              <a:spcBef>
                <a:spcPts val="1200"/>
              </a:spcBef>
              <a:spcAft>
                <a:spcPts val="1200"/>
              </a:spcAft>
            </a:pPr>
            <a:r>
              <a:rPr lang="ro-RO" altLang="ro-RO" dirty="0"/>
              <a:t>Circuite sincrone;</a:t>
            </a:r>
          </a:p>
          <a:p>
            <a:pPr lvl="4">
              <a:spcBef>
                <a:spcPts val="1200"/>
              </a:spcBef>
              <a:spcAft>
                <a:spcPts val="1200"/>
              </a:spcAft>
            </a:pPr>
            <a:r>
              <a:rPr lang="ro-RO" altLang="ro-RO" dirty="0"/>
              <a:t>Circuite asincrone;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76583902-28CC-430F-81D0-10EEBDBD3C13}"/>
              </a:ext>
            </a:extLst>
          </p:cNvPr>
          <p:cNvSpPr/>
          <p:nvPr/>
        </p:nvSpPr>
        <p:spPr>
          <a:xfrm>
            <a:off x="701099" y="320074"/>
            <a:ext cx="36575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Clasificarea circuitelor logice</a:t>
            </a:r>
          </a:p>
        </p:txBody>
      </p:sp>
    </p:spTree>
    <p:extLst>
      <p:ext uri="{BB962C8B-B14F-4D97-AF65-F5344CB8AC3E}">
        <p14:creationId xmlns:p14="http://schemas.microsoft.com/office/powerpoint/2010/main" val="1366897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8B6435F6-067A-4168-9E4E-7D771C222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1905000"/>
            <a:ext cx="9730694" cy="3851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0150" indent="-285750">
              <a:spcBef>
                <a:spcPct val="20000"/>
              </a:spcBef>
              <a:buClr>
                <a:schemeClr val="accent2"/>
              </a:buClr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14550" indent="-285750">
              <a:spcBef>
                <a:spcPct val="20000"/>
              </a:spcBef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717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89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861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433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kumimoji="0" lang="ro-RO" altLang="ro-RO" sz="2000" i="1" dirty="0">
                <a:solidFill>
                  <a:schemeClr val="accent2"/>
                </a:solidFill>
              </a:rPr>
              <a:t>Circuite logice secvențiale </a:t>
            </a:r>
            <a:r>
              <a:rPr kumimoji="0" lang="ro-RO" altLang="ro-RO" sz="2000" i="1" dirty="0"/>
              <a:t>sincrone</a:t>
            </a:r>
            <a:r>
              <a:rPr kumimoji="0" lang="ro-RO" altLang="ro-RO" sz="2000" i="1" dirty="0">
                <a:solidFill>
                  <a:schemeClr val="accent2"/>
                </a:solidFill>
              </a:rPr>
              <a:t>:</a:t>
            </a:r>
          </a:p>
          <a:p>
            <a:pPr eaLnBrk="1" hangingPunct="1">
              <a:buClrTx/>
              <a:buSzTx/>
              <a:buFontTx/>
              <a:buNone/>
            </a:pPr>
            <a:endParaRPr kumimoji="0" lang="en-US" altLang="ro-RO" sz="2000" i="1" dirty="0">
              <a:solidFill>
                <a:schemeClr val="accent2"/>
              </a:solidFill>
            </a:endParaRPr>
          </a:p>
          <a:p>
            <a:pPr lvl="3">
              <a:lnSpc>
                <a:spcPct val="150000"/>
              </a:lnSpc>
            </a:pPr>
            <a:r>
              <a:rPr lang="ro-RO" altLang="ro-RO" dirty="0"/>
              <a:t>sunt circuite ce prezintă semnal de ceas, </a:t>
            </a:r>
          </a:p>
          <a:p>
            <a:pPr lvl="3">
              <a:lnSpc>
                <a:spcPct val="150000"/>
              </a:lnSpc>
            </a:pPr>
            <a:r>
              <a:rPr lang="ro-RO" altLang="ro-RO" dirty="0"/>
              <a:t>modificarea ieșirilor se face sincron cu semnalul de ceas;</a:t>
            </a:r>
          </a:p>
          <a:p>
            <a:pPr lvl="3">
              <a:lnSpc>
                <a:spcPct val="150000"/>
              </a:lnSpc>
            </a:pPr>
            <a:r>
              <a:rPr lang="ro-RO" altLang="ro-RO" dirty="0"/>
              <a:t>timpul este o variabilă discretă;</a:t>
            </a:r>
          </a:p>
          <a:p>
            <a:pPr lvl="3">
              <a:lnSpc>
                <a:spcPct val="150000"/>
              </a:lnSpc>
            </a:pPr>
            <a:r>
              <a:rPr lang="ro-RO" altLang="ro-RO" dirty="0"/>
              <a:t>sunt mai ușor de proiectat și de studiat;</a:t>
            </a:r>
          </a:p>
          <a:p>
            <a:pPr lvl="3">
              <a:lnSpc>
                <a:spcPct val="150000"/>
              </a:lnSpc>
            </a:pPr>
            <a:r>
              <a:rPr lang="ro-RO" altLang="ro-RO" dirty="0"/>
              <a:t>sunt mai puțin performante; </a:t>
            </a:r>
          </a:p>
          <a:p>
            <a:pPr lvl="3">
              <a:lnSpc>
                <a:spcPct val="150000"/>
              </a:lnSpc>
            </a:pPr>
            <a:r>
              <a:rPr lang="ro-RO" altLang="ro-RO" dirty="0"/>
              <a:t>sunt predictibile;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F13CB1B7-9B62-4DA2-90B6-E48B90C512A0}"/>
              </a:ext>
            </a:extLst>
          </p:cNvPr>
          <p:cNvSpPr/>
          <p:nvPr/>
        </p:nvSpPr>
        <p:spPr>
          <a:xfrm>
            <a:off x="701099" y="320074"/>
            <a:ext cx="36575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Clasificarea circuitelor logice</a:t>
            </a:r>
          </a:p>
        </p:txBody>
      </p:sp>
    </p:spTree>
    <p:extLst>
      <p:ext uri="{BB962C8B-B14F-4D97-AF65-F5344CB8AC3E}">
        <p14:creationId xmlns:p14="http://schemas.microsoft.com/office/powerpoint/2010/main" val="233121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1432611" y="777269"/>
            <a:ext cx="1040732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pPr algn="ctr"/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Clasificarea circuitelor logice (CLC/CLS);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Clasificarea celulelor de memorie la nivel de bit;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Celule de memorie cu acces pe nivel (</a:t>
            </a:r>
            <a:r>
              <a:rPr lang="ro-RO" sz="28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Latch</a:t>
            </a:r>
            <a:r>
              <a:rPr lang="ro-RO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-uri)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Latch</a:t>
            </a:r>
            <a:r>
              <a:rPr lang="ro-RO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-uri asincrone;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Latchuri</a:t>
            </a:r>
            <a:r>
              <a:rPr lang="ro-RO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sincrone;</a:t>
            </a:r>
            <a:r>
              <a:rPr 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endParaRPr lang="ro-RO" sz="280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Celule de memorie cu acces pe tranziție (Bistabili)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Bistabili D (simbol, tabele de adevăr, ecuația funcțională);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Bistabili T (simbol, tabele de adevăr, ecuația funcțională);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Bistabili JK (simbol, tabele de adevăr, ecuația funcțională);</a:t>
            </a:r>
          </a:p>
          <a:p>
            <a:pPr marL="1371600" lvl="2" indent="-457200">
              <a:buFontTx/>
              <a:buChar char="-"/>
            </a:pPr>
            <a:endParaRPr lang="ro-RO" sz="2800" b="1" dirty="0"/>
          </a:p>
        </p:txBody>
      </p:sp>
    </p:spTree>
    <p:extLst>
      <p:ext uri="{BB962C8B-B14F-4D97-AF65-F5344CB8AC3E}">
        <p14:creationId xmlns:p14="http://schemas.microsoft.com/office/powerpoint/2010/main" val="568012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C55FB22A-2728-44A9-A349-8D374D48D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21" y="1234464"/>
            <a:ext cx="10096450" cy="4684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0150" indent="-285750">
              <a:spcBef>
                <a:spcPct val="20000"/>
              </a:spcBef>
              <a:buClr>
                <a:schemeClr val="accent2"/>
              </a:buClr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14550" indent="-285750">
              <a:spcBef>
                <a:spcPct val="20000"/>
              </a:spcBef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717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89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861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433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kumimoji="0" lang="en-US" altLang="ro-RO" sz="2000" i="1" dirty="0" err="1">
                <a:solidFill>
                  <a:schemeClr val="accent2"/>
                </a:solidFill>
              </a:rPr>
              <a:t>Celule</a:t>
            </a:r>
            <a:r>
              <a:rPr kumimoji="0" lang="en-US" altLang="ro-RO" sz="2000" i="1" dirty="0">
                <a:solidFill>
                  <a:schemeClr val="accent2"/>
                </a:solidFill>
              </a:rPr>
              <a:t> de </a:t>
            </a:r>
            <a:r>
              <a:rPr kumimoji="0" lang="en-US" altLang="ro-RO" sz="2000" i="1" dirty="0" err="1">
                <a:solidFill>
                  <a:schemeClr val="accent2"/>
                </a:solidFill>
              </a:rPr>
              <a:t>memorie</a:t>
            </a:r>
            <a:r>
              <a:rPr kumimoji="0" lang="en-US" altLang="ro-RO" sz="2000" i="1" dirty="0">
                <a:solidFill>
                  <a:schemeClr val="accent2"/>
                </a:solidFill>
              </a:rPr>
              <a:t> la </a:t>
            </a:r>
            <a:r>
              <a:rPr kumimoji="0" lang="en-US" altLang="ro-RO" sz="2000" i="1" dirty="0" err="1">
                <a:solidFill>
                  <a:schemeClr val="accent2"/>
                </a:solidFill>
              </a:rPr>
              <a:t>nivel</a:t>
            </a:r>
            <a:r>
              <a:rPr kumimoji="0" lang="en-US" altLang="ro-RO" sz="2000" i="1" dirty="0">
                <a:solidFill>
                  <a:schemeClr val="accent2"/>
                </a:solidFill>
              </a:rPr>
              <a:t> de bit - </a:t>
            </a:r>
            <a:r>
              <a:rPr kumimoji="0" lang="ro-RO" altLang="ro-RO" sz="2000" i="1" dirty="0">
                <a:solidFill>
                  <a:schemeClr val="accent2"/>
                </a:solidFill>
              </a:rPr>
              <a:t>Caracteristici generale:</a:t>
            </a:r>
          </a:p>
          <a:p>
            <a:pPr eaLnBrk="1" hangingPunct="1">
              <a:buClrTx/>
              <a:buSzTx/>
              <a:buFontTx/>
              <a:buNone/>
            </a:pPr>
            <a:endParaRPr kumimoji="0" lang="en-US" altLang="ro-RO" sz="2000" i="1" dirty="0">
              <a:solidFill>
                <a:schemeClr val="accent2"/>
              </a:solidFill>
            </a:endParaRPr>
          </a:p>
          <a:p>
            <a:pPr lvl="1" eaLnBrk="1" hangingPunct="1">
              <a:buFontTx/>
              <a:buChar char="-"/>
            </a:pPr>
            <a:r>
              <a:rPr kumimoji="0" lang="ro-RO" altLang="ro-RO" sz="2000" dirty="0"/>
              <a:t>putem depune o </a:t>
            </a:r>
            <a:r>
              <a:rPr kumimoji="0" lang="ro-RO" altLang="ro-RO" sz="2000" dirty="0" err="1"/>
              <a:t>informaţie</a:t>
            </a:r>
            <a:r>
              <a:rPr kumimoji="0" lang="ro-RO" altLang="ro-RO" sz="2000" dirty="0"/>
              <a:t> de un bit în scopul memorării;</a:t>
            </a:r>
          </a:p>
          <a:p>
            <a:pPr lvl="1" eaLnBrk="1" hangingPunct="1">
              <a:spcBef>
                <a:spcPts val="1200"/>
              </a:spcBef>
              <a:buFontTx/>
              <a:buChar char="-"/>
            </a:pPr>
            <a:r>
              <a:rPr kumimoji="0" lang="ro-RO" altLang="ro-RO" sz="2000" dirty="0"/>
              <a:t>Citire – procesul de extragere a </a:t>
            </a:r>
            <a:r>
              <a:rPr kumimoji="0" lang="ro-RO" altLang="ro-RO" sz="2000" dirty="0" err="1"/>
              <a:t>informaţiei</a:t>
            </a:r>
            <a:r>
              <a:rPr kumimoji="0" lang="ro-RO" altLang="ro-RO" sz="2000" dirty="0"/>
              <a:t> din celula de memorie; </a:t>
            </a:r>
          </a:p>
          <a:p>
            <a:pPr lvl="2" eaLnBrk="1" hangingPunct="1">
              <a:buClrTx/>
              <a:buFontTx/>
              <a:buChar char="-"/>
            </a:pPr>
            <a:r>
              <a:rPr kumimoji="0" lang="ro-RO" altLang="ro-RO" sz="1800" dirty="0"/>
              <a:t>Pentru citire, celulele de memorie au două </a:t>
            </a:r>
            <a:r>
              <a:rPr kumimoji="0" lang="ro-RO" altLang="ro-RO" sz="1800" dirty="0" err="1"/>
              <a:t>ieşiri</a:t>
            </a:r>
            <a:r>
              <a:rPr kumimoji="0" lang="ro-RO" altLang="ro-RO" sz="1800" dirty="0"/>
              <a:t>: Q </a:t>
            </a:r>
            <a:r>
              <a:rPr kumimoji="0" lang="ro-RO" altLang="ro-RO" sz="1800" dirty="0" err="1"/>
              <a:t>şi</a:t>
            </a:r>
            <a:r>
              <a:rPr kumimoji="0" lang="ro-RO" altLang="ro-RO" sz="1800" dirty="0"/>
              <a:t> Q negat;</a:t>
            </a:r>
          </a:p>
          <a:p>
            <a:pPr lvl="2" eaLnBrk="1" hangingPunct="1">
              <a:buClrTx/>
              <a:buFontTx/>
              <a:buChar char="-"/>
            </a:pPr>
            <a:r>
              <a:rPr kumimoji="0" lang="ro-RO" altLang="ro-RO" sz="1800" dirty="0"/>
              <a:t>Citirea se poate face în orice moment de timp;</a:t>
            </a:r>
            <a:endParaRPr kumimoji="0" lang="ro-RO" altLang="ro-RO" sz="2000" dirty="0"/>
          </a:p>
          <a:p>
            <a:pPr lvl="1" eaLnBrk="1" hangingPunct="1">
              <a:spcBef>
                <a:spcPts val="1200"/>
              </a:spcBef>
              <a:buFontTx/>
              <a:buChar char="-"/>
            </a:pPr>
            <a:r>
              <a:rPr kumimoji="0" lang="ro-RO" altLang="ro-RO" sz="2000" dirty="0"/>
              <a:t>Scriere – procesul de introducere/modificare a </a:t>
            </a:r>
            <a:r>
              <a:rPr kumimoji="0" lang="ro-RO" altLang="ro-RO" sz="2000" dirty="0" err="1"/>
              <a:t>informaţiei</a:t>
            </a:r>
            <a:r>
              <a:rPr kumimoji="0" lang="ro-RO" altLang="ro-RO" sz="2000" dirty="0"/>
              <a:t> din celula de memorie;</a:t>
            </a:r>
          </a:p>
          <a:p>
            <a:pPr lvl="1" eaLnBrk="1" hangingPunct="1">
              <a:spcBef>
                <a:spcPts val="1200"/>
              </a:spcBef>
              <a:buFontTx/>
              <a:buChar char="-"/>
            </a:pPr>
            <a:r>
              <a:rPr kumimoji="0" lang="ro-RO" altLang="ro-RO" sz="1800" dirty="0"/>
              <a:t>Pentru scriere, celulele de memorie au două tipuri de intrări:</a:t>
            </a:r>
          </a:p>
          <a:p>
            <a:pPr lvl="4" eaLnBrk="1" hangingPunct="1">
              <a:buClrTx/>
              <a:buFontTx/>
              <a:buChar char="-"/>
            </a:pPr>
            <a:r>
              <a:rPr kumimoji="0" lang="ro-RO" altLang="ro-RO" sz="1800" dirty="0"/>
              <a:t>intrări pasive – indică ce </a:t>
            </a:r>
            <a:r>
              <a:rPr kumimoji="0" lang="ro-RO" altLang="ro-RO" sz="1800" dirty="0" err="1"/>
              <a:t>informaţie</a:t>
            </a:r>
            <a:r>
              <a:rPr kumimoji="0" lang="ro-RO" altLang="ro-RO" sz="1800" dirty="0"/>
              <a:t> vrem să introducem în celula de memorie;</a:t>
            </a:r>
          </a:p>
          <a:p>
            <a:pPr lvl="4" eaLnBrk="1" hangingPunct="1">
              <a:buClrTx/>
              <a:buFontTx/>
              <a:buChar char="-"/>
            </a:pPr>
            <a:r>
              <a:rPr kumimoji="0" lang="ro-RO" altLang="ro-RO" sz="1800" dirty="0"/>
              <a:t>Intrare activă (intrarea de ceas) - indică momentul de timp în care </a:t>
            </a:r>
            <a:r>
              <a:rPr kumimoji="0" lang="ro-RO" altLang="ro-RO" sz="1800" dirty="0" err="1"/>
              <a:t>informaţia</a:t>
            </a:r>
            <a:r>
              <a:rPr kumimoji="0" lang="ro-RO" altLang="ro-RO" sz="1800" dirty="0"/>
              <a:t> nouă intră în celula de memorie;</a:t>
            </a:r>
            <a:endParaRPr lang="en-US" altLang="ro-RO" dirty="0"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28E68D06-DACD-4FDA-8F73-4399D24BE231}"/>
                  </a:ext>
                </a:extLst>
              </p14:cNvPr>
              <p14:cNvContentPartPr/>
              <p14:nvPr/>
            </p14:nvContentPartPr>
            <p14:xfrm>
              <a:off x="702189" y="1573465"/>
              <a:ext cx="3852720" cy="10152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28E68D06-DACD-4FDA-8F73-4399D24BE2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4189" y="1555465"/>
                <a:ext cx="388836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2956F4CF-DC11-4554-B993-4F1396E02AB3}"/>
                  </a:ext>
                </a:extLst>
              </p14:cNvPr>
              <p14:cNvContentPartPr/>
              <p14:nvPr/>
            </p14:nvContentPartPr>
            <p14:xfrm>
              <a:off x="658989" y="1049305"/>
              <a:ext cx="3877920" cy="13428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2956F4CF-DC11-4554-B993-4F1396E02A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0989" y="1031305"/>
                <a:ext cx="391356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6DF0CA28-0A11-48BD-B46E-2ED33C0B67EE}"/>
                  </a:ext>
                </a:extLst>
              </p14:cNvPr>
              <p14:cNvContentPartPr/>
              <p14:nvPr/>
            </p14:nvContentPartPr>
            <p14:xfrm>
              <a:off x="8190189" y="336505"/>
              <a:ext cx="3733560" cy="14572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6DF0CA28-0A11-48BD-B46E-2ED33C0B67E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72549" y="318505"/>
                <a:ext cx="3769200" cy="149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11660A75-F9C7-4245-AA17-B23F1F8BD3C6}"/>
                  </a:ext>
                </a:extLst>
              </p14:cNvPr>
              <p14:cNvContentPartPr/>
              <p14:nvPr/>
            </p14:nvContentPartPr>
            <p14:xfrm>
              <a:off x="10529829" y="2566345"/>
              <a:ext cx="1465920" cy="160668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11660A75-F9C7-4245-AA17-B23F1F8BD3C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511829" y="2548705"/>
                <a:ext cx="1501560" cy="164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88F84D0D-2D1D-4AD0-986B-7BB9C02BEC1A}"/>
                  </a:ext>
                </a:extLst>
              </p14:cNvPr>
              <p14:cNvContentPartPr/>
              <p14:nvPr/>
            </p14:nvContentPartPr>
            <p14:xfrm>
              <a:off x="12045789" y="5211985"/>
              <a:ext cx="11880" cy="1332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88F84D0D-2D1D-4AD0-986B-7BB9C02BEC1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028149" y="5194345"/>
                <a:ext cx="4752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44F4D578-9C94-4B1E-B844-D3CB06FEB6B5}"/>
                  </a:ext>
                </a:extLst>
              </p14:cNvPr>
              <p14:cNvContentPartPr/>
              <p14:nvPr/>
            </p14:nvContentPartPr>
            <p14:xfrm>
              <a:off x="10975869" y="4737865"/>
              <a:ext cx="1159200" cy="32580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44F4D578-9C94-4B1E-B844-D3CB06FEB6B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958229" y="4720225"/>
                <a:ext cx="1194840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1FAA8655-E2D7-4077-B393-EF3996647DFD}"/>
                  </a:ext>
                </a:extLst>
              </p14:cNvPr>
              <p14:cNvContentPartPr/>
              <p14:nvPr/>
            </p14:nvContentPartPr>
            <p14:xfrm>
              <a:off x="10287549" y="4787905"/>
              <a:ext cx="414360" cy="28116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1FAA8655-E2D7-4077-B393-EF3996647DF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269894" y="4769905"/>
                <a:ext cx="450031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578D51B6-657A-4E9F-A0F5-990E631169EB}"/>
                  </a:ext>
                </a:extLst>
              </p14:cNvPr>
              <p14:cNvContentPartPr/>
              <p14:nvPr/>
            </p14:nvContentPartPr>
            <p14:xfrm>
              <a:off x="1388349" y="4603585"/>
              <a:ext cx="2778120" cy="41688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578D51B6-657A-4E9F-A0F5-990E631169E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70707" y="4585585"/>
                <a:ext cx="2813765" cy="45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DBC60DB8-AA81-4A43-8630-D15885765B6B}"/>
                  </a:ext>
                </a:extLst>
              </p14:cNvPr>
              <p14:cNvContentPartPr/>
              <p14:nvPr/>
            </p14:nvContentPartPr>
            <p14:xfrm>
              <a:off x="2791269" y="5541025"/>
              <a:ext cx="1297080" cy="2232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DBC60DB8-AA81-4A43-8630-D15885765B6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773629" y="5523025"/>
                <a:ext cx="133272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397F676B-5DA0-498B-A5EE-6912774835F1}"/>
                  </a:ext>
                </a:extLst>
              </p14:cNvPr>
              <p14:cNvContentPartPr/>
              <p14:nvPr/>
            </p14:nvContentPartPr>
            <p14:xfrm>
              <a:off x="4343589" y="6001105"/>
              <a:ext cx="467280" cy="18792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397F676B-5DA0-498B-A5EE-6912774835F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325949" y="5983105"/>
                <a:ext cx="50292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CDE4BF23-A2CF-4A76-B9C7-DDB6A20E27A8}"/>
                  </a:ext>
                </a:extLst>
              </p14:cNvPr>
              <p14:cNvContentPartPr/>
              <p14:nvPr/>
            </p14:nvContentPartPr>
            <p14:xfrm>
              <a:off x="2896389" y="5971945"/>
              <a:ext cx="645480" cy="20664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CDE4BF23-A2CF-4A76-B9C7-DDB6A20E27A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878389" y="5954274"/>
                <a:ext cx="681120" cy="2423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65B3D1DD-E9C8-4000-A137-9577D4681D67}"/>
                  </a:ext>
                </a:extLst>
              </p14:cNvPr>
              <p14:cNvContentPartPr/>
              <p14:nvPr/>
            </p14:nvContentPartPr>
            <p14:xfrm>
              <a:off x="8657109" y="5670985"/>
              <a:ext cx="963000" cy="40896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65B3D1DD-E9C8-4000-A137-9577D4681D6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639469" y="5653001"/>
                <a:ext cx="998640" cy="4445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64B712D9-18FE-4905-91EC-72A75F651407}"/>
                  </a:ext>
                </a:extLst>
              </p14:cNvPr>
              <p14:cNvContentPartPr/>
              <p14:nvPr/>
            </p14:nvContentPartPr>
            <p14:xfrm>
              <a:off x="9904149" y="5778985"/>
              <a:ext cx="181080" cy="26532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64B712D9-18FE-4905-91EC-72A75F65140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886509" y="5760985"/>
                <a:ext cx="21672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5537845F-0585-45CE-8207-619D908E0E92}"/>
                  </a:ext>
                </a:extLst>
              </p14:cNvPr>
              <p14:cNvContentPartPr/>
              <p14:nvPr/>
            </p14:nvContentPartPr>
            <p14:xfrm>
              <a:off x="10024749" y="6176425"/>
              <a:ext cx="64440" cy="6552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5537845F-0585-45CE-8207-619D908E0E9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006749" y="6158785"/>
                <a:ext cx="100080" cy="10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8579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0A76B691-D958-4794-8B65-DD2FF0BC4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416" y="502952"/>
            <a:ext cx="8153400" cy="402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0150" indent="-285750">
              <a:spcBef>
                <a:spcPct val="20000"/>
              </a:spcBef>
              <a:buClr>
                <a:schemeClr val="accent2"/>
              </a:buClr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14550" indent="-285750">
              <a:spcBef>
                <a:spcPct val="20000"/>
              </a:spcBef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717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89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861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433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kumimoji="0" lang="ro-RO" altLang="ro-RO" sz="2000" i="1" dirty="0">
                <a:solidFill>
                  <a:schemeClr val="accent2"/>
                </a:solidFill>
              </a:rPr>
              <a:t>Clasificare – după modul în care se face scrierea:</a:t>
            </a:r>
          </a:p>
          <a:p>
            <a:endParaRPr lang="ro-RO" altLang="ro-RO" sz="1800" dirty="0"/>
          </a:p>
          <a:p>
            <a:r>
              <a:rPr lang="ro-RO" altLang="ro-RO" sz="2000" dirty="0"/>
              <a:t>Celule cu acces pe nivel, denumite </a:t>
            </a:r>
            <a:r>
              <a:rPr lang="ro-RO" altLang="ro-RO" sz="2000" i="1" dirty="0" err="1"/>
              <a:t>Latch</a:t>
            </a:r>
            <a:r>
              <a:rPr lang="ro-RO" altLang="ro-RO" sz="2000" i="1" dirty="0"/>
              <a:t>-uri </a:t>
            </a:r>
          </a:p>
          <a:p>
            <a:pPr lvl="1">
              <a:lnSpc>
                <a:spcPct val="150000"/>
              </a:lnSpc>
            </a:pPr>
            <a:r>
              <a:rPr lang="ro-RO" altLang="ro-RO" sz="2000" b="0" dirty="0"/>
              <a:t>Scrierea elementului de stocare se face pe unul din cele două nivele logice ale semnalelor de intrare;</a:t>
            </a:r>
          </a:p>
          <a:p>
            <a:pPr lvl="1">
              <a:lnSpc>
                <a:spcPct val="150000"/>
              </a:lnSpc>
            </a:pPr>
            <a:r>
              <a:rPr lang="ro-RO" altLang="ro-RO" sz="2000" b="0" dirty="0"/>
              <a:t>Sunt cele mai simple structuri de memorare;</a:t>
            </a:r>
          </a:p>
          <a:p>
            <a:pPr lvl="1">
              <a:lnSpc>
                <a:spcPct val="150000"/>
              </a:lnSpc>
            </a:pPr>
            <a:r>
              <a:rPr kumimoji="0" lang="ro-RO" altLang="ro-RO" sz="2000" b="0" i="1" dirty="0"/>
              <a:t>Introducerea </a:t>
            </a:r>
            <a:r>
              <a:rPr kumimoji="0" lang="ro-RO" altLang="ro-RO" sz="2000" b="0" i="1" dirty="0" err="1"/>
              <a:t>informaţiei</a:t>
            </a:r>
            <a:r>
              <a:rPr kumimoji="0" lang="ro-RO" altLang="ro-RO" sz="2000" b="0" i="1" dirty="0"/>
              <a:t> în celula de memorie se  poate face oricând, fără o sincronizare cu un semnal extern; </a:t>
            </a:r>
          </a:p>
          <a:p>
            <a:pPr lvl="1">
              <a:lnSpc>
                <a:spcPct val="150000"/>
              </a:lnSpc>
            </a:pPr>
            <a:r>
              <a:rPr lang="ro-RO" altLang="ro-RO" sz="2000" b="0" dirty="0"/>
              <a:t>Schimbarea ieșirilor se poate face în orice moment de timp;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1B1C8696-4197-4EEC-9B96-3A2E93C93316}"/>
                  </a:ext>
                </a:extLst>
              </p14:cNvPr>
              <p14:cNvContentPartPr/>
              <p14:nvPr/>
            </p14:nvContentPartPr>
            <p14:xfrm>
              <a:off x="1506069" y="1573465"/>
              <a:ext cx="2801880" cy="7272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1B1C8696-4197-4EEC-9B96-3A2E93C9331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88429" y="1555465"/>
                <a:ext cx="283752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1C43A57A-59C7-48AF-9CC7-3F0567C06044}"/>
                  </a:ext>
                </a:extLst>
              </p14:cNvPr>
              <p14:cNvContentPartPr/>
              <p14:nvPr/>
            </p14:nvContentPartPr>
            <p14:xfrm>
              <a:off x="5542389" y="1086745"/>
              <a:ext cx="1460880" cy="53532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1C43A57A-59C7-48AF-9CC7-3F0567C0604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24389" y="1068745"/>
                <a:ext cx="1496520" cy="57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28AA1A04-D9F6-4FFE-960F-24CEEBF1AF53}"/>
                  </a:ext>
                </a:extLst>
              </p14:cNvPr>
              <p14:cNvContentPartPr/>
              <p14:nvPr/>
            </p14:nvContentPartPr>
            <p14:xfrm>
              <a:off x="7987509" y="254785"/>
              <a:ext cx="1257840" cy="26172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28AA1A04-D9F6-4FFE-960F-24CEEBF1AF5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969869" y="237145"/>
                <a:ext cx="129348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770CFD7A-F39D-4B57-A090-3EED6C263837}"/>
                  </a:ext>
                </a:extLst>
              </p14:cNvPr>
              <p14:cNvContentPartPr/>
              <p14:nvPr/>
            </p14:nvContentPartPr>
            <p14:xfrm>
              <a:off x="7858629" y="654385"/>
              <a:ext cx="3410640" cy="149328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770CFD7A-F39D-4B57-A090-3EED6C26383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840989" y="636385"/>
                <a:ext cx="3446280" cy="152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47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0A76B691-D958-4794-8B65-DD2FF0BC4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415" y="502952"/>
            <a:ext cx="10332607" cy="401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0150" indent="-285750">
              <a:spcBef>
                <a:spcPct val="20000"/>
              </a:spcBef>
              <a:buClr>
                <a:schemeClr val="accent2"/>
              </a:buClr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14550" indent="-285750">
              <a:spcBef>
                <a:spcPct val="20000"/>
              </a:spcBef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717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89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861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433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kumimoji="0" lang="ro-RO" altLang="ro-RO" sz="2000" i="1" dirty="0">
                <a:solidFill>
                  <a:schemeClr val="accent2"/>
                </a:solidFill>
              </a:rPr>
              <a:t>Clasificare – după modul în care se face scrierea:</a:t>
            </a:r>
          </a:p>
          <a:p>
            <a:endParaRPr lang="ro-RO" altLang="ro-RO" sz="1800" dirty="0"/>
          </a:p>
          <a:p>
            <a:pPr>
              <a:spcBef>
                <a:spcPts val="1800"/>
              </a:spcBef>
              <a:defRPr/>
            </a:pPr>
            <a:r>
              <a:rPr lang="ro-RO" sz="1800" dirty="0"/>
              <a:t>Celule cu acces pe tranziția semnalului de ceas, denumite</a:t>
            </a:r>
            <a:r>
              <a:rPr lang="ro-RO" sz="1800" i="1" dirty="0"/>
              <a:t> </a:t>
            </a:r>
            <a:r>
              <a:rPr lang="ro-RO" sz="1800" i="1" dirty="0" err="1"/>
              <a:t>Edge</a:t>
            </a:r>
            <a:r>
              <a:rPr lang="ro-RO" sz="1800" i="1" dirty="0"/>
              <a:t> – </a:t>
            </a:r>
            <a:r>
              <a:rPr lang="ro-RO" sz="1800" i="1" dirty="0" err="1"/>
              <a:t>Tiggered</a:t>
            </a:r>
            <a:r>
              <a:rPr lang="ro-RO" sz="1800" i="1" dirty="0"/>
              <a:t> </a:t>
            </a:r>
            <a:r>
              <a:rPr lang="ro-RO" sz="1800" i="1" dirty="0" err="1"/>
              <a:t>Flip-Flop</a:t>
            </a:r>
            <a:endParaRPr lang="ro-RO" sz="1800" dirty="0"/>
          </a:p>
          <a:p>
            <a:pPr lvl="1">
              <a:spcBef>
                <a:spcPts val="1200"/>
              </a:spcBef>
              <a:defRPr/>
            </a:pPr>
            <a:r>
              <a:rPr lang="ro-RO" sz="2000" dirty="0"/>
              <a:t>Scrierea elementului de stocare se face pe o tranziție a semnalului aplicat pe intrarea de ceas;</a:t>
            </a:r>
          </a:p>
          <a:p>
            <a:pPr lvl="1">
              <a:spcBef>
                <a:spcPts val="1200"/>
              </a:spcBef>
              <a:defRPr/>
            </a:pPr>
            <a:r>
              <a:rPr lang="ro-RO" sz="2000" dirty="0"/>
              <a:t>Au intrare de ceas;</a:t>
            </a:r>
          </a:p>
          <a:p>
            <a:pPr lvl="1">
              <a:spcBef>
                <a:spcPts val="1200"/>
              </a:spcBef>
              <a:defRPr/>
            </a:pPr>
            <a:r>
              <a:rPr lang="ro-RO" sz="2000" dirty="0"/>
              <a:t>Schimbarea ieșirilor se face sincron cu tranziția activă a semnalului ce ceas;</a:t>
            </a:r>
          </a:p>
          <a:p>
            <a:pPr lvl="1">
              <a:spcBef>
                <a:spcPts val="1200"/>
              </a:spcBef>
              <a:defRPr/>
            </a:pPr>
            <a:r>
              <a:rPr lang="ro-RO" altLang="ro-RO" sz="2000" i="1" dirty="0">
                <a:solidFill>
                  <a:srgbClr val="0000FF"/>
                </a:solidFill>
              </a:rPr>
              <a:t>Introducerea </a:t>
            </a:r>
            <a:r>
              <a:rPr lang="ro-RO" altLang="ro-RO" sz="2000" i="1" dirty="0" err="1">
                <a:solidFill>
                  <a:srgbClr val="0000FF"/>
                </a:solidFill>
              </a:rPr>
              <a:t>informaţiei</a:t>
            </a:r>
            <a:r>
              <a:rPr lang="ro-RO" altLang="ro-RO" sz="2000" i="1" dirty="0">
                <a:solidFill>
                  <a:srgbClr val="0000FF"/>
                </a:solidFill>
              </a:rPr>
              <a:t> în celula de memorie se poate face doar în momentele de timp în care semnalul ceas are </a:t>
            </a:r>
            <a:r>
              <a:rPr lang="ro-RO" altLang="ro-RO" sz="2000" i="1" dirty="0" err="1">
                <a:solidFill>
                  <a:srgbClr val="0000FF"/>
                </a:solidFill>
              </a:rPr>
              <a:t>tranziţia</a:t>
            </a:r>
            <a:r>
              <a:rPr lang="ro-RO" altLang="ro-RO" sz="2000" i="1" dirty="0">
                <a:solidFill>
                  <a:srgbClr val="0000FF"/>
                </a:solidFill>
              </a:rPr>
              <a:t> activă. </a:t>
            </a:r>
            <a:r>
              <a:rPr lang="ro-RO" altLang="ro-RO" sz="2000" i="1" dirty="0" err="1">
                <a:solidFill>
                  <a:srgbClr val="0000FF"/>
                </a:solidFill>
              </a:rPr>
              <a:t>Aşadar</a:t>
            </a:r>
            <a:r>
              <a:rPr lang="ro-RO" altLang="ro-RO" sz="2000" i="1" dirty="0">
                <a:solidFill>
                  <a:srgbClr val="0000FF"/>
                </a:solidFill>
              </a:rPr>
              <a:t> scrierea se execută sincron cu un semnal extern;</a:t>
            </a:r>
            <a:endParaRPr lang="ro-RO" altLang="ro-RO" sz="20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C086C6D1-173A-4530-945B-CDED9A80CF4E}"/>
                  </a:ext>
                </a:extLst>
              </p14:cNvPr>
              <p14:cNvContentPartPr/>
              <p14:nvPr/>
            </p14:nvContentPartPr>
            <p14:xfrm>
              <a:off x="1947789" y="6116665"/>
              <a:ext cx="1229040" cy="27468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C086C6D1-173A-4530-945B-CDED9A80CF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29789" y="6099025"/>
                <a:ext cx="126468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2A9021ED-D12C-45E8-80CF-70B6E4E43B5E}"/>
                  </a:ext>
                </a:extLst>
              </p14:cNvPr>
              <p14:cNvContentPartPr/>
              <p14:nvPr/>
            </p14:nvContentPartPr>
            <p14:xfrm>
              <a:off x="2212749" y="5458945"/>
              <a:ext cx="2383200" cy="52344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2A9021ED-D12C-45E8-80CF-70B6E4E43B5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94749" y="5441293"/>
                <a:ext cx="2418840" cy="559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F8EFFB9D-918E-4253-B76D-F7089C12B1B5}"/>
                  </a:ext>
                </a:extLst>
              </p14:cNvPr>
              <p14:cNvContentPartPr/>
              <p14:nvPr/>
            </p14:nvContentPartPr>
            <p14:xfrm>
              <a:off x="1650429" y="4499545"/>
              <a:ext cx="6323400" cy="82440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F8EFFB9D-918E-4253-B76D-F7089C12B1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32789" y="4481905"/>
                <a:ext cx="6359040" cy="86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2944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1432611" y="777269"/>
            <a:ext cx="1040732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pPr algn="ctr"/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Clasificarea circuitelor logice (CLC/CLS);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Clasificarea celulelor de memorie la nivel de bit;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Celule de memorie cu acces pe nivel (</a:t>
            </a:r>
            <a:r>
              <a:rPr lang="ro-RO" sz="2800" b="1" dirty="0" err="1">
                <a:solidFill>
                  <a:srgbClr val="0000FF"/>
                </a:solidFill>
              </a:rPr>
              <a:t>Latch</a:t>
            </a:r>
            <a:r>
              <a:rPr lang="ro-RO" sz="2800" b="1" dirty="0">
                <a:solidFill>
                  <a:srgbClr val="0000FF"/>
                </a:solidFill>
              </a:rPr>
              <a:t>-uri)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 err="1"/>
              <a:t>Latch</a:t>
            </a:r>
            <a:r>
              <a:rPr lang="ro-RO" sz="2800" b="1" dirty="0"/>
              <a:t>-uri asincrone;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 err="1"/>
              <a:t>Latchuri</a:t>
            </a:r>
            <a:r>
              <a:rPr lang="ro-RO" sz="2800" b="1" dirty="0"/>
              <a:t> sincrone;</a:t>
            </a:r>
            <a:r>
              <a:rPr lang="en-US" sz="2800" b="1" dirty="0"/>
              <a:t> </a:t>
            </a:r>
            <a:endParaRPr lang="ro-RO" sz="2800" b="1" dirty="0"/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Celule de memorie cu acces pe tranziție (Bistabili)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Bistabili D (simbol, tabele de adevăr, ecuația funcțională);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Bistabili T (simbol, tabele de adevăr, ecuația funcțională);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Bistabili JK (simbol, tabele de adevăr, ecuația funcțională);</a:t>
            </a:r>
          </a:p>
          <a:p>
            <a:pPr marL="1371600" lvl="2" indent="-457200">
              <a:buFontTx/>
              <a:buChar char="-"/>
            </a:pPr>
            <a:endParaRPr lang="ro-RO" sz="2800" b="1" dirty="0"/>
          </a:p>
        </p:txBody>
      </p:sp>
    </p:spTree>
    <p:extLst>
      <p:ext uri="{BB962C8B-B14F-4D97-AF65-F5344CB8AC3E}">
        <p14:creationId xmlns:p14="http://schemas.microsoft.com/office/powerpoint/2010/main" val="948866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03" name="Cerneală 302">
                <a:extLst>
                  <a:ext uri="{FF2B5EF4-FFF2-40B4-BE49-F238E27FC236}">
                    <a16:creationId xmlns:a16="http://schemas.microsoft.com/office/drawing/2014/main" id="{0726730C-C4BA-4CEB-94F8-B4B732F32D18}"/>
                  </a:ext>
                </a:extLst>
              </p14:cNvPr>
              <p14:cNvContentPartPr/>
              <p14:nvPr/>
            </p14:nvContentPartPr>
            <p14:xfrm>
              <a:off x="432909" y="124825"/>
              <a:ext cx="11664360" cy="6555240"/>
            </p14:xfrm>
          </p:contentPart>
        </mc:Choice>
        <mc:Fallback xmlns="">
          <p:pic>
            <p:nvPicPr>
              <p:cNvPr id="303" name="Cerneală 302">
                <a:extLst>
                  <a:ext uri="{FF2B5EF4-FFF2-40B4-BE49-F238E27FC236}">
                    <a16:creationId xmlns:a16="http://schemas.microsoft.com/office/drawing/2014/main" id="{0726730C-C4BA-4CEB-94F8-B4B732F32D1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5268" y="106826"/>
                <a:ext cx="11700001" cy="659087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6438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152465" y="137196"/>
            <a:ext cx="3824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err="1">
                <a:solidFill>
                  <a:srgbClr val="0000FF"/>
                </a:solidFill>
              </a:rPr>
              <a:t>Celule</a:t>
            </a:r>
            <a:r>
              <a:rPr lang="en-US" b="1" dirty="0">
                <a:solidFill>
                  <a:srgbClr val="0000FF"/>
                </a:solidFill>
              </a:rPr>
              <a:t> de </a:t>
            </a:r>
            <a:r>
              <a:rPr lang="en-US" b="1" dirty="0" err="1">
                <a:solidFill>
                  <a:srgbClr val="0000FF"/>
                </a:solidFill>
              </a:rPr>
              <a:t>memorie</a:t>
            </a:r>
            <a:r>
              <a:rPr lang="en-US" b="1" dirty="0">
                <a:solidFill>
                  <a:srgbClr val="0000FF"/>
                </a:solidFill>
              </a:rPr>
              <a:t> cu </a:t>
            </a:r>
            <a:r>
              <a:rPr lang="en-US" b="1" dirty="0" err="1">
                <a:solidFill>
                  <a:srgbClr val="0000FF"/>
                </a:solidFill>
              </a:rPr>
              <a:t>acces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prin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nivel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endParaRPr lang="ro-RO" b="1" dirty="0">
              <a:solidFill>
                <a:srgbClr val="0000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39AE6B-258C-4371-8744-4EE4AE06E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904" y="1143025"/>
            <a:ext cx="167866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12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</a:t>
            </a:r>
            <a:r>
              <a:rPr kumimoji="0" lang="ro-RO" altLang="ro-RO" sz="1200" b="1" i="1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Latch</a:t>
            </a:r>
            <a:r>
              <a:rPr kumimoji="0" lang="ro-RO" altLang="ro-RO" sz="12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RS asincron</a:t>
            </a:r>
            <a:endParaRPr kumimoji="0" lang="ro-RO" altLang="ro-RO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400" b="1" i="1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sym typeface="Symbol" panose="05050102010706020507" pitchFamily="18" charset="2"/>
            </a:endParaRPr>
          </a:p>
        </p:txBody>
      </p:sp>
      <p:pic>
        <p:nvPicPr>
          <p:cNvPr id="12289" name="Picture 1">
            <a:extLst>
              <a:ext uri="{FF2B5EF4-FFF2-40B4-BE49-F238E27FC236}">
                <a16:creationId xmlns:a16="http://schemas.microsoft.com/office/drawing/2014/main" id="{4928A494-AB7C-40AF-9D24-45A5EE4C1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82" y="1508781"/>
            <a:ext cx="10222880" cy="219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C4C7F6E0-D54C-4FEB-900D-0D0065F57BA3}"/>
                  </a:ext>
                </a:extLst>
              </p14:cNvPr>
              <p14:cNvContentPartPr/>
              <p14:nvPr/>
            </p14:nvContentPartPr>
            <p14:xfrm>
              <a:off x="702189" y="3813745"/>
              <a:ext cx="246960" cy="37764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C4C7F6E0-D54C-4FEB-900D-0D0065F57B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4549" y="3796105"/>
                <a:ext cx="28260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BFE42176-61C1-43CE-A26F-626332A105CA}"/>
                  </a:ext>
                </a:extLst>
              </p14:cNvPr>
              <p14:cNvContentPartPr/>
              <p14:nvPr/>
            </p14:nvContentPartPr>
            <p14:xfrm>
              <a:off x="1225269" y="3939745"/>
              <a:ext cx="527400" cy="14544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BFE42176-61C1-43CE-A26F-626332A105C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07269" y="3922105"/>
                <a:ext cx="56304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927F9E4D-19A5-4BCC-9504-E9433F1A35C9}"/>
                  </a:ext>
                </a:extLst>
              </p14:cNvPr>
              <p14:cNvContentPartPr/>
              <p14:nvPr/>
            </p14:nvContentPartPr>
            <p14:xfrm>
              <a:off x="2044989" y="3757225"/>
              <a:ext cx="1373400" cy="29196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927F9E4D-19A5-4BCC-9504-E9433F1A35C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26989" y="3739585"/>
                <a:ext cx="140904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64E8B6AE-C980-4BDF-95DF-BCBEEDEC9A42}"/>
                  </a:ext>
                </a:extLst>
              </p14:cNvPr>
              <p14:cNvContentPartPr/>
              <p14:nvPr/>
            </p14:nvContentPartPr>
            <p14:xfrm>
              <a:off x="3007989" y="4161865"/>
              <a:ext cx="1041480" cy="3726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64E8B6AE-C980-4BDF-95DF-BCBEEDEC9A4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89989" y="4143865"/>
                <a:ext cx="107712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8989F363-0C19-49CF-B820-A6CCB7820030}"/>
                  </a:ext>
                </a:extLst>
              </p14:cNvPr>
              <p14:cNvContentPartPr/>
              <p14:nvPr/>
            </p14:nvContentPartPr>
            <p14:xfrm>
              <a:off x="1818909" y="4257985"/>
              <a:ext cx="807480" cy="18000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8989F363-0C19-49CF-B820-A6CCB782003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801261" y="4240345"/>
                <a:ext cx="843136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96488222-B50E-4E52-B853-B6BD52D8509C}"/>
                  </a:ext>
                </a:extLst>
              </p14:cNvPr>
              <p14:cNvContentPartPr/>
              <p14:nvPr/>
            </p14:nvContentPartPr>
            <p14:xfrm>
              <a:off x="1213749" y="4308385"/>
              <a:ext cx="333360" cy="27936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96488222-B50E-4E52-B853-B6BD52D8509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96109" y="4290745"/>
                <a:ext cx="36900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5A0A04F4-DFC2-4A8E-B856-2A27030E483C}"/>
                  </a:ext>
                </a:extLst>
              </p14:cNvPr>
              <p14:cNvContentPartPr/>
              <p14:nvPr/>
            </p14:nvContentPartPr>
            <p14:xfrm>
              <a:off x="3743469" y="3660745"/>
              <a:ext cx="1258560" cy="32328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5A0A04F4-DFC2-4A8E-B856-2A27030E483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725829" y="3643105"/>
                <a:ext cx="129420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BC9B8B53-6959-447B-9025-5EEA293E4137}"/>
                  </a:ext>
                </a:extLst>
              </p14:cNvPr>
              <p14:cNvContentPartPr/>
              <p14:nvPr/>
            </p14:nvContentPartPr>
            <p14:xfrm>
              <a:off x="5601069" y="875425"/>
              <a:ext cx="285120" cy="546480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BC9B8B53-6959-447B-9025-5EEA293E413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583429" y="857785"/>
                <a:ext cx="320760" cy="55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3A41B786-B3FD-4295-9190-AF2137B6B8D0}"/>
                  </a:ext>
                </a:extLst>
              </p14:cNvPr>
              <p14:cNvContentPartPr/>
              <p14:nvPr/>
            </p14:nvContentPartPr>
            <p14:xfrm>
              <a:off x="10548549" y="3830665"/>
              <a:ext cx="326520" cy="34236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3A41B786-B3FD-4295-9190-AF2137B6B8D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530549" y="3812665"/>
                <a:ext cx="36216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5B95AA88-6549-4EE7-82B5-38892EA464AE}"/>
                  </a:ext>
                </a:extLst>
              </p14:cNvPr>
              <p14:cNvContentPartPr/>
              <p14:nvPr/>
            </p14:nvContentPartPr>
            <p14:xfrm>
              <a:off x="11174589" y="3734185"/>
              <a:ext cx="623880" cy="13140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5B95AA88-6549-4EE7-82B5-38892EA464A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156939" y="3716545"/>
                <a:ext cx="659541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F80E6F34-0E21-4ECA-A645-006A90225030}"/>
                  </a:ext>
                </a:extLst>
              </p14:cNvPr>
              <p14:cNvContentPartPr/>
              <p14:nvPr/>
            </p14:nvContentPartPr>
            <p14:xfrm>
              <a:off x="9005949" y="3669745"/>
              <a:ext cx="1216440" cy="30996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F80E6F34-0E21-4ECA-A645-006A9022503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987949" y="3652105"/>
                <a:ext cx="125208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3313C911-4F67-4CC2-ADD2-A44D47361EF4}"/>
                  </a:ext>
                </a:extLst>
              </p14:cNvPr>
              <p14:cNvContentPartPr/>
              <p14:nvPr/>
            </p14:nvContentPartPr>
            <p14:xfrm>
              <a:off x="6046029" y="3778825"/>
              <a:ext cx="2705400" cy="73944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3313C911-4F67-4CC2-ADD2-A44D47361EF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028029" y="3761194"/>
                <a:ext cx="2741040" cy="7750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92BF5382-5017-4109-A768-81857B25C7D9}"/>
                  </a:ext>
                </a:extLst>
              </p14:cNvPr>
              <p14:cNvContentPartPr/>
              <p14:nvPr/>
            </p14:nvContentPartPr>
            <p14:xfrm>
              <a:off x="250749" y="4815985"/>
              <a:ext cx="148680" cy="20520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92BF5382-5017-4109-A768-81857B25C7D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33109" y="4797985"/>
                <a:ext cx="18432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2288" name="Cerneală 12287">
                <a:extLst>
                  <a:ext uri="{FF2B5EF4-FFF2-40B4-BE49-F238E27FC236}">
                    <a16:creationId xmlns:a16="http://schemas.microsoft.com/office/drawing/2014/main" id="{BAA6C865-D414-471C-968E-5ADFF2A2A9C6}"/>
                  </a:ext>
                </a:extLst>
              </p14:cNvPr>
              <p14:cNvContentPartPr/>
              <p14:nvPr/>
            </p14:nvContentPartPr>
            <p14:xfrm>
              <a:off x="240309" y="4682065"/>
              <a:ext cx="257040" cy="34560"/>
            </p14:xfrm>
          </p:contentPart>
        </mc:Choice>
        <mc:Fallback xmlns="">
          <p:pic>
            <p:nvPicPr>
              <p:cNvPr id="12288" name="Cerneală 12287">
                <a:extLst>
                  <a:ext uri="{FF2B5EF4-FFF2-40B4-BE49-F238E27FC236}">
                    <a16:creationId xmlns:a16="http://schemas.microsoft.com/office/drawing/2014/main" id="{BAA6C865-D414-471C-968E-5ADFF2A2A9C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22309" y="4664065"/>
                <a:ext cx="29268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2295" name="Cerneală 12294">
                <a:extLst>
                  <a:ext uri="{FF2B5EF4-FFF2-40B4-BE49-F238E27FC236}">
                    <a16:creationId xmlns:a16="http://schemas.microsoft.com/office/drawing/2014/main" id="{1F7E9458-C38C-4776-AF7A-A8FAC5F876BC}"/>
                  </a:ext>
                </a:extLst>
              </p14:cNvPr>
              <p14:cNvContentPartPr/>
              <p14:nvPr/>
            </p14:nvContentPartPr>
            <p14:xfrm>
              <a:off x="2494269" y="4782145"/>
              <a:ext cx="285120" cy="218880"/>
            </p14:xfrm>
          </p:contentPart>
        </mc:Choice>
        <mc:Fallback xmlns="">
          <p:pic>
            <p:nvPicPr>
              <p:cNvPr id="12295" name="Cerneală 12294">
                <a:extLst>
                  <a:ext uri="{FF2B5EF4-FFF2-40B4-BE49-F238E27FC236}">
                    <a16:creationId xmlns:a16="http://schemas.microsoft.com/office/drawing/2014/main" id="{1F7E9458-C38C-4776-AF7A-A8FAC5F876B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476629" y="4764145"/>
                <a:ext cx="3207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2296" name="Cerneală 12295">
                <a:extLst>
                  <a:ext uri="{FF2B5EF4-FFF2-40B4-BE49-F238E27FC236}">
                    <a16:creationId xmlns:a16="http://schemas.microsoft.com/office/drawing/2014/main" id="{5098F0F4-6AE8-4742-B85F-DF370BDB4A33}"/>
                  </a:ext>
                </a:extLst>
              </p14:cNvPr>
              <p14:cNvContentPartPr/>
              <p14:nvPr/>
            </p14:nvContentPartPr>
            <p14:xfrm>
              <a:off x="981549" y="4696105"/>
              <a:ext cx="1242720" cy="305640"/>
            </p14:xfrm>
          </p:contentPart>
        </mc:Choice>
        <mc:Fallback xmlns="">
          <p:pic>
            <p:nvPicPr>
              <p:cNvPr id="12296" name="Cerneală 12295">
                <a:extLst>
                  <a:ext uri="{FF2B5EF4-FFF2-40B4-BE49-F238E27FC236}">
                    <a16:creationId xmlns:a16="http://schemas.microsoft.com/office/drawing/2014/main" id="{5098F0F4-6AE8-4742-B85F-DF370BDB4A3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63909" y="4678465"/>
                <a:ext cx="127836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2297" name="Cerneală 12296">
                <a:extLst>
                  <a:ext uri="{FF2B5EF4-FFF2-40B4-BE49-F238E27FC236}">
                    <a16:creationId xmlns:a16="http://schemas.microsoft.com/office/drawing/2014/main" id="{5F3E767E-F0DA-4A0D-ADAC-B8347B841B6C}"/>
                  </a:ext>
                </a:extLst>
              </p14:cNvPr>
              <p14:cNvContentPartPr/>
              <p14:nvPr/>
            </p14:nvContentPartPr>
            <p14:xfrm>
              <a:off x="2932389" y="4787545"/>
              <a:ext cx="133200" cy="213120"/>
            </p14:xfrm>
          </p:contentPart>
        </mc:Choice>
        <mc:Fallback xmlns="">
          <p:pic>
            <p:nvPicPr>
              <p:cNvPr id="12297" name="Cerneală 12296">
                <a:extLst>
                  <a:ext uri="{FF2B5EF4-FFF2-40B4-BE49-F238E27FC236}">
                    <a16:creationId xmlns:a16="http://schemas.microsoft.com/office/drawing/2014/main" id="{5F3E767E-F0DA-4A0D-ADAC-B8347B841B6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914749" y="4769545"/>
                <a:ext cx="16884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2298" name="Cerneală 12297">
                <a:extLst>
                  <a:ext uri="{FF2B5EF4-FFF2-40B4-BE49-F238E27FC236}">
                    <a16:creationId xmlns:a16="http://schemas.microsoft.com/office/drawing/2014/main" id="{22504358-EFD3-42AA-B236-1A721A9C825B}"/>
                  </a:ext>
                </a:extLst>
              </p14:cNvPr>
              <p14:cNvContentPartPr/>
              <p14:nvPr/>
            </p14:nvContentPartPr>
            <p14:xfrm>
              <a:off x="3120309" y="4822105"/>
              <a:ext cx="127080" cy="168840"/>
            </p14:xfrm>
          </p:contentPart>
        </mc:Choice>
        <mc:Fallback xmlns="">
          <p:pic>
            <p:nvPicPr>
              <p:cNvPr id="12298" name="Cerneală 12297">
                <a:extLst>
                  <a:ext uri="{FF2B5EF4-FFF2-40B4-BE49-F238E27FC236}">
                    <a16:creationId xmlns:a16="http://schemas.microsoft.com/office/drawing/2014/main" id="{22504358-EFD3-42AA-B236-1A721A9C825B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102309" y="4804105"/>
                <a:ext cx="16272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2299" name="Cerneală 12298">
                <a:extLst>
                  <a:ext uri="{FF2B5EF4-FFF2-40B4-BE49-F238E27FC236}">
                    <a16:creationId xmlns:a16="http://schemas.microsoft.com/office/drawing/2014/main" id="{F8078E95-00B8-4C86-9C99-842C91F6FC15}"/>
                  </a:ext>
                </a:extLst>
              </p14:cNvPr>
              <p14:cNvContentPartPr/>
              <p14:nvPr/>
            </p14:nvContentPartPr>
            <p14:xfrm>
              <a:off x="3084669" y="4877545"/>
              <a:ext cx="205200" cy="19080"/>
            </p14:xfrm>
          </p:contentPart>
        </mc:Choice>
        <mc:Fallback xmlns="">
          <p:pic>
            <p:nvPicPr>
              <p:cNvPr id="12299" name="Cerneală 12298">
                <a:extLst>
                  <a:ext uri="{FF2B5EF4-FFF2-40B4-BE49-F238E27FC236}">
                    <a16:creationId xmlns:a16="http://schemas.microsoft.com/office/drawing/2014/main" id="{F8078E95-00B8-4C86-9C99-842C91F6FC1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066669" y="4859905"/>
                <a:ext cx="24084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2300" name="Cerneală 12299">
                <a:extLst>
                  <a:ext uri="{FF2B5EF4-FFF2-40B4-BE49-F238E27FC236}">
                    <a16:creationId xmlns:a16="http://schemas.microsoft.com/office/drawing/2014/main" id="{BF713B4B-4E72-4F82-8999-0FB07A60F245}"/>
                  </a:ext>
                </a:extLst>
              </p14:cNvPr>
              <p14:cNvContentPartPr/>
              <p14:nvPr/>
            </p14:nvContentPartPr>
            <p14:xfrm>
              <a:off x="3185829" y="4793305"/>
              <a:ext cx="235440" cy="237240"/>
            </p14:xfrm>
          </p:contentPart>
        </mc:Choice>
        <mc:Fallback xmlns="">
          <p:pic>
            <p:nvPicPr>
              <p:cNvPr id="12300" name="Cerneală 12299">
                <a:extLst>
                  <a:ext uri="{FF2B5EF4-FFF2-40B4-BE49-F238E27FC236}">
                    <a16:creationId xmlns:a16="http://schemas.microsoft.com/office/drawing/2014/main" id="{BF713B4B-4E72-4F82-8999-0FB07A60F245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167829" y="4775305"/>
                <a:ext cx="27108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2301" name="Cerneală 12300">
                <a:extLst>
                  <a:ext uri="{FF2B5EF4-FFF2-40B4-BE49-F238E27FC236}">
                    <a16:creationId xmlns:a16="http://schemas.microsoft.com/office/drawing/2014/main" id="{8E31A52F-87AF-4152-BE71-7658C44DE948}"/>
                  </a:ext>
                </a:extLst>
              </p14:cNvPr>
              <p14:cNvContentPartPr/>
              <p14:nvPr/>
            </p14:nvContentPartPr>
            <p14:xfrm>
              <a:off x="3291669" y="4773145"/>
              <a:ext cx="218160" cy="20520"/>
            </p14:xfrm>
          </p:contentPart>
        </mc:Choice>
        <mc:Fallback xmlns="">
          <p:pic>
            <p:nvPicPr>
              <p:cNvPr id="12301" name="Cerneală 12300">
                <a:extLst>
                  <a:ext uri="{FF2B5EF4-FFF2-40B4-BE49-F238E27FC236}">
                    <a16:creationId xmlns:a16="http://schemas.microsoft.com/office/drawing/2014/main" id="{8E31A52F-87AF-4152-BE71-7658C44DE94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273669" y="4755505"/>
                <a:ext cx="25380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2302" name="Cerneală 12301">
                <a:extLst>
                  <a:ext uri="{FF2B5EF4-FFF2-40B4-BE49-F238E27FC236}">
                    <a16:creationId xmlns:a16="http://schemas.microsoft.com/office/drawing/2014/main" id="{BAC32A57-E660-43C7-B024-29EFCCCB2430}"/>
                  </a:ext>
                </a:extLst>
              </p14:cNvPr>
              <p14:cNvContentPartPr/>
              <p14:nvPr/>
            </p14:nvContentPartPr>
            <p14:xfrm>
              <a:off x="2879829" y="4662985"/>
              <a:ext cx="633600" cy="29520"/>
            </p14:xfrm>
          </p:contentPart>
        </mc:Choice>
        <mc:Fallback xmlns="">
          <p:pic>
            <p:nvPicPr>
              <p:cNvPr id="12302" name="Cerneală 12301">
                <a:extLst>
                  <a:ext uri="{FF2B5EF4-FFF2-40B4-BE49-F238E27FC236}">
                    <a16:creationId xmlns:a16="http://schemas.microsoft.com/office/drawing/2014/main" id="{BAC32A57-E660-43C7-B024-29EFCCCB2430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861829" y="4644985"/>
                <a:ext cx="66924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2308" name="Cerneală 12307">
                <a:extLst>
                  <a:ext uri="{FF2B5EF4-FFF2-40B4-BE49-F238E27FC236}">
                    <a16:creationId xmlns:a16="http://schemas.microsoft.com/office/drawing/2014/main" id="{70916BFB-F98F-46A9-8371-7EC5D22FFD07}"/>
                  </a:ext>
                </a:extLst>
              </p14:cNvPr>
              <p14:cNvContentPartPr/>
              <p14:nvPr/>
            </p14:nvContentPartPr>
            <p14:xfrm>
              <a:off x="984789" y="5215585"/>
              <a:ext cx="214200" cy="25560"/>
            </p14:xfrm>
          </p:contentPart>
        </mc:Choice>
        <mc:Fallback xmlns="">
          <p:pic>
            <p:nvPicPr>
              <p:cNvPr id="12308" name="Cerneală 12307">
                <a:extLst>
                  <a:ext uri="{FF2B5EF4-FFF2-40B4-BE49-F238E27FC236}">
                    <a16:creationId xmlns:a16="http://schemas.microsoft.com/office/drawing/2014/main" id="{70916BFB-F98F-46A9-8371-7EC5D22FFD07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66789" y="5197945"/>
                <a:ext cx="24984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2312" name="Cerneală 12311">
                <a:extLst>
                  <a:ext uri="{FF2B5EF4-FFF2-40B4-BE49-F238E27FC236}">
                    <a16:creationId xmlns:a16="http://schemas.microsoft.com/office/drawing/2014/main" id="{56686E94-A7B6-44A5-9D2A-418850F97CDA}"/>
                  </a:ext>
                </a:extLst>
              </p14:cNvPr>
              <p14:cNvContentPartPr/>
              <p14:nvPr/>
            </p14:nvContentPartPr>
            <p14:xfrm>
              <a:off x="952749" y="5337625"/>
              <a:ext cx="727200" cy="206640"/>
            </p14:xfrm>
          </p:contentPart>
        </mc:Choice>
        <mc:Fallback xmlns="">
          <p:pic>
            <p:nvPicPr>
              <p:cNvPr id="12312" name="Cerneală 12311">
                <a:extLst>
                  <a:ext uri="{FF2B5EF4-FFF2-40B4-BE49-F238E27FC236}">
                    <a16:creationId xmlns:a16="http://schemas.microsoft.com/office/drawing/2014/main" id="{56686E94-A7B6-44A5-9D2A-418850F97CDA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34749" y="5319625"/>
                <a:ext cx="76284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2316" name="Cerneală 12315">
                <a:extLst>
                  <a:ext uri="{FF2B5EF4-FFF2-40B4-BE49-F238E27FC236}">
                    <a16:creationId xmlns:a16="http://schemas.microsoft.com/office/drawing/2014/main" id="{60165D2B-C44C-4ADC-A07B-512F747BE06C}"/>
                  </a:ext>
                </a:extLst>
              </p14:cNvPr>
              <p14:cNvContentPartPr/>
              <p14:nvPr/>
            </p14:nvContentPartPr>
            <p14:xfrm>
              <a:off x="2791269" y="5199025"/>
              <a:ext cx="240840" cy="352440"/>
            </p14:xfrm>
          </p:contentPart>
        </mc:Choice>
        <mc:Fallback xmlns="">
          <p:pic>
            <p:nvPicPr>
              <p:cNvPr id="12316" name="Cerneală 12315">
                <a:extLst>
                  <a:ext uri="{FF2B5EF4-FFF2-40B4-BE49-F238E27FC236}">
                    <a16:creationId xmlns:a16="http://schemas.microsoft.com/office/drawing/2014/main" id="{60165D2B-C44C-4ADC-A07B-512F747BE06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773269" y="5181385"/>
                <a:ext cx="27648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2317" name="Cerneală 12316">
                <a:extLst>
                  <a:ext uri="{FF2B5EF4-FFF2-40B4-BE49-F238E27FC236}">
                    <a16:creationId xmlns:a16="http://schemas.microsoft.com/office/drawing/2014/main" id="{1533E749-ED03-42FD-AF23-4EB29073FD85}"/>
                  </a:ext>
                </a:extLst>
              </p14:cNvPr>
              <p14:cNvContentPartPr/>
              <p14:nvPr/>
            </p14:nvContentPartPr>
            <p14:xfrm>
              <a:off x="2035629" y="5277145"/>
              <a:ext cx="554400" cy="251280"/>
            </p14:xfrm>
          </p:contentPart>
        </mc:Choice>
        <mc:Fallback xmlns="">
          <p:pic>
            <p:nvPicPr>
              <p:cNvPr id="12317" name="Cerneală 12316">
                <a:extLst>
                  <a:ext uri="{FF2B5EF4-FFF2-40B4-BE49-F238E27FC236}">
                    <a16:creationId xmlns:a16="http://schemas.microsoft.com/office/drawing/2014/main" id="{1533E749-ED03-42FD-AF23-4EB29073FD85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017629" y="5259505"/>
                <a:ext cx="59004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2318" name="Cerneală 12317">
                <a:extLst>
                  <a:ext uri="{FF2B5EF4-FFF2-40B4-BE49-F238E27FC236}">
                    <a16:creationId xmlns:a16="http://schemas.microsoft.com/office/drawing/2014/main" id="{D940261B-DB7F-43DB-8EA4-40A0791B1CD8}"/>
                  </a:ext>
                </a:extLst>
              </p14:cNvPr>
              <p14:cNvContentPartPr/>
              <p14:nvPr/>
            </p14:nvContentPartPr>
            <p14:xfrm>
              <a:off x="3209949" y="5327545"/>
              <a:ext cx="190080" cy="5040"/>
            </p14:xfrm>
          </p:contentPart>
        </mc:Choice>
        <mc:Fallback xmlns="">
          <p:pic>
            <p:nvPicPr>
              <p:cNvPr id="12318" name="Cerneală 12317">
                <a:extLst>
                  <a:ext uri="{FF2B5EF4-FFF2-40B4-BE49-F238E27FC236}">
                    <a16:creationId xmlns:a16="http://schemas.microsoft.com/office/drawing/2014/main" id="{D940261B-DB7F-43DB-8EA4-40A0791B1CD8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191949" y="5309545"/>
                <a:ext cx="2257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2319" name="Cerneală 12318">
                <a:extLst>
                  <a:ext uri="{FF2B5EF4-FFF2-40B4-BE49-F238E27FC236}">
                    <a16:creationId xmlns:a16="http://schemas.microsoft.com/office/drawing/2014/main" id="{5AC58CD8-A6B4-4789-AAF0-B93AE0426869}"/>
                  </a:ext>
                </a:extLst>
              </p14:cNvPr>
              <p14:cNvContentPartPr/>
              <p14:nvPr/>
            </p14:nvContentPartPr>
            <p14:xfrm>
              <a:off x="3248469" y="5381545"/>
              <a:ext cx="189720" cy="8640"/>
            </p14:xfrm>
          </p:contentPart>
        </mc:Choice>
        <mc:Fallback xmlns="">
          <p:pic>
            <p:nvPicPr>
              <p:cNvPr id="12319" name="Cerneală 12318">
                <a:extLst>
                  <a:ext uri="{FF2B5EF4-FFF2-40B4-BE49-F238E27FC236}">
                    <a16:creationId xmlns:a16="http://schemas.microsoft.com/office/drawing/2014/main" id="{5AC58CD8-A6B4-4789-AAF0-B93AE042686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230469" y="5363545"/>
                <a:ext cx="22536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2320" name="Cerneală 12319">
                <a:extLst>
                  <a:ext uri="{FF2B5EF4-FFF2-40B4-BE49-F238E27FC236}">
                    <a16:creationId xmlns:a16="http://schemas.microsoft.com/office/drawing/2014/main" id="{F577CECE-5198-4E0C-87BC-D672BDC4D750}"/>
                  </a:ext>
                </a:extLst>
              </p14:cNvPr>
              <p14:cNvContentPartPr/>
              <p14:nvPr/>
            </p14:nvContentPartPr>
            <p14:xfrm>
              <a:off x="3627189" y="5224945"/>
              <a:ext cx="202680" cy="232920"/>
            </p14:xfrm>
          </p:contentPart>
        </mc:Choice>
        <mc:Fallback xmlns="">
          <p:pic>
            <p:nvPicPr>
              <p:cNvPr id="12320" name="Cerneală 12319">
                <a:extLst>
                  <a:ext uri="{FF2B5EF4-FFF2-40B4-BE49-F238E27FC236}">
                    <a16:creationId xmlns:a16="http://schemas.microsoft.com/office/drawing/2014/main" id="{F577CECE-5198-4E0C-87BC-D672BDC4D750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609189" y="5206945"/>
                <a:ext cx="23832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2321" name="Cerneală 12320">
                <a:extLst>
                  <a:ext uri="{FF2B5EF4-FFF2-40B4-BE49-F238E27FC236}">
                    <a16:creationId xmlns:a16="http://schemas.microsoft.com/office/drawing/2014/main" id="{80327419-3DCF-4602-9533-347B6B4BF339}"/>
                  </a:ext>
                </a:extLst>
              </p14:cNvPr>
              <p14:cNvContentPartPr/>
              <p14:nvPr/>
            </p14:nvContentPartPr>
            <p14:xfrm>
              <a:off x="205749" y="5861785"/>
              <a:ext cx="159840" cy="182160"/>
            </p14:xfrm>
          </p:contentPart>
        </mc:Choice>
        <mc:Fallback xmlns="">
          <p:pic>
            <p:nvPicPr>
              <p:cNvPr id="12321" name="Cerneală 12320">
                <a:extLst>
                  <a:ext uri="{FF2B5EF4-FFF2-40B4-BE49-F238E27FC236}">
                    <a16:creationId xmlns:a16="http://schemas.microsoft.com/office/drawing/2014/main" id="{80327419-3DCF-4602-9533-347B6B4BF339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87749" y="5844145"/>
                <a:ext cx="19548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2322" name="Cerneală 12321">
                <a:extLst>
                  <a:ext uri="{FF2B5EF4-FFF2-40B4-BE49-F238E27FC236}">
                    <a16:creationId xmlns:a16="http://schemas.microsoft.com/office/drawing/2014/main" id="{A7D60031-4D0B-4BEC-9958-B0545FD6EEFC}"/>
                  </a:ext>
                </a:extLst>
              </p14:cNvPr>
              <p14:cNvContentPartPr/>
              <p14:nvPr/>
            </p14:nvContentPartPr>
            <p14:xfrm>
              <a:off x="187389" y="5754865"/>
              <a:ext cx="193320" cy="25560"/>
            </p14:xfrm>
          </p:contentPart>
        </mc:Choice>
        <mc:Fallback xmlns="">
          <p:pic>
            <p:nvPicPr>
              <p:cNvPr id="12322" name="Cerneală 12321">
                <a:extLst>
                  <a:ext uri="{FF2B5EF4-FFF2-40B4-BE49-F238E27FC236}">
                    <a16:creationId xmlns:a16="http://schemas.microsoft.com/office/drawing/2014/main" id="{A7D60031-4D0B-4BEC-9958-B0545FD6EEFC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69749" y="5736865"/>
                <a:ext cx="22896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2328" name="Cerneală 12327">
                <a:extLst>
                  <a:ext uri="{FF2B5EF4-FFF2-40B4-BE49-F238E27FC236}">
                    <a16:creationId xmlns:a16="http://schemas.microsoft.com/office/drawing/2014/main" id="{DC4B5064-DFB4-42EE-9292-DA24ACBA9096}"/>
                  </a:ext>
                </a:extLst>
              </p14:cNvPr>
              <p14:cNvContentPartPr/>
              <p14:nvPr/>
            </p14:nvContentPartPr>
            <p14:xfrm>
              <a:off x="2253789" y="5676385"/>
              <a:ext cx="309600" cy="243000"/>
            </p14:xfrm>
          </p:contentPart>
        </mc:Choice>
        <mc:Fallback xmlns="">
          <p:pic>
            <p:nvPicPr>
              <p:cNvPr id="12328" name="Cerneală 12327">
                <a:extLst>
                  <a:ext uri="{FF2B5EF4-FFF2-40B4-BE49-F238E27FC236}">
                    <a16:creationId xmlns:a16="http://schemas.microsoft.com/office/drawing/2014/main" id="{DC4B5064-DFB4-42EE-9292-DA24ACBA9096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236149" y="5658385"/>
                <a:ext cx="34524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2337" name="Cerneală 12336">
                <a:extLst>
                  <a:ext uri="{FF2B5EF4-FFF2-40B4-BE49-F238E27FC236}">
                    <a16:creationId xmlns:a16="http://schemas.microsoft.com/office/drawing/2014/main" id="{0A6E45DE-88BE-4E38-82AD-17FCD43102F3}"/>
                  </a:ext>
                </a:extLst>
              </p14:cNvPr>
              <p14:cNvContentPartPr/>
              <p14:nvPr/>
            </p14:nvContentPartPr>
            <p14:xfrm>
              <a:off x="2819709" y="5656585"/>
              <a:ext cx="1074240" cy="8280"/>
            </p14:xfrm>
          </p:contentPart>
        </mc:Choice>
        <mc:Fallback xmlns="">
          <p:pic>
            <p:nvPicPr>
              <p:cNvPr id="12337" name="Cerneală 12336">
                <a:extLst>
                  <a:ext uri="{FF2B5EF4-FFF2-40B4-BE49-F238E27FC236}">
                    <a16:creationId xmlns:a16="http://schemas.microsoft.com/office/drawing/2014/main" id="{0A6E45DE-88BE-4E38-82AD-17FCD43102F3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802069" y="5638585"/>
                <a:ext cx="110988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2338" name="Cerneală 12337">
                <a:extLst>
                  <a:ext uri="{FF2B5EF4-FFF2-40B4-BE49-F238E27FC236}">
                    <a16:creationId xmlns:a16="http://schemas.microsoft.com/office/drawing/2014/main" id="{0241492E-EFFE-409E-9537-B02530E78808}"/>
                  </a:ext>
                </a:extLst>
              </p14:cNvPr>
              <p14:cNvContentPartPr/>
              <p14:nvPr/>
            </p14:nvContentPartPr>
            <p14:xfrm>
              <a:off x="2818629" y="5720305"/>
              <a:ext cx="1064520" cy="234000"/>
            </p14:xfrm>
          </p:contentPart>
        </mc:Choice>
        <mc:Fallback xmlns="">
          <p:pic>
            <p:nvPicPr>
              <p:cNvPr id="12338" name="Cerneală 12337">
                <a:extLst>
                  <a:ext uri="{FF2B5EF4-FFF2-40B4-BE49-F238E27FC236}">
                    <a16:creationId xmlns:a16="http://schemas.microsoft.com/office/drawing/2014/main" id="{0241492E-EFFE-409E-9537-B02530E78808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800989" y="5702665"/>
                <a:ext cx="110016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2339" name="Cerneală 12338">
                <a:extLst>
                  <a:ext uri="{FF2B5EF4-FFF2-40B4-BE49-F238E27FC236}">
                    <a16:creationId xmlns:a16="http://schemas.microsoft.com/office/drawing/2014/main" id="{0DCF91D9-31F8-41AE-80FE-35B222C92F19}"/>
                  </a:ext>
                </a:extLst>
              </p14:cNvPr>
              <p14:cNvContentPartPr/>
              <p14:nvPr/>
            </p14:nvContentPartPr>
            <p14:xfrm>
              <a:off x="1188549" y="5676385"/>
              <a:ext cx="712440" cy="289080"/>
            </p14:xfrm>
          </p:contentPart>
        </mc:Choice>
        <mc:Fallback xmlns="">
          <p:pic>
            <p:nvPicPr>
              <p:cNvPr id="12339" name="Cerneală 12338">
                <a:extLst>
                  <a:ext uri="{FF2B5EF4-FFF2-40B4-BE49-F238E27FC236}">
                    <a16:creationId xmlns:a16="http://schemas.microsoft.com/office/drawing/2014/main" id="{0DCF91D9-31F8-41AE-80FE-35B222C92F19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170909" y="5658723"/>
                <a:ext cx="748080" cy="3247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2342" name="Cerneală 12341">
                <a:extLst>
                  <a:ext uri="{FF2B5EF4-FFF2-40B4-BE49-F238E27FC236}">
                    <a16:creationId xmlns:a16="http://schemas.microsoft.com/office/drawing/2014/main" id="{8C89D28B-894F-46E2-8C22-B66C17F99FFD}"/>
                  </a:ext>
                </a:extLst>
              </p14:cNvPr>
              <p14:cNvContentPartPr/>
              <p14:nvPr/>
            </p14:nvContentPartPr>
            <p14:xfrm>
              <a:off x="1246149" y="6140785"/>
              <a:ext cx="221400" cy="24480"/>
            </p14:xfrm>
          </p:contentPart>
        </mc:Choice>
        <mc:Fallback xmlns="">
          <p:pic>
            <p:nvPicPr>
              <p:cNvPr id="12342" name="Cerneală 12341">
                <a:extLst>
                  <a:ext uri="{FF2B5EF4-FFF2-40B4-BE49-F238E27FC236}">
                    <a16:creationId xmlns:a16="http://schemas.microsoft.com/office/drawing/2014/main" id="{8C89D28B-894F-46E2-8C22-B66C17F99FFD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228149" y="6122785"/>
                <a:ext cx="25704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2354" name="Cerneală 12353">
                <a:extLst>
                  <a:ext uri="{FF2B5EF4-FFF2-40B4-BE49-F238E27FC236}">
                    <a16:creationId xmlns:a16="http://schemas.microsoft.com/office/drawing/2014/main" id="{57732C1B-4FB3-4376-8FFA-D1DFA6045F69}"/>
                  </a:ext>
                </a:extLst>
              </p14:cNvPr>
              <p14:cNvContentPartPr/>
              <p14:nvPr/>
            </p14:nvContentPartPr>
            <p14:xfrm>
              <a:off x="3663189" y="6285145"/>
              <a:ext cx="131760" cy="148680"/>
            </p14:xfrm>
          </p:contentPart>
        </mc:Choice>
        <mc:Fallback xmlns="">
          <p:pic>
            <p:nvPicPr>
              <p:cNvPr id="12354" name="Cerneală 12353">
                <a:extLst>
                  <a:ext uri="{FF2B5EF4-FFF2-40B4-BE49-F238E27FC236}">
                    <a16:creationId xmlns:a16="http://schemas.microsoft.com/office/drawing/2014/main" id="{57732C1B-4FB3-4376-8FFA-D1DFA6045F69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3645549" y="6267505"/>
                <a:ext cx="16740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2355" name="Cerneală 12354">
                <a:extLst>
                  <a:ext uri="{FF2B5EF4-FFF2-40B4-BE49-F238E27FC236}">
                    <a16:creationId xmlns:a16="http://schemas.microsoft.com/office/drawing/2014/main" id="{8218E070-A5CE-4A9E-81A2-9EED9B28F133}"/>
                  </a:ext>
                </a:extLst>
              </p14:cNvPr>
              <p14:cNvContentPartPr/>
              <p14:nvPr/>
            </p14:nvContentPartPr>
            <p14:xfrm>
              <a:off x="3006909" y="6187585"/>
              <a:ext cx="511560" cy="284400"/>
            </p14:xfrm>
          </p:contentPart>
        </mc:Choice>
        <mc:Fallback xmlns="">
          <p:pic>
            <p:nvPicPr>
              <p:cNvPr id="12355" name="Cerneală 12354">
                <a:extLst>
                  <a:ext uri="{FF2B5EF4-FFF2-40B4-BE49-F238E27FC236}">
                    <a16:creationId xmlns:a16="http://schemas.microsoft.com/office/drawing/2014/main" id="{8218E070-A5CE-4A9E-81A2-9EED9B28F133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989257" y="6169585"/>
                <a:ext cx="547225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2356" name="Cerneală 12355">
                <a:extLst>
                  <a:ext uri="{FF2B5EF4-FFF2-40B4-BE49-F238E27FC236}">
                    <a16:creationId xmlns:a16="http://schemas.microsoft.com/office/drawing/2014/main" id="{64F16F4A-021F-42DF-A340-1EA63DBD55CA}"/>
                  </a:ext>
                </a:extLst>
              </p14:cNvPr>
              <p14:cNvContentPartPr/>
              <p14:nvPr/>
            </p14:nvContentPartPr>
            <p14:xfrm>
              <a:off x="2343429" y="6240145"/>
              <a:ext cx="422280" cy="212040"/>
            </p14:xfrm>
          </p:contentPart>
        </mc:Choice>
        <mc:Fallback xmlns="">
          <p:pic>
            <p:nvPicPr>
              <p:cNvPr id="12356" name="Cerneală 12355">
                <a:extLst>
                  <a:ext uri="{FF2B5EF4-FFF2-40B4-BE49-F238E27FC236}">
                    <a16:creationId xmlns:a16="http://schemas.microsoft.com/office/drawing/2014/main" id="{64F16F4A-021F-42DF-A340-1EA63DBD55CA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2325789" y="6222505"/>
                <a:ext cx="45792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2357" name="Cerneală 12356">
                <a:extLst>
                  <a:ext uri="{FF2B5EF4-FFF2-40B4-BE49-F238E27FC236}">
                    <a16:creationId xmlns:a16="http://schemas.microsoft.com/office/drawing/2014/main" id="{625614D2-CE7C-4372-A763-1B37DFE93343}"/>
                  </a:ext>
                </a:extLst>
              </p14:cNvPr>
              <p14:cNvContentPartPr/>
              <p14:nvPr/>
            </p14:nvContentPartPr>
            <p14:xfrm>
              <a:off x="1246149" y="6228625"/>
              <a:ext cx="685440" cy="199080"/>
            </p14:xfrm>
          </p:contentPart>
        </mc:Choice>
        <mc:Fallback xmlns="">
          <p:pic>
            <p:nvPicPr>
              <p:cNvPr id="12357" name="Cerneală 12356">
                <a:extLst>
                  <a:ext uri="{FF2B5EF4-FFF2-40B4-BE49-F238E27FC236}">
                    <a16:creationId xmlns:a16="http://schemas.microsoft.com/office/drawing/2014/main" id="{625614D2-CE7C-4372-A763-1B37DFE93343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228158" y="6210953"/>
                <a:ext cx="721061" cy="234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2360" name="Cerneală 12359">
                <a:extLst>
                  <a:ext uri="{FF2B5EF4-FFF2-40B4-BE49-F238E27FC236}">
                    <a16:creationId xmlns:a16="http://schemas.microsoft.com/office/drawing/2014/main" id="{0CD0D79C-5751-4392-A7E1-8802C9EEDF13}"/>
                  </a:ext>
                </a:extLst>
              </p14:cNvPr>
              <p14:cNvContentPartPr/>
              <p14:nvPr/>
            </p14:nvContentPartPr>
            <p14:xfrm>
              <a:off x="706149" y="5839105"/>
              <a:ext cx="207360" cy="217080"/>
            </p14:xfrm>
          </p:contentPart>
        </mc:Choice>
        <mc:Fallback xmlns="">
          <p:pic>
            <p:nvPicPr>
              <p:cNvPr id="12360" name="Cerneală 12359">
                <a:extLst>
                  <a:ext uri="{FF2B5EF4-FFF2-40B4-BE49-F238E27FC236}">
                    <a16:creationId xmlns:a16="http://schemas.microsoft.com/office/drawing/2014/main" id="{0CD0D79C-5751-4392-A7E1-8802C9EEDF13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88180" y="5821465"/>
                <a:ext cx="242938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2361" name="Cerneală 12360">
                <a:extLst>
                  <a:ext uri="{FF2B5EF4-FFF2-40B4-BE49-F238E27FC236}">
                    <a16:creationId xmlns:a16="http://schemas.microsoft.com/office/drawing/2014/main" id="{5CB66AC4-22F6-434D-8FEA-ABC4ABC9CE9D}"/>
                  </a:ext>
                </a:extLst>
              </p14:cNvPr>
              <p14:cNvContentPartPr/>
              <p14:nvPr/>
            </p14:nvContentPartPr>
            <p14:xfrm>
              <a:off x="610749" y="4778545"/>
              <a:ext cx="186120" cy="207720"/>
            </p14:xfrm>
          </p:contentPart>
        </mc:Choice>
        <mc:Fallback xmlns="">
          <p:pic>
            <p:nvPicPr>
              <p:cNvPr id="12361" name="Cerneală 12360">
                <a:extLst>
                  <a:ext uri="{FF2B5EF4-FFF2-40B4-BE49-F238E27FC236}">
                    <a16:creationId xmlns:a16="http://schemas.microsoft.com/office/drawing/2014/main" id="{5CB66AC4-22F6-434D-8FEA-ABC4ABC9CE9D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93109" y="4760905"/>
                <a:ext cx="221760" cy="24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1867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1">
            <a:extLst>
              <a:ext uri="{FF2B5EF4-FFF2-40B4-BE49-F238E27FC236}">
                <a16:creationId xmlns:a16="http://schemas.microsoft.com/office/drawing/2014/main" id="{6C5DC099-0DF8-4952-8D2F-3D901EFF1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3" y="777269"/>
            <a:ext cx="10222880" cy="219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370" name="Cerneală 12369">
                <a:extLst>
                  <a:ext uri="{FF2B5EF4-FFF2-40B4-BE49-F238E27FC236}">
                    <a16:creationId xmlns:a16="http://schemas.microsoft.com/office/drawing/2014/main" id="{8809839A-05D2-458D-AE88-42F1A9822806}"/>
                  </a:ext>
                </a:extLst>
              </p14:cNvPr>
              <p14:cNvContentPartPr/>
              <p14:nvPr/>
            </p14:nvContentPartPr>
            <p14:xfrm>
              <a:off x="9860949" y="4167625"/>
              <a:ext cx="360" cy="360"/>
            </p14:xfrm>
          </p:contentPart>
        </mc:Choice>
        <mc:Fallback xmlns="">
          <p:pic>
            <p:nvPicPr>
              <p:cNvPr id="12370" name="Cerneală 12369">
                <a:extLst>
                  <a:ext uri="{FF2B5EF4-FFF2-40B4-BE49-F238E27FC236}">
                    <a16:creationId xmlns:a16="http://schemas.microsoft.com/office/drawing/2014/main" id="{8809839A-05D2-458D-AE88-42F1A98228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43309" y="414962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377" name="Cerneală 12376">
                <a:extLst>
                  <a:ext uri="{FF2B5EF4-FFF2-40B4-BE49-F238E27FC236}">
                    <a16:creationId xmlns:a16="http://schemas.microsoft.com/office/drawing/2014/main" id="{5DA3413D-2127-4D9C-BD5C-0F90965198A4}"/>
                  </a:ext>
                </a:extLst>
              </p14:cNvPr>
              <p14:cNvContentPartPr/>
              <p14:nvPr/>
            </p14:nvContentPartPr>
            <p14:xfrm>
              <a:off x="122949" y="591745"/>
              <a:ext cx="5748840" cy="5985720"/>
            </p14:xfrm>
          </p:contentPart>
        </mc:Choice>
        <mc:Fallback xmlns="">
          <p:pic>
            <p:nvPicPr>
              <p:cNvPr id="12377" name="Cerneală 12376">
                <a:extLst>
                  <a:ext uri="{FF2B5EF4-FFF2-40B4-BE49-F238E27FC236}">
                    <a16:creationId xmlns:a16="http://schemas.microsoft.com/office/drawing/2014/main" id="{5DA3413D-2127-4D9C-BD5C-0F90965198A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4949" y="574105"/>
                <a:ext cx="5784480" cy="602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380" name="Cerneală 12379">
                <a:extLst>
                  <a:ext uri="{FF2B5EF4-FFF2-40B4-BE49-F238E27FC236}">
                    <a16:creationId xmlns:a16="http://schemas.microsoft.com/office/drawing/2014/main" id="{59BE29C5-571E-4B26-9910-93F7276E721A}"/>
                  </a:ext>
                </a:extLst>
              </p14:cNvPr>
              <p14:cNvContentPartPr/>
              <p14:nvPr/>
            </p14:nvContentPartPr>
            <p14:xfrm>
              <a:off x="6826149" y="2614945"/>
              <a:ext cx="554040" cy="801720"/>
            </p14:xfrm>
          </p:contentPart>
        </mc:Choice>
        <mc:Fallback xmlns="">
          <p:pic>
            <p:nvPicPr>
              <p:cNvPr id="12380" name="Cerneală 12379">
                <a:extLst>
                  <a:ext uri="{FF2B5EF4-FFF2-40B4-BE49-F238E27FC236}">
                    <a16:creationId xmlns:a16="http://schemas.microsoft.com/office/drawing/2014/main" id="{59BE29C5-571E-4B26-9910-93F7276E721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08149" y="2596945"/>
                <a:ext cx="589680" cy="83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386" name="Cerneală 12385">
                <a:extLst>
                  <a:ext uri="{FF2B5EF4-FFF2-40B4-BE49-F238E27FC236}">
                    <a16:creationId xmlns:a16="http://schemas.microsoft.com/office/drawing/2014/main" id="{3F9D5A92-2E64-41CD-8E69-1D0A70987657}"/>
                  </a:ext>
                </a:extLst>
              </p14:cNvPr>
              <p14:cNvContentPartPr/>
              <p14:nvPr/>
            </p14:nvContentPartPr>
            <p14:xfrm>
              <a:off x="9124029" y="3187345"/>
              <a:ext cx="55080" cy="229680"/>
            </p14:xfrm>
          </p:contentPart>
        </mc:Choice>
        <mc:Fallback xmlns="">
          <p:pic>
            <p:nvPicPr>
              <p:cNvPr id="12386" name="Cerneală 12385">
                <a:extLst>
                  <a:ext uri="{FF2B5EF4-FFF2-40B4-BE49-F238E27FC236}">
                    <a16:creationId xmlns:a16="http://schemas.microsoft.com/office/drawing/2014/main" id="{3F9D5A92-2E64-41CD-8E69-1D0A7098765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106029" y="3169345"/>
                <a:ext cx="9072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399" name="Cerneală 12398">
                <a:extLst>
                  <a:ext uri="{FF2B5EF4-FFF2-40B4-BE49-F238E27FC236}">
                    <a16:creationId xmlns:a16="http://schemas.microsoft.com/office/drawing/2014/main" id="{12743384-9A08-441B-8793-1E60F6951D69}"/>
                  </a:ext>
                </a:extLst>
              </p14:cNvPr>
              <p14:cNvContentPartPr/>
              <p14:nvPr/>
            </p14:nvContentPartPr>
            <p14:xfrm>
              <a:off x="10731789" y="3006265"/>
              <a:ext cx="1346760" cy="470520"/>
            </p14:xfrm>
          </p:contentPart>
        </mc:Choice>
        <mc:Fallback xmlns="">
          <p:pic>
            <p:nvPicPr>
              <p:cNvPr id="12399" name="Cerneală 12398">
                <a:extLst>
                  <a:ext uri="{FF2B5EF4-FFF2-40B4-BE49-F238E27FC236}">
                    <a16:creationId xmlns:a16="http://schemas.microsoft.com/office/drawing/2014/main" id="{12743384-9A08-441B-8793-1E60F6951D6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714144" y="2988625"/>
                <a:ext cx="1382410" cy="50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400" name="Cerneală 12399">
                <a:extLst>
                  <a:ext uri="{FF2B5EF4-FFF2-40B4-BE49-F238E27FC236}">
                    <a16:creationId xmlns:a16="http://schemas.microsoft.com/office/drawing/2014/main" id="{18B79803-0623-4B0C-A9E7-FFDB579AF2B4}"/>
                  </a:ext>
                </a:extLst>
              </p14:cNvPr>
              <p14:cNvContentPartPr/>
              <p14:nvPr/>
            </p14:nvContentPartPr>
            <p14:xfrm>
              <a:off x="9851229" y="3046225"/>
              <a:ext cx="593640" cy="334440"/>
            </p14:xfrm>
          </p:contentPart>
        </mc:Choice>
        <mc:Fallback xmlns="">
          <p:pic>
            <p:nvPicPr>
              <p:cNvPr id="12400" name="Cerneală 12399">
                <a:extLst>
                  <a:ext uri="{FF2B5EF4-FFF2-40B4-BE49-F238E27FC236}">
                    <a16:creationId xmlns:a16="http://schemas.microsoft.com/office/drawing/2014/main" id="{18B79803-0623-4B0C-A9E7-FFDB579AF2B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833229" y="3028225"/>
                <a:ext cx="62928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401" name="Cerneală 12400">
                <a:extLst>
                  <a:ext uri="{FF2B5EF4-FFF2-40B4-BE49-F238E27FC236}">
                    <a16:creationId xmlns:a16="http://schemas.microsoft.com/office/drawing/2014/main" id="{5E637CA8-C0FE-4013-996A-E845A6A9D33A}"/>
                  </a:ext>
                </a:extLst>
              </p14:cNvPr>
              <p14:cNvContentPartPr/>
              <p14:nvPr/>
            </p14:nvContentPartPr>
            <p14:xfrm>
              <a:off x="8043309" y="3200665"/>
              <a:ext cx="956520" cy="241200"/>
            </p14:xfrm>
          </p:contentPart>
        </mc:Choice>
        <mc:Fallback xmlns="">
          <p:pic>
            <p:nvPicPr>
              <p:cNvPr id="12401" name="Cerneală 12400">
                <a:extLst>
                  <a:ext uri="{FF2B5EF4-FFF2-40B4-BE49-F238E27FC236}">
                    <a16:creationId xmlns:a16="http://schemas.microsoft.com/office/drawing/2014/main" id="{5E637CA8-C0FE-4013-996A-E845A6A9D33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025309" y="3183025"/>
                <a:ext cx="992160" cy="27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8757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>
            <a:extLst>
              <a:ext uri="{FF2B5EF4-FFF2-40B4-BE49-F238E27FC236}">
                <a16:creationId xmlns:a16="http://schemas.microsoft.com/office/drawing/2014/main" id="{84FD5198-15BC-4CF5-AD70-77720103D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3" y="594391"/>
            <a:ext cx="10222880" cy="219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A242D80A-03F6-476E-B5C7-77E79586C5C0}"/>
                  </a:ext>
                </a:extLst>
              </p14:cNvPr>
              <p14:cNvContentPartPr/>
              <p14:nvPr/>
            </p14:nvContentPartPr>
            <p14:xfrm>
              <a:off x="422109" y="3238105"/>
              <a:ext cx="126360" cy="20520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A242D80A-03F6-476E-B5C7-77E79586C5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4109" y="3220105"/>
                <a:ext cx="16200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75AEA87A-1C66-4385-B798-92513B61494C}"/>
                  </a:ext>
                </a:extLst>
              </p14:cNvPr>
              <p14:cNvContentPartPr/>
              <p14:nvPr/>
            </p14:nvContentPartPr>
            <p14:xfrm>
              <a:off x="634509" y="3260425"/>
              <a:ext cx="226800" cy="18936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75AEA87A-1C66-4385-B798-92513B61494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6869" y="3242785"/>
                <a:ext cx="26244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69F73228-DE8C-484E-AE6F-370EB10378F4}"/>
                  </a:ext>
                </a:extLst>
              </p14:cNvPr>
              <p14:cNvContentPartPr/>
              <p14:nvPr/>
            </p14:nvContentPartPr>
            <p14:xfrm>
              <a:off x="943029" y="3276985"/>
              <a:ext cx="138600" cy="1620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69F73228-DE8C-484E-AE6F-370EB10378F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5029" y="3258985"/>
                <a:ext cx="1742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7876A0B6-7E13-4197-9762-BB4D3D56D19B}"/>
                  </a:ext>
                </a:extLst>
              </p14:cNvPr>
              <p14:cNvContentPartPr/>
              <p14:nvPr/>
            </p14:nvContentPartPr>
            <p14:xfrm>
              <a:off x="1000989" y="3363745"/>
              <a:ext cx="197640" cy="1620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7876A0B6-7E13-4197-9762-BB4D3D56D19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82989" y="3345745"/>
                <a:ext cx="23328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D14ADDDA-B896-498C-BB51-1A8C1700A127}"/>
                  </a:ext>
                </a:extLst>
              </p14:cNvPr>
              <p14:cNvContentPartPr/>
              <p14:nvPr/>
            </p14:nvContentPartPr>
            <p14:xfrm>
              <a:off x="1375749" y="3246745"/>
              <a:ext cx="25560" cy="21276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D14ADDDA-B896-498C-BB51-1A8C1700A12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58109" y="3229105"/>
                <a:ext cx="6120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52303F7B-FF40-40E0-B1F7-5853CE514B78}"/>
                  </a:ext>
                </a:extLst>
              </p14:cNvPr>
              <p14:cNvContentPartPr/>
              <p14:nvPr/>
            </p14:nvContentPartPr>
            <p14:xfrm>
              <a:off x="1491669" y="3250705"/>
              <a:ext cx="27000" cy="2185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52303F7B-FF40-40E0-B1F7-5853CE514B7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73669" y="3232705"/>
                <a:ext cx="6264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16DAF61D-A063-460D-95CC-1D6AAB9A9D9F}"/>
                  </a:ext>
                </a:extLst>
              </p14:cNvPr>
              <p14:cNvContentPartPr/>
              <p14:nvPr/>
            </p14:nvContentPartPr>
            <p14:xfrm>
              <a:off x="2088189" y="3229105"/>
              <a:ext cx="394560" cy="27252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16DAF61D-A063-460D-95CC-1D6AAB9A9D9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070549" y="3211105"/>
                <a:ext cx="43020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4A75CD99-F303-46D3-9E32-7AE296999749}"/>
                  </a:ext>
                </a:extLst>
              </p14:cNvPr>
              <p14:cNvContentPartPr/>
              <p14:nvPr/>
            </p14:nvContentPartPr>
            <p14:xfrm>
              <a:off x="2781189" y="3051625"/>
              <a:ext cx="2032560" cy="7578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4A75CD99-F303-46D3-9E32-7AE29699974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763549" y="3033985"/>
                <a:ext cx="2068200" cy="79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359" name="Cerneală 12358">
                <a:extLst>
                  <a:ext uri="{FF2B5EF4-FFF2-40B4-BE49-F238E27FC236}">
                    <a16:creationId xmlns:a16="http://schemas.microsoft.com/office/drawing/2014/main" id="{73B31DED-8A7E-4CF8-AA84-703D519CAEDF}"/>
                  </a:ext>
                </a:extLst>
              </p14:cNvPr>
              <p14:cNvContentPartPr/>
              <p14:nvPr/>
            </p14:nvContentPartPr>
            <p14:xfrm>
              <a:off x="11059389" y="4928665"/>
              <a:ext cx="2520" cy="19080"/>
            </p14:xfrm>
          </p:contentPart>
        </mc:Choice>
        <mc:Fallback xmlns="">
          <p:pic>
            <p:nvPicPr>
              <p:cNvPr id="12359" name="Cerneală 12358">
                <a:extLst>
                  <a:ext uri="{FF2B5EF4-FFF2-40B4-BE49-F238E27FC236}">
                    <a16:creationId xmlns:a16="http://schemas.microsoft.com/office/drawing/2014/main" id="{73B31DED-8A7E-4CF8-AA84-703D519CAED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041389" y="4910665"/>
                <a:ext cx="381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2360" name="Cerneală 12359">
                <a:extLst>
                  <a:ext uri="{FF2B5EF4-FFF2-40B4-BE49-F238E27FC236}">
                    <a16:creationId xmlns:a16="http://schemas.microsoft.com/office/drawing/2014/main" id="{D1DD1257-886D-4E00-9939-A27DEAA54D59}"/>
                  </a:ext>
                </a:extLst>
              </p14:cNvPr>
              <p14:cNvContentPartPr/>
              <p14:nvPr/>
            </p14:nvContentPartPr>
            <p14:xfrm>
              <a:off x="9345789" y="4581625"/>
              <a:ext cx="1517040" cy="589680"/>
            </p14:xfrm>
          </p:contentPart>
        </mc:Choice>
        <mc:Fallback xmlns="">
          <p:pic>
            <p:nvPicPr>
              <p:cNvPr id="12360" name="Cerneală 12359">
                <a:extLst>
                  <a:ext uri="{FF2B5EF4-FFF2-40B4-BE49-F238E27FC236}">
                    <a16:creationId xmlns:a16="http://schemas.microsoft.com/office/drawing/2014/main" id="{D1DD1257-886D-4E00-9939-A27DEAA54D5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328153" y="4563625"/>
                <a:ext cx="1552672" cy="62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2447" name="Cerneală 12446">
                <a:extLst>
                  <a:ext uri="{FF2B5EF4-FFF2-40B4-BE49-F238E27FC236}">
                    <a16:creationId xmlns:a16="http://schemas.microsoft.com/office/drawing/2014/main" id="{8B7CEF71-7189-457E-9D70-698B2EF7A0DA}"/>
                  </a:ext>
                </a:extLst>
              </p14:cNvPr>
              <p14:cNvContentPartPr/>
              <p14:nvPr/>
            </p14:nvContentPartPr>
            <p14:xfrm>
              <a:off x="639549" y="4351585"/>
              <a:ext cx="8080920" cy="2357280"/>
            </p14:xfrm>
          </p:contentPart>
        </mc:Choice>
        <mc:Fallback xmlns="">
          <p:pic>
            <p:nvPicPr>
              <p:cNvPr id="12447" name="Cerneală 12446">
                <a:extLst>
                  <a:ext uri="{FF2B5EF4-FFF2-40B4-BE49-F238E27FC236}">
                    <a16:creationId xmlns:a16="http://schemas.microsoft.com/office/drawing/2014/main" id="{8B7CEF71-7189-457E-9D70-698B2EF7A0D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21909" y="4333585"/>
                <a:ext cx="8116560" cy="239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5494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152465" y="137196"/>
            <a:ext cx="3824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err="1">
                <a:solidFill>
                  <a:srgbClr val="0000FF"/>
                </a:solidFill>
              </a:rPr>
              <a:t>Celule</a:t>
            </a:r>
            <a:r>
              <a:rPr lang="en-US" b="1" dirty="0">
                <a:solidFill>
                  <a:srgbClr val="0000FF"/>
                </a:solidFill>
              </a:rPr>
              <a:t> de </a:t>
            </a:r>
            <a:r>
              <a:rPr lang="en-US" b="1" dirty="0" err="1">
                <a:solidFill>
                  <a:srgbClr val="0000FF"/>
                </a:solidFill>
              </a:rPr>
              <a:t>memorie</a:t>
            </a:r>
            <a:r>
              <a:rPr lang="en-US" b="1" dirty="0">
                <a:solidFill>
                  <a:srgbClr val="0000FF"/>
                </a:solidFill>
              </a:rPr>
              <a:t> cu </a:t>
            </a:r>
            <a:r>
              <a:rPr lang="en-US" b="1" dirty="0" err="1">
                <a:solidFill>
                  <a:srgbClr val="0000FF"/>
                </a:solidFill>
              </a:rPr>
              <a:t>acces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prin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nivel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endParaRPr lang="ro-RO" b="1" dirty="0">
              <a:solidFill>
                <a:srgbClr val="0000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39AE6B-258C-4371-8744-4EE4AE06E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904" y="1143025"/>
            <a:ext cx="158729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12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</a:t>
            </a:r>
            <a:r>
              <a:rPr kumimoji="0" lang="ro-RO" altLang="ro-RO" sz="1200" b="1" i="1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Latch</a:t>
            </a:r>
            <a:r>
              <a:rPr kumimoji="0" lang="ro-RO" altLang="ro-RO" sz="12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RS sincron</a:t>
            </a:r>
            <a:endParaRPr kumimoji="0" lang="ro-RO" altLang="ro-RO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400" b="1" i="1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sym typeface="Symbol" panose="05050102010706020507" pitchFamily="18" charset="2"/>
            </a:endParaRP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73475E32-A76A-4B50-9017-12E37D476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21" y="1874537"/>
            <a:ext cx="11283148" cy="2560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9D4AD428-6AA1-4BED-9217-A334D2955361}"/>
                  </a:ext>
                </a:extLst>
              </p14:cNvPr>
              <p14:cNvContentPartPr/>
              <p14:nvPr/>
            </p14:nvContentPartPr>
            <p14:xfrm>
              <a:off x="7281189" y="499225"/>
              <a:ext cx="2058840" cy="39168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9D4AD428-6AA1-4BED-9217-A334D29553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63546" y="481585"/>
                <a:ext cx="2094486" cy="42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40EDD8C6-B4CD-4E80-B528-576FBDBF8292}"/>
                  </a:ext>
                </a:extLst>
              </p14:cNvPr>
              <p14:cNvContentPartPr/>
              <p14:nvPr/>
            </p14:nvContentPartPr>
            <p14:xfrm>
              <a:off x="518229" y="772465"/>
              <a:ext cx="1863360" cy="50292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40EDD8C6-B4CD-4E80-B528-576FBDBF829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0229" y="754825"/>
                <a:ext cx="1899000" cy="53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BBFB2B7D-04BF-4D97-9233-38E13FAFDF4E}"/>
                  </a:ext>
                </a:extLst>
              </p14:cNvPr>
              <p14:cNvContentPartPr/>
              <p14:nvPr/>
            </p14:nvContentPartPr>
            <p14:xfrm>
              <a:off x="7223589" y="6607705"/>
              <a:ext cx="360" cy="3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BBFB2B7D-04BF-4D97-9233-38E13FAFDF4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05589" y="65897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D4599A2A-AB2F-46AD-84D0-ACBCB6D1DDD1}"/>
                  </a:ext>
                </a:extLst>
              </p14:cNvPr>
              <p14:cNvContentPartPr/>
              <p14:nvPr/>
            </p14:nvContentPartPr>
            <p14:xfrm>
              <a:off x="7231149" y="1164505"/>
              <a:ext cx="322200" cy="23796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D4599A2A-AB2F-46AD-84D0-ACBCB6D1DDD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13149" y="1146505"/>
                <a:ext cx="35784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9841ED95-081E-4C79-82AA-1138C24E4339}"/>
                  </a:ext>
                </a:extLst>
              </p14:cNvPr>
              <p14:cNvContentPartPr/>
              <p14:nvPr/>
            </p14:nvContentPartPr>
            <p14:xfrm>
              <a:off x="7971309" y="1043905"/>
              <a:ext cx="1053360" cy="4928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9841ED95-081E-4C79-82AA-1138C24E433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53315" y="1026265"/>
                <a:ext cx="1088988" cy="52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1B9CFBD0-A94C-43FB-8DB2-1EB260AC6834}"/>
                  </a:ext>
                </a:extLst>
              </p14:cNvPr>
              <p14:cNvContentPartPr/>
              <p14:nvPr/>
            </p14:nvContentPartPr>
            <p14:xfrm>
              <a:off x="2603349" y="564745"/>
              <a:ext cx="4272480" cy="100836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1B9CFBD0-A94C-43FB-8DB2-1EB260AC683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585708" y="546745"/>
                <a:ext cx="4308123" cy="10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A266E950-49FF-4560-93E1-DD430DA1162F}"/>
                  </a:ext>
                </a:extLst>
              </p14:cNvPr>
              <p14:cNvContentPartPr/>
              <p14:nvPr/>
            </p14:nvContentPartPr>
            <p14:xfrm>
              <a:off x="1924749" y="2194105"/>
              <a:ext cx="1271160" cy="24512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A266E950-49FF-4560-93E1-DD430DA1162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907109" y="2176105"/>
                <a:ext cx="1306800" cy="248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2E1A951F-830D-4E92-B61A-3C02CE37237B}"/>
                  </a:ext>
                </a:extLst>
              </p14:cNvPr>
              <p14:cNvContentPartPr/>
              <p14:nvPr/>
            </p14:nvContentPartPr>
            <p14:xfrm>
              <a:off x="563229" y="4971145"/>
              <a:ext cx="198720" cy="22104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2E1A951F-830D-4E92-B61A-3C02CE37237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45589" y="4953505"/>
                <a:ext cx="23436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FA9B3130-F5B3-446D-80DE-51C6BDFCD83F}"/>
                  </a:ext>
                </a:extLst>
              </p14:cNvPr>
              <p14:cNvContentPartPr/>
              <p14:nvPr/>
            </p14:nvContentPartPr>
            <p14:xfrm>
              <a:off x="972189" y="4941265"/>
              <a:ext cx="243000" cy="25416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FA9B3130-F5B3-446D-80DE-51C6BDFCD83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54189" y="4923265"/>
                <a:ext cx="27864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0486" name="Cerneală 20485">
                <a:extLst>
                  <a:ext uri="{FF2B5EF4-FFF2-40B4-BE49-F238E27FC236}">
                    <a16:creationId xmlns:a16="http://schemas.microsoft.com/office/drawing/2014/main" id="{CE67F1C1-A982-4025-84FB-6B0DBE7A5C00}"/>
                  </a:ext>
                </a:extLst>
              </p14:cNvPr>
              <p14:cNvContentPartPr/>
              <p14:nvPr/>
            </p14:nvContentPartPr>
            <p14:xfrm>
              <a:off x="4822029" y="4696825"/>
              <a:ext cx="789120" cy="487440"/>
            </p14:xfrm>
          </p:contentPart>
        </mc:Choice>
        <mc:Fallback xmlns="">
          <p:pic>
            <p:nvPicPr>
              <p:cNvPr id="20486" name="Cerneală 20485">
                <a:extLst>
                  <a:ext uri="{FF2B5EF4-FFF2-40B4-BE49-F238E27FC236}">
                    <a16:creationId xmlns:a16="http://schemas.microsoft.com/office/drawing/2014/main" id="{CE67F1C1-A982-4025-84FB-6B0DBE7A5C0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804389" y="4679185"/>
                <a:ext cx="824760" cy="52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487" name="Cerneală 20486">
                <a:extLst>
                  <a:ext uri="{FF2B5EF4-FFF2-40B4-BE49-F238E27FC236}">
                    <a16:creationId xmlns:a16="http://schemas.microsoft.com/office/drawing/2014/main" id="{2B39B007-B501-44B2-A7B2-EDE80409BCE7}"/>
                  </a:ext>
                </a:extLst>
              </p14:cNvPr>
              <p14:cNvContentPartPr/>
              <p14:nvPr/>
            </p14:nvContentPartPr>
            <p14:xfrm>
              <a:off x="3103749" y="4831465"/>
              <a:ext cx="1232640" cy="475560"/>
            </p14:xfrm>
          </p:contentPart>
        </mc:Choice>
        <mc:Fallback xmlns="">
          <p:pic>
            <p:nvPicPr>
              <p:cNvPr id="20487" name="Cerneală 20486">
                <a:extLst>
                  <a:ext uri="{FF2B5EF4-FFF2-40B4-BE49-F238E27FC236}">
                    <a16:creationId xmlns:a16="http://schemas.microsoft.com/office/drawing/2014/main" id="{2B39B007-B501-44B2-A7B2-EDE80409BCE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085749" y="4813825"/>
                <a:ext cx="1268280" cy="51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488" name="Cerneală 20487">
                <a:extLst>
                  <a:ext uri="{FF2B5EF4-FFF2-40B4-BE49-F238E27FC236}">
                    <a16:creationId xmlns:a16="http://schemas.microsoft.com/office/drawing/2014/main" id="{C90DAEE3-119B-4D5A-BFE2-CD9D9BE6CF71}"/>
                  </a:ext>
                </a:extLst>
              </p14:cNvPr>
              <p14:cNvContentPartPr/>
              <p14:nvPr/>
            </p14:nvContentPartPr>
            <p14:xfrm>
              <a:off x="1486989" y="4786465"/>
              <a:ext cx="1328400" cy="374040"/>
            </p14:xfrm>
          </p:contentPart>
        </mc:Choice>
        <mc:Fallback xmlns="">
          <p:pic>
            <p:nvPicPr>
              <p:cNvPr id="20488" name="Cerneală 20487">
                <a:extLst>
                  <a:ext uri="{FF2B5EF4-FFF2-40B4-BE49-F238E27FC236}">
                    <a16:creationId xmlns:a16="http://schemas.microsoft.com/office/drawing/2014/main" id="{C90DAEE3-119B-4D5A-BFE2-CD9D9BE6CF7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468989" y="4768465"/>
                <a:ext cx="136404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0494" name="Cerneală 20493">
                <a:extLst>
                  <a:ext uri="{FF2B5EF4-FFF2-40B4-BE49-F238E27FC236}">
                    <a16:creationId xmlns:a16="http://schemas.microsoft.com/office/drawing/2014/main" id="{4C1A0202-EBE8-4B95-9948-9DA3C5F70A88}"/>
                  </a:ext>
                </a:extLst>
              </p14:cNvPr>
              <p14:cNvContentPartPr/>
              <p14:nvPr/>
            </p14:nvContentPartPr>
            <p14:xfrm>
              <a:off x="7276149" y="4692505"/>
              <a:ext cx="237240" cy="275400"/>
            </p14:xfrm>
          </p:contentPart>
        </mc:Choice>
        <mc:Fallback xmlns="">
          <p:pic>
            <p:nvPicPr>
              <p:cNvPr id="20494" name="Cerneală 20493">
                <a:extLst>
                  <a:ext uri="{FF2B5EF4-FFF2-40B4-BE49-F238E27FC236}">
                    <a16:creationId xmlns:a16="http://schemas.microsoft.com/office/drawing/2014/main" id="{4C1A0202-EBE8-4B95-9948-9DA3C5F70A8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258509" y="4674865"/>
                <a:ext cx="27288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0495" name="Cerneală 20494">
                <a:extLst>
                  <a:ext uri="{FF2B5EF4-FFF2-40B4-BE49-F238E27FC236}">
                    <a16:creationId xmlns:a16="http://schemas.microsoft.com/office/drawing/2014/main" id="{F3CEC32E-2544-4E1E-B668-69EC68703F9A}"/>
                  </a:ext>
                </a:extLst>
              </p14:cNvPr>
              <p14:cNvContentPartPr/>
              <p14:nvPr/>
            </p14:nvContentPartPr>
            <p14:xfrm>
              <a:off x="7410429" y="5101825"/>
              <a:ext cx="121320" cy="82440"/>
            </p14:xfrm>
          </p:contentPart>
        </mc:Choice>
        <mc:Fallback xmlns="">
          <p:pic>
            <p:nvPicPr>
              <p:cNvPr id="20495" name="Cerneală 20494">
                <a:extLst>
                  <a:ext uri="{FF2B5EF4-FFF2-40B4-BE49-F238E27FC236}">
                    <a16:creationId xmlns:a16="http://schemas.microsoft.com/office/drawing/2014/main" id="{F3CEC32E-2544-4E1E-B668-69EC68703F9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392789" y="5084185"/>
                <a:ext cx="15696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0496" name="Cerneală 20495">
                <a:extLst>
                  <a:ext uri="{FF2B5EF4-FFF2-40B4-BE49-F238E27FC236}">
                    <a16:creationId xmlns:a16="http://schemas.microsoft.com/office/drawing/2014/main" id="{66127352-DDB5-4B15-8D58-8CB67DEE4840}"/>
                  </a:ext>
                </a:extLst>
              </p14:cNvPr>
              <p14:cNvContentPartPr/>
              <p14:nvPr/>
            </p14:nvContentPartPr>
            <p14:xfrm>
              <a:off x="7672509" y="4542745"/>
              <a:ext cx="220320" cy="673200"/>
            </p14:xfrm>
          </p:contentPart>
        </mc:Choice>
        <mc:Fallback xmlns="">
          <p:pic>
            <p:nvPicPr>
              <p:cNvPr id="20496" name="Cerneală 20495">
                <a:extLst>
                  <a:ext uri="{FF2B5EF4-FFF2-40B4-BE49-F238E27FC236}">
                    <a16:creationId xmlns:a16="http://schemas.microsoft.com/office/drawing/2014/main" id="{66127352-DDB5-4B15-8D58-8CB67DEE484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654869" y="4524745"/>
                <a:ext cx="255960" cy="70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0497" name="Cerneală 20496">
                <a:extLst>
                  <a:ext uri="{FF2B5EF4-FFF2-40B4-BE49-F238E27FC236}">
                    <a16:creationId xmlns:a16="http://schemas.microsoft.com/office/drawing/2014/main" id="{5A4759D9-D16C-47A5-BCE6-CCFA3766347C}"/>
                  </a:ext>
                </a:extLst>
              </p14:cNvPr>
              <p14:cNvContentPartPr/>
              <p14:nvPr/>
            </p14:nvContentPartPr>
            <p14:xfrm>
              <a:off x="5928309" y="4793305"/>
              <a:ext cx="1153440" cy="312480"/>
            </p14:xfrm>
          </p:contentPart>
        </mc:Choice>
        <mc:Fallback xmlns="">
          <p:pic>
            <p:nvPicPr>
              <p:cNvPr id="20497" name="Cerneală 20496">
                <a:extLst>
                  <a:ext uri="{FF2B5EF4-FFF2-40B4-BE49-F238E27FC236}">
                    <a16:creationId xmlns:a16="http://schemas.microsoft.com/office/drawing/2014/main" id="{5A4759D9-D16C-47A5-BCE6-CCFA3766347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910309" y="4775305"/>
                <a:ext cx="118908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0515" name="Cerneală 20514">
                <a:extLst>
                  <a:ext uri="{FF2B5EF4-FFF2-40B4-BE49-F238E27FC236}">
                    <a16:creationId xmlns:a16="http://schemas.microsoft.com/office/drawing/2014/main" id="{9C9FC7FF-1ED2-4EA8-80CF-2C35FF1D41A8}"/>
                  </a:ext>
                </a:extLst>
              </p14:cNvPr>
              <p14:cNvContentPartPr/>
              <p14:nvPr/>
            </p14:nvContentPartPr>
            <p14:xfrm>
              <a:off x="4982589" y="5394505"/>
              <a:ext cx="147600" cy="441000"/>
            </p14:xfrm>
          </p:contentPart>
        </mc:Choice>
        <mc:Fallback xmlns="">
          <p:pic>
            <p:nvPicPr>
              <p:cNvPr id="20515" name="Cerneală 20514">
                <a:extLst>
                  <a:ext uri="{FF2B5EF4-FFF2-40B4-BE49-F238E27FC236}">
                    <a16:creationId xmlns:a16="http://schemas.microsoft.com/office/drawing/2014/main" id="{9C9FC7FF-1ED2-4EA8-80CF-2C35FF1D41A8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964589" y="5376865"/>
                <a:ext cx="183240" cy="47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0522" name="Cerneală 20521">
                <a:extLst>
                  <a:ext uri="{FF2B5EF4-FFF2-40B4-BE49-F238E27FC236}">
                    <a16:creationId xmlns:a16="http://schemas.microsoft.com/office/drawing/2014/main" id="{9B176064-255D-424A-9CF7-DCB07C5B51F6}"/>
                  </a:ext>
                </a:extLst>
              </p14:cNvPr>
              <p14:cNvContentPartPr/>
              <p14:nvPr/>
            </p14:nvContentPartPr>
            <p14:xfrm>
              <a:off x="6107229" y="5529505"/>
              <a:ext cx="177480" cy="276840"/>
            </p14:xfrm>
          </p:contentPart>
        </mc:Choice>
        <mc:Fallback xmlns="">
          <p:pic>
            <p:nvPicPr>
              <p:cNvPr id="20522" name="Cerneală 20521">
                <a:extLst>
                  <a:ext uri="{FF2B5EF4-FFF2-40B4-BE49-F238E27FC236}">
                    <a16:creationId xmlns:a16="http://schemas.microsoft.com/office/drawing/2014/main" id="{9B176064-255D-424A-9CF7-DCB07C5B51F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089229" y="5511865"/>
                <a:ext cx="21312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0523" name="Cerneală 20522">
                <a:extLst>
                  <a:ext uri="{FF2B5EF4-FFF2-40B4-BE49-F238E27FC236}">
                    <a16:creationId xmlns:a16="http://schemas.microsoft.com/office/drawing/2014/main" id="{911AA8F4-913D-4949-A71B-717F35F80C70}"/>
                  </a:ext>
                </a:extLst>
              </p14:cNvPr>
              <p14:cNvContentPartPr/>
              <p14:nvPr/>
            </p14:nvContentPartPr>
            <p14:xfrm>
              <a:off x="5271669" y="5320345"/>
              <a:ext cx="713520" cy="489960"/>
            </p14:xfrm>
          </p:contentPart>
        </mc:Choice>
        <mc:Fallback xmlns="">
          <p:pic>
            <p:nvPicPr>
              <p:cNvPr id="20523" name="Cerneală 20522">
                <a:extLst>
                  <a:ext uri="{FF2B5EF4-FFF2-40B4-BE49-F238E27FC236}">
                    <a16:creationId xmlns:a16="http://schemas.microsoft.com/office/drawing/2014/main" id="{911AA8F4-913D-4949-A71B-717F35F80C70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254029" y="5302705"/>
                <a:ext cx="749160" cy="52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0524" name="Cerneală 20523">
                <a:extLst>
                  <a:ext uri="{FF2B5EF4-FFF2-40B4-BE49-F238E27FC236}">
                    <a16:creationId xmlns:a16="http://schemas.microsoft.com/office/drawing/2014/main" id="{990BD333-1325-40BC-90CE-5F52D02C0AFF}"/>
                  </a:ext>
                </a:extLst>
              </p14:cNvPr>
              <p14:cNvContentPartPr/>
              <p14:nvPr/>
            </p14:nvContentPartPr>
            <p14:xfrm>
              <a:off x="3305349" y="5388025"/>
              <a:ext cx="1351800" cy="407160"/>
            </p14:xfrm>
          </p:contentPart>
        </mc:Choice>
        <mc:Fallback xmlns="">
          <p:pic>
            <p:nvPicPr>
              <p:cNvPr id="20524" name="Cerneală 20523">
                <a:extLst>
                  <a:ext uri="{FF2B5EF4-FFF2-40B4-BE49-F238E27FC236}">
                    <a16:creationId xmlns:a16="http://schemas.microsoft.com/office/drawing/2014/main" id="{990BD333-1325-40BC-90CE-5F52D02C0AFF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287354" y="5370025"/>
                <a:ext cx="1387431" cy="4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0525" name="Cerneală 20524">
                <a:extLst>
                  <a:ext uri="{FF2B5EF4-FFF2-40B4-BE49-F238E27FC236}">
                    <a16:creationId xmlns:a16="http://schemas.microsoft.com/office/drawing/2014/main" id="{EF3FF689-535E-4FB8-82B8-05414C7202E4}"/>
                  </a:ext>
                </a:extLst>
              </p14:cNvPr>
              <p14:cNvContentPartPr/>
              <p14:nvPr/>
            </p14:nvContentPartPr>
            <p14:xfrm>
              <a:off x="2083509" y="5410345"/>
              <a:ext cx="840960" cy="387720"/>
            </p14:xfrm>
          </p:contentPart>
        </mc:Choice>
        <mc:Fallback xmlns="">
          <p:pic>
            <p:nvPicPr>
              <p:cNvPr id="20525" name="Cerneală 20524">
                <a:extLst>
                  <a:ext uri="{FF2B5EF4-FFF2-40B4-BE49-F238E27FC236}">
                    <a16:creationId xmlns:a16="http://schemas.microsoft.com/office/drawing/2014/main" id="{EF3FF689-535E-4FB8-82B8-05414C7202E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065509" y="5392721"/>
                <a:ext cx="876600" cy="4233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0526" name="Cerneală 20525">
                <a:extLst>
                  <a:ext uri="{FF2B5EF4-FFF2-40B4-BE49-F238E27FC236}">
                    <a16:creationId xmlns:a16="http://schemas.microsoft.com/office/drawing/2014/main" id="{B975FC2D-3F77-408C-A72C-035DD903B90A}"/>
                  </a:ext>
                </a:extLst>
              </p14:cNvPr>
              <p14:cNvContentPartPr/>
              <p14:nvPr/>
            </p14:nvContentPartPr>
            <p14:xfrm>
              <a:off x="1506069" y="5577745"/>
              <a:ext cx="331560" cy="215640"/>
            </p14:xfrm>
          </p:contentPart>
        </mc:Choice>
        <mc:Fallback xmlns="">
          <p:pic>
            <p:nvPicPr>
              <p:cNvPr id="20526" name="Cerneală 20525">
                <a:extLst>
                  <a:ext uri="{FF2B5EF4-FFF2-40B4-BE49-F238E27FC236}">
                    <a16:creationId xmlns:a16="http://schemas.microsoft.com/office/drawing/2014/main" id="{B975FC2D-3F77-408C-A72C-035DD903B90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488410" y="5559745"/>
                <a:ext cx="367239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0527" name="Cerneală 20526">
                <a:extLst>
                  <a:ext uri="{FF2B5EF4-FFF2-40B4-BE49-F238E27FC236}">
                    <a16:creationId xmlns:a16="http://schemas.microsoft.com/office/drawing/2014/main" id="{1F958B19-E48D-4FC4-81F4-311F15A5FC08}"/>
                  </a:ext>
                </a:extLst>
              </p14:cNvPr>
              <p14:cNvContentPartPr/>
              <p14:nvPr/>
            </p14:nvContentPartPr>
            <p14:xfrm>
              <a:off x="626949" y="5490985"/>
              <a:ext cx="644040" cy="261720"/>
            </p14:xfrm>
          </p:contentPart>
        </mc:Choice>
        <mc:Fallback xmlns="">
          <p:pic>
            <p:nvPicPr>
              <p:cNvPr id="20527" name="Cerneală 20526">
                <a:extLst>
                  <a:ext uri="{FF2B5EF4-FFF2-40B4-BE49-F238E27FC236}">
                    <a16:creationId xmlns:a16="http://schemas.microsoft.com/office/drawing/2014/main" id="{1F958B19-E48D-4FC4-81F4-311F15A5FC0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08949" y="5473345"/>
                <a:ext cx="67968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0531" name="Cerneală 20530">
                <a:extLst>
                  <a:ext uri="{FF2B5EF4-FFF2-40B4-BE49-F238E27FC236}">
                    <a16:creationId xmlns:a16="http://schemas.microsoft.com/office/drawing/2014/main" id="{76B66B26-5265-444C-9FE1-8A58F3F51069}"/>
                  </a:ext>
                </a:extLst>
              </p14:cNvPr>
              <p14:cNvContentPartPr/>
              <p14:nvPr/>
            </p14:nvContentPartPr>
            <p14:xfrm>
              <a:off x="7727949" y="5517625"/>
              <a:ext cx="210960" cy="215280"/>
            </p14:xfrm>
          </p:contentPart>
        </mc:Choice>
        <mc:Fallback xmlns="">
          <p:pic>
            <p:nvPicPr>
              <p:cNvPr id="20531" name="Cerneală 20530">
                <a:extLst>
                  <a:ext uri="{FF2B5EF4-FFF2-40B4-BE49-F238E27FC236}">
                    <a16:creationId xmlns:a16="http://schemas.microsoft.com/office/drawing/2014/main" id="{76B66B26-5265-444C-9FE1-8A58F3F51069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709949" y="5499625"/>
                <a:ext cx="24660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0532" name="Cerneală 20531">
                <a:extLst>
                  <a:ext uri="{FF2B5EF4-FFF2-40B4-BE49-F238E27FC236}">
                    <a16:creationId xmlns:a16="http://schemas.microsoft.com/office/drawing/2014/main" id="{4FA6961C-4B51-4C3C-B62A-E16C24F9D632}"/>
                  </a:ext>
                </a:extLst>
              </p14:cNvPr>
              <p14:cNvContentPartPr/>
              <p14:nvPr/>
            </p14:nvContentPartPr>
            <p14:xfrm>
              <a:off x="8198469" y="5383705"/>
              <a:ext cx="141480" cy="250920"/>
            </p14:xfrm>
          </p:contentPart>
        </mc:Choice>
        <mc:Fallback xmlns="">
          <p:pic>
            <p:nvPicPr>
              <p:cNvPr id="20532" name="Cerneală 20531">
                <a:extLst>
                  <a:ext uri="{FF2B5EF4-FFF2-40B4-BE49-F238E27FC236}">
                    <a16:creationId xmlns:a16="http://schemas.microsoft.com/office/drawing/2014/main" id="{4FA6961C-4B51-4C3C-B62A-E16C24F9D632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180829" y="5365705"/>
                <a:ext cx="17712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0533" name="Cerneală 20532">
                <a:extLst>
                  <a:ext uri="{FF2B5EF4-FFF2-40B4-BE49-F238E27FC236}">
                    <a16:creationId xmlns:a16="http://schemas.microsoft.com/office/drawing/2014/main" id="{0F61E724-989B-4446-9AC0-61D3C89913A8}"/>
                  </a:ext>
                </a:extLst>
              </p14:cNvPr>
              <p14:cNvContentPartPr/>
              <p14:nvPr/>
            </p14:nvContentPartPr>
            <p14:xfrm>
              <a:off x="8270469" y="5818225"/>
              <a:ext cx="36000" cy="96480"/>
            </p14:xfrm>
          </p:contentPart>
        </mc:Choice>
        <mc:Fallback xmlns="">
          <p:pic>
            <p:nvPicPr>
              <p:cNvPr id="20533" name="Cerneală 20532">
                <a:extLst>
                  <a:ext uri="{FF2B5EF4-FFF2-40B4-BE49-F238E27FC236}">
                    <a16:creationId xmlns:a16="http://schemas.microsoft.com/office/drawing/2014/main" id="{0F61E724-989B-4446-9AC0-61D3C89913A8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252829" y="5800225"/>
                <a:ext cx="7164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0534" name="Cerneală 20533">
                <a:extLst>
                  <a:ext uri="{FF2B5EF4-FFF2-40B4-BE49-F238E27FC236}">
                    <a16:creationId xmlns:a16="http://schemas.microsoft.com/office/drawing/2014/main" id="{9AEAE16D-B77F-437A-B52D-7C4253E26A1C}"/>
                  </a:ext>
                </a:extLst>
              </p14:cNvPr>
              <p14:cNvContentPartPr/>
              <p14:nvPr/>
            </p14:nvContentPartPr>
            <p14:xfrm>
              <a:off x="8516709" y="5236105"/>
              <a:ext cx="137160" cy="594720"/>
            </p14:xfrm>
          </p:contentPart>
        </mc:Choice>
        <mc:Fallback xmlns="">
          <p:pic>
            <p:nvPicPr>
              <p:cNvPr id="20534" name="Cerneală 20533">
                <a:extLst>
                  <a:ext uri="{FF2B5EF4-FFF2-40B4-BE49-F238E27FC236}">
                    <a16:creationId xmlns:a16="http://schemas.microsoft.com/office/drawing/2014/main" id="{9AEAE16D-B77F-437A-B52D-7C4253E26A1C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498709" y="5218105"/>
                <a:ext cx="172800" cy="63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0535" name="Cerneală 20534">
                <a:extLst>
                  <a:ext uri="{FF2B5EF4-FFF2-40B4-BE49-F238E27FC236}">
                    <a16:creationId xmlns:a16="http://schemas.microsoft.com/office/drawing/2014/main" id="{04AF98A5-F7E7-42CA-A420-6E1FDC45F05D}"/>
                  </a:ext>
                </a:extLst>
              </p14:cNvPr>
              <p14:cNvContentPartPr/>
              <p14:nvPr/>
            </p14:nvContentPartPr>
            <p14:xfrm>
              <a:off x="8891829" y="5829025"/>
              <a:ext cx="11880" cy="13680"/>
            </p14:xfrm>
          </p:contentPart>
        </mc:Choice>
        <mc:Fallback xmlns="">
          <p:pic>
            <p:nvPicPr>
              <p:cNvPr id="20535" name="Cerneală 20534">
                <a:extLst>
                  <a:ext uri="{FF2B5EF4-FFF2-40B4-BE49-F238E27FC236}">
                    <a16:creationId xmlns:a16="http://schemas.microsoft.com/office/drawing/2014/main" id="{04AF98A5-F7E7-42CA-A420-6E1FDC45F05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873829" y="5811385"/>
                <a:ext cx="475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20536" name="Cerneală 20535">
                <a:extLst>
                  <a:ext uri="{FF2B5EF4-FFF2-40B4-BE49-F238E27FC236}">
                    <a16:creationId xmlns:a16="http://schemas.microsoft.com/office/drawing/2014/main" id="{D5936B6D-57D2-4AFC-930E-5D56199257C7}"/>
                  </a:ext>
                </a:extLst>
              </p14:cNvPr>
              <p14:cNvContentPartPr/>
              <p14:nvPr/>
            </p14:nvContentPartPr>
            <p14:xfrm>
              <a:off x="6669549" y="5457145"/>
              <a:ext cx="951480" cy="297000"/>
            </p14:xfrm>
          </p:contentPart>
        </mc:Choice>
        <mc:Fallback xmlns="">
          <p:pic>
            <p:nvPicPr>
              <p:cNvPr id="20536" name="Cerneală 20535">
                <a:extLst>
                  <a:ext uri="{FF2B5EF4-FFF2-40B4-BE49-F238E27FC236}">
                    <a16:creationId xmlns:a16="http://schemas.microsoft.com/office/drawing/2014/main" id="{D5936B6D-57D2-4AFC-930E-5D56199257C7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651549" y="5439505"/>
                <a:ext cx="987120" cy="33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8668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152465" y="137196"/>
            <a:ext cx="3824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err="1">
                <a:solidFill>
                  <a:srgbClr val="0000FF"/>
                </a:solidFill>
              </a:rPr>
              <a:t>Celule</a:t>
            </a:r>
            <a:r>
              <a:rPr lang="en-US" b="1" dirty="0">
                <a:solidFill>
                  <a:srgbClr val="0000FF"/>
                </a:solidFill>
              </a:rPr>
              <a:t> de </a:t>
            </a:r>
            <a:r>
              <a:rPr lang="en-US" b="1" dirty="0" err="1">
                <a:solidFill>
                  <a:srgbClr val="0000FF"/>
                </a:solidFill>
              </a:rPr>
              <a:t>memorie</a:t>
            </a:r>
            <a:r>
              <a:rPr lang="en-US" b="1" dirty="0">
                <a:solidFill>
                  <a:srgbClr val="0000FF"/>
                </a:solidFill>
              </a:rPr>
              <a:t> cu </a:t>
            </a:r>
            <a:r>
              <a:rPr lang="en-US" b="1" dirty="0" err="1">
                <a:solidFill>
                  <a:srgbClr val="0000FF"/>
                </a:solidFill>
              </a:rPr>
              <a:t>acces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prin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nivel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endParaRPr lang="ro-RO" b="1" dirty="0">
              <a:solidFill>
                <a:srgbClr val="0000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39AE6B-258C-4371-8744-4EE4AE06E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904" y="1143025"/>
            <a:ext cx="197842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12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</a:t>
            </a:r>
            <a:r>
              <a:rPr kumimoji="0" lang="ro-RO" altLang="ro-RO" sz="1200" b="1" i="1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Latch</a:t>
            </a:r>
            <a:r>
              <a:rPr kumimoji="0" lang="ro-RO" altLang="ro-RO" sz="12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sincron</a:t>
            </a:r>
            <a:r>
              <a:rPr kumimoji="0" lang="en-US" altLang="ro-RO" sz="12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de tip D</a:t>
            </a:r>
            <a:endParaRPr kumimoji="0" lang="ro-RO" altLang="ro-RO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400" b="1" i="1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sym typeface="Symbol" panose="05050102010706020507" pitchFamily="18" charset="2"/>
            </a:endParaRP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76FBBBC6-FE54-425F-A069-E01B0E3FE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21" y="1691659"/>
            <a:ext cx="10688795" cy="2468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144E663F-9C9E-46C0-AE9B-0AE549DA9A81}"/>
                  </a:ext>
                </a:extLst>
              </p14:cNvPr>
              <p14:cNvContentPartPr/>
              <p14:nvPr/>
            </p14:nvContentPartPr>
            <p14:xfrm>
              <a:off x="4006629" y="571225"/>
              <a:ext cx="2977200" cy="53640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144E663F-9C9E-46C0-AE9B-0AE549DA9A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88629" y="553225"/>
                <a:ext cx="3012840" cy="57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958012DF-1CE6-4245-8A4E-298790824898}"/>
                  </a:ext>
                </a:extLst>
              </p14:cNvPr>
              <p14:cNvContentPartPr/>
              <p14:nvPr/>
            </p14:nvContentPartPr>
            <p14:xfrm>
              <a:off x="2364309" y="649345"/>
              <a:ext cx="1260000" cy="30240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958012DF-1CE6-4245-8A4E-29879082489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46669" y="631366"/>
                <a:ext cx="1295640" cy="3379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4D81AD9D-4F15-4FE9-8B07-832B0B00606C}"/>
                  </a:ext>
                </a:extLst>
              </p14:cNvPr>
              <p14:cNvContentPartPr/>
              <p14:nvPr/>
            </p14:nvContentPartPr>
            <p14:xfrm>
              <a:off x="1708029" y="769585"/>
              <a:ext cx="232560" cy="2538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4D81AD9D-4F15-4FE9-8B07-832B0B00606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90389" y="751945"/>
                <a:ext cx="26820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931192D9-675E-4CAC-9BCE-16B75E56DAE7}"/>
                  </a:ext>
                </a:extLst>
              </p14:cNvPr>
              <p14:cNvContentPartPr/>
              <p14:nvPr/>
            </p14:nvContentPartPr>
            <p14:xfrm>
              <a:off x="586629" y="782905"/>
              <a:ext cx="751680" cy="2412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931192D9-675E-4CAC-9BCE-16B75E56DAE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8638" y="764932"/>
                <a:ext cx="787303" cy="2767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513" name="Cerneală 21512">
                <a:extLst>
                  <a:ext uri="{FF2B5EF4-FFF2-40B4-BE49-F238E27FC236}">
                    <a16:creationId xmlns:a16="http://schemas.microsoft.com/office/drawing/2014/main" id="{CD295780-9EA0-4C8C-A7F0-C3B71E93DB0C}"/>
                  </a:ext>
                </a:extLst>
              </p14:cNvPr>
              <p14:cNvContentPartPr/>
              <p14:nvPr/>
            </p14:nvContentPartPr>
            <p14:xfrm>
              <a:off x="5659029" y="4252225"/>
              <a:ext cx="3447720" cy="2040120"/>
            </p14:xfrm>
          </p:contentPart>
        </mc:Choice>
        <mc:Fallback xmlns="">
          <p:pic>
            <p:nvPicPr>
              <p:cNvPr id="21513" name="Cerneală 21512">
                <a:extLst>
                  <a:ext uri="{FF2B5EF4-FFF2-40B4-BE49-F238E27FC236}">
                    <a16:creationId xmlns:a16="http://schemas.microsoft.com/office/drawing/2014/main" id="{CD295780-9EA0-4C8C-A7F0-C3B71E93DB0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641387" y="4234225"/>
                <a:ext cx="3483364" cy="20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522" name="Cerneală 21521">
                <a:extLst>
                  <a:ext uri="{FF2B5EF4-FFF2-40B4-BE49-F238E27FC236}">
                    <a16:creationId xmlns:a16="http://schemas.microsoft.com/office/drawing/2014/main" id="{2D5F7E0F-88DB-4B96-BA1D-72A44028C909}"/>
                  </a:ext>
                </a:extLst>
              </p14:cNvPr>
              <p14:cNvContentPartPr/>
              <p14:nvPr/>
            </p14:nvContentPartPr>
            <p14:xfrm>
              <a:off x="1620909" y="4515745"/>
              <a:ext cx="2700000" cy="1916280"/>
            </p14:xfrm>
          </p:contentPart>
        </mc:Choice>
        <mc:Fallback xmlns="">
          <p:pic>
            <p:nvPicPr>
              <p:cNvPr id="21522" name="Cerneală 21521">
                <a:extLst>
                  <a:ext uri="{FF2B5EF4-FFF2-40B4-BE49-F238E27FC236}">
                    <a16:creationId xmlns:a16="http://schemas.microsoft.com/office/drawing/2014/main" id="{2D5F7E0F-88DB-4B96-BA1D-72A44028C90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03269" y="4498102"/>
                <a:ext cx="2735640" cy="195192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2372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326CB465-7818-45C3-A31B-B76723DF8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82" y="868708"/>
            <a:ext cx="10688795" cy="2468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E25B4795-33F1-4488-A5BE-F40A81E80FC1}"/>
                  </a:ext>
                </a:extLst>
              </p14:cNvPr>
              <p14:cNvContentPartPr/>
              <p14:nvPr/>
            </p14:nvContentPartPr>
            <p14:xfrm>
              <a:off x="2487789" y="3979705"/>
              <a:ext cx="164520" cy="2052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E25B4795-33F1-4488-A5BE-F40A81E80F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69789" y="3962065"/>
                <a:ext cx="20016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C171588E-8A74-4DE1-BE09-90FDAA75F10F}"/>
                  </a:ext>
                </a:extLst>
              </p14:cNvPr>
              <p14:cNvContentPartPr/>
              <p14:nvPr/>
            </p14:nvContentPartPr>
            <p14:xfrm>
              <a:off x="2511909" y="4076185"/>
              <a:ext cx="195480" cy="147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C171588E-8A74-4DE1-BE09-90FDAA75F10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94269" y="4058545"/>
                <a:ext cx="23112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D216480A-03C6-4184-8B14-FCCC7A5FEA7C}"/>
                  </a:ext>
                </a:extLst>
              </p14:cNvPr>
              <p14:cNvContentPartPr/>
              <p14:nvPr/>
            </p14:nvContentPartPr>
            <p14:xfrm>
              <a:off x="3105549" y="3889345"/>
              <a:ext cx="180000" cy="29988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D216480A-03C6-4184-8B14-FCCC7A5FEA7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87549" y="3871705"/>
                <a:ext cx="21564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6BAFCC18-6ADE-4A0D-9539-E48E0D4DAF41}"/>
                  </a:ext>
                </a:extLst>
              </p14:cNvPr>
              <p14:cNvContentPartPr/>
              <p14:nvPr/>
            </p14:nvContentPartPr>
            <p14:xfrm>
              <a:off x="3950829" y="3864145"/>
              <a:ext cx="530280" cy="32112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6BAFCC18-6ADE-4A0D-9539-E48E0D4DAF4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33189" y="3846145"/>
                <a:ext cx="56592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6457DD79-DB81-4D3D-B681-E46E0B1EEAB4}"/>
                  </a:ext>
                </a:extLst>
              </p14:cNvPr>
              <p14:cNvContentPartPr/>
              <p14:nvPr/>
            </p14:nvContentPartPr>
            <p14:xfrm>
              <a:off x="1768869" y="3926785"/>
              <a:ext cx="566640" cy="22896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6457DD79-DB81-4D3D-B681-E46E0B1EEAB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50880" y="3908785"/>
                <a:ext cx="602257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7A99A74C-24BD-4934-832B-1F25B657AC52}"/>
                  </a:ext>
                </a:extLst>
              </p14:cNvPr>
              <p14:cNvContentPartPr/>
              <p14:nvPr/>
            </p14:nvContentPartPr>
            <p14:xfrm>
              <a:off x="664029" y="3743905"/>
              <a:ext cx="680760" cy="35604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7A99A74C-24BD-4934-832B-1F25B657AC5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6029" y="3726247"/>
                <a:ext cx="716400" cy="3917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D7567F00-F4BD-41B3-967F-BDFA1FD5E550}"/>
                  </a:ext>
                </a:extLst>
              </p14:cNvPr>
              <p14:cNvContentPartPr/>
              <p14:nvPr/>
            </p14:nvContentPartPr>
            <p14:xfrm>
              <a:off x="5967189" y="3768025"/>
              <a:ext cx="259560" cy="36936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D7567F00-F4BD-41B3-967F-BDFA1FD5E55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949549" y="3750385"/>
                <a:ext cx="29520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820593FD-88FA-421D-953A-942F4693E993}"/>
                  </a:ext>
                </a:extLst>
              </p14:cNvPr>
              <p14:cNvContentPartPr/>
              <p14:nvPr/>
            </p14:nvContentPartPr>
            <p14:xfrm>
              <a:off x="5161509" y="3779545"/>
              <a:ext cx="650160" cy="40428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820593FD-88FA-421D-953A-942F4693E99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143509" y="3761545"/>
                <a:ext cx="68580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F53D48E0-A853-469C-A616-E5820DA58650}"/>
                  </a:ext>
                </a:extLst>
              </p14:cNvPr>
              <p14:cNvContentPartPr/>
              <p14:nvPr/>
            </p14:nvContentPartPr>
            <p14:xfrm>
              <a:off x="9004149" y="3686305"/>
              <a:ext cx="23400" cy="5364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F53D48E0-A853-469C-A616-E5820DA5865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986509" y="3668305"/>
                <a:ext cx="5904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1FEAC646-C806-40CB-8D0C-4A536B00FFCB}"/>
                  </a:ext>
                </a:extLst>
              </p14:cNvPr>
              <p14:cNvContentPartPr/>
              <p14:nvPr/>
            </p14:nvContentPartPr>
            <p14:xfrm>
              <a:off x="7300629" y="3845065"/>
              <a:ext cx="392400" cy="24408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1FEAC646-C806-40CB-8D0C-4A536B00FFC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282989" y="3827425"/>
                <a:ext cx="42804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11D65091-B416-44CC-9A99-250731C47B6E}"/>
                  </a:ext>
                </a:extLst>
              </p14:cNvPr>
              <p14:cNvContentPartPr/>
              <p14:nvPr/>
            </p14:nvContentPartPr>
            <p14:xfrm>
              <a:off x="8317989" y="3809425"/>
              <a:ext cx="1480320" cy="15912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11D65091-B416-44CC-9A99-250731C47B6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300345" y="3791425"/>
                <a:ext cx="1515969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F5C4C03D-6AF5-48E3-8CBF-27A8C8323606}"/>
                  </a:ext>
                </a:extLst>
              </p14:cNvPr>
              <p14:cNvContentPartPr/>
              <p14:nvPr/>
            </p14:nvContentPartPr>
            <p14:xfrm>
              <a:off x="8282709" y="4050985"/>
              <a:ext cx="2837160" cy="78408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F5C4C03D-6AF5-48E3-8CBF-27A8C832360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265069" y="4032985"/>
                <a:ext cx="2872800" cy="81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0CB31886-941B-4BF0-A09B-A3EC769F47BB}"/>
                  </a:ext>
                </a:extLst>
              </p14:cNvPr>
              <p14:cNvContentPartPr/>
              <p14:nvPr/>
            </p14:nvContentPartPr>
            <p14:xfrm>
              <a:off x="388989" y="1197625"/>
              <a:ext cx="3634200" cy="123876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0CB31886-941B-4BF0-A09B-A3EC769F47B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70989" y="1179985"/>
                <a:ext cx="3669840" cy="12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7F53F8DA-B4EB-4560-BE06-C3E59E221C71}"/>
                  </a:ext>
                </a:extLst>
              </p14:cNvPr>
              <p14:cNvContentPartPr/>
              <p14:nvPr/>
            </p14:nvContentPartPr>
            <p14:xfrm>
              <a:off x="2719629" y="5006425"/>
              <a:ext cx="214560" cy="20016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7F53F8DA-B4EB-4560-BE06-C3E59E221C7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701989" y="4988425"/>
                <a:ext cx="25020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1504" name="Cerneală 21503">
                <a:extLst>
                  <a:ext uri="{FF2B5EF4-FFF2-40B4-BE49-F238E27FC236}">
                    <a16:creationId xmlns:a16="http://schemas.microsoft.com/office/drawing/2014/main" id="{763E676E-D932-46F1-9226-DB6C8BC43E44}"/>
                  </a:ext>
                </a:extLst>
              </p14:cNvPr>
              <p14:cNvContentPartPr/>
              <p14:nvPr/>
            </p14:nvContentPartPr>
            <p14:xfrm>
              <a:off x="1714509" y="5019025"/>
              <a:ext cx="884880" cy="337680"/>
            </p14:xfrm>
          </p:contentPart>
        </mc:Choice>
        <mc:Fallback xmlns="">
          <p:pic>
            <p:nvPicPr>
              <p:cNvPr id="21504" name="Cerneală 21503">
                <a:extLst>
                  <a:ext uri="{FF2B5EF4-FFF2-40B4-BE49-F238E27FC236}">
                    <a16:creationId xmlns:a16="http://schemas.microsoft.com/office/drawing/2014/main" id="{763E676E-D932-46F1-9226-DB6C8BC43E4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696869" y="5001385"/>
                <a:ext cx="92052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1509" name="Cerneală 21508">
                <a:extLst>
                  <a:ext uri="{FF2B5EF4-FFF2-40B4-BE49-F238E27FC236}">
                    <a16:creationId xmlns:a16="http://schemas.microsoft.com/office/drawing/2014/main" id="{FEBBEE8C-B6D3-4C4E-94BC-1FAF89A469BF}"/>
                  </a:ext>
                </a:extLst>
              </p14:cNvPr>
              <p14:cNvContentPartPr/>
              <p14:nvPr/>
            </p14:nvContentPartPr>
            <p14:xfrm>
              <a:off x="3681189" y="4971145"/>
              <a:ext cx="573840" cy="237240"/>
            </p14:xfrm>
          </p:contentPart>
        </mc:Choice>
        <mc:Fallback xmlns="">
          <p:pic>
            <p:nvPicPr>
              <p:cNvPr id="21509" name="Cerneală 21508">
                <a:extLst>
                  <a:ext uri="{FF2B5EF4-FFF2-40B4-BE49-F238E27FC236}">
                    <a16:creationId xmlns:a16="http://schemas.microsoft.com/office/drawing/2014/main" id="{FEBBEE8C-B6D3-4C4E-94BC-1FAF89A469B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663538" y="4953505"/>
                <a:ext cx="609502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1514" name="Cerneală 21513">
                <a:extLst>
                  <a:ext uri="{FF2B5EF4-FFF2-40B4-BE49-F238E27FC236}">
                    <a16:creationId xmlns:a16="http://schemas.microsoft.com/office/drawing/2014/main" id="{3349A16C-343C-4B49-AEA9-8B59AB98CA5C}"/>
                  </a:ext>
                </a:extLst>
              </p14:cNvPr>
              <p14:cNvContentPartPr/>
              <p14:nvPr/>
            </p14:nvContentPartPr>
            <p14:xfrm>
              <a:off x="4898709" y="4868905"/>
              <a:ext cx="2047320" cy="291600"/>
            </p14:xfrm>
          </p:contentPart>
        </mc:Choice>
        <mc:Fallback xmlns="">
          <p:pic>
            <p:nvPicPr>
              <p:cNvPr id="21514" name="Cerneală 21513">
                <a:extLst>
                  <a:ext uri="{FF2B5EF4-FFF2-40B4-BE49-F238E27FC236}">
                    <a16:creationId xmlns:a16="http://schemas.microsoft.com/office/drawing/2014/main" id="{3349A16C-343C-4B49-AEA9-8B59AB98CA5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880709" y="4850905"/>
                <a:ext cx="208296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1515" name="Cerneală 21514">
                <a:extLst>
                  <a:ext uri="{FF2B5EF4-FFF2-40B4-BE49-F238E27FC236}">
                    <a16:creationId xmlns:a16="http://schemas.microsoft.com/office/drawing/2014/main" id="{06E3DF92-8A28-4C6B-9F07-C3B521784944}"/>
                  </a:ext>
                </a:extLst>
              </p14:cNvPr>
              <p14:cNvContentPartPr/>
              <p14:nvPr/>
            </p14:nvContentPartPr>
            <p14:xfrm>
              <a:off x="4955949" y="5460385"/>
              <a:ext cx="255240" cy="122400"/>
            </p14:xfrm>
          </p:contentPart>
        </mc:Choice>
        <mc:Fallback xmlns="">
          <p:pic>
            <p:nvPicPr>
              <p:cNvPr id="21515" name="Cerneală 21514">
                <a:extLst>
                  <a:ext uri="{FF2B5EF4-FFF2-40B4-BE49-F238E27FC236}">
                    <a16:creationId xmlns:a16="http://schemas.microsoft.com/office/drawing/2014/main" id="{06E3DF92-8A28-4C6B-9F07-C3B521784944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938309" y="5442385"/>
                <a:ext cx="29088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1521" name="Cerneală 21520">
                <a:extLst>
                  <a:ext uri="{FF2B5EF4-FFF2-40B4-BE49-F238E27FC236}">
                    <a16:creationId xmlns:a16="http://schemas.microsoft.com/office/drawing/2014/main" id="{7A6DED89-4DC7-45F8-A6E6-120D1972EC08}"/>
                  </a:ext>
                </a:extLst>
              </p14:cNvPr>
              <p14:cNvContentPartPr/>
              <p14:nvPr/>
            </p14:nvContentPartPr>
            <p14:xfrm>
              <a:off x="5587029" y="5285785"/>
              <a:ext cx="711720" cy="663840"/>
            </p14:xfrm>
          </p:contentPart>
        </mc:Choice>
        <mc:Fallback xmlns="">
          <p:pic>
            <p:nvPicPr>
              <p:cNvPr id="21521" name="Cerneală 21520">
                <a:extLst>
                  <a:ext uri="{FF2B5EF4-FFF2-40B4-BE49-F238E27FC236}">
                    <a16:creationId xmlns:a16="http://schemas.microsoft.com/office/drawing/2014/main" id="{7A6DED89-4DC7-45F8-A6E6-120D1972EC08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569389" y="5268145"/>
                <a:ext cx="747360" cy="69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1533" name="Cerneală 21532">
                <a:extLst>
                  <a:ext uri="{FF2B5EF4-FFF2-40B4-BE49-F238E27FC236}">
                    <a16:creationId xmlns:a16="http://schemas.microsoft.com/office/drawing/2014/main" id="{A4F73C9A-2106-489F-A6BB-116A2B1DDCEF}"/>
                  </a:ext>
                </a:extLst>
              </p14:cNvPr>
              <p14:cNvContentPartPr/>
              <p14:nvPr/>
            </p14:nvContentPartPr>
            <p14:xfrm>
              <a:off x="8479989" y="5115505"/>
              <a:ext cx="1835640" cy="337320"/>
            </p14:xfrm>
          </p:contentPart>
        </mc:Choice>
        <mc:Fallback xmlns="">
          <p:pic>
            <p:nvPicPr>
              <p:cNvPr id="21533" name="Cerneală 21532">
                <a:extLst>
                  <a:ext uri="{FF2B5EF4-FFF2-40B4-BE49-F238E27FC236}">
                    <a16:creationId xmlns:a16="http://schemas.microsoft.com/office/drawing/2014/main" id="{A4F73C9A-2106-489F-A6BB-116A2B1DDCEF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462346" y="5097505"/>
                <a:ext cx="1871287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1534" name="Cerneală 21533">
                <a:extLst>
                  <a:ext uri="{FF2B5EF4-FFF2-40B4-BE49-F238E27FC236}">
                    <a16:creationId xmlns:a16="http://schemas.microsoft.com/office/drawing/2014/main" id="{5950B7B1-58B9-4243-86D2-5D624800CB9B}"/>
                  </a:ext>
                </a:extLst>
              </p14:cNvPr>
              <p14:cNvContentPartPr/>
              <p14:nvPr/>
            </p14:nvContentPartPr>
            <p14:xfrm>
              <a:off x="6785469" y="5308105"/>
              <a:ext cx="1202400" cy="284400"/>
            </p14:xfrm>
          </p:contentPart>
        </mc:Choice>
        <mc:Fallback xmlns="">
          <p:pic>
            <p:nvPicPr>
              <p:cNvPr id="21534" name="Cerneală 21533">
                <a:extLst>
                  <a:ext uri="{FF2B5EF4-FFF2-40B4-BE49-F238E27FC236}">
                    <a16:creationId xmlns:a16="http://schemas.microsoft.com/office/drawing/2014/main" id="{5950B7B1-58B9-4243-86D2-5D624800CB9B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767824" y="5290105"/>
                <a:ext cx="1238051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1535" name="Cerneală 21534">
                <a:extLst>
                  <a:ext uri="{FF2B5EF4-FFF2-40B4-BE49-F238E27FC236}">
                    <a16:creationId xmlns:a16="http://schemas.microsoft.com/office/drawing/2014/main" id="{4BE7689C-A084-4DCF-9A2F-33A8A061BED8}"/>
                  </a:ext>
                </a:extLst>
              </p14:cNvPr>
              <p14:cNvContentPartPr/>
              <p14:nvPr/>
            </p14:nvContentPartPr>
            <p14:xfrm>
              <a:off x="6992829" y="1197985"/>
              <a:ext cx="11160" cy="206280"/>
            </p14:xfrm>
          </p:contentPart>
        </mc:Choice>
        <mc:Fallback xmlns="">
          <p:pic>
            <p:nvPicPr>
              <p:cNvPr id="21535" name="Cerneală 21534">
                <a:extLst>
                  <a:ext uri="{FF2B5EF4-FFF2-40B4-BE49-F238E27FC236}">
                    <a16:creationId xmlns:a16="http://schemas.microsoft.com/office/drawing/2014/main" id="{4BE7689C-A084-4DCF-9A2F-33A8A061BED8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974829" y="1180345"/>
                <a:ext cx="4680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1545" name="Cerneală 21544">
                <a:extLst>
                  <a:ext uri="{FF2B5EF4-FFF2-40B4-BE49-F238E27FC236}">
                    <a16:creationId xmlns:a16="http://schemas.microsoft.com/office/drawing/2014/main" id="{1D0CA15D-7173-4FF4-8F19-936748C74DF8}"/>
                  </a:ext>
                </a:extLst>
              </p14:cNvPr>
              <p14:cNvContentPartPr/>
              <p14:nvPr/>
            </p14:nvContentPartPr>
            <p14:xfrm>
              <a:off x="7198749" y="1026625"/>
              <a:ext cx="1359720" cy="380520"/>
            </p14:xfrm>
          </p:contentPart>
        </mc:Choice>
        <mc:Fallback xmlns="">
          <p:pic>
            <p:nvPicPr>
              <p:cNvPr id="21545" name="Cerneală 21544">
                <a:extLst>
                  <a:ext uri="{FF2B5EF4-FFF2-40B4-BE49-F238E27FC236}">
                    <a16:creationId xmlns:a16="http://schemas.microsoft.com/office/drawing/2014/main" id="{1D0CA15D-7173-4FF4-8F19-936748C74DF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180749" y="1008985"/>
                <a:ext cx="1395360" cy="41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1574" name="Cerneală 21573">
                <a:extLst>
                  <a:ext uri="{FF2B5EF4-FFF2-40B4-BE49-F238E27FC236}">
                    <a16:creationId xmlns:a16="http://schemas.microsoft.com/office/drawing/2014/main" id="{7D3201D1-60DA-466C-8A4F-31408BB73F21}"/>
                  </a:ext>
                </a:extLst>
              </p14:cNvPr>
              <p14:cNvContentPartPr/>
              <p14:nvPr/>
            </p14:nvContentPartPr>
            <p14:xfrm>
              <a:off x="668709" y="5454625"/>
              <a:ext cx="4019400" cy="1153440"/>
            </p14:xfrm>
          </p:contentPart>
        </mc:Choice>
        <mc:Fallback xmlns="">
          <p:pic>
            <p:nvPicPr>
              <p:cNvPr id="21574" name="Cerneală 21573">
                <a:extLst>
                  <a:ext uri="{FF2B5EF4-FFF2-40B4-BE49-F238E27FC236}">
                    <a16:creationId xmlns:a16="http://schemas.microsoft.com/office/drawing/2014/main" id="{7D3201D1-60DA-466C-8A4F-31408BB73F21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50709" y="5436979"/>
                <a:ext cx="4055040" cy="118909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0038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1432611" y="777269"/>
            <a:ext cx="1040732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pPr algn="ctr"/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Clasificarea circuitelor logice (CLC/CLS);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Clasificarea celulelor de memorie la nivel de bit;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Celule de memorie cu acces pe nivel (</a:t>
            </a:r>
            <a:r>
              <a:rPr lang="ro-RO" sz="28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Latch</a:t>
            </a:r>
            <a:r>
              <a:rPr lang="ro-RO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-uri)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Latch</a:t>
            </a:r>
            <a:r>
              <a:rPr lang="ro-RO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-uri asincrone;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Latchuri</a:t>
            </a:r>
            <a:r>
              <a:rPr lang="ro-RO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sincrone;</a:t>
            </a:r>
            <a:r>
              <a:rPr 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endParaRPr lang="ro-RO" sz="280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Celule de memorie cu acces pe tranziție (Bistabili)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/>
              <a:t>Bistabili D (simbol, tabele de adevăr, ecuația funcțională);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/>
              <a:t>Bistabili T (simbol, tabele de adevăr, ecuația funcțională);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/>
              <a:t>Bistabili JK (simbol, tabele de adevăr, ecuația funcțională);</a:t>
            </a:r>
          </a:p>
          <a:p>
            <a:pPr marL="1371600" lvl="2" indent="-457200">
              <a:buFontTx/>
              <a:buChar char="-"/>
            </a:pPr>
            <a:endParaRPr lang="ro-RO" sz="2800" b="1" dirty="0"/>
          </a:p>
        </p:txBody>
      </p:sp>
    </p:spTree>
    <p:extLst>
      <p:ext uri="{BB962C8B-B14F-4D97-AF65-F5344CB8AC3E}">
        <p14:creationId xmlns:p14="http://schemas.microsoft.com/office/powerpoint/2010/main" val="1292846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AC48223-BD18-40AB-ACBA-7D2A5D80AE51}"/>
              </a:ext>
            </a:extLst>
          </p:cNvPr>
          <p:cNvSpPr/>
          <p:nvPr/>
        </p:nvSpPr>
        <p:spPr>
          <a:xfrm>
            <a:off x="701098" y="1051586"/>
            <a:ext cx="10515485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/>
            </a:pPr>
            <a:r>
              <a:rPr lang="en-US" sz="2000" b="1" dirty="0" err="1">
                <a:solidFill>
                  <a:srgbClr val="0000FF"/>
                </a:solidFill>
              </a:rPr>
              <a:t>Celule</a:t>
            </a:r>
            <a:r>
              <a:rPr lang="en-US" sz="2000" b="1" dirty="0">
                <a:solidFill>
                  <a:srgbClr val="0000FF"/>
                </a:solidFill>
              </a:rPr>
              <a:t> de </a:t>
            </a:r>
            <a:r>
              <a:rPr lang="en-US" sz="2000" b="1" dirty="0" err="1">
                <a:solidFill>
                  <a:srgbClr val="0000FF"/>
                </a:solidFill>
              </a:rPr>
              <a:t>memorie</a:t>
            </a:r>
            <a:r>
              <a:rPr lang="en-US" sz="2000" b="1" dirty="0">
                <a:solidFill>
                  <a:srgbClr val="0000FF"/>
                </a:solidFill>
              </a:rPr>
              <a:t> cu </a:t>
            </a:r>
            <a:r>
              <a:rPr lang="en-US" sz="2000" b="1" dirty="0" err="1">
                <a:solidFill>
                  <a:srgbClr val="0000FF"/>
                </a:solidFill>
              </a:rPr>
              <a:t>acces</a:t>
            </a:r>
            <a:r>
              <a:rPr lang="en-US" sz="2000" b="1" dirty="0">
                <a:solidFill>
                  <a:srgbClr val="0000FF"/>
                </a:solidFill>
              </a:rPr>
              <a:t> pe </a:t>
            </a:r>
            <a:r>
              <a:rPr lang="en-US" sz="2000" b="1" dirty="0" err="1">
                <a:solidFill>
                  <a:srgbClr val="0000FF"/>
                </a:solidFill>
              </a:rPr>
              <a:t>tranz</a:t>
            </a:r>
            <a:r>
              <a:rPr lang="ro-RO" sz="2000" b="1" dirty="0" err="1">
                <a:solidFill>
                  <a:srgbClr val="0000FF"/>
                </a:solidFill>
              </a:rPr>
              <a:t>iție</a:t>
            </a:r>
            <a:r>
              <a:rPr lang="ro-RO" sz="2000" b="1" dirty="0">
                <a:solidFill>
                  <a:srgbClr val="0000FF"/>
                </a:solidFill>
              </a:rPr>
              <a:t> – Caracteristici generale </a:t>
            </a:r>
            <a:r>
              <a:rPr lang="ro-RO" sz="2000" b="1" dirty="0"/>
              <a:t> </a:t>
            </a:r>
          </a:p>
          <a:p>
            <a:pPr marL="57150" indent="0">
              <a:buNone/>
              <a:defRPr/>
            </a:pPr>
            <a:r>
              <a:rPr lang="ro-RO" b="1" i="1" dirty="0"/>
              <a:t>    (</a:t>
            </a:r>
            <a:r>
              <a:rPr lang="ro-RO" b="1" dirty="0"/>
              <a:t>denumite</a:t>
            </a:r>
            <a:r>
              <a:rPr lang="ro-RO" b="1" i="1" dirty="0"/>
              <a:t> </a:t>
            </a:r>
            <a:r>
              <a:rPr lang="ro-RO" b="1" i="1" dirty="0" err="1"/>
              <a:t>Edge</a:t>
            </a:r>
            <a:r>
              <a:rPr lang="ro-RO" b="1" i="1" dirty="0"/>
              <a:t> – </a:t>
            </a:r>
            <a:r>
              <a:rPr lang="ro-RO" b="1" i="1" dirty="0" err="1"/>
              <a:t>Tiggered</a:t>
            </a:r>
            <a:r>
              <a:rPr lang="ro-RO" b="1" i="1" dirty="0"/>
              <a:t> </a:t>
            </a:r>
            <a:r>
              <a:rPr lang="ro-RO" b="1" i="1" dirty="0" err="1"/>
              <a:t>Flip-Flop</a:t>
            </a:r>
            <a:r>
              <a:rPr lang="ro-RO" b="1" i="1" dirty="0"/>
              <a:t>)</a:t>
            </a:r>
            <a:endParaRPr lang="ro-RO" b="1" dirty="0"/>
          </a:p>
          <a:p>
            <a:pPr lvl="1">
              <a:spcBef>
                <a:spcPts val="1200"/>
              </a:spcBef>
              <a:defRPr/>
            </a:pPr>
            <a:r>
              <a:rPr lang="ro-RO" sz="2000" b="1" dirty="0"/>
              <a:t>- Scrierea elementului de stocare se face pe o tranziție a semnalului aplicat pe intrarea de ceas;</a:t>
            </a:r>
          </a:p>
          <a:p>
            <a:pPr lvl="1">
              <a:spcBef>
                <a:spcPts val="1200"/>
              </a:spcBef>
              <a:defRPr/>
            </a:pPr>
            <a:r>
              <a:rPr lang="ro-RO" sz="2000" b="1" dirty="0"/>
              <a:t>- Au intrare de ceas;</a:t>
            </a:r>
          </a:p>
          <a:p>
            <a:pPr lvl="1">
              <a:spcBef>
                <a:spcPts val="1200"/>
              </a:spcBef>
              <a:defRPr/>
            </a:pPr>
            <a:r>
              <a:rPr lang="ro-RO" sz="2000" b="1" dirty="0"/>
              <a:t>- Schimbarea ieșirilor se face sincron cu tranziția activă a semnalului ce ceas;</a:t>
            </a:r>
          </a:p>
          <a:p>
            <a:pPr lvl="1">
              <a:spcBef>
                <a:spcPts val="1200"/>
              </a:spcBef>
              <a:defRPr/>
            </a:pPr>
            <a:endParaRPr lang="ro-RO" altLang="ro-RO" sz="2000" b="1" i="1" dirty="0"/>
          </a:p>
          <a:p>
            <a:pPr lvl="1">
              <a:spcBef>
                <a:spcPts val="1200"/>
              </a:spcBef>
              <a:defRPr/>
            </a:pPr>
            <a:r>
              <a:rPr lang="ro-RO" altLang="ro-RO" sz="2000" b="1" i="1" dirty="0">
                <a:solidFill>
                  <a:srgbClr val="0000FF"/>
                </a:solidFill>
              </a:rPr>
              <a:t>Introducerea </a:t>
            </a:r>
            <a:r>
              <a:rPr lang="ro-RO" altLang="ro-RO" sz="2000" b="1" i="1" dirty="0" err="1">
                <a:solidFill>
                  <a:srgbClr val="0000FF"/>
                </a:solidFill>
              </a:rPr>
              <a:t>informaţiei</a:t>
            </a:r>
            <a:r>
              <a:rPr lang="ro-RO" altLang="ro-RO" sz="2000" b="1" i="1" dirty="0">
                <a:solidFill>
                  <a:srgbClr val="0000FF"/>
                </a:solidFill>
              </a:rPr>
              <a:t> în celula de memorie se poate face doar în momentele de timp în care semnalul ceas are </a:t>
            </a:r>
            <a:r>
              <a:rPr lang="ro-RO" altLang="ro-RO" sz="2000" b="1" i="1" dirty="0" err="1">
                <a:solidFill>
                  <a:srgbClr val="0000FF"/>
                </a:solidFill>
              </a:rPr>
              <a:t>tranziţia</a:t>
            </a:r>
            <a:r>
              <a:rPr lang="ro-RO" altLang="ro-RO" sz="2000" b="1" i="1" dirty="0">
                <a:solidFill>
                  <a:srgbClr val="0000FF"/>
                </a:solidFill>
              </a:rPr>
              <a:t> activă. </a:t>
            </a:r>
            <a:r>
              <a:rPr lang="ro-RO" altLang="ro-RO" sz="2000" b="1" i="1" dirty="0" err="1">
                <a:solidFill>
                  <a:srgbClr val="0000FF"/>
                </a:solidFill>
              </a:rPr>
              <a:t>Aşadar</a:t>
            </a:r>
            <a:r>
              <a:rPr lang="ro-RO" altLang="ro-RO" sz="2000" b="1" i="1" dirty="0">
                <a:solidFill>
                  <a:srgbClr val="0000FF"/>
                </a:solidFill>
              </a:rPr>
              <a:t> scrierea se execută sincron cu un semnal extern;</a:t>
            </a:r>
            <a:endParaRPr lang="ro-RO" altLang="ro-RO" sz="20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7967EAD8-01F9-4CD4-911A-9E97439EF716}"/>
                  </a:ext>
                </a:extLst>
              </p14:cNvPr>
              <p14:cNvContentPartPr/>
              <p14:nvPr/>
            </p14:nvContentPartPr>
            <p14:xfrm>
              <a:off x="11129229" y="4533025"/>
              <a:ext cx="2520" cy="2592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7967EAD8-01F9-4CD4-911A-9E97439EF7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11229" y="4515385"/>
                <a:ext cx="3816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4570C513-19F9-40A0-8513-ADDE91D715A3}"/>
                  </a:ext>
                </a:extLst>
              </p14:cNvPr>
              <p14:cNvContentPartPr/>
              <p14:nvPr/>
            </p14:nvContentPartPr>
            <p14:xfrm>
              <a:off x="490509" y="827545"/>
              <a:ext cx="360" cy="36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4570C513-19F9-40A0-8513-ADDE91D715A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2509" y="8095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600C93E1-594F-4C72-B8F5-472671EB4AE5}"/>
                  </a:ext>
                </a:extLst>
              </p14:cNvPr>
              <p14:cNvContentPartPr/>
              <p14:nvPr/>
            </p14:nvContentPartPr>
            <p14:xfrm>
              <a:off x="739269" y="5587105"/>
              <a:ext cx="6562800" cy="55980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600C93E1-594F-4C72-B8F5-472671EB4AE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1270" y="5569105"/>
                <a:ext cx="6598438" cy="5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7D5859CA-7648-41E9-978C-E0F7041A8949}"/>
                  </a:ext>
                </a:extLst>
              </p14:cNvPr>
              <p14:cNvContentPartPr/>
              <p14:nvPr/>
            </p14:nvContentPartPr>
            <p14:xfrm>
              <a:off x="1962909" y="6419785"/>
              <a:ext cx="303120" cy="4302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7D5859CA-7648-41E9-978C-E0F7041A894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45269" y="6402145"/>
                <a:ext cx="338760" cy="46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0207C3BE-693B-463A-8D14-4DD04FFE30A8}"/>
                  </a:ext>
                </a:extLst>
              </p14:cNvPr>
              <p14:cNvContentPartPr/>
              <p14:nvPr/>
            </p14:nvContentPartPr>
            <p14:xfrm>
              <a:off x="6169509" y="6328648"/>
              <a:ext cx="513360" cy="35604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0207C3BE-693B-463A-8D14-4DD04FFE30A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51869" y="6310666"/>
                <a:ext cx="549000" cy="3916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412CD14F-5AC5-47B3-99B5-393841534EDA}"/>
                  </a:ext>
                </a:extLst>
              </p14:cNvPr>
              <p14:cNvContentPartPr/>
              <p14:nvPr/>
            </p14:nvContentPartPr>
            <p14:xfrm>
              <a:off x="4254309" y="6410368"/>
              <a:ext cx="640080" cy="3229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412CD14F-5AC5-47B3-99B5-393841534ED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236309" y="6392708"/>
                <a:ext cx="675720" cy="35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D7C07D15-3BA7-4382-9DFC-4F72E636E70F}"/>
                  </a:ext>
                </a:extLst>
              </p14:cNvPr>
              <p14:cNvContentPartPr/>
              <p14:nvPr/>
            </p14:nvContentPartPr>
            <p14:xfrm>
              <a:off x="8094429" y="5173408"/>
              <a:ext cx="46440" cy="16344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D7C07D15-3BA7-4382-9DFC-4F72E636E70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076429" y="5155768"/>
                <a:ext cx="8208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5ED2F07B-23F4-47E9-9160-C1CE7B3563DE}"/>
                  </a:ext>
                </a:extLst>
              </p14:cNvPr>
              <p14:cNvContentPartPr/>
              <p14:nvPr/>
            </p14:nvContentPartPr>
            <p14:xfrm>
              <a:off x="10427949" y="5144608"/>
              <a:ext cx="1196280" cy="32544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5ED2F07B-23F4-47E9-9160-C1CE7B3563D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410304" y="5126608"/>
                <a:ext cx="1231931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59DC8999-7CAC-403D-AEA5-7E73404E4DF5}"/>
                  </a:ext>
                </a:extLst>
              </p14:cNvPr>
              <p14:cNvContentPartPr/>
              <p14:nvPr/>
            </p14:nvContentPartPr>
            <p14:xfrm>
              <a:off x="11582109" y="4610368"/>
              <a:ext cx="278280" cy="42300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59DC8999-7CAC-403D-AEA5-7E73404E4DF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564446" y="4592713"/>
                <a:ext cx="313966" cy="4586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1442DF7D-5B3F-4E51-8A00-19B8AA22E64F}"/>
                  </a:ext>
                </a:extLst>
              </p14:cNvPr>
              <p14:cNvContentPartPr/>
              <p14:nvPr/>
            </p14:nvContentPartPr>
            <p14:xfrm>
              <a:off x="10386189" y="4887208"/>
              <a:ext cx="971640" cy="15336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1442DF7D-5B3F-4E51-8A00-19B8AA22E64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368189" y="4869208"/>
                <a:ext cx="100728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0A84C132-839D-40E1-B305-AD9C5CB4D65B}"/>
                  </a:ext>
                </a:extLst>
              </p14:cNvPr>
              <p14:cNvContentPartPr/>
              <p14:nvPr/>
            </p14:nvContentPartPr>
            <p14:xfrm>
              <a:off x="9885069" y="4927888"/>
              <a:ext cx="265320" cy="18684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0A84C132-839D-40E1-B305-AD9C5CB4D65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867069" y="4910248"/>
                <a:ext cx="30096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CE63C04B-940E-4A54-85EB-E9E4A0F1D653}"/>
                  </a:ext>
                </a:extLst>
              </p14:cNvPr>
              <p14:cNvContentPartPr/>
              <p14:nvPr/>
            </p14:nvContentPartPr>
            <p14:xfrm>
              <a:off x="9103509" y="4836448"/>
              <a:ext cx="513360" cy="48960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CE63C04B-940E-4A54-85EB-E9E4A0F1D65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085509" y="4818808"/>
                <a:ext cx="549000" cy="52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923D6D6C-A6D6-4605-A553-BE2BE704E2BF}"/>
                  </a:ext>
                </a:extLst>
              </p14:cNvPr>
              <p14:cNvContentPartPr/>
              <p14:nvPr/>
            </p14:nvContentPartPr>
            <p14:xfrm>
              <a:off x="8272629" y="4855528"/>
              <a:ext cx="446760" cy="45432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923D6D6C-A6D6-4605-A553-BE2BE704E2B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254975" y="4837888"/>
                <a:ext cx="482429" cy="48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C07E767C-CFED-497D-B049-7A5536F24695}"/>
                  </a:ext>
                </a:extLst>
              </p14:cNvPr>
              <p14:cNvContentPartPr/>
              <p14:nvPr/>
            </p14:nvContentPartPr>
            <p14:xfrm>
              <a:off x="7560549" y="4807648"/>
              <a:ext cx="294120" cy="47052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C07E767C-CFED-497D-B049-7A5536F2469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542571" y="4789662"/>
                <a:ext cx="329716" cy="50613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8242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769147" y="137196"/>
            <a:ext cx="27771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 err="1">
                <a:solidFill>
                  <a:srgbClr val="0000FF"/>
                </a:solidFill>
              </a:rPr>
              <a:t>Bistabil</a:t>
            </a:r>
            <a:r>
              <a:rPr lang="en-US" sz="2800" b="1" dirty="0">
                <a:solidFill>
                  <a:srgbClr val="0000FF"/>
                </a:solidFill>
              </a:rPr>
              <a:t> de tip D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pic>
        <p:nvPicPr>
          <p:cNvPr id="38" name="Imagine 37">
            <a:extLst>
              <a:ext uri="{FF2B5EF4-FFF2-40B4-BE49-F238E27FC236}">
                <a16:creationId xmlns:a16="http://schemas.microsoft.com/office/drawing/2014/main" id="{A605E5AC-AFC3-4C7C-9D12-6DED32AAE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960147"/>
            <a:ext cx="5889747" cy="22859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29" name="Cerneală 228">
                <a:extLst>
                  <a:ext uri="{FF2B5EF4-FFF2-40B4-BE49-F238E27FC236}">
                    <a16:creationId xmlns:a16="http://schemas.microsoft.com/office/drawing/2014/main" id="{20E704CB-A856-40E8-9D49-AFF3F12A4B71}"/>
                  </a:ext>
                </a:extLst>
              </p14:cNvPr>
              <p14:cNvContentPartPr/>
              <p14:nvPr/>
            </p14:nvContentPartPr>
            <p14:xfrm>
              <a:off x="307989" y="514705"/>
              <a:ext cx="11776680" cy="6038280"/>
            </p14:xfrm>
          </p:contentPart>
        </mc:Choice>
        <mc:Fallback xmlns="">
          <p:pic>
            <p:nvPicPr>
              <p:cNvPr id="229" name="Cerneală 228">
                <a:extLst>
                  <a:ext uri="{FF2B5EF4-FFF2-40B4-BE49-F238E27FC236}">
                    <a16:creationId xmlns:a16="http://schemas.microsoft.com/office/drawing/2014/main" id="{20E704CB-A856-40E8-9D49-AFF3F12A4B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9989" y="496705"/>
                <a:ext cx="11812320" cy="607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3" name="Cerneală 242">
                <a:extLst>
                  <a:ext uri="{FF2B5EF4-FFF2-40B4-BE49-F238E27FC236}">
                    <a16:creationId xmlns:a16="http://schemas.microsoft.com/office/drawing/2014/main" id="{9B63447E-A797-40CA-93E5-7E936F559E9B}"/>
                  </a:ext>
                </a:extLst>
              </p14:cNvPr>
              <p14:cNvContentPartPr/>
              <p14:nvPr/>
            </p14:nvContentPartPr>
            <p14:xfrm>
              <a:off x="10746909" y="5966905"/>
              <a:ext cx="486000" cy="281520"/>
            </p14:xfrm>
          </p:contentPart>
        </mc:Choice>
        <mc:Fallback xmlns="">
          <p:pic>
            <p:nvPicPr>
              <p:cNvPr id="243" name="Cerneală 242">
                <a:extLst>
                  <a:ext uri="{FF2B5EF4-FFF2-40B4-BE49-F238E27FC236}">
                    <a16:creationId xmlns:a16="http://schemas.microsoft.com/office/drawing/2014/main" id="{9B63447E-A797-40CA-93E5-7E936F559E9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728909" y="5948905"/>
                <a:ext cx="52164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4" name="Cerneală 243">
                <a:extLst>
                  <a:ext uri="{FF2B5EF4-FFF2-40B4-BE49-F238E27FC236}">
                    <a16:creationId xmlns:a16="http://schemas.microsoft.com/office/drawing/2014/main" id="{CE9FFB2A-93C9-41C8-B40D-2693162064DB}"/>
                  </a:ext>
                </a:extLst>
              </p14:cNvPr>
              <p14:cNvContentPartPr/>
              <p14:nvPr/>
            </p14:nvContentPartPr>
            <p14:xfrm>
              <a:off x="9340029" y="5932705"/>
              <a:ext cx="992880" cy="348120"/>
            </p14:xfrm>
          </p:contentPart>
        </mc:Choice>
        <mc:Fallback xmlns="">
          <p:pic>
            <p:nvPicPr>
              <p:cNvPr id="244" name="Cerneală 243">
                <a:extLst>
                  <a:ext uri="{FF2B5EF4-FFF2-40B4-BE49-F238E27FC236}">
                    <a16:creationId xmlns:a16="http://schemas.microsoft.com/office/drawing/2014/main" id="{CE9FFB2A-93C9-41C8-B40D-2693162064D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322036" y="5915065"/>
                <a:ext cx="1028507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45" name="Cerneală 244">
                <a:extLst>
                  <a:ext uri="{FF2B5EF4-FFF2-40B4-BE49-F238E27FC236}">
                    <a16:creationId xmlns:a16="http://schemas.microsoft.com/office/drawing/2014/main" id="{576D0D14-B1FD-4CC3-9CF9-93CE73E972CA}"/>
                  </a:ext>
                </a:extLst>
              </p14:cNvPr>
              <p14:cNvContentPartPr/>
              <p14:nvPr/>
            </p14:nvContentPartPr>
            <p14:xfrm>
              <a:off x="7842069" y="5991745"/>
              <a:ext cx="1167480" cy="396360"/>
            </p14:xfrm>
          </p:contentPart>
        </mc:Choice>
        <mc:Fallback xmlns="">
          <p:pic>
            <p:nvPicPr>
              <p:cNvPr id="245" name="Cerneală 244">
                <a:extLst>
                  <a:ext uri="{FF2B5EF4-FFF2-40B4-BE49-F238E27FC236}">
                    <a16:creationId xmlns:a16="http://schemas.microsoft.com/office/drawing/2014/main" id="{576D0D14-B1FD-4CC3-9CF9-93CE73E972C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24069" y="5973761"/>
                <a:ext cx="1203120" cy="4319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47" name="Cerneală 246">
                <a:extLst>
                  <a:ext uri="{FF2B5EF4-FFF2-40B4-BE49-F238E27FC236}">
                    <a16:creationId xmlns:a16="http://schemas.microsoft.com/office/drawing/2014/main" id="{D32152AF-23B6-4B0A-9C5D-A48D3B5EEFB6}"/>
                  </a:ext>
                </a:extLst>
              </p14:cNvPr>
              <p14:cNvContentPartPr/>
              <p14:nvPr/>
            </p14:nvContentPartPr>
            <p14:xfrm>
              <a:off x="7916589" y="5721745"/>
              <a:ext cx="3916800" cy="44280"/>
            </p14:xfrm>
          </p:contentPart>
        </mc:Choice>
        <mc:Fallback xmlns="">
          <p:pic>
            <p:nvPicPr>
              <p:cNvPr id="247" name="Cerneală 246">
                <a:extLst>
                  <a:ext uri="{FF2B5EF4-FFF2-40B4-BE49-F238E27FC236}">
                    <a16:creationId xmlns:a16="http://schemas.microsoft.com/office/drawing/2014/main" id="{D32152AF-23B6-4B0A-9C5D-A48D3B5EEFB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898591" y="5704105"/>
                <a:ext cx="3952437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57" name="Cerneală 256">
                <a:extLst>
                  <a:ext uri="{FF2B5EF4-FFF2-40B4-BE49-F238E27FC236}">
                    <a16:creationId xmlns:a16="http://schemas.microsoft.com/office/drawing/2014/main" id="{5D49191C-DDA7-4915-A3CF-2BA5E4D42D0B}"/>
                  </a:ext>
                </a:extLst>
              </p14:cNvPr>
              <p14:cNvContentPartPr/>
              <p14:nvPr/>
            </p14:nvContentPartPr>
            <p14:xfrm>
              <a:off x="3856869" y="6608785"/>
              <a:ext cx="242280" cy="105840"/>
            </p14:xfrm>
          </p:contentPart>
        </mc:Choice>
        <mc:Fallback xmlns="">
          <p:pic>
            <p:nvPicPr>
              <p:cNvPr id="257" name="Cerneală 256">
                <a:extLst>
                  <a:ext uri="{FF2B5EF4-FFF2-40B4-BE49-F238E27FC236}">
                    <a16:creationId xmlns:a16="http://schemas.microsoft.com/office/drawing/2014/main" id="{5D49191C-DDA7-4915-A3CF-2BA5E4D42D0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838869" y="6590785"/>
                <a:ext cx="27792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61" name="Cerneală 260">
                <a:extLst>
                  <a:ext uri="{FF2B5EF4-FFF2-40B4-BE49-F238E27FC236}">
                    <a16:creationId xmlns:a16="http://schemas.microsoft.com/office/drawing/2014/main" id="{35CAB356-F0E4-461A-9244-430BEAF93431}"/>
                  </a:ext>
                </a:extLst>
              </p14:cNvPr>
              <p14:cNvContentPartPr/>
              <p14:nvPr/>
            </p14:nvContentPartPr>
            <p14:xfrm>
              <a:off x="1837989" y="6443905"/>
              <a:ext cx="1873440" cy="361080"/>
            </p14:xfrm>
          </p:contentPart>
        </mc:Choice>
        <mc:Fallback xmlns="">
          <p:pic>
            <p:nvPicPr>
              <p:cNvPr id="261" name="Cerneală 260">
                <a:extLst>
                  <a:ext uri="{FF2B5EF4-FFF2-40B4-BE49-F238E27FC236}">
                    <a16:creationId xmlns:a16="http://schemas.microsoft.com/office/drawing/2014/main" id="{35CAB356-F0E4-461A-9244-430BEAF9343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820349" y="6425923"/>
                <a:ext cx="1909080" cy="3966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67" name="Cerneală 266">
                <a:extLst>
                  <a:ext uri="{FF2B5EF4-FFF2-40B4-BE49-F238E27FC236}">
                    <a16:creationId xmlns:a16="http://schemas.microsoft.com/office/drawing/2014/main" id="{8E361C8C-1FD2-414E-A713-093DFE9E55A8}"/>
                  </a:ext>
                </a:extLst>
              </p14:cNvPr>
              <p14:cNvContentPartPr/>
              <p14:nvPr/>
            </p14:nvContentPartPr>
            <p14:xfrm>
              <a:off x="7629309" y="6588265"/>
              <a:ext cx="668880" cy="111600"/>
            </p14:xfrm>
          </p:contentPart>
        </mc:Choice>
        <mc:Fallback xmlns="">
          <p:pic>
            <p:nvPicPr>
              <p:cNvPr id="267" name="Cerneală 266">
                <a:extLst>
                  <a:ext uri="{FF2B5EF4-FFF2-40B4-BE49-F238E27FC236}">
                    <a16:creationId xmlns:a16="http://schemas.microsoft.com/office/drawing/2014/main" id="{8E361C8C-1FD2-414E-A713-093DFE9E55A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611669" y="6570265"/>
                <a:ext cx="70452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68" name="Cerneală 267">
                <a:extLst>
                  <a:ext uri="{FF2B5EF4-FFF2-40B4-BE49-F238E27FC236}">
                    <a16:creationId xmlns:a16="http://schemas.microsoft.com/office/drawing/2014/main" id="{F384E61D-A8A9-44EB-995A-A17F7B8C098B}"/>
                  </a:ext>
                </a:extLst>
              </p14:cNvPr>
              <p14:cNvContentPartPr/>
              <p14:nvPr/>
            </p14:nvContentPartPr>
            <p14:xfrm>
              <a:off x="4490109" y="6394585"/>
              <a:ext cx="2715840" cy="299880"/>
            </p14:xfrm>
          </p:contentPart>
        </mc:Choice>
        <mc:Fallback xmlns="">
          <p:pic>
            <p:nvPicPr>
              <p:cNvPr id="268" name="Cerneală 267">
                <a:extLst>
                  <a:ext uri="{FF2B5EF4-FFF2-40B4-BE49-F238E27FC236}">
                    <a16:creationId xmlns:a16="http://schemas.microsoft.com/office/drawing/2014/main" id="{F384E61D-A8A9-44EB-995A-A17F7B8C098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472111" y="6376945"/>
                <a:ext cx="2751475" cy="33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96945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ine 14">
            <a:extLst>
              <a:ext uri="{FF2B5EF4-FFF2-40B4-BE49-F238E27FC236}">
                <a16:creationId xmlns:a16="http://schemas.microsoft.com/office/drawing/2014/main" id="{3BF9DFAD-E832-4C0F-933B-42A92E259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685830"/>
            <a:ext cx="5889747" cy="22859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4B8243C9-4FC0-4DC7-93D7-67FA39488944}"/>
                  </a:ext>
                </a:extLst>
              </p14:cNvPr>
              <p14:cNvContentPartPr/>
              <p14:nvPr/>
            </p14:nvContentPartPr>
            <p14:xfrm>
              <a:off x="3852909" y="2790985"/>
              <a:ext cx="11880" cy="36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4B8243C9-4FC0-4DC7-93D7-67FA394889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34909" y="2772985"/>
                <a:ext cx="47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28E09DC3-04EC-488A-A708-1F789633AEED}"/>
                  </a:ext>
                </a:extLst>
              </p14:cNvPr>
              <p14:cNvContentPartPr/>
              <p14:nvPr/>
            </p14:nvContentPartPr>
            <p14:xfrm>
              <a:off x="870669" y="6047545"/>
              <a:ext cx="2463120" cy="3600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28E09DC3-04EC-488A-A708-1F789633AEE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3029" y="6029545"/>
                <a:ext cx="249876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6FA2C7A3-A750-4353-B47D-D783DB2A05F1}"/>
                  </a:ext>
                </a:extLst>
              </p14:cNvPr>
              <p14:cNvContentPartPr/>
              <p14:nvPr/>
            </p14:nvContentPartPr>
            <p14:xfrm>
              <a:off x="688149" y="2636905"/>
              <a:ext cx="2966040" cy="331920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6FA2C7A3-A750-4353-B47D-D783DB2A05F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0149" y="2619265"/>
                <a:ext cx="3001680" cy="335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201BC226-CDC6-4A28-9CF2-0AFC9EF30688}"/>
                  </a:ext>
                </a:extLst>
              </p14:cNvPr>
              <p14:cNvContentPartPr/>
              <p14:nvPr/>
            </p14:nvContentPartPr>
            <p14:xfrm>
              <a:off x="7757469" y="2810065"/>
              <a:ext cx="360" cy="36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201BC226-CDC6-4A28-9CF2-0AFC9EF3068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39829" y="279242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E2282860-B4FA-4902-9857-C66935D70FB9}"/>
                  </a:ext>
                </a:extLst>
              </p14:cNvPr>
              <p14:cNvContentPartPr/>
              <p14:nvPr/>
            </p14:nvContentPartPr>
            <p14:xfrm>
              <a:off x="9422829" y="665545"/>
              <a:ext cx="2386800" cy="105300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E2282860-B4FA-4902-9857-C66935D70FB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405189" y="647905"/>
                <a:ext cx="2422440" cy="10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2B089426-7F4B-4DAA-83C3-CB6FABBE7A0F}"/>
                  </a:ext>
                </a:extLst>
              </p14:cNvPr>
              <p14:cNvContentPartPr/>
              <p14:nvPr/>
            </p14:nvContentPartPr>
            <p14:xfrm>
              <a:off x="6858909" y="572665"/>
              <a:ext cx="2055240" cy="107244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2B089426-7F4B-4DAA-83C3-CB6FABBE7A0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841269" y="554671"/>
                <a:ext cx="2090880" cy="110806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67079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ine 5">
            <a:extLst>
              <a:ext uri="{FF2B5EF4-FFF2-40B4-BE49-F238E27FC236}">
                <a16:creationId xmlns:a16="http://schemas.microsoft.com/office/drawing/2014/main" id="{F2C83D60-4094-4B76-97CC-EB5A38935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960147"/>
            <a:ext cx="6479106" cy="23774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11" name="Cerneală 210">
                <a:extLst>
                  <a:ext uri="{FF2B5EF4-FFF2-40B4-BE49-F238E27FC236}">
                    <a16:creationId xmlns:a16="http://schemas.microsoft.com/office/drawing/2014/main" id="{6292884B-E9F7-4C24-8B78-961505F6595E}"/>
                  </a:ext>
                </a:extLst>
              </p14:cNvPr>
              <p14:cNvContentPartPr/>
              <p14:nvPr/>
            </p14:nvContentPartPr>
            <p14:xfrm>
              <a:off x="2121309" y="4553545"/>
              <a:ext cx="972720" cy="2135520"/>
            </p14:xfrm>
          </p:contentPart>
        </mc:Choice>
        <mc:Fallback xmlns="">
          <p:pic>
            <p:nvPicPr>
              <p:cNvPr id="211" name="Cerneală 210">
                <a:extLst>
                  <a:ext uri="{FF2B5EF4-FFF2-40B4-BE49-F238E27FC236}">
                    <a16:creationId xmlns:a16="http://schemas.microsoft.com/office/drawing/2014/main" id="{6292884B-E9F7-4C24-8B78-961505F659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67669" y="4445545"/>
                <a:ext cx="1080360" cy="235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2" name="Cerneală 211">
                <a:extLst>
                  <a:ext uri="{FF2B5EF4-FFF2-40B4-BE49-F238E27FC236}">
                    <a16:creationId xmlns:a16="http://schemas.microsoft.com/office/drawing/2014/main" id="{9D827130-2F07-47E0-9D76-12270A739ACA}"/>
                  </a:ext>
                </a:extLst>
              </p14:cNvPr>
              <p14:cNvContentPartPr/>
              <p14:nvPr/>
            </p14:nvContentPartPr>
            <p14:xfrm>
              <a:off x="3932109" y="4575808"/>
              <a:ext cx="961560" cy="2098080"/>
            </p14:xfrm>
          </p:contentPart>
        </mc:Choice>
        <mc:Fallback xmlns="">
          <p:pic>
            <p:nvPicPr>
              <p:cNvPr id="212" name="Cerneală 211">
                <a:extLst>
                  <a:ext uri="{FF2B5EF4-FFF2-40B4-BE49-F238E27FC236}">
                    <a16:creationId xmlns:a16="http://schemas.microsoft.com/office/drawing/2014/main" id="{9D827130-2F07-47E0-9D76-12270A739AC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78469" y="4468168"/>
                <a:ext cx="1069200" cy="231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3" name="Cerneală 212">
                <a:extLst>
                  <a:ext uri="{FF2B5EF4-FFF2-40B4-BE49-F238E27FC236}">
                    <a16:creationId xmlns:a16="http://schemas.microsoft.com/office/drawing/2014/main" id="{B1730264-D980-47B2-AE4B-DFB8F8FFD698}"/>
                  </a:ext>
                </a:extLst>
              </p14:cNvPr>
              <p14:cNvContentPartPr/>
              <p14:nvPr/>
            </p14:nvContentPartPr>
            <p14:xfrm>
              <a:off x="3060549" y="5540248"/>
              <a:ext cx="622800" cy="32040"/>
            </p14:xfrm>
          </p:contentPart>
        </mc:Choice>
        <mc:Fallback xmlns="">
          <p:pic>
            <p:nvPicPr>
              <p:cNvPr id="213" name="Cerneală 212">
                <a:extLst>
                  <a:ext uri="{FF2B5EF4-FFF2-40B4-BE49-F238E27FC236}">
                    <a16:creationId xmlns:a16="http://schemas.microsoft.com/office/drawing/2014/main" id="{B1730264-D980-47B2-AE4B-DFB8F8FFD69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06909" y="5432248"/>
                <a:ext cx="73044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4" name="Cerneală 213">
                <a:extLst>
                  <a:ext uri="{FF2B5EF4-FFF2-40B4-BE49-F238E27FC236}">
                    <a16:creationId xmlns:a16="http://schemas.microsoft.com/office/drawing/2014/main" id="{659ED308-A570-49E7-9256-C0075F45DAC3}"/>
                  </a:ext>
                </a:extLst>
              </p14:cNvPr>
              <p14:cNvContentPartPr/>
              <p14:nvPr/>
            </p14:nvContentPartPr>
            <p14:xfrm>
              <a:off x="3556269" y="5409208"/>
              <a:ext cx="212040" cy="358200"/>
            </p14:xfrm>
          </p:contentPart>
        </mc:Choice>
        <mc:Fallback xmlns="">
          <p:pic>
            <p:nvPicPr>
              <p:cNvPr id="214" name="Cerneală 213">
                <a:extLst>
                  <a:ext uri="{FF2B5EF4-FFF2-40B4-BE49-F238E27FC236}">
                    <a16:creationId xmlns:a16="http://schemas.microsoft.com/office/drawing/2014/main" id="{659ED308-A570-49E7-9256-C0075F45DAC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02269" y="5301568"/>
                <a:ext cx="319680" cy="57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5" name="Cerneală 214">
                <a:extLst>
                  <a:ext uri="{FF2B5EF4-FFF2-40B4-BE49-F238E27FC236}">
                    <a16:creationId xmlns:a16="http://schemas.microsoft.com/office/drawing/2014/main" id="{02F43D7B-9BD4-4014-A48A-E5DAB025EAAD}"/>
                  </a:ext>
                </a:extLst>
              </p14:cNvPr>
              <p14:cNvContentPartPr/>
              <p14:nvPr/>
            </p14:nvContentPartPr>
            <p14:xfrm>
              <a:off x="3006549" y="5356288"/>
              <a:ext cx="256320" cy="294480"/>
            </p14:xfrm>
          </p:contentPart>
        </mc:Choice>
        <mc:Fallback xmlns="">
          <p:pic>
            <p:nvPicPr>
              <p:cNvPr id="215" name="Cerneală 214">
                <a:extLst>
                  <a:ext uri="{FF2B5EF4-FFF2-40B4-BE49-F238E27FC236}">
                    <a16:creationId xmlns:a16="http://schemas.microsoft.com/office/drawing/2014/main" id="{02F43D7B-9BD4-4014-A48A-E5DAB025EAA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52909" y="5248288"/>
                <a:ext cx="363960" cy="51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6" name="Cerneală 215">
                <a:extLst>
                  <a:ext uri="{FF2B5EF4-FFF2-40B4-BE49-F238E27FC236}">
                    <a16:creationId xmlns:a16="http://schemas.microsoft.com/office/drawing/2014/main" id="{63AE9A9D-3D22-4653-9AFB-1A7D857D8D7E}"/>
                  </a:ext>
                </a:extLst>
              </p14:cNvPr>
              <p14:cNvContentPartPr/>
              <p14:nvPr/>
            </p14:nvContentPartPr>
            <p14:xfrm>
              <a:off x="3070269" y="5654728"/>
              <a:ext cx="218160" cy="126360"/>
            </p14:xfrm>
          </p:contentPart>
        </mc:Choice>
        <mc:Fallback xmlns="">
          <p:pic>
            <p:nvPicPr>
              <p:cNvPr id="216" name="Cerneală 215">
                <a:extLst>
                  <a:ext uri="{FF2B5EF4-FFF2-40B4-BE49-F238E27FC236}">
                    <a16:creationId xmlns:a16="http://schemas.microsoft.com/office/drawing/2014/main" id="{63AE9A9D-3D22-4653-9AFB-1A7D857D8D7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016269" y="5547088"/>
                <a:ext cx="32580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17" name="Cerneală 216">
                <a:extLst>
                  <a:ext uri="{FF2B5EF4-FFF2-40B4-BE49-F238E27FC236}">
                    <a16:creationId xmlns:a16="http://schemas.microsoft.com/office/drawing/2014/main" id="{64C8D1B8-DE98-4BE6-9E7C-E4D409F481C3}"/>
                  </a:ext>
                </a:extLst>
              </p14:cNvPr>
              <p14:cNvContentPartPr/>
              <p14:nvPr/>
            </p14:nvContentPartPr>
            <p14:xfrm>
              <a:off x="3257829" y="5206888"/>
              <a:ext cx="43200" cy="402120"/>
            </p14:xfrm>
          </p:contentPart>
        </mc:Choice>
        <mc:Fallback xmlns="">
          <p:pic>
            <p:nvPicPr>
              <p:cNvPr id="217" name="Cerneală 216">
                <a:extLst>
                  <a:ext uri="{FF2B5EF4-FFF2-40B4-BE49-F238E27FC236}">
                    <a16:creationId xmlns:a16="http://schemas.microsoft.com/office/drawing/2014/main" id="{64C8D1B8-DE98-4BE6-9E7C-E4D409F481C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203829" y="5099248"/>
                <a:ext cx="150840" cy="61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8" name="Cerneală 217">
                <a:extLst>
                  <a:ext uri="{FF2B5EF4-FFF2-40B4-BE49-F238E27FC236}">
                    <a16:creationId xmlns:a16="http://schemas.microsoft.com/office/drawing/2014/main" id="{D5EA1143-B2F4-4673-B387-58BD0E3484DF}"/>
                  </a:ext>
                </a:extLst>
              </p14:cNvPr>
              <p14:cNvContentPartPr/>
              <p14:nvPr/>
            </p14:nvContentPartPr>
            <p14:xfrm>
              <a:off x="7401429" y="4638808"/>
              <a:ext cx="1108800" cy="892800"/>
            </p14:xfrm>
          </p:contentPart>
        </mc:Choice>
        <mc:Fallback xmlns="">
          <p:pic>
            <p:nvPicPr>
              <p:cNvPr id="218" name="Cerneală 217">
                <a:extLst>
                  <a:ext uri="{FF2B5EF4-FFF2-40B4-BE49-F238E27FC236}">
                    <a16:creationId xmlns:a16="http://schemas.microsoft.com/office/drawing/2014/main" id="{D5EA1143-B2F4-4673-B387-58BD0E3484D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383429" y="4602808"/>
                <a:ext cx="1144440" cy="9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19" name="Cerneală 218">
                <a:extLst>
                  <a:ext uri="{FF2B5EF4-FFF2-40B4-BE49-F238E27FC236}">
                    <a16:creationId xmlns:a16="http://schemas.microsoft.com/office/drawing/2014/main" id="{BC2E7C52-7B22-48FF-943E-9068E11CA5D6}"/>
                  </a:ext>
                </a:extLst>
              </p14:cNvPr>
              <p14:cNvContentPartPr/>
              <p14:nvPr/>
            </p14:nvContentPartPr>
            <p14:xfrm>
              <a:off x="7667829" y="4852648"/>
              <a:ext cx="176760" cy="393480"/>
            </p14:xfrm>
          </p:contentPart>
        </mc:Choice>
        <mc:Fallback xmlns="">
          <p:pic>
            <p:nvPicPr>
              <p:cNvPr id="219" name="Cerneală 218">
                <a:extLst>
                  <a:ext uri="{FF2B5EF4-FFF2-40B4-BE49-F238E27FC236}">
                    <a16:creationId xmlns:a16="http://schemas.microsoft.com/office/drawing/2014/main" id="{BC2E7C52-7B22-48FF-943E-9068E11CA5D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650189" y="4817008"/>
                <a:ext cx="212400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20" name="Cerneală 219">
                <a:extLst>
                  <a:ext uri="{FF2B5EF4-FFF2-40B4-BE49-F238E27FC236}">
                    <a16:creationId xmlns:a16="http://schemas.microsoft.com/office/drawing/2014/main" id="{97FF6908-DBE5-482D-9A6A-7F98A5E2228C}"/>
                  </a:ext>
                </a:extLst>
              </p14:cNvPr>
              <p14:cNvContentPartPr/>
              <p14:nvPr/>
            </p14:nvContentPartPr>
            <p14:xfrm>
              <a:off x="7988589" y="4990168"/>
              <a:ext cx="135000" cy="15120"/>
            </p14:xfrm>
          </p:contentPart>
        </mc:Choice>
        <mc:Fallback xmlns="">
          <p:pic>
            <p:nvPicPr>
              <p:cNvPr id="220" name="Cerneală 219">
                <a:extLst>
                  <a:ext uri="{FF2B5EF4-FFF2-40B4-BE49-F238E27FC236}">
                    <a16:creationId xmlns:a16="http://schemas.microsoft.com/office/drawing/2014/main" id="{97FF6908-DBE5-482D-9A6A-7F98A5E2228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970589" y="4954168"/>
                <a:ext cx="1706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21" name="Cerneală 220">
                <a:extLst>
                  <a:ext uri="{FF2B5EF4-FFF2-40B4-BE49-F238E27FC236}">
                    <a16:creationId xmlns:a16="http://schemas.microsoft.com/office/drawing/2014/main" id="{F8E56841-9502-4EAC-9446-1F69BD61ED0B}"/>
                  </a:ext>
                </a:extLst>
              </p14:cNvPr>
              <p14:cNvContentPartPr/>
              <p14:nvPr/>
            </p14:nvContentPartPr>
            <p14:xfrm>
              <a:off x="7993629" y="5110768"/>
              <a:ext cx="176040" cy="5400"/>
            </p14:xfrm>
          </p:contentPart>
        </mc:Choice>
        <mc:Fallback xmlns="">
          <p:pic>
            <p:nvPicPr>
              <p:cNvPr id="221" name="Cerneală 220">
                <a:extLst>
                  <a:ext uri="{FF2B5EF4-FFF2-40B4-BE49-F238E27FC236}">
                    <a16:creationId xmlns:a16="http://schemas.microsoft.com/office/drawing/2014/main" id="{F8E56841-9502-4EAC-9446-1F69BD61ED0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975989" y="5075128"/>
                <a:ext cx="21168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22" name="Cerneală 221">
                <a:extLst>
                  <a:ext uri="{FF2B5EF4-FFF2-40B4-BE49-F238E27FC236}">
                    <a16:creationId xmlns:a16="http://schemas.microsoft.com/office/drawing/2014/main" id="{B2078994-EAE0-4C65-A316-E6194CB41D17}"/>
                  </a:ext>
                </a:extLst>
              </p14:cNvPr>
              <p14:cNvContentPartPr/>
              <p14:nvPr/>
            </p14:nvContentPartPr>
            <p14:xfrm>
              <a:off x="8242029" y="4910608"/>
              <a:ext cx="208440" cy="244440"/>
            </p14:xfrm>
          </p:contentPart>
        </mc:Choice>
        <mc:Fallback xmlns="">
          <p:pic>
            <p:nvPicPr>
              <p:cNvPr id="222" name="Cerneală 221">
                <a:extLst>
                  <a:ext uri="{FF2B5EF4-FFF2-40B4-BE49-F238E27FC236}">
                    <a16:creationId xmlns:a16="http://schemas.microsoft.com/office/drawing/2014/main" id="{B2078994-EAE0-4C65-A316-E6194CB41D1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224029" y="4874968"/>
                <a:ext cx="24408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23" name="Cerneală 222">
                <a:extLst>
                  <a:ext uri="{FF2B5EF4-FFF2-40B4-BE49-F238E27FC236}">
                    <a16:creationId xmlns:a16="http://schemas.microsoft.com/office/drawing/2014/main" id="{15B6D553-A05E-477E-B6B3-ACAC6E8284DD}"/>
                  </a:ext>
                </a:extLst>
              </p14:cNvPr>
              <p14:cNvContentPartPr/>
              <p14:nvPr/>
            </p14:nvContentPartPr>
            <p14:xfrm>
              <a:off x="10229229" y="4584088"/>
              <a:ext cx="1111320" cy="1013760"/>
            </p14:xfrm>
          </p:contentPart>
        </mc:Choice>
        <mc:Fallback xmlns="">
          <p:pic>
            <p:nvPicPr>
              <p:cNvPr id="223" name="Cerneală 222">
                <a:extLst>
                  <a:ext uri="{FF2B5EF4-FFF2-40B4-BE49-F238E27FC236}">
                    <a16:creationId xmlns:a16="http://schemas.microsoft.com/office/drawing/2014/main" id="{15B6D553-A05E-477E-B6B3-ACAC6E8284D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211229" y="4548448"/>
                <a:ext cx="1146960" cy="10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24" name="Cerneală 223">
                <a:extLst>
                  <a:ext uri="{FF2B5EF4-FFF2-40B4-BE49-F238E27FC236}">
                    <a16:creationId xmlns:a16="http://schemas.microsoft.com/office/drawing/2014/main" id="{E032F9C5-0EF4-4AEF-8CE7-9E9CF6BC32DC}"/>
                  </a:ext>
                </a:extLst>
              </p14:cNvPr>
              <p14:cNvContentPartPr/>
              <p14:nvPr/>
            </p14:nvContentPartPr>
            <p14:xfrm>
              <a:off x="10400589" y="4854088"/>
              <a:ext cx="253080" cy="453960"/>
            </p14:xfrm>
          </p:contentPart>
        </mc:Choice>
        <mc:Fallback xmlns="">
          <p:pic>
            <p:nvPicPr>
              <p:cNvPr id="224" name="Cerneală 223">
                <a:extLst>
                  <a:ext uri="{FF2B5EF4-FFF2-40B4-BE49-F238E27FC236}">
                    <a16:creationId xmlns:a16="http://schemas.microsoft.com/office/drawing/2014/main" id="{E032F9C5-0EF4-4AEF-8CE7-9E9CF6BC32D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382589" y="4818448"/>
                <a:ext cx="288720" cy="52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25" name="Cerneală 224">
                <a:extLst>
                  <a:ext uri="{FF2B5EF4-FFF2-40B4-BE49-F238E27FC236}">
                    <a16:creationId xmlns:a16="http://schemas.microsoft.com/office/drawing/2014/main" id="{1566B8E2-9C87-4152-A3EF-D58C44E53595}"/>
                  </a:ext>
                </a:extLst>
              </p14:cNvPr>
              <p14:cNvContentPartPr/>
              <p14:nvPr/>
            </p14:nvContentPartPr>
            <p14:xfrm>
              <a:off x="10785069" y="5053168"/>
              <a:ext cx="127800" cy="14760"/>
            </p14:xfrm>
          </p:contentPart>
        </mc:Choice>
        <mc:Fallback xmlns="">
          <p:pic>
            <p:nvPicPr>
              <p:cNvPr id="225" name="Cerneală 224">
                <a:extLst>
                  <a:ext uri="{FF2B5EF4-FFF2-40B4-BE49-F238E27FC236}">
                    <a16:creationId xmlns:a16="http://schemas.microsoft.com/office/drawing/2014/main" id="{1566B8E2-9C87-4152-A3EF-D58C44E5359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767069" y="5017168"/>
                <a:ext cx="16344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26" name="Cerneală 225">
                <a:extLst>
                  <a:ext uri="{FF2B5EF4-FFF2-40B4-BE49-F238E27FC236}">
                    <a16:creationId xmlns:a16="http://schemas.microsoft.com/office/drawing/2014/main" id="{80C88FB5-0C3F-401E-93BC-173E1643059F}"/>
                  </a:ext>
                </a:extLst>
              </p14:cNvPr>
              <p14:cNvContentPartPr/>
              <p14:nvPr/>
            </p14:nvContentPartPr>
            <p14:xfrm>
              <a:off x="10775349" y="5149288"/>
              <a:ext cx="154080" cy="34920"/>
            </p14:xfrm>
          </p:contentPart>
        </mc:Choice>
        <mc:Fallback xmlns="">
          <p:pic>
            <p:nvPicPr>
              <p:cNvPr id="226" name="Cerneală 225">
                <a:extLst>
                  <a:ext uri="{FF2B5EF4-FFF2-40B4-BE49-F238E27FC236}">
                    <a16:creationId xmlns:a16="http://schemas.microsoft.com/office/drawing/2014/main" id="{80C88FB5-0C3F-401E-93BC-173E1643059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757349" y="5113288"/>
                <a:ext cx="18972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27" name="Cerneală 226">
                <a:extLst>
                  <a:ext uri="{FF2B5EF4-FFF2-40B4-BE49-F238E27FC236}">
                    <a16:creationId xmlns:a16="http://schemas.microsoft.com/office/drawing/2014/main" id="{F9D6674F-0E22-44BF-8140-0D0932531C7B}"/>
                  </a:ext>
                </a:extLst>
              </p14:cNvPr>
              <p14:cNvContentPartPr/>
              <p14:nvPr/>
            </p14:nvContentPartPr>
            <p14:xfrm>
              <a:off x="11083509" y="4953448"/>
              <a:ext cx="46440" cy="269280"/>
            </p14:xfrm>
          </p:contentPart>
        </mc:Choice>
        <mc:Fallback xmlns="">
          <p:pic>
            <p:nvPicPr>
              <p:cNvPr id="227" name="Cerneală 226">
                <a:extLst>
                  <a:ext uri="{FF2B5EF4-FFF2-40B4-BE49-F238E27FC236}">
                    <a16:creationId xmlns:a16="http://schemas.microsoft.com/office/drawing/2014/main" id="{F9D6674F-0E22-44BF-8140-0D0932531C7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1065509" y="4917448"/>
                <a:ext cx="8208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28" name="Cerneală 227">
                <a:extLst>
                  <a:ext uri="{FF2B5EF4-FFF2-40B4-BE49-F238E27FC236}">
                    <a16:creationId xmlns:a16="http://schemas.microsoft.com/office/drawing/2014/main" id="{C5677823-CDCB-49E6-A997-B5FFC5B483EF}"/>
                  </a:ext>
                </a:extLst>
              </p14:cNvPr>
              <p14:cNvContentPartPr/>
              <p14:nvPr/>
            </p14:nvContentPartPr>
            <p14:xfrm>
              <a:off x="6383709" y="4635208"/>
              <a:ext cx="1167840" cy="1068120"/>
            </p14:xfrm>
          </p:contentPart>
        </mc:Choice>
        <mc:Fallback xmlns="">
          <p:pic>
            <p:nvPicPr>
              <p:cNvPr id="228" name="Cerneală 227">
                <a:extLst>
                  <a:ext uri="{FF2B5EF4-FFF2-40B4-BE49-F238E27FC236}">
                    <a16:creationId xmlns:a16="http://schemas.microsoft.com/office/drawing/2014/main" id="{C5677823-CDCB-49E6-A997-B5FFC5B483E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365709" y="4599568"/>
                <a:ext cx="1203480" cy="11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29" name="Cerneală 228">
                <a:extLst>
                  <a:ext uri="{FF2B5EF4-FFF2-40B4-BE49-F238E27FC236}">
                    <a16:creationId xmlns:a16="http://schemas.microsoft.com/office/drawing/2014/main" id="{16D5810C-FCEF-4FA5-BADF-83C6F2B4B28B}"/>
                  </a:ext>
                </a:extLst>
              </p14:cNvPr>
              <p14:cNvContentPartPr/>
              <p14:nvPr/>
            </p14:nvContentPartPr>
            <p14:xfrm>
              <a:off x="6263469" y="4863088"/>
              <a:ext cx="365760" cy="243720"/>
            </p14:xfrm>
          </p:contentPart>
        </mc:Choice>
        <mc:Fallback xmlns="">
          <p:pic>
            <p:nvPicPr>
              <p:cNvPr id="229" name="Cerneală 228">
                <a:extLst>
                  <a:ext uri="{FF2B5EF4-FFF2-40B4-BE49-F238E27FC236}">
                    <a16:creationId xmlns:a16="http://schemas.microsoft.com/office/drawing/2014/main" id="{16D5810C-FCEF-4FA5-BADF-83C6F2B4B28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245469" y="4827088"/>
                <a:ext cx="40140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30" name="Cerneală 229">
                <a:extLst>
                  <a:ext uri="{FF2B5EF4-FFF2-40B4-BE49-F238E27FC236}">
                    <a16:creationId xmlns:a16="http://schemas.microsoft.com/office/drawing/2014/main" id="{2A640284-A1C8-438E-A5DD-D51FF719B14A}"/>
                  </a:ext>
                </a:extLst>
              </p14:cNvPr>
              <p14:cNvContentPartPr/>
              <p14:nvPr/>
            </p14:nvContentPartPr>
            <p14:xfrm>
              <a:off x="5818149" y="5587048"/>
              <a:ext cx="54720" cy="310680"/>
            </p14:xfrm>
          </p:contentPart>
        </mc:Choice>
        <mc:Fallback xmlns="">
          <p:pic>
            <p:nvPicPr>
              <p:cNvPr id="230" name="Cerneală 229">
                <a:extLst>
                  <a:ext uri="{FF2B5EF4-FFF2-40B4-BE49-F238E27FC236}">
                    <a16:creationId xmlns:a16="http://schemas.microsoft.com/office/drawing/2014/main" id="{2A640284-A1C8-438E-A5DD-D51FF719B14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800509" y="5551408"/>
                <a:ext cx="9036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31" name="Cerneală 230">
                <a:extLst>
                  <a:ext uri="{FF2B5EF4-FFF2-40B4-BE49-F238E27FC236}">
                    <a16:creationId xmlns:a16="http://schemas.microsoft.com/office/drawing/2014/main" id="{33B75D98-CE64-4EB1-8695-B70FC2228E65}"/>
                  </a:ext>
                </a:extLst>
              </p14:cNvPr>
              <p14:cNvContentPartPr/>
              <p14:nvPr/>
            </p14:nvContentPartPr>
            <p14:xfrm>
              <a:off x="5831829" y="5592088"/>
              <a:ext cx="179280" cy="353880"/>
            </p14:xfrm>
          </p:contentPart>
        </mc:Choice>
        <mc:Fallback xmlns="">
          <p:pic>
            <p:nvPicPr>
              <p:cNvPr id="231" name="Cerneală 230">
                <a:extLst>
                  <a:ext uri="{FF2B5EF4-FFF2-40B4-BE49-F238E27FC236}">
                    <a16:creationId xmlns:a16="http://schemas.microsoft.com/office/drawing/2014/main" id="{33B75D98-CE64-4EB1-8695-B70FC2228E6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813829" y="5556448"/>
                <a:ext cx="214920" cy="42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32" name="Cerneală 231">
                <a:extLst>
                  <a:ext uri="{FF2B5EF4-FFF2-40B4-BE49-F238E27FC236}">
                    <a16:creationId xmlns:a16="http://schemas.microsoft.com/office/drawing/2014/main" id="{1BDA735A-CAA4-4A3B-9655-A29DBBB3B650}"/>
                  </a:ext>
                </a:extLst>
              </p14:cNvPr>
              <p14:cNvContentPartPr/>
              <p14:nvPr/>
            </p14:nvContentPartPr>
            <p14:xfrm>
              <a:off x="6092469" y="5669128"/>
              <a:ext cx="134280" cy="38880"/>
            </p14:xfrm>
          </p:contentPart>
        </mc:Choice>
        <mc:Fallback xmlns="">
          <p:pic>
            <p:nvPicPr>
              <p:cNvPr id="232" name="Cerneală 231">
                <a:extLst>
                  <a:ext uri="{FF2B5EF4-FFF2-40B4-BE49-F238E27FC236}">
                    <a16:creationId xmlns:a16="http://schemas.microsoft.com/office/drawing/2014/main" id="{1BDA735A-CAA4-4A3B-9655-A29DBBB3B650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074829" y="5633488"/>
                <a:ext cx="16992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33" name="Cerneală 232">
                <a:extLst>
                  <a:ext uri="{FF2B5EF4-FFF2-40B4-BE49-F238E27FC236}">
                    <a16:creationId xmlns:a16="http://schemas.microsoft.com/office/drawing/2014/main" id="{ED5956EE-DFB9-4F5F-BD54-287A7B6641B1}"/>
                  </a:ext>
                </a:extLst>
              </p14:cNvPr>
              <p14:cNvContentPartPr/>
              <p14:nvPr/>
            </p14:nvContentPartPr>
            <p14:xfrm>
              <a:off x="6097149" y="5775688"/>
              <a:ext cx="158040" cy="24120"/>
            </p14:xfrm>
          </p:contentPart>
        </mc:Choice>
        <mc:Fallback xmlns="">
          <p:pic>
            <p:nvPicPr>
              <p:cNvPr id="233" name="Cerneală 232">
                <a:extLst>
                  <a:ext uri="{FF2B5EF4-FFF2-40B4-BE49-F238E27FC236}">
                    <a16:creationId xmlns:a16="http://schemas.microsoft.com/office/drawing/2014/main" id="{ED5956EE-DFB9-4F5F-BD54-287A7B6641B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079509" y="5739688"/>
                <a:ext cx="19368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34" name="Cerneală 233">
                <a:extLst>
                  <a:ext uri="{FF2B5EF4-FFF2-40B4-BE49-F238E27FC236}">
                    <a16:creationId xmlns:a16="http://schemas.microsoft.com/office/drawing/2014/main" id="{E35DEAD9-2D9E-4809-B3F5-E323F4E375FE}"/>
                  </a:ext>
                </a:extLst>
              </p14:cNvPr>
              <p14:cNvContentPartPr/>
              <p14:nvPr/>
            </p14:nvContentPartPr>
            <p14:xfrm>
              <a:off x="6360669" y="5625208"/>
              <a:ext cx="184320" cy="188640"/>
            </p14:xfrm>
          </p:contentPart>
        </mc:Choice>
        <mc:Fallback xmlns="">
          <p:pic>
            <p:nvPicPr>
              <p:cNvPr id="234" name="Cerneală 233">
                <a:extLst>
                  <a:ext uri="{FF2B5EF4-FFF2-40B4-BE49-F238E27FC236}">
                    <a16:creationId xmlns:a16="http://schemas.microsoft.com/office/drawing/2014/main" id="{E35DEAD9-2D9E-4809-B3F5-E323F4E375FE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342669" y="5589208"/>
                <a:ext cx="21996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35" name="Cerneală 234">
                <a:extLst>
                  <a:ext uri="{FF2B5EF4-FFF2-40B4-BE49-F238E27FC236}">
                    <a16:creationId xmlns:a16="http://schemas.microsoft.com/office/drawing/2014/main" id="{72F42106-FAB7-4645-8280-A78866FC6980}"/>
                  </a:ext>
                </a:extLst>
              </p14:cNvPr>
              <p14:cNvContentPartPr/>
              <p14:nvPr/>
            </p14:nvContentPartPr>
            <p14:xfrm>
              <a:off x="7877709" y="3794248"/>
              <a:ext cx="1543320" cy="846000"/>
            </p14:xfrm>
          </p:contentPart>
        </mc:Choice>
        <mc:Fallback xmlns="">
          <p:pic>
            <p:nvPicPr>
              <p:cNvPr id="235" name="Cerneală 234">
                <a:extLst>
                  <a:ext uri="{FF2B5EF4-FFF2-40B4-BE49-F238E27FC236}">
                    <a16:creationId xmlns:a16="http://schemas.microsoft.com/office/drawing/2014/main" id="{72F42106-FAB7-4645-8280-A78866FC698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859709" y="3758248"/>
                <a:ext cx="1578960" cy="9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36" name="Cerneală 235">
                <a:extLst>
                  <a:ext uri="{FF2B5EF4-FFF2-40B4-BE49-F238E27FC236}">
                    <a16:creationId xmlns:a16="http://schemas.microsoft.com/office/drawing/2014/main" id="{86CC8879-EACF-468E-82BE-4D8B059E59AE}"/>
                  </a:ext>
                </a:extLst>
              </p14:cNvPr>
              <p14:cNvContentPartPr/>
              <p14:nvPr/>
            </p14:nvContentPartPr>
            <p14:xfrm>
              <a:off x="8330589" y="3445408"/>
              <a:ext cx="83520" cy="207360"/>
            </p14:xfrm>
          </p:contentPart>
        </mc:Choice>
        <mc:Fallback xmlns="">
          <p:pic>
            <p:nvPicPr>
              <p:cNvPr id="236" name="Cerneală 235">
                <a:extLst>
                  <a:ext uri="{FF2B5EF4-FFF2-40B4-BE49-F238E27FC236}">
                    <a16:creationId xmlns:a16="http://schemas.microsoft.com/office/drawing/2014/main" id="{86CC8879-EACF-468E-82BE-4D8B059E59AE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312589" y="3409768"/>
                <a:ext cx="11916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37" name="Cerneală 236">
                <a:extLst>
                  <a:ext uri="{FF2B5EF4-FFF2-40B4-BE49-F238E27FC236}">
                    <a16:creationId xmlns:a16="http://schemas.microsoft.com/office/drawing/2014/main" id="{F9A9A067-4F90-4962-8435-016CAB72D46F}"/>
                  </a:ext>
                </a:extLst>
              </p14:cNvPr>
              <p14:cNvContentPartPr/>
              <p14:nvPr/>
            </p14:nvContentPartPr>
            <p14:xfrm>
              <a:off x="8315469" y="3329848"/>
              <a:ext cx="286920" cy="382320"/>
            </p14:xfrm>
          </p:contentPart>
        </mc:Choice>
        <mc:Fallback xmlns="">
          <p:pic>
            <p:nvPicPr>
              <p:cNvPr id="237" name="Cerneală 236">
                <a:extLst>
                  <a:ext uri="{FF2B5EF4-FFF2-40B4-BE49-F238E27FC236}">
                    <a16:creationId xmlns:a16="http://schemas.microsoft.com/office/drawing/2014/main" id="{F9A9A067-4F90-4962-8435-016CAB72D46F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297829" y="3294208"/>
                <a:ext cx="322560" cy="45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38" name="Cerneală 237">
                <a:extLst>
                  <a:ext uri="{FF2B5EF4-FFF2-40B4-BE49-F238E27FC236}">
                    <a16:creationId xmlns:a16="http://schemas.microsoft.com/office/drawing/2014/main" id="{A5510184-7E35-43A0-8AF9-0883F3DDC785}"/>
                  </a:ext>
                </a:extLst>
              </p14:cNvPr>
              <p14:cNvContentPartPr/>
              <p14:nvPr/>
            </p14:nvContentPartPr>
            <p14:xfrm>
              <a:off x="8691309" y="3374128"/>
              <a:ext cx="150480" cy="19080"/>
            </p14:xfrm>
          </p:contentPart>
        </mc:Choice>
        <mc:Fallback xmlns="">
          <p:pic>
            <p:nvPicPr>
              <p:cNvPr id="238" name="Cerneală 237">
                <a:extLst>
                  <a:ext uri="{FF2B5EF4-FFF2-40B4-BE49-F238E27FC236}">
                    <a16:creationId xmlns:a16="http://schemas.microsoft.com/office/drawing/2014/main" id="{A5510184-7E35-43A0-8AF9-0883F3DDC785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673669" y="3338488"/>
                <a:ext cx="18612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239" name="Cerneală 238">
                <a:extLst>
                  <a:ext uri="{FF2B5EF4-FFF2-40B4-BE49-F238E27FC236}">
                    <a16:creationId xmlns:a16="http://schemas.microsoft.com/office/drawing/2014/main" id="{26A49EB8-063B-4A89-9892-32A483F0CC62}"/>
                  </a:ext>
                </a:extLst>
              </p14:cNvPr>
              <p14:cNvContentPartPr/>
              <p14:nvPr/>
            </p14:nvContentPartPr>
            <p14:xfrm>
              <a:off x="8706069" y="3481048"/>
              <a:ext cx="160920" cy="25200"/>
            </p14:xfrm>
          </p:contentPart>
        </mc:Choice>
        <mc:Fallback xmlns="">
          <p:pic>
            <p:nvPicPr>
              <p:cNvPr id="239" name="Cerneală 238">
                <a:extLst>
                  <a:ext uri="{FF2B5EF4-FFF2-40B4-BE49-F238E27FC236}">
                    <a16:creationId xmlns:a16="http://schemas.microsoft.com/office/drawing/2014/main" id="{26A49EB8-063B-4A89-9892-32A483F0CC62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8688069" y="3445408"/>
                <a:ext cx="19656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240" name="Cerneală 239">
                <a:extLst>
                  <a:ext uri="{FF2B5EF4-FFF2-40B4-BE49-F238E27FC236}">
                    <a16:creationId xmlns:a16="http://schemas.microsoft.com/office/drawing/2014/main" id="{BD3D3DC7-2435-45BA-B960-53EC9CBBC4EB}"/>
                  </a:ext>
                </a:extLst>
              </p14:cNvPr>
              <p14:cNvContentPartPr/>
              <p14:nvPr/>
            </p14:nvContentPartPr>
            <p14:xfrm>
              <a:off x="9008829" y="3284128"/>
              <a:ext cx="77400" cy="250200"/>
            </p14:xfrm>
          </p:contentPart>
        </mc:Choice>
        <mc:Fallback xmlns="">
          <p:pic>
            <p:nvPicPr>
              <p:cNvPr id="240" name="Cerneală 239">
                <a:extLst>
                  <a:ext uri="{FF2B5EF4-FFF2-40B4-BE49-F238E27FC236}">
                    <a16:creationId xmlns:a16="http://schemas.microsoft.com/office/drawing/2014/main" id="{BD3D3DC7-2435-45BA-B960-53EC9CBBC4EB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991189" y="3248488"/>
                <a:ext cx="11304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241" name="Cerneală 240">
                <a:extLst>
                  <a:ext uri="{FF2B5EF4-FFF2-40B4-BE49-F238E27FC236}">
                    <a16:creationId xmlns:a16="http://schemas.microsoft.com/office/drawing/2014/main" id="{9E6F0ACC-51A6-4E5B-9FCE-D30B4CA025A1}"/>
                  </a:ext>
                </a:extLst>
              </p14:cNvPr>
              <p14:cNvContentPartPr/>
              <p14:nvPr/>
            </p14:nvContentPartPr>
            <p14:xfrm>
              <a:off x="9018549" y="3502648"/>
              <a:ext cx="184680" cy="24840"/>
            </p14:xfrm>
          </p:contentPart>
        </mc:Choice>
        <mc:Fallback xmlns="">
          <p:pic>
            <p:nvPicPr>
              <p:cNvPr id="241" name="Cerneală 240">
                <a:extLst>
                  <a:ext uri="{FF2B5EF4-FFF2-40B4-BE49-F238E27FC236}">
                    <a16:creationId xmlns:a16="http://schemas.microsoft.com/office/drawing/2014/main" id="{9E6F0ACC-51A6-4E5B-9FCE-D30B4CA025A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000549" y="3467008"/>
                <a:ext cx="22032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242" name="Cerneală 241">
                <a:extLst>
                  <a:ext uri="{FF2B5EF4-FFF2-40B4-BE49-F238E27FC236}">
                    <a16:creationId xmlns:a16="http://schemas.microsoft.com/office/drawing/2014/main" id="{9CA00AAC-A797-4BAE-8C8D-5F633EB48F8A}"/>
                  </a:ext>
                </a:extLst>
              </p14:cNvPr>
              <p14:cNvContentPartPr/>
              <p14:nvPr/>
            </p14:nvContentPartPr>
            <p14:xfrm>
              <a:off x="9388989" y="3791368"/>
              <a:ext cx="1304640" cy="743400"/>
            </p14:xfrm>
          </p:contentPart>
        </mc:Choice>
        <mc:Fallback xmlns="">
          <p:pic>
            <p:nvPicPr>
              <p:cNvPr id="242" name="Cerneală 241">
                <a:extLst>
                  <a:ext uri="{FF2B5EF4-FFF2-40B4-BE49-F238E27FC236}">
                    <a16:creationId xmlns:a16="http://schemas.microsoft.com/office/drawing/2014/main" id="{9CA00AAC-A797-4BAE-8C8D-5F633EB48F8A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9371349" y="3755728"/>
                <a:ext cx="1340280" cy="81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243" name="Cerneală 242">
                <a:extLst>
                  <a:ext uri="{FF2B5EF4-FFF2-40B4-BE49-F238E27FC236}">
                    <a16:creationId xmlns:a16="http://schemas.microsoft.com/office/drawing/2014/main" id="{E6EE4241-271B-4A75-BE2E-8B6CA43BC32E}"/>
                  </a:ext>
                </a:extLst>
              </p14:cNvPr>
              <p14:cNvContentPartPr/>
              <p14:nvPr/>
            </p14:nvContentPartPr>
            <p14:xfrm>
              <a:off x="9541269" y="3719728"/>
              <a:ext cx="373680" cy="250200"/>
            </p14:xfrm>
          </p:contentPart>
        </mc:Choice>
        <mc:Fallback xmlns="">
          <p:pic>
            <p:nvPicPr>
              <p:cNvPr id="243" name="Cerneală 242">
                <a:extLst>
                  <a:ext uri="{FF2B5EF4-FFF2-40B4-BE49-F238E27FC236}">
                    <a16:creationId xmlns:a16="http://schemas.microsoft.com/office/drawing/2014/main" id="{E6EE4241-271B-4A75-BE2E-8B6CA43BC32E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9523269" y="3683728"/>
                <a:ext cx="40932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244" name="Cerneală 243">
                <a:extLst>
                  <a:ext uri="{FF2B5EF4-FFF2-40B4-BE49-F238E27FC236}">
                    <a16:creationId xmlns:a16="http://schemas.microsoft.com/office/drawing/2014/main" id="{75A93208-4C56-4CB8-AB7D-B6CD7D02DB3B}"/>
                  </a:ext>
                </a:extLst>
              </p14:cNvPr>
              <p14:cNvContentPartPr/>
              <p14:nvPr/>
            </p14:nvContentPartPr>
            <p14:xfrm>
              <a:off x="8407629" y="5375368"/>
              <a:ext cx="1872000" cy="226800"/>
            </p14:xfrm>
          </p:contentPart>
        </mc:Choice>
        <mc:Fallback xmlns="">
          <p:pic>
            <p:nvPicPr>
              <p:cNvPr id="244" name="Cerneală 243">
                <a:extLst>
                  <a:ext uri="{FF2B5EF4-FFF2-40B4-BE49-F238E27FC236}">
                    <a16:creationId xmlns:a16="http://schemas.microsoft.com/office/drawing/2014/main" id="{75A93208-4C56-4CB8-AB7D-B6CD7D02DB3B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8389989" y="5339728"/>
                <a:ext cx="190764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245" name="Cerneală 244">
                <a:extLst>
                  <a:ext uri="{FF2B5EF4-FFF2-40B4-BE49-F238E27FC236}">
                    <a16:creationId xmlns:a16="http://schemas.microsoft.com/office/drawing/2014/main" id="{761A75EC-5FED-4533-A1ED-0EC47931D333}"/>
                  </a:ext>
                </a:extLst>
              </p14:cNvPr>
              <p14:cNvContentPartPr/>
              <p14:nvPr/>
            </p14:nvContentPartPr>
            <p14:xfrm>
              <a:off x="8902989" y="5457808"/>
              <a:ext cx="360720" cy="77040"/>
            </p14:xfrm>
          </p:contentPart>
        </mc:Choice>
        <mc:Fallback xmlns="">
          <p:pic>
            <p:nvPicPr>
              <p:cNvPr id="245" name="Cerneală 244">
                <a:extLst>
                  <a:ext uri="{FF2B5EF4-FFF2-40B4-BE49-F238E27FC236}">
                    <a16:creationId xmlns:a16="http://schemas.microsoft.com/office/drawing/2014/main" id="{761A75EC-5FED-4533-A1ED-0EC47931D333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885349" y="5421808"/>
                <a:ext cx="39636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246" name="Cerneală 245">
                <a:extLst>
                  <a:ext uri="{FF2B5EF4-FFF2-40B4-BE49-F238E27FC236}">
                    <a16:creationId xmlns:a16="http://schemas.microsoft.com/office/drawing/2014/main" id="{69D10ED3-44C2-470D-9332-08981CC3ACC2}"/>
                  </a:ext>
                </a:extLst>
              </p14:cNvPr>
              <p14:cNvContentPartPr/>
              <p14:nvPr/>
            </p14:nvContentPartPr>
            <p14:xfrm>
              <a:off x="8893269" y="5456008"/>
              <a:ext cx="322920" cy="322200"/>
            </p14:xfrm>
          </p:contentPart>
        </mc:Choice>
        <mc:Fallback xmlns="">
          <p:pic>
            <p:nvPicPr>
              <p:cNvPr id="246" name="Cerneală 245">
                <a:extLst>
                  <a:ext uri="{FF2B5EF4-FFF2-40B4-BE49-F238E27FC236}">
                    <a16:creationId xmlns:a16="http://schemas.microsoft.com/office/drawing/2014/main" id="{69D10ED3-44C2-470D-9332-08981CC3ACC2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8875629" y="5420008"/>
                <a:ext cx="358560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247" name="Cerneală 246">
                <a:extLst>
                  <a:ext uri="{FF2B5EF4-FFF2-40B4-BE49-F238E27FC236}">
                    <a16:creationId xmlns:a16="http://schemas.microsoft.com/office/drawing/2014/main" id="{F4E79136-BEEF-47D5-82D0-7A63CCD8CC16}"/>
                  </a:ext>
                </a:extLst>
              </p14:cNvPr>
              <p14:cNvContentPartPr/>
              <p14:nvPr/>
            </p14:nvContentPartPr>
            <p14:xfrm>
              <a:off x="9032949" y="6001048"/>
              <a:ext cx="10080" cy="262440"/>
            </p14:xfrm>
          </p:contentPart>
        </mc:Choice>
        <mc:Fallback xmlns="">
          <p:pic>
            <p:nvPicPr>
              <p:cNvPr id="247" name="Cerneală 246">
                <a:extLst>
                  <a:ext uri="{FF2B5EF4-FFF2-40B4-BE49-F238E27FC236}">
                    <a16:creationId xmlns:a16="http://schemas.microsoft.com/office/drawing/2014/main" id="{F4E79136-BEEF-47D5-82D0-7A63CCD8CC16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015309" y="5965408"/>
                <a:ext cx="4572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248" name="Cerneală 247">
                <a:extLst>
                  <a:ext uri="{FF2B5EF4-FFF2-40B4-BE49-F238E27FC236}">
                    <a16:creationId xmlns:a16="http://schemas.microsoft.com/office/drawing/2014/main" id="{28B732C2-ACBF-4981-A531-194742B0F258}"/>
                  </a:ext>
                </a:extLst>
              </p14:cNvPr>
              <p14:cNvContentPartPr/>
              <p14:nvPr/>
            </p14:nvContentPartPr>
            <p14:xfrm>
              <a:off x="8994429" y="5986648"/>
              <a:ext cx="198360" cy="331920"/>
            </p14:xfrm>
          </p:contentPart>
        </mc:Choice>
        <mc:Fallback xmlns="">
          <p:pic>
            <p:nvPicPr>
              <p:cNvPr id="248" name="Cerneală 247">
                <a:extLst>
                  <a:ext uri="{FF2B5EF4-FFF2-40B4-BE49-F238E27FC236}">
                    <a16:creationId xmlns:a16="http://schemas.microsoft.com/office/drawing/2014/main" id="{28B732C2-ACBF-4981-A531-194742B0F258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8976789" y="5950648"/>
                <a:ext cx="23400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249" name="Cerneală 248">
                <a:extLst>
                  <a:ext uri="{FF2B5EF4-FFF2-40B4-BE49-F238E27FC236}">
                    <a16:creationId xmlns:a16="http://schemas.microsoft.com/office/drawing/2014/main" id="{90985E61-CC3A-45E4-A8EE-A9E8A0A48917}"/>
                  </a:ext>
                </a:extLst>
              </p14:cNvPr>
              <p14:cNvContentPartPr/>
              <p14:nvPr/>
            </p14:nvContentPartPr>
            <p14:xfrm>
              <a:off x="9302589" y="6068368"/>
              <a:ext cx="138960" cy="29520"/>
            </p14:xfrm>
          </p:contentPart>
        </mc:Choice>
        <mc:Fallback xmlns="">
          <p:pic>
            <p:nvPicPr>
              <p:cNvPr id="249" name="Cerneală 248">
                <a:extLst>
                  <a:ext uri="{FF2B5EF4-FFF2-40B4-BE49-F238E27FC236}">
                    <a16:creationId xmlns:a16="http://schemas.microsoft.com/office/drawing/2014/main" id="{90985E61-CC3A-45E4-A8EE-A9E8A0A48917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9284589" y="6032368"/>
                <a:ext cx="17460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251" name="Cerneală 250">
                <a:extLst>
                  <a:ext uri="{FF2B5EF4-FFF2-40B4-BE49-F238E27FC236}">
                    <a16:creationId xmlns:a16="http://schemas.microsoft.com/office/drawing/2014/main" id="{B124B54F-8F2B-41E6-ACB4-0E662149F37A}"/>
                  </a:ext>
                </a:extLst>
              </p14:cNvPr>
              <p14:cNvContentPartPr/>
              <p14:nvPr/>
            </p14:nvContentPartPr>
            <p14:xfrm>
              <a:off x="9292869" y="6183208"/>
              <a:ext cx="212400" cy="22680"/>
            </p14:xfrm>
          </p:contentPart>
        </mc:Choice>
        <mc:Fallback xmlns="">
          <p:pic>
            <p:nvPicPr>
              <p:cNvPr id="251" name="Cerneală 250">
                <a:extLst>
                  <a:ext uri="{FF2B5EF4-FFF2-40B4-BE49-F238E27FC236}">
                    <a16:creationId xmlns:a16="http://schemas.microsoft.com/office/drawing/2014/main" id="{B124B54F-8F2B-41E6-ACB4-0E662149F37A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274869" y="6147568"/>
                <a:ext cx="24804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252" name="Cerneală 251">
                <a:extLst>
                  <a:ext uri="{FF2B5EF4-FFF2-40B4-BE49-F238E27FC236}">
                    <a16:creationId xmlns:a16="http://schemas.microsoft.com/office/drawing/2014/main" id="{3DBF4E17-4836-467C-9D1B-0EA9613CB098}"/>
                  </a:ext>
                </a:extLst>
              </p14:cNvPr>
              <p14:cNvContentPartPr/>
              <p14:nvPr/>
            </p14:nvContentPartPr>
            <p14:xfrm>
              <a:off x="9584469" y="6004648"/>
              <a:ext cx="232200" cy="199080"/>
            </p14:xfrm>
          </p:contentPart>
        </mc:Choice>
        <mc:Fallback xmlns="">
          <p:pic>
            <p:nvPicPr>
              <p:cNvPr id="252" name="Cerneală 251">
                <a:extLst>
                  <a:ext uri="{FF2B5EF4-FFF2-40B4-BE49-F238E27FC236}">
                    <a16:creationId xmlns:a16="http://schemas.microsoft.com/office/drawing/2014/main" id="{3DBF4E17-4836-467C-9D1B-0EA9613CB098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566829" y="5968648"/>
                <a:ext cx="26784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253" name="Cerneală 252">
                <a:extLst>
                  <a:ext uri="{FF2B5EF4-FFF2-40B4-BE49-F238E27FC236}">
                    <a16:creationId xmlns:a16="http://schemas.microsoft.com/office/drawing/2014/main" id="{544B274A-0B84-4F4A-8696-715B363ABA3D}"/>
                  </a:ext>
                </a:extLst>
              </p14:cNvPr>
              <p14:cNvContentPartPr/>
              <p14:nvPr/>
            </p14:nvContentPartPr>
            <p14:xfrm>
              <a:off x="11111949" y="4176568"/>
              <a:ext cx="804960" cy="1100880"/>
            </p14:xfrm>
          </p:contentPart>
        </mc:Choice>
        <mc:Fallback xmlns="">
          <p:pic>
            <p:nvPicPr>
              <p:cNvPr id="253" name="Cerneală 252">
                <a:extLst>
                  <a:ext uri="{FF2B5EF4-FFF2-40B4-BE49-F238E27FC236}">
                    <a16:creationId xmlns:a16="http://schemas.microsoft.com/office/drawing/2014/main" id="{544B274A-0B84-4F4A-8696-715B363ABA3D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1094309" y="4140928"/>
                <a:ext cx="840600" cy="11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254" name="Cerneală 253">
                <a:extLst>
                  <a:ext uri="{FF2B5EF4-FFF2-40B4-BE49-F238E27FC236}">
                    <a16:creationId xmlns:a16="http://schemas.microsoft.com/office/drawing/2014/main" id="{0DA1841D-140D-45F2-B017-F7B4E888ABB6}"/>
                  </a:ext>
                </a:extLst>
              </p14:cNvPr>
              <p14:cNvContentPartPr/>
              <p14:nvPr/>
            </p14:nvContentPartPr>
            <p14:xfrm>
              <a:off x="11455749" y="5125168"/>
              <a:ext cx="278280" cy="211320"/>
            </p14:xfrm>
          </p:contentPart>
        </mc:Choice>
        <mc:Fallback xmlns="">
          <p:pic>
            <p:nvPicPr>
              <p:cNvPr id="254" name="Cerneală 253">
                <a:extLst>
                  <a:ext uri="{FF2B5EF4-FFF2-40B4-BE49-F238E27FC236}">
                    <a16:creationId xmlns:a16="http://schemas.microsoft.com/office/drawing/2014/main" id="{0DA1841D-140D-45F2-B017-F7B4E888ABB6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1437749" y="5089168"/>
                <a:ext cx="31392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255" name="Cerneală 254">
                <a:extLst>
                  <a:ext uri="{FF2B5EF4-FFF2-40B4-BE49-F238E27FC236}">
                    <a16:creationId xmlns:a16="http://schemas.microsoft.com/office/drawing/2014/main" id="{47663C18-CB59-4752-8867-4E94FCC8E278}"/>
                  </a:ext>
                </a:extLst>
              </p14:cNvPr>
              <p14:cNvContentPartPr/>
              <p14:nvPr/>
            </p14:nvContentPartPr>
            <p14:xfrm>
              <a:off x="11439549" y="3686248"/>
              <a:ext cx="8280" cy="323640"/>
            </p14:xfrm>
          </p:contentPart>
        </mc:Choice>
        <mc:Fallback xmlns="">
          <p:pic>
            <p:nvPicPr>
              <p:cNvPr id="255" name="Cerneală 254">
                <a:extLst>
                  <a:ext uri="{FF2B5EF4-FFF2-40B4-BE49-F238E27FC236}">
                    <a16:creationId xmlns:a16="http://schemas.microsoft.com/office/drawing/2014/main" id="{47663C18-CB59-4752-8867-4E94FCC8E278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1421549" y="3650608"/>
                <a:ext cx="4392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256" name="Cerneală 255">
                <a:extLst>
                  <a:ext uri="{FF2B5EF4-FFF2-40B4-BE49-F238E27FC236}">
                    <a16:creationId xmlns:a16="http://schemas.microsoft.com/office/drawing/2014/main" id="{3B4A98B8-68C7-4792-B80E-698E8615BC1B}"/>
                  </a:ext>
                </a:extLst>
              </p14:cNvPr>
              <p14:cNvContentPartPr/>
              <p14:nvPr/>
            </p14:nvContentPartPr>
            <p14:xfrm>
              <a:off x="11394189" y="3613888"/>
              <a:ext cx="246960" cy="382680"/>
            </p14:xfrm>
          </p:contentPart>
        </mc:Choice>
        <mc:Fallback xmlns="">
          <p:pic>
            <p:nvPicPr>
              <p:cNvPr id="256" name="Cerneală 255">
                <a:extLst>
                  <a:ext uri="{FF2B5EF4-FFF2-40B4-BE49-F238E27FC236}">
                    <a16:creationId xmlns:a16="http://schemas.microsoft.com/office/drawing/2014/main" id="{3B4A98B8-68C7-4792-B80E-698E8615BC1B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1376189" y="3578248"/>
                <a:ext cx="282600" cy="4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257" name="Cerneală 256">
                <a:extLst>
                  <a:ext uri="{FF2B5EF4-FFF2-40B4-BE49-F238E27FC236}">
                    <a16:creationId xmlns:a16="http://schemas.microsoft.com/office/drawing/2014/main" id="{7992F2F2-1476-446C-9DDE-E7326E0F3C9A}"/>
                  </a:ext>
                </a:extLst>
              </p14:cNvPr>
              <p14:cNvContentPartPr/>
              <p14:nvPr/>
            </p14:nvContentPartPr>
            <p14:xfrm>
              <a:off x="11704149" y="3835288"/>
              <a:ext cx="90360" cy="12240"/>
            </p14:xfrm>
          </p:contentPart>
        </mc:Choice>
        <mc:Fallback xmlns="">
          <p:pic>
            <p:nvPicPr>
              <p:cNvPr id="257" name="Cerneală 256">
                <a:extLst>
                  <a:ext uri="{FF2B5EF4-FFF2-40B4-BE49-F238E27FC236}">
                    <a16:creationId xmlns:a16="http://schemas.microsoft.com/office/drawing/2014/main" id="{7992F2F2-1476-446C-9DDE-E7326E0F3C9A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1686149" y="3799648"/>
                <a:ext cx="12600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258" name="Cerneală 257">
                <a:extLst>
                  <a:ext uri="{FF2B5EF4-FFF2-40B4-BE49-F238E27FC236}">
                    <a16:creationId xmlns:a16="http://schemas.microsoft.com/office/drawing/2014/main" id="{46D2188D-FDF6-4C0D-80AB-34FC969B0A91}"/>
                  </a:ext>
                </a:extLst>
              </p14:cNvPr>
              <p14:cNvContentPartPr/>
              <p14:nvPr/>
            </p14:nvContentPartPr>
            <p14:xfrm>
              <a:off x="11670669" y="3969928"/>
              <a:ext cx="126720" cy="20520"/>
            </p14:xfrm>
          </p:contentPart>
        </mc:Choice>
        <mc:Fallback xmlns="">
          <p:pic>
            <p:nvPicPr>
              <p:cNvPr id="258" name="Cerneală 257">
                <a:extLst>
                  <a:ext uri="{FF2B5EF4-FFF2-40B4-BE49-F238E27FC236}">
                    <a16:creationId xmlns:a16="http://schemas.microsoft.com/office/drawing/2014/main" id="{46D2188D-FDF6-4C0D-80AB-34FC969B0A91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1652669" y="3934288"/>
                <a:ext cx="16236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259" name="Cerneală 258">
                <a:extLst>
                  <a:ext uri="{FF2B5EF4-FFF2-40B4-BE49-F238E27FC236}">
                    <a16:creationId xmlns:a16="http://schemas.microsoft.com/office/drawing/2014/main" id="{90C427D6-8388-4D67-9C31-A4179C5BCE63}"/>
                  </a:ext>
                </a:extLst>
              </p14:cNvPr>
              <p14:cNvContentPartPr/>
              <p14:nvPr/>
            </p14:nvContentPartPr>
            <p14:xfrm>
              <a:off x="11925189" y="3845008"/>
              <a:ext cx="5400" cy="226800"/>
            </p14:xfrm>
          </p:contentPart>
        </mc:Choice>
        <mc:Fallback xmlns="">
          <p:pic>
            <p:nvPicPr>
              <p:cNvPr id="259" name="Cerneală 258">
                <a:extLst>
                  <a:ext uri="{FF2B5EF4-FFF2-40B4-BE49-F238E27FC236}">
                    <a16:creationId xmlns:a16="http://schemas.microsoft.com/office/drawing/2014/main" id="{90C427D6-8388-4D67-9C31-A4179C5BCE63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1907549" y="3809008"/>
                <a:ext cx="4104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260" name="Cerneală 259">
                <a:extLst>
                  <a:ext uri="{FF2B5EF4-FFF2-40B4-BE49-F238E27FC236}">
                    <a16:creationId xmlns:a16="http://schemas.microsoft.com/office/drawing/2014/main" id="{D16B0EB2-F6A3-4053-B52F-BCA8C11BB33A}"/>
                  </a:ext>
                </a:extLst>
              </p14:cNvPr>
              <p14:cNvContentPartPr/>
              <p14:nvPr/>
            </p14:nvContentPartPr>
            <p14:xfrm>
              <a:off x="11865429" y="3806848"/>
              <a:ext cx="89280" cy="95760"/>
            </p14:xfrm>
          </p:contentPart>
        </mc:Choice>
        <mc:Fallback xmlns="">
          <p:pic>
            <p:nvPicPr>
              <p:cNvPr id="260" name="Cerneală 259">
                <a:extLst>
                  <a:ext uri="{FF2B5EF4-FFF2-40B4-BE49-F238E27FC236}">
                    <a16:creationId xmlns:a16="http://schemas.microsoft.com/office/drawing/2014/main" id="{D16B0EB2-F6A3-4053-B52F-BCA8C11BB33A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1847429" y="3770848"/>
                <a:ext cx="12492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261" name="Cerneală 260">
                <a:extLst>
                  <a:ext uri="{FF2B5EF4-FFF2-40B4-BE49-F238E27FC236}">
                    <a16:creationId xmlns:a16="http://schemas.microsoft.com/office/drawing/2014/main" id="{5B1C1FE4-604F-4C88-B1E9-BFBA4E7E0079}"/>
                  </a:ext>
                </a:extLst>
              </p14:cNvPr>
              <p14:cNvContentPartPr/>
              <p14:nvPr/>
            </p14:nvContentPartPr>
            <p14:xfrm>
              <a:off x="11379789" y="3585088"/>
              <a:ext cx="88920" cy="19800"/>
            </p14:xfrm>
          </p:contentPart>
        </mc:Choice>
        <mc:Fallback xmlns="">
          <p:pic>
            <p:nvPicPr>
              <p:cNvPr id="261" name="Cerneală 260">
                <a:extLst>
                  <a:ext uri="{FF2B5EF4-FFF2-40B4-BE49-F238E27FC236}">
                    <a16:creationId xmlns:a16="http://schemas.microsoft.com/office/drawing/2014/main" id="{5B1C1FE4-604F-4C88-B1E9-BFBA4E7E0079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1361789" y="3549088"/>
                <a:ext cx="12456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327" name="Cerneală 326">
                <a:extLst>
                  <a:ext uri="{FF2B5EF4-FFF2-40B4-BE49-F238E27FC236}">
                    <a16:creationId xmlns:a16="http://schemas.microsoft.com/office/drawing/2014/main" id="{D9838BD0-9E9A-408C-BC08-30FB663E930A}"/>
                  </a:ext>
                </a:extLst>
              </p14:cNvPr>
              <p14:cNvContentPartPr/>
              <p14:nvPr/>
            </p14:nvContentPartPr>
            <p14:xfrm>
              <a:off x="393669" y="124768"/>
              <a:ext cx="11430720" cy="6505257"/>
            </p14:xfrm>
          </p:contentPart>
        </mc:Choice>
        <mc:Fallback xmlns="">
          <p:pic>
            <p:nvPicPr>
              <p:cNvPr id="327" name="Cerneală 326">
                <a:extLst>
                  <a:ext uri="{FF2B5EF4-FFF2-40B4-BE49-F238E27FC236}">
                    <a16:creationId xmlns:a16="http://schemas.microsoft.com/office/drawing/2014/main" id="{D9838BD0-9E9A-408C-BC08-30FB663E930A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376029" y="106768"/>
                <a:ext cx="11466360" cy="654089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0738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793191" y="137196"/>
            <a:ext cx="27290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 err="1">
                <a:solidFill>
                  <a:srgbClr val="0000FF"/>
                </a:solidFill>
              </a:rPr>
              <a:t>Bistabil</a:t>
            </a:r>
            <a:r>
              <a:rPr lang="en-US" sz="2800" b="1" dirty="0">
                <a:solidFill>
                  <a:srgbClr val="0000FF"/>
                </a:solidFill>
              </a:rPr>
              <a:t> de tip T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C7A18A65-4658-4DF9-9802-EBE897D89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37" y="960147"/>
            <a:ext cx="6413609" cy="18287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E4C240E1-4F20-40A7-A4CA-C29145B745D5}"/>
                  </a:ext>
                </a:extLst>
              </p14:cNvPr>
              <p14:cNvContentPartPr/>
              <p14:nvPr/>
            </p14:nvContentPartPr>
            <p14:xfrm>
              <a:off x="297909" y="342985"/>
              <a:ext cx="4680" cy="21456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E4C240E1-4F20-40A7-A4CA-C29145B745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0269" y="324985"/>
                <a:ext cx="4032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C8417C01-A0C5-412A-8A47-905397503DCC}"/>
                  </a:ext>
                </a:extLst>
              </p14:cNvPr>
              <p14:cNvContentPartPr/>
              <p14:nvPr/>
            </p14:nvContentPartPr>
            <p14:xfrm>
              <a:off x="389709" y="360625"/>
              <a:ext cx="14400" cy="20844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C8417C01-A0C5-412A-8A47-905397503DC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1709" y="342985"/>
                <a:ext cx="5004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0A94E811-AB5B-444D-AE26-E28305747BD1}"/>
                  </a:ext>
                </a:extLst>
              </p14:cNvPr>
              <p14:cNvContentPartPr/>
              <p14:nvPr/>
            </p14:nvContentPartPr>
            <p14:xfrm>
              <a:off x="187389" y="255145"/>
              <a:ext cx="266040" cy="3852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0A94E811-AB5B-444D-AE26-E28305747BD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9749" y="237145"/>
                <a:ext cx="30168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02C4DBEE-124F-4687-B947-1DA9C40E6A1E}"/>
                  </a:ext>
                </a:extLst>
              </p14:cNvPr>
              <p14:cNvContentPartPr/>
              <p14:nvPr/>
            </p14:nvContentPartPr>
            <p14:xfrm>
              <a:off x="245349" y="651865"/>
              <a:ext cx="217800" cy="1944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02C4DBEE-124F-4687-B947-1DA9C40E6A1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7349" y="633865"/>
                <a:ext cx="25344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5D679A0D-8FFC-4AC5-AAB7-126815BC9919}"/>
                  </a:ext>
                </a:extLst>
              </p14:cNvPr>
              <p14:cNvContentPartPr/>
              <p14:nvPr/>
            </p14:nvContentPartPr>
            <p14:xfrm>
              <a:off x="535509" y="524425"/>
              <a:ext cx="67320" cy="5688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5D679A0D-8FFC-4AC5-AAB7-126815BC991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7869" y="506785"/>
                <a:ext cx="10296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9EBD3BB7-91D1-4887-805F-40F4DCBDE1F3}"/>
                  </a:ext>
                </a:extLst>
              </p14:cNvPr>
              <p14:cNvContentPartPr/>
              <p14:nvPr/>
            </p14:nvContentPartPr>
            <p14:xfrm>
              <a:off x="1130589" y="3480745"/>
              <a:ext cx="233280" cy="1332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9EBD3BB7-91D1-4887-805F-40F4DCBDE1F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12949" y="3463105"/>
                <a:ext cx="26892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E69EEF62-68DB-4313-9C78-D2707D8FDC7C}"/>
                  </a:ext>
                </a:extLst>
              </p14:cNvPr>
              <p14:cNvContentPartPr/>
              <p14:nvPr/>
            </p14:nvContentPartPr>
            <p14:xfrm>
              <a:off x="5062509" y="3122905"/>
              <a:ext cx="164160" cy="46296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E69EEF62-68DB-4313-9C78-D2707D8FDC7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044869" y="3105265"/>
                <a:ext cx="199800" cy="49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A8A30A47-0607-4EC0-A026-BDC737C2C3BB}"/>
                  </a:ext>
                </a:extLst>
              </p14:cNvPr>
              <p14:cNvContentPartPr/>
              <p14:nvPr/>
            </p14:nvContentPartPr>
            <p14:xfrm>
              <a:off x="5494869" y="3235585"/>
              <a:ext cx="416160" cy="26316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A8A30A47-0607-4EC0-A026-BDC737C2C3B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477229" y="3217585"/>
                <a:ext cx="45180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A0F0407A-07A4-419C-9FA5-83D666BBC707}"/>
                  </a:ext>
                </a:extLst>
              </p14:cNvPr>
              <p14:cNvContentPartPr/>
              <p14:nvPr/>
            </p14:nvContentPartPr>
            <p14:xfrm>
              <a:off x="6688989" y="3229105"/>
              <a:ext cx="33840" cy="4500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A0F0407A-07A4-419C-9FA5-83D666BBC70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671349" y="3211105"/>
                <a:ext cx="6948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3BDC3D18-A4CC-47D1-9646-C0F2F44CB797}"/>
                  </a:ext>
                </a:extLst>
              </p14:cNvPr>
              <p14:cNvContentPartPr/>
              <p14:nvPr/>
            </p14:nvContentPartPr>
            <p14:xfrm>
              <a:off x="7059789" y="3349345"/>
              <a:ext cx="459000" cy="12888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3BDC3D18-A4CC-47D1-9646-C0F2F44CB79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042149" y="3331705"/>
                <a:ext cx="49464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47832E07-9AA8-4850-B3EB-D019BD9D4648}"/>
                  </a:ext>
                </a:extLst>
              </p14:cNvPr>
              <p14:cNvContentPartPr/>
              <p14:nvPr/>
            </p14:nvContentPartPr>
            <p14:xfrm>
              <a:off x="6078069" y="3321625"/>
              <a:ext cx="842400" cy="18216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47832E07-9AA8-4850-B3EB-D019BD9D464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060069" y="3303625"/>
                <a:ext cx="87804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7E0B87E7-890F-4071-A7A5-6B3C14BD0087}"/>
                  </a:ext>
                </a:extLst>
              </p14:cNvPr>
              <p14:cNvContentPartPr/>
              <p14:nvPr/>
            </p14:nvContentPartPr>
            <p14:xfrm>
              <a:off x="3376989" y="3282025"/>
              <a:ext cx="1268280" cy="39024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7E0B87E7-890F-4071-A7A5-6B3C14BD008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359349" y="3264385"/>
                <a:ext cx="1303920" cy="42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4BA10775-B53E-44B1-8270-E889F7D1C7E1}"/>
                  </a:ext>
                </a:extLst>
              </p14:cNvPr>
              <p14:cNvContentPartPr/>
              <p14:nvPr/>
            </p14:nvContentPartPr>
            <p14:xfrm>
              <a:off x="1616589" y="3216865"/>
              <a:ext cx="1441080" cy="30780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4BA10775-B53E-44B1-8270-E889F7D1C7E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598949" y="3198886"/>
                <a:ext cx="1476720" cy="3433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2BB5F06D-E42A-424A-9EBB-9E653F621EA7}"/>
                  </a:ext>
                </a:extLst>
              </p14:cNvPr>
              <p14:cNvContentPartPr/>
              <p14:nvPr/>
            </p14:nvContentPartPr>
            <p14:xfrm>
              <a:off x="658989" y="3332785"/>
              <a:ext cx="326880" cy="24552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2BB5F06D-E42A-424A-9EBB-9E653F621EA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40989" y="3315171"/>
                <a:ext cx="362520" cy="2811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8C7460F7-70BF-44BF-A33E-6547488F64F9}"/>
                  </a:ext>
                </a:extLst>
              </p14:cNvPr>
              <p14:cNvContentPartPr/>
              <p14:nvPr/>
            </p14:nvContentPartPr>
            <p14:xfrm>
              <a:off x="7878069" y="3171145"/>
              <a:ext cx="393480" cy="22320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8C7460F7-70BF-44BF-A33E-6547488F64F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860069" y="3153145"/>
                <a:ext cx="42912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690AF883-F09B-4F07-B846-76BB7F3BAA5E}"/>
                  </a:ext>
                </a:extLst>
              </p14:cNvPr>
              <p14:cNvContentPartPr/>
              <p14:nvPr/>
            </p14:nvContentPartPr>
            <p14:xfrm>
              <a:off x="1462869" y="4011025"/>
              <a:ext cx="358560" cy="1260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690AF883-F09B-4F07-B846-76BB7F3BAA5E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444869" y="3993385"/>
                <a:ext cx="39420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84DFD5D4-31FB-4997-8525-D35EDEB3CEB4}"/>
                  </a:ext>
                </a:extLst>
              </p14:cNvPr>
              <p14:cNvContentPartPr/>
              <p14:nvPr/>
            </p14:nvContentPartPr>
            <p14:xfrm>
              <a:off x="5242149" y="3753625"/>
              <a:ext cx="174240" cy="50760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84DFD5D4-31FB-4997-8525-D35EDEB3CEB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224509" y="3735625"/>
                <a:ext cx="209880" cy="54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77" name="Cerneală 276">
                <a:extLst>
                  <a:ext uri="{FF2B5EF4-FFF2-40B4-BE49-F238E27FC236}">
                    <a16:creationId xmlns:a16="http://schemas.microsoft.com/office/drawing/2014/main" id="{2EABF8AA-7110-4461-B352-EA5EB1BFC31A}"/>
                  </a:ext>
                </a:extLst>
              </p14:cNvPr>
              <p14:cNvContentPartPr/>
              <p14:nvPr/>
            </p14:nvContentPartPr>
            <p14:xfrm>
              <a:off x="11662029" y="3479305"/>
              <a:ext cx="316800" cy="705240"/>
            </p14:xfrm>
          </p:contentPart>
        </mc:Choice>
        <mc:Fallback xmlns="">
          <p:pic>
            <p:nvPicPr>
              <p:cNvPr id="277" name="Cerneală 276">
                <a:extLst>
                  <a:ext uri="{FF2B5EF4-FFF2-40B4-BE49-F238E27FC236}">
                    <a16:creationId xmlns:a16="http://schemas.microsoft.com/office/drawing/2014/main" id="{2EABF8AA-7110-4461-B352-EA5EB1BFC31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1644029" y="3461305"/>
                <a:ext cx="352440" cy="74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78" name="Cerneală 277">
                <a:extLst>
                  <a:ext uri="{FF2B5EF4-FFF2-40B4-BE49-F238E27FC236}">
                    <a16:creationId xmlns:a16="http://schemas.microsoft.com/office/drawing/2014/main" id="{6D13789E-5457-4B20-8B18-B2AF7838482F}"/>
                  </a:ext>
                </a:extLst>
              </p14:cNvPr>
              <p14:cNvContentPartPr/>
              <p14:nvPr/>
            </p14:nvContentPartPr>
            <p14:xfrm>
              <a:off x="8587989" y="2940025"/>
              <a:ext cx="2818080" cy="1273680"/>
            </p14:xfrm>
          </p:contentPart>
        </mc:Choice>
        <mc:Fallback xmlns="">
          <p:pic>
            <p:nvPicPr>
              <p:cNvPr id="278" name="Cerneală 277">
                <a:extLst>
                  <a:ext uri="{FF2B5EF4-FFF2-40B4-BE49-F238E27FC236}">
                    <a16:creationId xmlns:a16="http://schemas.microsoft.com/office/drawing/2014/main" id="{6D13789E-5457-4B20-8B18-B2AF7838482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569989" y="2922385"/>
                <a:ext cx="2853720" cy="13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79" name="Cerneală 278">
                <a:extLst>
                  <a:ext uri="{FF2B5EF4-FFF2-40B4-BE49-F238E27FC236}">
                    <a16:creationId xmlns:a16="http://schemas.microsoft.com/office/drawing/2014/main" id="{CD9CD7C8-7C99-44F0-A0FE-C8568D4DA5AA}"/>
                  </a:ext>
                </a:extLst>
              </p14:cNvPr>
              <p14:cNvContentPartPr/>
              <p14:nvPr/>
            </p14:nvContentPartPr>
            <p14:xfrm>
              <a:off x="6997149" y="3801505"/>
              <a:ext cx="1332360" cy="265320"/>
            </p14:xfrm>
          </p:contentPart>
        </mc:Choice>
        <mc:Fallback xmlns="">
          <p:pic>
            <p:nvPicPr>
              <p:cNvPr id="279" name="Cerneală 278">
                <a:extLst>
                  <a:ext uri="{FF2B5EF4-FFF2-40B4-BE49-F238E27FC236}">
                    <a16:creationId xmlns:a16="http://schemas.microsoft.com/office/drawing/2014/main" id="{CD9CD7C8-7C99-44F0-A0FE-C8568D4DA5A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979509" y="3783865"/>
                <a:ext cx="136800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80" name="Cerneală 279">
                <a:extLst>
                  <a:ext uri="{FF2B5EF4-FFF2-40B4-BE49-F238E27FC236}">
                    <a16:creationId xmlns:a16="http://schemas.microsoft.com/office/drawing/2014/main" id="{DF88E0F2-B254-40C4-ABDD-9D1B41132013}"/>
                  </a:ext>
                </a:extLst>
              </p14:cNvPr>
              <p14:cNvContentPartPr/>
              <p14:nvPr/>
            </p14:nvContentPartPr>
            <p14:xfrm>
              <a:off x="5541669" y="3761545"/>
              <a:ext cx="1002240" cy="315720"/>
            </p14:xfrm>
          </p:contentPart>
        </mc:Choice>
        <mc:Fallback xmlns="">
          <p:pic>
            <p:nvPicPr>
              <p:cNvPr id="280" name="Cerneală 279">
                <a:extLst>
                  <a:ext uri="{FF2B5EF4-FFF2-40B4-BE49-F238E27FC236}">
                    <a16:creationId xmlns:a16="http://schemas.microsoft.com/office/drawing/2014/main" id="{DF88E0F2-B254-40C4-ABDD-9D1B41132013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523675" y="3743905"/>
                <a:ext cx="1037867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81" name="Cerneală 280">
                <a:extLst>
                  <a:ext uri="{FF2B5EF4-FFF2-40B4-BE49-F238E27FC236}">
                    <a16:creationId xmlns:a16="http://schemas.microsoft.com/office/drawing/2014/main" id="{18DA0CE7-38DB-45CD-9ED6-7BC534ED7694}"/>
                  </a:ext>
                </a:extLst>
              </p14:cNvPr>
              <p14:cNvContentPartPr/>
              <p14:nvPr/>
            </p14:nvContentPartPr>
            <p14:xfrm>
              <a:off x="4268349" y="3811225"/>
              <a:ext cx="636480" cy="277560"/>
            </p14:xfrm>
          </p:contentPart>
        </mc:Choice>
        <mc:Fallback xmlns="">
          <p:pic>
            <p:nvPicPr>
              <p:cNvPr id="281" name="Cerneală 280">
                <a:extLst>
                  <a:ext uri="{FF2B5EF4-FFF2-40B4-BE49-F238E27FC236}">
                    <a16:creationId xmlns:a16="http://schemas.microsoft.com/office/drawing/2014/main" id="{18DA0CE7-38DB-45CD-9ED6-7BC534ED7694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250709" y="3793585"/>
                <a:ext cx="67212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82" name="Cerneală 281">
                <a:extLst>
                  <a:ext uri="{FF2B5EF4-FFF2-40B4-BE49-F238E27FC236}">
                    <a16:creationId xmlns:a16="http://schemas.microsoft.com/office/drawing/2014/main" id="{DCD3FFF0-F56B-489E-86C3-D5897B786739}"/>
                  </a:ext>
                </a:extLst>
              </p14:cNvPr>
              <p14:cNvContentPartPr/>
              <p14:nvPr/>
            </p14:nvContentPartPr>
            <p14:xfrm>
              <a:off x="3486429" y="3726985"/>
              <a:ext cx="666000" cy="328320"/>
            </p14:xfrm>
          </p:contentPart>
        </mc:Choice>
        <mc:Fallback xmlns="">
          <p:pic>
            <p:nvPicPr>
              <p:cNvPr id="282" name="Cerneală 281">
                <a:extLst>
                  <a:ext uri="{FF2B5EF4-FFF2-40B4-BE49-F238E27FC236}">
                    <a16:creationId xmlns:a16="http://schemas.microsoft.com/office/drawing/2014/main" id="{DCD3FFF0-F56B-489E-86C3-D5897B786739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468439" y="3708985"/>
                <a:ext cx="701621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83" name="Cerneală 282">
                <a:extLst>
                  <a:ext uri="{FF2B5EF4-FFF2-40B4-BE49-F238E27FC236}">
                    <a16:creationId xmlns:a16="http://schemas.microsoft.com/office/drawing/2014/main" id="{CDC47D4E-A170-4440-87E8-913AE1B68D5A}"/>
                  </a:ext>
                </a:extLst>
              </p14:cNvPr>
              <p14:cNvContentPartPr/>
              <p14:nvPr/>
            </p14:nvContentPartPr>
            <p14:xfrm>
              <a:off x="2304909" y="3955945"/>
              <a:ext cx="622440" cy="190440"/>
            </p14:xfrm>
          </p:contentPart>
        </mc:Choice>
        <mc:Fallback xmlns="">
          <p:pic>
            <p:nvPicPr>
              <p:cNvPr id="283" name="Cerneală 282">
                <a:extLst>
                  <a:ext uri="{FF2B5EF4-FFF2-40B4-BE49-F238E27FC236}">
                    <a16:creationId xmlns:a16="http://schemas.microsoft.com/office/drawing/2014/main" id="{CDC47D4E-A170-4440-87E8-913AE1B68D5A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287269" y="3937945"/>
                <a:ext cx="65808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84" name="Cerneală 283">
                <a:extLst>
                  <a:ext uri="{FF2B5EF4-FFF2-40B4-BE49-F238E27FC236}">
                    <a16:creationId xmlns:a16="http://schemas.microsoft.com/office/drawing/2014/main" id="{79847992-27FC-4F02-9786-39FD0599602E}"/>
                  </a:ext>
                </a:extLst>
              </p14:cNvPr>
              <p14:cNvContentPartPr/>
              <p14:nvPr/>
            </p14:nvContentPartPr>
            <p14:xfrm>
              <a:off x="742509" y="3878545"/>
              <a:ext cx="512640" cy="235800"/>
            </p14:xfrm>
          </p:contentPart>
        </mc:Choice>
        <mc:Fallback xmlns="">
          <p:pic>
            <p:nvPicPr>
              <p:cNvPr id="284" name="Cerneală 283">
                <a:extLst>
                  <a:ext uri="{FF2B5EF4-FFF2-40B4-BE49-F238E27FC236}">
                    <a16:creationId xmlns:a16="http://schemas.microsoft.com/office/drawing/2014/main" id="{79847992-27FC-4F02-9786-39FD0599602E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24509" y="3860878"/>
                <a:ext cx="548280" cy="2714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85" name="Cerneală 284">
                <a:extLst>
                  <a:ext uri="{FF2B5EF4-FFF2-40B4-BE49-F238E27FC236}">
                    <a16:creationId xmlns:a16="http://schemas.microsoft.com/office/drawing/2014/main" id="{D80AEAFA-A5F5-4A78-AAD8-1A9BEE55B907}"/>
                  </a:ext>
                </a:extLst>
              </p14:cNvPr>
              <p14:cNvContentPartPr/>
              <p14:nvPr/>
            </p14:nvContentPartPr>
            <p14:xfrm>
              <a:off x="675189" y="4403425"/>
              <a:ext cx="217080" cy="408600"/>
            </p14:xfrm>
          </p:contentPart>
        </mc:Choice>
        <mc:Fallback xmlns="">
          <p:pic>
            <p:nvPicPr>
              <p:cNvPr id="285" name="Cerneală 284">
                <a:extLst>
                  <a:ext uri="{FF2B5EF4-FFF2-40B4-BE49-F238E27FC236}">
                    <a16:creationId xmlns:a16="http://schemas.microsoft.com/office/drawing/2014/main" id="{D80AEAFA-A5F5-4A78-AAD8-1A9BEE55B907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57189" y="4385425"/>
                <a:ext cx="25272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86" name="Cerneală 285">
                <a:extLst>
                  <a:ext uri="{FF2B5EF4-FFF2-40B4-BE49-F238E27FC236}">
                    <a16:creationId xmlns:a16="http://schemas.microsoft.com/office/drawing/2014/main" id="{1FB8C0A7-98C2-45C8-B3EA-C26E8F1997B8}"/>
                  </a:ext>
                </a:extLst>
              </p14:cNvPr>
              <p14:cNvContentPartPr/>
              <p14:nvPr/>
            </p14:nvContentPartPr>
            <p14:xfrm>
              <a:off x="1231749" y="4615465"/>
              <a:ext cx="263520" cy="14400"/>
            </p14:xfrm>
          </p:contentPart>
        </mc:Choice>
        <mc:Fallback xmlns="">
          <p:pic>
            <p:nvPicPr>
              <p:cNvPr id="286" name="Cerneală 285">
                <a:extLst>
                  <a:ext uri="{FF2B5EF4-FFF2-40B4-BE49-F238E27FC236}">
                    <a16:creationId xmlns:a16="http://schemas.microsoft.com/office/drawing/2014/main" id="{1FB8C0A7-98C2-45C8-B3EA-C26E8F1997B8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214109" y="4597465"/>
                <a:ext cx="29916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90" name="Cerneală 289">
                <a:extLst>
                  <a:ext uri="{FF2B5EF4-FFF2-40B4-BE49-F238E27FC236}">
                    <a16:creationId xmlns:a16="http://schemas.microsoft.com/office/drawing/2014/main" id="{630720C1-A6ED-45B2-8AE0-68911F14042E}"/>
                  </a:ext>
                </a:extLst>
              </p14:cNvPr>
              <p14:cNvContentPartPr/>
              <p14:nvPr/>
            </p14:nvContentPartPr>
            <p14:xfrm>
              <a:off x="1770669" y="4355545"/>
              <a:ext cx="1363320" cy="350640"/>
            </p14:xfrm>
          </p:contentPart>
        </mc:Choice>
        <mc:Fallback xmlns="">
          <p:pic>
            <p:nvPicPr>
              <p:cNvPr id="290" name="Cerneală 289">
                <a:extLst>
                  <a:ext uri="{FF2B5EF4-FFF2-40B4-BE49-F238E27FC236}">
                    <a16:creationId xmlns:a16="http://schemas.microsoft.com/office/drawing/2014/main" id="{630720C1-A6ED-45B2-8AE0-68911F14042E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752669" y="4337527"/>
                <a:ext cx="1398960" cy="3863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299" name="Cerneală 298">
                <a:extLst>
                  <a:ext uri="{FF2B5EF4-FFF2-40B4-BE49-F238E27FC236}">
                    <a16:creationId xmlns:a16="http://schemas.microsoft.com/office/drawing/2014/main" id="{227DB5A6-A304-4CA3-8AB0-8AD9F00EF114}"/>
                  </a:ext>
                </a:extLst>
              </p14:cNvPr>
              <p14:cNvContentPartPr/>
              <p14:nvPr/>
            </p14:nvContentPartPr>
            <p14:xfrm>
              <a:off x="3526029" y="4320985"/>
              <a:ext cx="2172960" cy="404280"/>
            </p14:xfrm>
          </p:contentPart>
        </mc:Choice>
        <mc:Fallback xmlns="">
          <p:pic>
            <p:nvPicPr>
              <p:cNvPr id="299" name="Cerneală 298">
                <a:extLst>
                  <a:ext uri="{FF2B5EF4-FFF2-40B4-BE49-F238E27FC236}">
                    <a16:creationId xmlns:a16="http://schemas.microsoft.com/office/drawing/2014/main" id="{227DB5A6-A304-4CA3-8AB0-8AD9F00EF11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508386" y="4303329"/>
                <a:ext cx="2208606" cy="4399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06" name="Cerneală 305">
                <a:extLst>
                  <a:ext uri="{FF2B5EF4-FFF2-40B4-BE49-F238E27FC236}">
                    <a16:creationId xmlns:a16="http://schemas.microsoft.com/office/drawing/2014/main" id="{1A58718D-7421-48B8-88D8-0B8051508606}"/>
                  </a:ext>
                </a:extLst>
              </p14:cNvPr>
              <p14:cNvContentPartPr/>
              <p14:nvPr/>
            </p14:nvContentPartPr>
            <p14:xfrm>
              <a:off x="8946549" y="353425"/>
              <a:ext cx="983880" cy="268920"/>
            </p14:xfrm>
          </p:contentPart>
        </mc:Choice>
        <mc:Fallback xmlns="">
          <p:pic>
            <p:nvPicPr>
              <p:cNvPr id="306" name="Cerneală 305">
                <a:extLst>
                  <a:ext uri="{FF2B5EF4-FFF2-40B4-BE49-F238E27FC236}">
                    <a16:creationId xmlns:a16="http://schemas.microsoft.com/office/drawing/2014/main" id="{1A58718D-7421-48B8-88D8-0B8051508606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928556" y="335425"/>
                <a:ext cx="1019507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14" name="Cerneală 313">
                <a:extLst>
                  <a:ext uri="{FF2B5EF4-FFF2-40B4-BE49-F238E27FC236}">
                    <a16:creationId xmlns:a16="http://schemas.microsoft.com/office/drawing/2014/main" id="{B2FA340D-93E9-4FF5-8E13-5E6EA20FE91E}"/>
                  </a:ext>
                </a:extLst>
              </p14:cNvPr>
              <p14:cNvContentPartPr/>
              <p14:nvPr/>
            </p14:nvContentPartPr>
            <p14:xfrm>
              <a:off x="10226709" y="220945"/>
              <a:ext cx="1426680" cy="408960"/>
            </p14:xfrm>
          </p:contentPart>
        </mc:Choice>
        <mc:Fallback xmlns="">
          <p:pic>
            <p:nvPicPr>
              <p:cNvPr id="314" name="Cerneală 313">
                <a:extLst>
                  <a:ext uri="{FF2B5EF4-FFF2-40B4-BE49-F238E27FC236}">
                    <a16:creationId xmlns:a16="http://schemas.microsoft.com/office/drawing/2014/main" id="{B2FA340D-93E9-4FF5-8E13-5E6EA20FE91E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0208709" y="202945"/>
                <a:ext cx="1462320" cy="44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48" name="Cerneală 347">
                <a:extLst>
                  <a:ext uri="{FF2B5EF4-FFF2-40B4-BE49-F238E27FC236}">
                    <a16:creationId xmlns:a16="http://schemas.microsoft.com/office/drawing/2014/main" id="{13D1F640-3417-4A57-B255-99340A80859F}"/>
                  </a:ext>
                </a:extLst>
              </p14:cNvPr>
              <p14:cNvContentPartPr/>
              <p14:nvPr/>
            </p14:nvContentPartPr>
            <p14:xfrm>
              <a:off x="8311149" y="1071625"/>
              <a:ext cx="3148200" cy="1625040"/>
            </p14:xfrm>
          </p:contentPart>
        </mc:Choice>
        <mc:Fallback xmlns="">
          <p:pic>
            <p:nvPicPr>
              <p:cNvPr id="348" name="Cerneală 347">
                <a:extLst>
                  <a:ext uri="{FF2B5EF4-FFF2-40B4-BE49-F238E27FC236}">
                    <a16:creationId xmlns:a16="http://schemas.microsoft.com/office/drawing/2014/main" id="{13D1F640-3417-4A57-B255-99340A80859F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293509" y="1053625"/>
                <a:ext cx="3183840" cy="166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62" name="Cerneală 361">
                <a:extLst>
                  <a:ext uri="{FF2B5EF4-FFF2-40B4-BE49-F238E27FC236}">
                    <a16:creationId xmlns:a16="http://schemas.microsoft.com/office/drawing/2014/main" id="{F121C563-E6BB-4069-AC01-06FCED227086}"/>
                  </a:ext>
                </a:extLst>
              </p14:cNvPr>
              <p14:cNvContentPartPr/>
              <p14:nvPr/>
            </p14:nvContentPartPr>
            <p14:xfrm>
              <a:off x="3508389" y="486985"/>
              <a:ext cx="3884760" cy="1680480"/>
            </p14:xfrm>
          </p:contentPart>
        </mc:Choice>
        <mc:Fallback xmlns="">
          <p:pic>
            <p:nvPicPr>
              <p:cNvPr id="362" name="Cerneală 361">
                <a:extLst>
                  <a:ext uri="{FF2B5EF4-FFF2-40B4-BE49-F238E27FC236}">
                    <a16:creationId xmlns:a16="http://schemas.microsoft.com/office/drawing/2014/main" id="{F121C563-E6BB-4069-AC01-06FCED227086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490389" y="468985"/>
                <a:ext cx="3920400" cy="171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380" name="Cerneală 379">
                <a:extLst>
                  <a:ext uri="{FF2B5EF4-FFF2-40B4-BE49-F238E27FC236}">
                    <a16:creationId xmlns:a16="http://schemas.microsoft.com/office/drawing/2014/main" id="{A0BC7FB5-E8C8-4A2F-B2BC-265BA49BD3AF}"/>
                  </a:ext>
                </a:extLst>
              </p14:cNvPr>
              <p14:cNvContentPartPr/>
              <p14:nvPr/>
            </p14:nvContentPartPr>
            <p14:xfrm>
              <a:off x="7637229" y="5009665"/>
              <a:ext cx="501120" cy="779400"/>
            </p14:xfrm>
          </p:contentPart>
        </mc:Choice>
        <mc:Fallback xmlns="">
          <p:pic>
            <p:nvPicPr>
              <p:cNvPr id="380" name="Cerneală 379">
                <a:extLst>
                  <a:ext uri="{FF2B5EF4-FFF2-40B4-BE49-F238E27FC236}">
                    <a16:creationId xmlns:a16="http://schemas.microsoft.com/office/drawing/2014/main" id="{A0BC7FB5-E8C8-4A2F-B2BC-265BA49BD3AF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619589" y="4973665"/>
                <a:ext cx="536760" cy="85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381" name="Cerneală 380">
                <a:extLst>
                  <a:ext uri="{FF2B5EF4-FFF2-40B4-BE49-F238E27FC236}">
                    <a16:creationId xmlns:a16="http://schemas.microsoft.com/office/drawing/2014/main" id="{E89358EB-1896-4C54-8BF6-4287E169EABE}"/>
                  </a:ext>
                </a:extLst>
              </p14:cNvPr>
              <p14:cNvContentPartPr/>
              <p14:nvPr/>
            </p14:nvContentPartPr>
            <p14:xfrm>
              <a:off x="8503389" y="4922185"/>
              <a:ext cx="565200" cy="794160"/>
            </p14:xfrm>
          </p:contentPart>
        </mc:Choice>
        <mc:Fallback xmlns="">
          <p:pic>
            <p:nvPicPr>
              <p:cNvPr id="381" name="Cerneală 380">
                <a:extLst>
                  <a:ext uri="{FF2B5EF4-FFF2-40B4-BE49-F238E27FC236}">
                    <a16:creationId xmlns:a16="http://schemas.microsoft.com/office/drawing/2014/main" id="{E89358EB-1896-4C54-8BF6-4287E169EABE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485389" y="4886185"/>
                <a:ext cx="600840" cy="86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398" name="Cerneală 397">
                <a:extLst>
                  <a:ext uri="{FF2B5EF4-FFF2-40B4-BE49-F238E27FC236}">
                    <a16:creationId xmlns:a16="http://schemas.microsoft.com/office/drawing/2014/main" id="{0861A276-9449-4C94-B571-9B845F68D48E}"/>
                  </a:ext>
                </a:extLst>
              </p14:cNvPr>
              <p14:cNvContentPartPr/>
              <p14:nvPr/>
            </p14:nvContentPartPr>
            <p14:xfrm>
              <a:off x="7041069" y="4413145"/>
              <a:ext cx="2394000" cy="2352960"/>
            </p14:xfrm>
          </p:contentPart>
        </mc:Choice>
        <mc:Fallback xmlns="">
          <p:pic>
            <p:nvPicPr>
              <p:cNvPr id="398" name="Cerneală 397">
                <a:extLst>
                  <a:ext uri="{FF2B5EF4-FFF2-40B4-BE49-F238E27FC236}">
                    <a16:creationId xmlns:a16="http://schemas.microsoft.com/office/drawing/2014/main" id="{0861A276-9449-4C94-B571-9B845F68D48E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7023426" y="4395145"/>
                <a:ext cx="2429645" cy="238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11" name="Cerneală 410">
                <a:extLst>
                  <a:ext uri="{FF2B5EF4-FFF2-40B4-BE49-F238E27FC236}">
                    <a16:creationId xmlns:a16="http://schemas.microsoft.com/office/drawing/2014/main" id="{91EE1A33-E664-4CFD-A711-B7E60E971686}"/>
                  </a:ext>
                </a:extLst>
              </p14:cNvPr>
              <p14:cNvContentPartPr/>
              <p14:nvPr/>
            </p14:nvContentPartPr>
            <p14:xfrm>
              <a:off x="10303749" y="4995265"/>
              <a:ext cx="1132560" cy="300960"/>
            </p14:xfrm>
          </p:contentPart>
        </mc:Choice>
        <mc:Fallback xmlns="">
          <p:pic>
            <p:nvPicPr>
              <p:cNvPr id="411" name="Cerneală 410">
                <a:extLst>
                  <a:ext uri="{FF2B5EF4-FFF2-40B4-BE49-F238E27FC236}">
                    <a16:creationId xmlns:a16="http://schemas.microsoft.com/office/drawing/2014/main" id="{91EE1A33-E664-4CFD-A711-B7E60E971686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0285743" y="4977265"/>
                <a:ext cx="1168211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12" name="Cerneală 411">
                <a:extLst>
                  <a:ext uri="{FF2B5EF4-FFF2-40B4-BE49-F238E27FC236}">
                    <a16:creationId xmlns:a16="http://schemas.microsoft.com/office/drawing/2014/main" id="{8275112F-8A52-4C0C-804D-35B1D11CC986}"/>
                  </a:ext>
                </a:extLst>
              </p14:cNvPr>
              <p14:cNvContentPartPr/>
              <p14:nvPr/>
            </p14:nvContentPartPr>
            <p14:xfrm>
              <a:off x="10015029" y="4476145"/>
              <a:ext cx="1113840" cy="365400"/>
            </p14:xfrm>
          </p:contentPart>
        </mc:Choice>
        <mc:Fallback xmlns="">
          <p:pic>
            <p:nvPicPr>
              <p:cNvPr id="412" name="Cerneală 411">
                <a:extLst>
                  <a:ext uri="{FF2B5EF4-FFF2-40B4-BE49-F238E27FC236}">
                    <a16:creationId xmlns:a16="http://schemas.microsoft.com/office/drawing/2014/main" id="{8275112F-8A52-4C0C-804D-35B1D11CC986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9997029" y="4458145"/>
                <a:ext cx="1149480" cy="40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62606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B1947C1E-9386-42F3-B64A-C3CB2BE5AF06}"/>
                  </a:ext>
                </a:extLst>
              </p14:cNvPr>
              <p14:cNvContentPartPr/>
              <p14:nvPr/>
            </p14:nvContentPartPr>
            <p14:xfrm>
              <a:off x="652149" y="687865"/>
              <a:ext cx="2446920" cy="232524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B1947C1E-9386-42F3-B64A-C3CB2BE5AF0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4506" y="669862"/>
                <a:ext cx="2482565" cy="2360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AF8D0C64-2B09-4BBD-BF52-ED0D0B60C3BD}"/>
                  </a:ext>
                </a:extLst>
              </p14:cNvPr>
              <p14:cNvContentPartPr/>
              <p14:nvPr/>
            </p14:nvContentPartPr>
            <p14:xfrm>
              <a:off x="4041909" y="2323705"/>
              <a:ext cx="3918240" cy="110844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AF8D0C64-2B09-4BBD-BF52-ED0D0B60C3B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23909" y="2305705"/>
                <a:ext cx="3953880" cy="11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B95A660B-7B16-427D-9CC9-6CE559B08F9B}"/>
                  </a:ext>
                </a:extLst>
              </p14:cNvPr>
              <p14:cNvContentPartPr/>
              <p14:nvPr/>
            </p14:nvContentPartPr>
            <p14:xfrm>
              <a:off x="3879909" y="268825"/>
              <a:ext cx="3237840" cy="193716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B95A660B-7B16-427D-9CC9-6CE559B08F9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61909" y="251185"/>
                <a:ext cx="3273480" cy="19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665F160D-A583-458D-BF5B-86312E0FD846}"/>
                  </a:ext>
                </a:extLst>
              </p14:cNvPr>
              <p14:cNvContentPartPr/>
              <p14:nvPr/>
            </p14:nvContentPartPr>
            <p14:xfrm>
              <a:off x="8899029" y="1716385"/>
              <a:ext cx="328320" cy="15120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665F160D-A583-458D-BF5B-86312E0FD84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81029" y="1698385"/>
                <a:ext cx="36396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49033D95-3A81-47E3-923D-EE6F73081A4A}"/>
                  </a:ext>
                </a:extLst>
              </p14:cNvPr>
              <p14:cNvContentPartPr/>
              <p14:nvPr/>
            </p14:nvContentPartPr>
            <p14:xfrm>
              <a:off x="8893269" y="2175385"/>
              <a:ext cx="435240" cy="32544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49033D95-3A81-47E3-923D-EE6F73081A4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875629" y="2157385"/>
                <a:ext cx="47088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A549C661-AB80-4F9F-A394-9820972E0F98}"/>
                  </a:ext>
                </a:extLst>
              </p14:cNvPr>
              <p14:cNvContentPartPr/>
              <p14:nvPr/>
            </p14:nvContentPartPr>
            <p14:xfrm>
              <a:off x="9598869" y="766705"/>
              <a:ext cx="2286000" cy="107784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A549C661-AB80-4F9F-A394-9820972E0F9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581229" y="749065"/>
                <a:ext cx="2321640" cy="11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68C6E633-4B27-445E-B2F4-6D3EAAA30F9C}"/>
                  </a:ext>
                </a:extLst>
              </p14:cNvPr>
              <p14:cNvContentPartPr/>
              <p14:nvPr/>
            </p14:nvContentPartPr>
            <p14:xfrm>
              <a:off x="8725509" y="818905"/>
              <a:ext cx="510120" cy="37224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68C6E633-4B27-445E-B2F4-6D3EAAA30F9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707509" y="800922"/>
                <a:ext cx="545760" cy="407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A2EE68B8-1527-4181-A201-3BFBEC8DAC17}"/>
                  </a:ext>
                </a:extLst>
              </p14:cNvPr>
              <p14:cNvContentPartPr/>
              <p14:nvPr/>
            </p14:nvContentPartPr>
            <p14:xfrm>
              <a:off x="8420229" y="4201105"/>
              <a:ext cx="45360" cy="7884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A2EE68B8-1527-4181-A201-3BFBEC8DAC1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02589" y="4183105"/>
                <a:ext cx="8100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0FF49580-0DDA-4257-B3F4-C7AE1DC00EB5}"/>
                  </a:ext>
                </a:extLst>
              </p14:cNvPr>
              <p14:cNvContentPartPr/>
              <p14:nvPr/>
            </p14:nvContentPartPr>
            <p14:xfrm>
              <a:off x="10156509" y="4044145"/>
              <a:ext cx="1561680" cy="57492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0FF49580-0DDA-4257-B3F4-C7AE1DC00EB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138869" y="4026145"/>
                <a:ext cx="1597320" cy="61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13B8A626-3235-47BA-957E-7F6B72BF8B23}"/>
                  </a:ext>
                </a:extLst>
              </p14:cNvPr>
              <p14:cNvContentPartPr/>
              <p14:nvPr/>
            </p14:nvContentPartPr>
            <p14:xfrm>
              <a:off x="9345789" y="4157545"/>
              <a:ext cx="359280" cy="26676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13B8A626-3235-47BA-957E-7F6B72BF8B2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328149" y="4139545"/>
                <a:ext cx="39492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B69C1F94-C0D0-4142-8EE2-1031D6643205}"/>
                  </a:ext>
                </a:extLst>
              </p14:cNvPr>
              <p14:cNvContentPartPr/>
              <p14:nvPr/>
            </p14:nvContentPartPr>
            <p14:xfrm>
              <a:off x="6506469" y="4335385"/>
              <a:ext cx="2198880" cy="19440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B69C1F94-C0D0-4142-8EE2-1031D664320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488829" y="4317385"/>
                <a:ext cx="223452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E62BB663-FE51-42F4-8EA9-49F5A371B9CD}"/>
                  </a:ext>
                </a:extLst>
              </p14:cNvPr>
              <p14:cNvContentPartPr/>
              <p14:nvPr/>
            </p14:nvContentPartPr>
            <p14:xfrm>
              <a:off x="5442669" y="4130185"/>
              <a:ext cx="681480" cy="45684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E62BB663-FE51-42F4-8EA9-49F5A371B9C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425029" y="4112185"/>
                <a:ext cx="717120" cy="49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6B6A630A-FC14-4709-9717-2F4A631A770A}"/>
                  </a:ext>
                </a:extLst>
              </p14:cNvPr>
              <p14:cNvContentPartPr/>
              <p14:nvPr/>
            </p14:nvContentPartPr>
            <p14:xfrm>
              <a:off x="1148949" y="4300465"/>
              <a:ext cx="681480" cy="37440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6B6A630A-FC14-4709-9717-2F4A631A770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30959" y="4282465"/>
                <a:ext cx="717101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8759E01E-6B28-48B4-9A3F-830686867535}"/>
                  </a:ext>
                </a:extLst>
              </p14:cNvPr>
              <p14:cNvContentPartPr/>
              <p14:nvPr/>
            </p14:nvContentPartPr>
            <p14:xfrm>
              <a:off x="1203309" y="5216665"/>
              <a:ext cx="628560" cy="14616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8759E01E-6B28-48B4-9A3F-83068686753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85669" y="5199025"/>
                <a:ext cx="66420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B6C7420C-27ED-4FA1-B6BB-B91A2B3987AB}"/>
                  </a:ext>
                </a:extLst>
              </p14:cNvPr>
              <p14:cNvContentPartPr/>
              <p14:nvPr/>
            </p14:nvContentPartPr>
            <p14:xfrm>
              <a:off x="1746549" y="5081665"/>
              <a:ext cx="29520" cy="4212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B6C7420C-27ED-4FA1-B6BB-B91A2B3987A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728549" y="5064025"/>
                <a:ext cx="6516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91B8B600-8AE0-45EA-AD5A-EA0C04855DA7}"/>
                  </a:ext>
                </a:extLst>
              </p14:cNvPr>
              <p14:cNvContentPartPr/>
              <p14:nvPr/>
            </p14:nvContentPartPr>
            <p14:xfrm>
              <a:off x="2155869" y="4226305"/>
              <a:ext cx="2381040" cy="119736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91B8B600-8AE0-45EA-AD5A-EA0C04855DA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138229" y="4208305"/>
                <a:ext cx="2416680" cy="12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49DFDD7F-5B7D-4B6F-B6E7-EFBDAB1619F2}"/>
                  </a:ext>
                </a:extLst>
              </p14:cNvPr>
              <p14:cNvContentPartPr/>
              <p14:nvPr/>
            </p14:nvContentPartPr>
            <p14:xfrm>
              <a:off x="4735269" y="5109745"/>
              <a:ext cx="936360" cy="28188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49DFDD7F-5B7D-4B6F-B6E7-EFBDAB1619F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717269" y="5091768"/>
                <a:ext cx="972000" cy="3174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BA56C071-F9EC-434D-8FA7-636004388F76}"/>
                  </a:ext>
                </a:extLst>
              </p14:cNvPr>
              <p14:cNvContentPartPr/>
              <p14:nvPr/>
            </p14:nvContentPartPr>
            <p14:xfrm>
              <a:off x="1471509" y="5780065"/>
              <a:ext cx="246960" cy="57492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BA56C071-F9EC-434D-8FA7-636004388F7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453509" y="5762065"/>
                <a:ext cx="282600" cy="61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E89E0570-F5FD-4266-912E-ED9D625D86BC}"/>
                  </a:ext>
                </a:extLst>
              </p14:cNvPr>
              <p14:cNvContentPartPr/>
              <p14:nvPr/>
            </p14:nvContentPartPr>
            <p14:xfrm>
              <a:off x="1904589" y="6003265"/>
              <a:ext cx="583920" cy="15156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E89E0570-F5FD-4266-912E-ED9D625D86B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886949" y="5985265"/>
                <a:ext cx="61956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266644D1-4090-4B48-9871-0D44449E92AE}"/>
                  </a:ext>
                </a:extLst>
              </p14:cNvPr>
              <p14:cNvContentPartPr/>
              <p14:nvPr/>
            </p14:nvContentPartPr>
            <p14:xfrm>
              <a:off x="5553189" y="5929105"/>
              <a:ext cx="855720" cy="24156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266644D1-4090-4B48-9871-0D44449E92A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535542" y="5911105"/>
                <a:ext cx="891375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E5451CD6-AFD3-4431-9399-2719E6C69076}"/>
                  </a:ext>
                </a:extLst>
              </p14:cNvPr>
              <p14:cNvContentPartPr/>
              <p14:nvPr/>
            </p14:nvContentPartPr>
            <p14:xfrm>
              <a:off x="3026709" y="5696545"/>
              <a:ext cx="1588320" cy="46368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E5451CD6-AFD3-4431-9399-2719E6C6907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009069" y="5678905"/>
                <a:ext cx="1623960" cy="49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54E0368D-8F83-4152-A1A1-6ED6CDA41184}"/>
                  </a:ext>
                </a:extLst>
              </p14:cNvPr>
              <p14:cNvContentPartPr/>
              <p14:nvPr/>
            </p14:nvContentPartPr>
            <p14:xfrm>
              <a:off x="11102589" y="5606185"/>
              <a:ext cx="85320" cy="67572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54E0368D-8F83-4152-A1A1-6ED6CDA4118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084949" y="5588545"/>
                <a:ext cx="120960" cy="71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3457C611-0E58-444D-AD17-7B1B1A6B03F5}"/>
                  </a:ext>
                </a:extLst>
              </p14:cNvPr>
              <p14:cNvContentPartPr/>
              <p14:nvPr/>
            </p14:nvContentPartPr>
            <p14:xfrm>
              <a:off x="6713469" y="5658025"/>
              <a:ext cx="4199040" cy="97560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3457C611-0E58-444D-AD17-7B1B1A6B03F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695469" y="5640385"/>
                <a:ext cx="4234680" cy="101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76165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793191" y="137196"/>
            <a:ext cx="27290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 err="1">
                <a:solidFill>
                  <a:srgbClr val="0000FF"/>
                </a:solidFill>
              </a:rPr>
              <a:t>Bistabil</a:t>
            </a:r>
            <a:r>
              <a:rPr lang="en-US" sz="2800" b="1" dirty="0">
                <a:solidFill>
                  <a:srgbClr val="0000FF"/>
                </a:solidFill>
              </a:rPr>
              <a:t> de tip T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9738EB55-B0F1-45F8-A4EF-B254BB372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38" y="960147"/>
            <a:ext cx="6520907" cy="23774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551A2755-251E-42AA-9F90-960A43EFE71E}"/>
                  </a:ext>
                </a:extLst>
              </p14:cNvPr>
              <p14:cNvContentPartPr/>
              <p14:nvPr/>
            </p14:nvContentPartPr>
            <p14:xfrm>
              <a:off x="10591389" y="2982865"/>
              <a:ext cx="6120" cy="612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551A2755-251E-42AA-9F90-960A43EFE7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73749" y="2964865"/>
                <a:ext cx="4176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E3C843FB-0CB5-4DC4-AD73-F3F707A1AEA1}"/>
                  </a:ext>
                </a:extLst>
              </p14:cNvPr>
              <p14:cNvContentPartPr/>
              <p14:nvPr/>
            </p14:nvContentPartPr>
            <p14:xfrm>
              <a:off x="8656292" y="502952"/>
              <a:ext cx="1868040" cy="149580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E3C843FB-0CB5-4DC4-AD73-F3F707A1AEA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38292" y="484952"/>
                <a:ext cx="1903680" cy="153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B81B150E-491A-4408-98E8-A123BE00FD09}"/>
                  </a:ext>
                </a:extLst>
              </p14:cNvPr>
              <p14:cNvContentPartPr/>
              <p14:nvPr/>
            </p14:nvContentPartPr>
            <p14:xfrm>
              <a:off x="9543069" y="2723665"/>
              <a:ext cx="649080" cy="27144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B81B150E-491A-4408-98E8-A123BE00FD0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525059" y="2705665"/>
                <a:ext cx="68474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E610882F-4280-42A0-B78F-83B469242CEC}"/>
                  </a:ext>
                </a:extLst>
              </p14:cNvPr>
              <p14:cNvContentPartPr/>
              <p14:nvPr/>
            </p14:nvContentPartPr>
            <p14:xfrm>
              <a:off x="518221" y="3156745"/>
              <a:ext cx="11412368" cy="3300935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E610882F-4280-42A0-B78F-83B469242CE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0221" y="3139103"/>
                <a:ext cx="11448008" cy="33365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3734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724262" y="137196"/>
            <a:ext cx="28669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 err="1">
                <a:solidFill>
                  <a:srgbClr val="0000FF"/>
                </a:solidFill>
              </a:rPr>
              <a:t>Bistabil</a:t>
            </a:r>
            <a:r>
              <a:rPr lang="en-US" sz="2800" b="1" dirty="0">
                <a:solidFill>
                  <a:srgbClr val="0000FF"/>
                </a:solidFill>
              </a:rPr>
              <a:t> de tip JK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65C74D9B-BA78-4610-BDB2-8B5E6EF45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868708"/>
            <a:ext cx="6492169" cy="26063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C717447B-579E-4A6B-9978-E21C24F8872E}"/>
                  </a:ext>
                </a:extLst>
              </p14:cNvPr>
              <p14:cNvContentPartPr/>
              <p14:nvPr/>
            </p14:nvContentPartPr>
            <p14:xfrm>
              <a:off x="230589" y="645385"/>
              <a:ext cx="200160" cy="5724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C717447B-579E-4A6B-9978-E21C24F887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2949" y="627745"/>
                <a:ext cx="23580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6440F40D-C18E-478B-BB00-699607A3298B}"/>
                  </a:ext>
                </a:extLst>
              </p14:cNvPr>
              <p14:cNvContentPartPr/>
              <p14:nvPr/>
            </p14:nvContentPartPr>
            <p14:xfrm>
              <a:off x="562869" y="534145"/>
              <a:ext cx="34560" cy="277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6440F40D-C18E-478B-BB00-699607A3298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4869" y="516505"/>
                <a:ext cx="7020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93F85D7C-A827-4BF7-B0AE-D5E9B548EB77}"/>
                  </a:ext>
                </a:extLst>
              </p14:cNvPr>
              <p14:cNvContentPartPr/>
              <p14:nvPr/>
            </p14:nvContentPartPr>
            <p14:xfrm>
              <a:off x="125469" y="319225"/>
              <a:ext cx="279720" cy="25200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93F85D7C-A827-4BF7-B0AE-D5E9B548EB7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7469" y="301585"/>
                <a:ext cx="31536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6A166294-977E-4E6B-A164-19FFFA71FFB7}"/>
                  </a:ext>
                </a:extLst>
              </p14:cNvPr>
              <p14:cNvContentPartPr/>
              <p14:nvPr/>
            </p14:nvContentPartPr>
            <p14:xfrm>
              <a:off x="607149" y="3748225"/>
              <a:ext cx="175320" cy="30024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6A166294-977E-4E6B-A164-19FFFA71FFB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9509" y="3730225"/>
                <a:ext cx="21096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B7C00349-92A7-47B3-8FEC-D90C8588A85B}"/>
                  </a:ext>
                </a:extLst>
              </p14:cNvPr>
              <p14:cNvContentPartPr/>
              <p14:nvPr/>
            </p14:nvContentPartPr>
            <p14:xfrm>
              <a:off x="933309" y="3955945"/>
              <a:ext cx="39240" cy="16092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B7C00349-92A7-47B3-8FEC-D90C8588A85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15309" y="3937945"/>
                <a:ext cx="7488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E804AC58-AC08-4A16-861B-C01A01A8EBFF}"/>
                  </a:ext>
                </a:extLst>
              </p14:cNvPr>
              <p14:cNvContentPartPr/>
              <p14:nvPr/>
            </p14:nvContentPartPr>
            <p14:xfrm>
              <a:off x="1847709" y="3893305"/>
              <a:ext cx="172800" cy="216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E804AC58-AC08-4A16-861B-C01A01A8EBF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830069" y="3875305"/>
                <a:ext cx="2084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BB2BF522-4DC2-468D-A41B-DCCE173DD90F}"/>
                  </a:ext>
                </a:extLst>
              </p14:cNvPr>
              <p14:cNvContentPartPr/>
              <p14:nvPr/>
            </p14:nvContentPartPr>
            <p14:xfrm>
              <a:off x="1135269" y="3806545"/>
              <a:ext cx="242280" cy="21132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BB2BF522-4DC2-468D-A41B-DCCE173DD90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17629" y="3788905"/>
                <a:ext cx="27792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2CDC0D5C-026C-4780-B68D-282DFCD23668}"/>
                  </a:ext>
                </a:extLst>
              </p14:cNvPr>
              <p14:cNvContentPartPr/>
              <p14:nvPr/>
            </p14:nvContentPartPr>
            <p14:xfrm>
              <a:off x="9629829" y="3411985"/>
              <a:ext cx="175680" cy="52812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2CDC0D5C-026C-4780-B68D-282DFCD2366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612189" y="3393985"/>
                <a:ext cx="211320" cy="56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B28168BD-8EF3-4760-8163-30B0753DF629}"/>
                  </a:ext>
                </a:extLst>
              </p14:cNvPr>
              <p14:cNvContentPartPr/>
              <p14:nvPr/>
            </p14:nvContentPartPr>
            <p14:xfrm>
              <a:off x="1833309" y="4321345"/>
              <a:ext cx="177840" cy="2052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B28168BD-8EF3-4760-8163-30B0753DF62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815309" y="4303705"/>
                <a:ext cx="2134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1B86E69A-2D43-4FFA-9D3A-544CF5501864}"/>
                  </a:ext>
                </a:extLst>
              </p14:cNvPr>
              <p14:cNvContentPartPr/>
              <p14:nvPr/>
            </p14:nvContentPartPr>
            <p14:xfrm>
              <a:off x="735669" y="4268785"/>
              <a:ext cx="562680" cy="20196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1B86E69A-2D43-4FFA-9D3A-544CF550186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18029" y="4250785"/>
                <a:ext cx="5983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EC70C756-7FF5-40A9-B871-8CFBB0F4173B}"/>
                  </a:ext>
                </a:extLst>
              </p14:cNvPr>
              <p14:cNvContentPartPr/>
              <p14:nvPr/>
            </p14:nvContentPartPr>
            <p14:xfrm>
              <a:off x="2223189" y="3533665"/>
              <a:ext cx="7268040" cy="108576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EC70C756-7FF5-40A9-B871-8CFBB0F4173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205189" y="3515665"/>
                <a:ext cx="7303680" cy="11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BF33ED24-B5DD-4493-AB12-EAC103FD5730}"/>
                  </a:ext>
                </a:extLst>
              </p14:cNvPr>
              <p14:cNvContentPartPr/>
              <p14:nvPr/>
            </p14:nvContentPartPr>
            <p14:xfrm>
              <a:off x="582669" y="4733545"/>
              <a:ext cx="239760" cy="38484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BF33ED24-B5DD-4493-AB12-EAC103FD573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65029" y="4715545"/>
                <a:ext cx="275400" cy="42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AB7FDFD1-2FE5-4707-8898-47CCEB2BFCD1}"/>
                  </a:ext>
                </a:extLst>
              </p14:cNvPr>
              <p14:cNvContentPartPr/>
              <p14:nvPr/>
            </p14:nvContentPartPr>
            <p14:xfrm>
              <a:off x="957429" y="4900225"/>
              <a:ext cx="292680" cy="3276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AB7FDFD1-2FE5-4707-8898-47CCEB2BFCD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39789" y="4882225"/>
                <a:ext cx="32832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9300A199-7B7E-4450-9BD0-0E62C88EAE17}"/>
                  </a:ext>
                </a:extLst>
              </p14:cNvPr>
              <p14:cNvContentPartPr/>
              <p14:nvPr/>
            </p14:nvContentPartPr>
            <p14:xfrm>
              <a:off x="4047309" y="4694305"/>
              <a:ext cx="1348200" cy="35532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9300A199-7B7E-4450-9BD0-0E62C88EAE1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029309" y="4676305"/>
                <a:ext cx="1383840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ED8EB96E-FD45-421E-B17A-DF2E2ACAE8A9}"/>
                  </a:ext>
                </a:extLst>
              </p14:cNvPr>
              <p14:cNvContentPartPr/>
              <p14:nvPr/>
            </p14:nvContentPartPr>
            <p14:xfrm>
              <a:off x="3135069" y="4759465"/>
              <a:ext cx="583920" cy="26892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ED8EB96E-FD45-421E-B17A-DF2E2ACAE8A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117069" y="4741825"/>
                <a:ext cx="61956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5991CB8B-0427-4782-B3E3-62820FA7A582}"/>
                  </a:ext>
                </a:extLst>
              </p14:cNvPr>
              <p14:cNvContentPartPr/>
              <p14:nvPr/>
            </p14:nvContentPartPr>
            <p14:xfrm>
              <a:off x="1597509" y="4771345"/>
              <a:ext cx="1166760" cy="28692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5991CB8B-0427-4782-B3E3-62820FA7A58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579869" y="4753368"/>
                <a:ext cx="1202400" cy="3225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28E45FE3-4531-4920-8B20-6EB68BA32D3E}"/>
                  </a:ext>
                </a:extLst>
              </p14:cNvPr>
              <p14:cNvContentPartPr/>
              <p14:nvPr/>
            </p14:nvContentPartPr>
            <p14:xfrm>
              <a:off x="1592829" y="5835505"/>
              <a:ext cx="190080" cy="15876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28E45FE3-4531-4920-8B20-6EB68BA32D3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574829" y="5817865"/>
                <a:ext cx="22572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AADE12C3-E601-44BB-9C38-677BFE2912A0}"/>
                  </a:ext>
                </a:extLst>
              </p14:cNvPr>
              <p14:cNvContentPartPr/>
              <p14:nvPr/>
            </p14:nvContentPartPr>
            <p14:xfrm>
              <a:off x="2179989" y="5578465"/>
              <a:ext cx="1212840" cy="37512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AADE12C3-E601-44BB-9C38-677BFE2912A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161989" y="5560482"/>
                <a:ext cx="1248480" cy="4107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E3E890E7-4556-4DA6-9F92-BF6582123914}"/>
                  </a:ext>
                </a:extLst>
              </p14:cNvPr>
              <p14:cNvContentPartPr/>
              <p14:nvPr/>
            </p14:nvContentPartPr>
            <p14:xfrm>
              <a:off x="625509" y="5685385"/>
              <a:ext cx="543240" cy="29268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E3E890E7-4556-4DA6-9F92-BF658212391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07521" y="5667385"/>
                <a:ext cx="578856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AD993890-411D-4C9A-BC25-29014F63368B}"/>
                  </a:ext>
                </a:extLst>
              </p14:cNvPr>
              <p14:cNvContentPartPr/>
              <p14:nvPr/>
            </p14:nvContentPartPr>
            <p14:xfrm>
              <a:off x="3690909" y="5702665"/>
              <a:ext cx="1002960" cy="48492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AD993890-411D-4C9A-BC25-29014F63368B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672915" y="5685012"/>
                <a:ext cx="1038587" cy="5205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1027AF77-77A6-42B5-96E3-F788A8D9FC08}"/>
                  </a:ext>
                </a:extLst>
              </p14:cNvPr>
              <p14:cNvContentPartPr/>
              <p14:nvPr/>
            </p14:nvContentPartPr>
            <p14:xfrm>
              <a:off x="5034429" y="5664505"/>
              <a:ext cx="550800" cy="39276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1027AF77-77A6-42B5-96E3-F788A8D9FC0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016789" y="5646865"/>
                <a:ext cx="58644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13C62BE0-7492-4F0F-A932-F13FB64558BE}"/>
                  </a:ext>
                </a:extLst>
              </p14:cNvPr>
              <p14:cNvContentPartPr/>
              <p14:nvPr/>
            </p14:nvContentPartPr>
            <p14:xfrm>
              <a:off x="5789709" y="5403865"/>
              <a:ext cx="2279520" cy="87156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13C62BE0-7492-4F0F-A932-F13FB64558BE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772069" y="5385865"/>
                <a:ext cx="2315160" cy="90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2D9652A4-E665-448A-8A1B-BD63B8B1B099}"/>
                  </a:ext>
                </a:extLst>
              </p14:cNvPr>
              <p14:cNvContentPartPr/>
              <p14:nvPr/>
            </p14:nvContentPartPr>
            <p14:xfrm>
              <a:off x="5181669" y="971185"/>
              <a:ext cx="2359080" cy="234396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2D9652A4-E665-448A-8A1B-BD63B8B1B099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163669" y="953545"/>
                <a:ext cx="2394720" cy="237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91" name="Cerneală 190">
                <a:extLst>
                  <a:ext uri="{FF2B5EF4-FFF2-40B4-BE49-F238E27FC236}">
                    <a16:creationId xmlns:a16="http://schemas.microsoft.com/office/drawing/2014/main" id="{AAD2BBBE-3006-483E-8C1B-10502C44EB43}"/>
                  </a:ext>
                </a:extLst>
              </p14:cNvPr>
              <p14:cNvContentPartPr/>
              <p14:nvPr/>
            </p14:nvContentPartPr>
            <p14:xfrm>
              <a:off x="6274989" y="226345"/>
              <a:ext cx="1140480" cy="476280"/>
            </p14:xfrm>
          </p:contentPart>
        </mc:Choice>
        <mc:Fallback xmlns="">
          <p:pic>
            <p:nvPicPr>
              <p:cNvPr id="191" name="Cerneală 190">
                <a:extLst>
                  <a:ext uri="{FF2B5EF4-FFF2-40B4-BE49-F238E27FC236}">
                    <a16:creationId xmlns:a16="http://schemas.microsoft.com/office/drawing/2014/main" id="{AAD2BBBE-3006-483E-8C1B-10502C44EB43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256989" y="208345"/>
                <a:ext cx="1176120" cy="51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845BCB2A-12CD-451C-9AB9-DF7EE64931EC}"/>
                  </a:ext>
                </a:extLst>
              </p14:cNvPr>
              <p14:cNvContentPartPr/>
              <p14:nvPr/>
            </p14:nvContentPartPr>
            <p14:xfrm>
              <a:off x="5111469" y="354505"/>
              <a:ext cx="871200" cy="54864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845BCB2A-12CD-451C-9AB9-DF7EE64931E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093469" y="336505"/>
                <a:ext cx="906840" cy="5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58" name="Cerneală 257">
                <a:extLst>
                  <a:ext uri="{FF2B5EF4-FFF2-40B4-BE49-F238E27FC236}">
                    <a16:creationId xmlns:a16="http://schemas.microsoft.com/office/drawing/2014/main" id="{C8F0086F-F19F-45FF-B0EC-5C4233620E61}"/>
                  </a:ext>
                </a:extLst>
              </p14:cNvPr>
              <p14:cNvContentPartPr/>
              <p14:nvPr/>
            </p14:nvContentPartPr>
            <p14:xfrm>
              <a:off x="8672229" y="273865"/>
              <a:ext cx="3422160" cy="2585520"/>
            </p14:xfrm>
          </p:contentPart>
        </mc:Choice>
        <mc:Fallback xmlns="">
          <p:pic>
            <p:nvPicPr>
              <p:cNvPr id="258" name="Cerneală 257">
                <a:extLst>
                  <a:ext uri="{FF2B5EF4-FFF2-40B4-BE49-F238E27FC236}">
                    <a16:creationId xmlns:a16="http://schemas.microsoft.com/office/drawing/2014/main" id="{C8F0086F-F19F-45FF-B0EC-5C4233620E61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654229" y="255865"/>
                <a:ext cx="3457800" cy="262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97018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ine 34">
            <a:extLst>
              <a:ext uri="{FF2B5EF4-FFF2-40B4-BE49-F238E27FC236}">
                <a16:creationId xmlns:a16="http://schemas.microsoft.com/office/drawing/2014/main" id="{B740B2B1-7303-4AFA-9C3F-F744CDE59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228635"/>
            <a:ext cx="6492169" cy="26063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6024459F-A05C-45AF-92C1-86BB563D6C06}"/>
                  </a:ext>
                </a:extLst>
              </p14:cNvPr>
              <p14:cNvContentPartPr/>
              <p14:nvPr/>
            </p14:nvContentPartPr>
            <p14:xfrm>
              <a:off x="8110629" y="745105"/>
              <a:ext cx="514440" cy="59760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6024459F-A05C-45AF-92C1-86BB563D6C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92989" y="709465"/>
                <a:ext cx="550080" cy="66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02E2CEC4-9E57-42F8-A81C-7D9DEB530037}"/>
                  </a:ext>
                </a:extLst>
              </p14:cNvPr>
              <p14:cNvContentPartPr/>
              <p14:nvPr/>
            </p14:nvContentPartPr>
            <p14:xfrm>
              <a:off x="9070029" y="758785"/>
              <a:ext cx="181080" cy="21456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02E2CEC4-9E57-42F8-A81C-7D9DEB53003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52029" y="722785"/>
                <a:ext cx="21672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18A3CD06-122A-403A-8877-4AEFE0273EB0}"/>
                  </a:ext>
                </a:extLst>
              </p14:cNvPr>
              <p14:cNvContentPartPr/>
              <p14:nvPr/>
            </p14:nvContentPartPr>
            <p14:xfrm>
              <a:off x="9090909" y="1058305"/>
              <a:ext cx="234360" cy="21348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18A3CD06-122A-403A-8877-4AEFE0273EB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72909" y="1022305"/>
                <a:ext cx="27000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8F521CF7-9201-483D-9E5F-5DD853980912}"/>
                  </a:ext>
                </a:extLst>
              </p14:cNvPr>
              <p14:cNvContentPartPr/>
              <p14:nvPr/>
            </p14:nvContentPartPr>
            <p14:xfrm>
              <a:off x="8177229" y="1506505"/>
              <a:ext cx="470160" cy="68832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8F521CF7-9201-483D-9E5F-5DD85398091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159229" y="1470505"/>
                <a:ext cx="505800" cy="75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3AE6A1B2-1015-4BF2-9CD5-C89122C639AD}"/>
                  </a:ext>
                </a:extLst>
              </p14:cNvPr>
              <p14:cNvContentPartPr/>
              <p14:nvPr/>
            </p14:nvContentPartPr>
            <p14:xfrm>
              <a:off x="8142669" y="1590025"/>
              <a:ext cx="444240" cy="27720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3AE6A1B2-1015-4BF2-9CD5-C89122C639A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125029" y="1554385"/>
                <a:ext cx="47988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0E63195B-B1B3-4F27-8CF7-D08ADD50D0CE}"/>
                  </a:ext>
                </a:extLst>
              </p14:cNvPr>
              <p14:cNvContentPartPr/>
              <p14:nvPr/>
            </p14:nvContentPartPr>
            <p14:xfrm>
              <a:off x="8234109" y="1826905"/>
              <a:ext cx="372240" cy="18000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0E63195B-B1B3-4F27-8CF7-D08ADD50D0C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216469" y="1791265"/>
                <a:ext cx="40788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952E4417-506A-483C-BEFA-94242816E3BA}"/>
                  </a:ext>
                </a:extLst>
              </p14:cNvPr>
              <p14:cNvContentPartPr/>
              <p14:nvPr/>
            </p14:nvContentPartPr>
            <p14:xfrm>
              <a:off x="8349669" y="2007625"/>
              <a:ext cx="205920" cy="12924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952E4417-506A-483C-BEFA-94242816E3B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332029" y="1971625"/>
                <a:ext cx="24156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F48FB98C-5558-4D20-AED2-75653A5B39BA}"/>
                  </a:ext>
                </a:extLst>
              </p14:cNvPr>
              <p14:cNvContentPartPr/>
              <p14:nvPr/>
            </p14:nvContentPartPr>
            <p14:xfrm>
              <a:off x="8266869" y="2268985"/>
              <a:ext cx="444600" cy="74844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F48FB98C-5558-4D20-AED2-75653A5B39B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249229" y="2233345"/>
                <a:ext cx="480240" cy="82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C4CD2A70-6F92-4E5C-87BE-E09D674E1AC2}"/>
                  </a:ext>
                </a:extLst>
              </p14:cNvPr>
              <p14:cNvContentPartPr/>
              <p14:nvPr/>
            </p14:nvContentPartPr>
            <p14:xfrm>
              <a:off x="8311149" y="2400385"/>
              <a:ext cx="371520" cy="16992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C4CD2A70-6F92-4E5C-87BE-E09D674E1AC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293509" y="2364385"/>
                <a:ext cx="40716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2579AA38-66C4-4F16-B9FB-AF3180E5229D}"/>
                  </a:ext>
                </a:extLst>
              </p14:cNvPr>
              <p14:cNvContentPartPr/>
              <p14:nvPr/>
            </p14:nvContentPartPr>
            <p14:xfrm>
              <a:off x="8368749" y="2652385"/>
              <a:ext cx="310680" cy="15804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2579AA38-66C4-4F16-B9FB-AF3180E5229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350749" y="2616745"/>
                <a:ext cx="34632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B2E640C4-B94E-4052-B0FB-C1F0979704FB}"/>
                  </a:ext>
                </a:extLst>
              </p14:cNvPr>
              <p14:cNvContentPartPr/>
              <p14:nvPr/>
            </p14:nvContentPartPr>
            <p14:xfrm>
              <a:off x="8445789" y="2899345"/>
              <a:ext cx="136440" cy="6048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B2E640C4-B94E-4052-B0FB-C1F0979704F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428149" y="2863705"/>
                <a:ext cx="17208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09E3A385-8885-43A8-B02A-74D80E6C00EA}"/>
                  </a:ext>
                </a:extLst>
              </p14:cNvPr>
              <p14:cNvContentPartPr/>
              <p14:nvPr/>
            </p14:nvContentPartPr>
            <p14:xfrm>
              <a:off x="7353549" y="158665"/>
              <a:ext cx="4686120" cy="385236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09E3A385-8885-43A8-B02A-74D80E6C00E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335549" y="140665"/>
                <a:ext cx="4721760" cy="38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922A152E-E54B-4B6F-9062-480EDA296484}"/>
                  </a:ext>
                </a:extLst>
              </p14:cNvPr>
              <p14:cNvContentPartPr/>
              <p14:nvPr/>
            </p14:nvContentPartPr>
            <p14:xfrm>
              <a:off x="8252469" y="3113545"/>
              <a:ext cx="444600" cy="82080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922A152E-E54B-4B6F-9062-480EDA29648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234469" y="3077545"/>
                <a:ext cx="480240" cy="89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22AF42F8-354E-4039-B158-9EC19537A925}"/>
                  </a:ext>
                </a:extLst>
              </p14:cNvPr>
              <p14:cNvContentPartPr/>
              <p14:nvPr/>
            </p14:nvContentPartPr>
            <p14:xfrm>
              <a:off x="9225549" y="3168625"/>
              <a:ext cx="269640" cy="25884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22AF42F8-354E-4039-B158-9EC19537A92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207549" y="3132625"/>
                <a:ext cx="30528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AB436228-8D76-40E4-9620-1F332F58D52C}"/>
                  </a:ext>
                </a:extLst>
              </p14:cNvPr>
              <p14:cNvContentPartPr/>
              <p14:nvPr/>
            </p14:nvContentPartPr>
            <p14:xfrm>
              <a:off x="9195669" y="3546265"/>
              <a:ext cx="262080" cy="27468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AB436228-8D76-40E4-9620-1F332F58D52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177669" y="3510625"/>
                <a:ext cx="29772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5C1D3C1E-AD13-4C14-9EC4-BE311C890504}"/>
                  </a:ext>
                </a:extLst>
              </p14:cNvPr>
              <p14:cNvContentPartPr/>
              <p14:nvPr/>
            </p14:nvContentPartPr>
            <p14:xfrm>
              <a:off x="3127869" y="2824825"/>
              <a:ext cx="929160" cy="32004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5C1D3C1E-AD13-4C14-9EC4-BE311C89050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110229" y="2806845"/>
                <a:ext cx="964800" cy="35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0C847359-C039-4CF6-BC8F-C4F54616CA9C}"/>
                  </a:ext>
                </a:extLst>
              </p14:cNvPr>
              <p14:cNvContentPartPr/>
              <p14:nvPr/>
            </p14:nvContentPartPr>
            <p14:xfrm>
              <a:off x="1534869" y="1651225"/>
              <a:ext cx="1276920" cy="151560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0C847359-C039-4CF6-BC8F-C4F54616CA9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517229" y="1633225"/>
                <a:ext cx="1312560" cy="155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56" name="Cerneală 255">
                <a:extLst>
                  <a:ext uri="{FF2B5EF4-FFF2-40B4-BE49-F238E27FC236}">
                    <a16:creationId xmlns:a16="http://schemas.microsoft.com/office/drawing/2014/main" id="{38C1500E-CE22-442D-8AA5-8B7877740DA5}"/>
                  </a:ext>
                </a:extLst>
              </p14:cNvPr>
              <p14:cNvContentPartPr/>
              <p14:nvPr/>
            </p14:nvContentPartPr>
            <p14:xfrm>
              <a:off x="167949" y="3383185"/>
              <a:ext cx="6616800" cy="2840400"/>
            </p14:xfrm>
          </p:contentPart>
        </mc:Choice>
        <mc:Fallback xmlns="">
          <p:pic>
            <p:nvPicPr>
              <p:cNvPr id="256" name="Cerneală 255">
                <a:extLst>
                  <a:ext uri="{FF2B5EF4-FFF2-40B4-BE49-F238E27FC236}">
                    <a16:creationId xmlns:a16="http://schemas.microsoft.com/office/drawing/2014/main" id="{38C1500E-CE22-442D-8AA5-8B7877740DA5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50309" y="3365185"/>
                <a:ext cx="6652440" cy="28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58" name="Cerneală 257">
                <a:extLst>
                  <a:ext uri="{FF2B5EF4-FFF2-40B4-BE49-F238E27FC236}">
                    <a16:creationId xmlns:a16="http://schemas.microsoft.com/office/drawing/2014/main" id="{70F5CAB2-EE19-4A1C-B510-6D7472C762CB}"/>
                  </a:ext>
                </a:extLst>
              </p14:cNvPr>
              <p14:cNvContentPartPr/>
              <p14:nvPr/>
            </p14:nvContentPartPr>
            <p14:xfrm>
              <a:off x="1229949" y="4767025"/>
              <a:ext cx="165240" cy="375480"/>
            </p14:xfrm>
          </p:contentPart>
        </mc:Choice>
        <mc:Fallback xmlns="">
          <p:pic>
            <p:nvPicPr>
              <p:cNvPr id="258" name="Cerneală 257">
                <a:extLst>
                  <a:ext uri="{FF2B5EF4-FFF2-40B4-BE49-F238E27FC236}">
                    <a16:creationId xmlns:a16="http://schemas.microsoft.com/office/drawing/2014/main" id="{70F5CAB2-EE19-4A1C-B510-6D7472C762C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211949" y="4731385"/>
                <a:ext cx="200880" cy="4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59" name="Cerneală 258">
                <a:extLst>
                  <a:ext uri="{FF2B5EF4-FFF2-40B4-BE49-F238E27FC236}">
                    <a16:creationId xmlns:a16="http://schemas.microsoft.com/office/drawing/2014/main" id="{FCB5AED8-0856-4D6F-B966-A5AED6138992}"/>
                  </a:ext>
                </a:extLst>
              </p14:cNvPr>
              <p14:cNvContentPartPr/>
              <p14:nvPr/>
            </p14:nvContentPartPr>
            <p14:xfrm>
              <a:off x="1785069" y="4742545"/>
              <a:ext cx="87120" cy="379440"/>
            </p14:xfrm>
          </p:contentPart>
        </mc:Choice>
        <mc:Fallback xmlns="">
          <p:pic>
            <p:nvPicPr>
              <p:cNvPr id="259" name="Cerneală 258">
                <a:extLst>
                  <a:ext uri="{FF2B5EF4-FFF2-40B4-BE49-F238E27FC236}">
                    <a16:creationId xmlns:a16="http://schemas.microsoft.com/office/drawing/2014/main" id="{FCB5AED8-0856-4D6F-B966-A5AED613899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767429" y="4706905"/>
                <a:ext cx="12276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60" name="Cerneală 259">
                <a:extLst>
                  <a:ext uri="{FF2B5EF4-FFF2-40B4-BE49-F238E27FC236}">
                    <a16:creationId xmlns:a16="http://schemas.microsoft.com/office/drawing/2014/main" id="{011B9E91-FFDC-45E6-B7CE-8535C9525644}"/>
                  </a:ext>
                </a:extLst>
              </p14:cNvPr>
              <p14:cNvContentPartPr/>
              <p14:nvPr/>
            </p14:nvContentPartPr>
            <p14:xfrm>
              <a:off x="1823589" y="5059345"/>
              <a:ext cx="217440" cy="56880"/>
            </p14:xfrm>
          </p:contentPart>
        </mc:Choice>
        <mc:Fallback xmlns="">
          <p:pic>
            <p:nvPicPr>
              <p:cNvPr id="260" name="Cerneală 259">
                <a:extLst>
                  <a:ext uri="{FF2B5EF4-FFF2-40B4-BE49-F238E27FC236}">
                    <a16:creationId xmlns:a16="http://schemas.microsoft.com/office/drawing/2014/main" id="{011B9E91-FFDC-45E6-B7CE-8535C952564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805949" y="5023345"/>
                <a:ext cx="25308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61" name="Cerneală 260">
                <a:extLst>
                  <a:ext uri="{FF2B5EF4-FFF2-40B4-BE49-F238E27FC236}">
                    <a16:creationId xmlns:a16="http://schemas.microsoft.com/office/drawing/2014/main" id="{18938FB1-2AB4-4AD1-BFC3-F150798587EA}"/>
                  </a:ext>
                </a:extLst>
              </p14:cNvPr>
              <p14:cNvContentPartPr/>
              <p14:nvPr/>
            </p14:nvContentPartPr>
            <p14:xfrm>
              <a:off x="3539709" y="4739665"/>
              <a:ext cx="258120" cy="406440"/>
            </p14:xfrm>
          </p:contentPart>
        </mc:Choice>
        <mc:Fallback xmlns="">
          <p:pic>
            <p:nvPicPr>
              <p:cNvPr id="261" name="Cerneală 260">
                <a:extLst>
                  <a:ext uri="{FF2B5EF4-FFF2-40B4-BE49-F238E27FC236}">
                    <a16:creationId xmlns:a16="http://schemas.microsoft.com/office/drawing/2014/main" id="{18938FB1-2AB4-4AD1-BFC3-F150798587E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522069" y="4704025"/>
                <a:ext cx="293760" cy="47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62" name="Cerneală 261">
                <a:extLst>
                  <a:ext uri="{FF2B5EF4-FFF2-40B4-BE49-F238E27FC236}">
                    <a16:creationId xmlns:a16="http://schemas.microsoft.com/office/drawing/2014/main" id="{389173F9-2E3F-4327-81BD-0E347AFAF5B9}"/>
                  </a:ext>
                </a:extLst>
              </p14:cNvPr>
              <p14:cNvContentPartPr/>
              <p14:nvPr/>
            </p14:nvContentPartPr>
            <p14:xfrm>
              <a:off x="2634669" y="4803385"/>
              <a:ext cx="248040" cy="418680"/>
            </p14:xfrm>
          </p:contentPart>
        </mc:Choice>
        <mc:Fallback xmlns="">
          <p:pic>
            <p:nvPicPr>
              <p:cNvPr id="262" name="Cerneală 261">
                <a:extLst>
                  <a:ext uri="{FF2B5EF4-FFF2-40B4-BE49-F238E27FC236}">
                    <a16:creationId xmlns:a16="http://schemas.microsoft.com/office/drawing/2014/main" id="{389173F9-2E3F-4327-81BD-0E347AFAF5B9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617029" y="4767385"/>
                <a:ext cx="283680" cy="49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63" name="Cerneală 262">
                <a:extLst>
                  <a:ext uri="{FF2B5EF4-FFF2-40B4-BE49-F238E27FC236}">
                    <a16:creationId xmlns:a16="http://schemas.microsoft.com/office/drawing/2014/main" id="{8593C896-4022-41AB-8756-251E46B70654}"/>
                  </a:ext>
                </a:extLst>
              </p14:cNvPr>
              <p14:cNvContentPartPr/>
              <p14:nvPr/>
            </p14:nvContentPartPr>
            <p14:xfrm>
              <a:off x="1265229" y="5607625"/>
              <a:ext cx="50760" cy="478080"/>
            </p14:xfrm>
          </p:contentPart>
        </mc:Choice>
        <mc:Fallback xmlns="">
          <p:pic>
            <p:nvPicPr>
              <p:cNvPr id="263" name="Cerneală 262">
                <a:extLst>
                  <a:ext uri="{FF2B5EF4-FFF2-40B4-BE49-F238E27FC236}">
                    <a16:creationId xmlns:a16="http://schemas.microsoft.com/office/drawing/2014/main" id="{8593C896-4022-41AB-8756-251E46B7065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247589" y="5571985"/>
                <a:ext cx="86400" cy="54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64" name="Cerneală 263">
                <a:extLst>
                  <a:ext uri="{FF2B5EF4-FFF2-40B4-BE49-F238E27FC236}">
                    <a16:creationId xmlns:a16="http://schemas.microsoft.com/office/drawing/2014/main" id="{2EF92DC9-6C60-432E-9591-EB5DE0DBEF5E}"/>
                  </a:ext>
                </a:extLst>
              </p14:cNvPr>
              <p14:cNvContentPartPr/>
              <p14:nvPr/>
            </p14:nvContentPartPr>
            <p14:xfrm>
              <a:off x="1900629" y="5569105"/>
              <a:ext cx="90360" cy="372240"/>
            </p14:xfrm>
          </p:contentPart>
        </mc:Choice>
        <mc:Fallback xmlns="">
          <p:pic>
            <p:nvPicPr>
              <p:cNvPr id="264" name="Cerneală 263">
                <a:extLst>
                  <a:ext uri="{FF2B5EF4-FFF2-40B4-BE49-F238E27FC236}">
                    <a16:creationId xmlns:a16="http://schemas.microsoft.com/office/drawing/2014/main" id="{2EF92DC9-6C60-432E-9591-EB5DE0DBEF5E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882629" y="5533105"/>
                <a:ext cx="126000" cy="4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65" name="Cerneală 264">
                <a:extLst>
                  <a:ext uri="{FF2B5EF4-FFF2-40B4-BE49-F238E27FC236}">
                    <a16:creationId xmlns:a16="http://schemas.microsoft.com/office/drawing/2014/main" id="{EB22F6BA-5C04-4ECB-8525-5D771D022560}"/>
                  </a:ext>
                </a:extLst>
              </p14:cNvPr>
              <p14:cNvContentPartPr/>
              <p14:nvPr/>
            </p14:nvContentPartPr>
            <p14:xfrm>
              <a:off x="3508029" y="5505385"/>
              <a:ext cx="98280" cy="345960"/>
            </p14:xfrm>
          </p:contentPart>
        </mc:Choice>
        <mc:Fallback xmlns="">
          <p:pic>
            <p:nvPicPr>
              <p:cNvPr id="265" name="Cerneală 264">
                <a:extLst>
                  <a:ext uri="{FF2B5EF4-FFF2-40B4-BE49-F238E27FC236}">
                    <a16:creationId xmlns:a16="http://schemas.microsoft.com/office/drawing/2014/main" id="{EB22F6BA-5C04-4ECB-8525-5D771D02256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490389" y="5469745"/>
                <a:ext cx="13392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66" name="Cerneală 265">
                <a:extLst>
                  <a:ext uri="{FF2B5EF4-FFF2-40B4-BE49-F238E27FC236}">
                    <a16:creationId xmlns:a16="http://schemas.microsoft.com/office/drawing/2014/main" id="{4D27D508-4FE2-4D22-BAA9-1F36827C753A}"/>
                  </a:ext>
                </a:extLst>
              </p14:cNvPr>
              <p14:cNvContentPartPr/>
              <p14:nvPr/>
            </p14:nvContentPartPr>
            <p14:xfrm>
              <a:off x="2709549" y="5560465"/>
              <a:ext cx="245880" cy="358200"/>
            </p14:xfrm>
          </p:contentPart>
        </mc:Choice>
        <mc:Fallback xmlns="">
          <p:pic>
            <p:nvPicPr>
              <p:cNvPr id="266" name="Cerneală 265">
                <a:extLst>
                  <a:ext uri="{FF2B5EF4-FFF2-40B4-BE49-F238E27FC236}">
                    <a16:creationId xmlns:a16="http://schemas.microsoft.com/office/drawing/2014/main" id="{4D27D508-4FE2-4D22-BAA9-1F36827C753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691909" y="5524825"/>
                <a:ext cx="281520" cy="42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67" name="Cerneală 266">
                <a:extLst>
                  <a:ext uri="{FF2B5EF4-FFF2-40B4-BE49-F238E27FC236}">
                    <a16:creationId xmlns:a16="http://schemas.microsoft.com/office/drawing/2014/main" id="{D5BD448B-98D4-4615-B23E-905C15C341BD}"/>
                  </a:ext>
                </a:extLst>
              </p14:cNvPr>
              <p14:cNvContentPartPr/>
              <p14:nvPr/>
            </p14:nvContentPartPr>
            <p14:xfrm>
              <a:off x="1660869" y="4589545"/>
              <a:ext cx="532800" cy="1792440"/>
            </p14:xfrm>
          </p:contentPart>
        </mc:Choice>
        <mc:Fallback xmlns="">
          <p:pic>
            <p:nvPicPr>
              <p:cNvPr id="267" name="Cerneală 266">
                <a:extLst>
                  <a:ext uri="{FF2B5EF4-FFF2-40B4-BE49-F238E27FC236}">
                    <a16:creationId xmlns:a16="http://schemas.microsoft.com/office/drawing/2014/main" id="{D5BD448B-98D4-4615-B23E-905C15C341B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642869" y="4553905"/>
                <a:ext cx="568440" cy="18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268" name="Cerneală 267">
                <a:extLst>
                  <a:ext uri="{FF2B5EF4-FFF2-40B4-BE49-F238E27FC236}">
                    <a16:creationId xmlns:a16="http://schemas.microsoft.com/office/drawing/2014/main" id="{32109BC6-AD7C-4C10-BF25-716C5624CCD7}"/>
                  </a:ext>
                </a:extLst>
              </p14:cNvPr>
              <p14:cNvContentPartPr/>
              <p14:nvPr/>
            </p14:nvContentPartPr>
            <p14:xfrm>
              <a:off x="503469" y="5505025"/>
              <a:ext cx="1065960" cy="771480"/>
            </p14:xfrm>
          </p:contentPart>
        </mc:Choice>
        <mc:Fallback xmlns="">
          <p:pic>
            <p:nvPicPr>
              <p:cNvPr id="268" name="Cerneală 267">
                <a:extLst>
                  <a:ext uri="{FF2B5EF4-FFF2-40B4-BE49-F238E27FC236}">
                    <a16:creationId xmlns:a16="http://schemas.microsoft.com/office/drawing/2014/main" id="{32109BC6-AD7C-4C10-BF25-716C5624CCD7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85469" y="5469025"/>
                <a:ext cx="1101600" cy="84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269" name="Cerneală 268">
                <a:extLst>
                  <a:ext uri="{FF2B5EF4-FFF2-40B4-BE49-F238E27FC236}">
                    <a16:creationId xmlns:a16="http://schemas.microsoft.com/office/drawing/2014/main" id="{77F2AD12-5014-4AD8-B092-F20B2991D170}"/>
                  </a:ext>
                </a:extLst>
              </p14:cNvPr>
              <p14:cNvContentPartPr/>
              <p14:nvPr/>
            </p14:nvContentPartPr>
            <p14:xfrm>
              <a:off x="3344229" y="5366065"/>
              <a:ext cx="1143720" cy="727200"/>
            </p14:xfrm>
          </p:contentPart>
        </mc:Choice>
        <mc:Fallback xmlns="">
          <p:pic>
            <p:nvPicPr>
              <p:cNvPr id="269" name="Cerneală 268">
                <a:extLst>
                  <a:ext uri="{FF2B5EF4-FFF2-40B4-BE49-F238E27FC236}">
                    <a16:creationId xmlns:a16="http://schemas.microsoft.com/office/drawing/2014/main" id="{77F2AD12-5014-4AD8-B092-F20B2991D170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326229" y="5330065"/>
                <a:ext cx="1179360" cy="79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270" name="Cerneală 269">
                <a:extLst>
                  <a:ext uri="{FF2B5EF4-FFF2-40B4-BE49-F238E27FC236}">
                    <a16:creationId xmlns:a16="http://schemas.microsoft.com/office/drawing/2014/main" id="{0AF78DA2-AB78-4B2C-B6AA-8BB121DB7AAD}"/>
                  </a:ext>
                </a:extLst>
              </p14:cNvPr>
              <p14:cNvContentPartPr/>
              <p14:nvPr/>
            </p14:nvContentPartPr>
            <p14:xfrm>
              <a:off x="5417469" y="5071225"/>
              <a:ext cx="259560" cy="552960"/>
            </p14:xfrm>
          </p:contentPart>
        </mc:Choice>
        <mc:Fallback xmlns="">
          <p:pic>
            <p:nvPicPr>
              <p:cNvPr id="270" name="Cerneală 269">
                <a:extLst>
                  <a:ext uri="{FF2B5EF4-FFF2-40B4-BE49-F238E27FC236}">
                    <a16:creationId xmlns:a16="http://schemas.microsoft.com/office/drawing/2014/main" id="{0AF78DA2-AB78-4B2C-B6AA-8BB121DB7AAD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399469" y="5035225"/>
                <a:ext cx="295200" cy="62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271" name="Cerneală 270">
                <a:extLst>
                  <a:ext uri="{FF2B5EF4-FFF2-40B4-BE49-F238E27FC236}">
                    <a16:creationId xmlns:a16="http://schemas.microsoft.com/office/drawing/2014/main" id="{01FB7DDF-7F90-46D5-A9E1-86EF8E2D8CAD}"/>
                  </a:ext>
                </a:extLst>
              </p14:cNvPr>
              <p14:cNvContentPartPr/>
              <p14:nvPr/>
            </p14:nvContentPartPr>
            <p14:xfrm>
              <a:off x="5726709" y="5106865"/>
              <a:ext cx="186840" cy="18000"/>
            </p14:xfrm>
          </p:contentPart>
        </mc:Choice>
        <mc:Fallback xmlns="">
          <p:pic>
            <p:nvPicPr>
              <p:cNvPr id="271" name="Cerneală 270">
                <a:extLst>
                  <a:ext uri="{FF2B5EF4-FFF2-40B4-BE49-F238E27FC236}">
                    <a16:creationId xmlns:a16="http://schemas.microsoft.com/office/drawing/2014/main" id="{01FB7DDF-7F90-46D5-A9E1-86EF8E2D8CAD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709069" y="5070865"/>
                <a:ext cx="22248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272" name="Cerneală 271">
                <a:extLst>
                  <a:ext uri="{FF2B5EF4-FFF2-40B4-BE49-F238E27FC236}">
                    <a16:creationId xmlns:a16="http://schemas.microsoft.com/office/drawing/2014/main" id="{02D4BC09-9EC5-44C2-B93C-F0484CE27993}"/>
                  </a:ext>
                </a:extLst>
              </p14:cNvPr>
              <p14:cNvContentPartPr/>
              <p14:nvPr/>
            </p14:nvContentPartPr>
            <p14:xfrm>
              <a:off x="5799429" y="4961785"/>
              <a:ext cx="28440" cy="264240"/>
            </p14:xfrm>
          </p:contentPart>
        </mc:Choice>
        <mc:Fallback xmlns="">
          <p:pic>
            <p:nvPicPr>
              <p:cNvPr id="272" name="Cerneală 271">
                <a:extLst>
                  <a:ext uri="{FF2B5EF4-FFF2-40B4-BE49-F238E27FC236}">
                    <a16:creationId xmlns:a16="http://schemas.microsoft.com/office/drawing/2014/main" id="{02D4BC09-9EC5-44C2-B93C-F0484CE27993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5781429" y="4925785"/>
                <a:ext cx="6408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273" name="Cerneală 272">
                <a:extLst>
                  <a:ext uri="{FF2B5EF4-FFF2-40B4-BE49-F238E27FC236}">
                    <a16:creationId xmlns:a16="http://schemas.microsoft.com/office/drawing/2014/main" id="{69842B5F-9CB9-4CC8-A010-A2E392E8D47A}"/>
                  </a:ext>
                </a:extLst>
              </p14:cNvPr>
              <p14:cNvContentPartPr/>
              <p14:nvPr/>
            </p14:nvContentPartPr>
            <p14:xfrm>
              <a:off x="5981949" y="5295145"/>
              <a:ext cx="192240" cy="23040"/>
            </p14:xfrm>
          </p:contentPart>
        </mc:Choice>
        <mc:Fallback xmlns="">
          <p:pic>
            <p:nvPicPr>
              <p:cNvPr id="273" name="Cerneală 272">
                <a:extLst>
                  <a:ext uri="{FF2B5EF4-FFF2-40B4-BE49-F238E27FC236}">
                    <a16:creationId xmlns:a16="http://schemas.microsoft.com/office/drawing/2014/main" id="{69842B5F-9CB9-4CC8-A010-A2E392E8D47A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5963949" y="5259145"/>
                <a:ext cx="22788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274" name="Cerneală 273">
                <a:extLst>
                  <a:ext uri="{FF2B5EF4-FFF2-40B4-BE49-F238E27FC236}">
                    <a16:creationId xmlns:a16="http://schemas.microsoft.com/office/drawing/2014/main" id="{DB454591-C7A3-4F26-8107-82B83CDC8899}"/>
                  </a:ext>
                </a:extLst>
              </p14:cNvPr>
              <p14:cNvContentPartPr/>
              <p14:nvPr/>
            </p14:nvContentPartPr>
            <p14:xfrm>
              <a:off x="6015429" y="5422225"/>
              <a:ext cx="176040" cy="22320"/>
            </p14:xfrm>
          </p:contentPart>
        </mc:Choice>
        <mc:Fallback xmlns="">
          <p:pic>
            <p:nvPicPr>
              <p:cNvPr id="274" name="Cerneală 273">
                <a:extLst>
                  <a:ext uri="{FF2B5EF4-FFF2-40B4-BE49-F238E27FC236}">
                    <a16:creationId xmlns:a16="http://schemas.microsoft.com/office/drawing/2014/main" id="{DB454591-C7A3-4F26-8107-82B83CDC8899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5997429" y="5386585"/>
                <a:ext cx="21168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275" name="Cerneală 274">
                <a:extLst>
                  <a:ext uri="{FF2B5EF4-FFF2-40B4-BE49-F238E27FC236}">
                    <a16:creationId xmlns:a16="http://schemas.microsoft.com/office/drawing/2014/main" id="{BE6AD36D-8827-49E6-ADE2-41E790ACE64F}"/>
                  </a:ext>
                </a:extLst>
              </p14:cNvPr>
              <p14:cNvContentPartPr/>
              <p14:nvPr/>
            </p14:nvContentPartPr>
            <p14:xfrm>
              <a:off x="6555789" y="4855945"/>
              <a:ext cx="106920" cy="1203840"/>
            </p14:xfrm>
          </p:contentPart>
        </mc:Choice>
        <mc:Fallback xmlns="">
          <p:pic>
            <p:nvPicPr>
              <p:cNvPr id="275" name="Cerneală 274">
                <a:extLst>
                  <a:ext uri="{FF2B5EF4-FFF2-40B4-BE49-F238E27FC236}">
                    <a16:creationId xmlns:a16="http://schemas.microsoft.com/office/drawing/2014/main" id="{BE6AD36D-8827-49E6-ADE2-41E790ACE64F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537789" y="4819945"/>
                <a:ext cx="142560" cy="12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276" name="Cerneală 275">
                <a:extLst>
                  <a:ext uri="{FF2B5EF4-FFF2-40B4-BE49-F238E27FC236}">
                    <a16:creationId xmlns:a16="http://schemas.microsoft.com/office/drawing/2014/main" id="{7DC6921D-F5C9-4CD1-981E-DDD39BD4A108}"/>
                  </a:ext>
                </a:extLst>
              </p14:cNvPr>
              <p14:cNvContentPartPr/>
              <p14:nvPr/>
            </p14:nvContentPartPr>
            <p14:xfrm>
              <a:off x="6790509" y="4987705"/>
              <a:ext cx="272880" cy="426960"/>
            </p14:xfrm>
          </p:contentPart>
        </mc:Choice>
        <mc:Fallback xmlns="">
          <p:pic>
            <p:nvPicPr>
              <p:cNvPr id="276" name="Cerneală 275">
                <a:extLst>
                  <a:ext uri="{FF2B5EF4-FFF2-40B4-BE49-F238E27FC236}">
                    <a16:creationId xmlns:a16="http://schemas.microsoft.com/office/drawing/2014/main" id="{7DC6921D-F5C9-4CD1-981E-DDD39BD4A108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772869" y="4951705"/>
                <a:ext cx="308520" cy="49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277" name="Cerneală 276">
                <a:extLst>
                  <a:ext uri="{FF2B5EF4-FFF2-40B4-BE49-F238E27FC236}">
                    <a16:creationId xmlns:a16="http://schemas.microsoft.com/office/drawing/2014/main" id="{8024C958-CD63-4132-8388-5C321AC70629}"/>
                  </a:ext>
                </a:extLst>
              </p14:cNvPr>
              <p14:cNvContentPartPr/>
              <p14:nvPr/>
            </p14:nvContentPartPr>
            <p14:xfrm>
              <a:off x="7275789" y="4954945"/>
              <a:ext cx="297360" cy="414000"/>
            </p14:xfrm>
          </p:contentPart>
        </mc:Choice>
        <mc:Fallback xmlns="">
          <p:pic>
            <p:nvPicPr>
              <p:cNvPr id="277" name="Cerneală 276">
                <a:extLst>
                  <a:ext uri="{FF2B5EF4-FFF2-40B4-BE49-F238E27FC236}">
                    <a16:creationId xmlns:a16="http://schemas.microsoft.com/office/drawing/2014/main" id="{8024C958-CD63-4132-8388-5C321AC7062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258149" y="4919305"/>
                <a:ext cx="333000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278" name="Cerneală 277">
                <a:extLst>
                  <a:ext uri="{FF2B5EF4-FFF2-40B4-BE49-F238E27FC236}">
                    <a16:creationId xmlns:a16="http://schemas.microsoft.com/office/drawing/2014/main" id="{F3D8D2CB-DCC7-4A1C-88E6-B08C519F9E79}"/>
                  </a:ext>
                </a:extLst>
              </p14:cNvPr>
              <p14:cNvContentPartPr/>
              <p14:nvPr/>
            </p14:nvContentPartPr>
            <p14:xfrm>
              <a:off x="7242669" y="4806985"/>
              <a:ext cx="336240" cy="15480"/>
            </p14:xfrm>
          </p:contentPart>
        </mc:Choice>
        <mc:Fallback xmlns="">
          <p:pic>
            <p:nvPicPr>
              <p:cNvPr id="278" name="Cerneală 277">
                <a:extLst>
                  <a:ext uri="{FF2B5EF4-FFF2-40B4-BE49-F238E27FC236}">
                    <a16:creationId xmlns:a16="http://schemas.microsoft.com/office/drawing/2014/main" id="{F3D8D2CB-DCC7-4A1C-88E6-B08C519F9E79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7225029" y="4770985"/>
                <a:ext cx="37188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279" name="Cerneală 278">
                <a:extLst>
                  <a:ext uri="{FF2B5EF4-FFF2-40B4-BE49-F238E27FC236}">
                    <a16:creationId xmlns:a16="http://schemas.microsoft.com/office/drawing/2014/main" id="{1ACA9A64-F815-4F8A-BA52-825BB7886AC3}"/>
                  </a:ext>
                </a:extLst>
              </p14:cNvPr>
              <p14:cNvContentPartPr/>
              <p14:nvPr/>
            </p14:nvContentPartPr>
            <p14:xfrm>
              <a:off x="6912189" y="5847025"/>
              <a:ext cx="8280" cy="280800"/>
            </p14:xfrm>
          </p:contentPart>
        </mc:Choice>
        <mc:Fallback xmlns="">
          <p:pic>
            <p:nvPicPr>
              <p:cNvPr id="279" name="Cerneală 278">
                <a:extLst>
                  <a:ext uri="{FF2B5EF4-FFF2-40B4-BE49-F238E27FC236}">
                    <a16:creationId xmlns:a16="http://schemas.microsoft.com/office/drawing/2014/main" id="{1ACA9A64-F815-4F8A-BA52-825BB7886AC3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6894549" y="5811385"/>
                <a:ext cx="4392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280" name="Cerneală 279">
                <a:extLst>
                  <a:ext uri="{FF2B5EF4-FFF2-40B4-BE49-F238E27FC236}">
                    <a16:creationId xmlns:a16="http://schemas.microsoft.com/office/drawing/2014/main" id="{9A1FC793-9626-4A30-814B-E6A7AE0FAB6E}"/>
                  </a:ext>
                </a:extLst>
              </p14:cNvPr>
              <p14:cNvContentPartPr/>
              <p14:nvPr/>
            </p14:nvContentPartPr>
            <p14:xfrm>
              <a:off x="6895989" y="5880505"/>
              <a:ext cx="232560" cy="242280"/>
            </p14:xfrm>
          </p:contentPart>
        </mc:Choice>
        <mc:Fallback xmlns="">
          <p:pic>
            <p:nvPicPr>
              <p:cNvPr id="280" name="Cerneală 279">
                <a:extLst>
                  <a:ext uri="{FF2B5EF4-FFF2-40B4-BE49-F238E27FC236}">
                    <a16:creationId xmlns:a16="http://schemas.microsoft.com/office/drawing/2014/main" id="{9A1FC793-9626-4A30-814B-E6A7AE0FAB6E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878349" y="5844865"/>
                <a:ext cx="26820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281" name="Cerneală 280">
                <a:extLst>
                  <a:ext uri="{FF2B5EF4-FFF2-40B4-BE49-F238E27FC236}">
                    <a16:creationId xmlns:a16="http://schemas.microsoft.com/office/drawing/2014/main" id="{B4CCA940-A673-4176-9F25-3B2E8718D27F}"/>
                  </a:ext>
                </a:extLst>
              </p14:cNvPr>
              <p14:cNvContentPartPr/>
              <p14:nvPr/>
            </p14:nvContentPartPr>
            <p14:xfrm>
              <a:off x="6776109" y="5736145"/>
              <a:ext cx="340200" cy="19800"/>
            </p14:xfrm>
          </p:contentPart>
        </mc:Choice>
        <mc:Fallback xmlns="">
          <p:pic>
            <p:nvPicPr>
              <p:cNvPr id="281" name="Cerneală 280">
                <a:extLst>
                  <a:ext uri="{FF2B5EF4-FFF2-40B4-BE49-F238E27FC236}">
                    <a16:creationId xmlns:a16="http://schemas.microsoft.com/office/drawing/2014/main" id="{B4CCA940-A673-4176-9F25-3B2E8718D27F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6758109" y="5700505"/>
                <a:ext cx="37584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282" name="Cerneală 281">
                <a:extLst>
                  <a:ext uri="{FF2B5EF4-FFF2-40B4-BE49-F238E27FC236}">
                    <a16:creationId xmlns:a16="http://schemas.microsoft.com/office/drawing/2014/main" id="{7B308997-5941-4DA9-9109-8503EEED1146}"/>
                  </a:ext>
                </a:extLst>
              </p14:cNvPr>
              <p14:cNvContentPartPr/>
              <p14:nvPr/>
            </p14:nvContentPartPr>
            <p14:xfrm>
              <a:off x="7351029" y="5747665"/>
              <a:ext cx="300240" cy="385560"/>
            </p14:xfrm>
          </p:contentPart>
        </mc:Choice>
        <mc:Fallback xmlns="">
          <p:pic>
            <p:nvPicPr>
              <p:cNvPr id="282" name="Cerneală 281">
                <a:extLst>
                  <a:ext uri="{FF2B5EF4-FFF2-40B4-BE49-F238E27FC236}">
                    <a16:creationId xmlns:a16="http://schemas.microsoft.com/office/drawing/2014/main" id="{7B308997-5941-4DA9-9109-8503EEED1146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333389" y="5712025"/>
                <a:ext cx="335880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283" name="Cerneală 282">
                <a:extLst>
                  <a:ext uri="{FF2B5EF4-FFF2-40B4-BE49-F238E27FC236}">
                    <a16:creationId xmlns:a16="http://schemas.microsoft.com/office/drawing/2014/main" id="{6AAEF781-1538-4068-984C-448E22A70EB5}"/>
                  </a:ext>
                </a:extLst>
              </p14:cNvPr>
              <p14:cNvContentPartPr/>
              <p14:nvPr/>
            </p14:nvContentPartPr>
            <p14:xfrm>
              <a:off x="7892469" y="4750105"/>
              <a:ext cx="178560" cy="1394280"/>
            </p14:xfrm>
          </p:contentPart>
        </mc:Choice>
        <mc:Fallback xmlns="">
          <p:pic>
            <p:nvPicPr>
              <p:cNvPr id="283" name="Cerneală 282">
                <a:extLst>
                  <a:ext uri="{FF2B5EF4-FFF2-40B4-BE49-F238E27FC236}">
                    <a16:creationId xmlns:a16="http://schemas.microsoft.com/office/drawing/2014/main" id="{6AAEF781-1538-4068-984C-448E22A70EB5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7874829" y="4714105"/>
                <a:ext cx="214200" cy="146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284" name="Cerneală 283">
                <a:extLst>
                  <a:ext uri="{FF2B5EF4-FFF2-40B4-BE49-F238E27FC236}">
                    <a16:creationId xmlns:a16="http://schemas.microsoft.com/office/drawing/2014/main" id="{9DB17BA4-B3CB-4230-9B49-2F08E1BBDF5F}"/>
                  </a:ext>
                </a:extLst>
              </p14:cNvPr>
              <p14:cNvContentPartPr/>
              <p14:nvPr/>
            </p14:nvContentPartPr>
            <p14:xfrm>
              <a:off x="6616989" y="6030265"/>
              <a:ext cx="36000" cy="158400"/>
            </p14:xfrm>
          </p:contentPart>
        </mc:Choice>
        <mc:Fallback xmlns="">
          <p:pic>
            <p:nvPicPr>
              <p:cNvPr id="284" name="Cerneală 283">
                <a:extLst>
                  <a:ext uri="{FF2B5EF4-FFF2-40B4-BE49-F238E27FC236}">
                    <a16:creationId xmlns:a16="http://schemas.microsoft.com/office/drawing/2014/main" id="{9DB17BA4-B3CB-4230-9B49-2F08E1BBDF5F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6599349" y="5994265"/>
                <a:ext cx="7164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285" name="Cerneală 284">
                <a:extLst>
                  <a:ext uri="{FF2B5EF4-FFF2-40B4-BE49-F238E27FC236}">
                    <a16:creationId xmlns:a16="http://schemas.microsoft.com/office/drawing/2014/main" id="{824A5243-2B3D-46B0-BF72-A9B1BEE1398E}"/>
                  </a:ext>
                </a:extLst>
              </p14:cNvPr>
              <p14:cNvContentPartPr/>
              <p14:nvPr/>
            </p14:nvContentPartPr>
            <p14:xfrm>
              <a:off x="6361389" y="5577025"/>
              <a:ext cx="1486080" cy="772200"/>
            </p14:xfrm>
          </p:contentPart>
        </mc:Choice>
        <mc:Fallback xmlns="">
          <p:pic>
            <p:nvPicPr>
              <p:cNvPr id="285" name="Cerneală 284">
                <a:extLst>
                  <a:ext uri="{FF2B5EF4-FFF2-40B4-BE49-F238E27FC236}">
                    <a16:creationId xmlns:a16="http://schemas.microsoft.com/office/drawing/2014/main" id="{824A5243-2B3D-46B0-BF72-A9B1BEE1398E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6343749" y="5541385"/>
                <a:ext cx="1521720" cy="84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286" name="Cerneală 285">
                <a:extLst>
                  <a:ext uri="{FF2B5EF4-FFF2-40B4-BE49-F238E27FC236}">
                    <a16:creationId xmlns:a16="http://schemas.microsoft.com/office/drawing/2014/main" id="{4D13AF76-57A9-4F4A-A55C-213683E9B6AC}"/>
                  </a:ext>
                </a:extLst>
              </p14:cNvPr>
              <p14:cNvContentPartPr/>
              <p14:nvPr/>
            </p14:nvContentPartPr>
            <p14:xfrm>
              <a:off x="6612309" y="4527985"/>
              <a:ext cx="1160640" cy="952920"/>
            </p14:xfrm>
          </p:contentPart>
        </mc:Choice>
        <mc:Fallback xmlns="">
          <p:pic>
            <p:nvPicPr>
              <p:cNvPr id="286" name="Cerneală 285">
                <a:extLst>
                  <a:ext uri="{FF2B5EF4-FFF2-40B4-BE49-F238E27FC236}">
                    <a16:creationId xmlns:a16="http://schemas.microsoft.com/office/drawing/2014/main" id="{4D13AF76-57A9-4F4A-A55C-213683E9B6AC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6594309" y="4492345"/>
                <a:ext cx="1196280" cy="10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327" name="Cerneală 326">
                <a:extLst>
                  <a:ext uri="{FF2B5EF4-FFF2-40B4-BE49-F238E27FC236}">
                    <a16:creationId xmlns:a16="http://schemas.microsoft.com/office/drawing/2014/main" id="{DCC31E1F-0C09-4C02-B98D-995B89089014}"/>
                  </a:ext>
                </a:extLst>
              </p14:cNvPr>
              <p14:cNvContentPartPr/>
              <p14:nvPr/>
            </p14:nvContentPartPr>
            <p14:xfrm>
              <a:off x="9105309" y="4379665"/>
              <a:ext cx="2857680" cy="1443960"/>
            </p14:xfrm>
          </p:contentPart>
        </mc:Choice>
        <mc:Fallback xmlns="">
          <p:pic>
            <p:nvPicPr>
              <p:cNvPr id="327" name="Cerneală 326">
                <a:extLst>
                  <a:ext uri="{FF2B5EF4-FFF2-40B4-BE49-F238E27FC236}">
                    <a16:creationId xmlns:a16="http://schemas.microsoft.com/office/drawing/2014/main" id="{DCC31E1F-0C09-4C02-B98D-995B89089014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9087309" y="4361665"/>
                <a:ext cx="2893320" cy="147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349" name="Cerneală 348">
                <a:extLst>
                  <a:ext uri="{FF2B5EF4-FFF2-40B4-BE49-F238E27FC236}">
                    <a16:creationId xmlns:a16="http://schemas.microsoft.com/office/drawing/2014/main" id="{27604111-5D78-40A8-BCCF-C5806FC1222A}"/>
                  </a:ext>
                </a:extLst>
              </p14:cNvPr>
              <p14:cNvContentPartPr/>
              <p14:nvPr/>
            </p14:nvContentPartPr>
            <p14:xfrm>
              <a:off x="9040509" y="4350505"/>
              <a:ext cx="2962440" cy="2416680"/>
            </p14:xfrm>
          </p:contentPart>
        </mc:Choice>
        <mc:Fallback xmlns="">
          <p:pic>
            <p:nvPicPr>
              <p:cNvPr id="349" name="Cerneală 348">
                <a:extLst>
                  <a:ext uri="{FF2B5EF4-FFF2-40B4-BE49-F238E27FC236}">
                    <a16:creationId xmlns:a16="http://schemas.microsoft.com/office/drawing/2014/main" id="{27604111-5D78-40A8-BCCF-C5806FC1222A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9022509" y="4332865"/>
                <a:ext cx="2998080" cy="245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70325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724262" y="137196"/>
            <a:ext cx="28669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 err="1">
                <a:solidFill>
                  <a:srgbClr val="0000FF"/>
                </a:solidFill>
              </a:rPr>
              <a:t>Bistabil</a:t>
            </a:r>
            <a:r>
              <a:rPr lang="en-US" sz="2800" b="1" dirty="0">
                <a:solidFill>
                  <a:srgbClr val="0000FF"/>
                </a:solidFill>
              </a:rPr>
              <a:t> de tip JK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8CF77A71-EF83-40D9-9566-C84BA6F1B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868708"/>
            <a:ext cx="6657401" cy="22859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48" name="Cerneală 347">
                <a:extLst>
                  <a:ext uri="{FF2B5EF4-FFF2-40B4-BE49-F238E27FC236}">
                    <a16:creationId xmlns:a16="http://schemas.microsoft.com/office/drawing/2014/main" id="{D118A538-3C02-4151-8BA2-344E479F2820}"/>
                  </a:ext>
                </a:extLst>
              </p14:cNvPr>
              <p14:cNvContentPartPr/>
              <p14:nvPr/>
            </p14:nvContentPartPr>
            <p14:xfrm>
              <a:off x="139509" y="119785"/>
              <a:ext cx="11591280" cy="6392160"/>
            </p14:xfrm>
          </p:contentPart>
        </mc:Choice>
        <mc:Fallback xmlns="">
          <p:pic>
            <p:nvPicPr>
              <p:cNvPr id="348" name="Cerneală 347">
                <a:extLst>
                  <a:ext uri="{FF2B5EF4-FFF2-40B4-BE49-F238E27FC236}">
                    <a16:creationId xmlns:a16="http://schemas.microsoft.com/office/drawing/2014/main" id="{D118A538-3C02-4151-8BA2-344E479F28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1509" y="102145"/>
                <a:ext cx="11626920" cy="642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01463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0AF6BF79-6151-49F5-B82D-2F25703C9AF1}"/>
                  </a:ext>
                </a:extLst>
              </p14:cNvPr>
              <p14:cNvContentPartPr/>
              <p14:nvPr/>
            </p14:nvContentPartPr>
            <p14:xfrm>
              <a:off x="391149" y="485905"/>
              <a:ext cx="227880" cy="41148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0AF6BF79-6151-49F5-B82D-2F25703C9A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3509" y="468265"/>
                <a:ext cx="263520" cy="4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60314932-4D94-4EC4-8DAF-2E85B2236D27}"/>
                  </a:ext>
                </a:extLst>
              </p14:cNvPr>
              <p14:cNvContentPartPr/>
              <p14:nvPr/>
            </p14:nvContentPartPr>
            <p14:xfrm>
              <a:off x="1193229" y="522625"/>
              <a:ext cx="170280" cy="25920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60314932-4D94-4EC4-8DAF-2E85B2236D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5589" y="504985"/>
                <a:ext cx="20592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C91BE168-C481-4031-857E-64695C70BE81}"/>
                  </a:ext>
                </a:extLst>
              </p14:cNvPr>
              <p14:cNvContentPartPr/>
              <p14:nvPr/>
            </p14:nvContentPartPr>
            <p14:xfrm>
              <a:off x="2015469" y="589945"/>
              <a:ext cx="211320" cy="1573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C91BE168-C481-4031-857E-64695C70BE8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97469" y="572305"/>
                <a:ext cx="24696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BBCE3EB0-7732-482A-9CC1-852F27FC20E3}"/>
                  </a:ext>
                </a:extLst>
              </p14:cNvPr>
              <p14:cNvContentPartPr/>
              <p14:nvPr/>
            </p14:nvContentPartPr>
            <p14:xfrm>
              <a:off x="3253149" y="476185"/>
              <a:ext cx="471240" cy="2703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BBCE3EB0-7732-482A-9CC1-852F27FC20E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35149" y="458185"/>
                <a:ext cx="50688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DA44313C-DE32-47DC-B4C6-587441D4BDA2}"/>
                  </a:ext>
                </a:extLst>
              </p14:cNvPr>
              <p14:cNvContentPartPr/>
              <p14:nvPr/>
            </p14:nvContentPartPr>
            <p14:xfrm>
              <a:off x="1525509" y="582025"/>
              <a:ext cx="374400" cy="19548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DA44313C-DE32-47DC-B4C6-587441D4BDA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07526" y="564025"/>
                <a:ext cx="410006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23AB3361-95DF-4C75-8D14-BC27E12B71FB}"/>
                  </a:ext>
                </a:extLst>
              </p14:cNvPr>
              <p14:cNvContentPartPr/>
              <p14:nvPr/>
            </p14:nvContentPartPr>
            <p14:xfrm>
              <a:off x="8185149" y="304105"/>
              <a:ext cx="834480" cy="4219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23AB3361-95DF-4C75-8D14-BC27E12B71F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167157" y="286465"/>
                <a:ext cx="870105" cy="45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387570BA-CCC5-4006-B6A0-EE3AD7194A2F}"/>
                  </a:ext>
                </a:extLst>
              </p14:cNvPr>
              <p14:cNvContentPartPr/>
              <p14:nvPr/>
            </p14:nvContentPartPr>
            <p14:xfrm>
              <a:off x="6544989" y="400585"/>
              <a:ext cx="818640" cy="25668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387570BA-CCC5-4006-B6A0-EE3AD7194A2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527349" y="382585"/>
                <a:ext cx="85428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660B023A-F54E-48F9-A091-B35AD93705EB}"/>
                  </a:ext>
                </a:extLst>
              </p14:cNvPr>
              <p14:cNvContentPartPr/>
              <p14:nvPr/>
            </p14:nvContentPartPr>
            <p14:xfrm>
              <a:off x="9264789" y="339025"/>
              <a:ext cx="381960" cy="21672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660B023A-F54E-48F9-A091-B35AD93705E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246806" y="321385"/>
                <a:ext cx="417566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C269D853-BA1C-4E81-83AF-57F2A167DB17}"/>
                  </a:ext>
                </a:extLst>
              </p14:cNvPr>
              <p14:cNvContentPartPr/>
              <p14:nvPr/>
            </p14:nvContentPartPr>
            <p14:xfrm>
              <a:off x="4101309" y="247225"/>
              <a:ext cx="2206440" cy="108036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C269D853-BA1C-4E81-83AF-57F2A167DB1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83669" y="229225"/>
                <a:ext cx="2242080" cy="11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85C9EF65-232C-44D5-B760-B6D3B34FD484}"/>
                  </a:ext>
                </a:extLst>
              </p14:cNvPr>
              <p14:cNvContentPartPr/>
              <p14:nvPr/>
            </p14:nvContentPartPr>
            <p14:xfrm>
              <a:off x="7767549" y="970465"/>
              <a:ext cx="153000" cy="18576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85C9EF65-232C-44D5-B760-B6D3B34FD48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749591" y="952825"/>
                <a:ext cx="188556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14BFE017-047C-46D6-A455-A1EB4DB820CC}"/>
                  </a:ext>
                </a:extLst>
              </p14:cNvPr>
              <p14:cNvContentPartPr/>
              <p14:nvPr/>
            </p14:nvContentPartPr>
            <p14:xfrm>
              <a:off x="6890949" y="866425"/>
              <a:ext cx="714600" cy="49752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14BFE017-047C-46D6-A455-A1EB4DB820C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873309" y="848425"/>
                <a:ext cx="750240" cy="53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DD0F7996-76F1-4833-B320-5B825A0BF30B}"/>
                  </a:ext>
                </a:extLst>
              </p14:cNvPr>
              <p14:cNvContentPartPr/>
              <p14:nvPr/>
            </p14:nvContentPartPr>
            <p14:xfrm>
              <a:off x="9937629" y="341545"/>
              <a:ext cx="1890000" cy="78372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DD0F7996-76F1-4833-B320-5B825A0BF30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919989" y="323553"/>
                <a:ext cx="1925640" cy="8193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44EC8EF0-FDCF-44A1-BCDC-4BD0BBC6383C}"/>
                  </a:ext>
                </a:extLst>
              </p14:cNvPr>
              <p14:cNvContentPartPr/>
              <p14:nvPr/>
            </p14:nvContentPartPr>
            <p14:xfrm>
              <a:off x="2088189" y="1838785"/>
              <a:ext cx="284040" cy="32004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44EC8EF0-FDCF-44A1-BCDC-4BD0BBC6383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070549" y="1821145"/>
                <a:ext cx="319680" cy="35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86183684-4449-4190-8719-0B33DE3EB54D}"/>
                  </a:ext>
                </a:extLst>
              </p14:cNvPr>
              <p14:cNvContentPartPr/>
              <p14:nvPr/>
            </p14:nvContentPartPr>
            <p14:xfrm>
              <a:off x="3041469" y="1857505"/>
              <a:ext cx="468000" cy="28296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86183684-4449-4190-8719-0B33DE3EB54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23469" y="1839505"/>
                <a:ext cx="50364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08406AD5-7984-49D9-AC38-88CAFD34BAAF}"/>
                  </a:ext>
                </a:extLst>
              </p14:cNvPr>
              <p14:cNvContentPartPr/>
              <p14:nvPr/>
            </p14:nvContentPartPr>
            <p14:xfrm>
              <a:off x="1174149" y="1826185"/>
              <a:ext cx="685800" cy="30132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08406AD5-7984-49D9-AC38-88CAFD34BAA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56158" y="1808545"/>
                <a:ext cx="721421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92F5A181-65A9-4342-9FAB-EEB154BAEEEA}"/>
                  </a:ext>
                </a:extLst>
              </p14:cNvPr>
              <p14:cNvContentPartPr/>
              <p14:nvPr/>
            </p14:nvContentPartPr>
            <p14:xfrm>
              <a:off x="394749" y="1761025"/>
              <a:ext cx="273960" cy="55332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92F5A181-65A9-4342-9FAB-EEB154BAEEE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76749" y="1743025"/>
                <a:ext cx="309600" cy="58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891550C0-E280-402B-B48F-4C58C9356CCD}"/>
                  </a:ext>
                </a:extLst>
              </p14:cNvPr>
              <p14:cNvContentPartPr/>
              <p14:nvPr/>
            </p14:nvContentPartPr>
            <p14:xfrm>
              <a:off x="8222589" y="1732225"/>
              <a:ext cx="359280" cy="17604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891550C0-E280-402B-B48F-4C58C9356CC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204589" y="1714585"/>
                <a:ext cx="39492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B5E2C1CF-DC00-45C3-8929-75A7DC1DE046}"/>
                  </a:ext>
                </a:extLst>
              </p14:cNvPr>
              <p14:cNvContentPartPr/>
              <p14:nvPr/>
            </p14:nvContentPartPr>
            <p14:xfrm>
              <a:off x="7242669" y="1635385"/>
              <a:ext cx="770040" cy="50724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B5E2C1CF-DC00-45C3-8929-75A7DC1DE04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225029" y="1617745"/>
                <a:ext cx="805680" cy="54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F8E5E831-4E06-41A3-8F53-5EC6A31455DA}"/>
                  </a:ext>
                </a:extLst>
              </p14:cNvPr>
              <p14:cNvContentPartPr/>
              <p14:nvPr/>
            </p14:nvContentPartPr>
            <p14:xfrm>
              <a:off x="4033269" y="1587865"/>
              <a:ext cx="2775240" cy="121176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F8E5E831-4E06-41A3-8F53-5EC6A31455D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015269" y="1569865"/>
                <a:ext cx="2810880" cy="12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ADF2C997-00DF-4F0B-BF55-AACBE66FCAFF}"/>
                  </a:ext>
                </a:extLst>
              </p14:cNvPr>
              <p14:cNvContentPartPr/>
              <p14:nvPr/>
            </p14:nvContentPartPr>
            <p14:xfrm>
              <a:off x="8999109" y="1664185"/>
              <a:ext cx="307080" cy="92304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ADF2C997-00DF-4F0B-BF55-AACBE66FCAF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981469" y="1646185"/>
                <a:ext cx="342720" cy="9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95972CF7-B513-4A4D-AAC4-D11BC28D9025}"/>
                  </a:ext>
                </a:extLst>
              </p14:cNvPr>
              <p14:cNvContentPartPr/>
              <p14:nvPr/>
            </p14:nvContentPartPr>
            <p14:xfrm>
              <a:off x="10982349" y="2054785"/>
              <a:ext cx="105840" cy="396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95972CF7-B513-4A4D-AAC4-D11BC28D902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964349" y="2036785"/>
                <a:ext cx="1414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20C9D6CC-D53C-464F-BE6F-3A925A10C156}"/>
                  </a:ext>
                </a:extLst>
              </p14:cNvPr>
              <p14:cNvContentPartPr/>
              <p14:nvPr/>
            </p14:nvContentPartPr>
            <p14:xfrm>
              <a:off x="10991709" y="2150905"/>
              <a:ext cx="125640" cy="900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20C9D6CC-D53C-464F-BE6F-3A925A10C15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973709" y="2133265"/>
                <a:ext cx="1612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70B3F2B7-DEE9-432B-88CD-7852C672D38F}"/>
                  </a:ext>
                </a:extLst>
              </p14:cNvPr>
              <p14:cNvContentPartPr/>
              <p14:nvPr/>
            </p14:nvContentPartPr>
            <p14:xfrm>
              <a:off x="11285109" y="2006545"/>
              <a:ext cx="517680" cy="20844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70B3F2B7-DEE9-432B-88CD-7852C672D38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1267469" y="1988905"/>
                <a:ext cx="55332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312705DF-F320-4420-A1D5-FCB42B7837CA}"/>
                  </a:ext>
                </a:extLst>
              </p14:cNvPr>
              <p14:cNvContentPartPr/>
              <p14:nvPr/>
            </p14:nvContentPartPr>
            <p14:xfrm>
              <a:off x="10345149" y="1899985"/>
              <a:ext cx="491400" cy="46872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312705DF-F320-4420-A1D5-FCB42B7837C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327149" y="1882345"/>
                <a:ext cx="527040" cy="5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7E79DB61-AD37-4ECB-9354-46280274BE61}"/>
                  </a:ext>
                </a:extLst>
              </p14:cNvPr>
              <p14:cNvContentPartPr/>
              <p14:nvPr/>
            </p14:nvContentPartPr>
            <p14:xfrm>
              <a:off x="9586269" y="1982425"/>
              <a:ext cx="405000" cy="24048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7E79DB61-AD37-4ECB-9354-46280274BE6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568629" y="1964785"/>
                <a:ext cx="44064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3CE0A3CF-D4CB-4FFC-84A1-4619E5ACE6E7}"/>
                  </a:ext>
                </a:extLst>
              </p14:cNvPr>
              <p14:cNvContentPartPr/>
              <p14:nvPr/>
            </p14:nvContentPartPr>
            <p14:xfrm>
              <a:off x="8460549" y="2293105"/>
              <a:ext cx="294480" cy="22104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3CE0A3CF-D4CB-4FFC-84A1-4619E5ACE6E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442549" y="2275465"/>
                <a:ext cx="33012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A461C707-2D7C-400F-A3C7-6963BB114435}"/>
                  </a:ext>
                </a:extLst>
              </p14:cNvPr>
              <p14:cNvContentPartPr/>
              <p14:nvPr/>
            </p14:nvContentPartPr>
            <p14:xfrm>
              <a:off x="7459389" y="2285905"/>
              <a:ext cx="785880" cy="52056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A461C707-2D7C-400F-A3C7-6963BB11443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441749" y="2268265"/>
                <a:ext cx="821520" cy="55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0FF63E98-B05E-4FBE-ADF9-BA0812DFC701}"/>
                  </a:ext>
                </a:extLst>
              </p14:cNvPr>
              <p14:cNvContentPartPr/>
              <p14:nvPr/>
            </p14:nvContentPartPr>
            <p14:xfrm>
              <a:off x="10224549" y="1708105"/>
              <a:ext cx="1699560" cy="82548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0FF63E98-B05E-4FBE-ADF9-BA0812DFC70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206549" y="1690465"/>
                <a:ext cx="1735200" cy="86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20723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0DC35EB7-2FE8-4DC0-B0BC-308502435FFF}"/>
                  </a:ext>
                </a:extLst>
              </p14:cNvPr>
              <p14:cNvContentPartPr/>
              <p14:nvPr/>
            </p14:nvContentPartPr>
            <p14:xfrm>
              <a:off x="832509" y="649345"/>
              <a:ext cx="2776680" cy="269172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0DC35EB7-2FE8-4DC0-B0BC-308502435FF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4509" y="631345"/>
                <a:ext cx="2812320" cy="27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BE469290-516C-49EE-88E6-82C390F8FCB5}"/>
                  </a:ext>
                </a:extLst>
              </p14:cNvPr>
              <p14:cNvContentPartPr/>
              <p14:nvPr/>
            </p14:nvContentPartPr>
            <p14:xfrm>
              <a:off x="4053429" y="813145"/>
              <a:ext cx="7819200" cy="244116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BE469290-516C-49EE-88E6-82C390F8FC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35789" y="795145"/>
                <a:ext cx="7854840" cy="247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98088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665754" y="137196"/>
            <a:ext cx="2983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 err="1">
                <a:solidFill>
                  <a:srgbClr val="0000FF"/>
                </a:solidFill>
              </a:rPr>
              <a:t>Intrarile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en-US" sz="2800" b="1" dirty="0" err="1">
                <a:solidFill>
                  <a:srgbClr val="0000FF"/>
                </a:solidFill>
              </a:rPr>
              <a:t>asincrone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6479E9F-045D-431E-AF2C-9D35FD195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82" y="1417342"/>
            <a:ext cx="5813394" cy="164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F075B1A7-4109-4758-BC43-560AC868FD4C}"/>
                  </a:ext>
                </a:extLst>
              </p14:cNvPr>
              <p14:cNvContentPartPr/>
              <p14:nvPr/>
            </p14:nvContentPartPr>
            <p14:xfrm>
              <a:off x="360189" y="3829945"/>
              <a:ext cx="478440" cy="20016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F075B1A7-4109-4758-BC43-560AC868FD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2189" y="3811945"/>
                <a:ext cx="51408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E89BAEAA-5613-466F-AACC-DA378D62D1DC}"/>
                  </a:ext>
                </a:extLst>
              </p14:cNvPr>
              <p14:cNvContentPartPr/>
              <p14:nvPr/>
            </p14:nvContentPartPr>
            <p14:xfrm>
              <a:off x="591669" y="5130625"/>
              <a:ext cx="34560" cy="16092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E89BAEAA-5613-466F-AACC-DA378D62D1D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4029" y="5112625"/>
                <a:ext cx="7020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9D83B048-016C-47A3-B715-E0889F10CD1A}"/>
                  </a:ext>
                </a:extLst>
              </p14:cNvPr>
              <p14:cNvContentPartPr/>
              <p14:nvPr/>
            </p14:nvContentPartPr>
            <p14:xfrm>
              <a:off x="875709" y="5231425"/>
              <a:ext cx="50400" cy="15624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9D83B048-016C-47A3-B715-E0889F10CD1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7709" y="5213425"/>
                <a:ext cx="860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1CCB5895-5F82-41C5-AA0C-9876FE2CE69B}"/>
                  </a:ext>
                </a:extLst>
              </p14:cNvPr>
              <p14:cNvContentPartPr/>
              <p14:nvPr/>
            </p14:nvContentPartPr>
            <p14:xfrm>
              <a:off x="1688949" y="5195425"/>
              <a:ext cx="64800" cy="14112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1CCB5895-5F82-41C5-AA0C-9876FE2CE69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70949" y="5177785"/>
                <a:ext cx="10044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DE9415D0-9AAD-4B2A-8804-95CA54AA245C}"/>
                  </a:ext>
                </a:extLst>
              </p14:cNvPr>
              <p14:cNvContentPartPr/>
              <p14:nvPr/>
            </p14:nvContentPartPr>
            <p14:xfrm>
              <a:off x="1972989" y="5154025"/>
              <a:ext cx="19080" cy="432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DE9415D0-9AAD-4B2A-8804-95CA54AA245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54989" y="5136385"/>
                <a:ext cx="5472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C18972D5-A876-435F-B068-CE01A2264460}"/>
                  </a:ext>
                </a:extLst>
              </p14:cNvPr>
              <p14:cNvContentPartPr/>
              <p14:nvPr/>
            </p14:nvContentPartPr>
            <p14:xfrm>
              <a:off x="2088189" y="5149345"/>
              <a:ext cx="360" cy="36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C18972D5-A876-435F-B068-CE01A226446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070549" y="51317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DA5A24B5-7C31-4427-A97A-409864392C4F}"/>
                  </a:ext>
                </a:extLst>
              </p14:cNvPr>
              <p14:cNvContentPartPr/>
              <p14:nvPr/>
            </p14:nvContentPartPr>
            <p14:xfrm>
              <a:off x="2271069" y="5134945"/>
              <a:ext cx="360" cy="36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DA5A24B5-7C31-4427-A97A-409864392C4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253429" y="51169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86F02856-718C-44F6-A583-F504E76D0058}"/>
                  </a:ext>
                </a:extLst>
              </p14:cNvPr>
              <p14:cNvContentPartPr/>
              <p14:nvPr/>
            </p14:nvContentPartPr>
            <p14:xfrm>
              <a:off x="1051749" y="4980865"/>
              <a:ext cx="414000" cy="3621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86F02856-718C-44F6-A583-F504E76D005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33749" y="4963207"/>
                <a:ext cx="449640" cy="3978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9C1B9F43-2E86-4271-BEAB-27C01B980867}"/>
                  </a:ext>
                </a:extLst>
              </p14:cNvPr>
              <p14:cNvContentPartPr/>
              <p14:nvPr/>
            </p14:nvContentPartPr>
            <p14:xfrm>
              <a:off x="243549" y="4966465"/>
              <a:ext cx="207000" cy="28476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9C1B9F43-2E86-4271-BEAB-27C01B98086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25580" y="4948465"/>
                <a:ext cx="242578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28" name="Cerneală 1027">
                <a:extLst>
                  <a:ext uri="{FF2B5EF4-FFF2-40B4-BE49-F238E27FC236}">
                    <a16:creationId xmlns:a16="http://schemas.microsoft.com/office/drawing/2014/main" id="{24C766EB-E14D-4622-9CF8-B76F92C71099}"/>
                  </a:ext>
                </a:extLst>
              </p14:cNvPr>
              <p14:cNvContentPartPr/>
              <p14:nvPr/>
            </p14:nvContentPartPr>
            <p14:xfrm>
              <a:off x="8094069" y="4781785"/>
              <a:ext cx="776880" cy="125640"/>
            </p14:xfrm>
          </p:contentPart>
        </mc:Choice>
        <mc:Fallback xmlns="">
          <p:pic>
            <p:nvPicPr>
              <p:cNvPr id="1028" name="Cerneală 1027">
                <a:extLst>
                  <a:ext uri="{FF2B5EF4-FFF2-40B4-BE49-F238E27FC236}">
                    <a16:creationId xmlns:a16="http://schemas.microsoft.com/office/drawing/2014/main" id="{24C766EB-E14D-4622-9CF8-B76F92C7109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076069" y="4764145"/>
                <a:ext cx="81252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33" name="Cerneală 1032">
                <a:extLst>
                  <a:ext uri="{FF2B5EF4-FFF2-40B4-BE49-F238E27FC236}">
                    <a16:creationId xmlns:a16="http://schemas.microsoft.com/office/drawing/2014/main" id="{E0281738-7D35-4570-8ABF-2EBF79C08612}"/>
                  </a:ext>
                </a:extLst>
              </p14:cNvPr>
              <p14:cNvContentPartPr/>
              <p14:nvPr/>
            </p14:nvContentPartPr>
            <p14:xfrm>
              <a:off x="9310149" y="4472905"/>
              <a:ext cx="1123560" cy="603720"/>
            </p14:xfrm>
          </p:contentPart>
        </mc:Choice>
        <mc:Fallback xmlns="">
          <p:pic>
            <p:nvPicPr>
              <p:cNvPr id="1033" name="Cerneală 1032">
                <a:extLst>
                  <a:ext uri="{FF2B5EF4-FFF2-40B4-BE49-F238E27FC236}">
                    <a16:creationId xmlns:a16="http://schemas.microsoft.com/office/drawing/2014/main" id="{E0281738-7D35-4570-8ABF-2EBF79C0861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292149" y="4455265"/>
                <a:ext cx="1159200" cy="63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34" name="Cerneală 1033">
                <a:extLst>
                  <a:ext uri="{FF2B5EF4-FFF2-40B4-BE49-F238E27FC236}">
                    <a16:creationId xmlns:a16="http://schemas.microsoft.com/office/drawing/2014/main" id="{64CB9D55-C00F-43DB-BC53-0F982F7C65BE}"/>
                  </a:ext>
                </a:extLst>
              </p14:cNvPr>
              <p14:cNvContentPartPr/>
              <p14:nvPr/>
            </p14:nvContentPartPr>
            <p14:xfrm>
              <a:off x="7396749" y="4725625"/>
              <a:ext cx="372600" cy="187920"/>
            </p14:xfrm>
          </p:contentPart>
        </mc:Choice>
        <mc:Fallback xmlns="">
          <p:pic>
            <p:nvPicPr>
              <p:cNvPr id="1034" name="Cerneală 1033">
                <a:extLst>
                  <a:ext uri="{FF2B5EF4-FFF2-40B4-BE49-F238E27FC236}">
                    <a16:creationId xmlns:a16="http://schemas.microsoft.com/office/drawing/2014/main" id="{64CB9D55-C00F-43DB-BC53-0F982F7C65B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378749" y="4707625"/>
                <a:ext cx="40824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37" name="Cerneală 1036">
                <a:extLst>
                  <a:ext uri="{FF2B5EF4-FFF2-40B4-BE49-F238E27FC236}">
                    <a16:creationId xmlns:a16="http://schemas.microsoft.com/office/drawing/2014/main" id="{B6BB0469-C9BB-4A4C-BB92-50E126EAE239}"/>
                  </a:ext>
                </a:extLst>
              </p14:cNvPr>
              <p14:cNvContentPartPr/>
              <p14:nvPr/>
            </p14:nvContentPartPr>
            <p14:xfrm>
              <a:off x="2829789" y="4942345"/>
              <a:ext cx="373320" cy="230760"/>
            </p14:xfrm>
          </p:contentPart>
        </mc:Choice>
        <mc:Fallback xmlns="">
          <p:pic>
            <p:nvPicPr>
              <p:cNvPr id="1037" name="Cerneală 1036">
                <a:extLst>
                  <a:ext uri="{FF2B5EF4-FFF2-40B4-BE49-F238E27FC236}">
                    <a16:creationId xmlns:a16="http://schemas.microsoft.com/office/drawing/2014/main" id="{B6BB0469-C9BB-4A4C-BB92-50E126EAE23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811806" y="4924705"/>
                <a:ext cx="408926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3" name="Cerneală 1052">
                <a:extLst>
                  <a:ext uri="{FF2B5EF4-FFF2-40B4-BE49-F238E27FC236}">
                    <a16:creationId xmlns:a16="http://schemas.microsoft.com/office/drawing/2014/main" id="{9B5DAE16-8EFD-48C4-9514-760DA5FAADA3}"/>
                  </a:ext>
                </a:extLst>
              </p14:cNvPr>
              <p14:cNvContentPartPr/>
              <p14:nvPr/>
            </p14:nvContentPartPr>
            <p14:xfrm>
              <a:off x="3565989" y="4668025"/>
              <a:ext cx="3628080" cy="929160"/>
            </p14:xfrm>
          </p:contentPart>
        </mc:Choice>
        <mc:Fallback xmlns="">
          <p:pic>
            <p:nvPicPr>
              <p:cNvPr id="1053" name="Cerneală 1052">
                <a:extLst>
                  <a:ext uri="{FF2B5EF4-FFF2-40B4-BE49-F238E27FC236}">
                    <a16:creationId xmlns:a16="http://schemas.microsoft.com/office/drawing/2014/main" id="{9B5DAE16-8EFD-48C4-9514-760DA5FAADA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547989" y="4650385"/>
                <a:ext cx="3663720" cy="9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69" name="Cerneală 1068">
                <a:extLst>
                  <a:ext uri="{FF2B5EF4-FFF2-40B4-BE49-F238E27FC236}">
                    <a16:creationId xmlns:a16="http://schemas.microsoft.com/office/drawing/2014/main" id="{2C11634E-EF6F-433E-A436-73550DEE7E7F}"/>
                  </a:ext>
                </a:extLst>
              </p14:cNvPr>
              <p14:cNvContentPartPr/>
              <p14:nvPr/>
            </p14:nvContentPartPr>
            <p14:xfrm>
              <a:off x="5288949" y="5972305"/>
              <a:ext cx="558360" cy="120240"/>
            </p14:xfrm>
          </p:contentPart>
        </mc:Choice>
        <mc:Fallback xmlns="">
          <p:pic>
            <p:nvPicPr>
              <p:cNvPr id="1069" name="Cerneală 1068">
                <a:extLst>
                  <a:ext uri="{FF2B5EF4-FFF2-40B4-BE49-F238E27FC236}">
                    <a16:creationId xmlns:a16="http://schemas.microsoft.com/office/drawing/2014/main" id="{2C11634E-EF6F-433E-A436-73550DEE7E7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270949" y="5954665"/>
                <a:ext cx="5940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76" name="Cerneală 1075">
                <a:extLst>
                  <a:ext uri="{FF2B5EF4-FFF2-40B4-BE49-F238E27FC236}">
                    <a16:creationId xmlns:a16="http://schemas.microsoft.com/office/drawing/2014/main" id="{E89D02A1-1621-4EC8-8923-384520271372}"/>
                  </a:ext>
                </a:extLst>
              </p14:cNvPr>
              <p14:cNvContentPartPr/>
              <p14:nvPr/>
            </p14:nvContentPartPr>
            <p14:xfrm>
              <a:off x="7762509" y="5818225"/>
              <a:ext cx="970200" cy="277920"/>
            </p14:xfrm>
          </p:contentPart>
        </mc:Choice>
        <mc:Fallback xmlns="">
          <p:pic>
            <p:nvPicPr>
              <p:cNvPr id="1076" name="Cerneală 1075">
                <a:extLst>
                  <a:ext uri="{FF2B5EF4-FFF2-40B4-BE49-F238E27FC236}">
                    <a16:creationId xmlns:a16="http://schemas.microsoft.com/office/drawing/2014/main" id="{E89D02A1-1621-4EC8-8923-38452027137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744862" y="5800248"/>
                <a:ext cx="1005853" cy="3135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77" name="Cerneală 1076">
                <a:extLst>
                  <a:ext uri="{FF2B5EF4-FFF2-40B4-BE49-F238E27FC236}">
                    <a16:creationId xmlns:a16="http://schemas.microsoft.com/office/drawing/2014/main" id="{8B146D33-7914-4A29-B8DA-4801D127F73D}"/>
                  </a:ext>
                </a:extLst>
              </p14:cNvPr>
              <p14:cNvContentPartPr/>
              <p14:nvPr/>
            </p14:nvContentPartPr>
            <p14:xfrm>
              <a:off x="6202989" y="5757385"/>
              <a:ext cx="1214640" cy="444600"/>
            </p14:xfrm>
          </p:contentPart>
        </mc:Choice>
        <mc:Fallback xmlns="">
          <p:pic>
            <p:nvPicPr>
              <p:cNvPr id="1077" name="Cerneală 1076">
                <a:extLst>
                  <a:ext uri="{FF2B5EF4-FFF2-40B4-BE49-F238E27FC236}">
                    <a16:creationId xmlns:a16="http://schemas.microsoft.com/office/drawing/2014/main" id="{8B146D33-7914-4A29-B8DA-4801D127F73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185349" y="5739745"/>
                <a:ext cx="1250280" cy="48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78" name="Cerneală 1077">
                <a:extLst>
                  <a:ext uri="{FF2B5EF4-FFF2-40B4-BE49-F238E27FC236}">
                    <a16:creationId xmlns:a16="http://schemas.microsoft.com/office/drawing/2014/main" id="{EB2A8C89-8B0E-4929-960E-2086F6A5F246}"/>
                  </a:ext>
                </a:extLst>
              </p14:cNvPr>
              <p14:cNvContentPartPr/>
              <p14:nvPr/>
            </p14:nvContentPartPr>
            <p14:xfrm>
              <a:off x="3527469" y="5780065"/>
              <a:ext cx="1294560" cy="341640"/>
            </p14:xfrm>
          </p:contentPart>
        </mc:Choice>
        <mc:Fallback xmlns="">
          <p:pic>
            <p:nvPicPr>
              <p:cNvPr id="1078" name="Cerneală 1077">
                <a:extLst>
                  <a:ext uri="{FF2B5EF4-FFF2-40B4-BE49-F238E27FC236}">
                    <a16:creationId xmlns:a16="http://schemas.microsoft.com/office/drawing/2014/main" id="{EB2A8C89-8B0E-4929-960E-2086F6A5F24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509469" y="5762425"/>
                <a:ext cx="133020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79" name="Cerneală 1078">
                <a:extLst>
                  <a:ext uri="{FF2B5EF4-FFF2-40B4-BE49-F238E27FC236}">
                    <a16:creationId xmlns:a16="http://schemas.microsoft.com/office/drawing/2014/main" id="{4C6C0A7B-B809-4D5E-ADF6-A7F1659794B9}"/>
                  </a:ext>
                </a:extLst>
              </p14:cNvPr>
              <p14:cNvContentPartPr/>
              <p14:nvPr/>
            </p14:nvContentPartPr>
            <p14:xfrm>
              <a:off x="2054709" y="5843785"/>
              <a:ext cx="1058760" cy="312480"/>
            </p14:xfrm>
          </p:contentPart>
        </mc:Choice>
        <mc:Fallback xmlns="">
          <p:pic>
            <p:nvPicPr>
              <p:cNvPr id="1079" name="Cerneală 1078">
                <a:extLst>
                  <a:ext uri="{FF2B5EF4-FFF2-40B4-BE49-F238E27FC236}">
                    <a16:creationId xmlns:a16="http://schemas.microsoft.com/office/drawing/2014/main" id="{4C6C0A7B-B809-4D5E-ADF6-A7F1659794B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37069" y="5826145"/>
                <a:ext cx="109440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80" name="Cerneală 1079">
                <a:extLst>
                  <a:ext uri="{FF2B5EF4-FFF2-40B4-BE49-F238E27FC236}">
                    <a16:creationId xmlns:a16="http://schemas.microsoft.com/office/drawing/2014/main" id="{6DCFF214-5288-4A2F-883D-BB0E3901CBB6}"/>
                  </a:ext>
                </a:extLst>
              </p14:cNvPr>
              <p14:cNvContentPartPr/>
              <p14:nvPr/>
            </p14:nvContentPartPr>
            <p14:xfrm>
              <a:off x="596349" y="5822905"/>
              <a:ext cx="932040" cy="370800"/>
            </p14:xfrm>
          </p:contentPart>
        </mc:Choice>
        <mc:Fallback xmlns="">
          <p:pic>
            <p:nvPicPr>
              <p:cNvPr id="1080" name="Cerneală 1079">
                <a:extLst>
                  <a:ext uri="{FF2B5EF4-FFF2-40B4-BE49-F238E27FC236}">
                    <a16:creationId xmlns:a16="http://schemas.microsoft.com/office/drawing/2014/main" id="{6DCFF214-5288-4A2F-883D-BB0E3901CBB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78349" y="5804922"/>
                <a:ext cx="967680" cy="4064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95" name="Cerneală 1094">
                <a:extLst>
                  <a:ext uri="{FF2B5EF4-FFF2-40B4-BE49-F238E27FC236}">
                    <a16:creationId xmlns:a16="http://schemas.microsoft.com/office/drawing/2014/main" id="{F79F6987-1852-4AD4-BD82-303665841342}"/>
                  </a:ext>
                </a:extLst>
              </p14:cNvPr>
              <p14:cNvContentPartPr/>
              <p14:nvPr/>
            </p14:nvContentPartPr>
            <p14:xfrm>
              <a:off x="10423629" y="5589265"/>
              <a:ext cx="1276560" cy="437040"/>
            </p14:xfrm>
          </p:contentPart>
        </mc:Choice>
        <mc:Fallback xmlns="">
          <p:pic>
            <p:nvPicPr>
              <p:cNvPr id="1095" name="Cerneală 1094">
                <a:extLst>
                  <a:ext uri="{FF2B5EF4-FFF2-40B4-BE49-F238E27FC236}">
                    <a16:creationId xmlns:a16="http://schemas.microsoft.com/office/drawing/2014/main" id="{F79F6987-1852-4AD4-BD82-30366584134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405989" y="5571265"/>
                <a:ext cx="1312200" cy="4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96" name="Cerneală 1095">
                <a:extLst>
                  <a:ext uri="{FF2B5EF4-FFF2-40B4-BE49-F238E27FC236}">
                    <a16:creationId xmlns:a16="http://schemas.microsoft.com/office/drawing/2014/main" id="{ABBBE170-1189-4F6E-93A2-847E566A3C2E}"/>
                  </a:ext>
                </a:extLst>
              </p14:cNvPr>
              <p14:cNvContentPartPr/>
              <p14:nvPr/>
            </p14:nvContentPartPr>
            <p14:xfrm>
              <a:off x="9754749" y="5873665"/>
              <a:ext cx="387720" cy="197280"/>
            </p14:xfrm>
          </p:contentPart>
        </mc:Choice>
        <mc:Fallback xmlns="">
          <p:pic>
            <p:nvPicPr>
              <p:cNvPr id="1096" name="Cerneală 1095">
                <a:extLst>
                  <a:ext uri="{FF2B5EF4-FFF2-40B4-BE49-F238E27FC236}">
                    <a16:creationId xmlns:a16="http://schemas.microsoft.com/office/drawing/2014/main" id="{ABBBE170-1189-4F6E-93A2-847E566A3C2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737109" y="5856025"/>
                <a:ext cx="42336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97" name="Cerneală 1096">
                <a:extLst>
                  <a:ext uri="{FF2B5EF4-FFF2-40B4-BE49-F238E27FC236}">
                    <a16:creationId xmlns:a16="http://schemas.microsoft.com/office/drawing/2014/main" id="{E6252D5D-08DD-4A98-A590-BC26264F8FA4}"/>
                  </a:ext>
                </a:extLst>
              </p14:cNvPr>
              <p14:cNvContentPartPr/>
              <p14:nvPr/>
            </p14:nvContentPartPr>
            <p14:xfrm>
              <a:off x="8980389" y="5728225"/>
              <a:ext cx="559800" cy="549360"/>
            </p14:xfrm>
          </p:contentPart>
        </mc:Choice>
        <mc:Fallback xmlns="">
          <p:pic>
            <p:nvPicPr>
              <p:cNvPr id="1097" name="Cerneală 1096">
                <a:extLst>
                  <a:ext uri="{FF2B5EF4-FFF2-40B4-BE49-F238E27FC236}">
                    <a16:creationId xmlns:a16="http://schemas.microsoft.com/office/drawing/2014/main" id="{E6252D5D-08DD-4A98-A590-BC26264F8FA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962389" y="5710585"/>
                <a:ext cx="595440" cy="58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109" name="Cerneală 1108">
                <a:extLst>
                  <a:ext uri="{FF2B5EF4-FFF2-40B4-BE49-F238E27FC236}">
                    <a16:creationId xmlns:a16="http://schemas.microsoft.com/office/drawing/2014/main" id="{351A3743-C61B-4470-B15A-5F6F27D3254A}"/>
                  </a:ext>
                </a:extLst>
              </p14:cNvPr>
              <p14:cNvContentPartPr/>
              <p14:nvPr/>
            </p14:nvContentPartPr>
            <p14:xfrm>
              <a:off x="1424349" y="2906545"/>
              <a:ext cx="8439120" cy="1500120"/>
            </p14:xfrm>
          </p:contentPart>
        </mc:Choice>
        <mc:Fallback xmlns="">
          <p:pic>
            <p:nvPicPr>
              <p:cNvPr id="1109" name="Cerneală 1108">
                <a:extLst>
                  <a:ext uri="{FF2B5EF4-FFF2-40B4-BE49-F238E27FC236}">
                    <a16:creationId xmlns:a16="http://schemas.microsoft.com/office/drawing/2014/main" id="{351A3743-C61B-4470-B15A-5F6F27D3254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406349" y="2888901"/>
                <a:ext cx="8474760" cy="153576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9042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B09C3588-9C94-44E6-BE60-A5DCA8414560}"/>
                  </a:ext>
                </a:extLst>
              </p14:cNvPr>
              <p14:cNvContentPartPr/>
              <p14:nvPr/>
            </p14:nvContentPartPr>
            <p14:xfrm>
              <a:off x="437589" y="692545"/>
              <a:ext cx="303840" cy="22608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B09C3588-9C94-44E6-BE60-A5DCA84145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9949" y="674905"/>
                <a:ext cx="33948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06DEAA16-D949-4C73-920B-BB3692678FE7}"/>
                  </a:ext>
                </a:extLst>
              </p14:cNvPr>
              <p14:cNvContentPartPr/>
              <p14:nvPr/>
            </p14:nvContentPartPr>
            <p14:xfrm>
              <a:off x="8343549" y="560785"/>
              <a:ext cx="492480" cy="1008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06DEAA16-D949-4C73-920B-BB3692678F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25549" y="543145"/>
                <a:ext cx="52812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0B0C3353-6923-4996-8D2E-61E9B131CB6A}"/>
                  </a:ext>
                </a:extLst>
              </p14:cNvPr>
              <p14:cNvContentPartPr/>
              <p14:nvPr/>
            </p14:nvContentPartPr>
            <p14:xfrm>
              <a:off x="10356309" y="285385"/>
              <a:ext cx="1528200" cy="36396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0B0C3353-6923-4996-8D2E-61E9B131CB6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38669" y="267728"/>
                <a:ext cx="1563840" cy="3996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B9D93A34-8575-4D14-B98B-EC39A801EEC9}"/>
                  </a:ext>
                </a:extLst>
              </p14:cNvPr>
              <p14:cNvContentPartPr/>
              <p14:nvPr/>
            </p14:nvContentPartPr>
            <p14:xfrm>
              <a:off x="9215829" y="280345"/>
              <a:ext cx="758520" cy="54144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B9D93A34-8575-4D14-B98B-EC39A801EEC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98181" y="262705"/>
                <a:ext cx="794177" cy="57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CA64E387-4D64-4D66-B348-CC01F38281D7}"/>
                  </a:ext>
                </a:extLst>
              </p14:cNvPr>
              <p14:cNvContentPartPr/>
              <p14:nvPr/>
            </p14:nvContentPartPr>
            <p14:xfrm>
              <a:off x="6171309" y="388345"/>
              <a:ext cx="1666800" cy="65196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CA64E387-4D64-4D66-B348-CC01F38281D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53309" y="370695"/>
                <a:ext cx="1702440" cy="6876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D030B24D-F5E4-4B69-AFF4-6C9FF6C1CE14}"/>
                  </a:ext>
                </a:extLst>
              </p14:cNvPr>
              <p14:cNvContentPartPr/>
              <p14:nvPr/>
            </p14:nvContentPartPr>
            <p14:xfrm>
              <a:off x="4711149" y="385105"/>
              <a:ext cx="1018440" cy="36036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D030B24D-F5E4-4B69-AFF4-6C9FF6C1CE1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93503" y="367123"/>
                <a:ext cx="1054093" cy="3959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18D733F6-A9A4-49D0-B763-1D287BEA7986}"/>
                  </a:ext>
                </a:extLst>
              </p14:cNvPr>
              <p14:cNvContentPartPr/>
              <p14:nvPr/>
            </p14:nvContentPartPr>
            <p14:xfrm>
              <a:off x="2960469" y="485905"/>
              <a:ext cx="1418400" cy="34704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18D733F6-A9A4-49D0-B763-1D287BEA798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829" y="468265"/>
                <a:ext cx="145404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C8BDD7F2-E6AA-44A2-B1B0-84368B56D780}"/>
                  </a:ext>
                </a:extLst>
              </p14:cNvPr>
              <p14:cNvContentPartPr/>
              <p14:nvPr/>
            </p14:nvContentPartPr>
            <p14:xfrm>
              <a:off x="3070629" y="1063345"/>
              <a:ext cx="1954440" cy="27072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C8BDD7F2-E6AA-44A2-B1B0-84368B56D78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52629" y="1045345"/>
                <a:ext cx="199008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1F6D3390-E3DA-4B63-A349-CEA87CBCBC2A}"/>
                  </a:ext>
                </a:extLst>
              </p14:cNvPr>
              <p14:cNvContentPartPr/>
              <p14:nvPr/>
            </p14:nvContentPartPr>
            <p14:xfrm>
              <a:off x="1036269" y="536305"/>
              <a:ext cx="1683720" cy="83484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1F6D3390-E3DA-4B63-A349-CEA87CBCBC2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18629" y="518313"/>
                <a:ext cx="1719360" cy="8704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F3BA5EB5-0888-463A-9153-8E507C992663}"/>
                  </a:ext>
                </a:extLst>
              </p14:cNvPr>
              <p14:cNvContentPartPr/>
              <p14:nvPr/>
            </p14:nvContentPartPr>
            <p14:xfrm>
              <a:off x="2039229" y="1920145"/>
              <a:ext cx="308520" cy="22068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F3BA5EB5-0888-463A-9153-8E507C99266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021229" y="1902145"/>
                <a:ext cx="34416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28" name="Cerneală 1227">
                <a:extLst>
                  <a:ext uri="{FF2B5EF4-FFF2-40B4-BE49-F238E27FC236}">
                    <a16:creationId xmlns:a16="http://schemas.microsoft.com/office/drawing/2014/main" id="{3F145FE7-18C8-4B30-B2DB-B9FE3783B9D7}"/>
                  </a:ext>
                </a:extLst>
              </p14:cNvPr>
              <p14:cNvContentPartPr/>
              <p14:nvPr/>
            </p14:nvContentPartPr>
            <p14:xfrm>
              <a:off x="2641869" y="1803865"/>
              <a:ext cx="1457280" cy="68400"/>
            </p14:xfrm>
          </p:contentPart>
        </mc:Choice>
        <mc:Fallback xmlns="">
          <p:pic>
            <p:nvPicPr>
              <p:cNvPr id="1228" name="Cerneală 1227">
                <a:extLst>
                  <a:ext uri="{FF2B5EF4-FFF2-40B4-BE49-F238E27FC236}">
                    <a16:creationId xmlns:a16="http://schemas.microsoft.com/office/drawing/2014/main" id="{3F145FE7-18C8-4B30-B2DB-B9FE3783B9D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624229" y="1786225"/>
                <a:ext cx="149292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29" name="Cerneală 1228">
                <a:extLst>
                  <a:ext uri="{FF2B5EF4-FFF2-40B4-BE49-F238E27FC236}">
                    <a16:creationId xmlns:a16="http://schemas.microsoft.com/office/drawing/2014/main" id="{24C6D314-7542-4346-9A84-42717D87564C}"/>
                  </a:ext>
                </a:extLst>
              </p14:cNvPr>
              <p14:cNvContentPartPr/>
              <p14:nvPr/>
            </p14:nvContentPartPr>
            <p14:xfrm>
              <a:off x="2641869" y="1924465"/>
              <a:ext cx="1493280" cy="240120"/>
            </p14:xfrm>
          </p:contentPart>
        </mc:Choice>
        <mc:Fallback xmlns="">
          <p:pic>
            <p:nvPicPr>
              <p:cNvPr id="1229" name="Cerneală 1228">
                <a:extLst>
                  <a:ext uri="{FF2B5EF4-FFF2-40B4-BE49-F238E27FC236}">
                    <a16:creationId xmlns:a16="http://schemas.microsoft.com/office/drawing/2014/main" id="{24C6D314-7542-4346-9A84-42717D87564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624229" y="1906465"/>
                <a:ext cx="152892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230" name="Cerneală 1229">
                <a:extLst>
                  <a:ext uri="{FF2B5EF4-FFF2-40B4-BE49-F238E27FC236}">
                    <a16:creationId xmlns:a16="http://schemas.microsoft.com/office/drawing/2014/main" id="{31C3FD3E-9F7A-4B37-84C9-7994F3F54D07}"/>
                  </a:ext>
                </a:extLst>
              </p14:cNvPr>
              <p14:cNvContentPartPr/>
              <p14:nvPr/>
            </p14:nvContentPartPr>
            <p14:xfrm>
              <a:off x="4730589" y="2031025"/>
              <a:ext cx="259200" cy="16920"/>
            </p14:xfrm>
          </p:contentPart>
        </mc:Choice>
        <mc:Fallback xmlns="">
          <p:pic>
            <p:nvPicPr>
              <p:cNvPr id="1230" name="Cerneală 1229">
                <a:extLst>
                  <a:ext uri="{FF2B5EF4-FFF2-40B4-BE49-F238E27FC236}">
                    <a16:creationId xmlns:a16="http://schemas.microsoft.com/office/drawing/2014/main" id="{31C3FD3E-9F7A-4B37-84C9-7994F3F54D0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712589" y="2013025"/>
                <a:ext cx="29484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277" name="Cerneală 1276">
                <a:extLst>
                  <a:ext uri="{FF2B5EF4-FFF2-40B4-BE49-F238E27FC236}">
                    <a16:creationId xmlns:a16="http://schemas.microsoft.com/office/drawing/2014/main" id="{4D1FB4A5-3524-4D5C-B3C9-0CD969BD062D}"/>
                  </a:ext>
                </a:extLst>
              </p14:cNvPr>
              <p14:cNvContentPartPr/>
              <p14:nvPr/>
            </p14:nvContentPartPr>
            <p14:xfrm>
              <a:off x="6293709" y="3176185"/>
              <a:ext cx="10800" cy="9000"/>
            </p14:xfrm>
          </p:contentPart>
        </mc:Choice>
        <mc:Fallback xmlns="">
          <p:pic>
            <p:nvPicPr>
              <p:cNvPr id="1277" name="Cerneală 1276">
                <a:extLst>
                  <a:ext uri="{FF2B5EF4-FFF2-40B4-BE49-F238E27FC236}">
                    <a16:creationId xmlns:a16="http://schemas.microsoft.com/office/drawing/2014/main" id="{4D1FB4A5-3524-4D5C-B3C9-0CD969BD062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275709" y="3158545"/>
                <a:ext cx="464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78" name="Cerneală 1277">
                <a:extLst>
                  <a:ext uri="{FF2B5EF4-FFF2-40B4-BE49-F238E27FC236}">
                    <a16:creationId xmlns:a16="http://schemas.microsoft.com/office/drawing/2014/main" id="{C57062A0-473F-488B-A7E0-A02304F96BB6}"/>
                  </a:ext>
                </a:extLst>
              </p14:cNvPr>
              <p14:cNvContentPartPr/>
              <p14:nvPr/>
            </p14:nvContentPartPr>
            <p14:xfrm>
              <a:off x="5254749" y="2872705"/>
              <a:ext cx="879480" cy="417960"/>
            </p14:xfrm>
          </p:contentPart>
        </mc:Choice>
        <mc:Fallback xmlns="">
          <p:pic>
            <p:nvPicPr>
              <p:cNvPr id="1278" name="Cerneală 1277">
                <a:extLst>
                  <a:ext uri="{FF2B5EF4-FFF2-40B4-BE49-F238E27FC236}">
                    <a16:creationId xmlns:a16="http://schemas.microsoft.com/office/drawing/2014/main" id="{C57062A0-473F-488B-A7E0-A02304F96BB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236749" y="2855065"/>
                <a:ext cx="915120" cy="45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81" name="Cerneală 1280">
                <a:extLst>
                  <a:ext uri="{FF2B5EF4-FFF2-40B4-BE49-F238E27FC236}">
                    <a16:creationId xmlns:a16="http://schemas.microsoft.com/office/drawing/2014/main" id="{3E85B4E0-E009-421B-9303-D7AEC67CC638}"/>
                  </a:ext>
                </a:extLst>
              </p14:cNvPr>
              <p14:cNvContentPartPr/>
              <p14:nvPr/>
            </p14:nvContentPartPr>
            <p14:xfrm>
              <a:off x="5212989" y="1670665"/>
              <a:ext cx="6656760" cy="1134000"/>
            </p14:xfrm>
          </p:contentPart>
        </mc:Choice>
        <mc:Fallback xmlns="">
          <p:pic>
            <p:nvPicPr>
              <p:cNvPr id="1281" name="Cerneală 1280">
                <a:extLst>
                  <a:ext uri="{FF2B5EF4-FFF2-40B4-BE49-F238E27FC236}">
                    <a16:creationId xmlns:a16="http://schemas.microsoft.com/office/drawing/2014/main" id="{3E85B4E0-E009-421B-9303-D7AEC67CC63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195349" y="1653019"/>
                <a:ext cx="6692400" cy="11696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290" name="Cerneală 1289">
                <a:extLst>
                  <a:ext uri="{FF2B5EF4-FFF2-40B4-BE49-F238E27FC236}">
                    <a16:creationId xmlns:a16="http://schemas.microsoft.com/office/drawing/2014/main" id="{0D282139-F11F-49BE-8495-F3CE902268E4}"/>
                  </a:ext>
                </a:extLst>
              </p14:cNvPr>
              <p14:cNvContentPartPr/>
              <p14:nvPr/>
            </p14:nvContentPartPr>
            <p14:xfrm>
              <a:off x="2743029" y="3817345"/>
              <a:ext cx="1620360" cy="27720"/>
            </p14:xfrm>
          </p:contentPart>
        </mc:Choice>
        <mc:Fallback xmlns="">
          <p:pic>
            <p:nvPicPr>
              <p:cNvPr id="1290" name="Cerneală 1289">
                <a:extLst>
                  <a:ext uri="{FF2B5EF4-FFF2-40B4-BE49-F238E27FC236}">
                    <a16:creationId xmlns:a16="http://schemas.microsoft.com/office/drawing/2014/main" id="{0D282139-F11F-49BE-8495-F3CE902268E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725389" y="3799705"/>
                <a:ext cx="165600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291" name="Cerneală 1290">
                <a:extLst>
                  <a:ext uri="{FF2B5EF4-FFF2-40B4-BE49-F238E27FC236}">
                    <a16:creationId xmlns:a16="http://schemas.microsoft.com/office/drawing/2014/main" id="{5AB1A4A1-C981-4C50-96AF-F5259CD69C70}"/>
                  </a:ext>
                </a:extLst>
              </p14:cNvPr>
              <p14:cNvContentPartPr/>
              <p14:nvPr/>
            </p14:nvContentPartPr>
            <p14:xfrm>
              <a:off x="2829069" y="3891865"/>
              <a:ext cx="1361520" cy="294840"/>
            </p14:xfrm>
          </p:contentPart>
        </mc:Choice>
        <mc:Fallback xmlns="">
          <p:pic>
            <p:nvPicPr>
              <p:cNvPr id="1291" name="Cerneală 1290">
                <a:extLst>
                  <a:ext uri="{FF2B5EF4-FFF2-40B4-BE49-F238E27FC236}">
                    <a16:creationId xmlns:a16="http://schemas.microsoft.com/office/drawing/2014/main" id="{5AB1A4A1-C981-4C50-96AF-F5259CD69C7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811429" y="3873865"/>
                <a:ext cx="139716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292" name="Cerneală 1291">
                <a:extLst>
                  <a:ext uri="{FF2B5EF4-FFF2-40B4-BE49-F238E27FC236}">
                    <a16:creationId xmlns:a16="http://schemas.microsoft.com/office/drawing/2014/main" id="{75E96281-ED3C-43C5-8802-140E80A7CC6D}"/>
                  </a:ext>
                </a:extLst>
              </p14:cNvPr>
              <p14:cNvContentPartPr/>
              <p14:nvPr/>
            </p14:nvContentPartPr>
            <p14:xfrm>
              <a:off x="2097909" y="3969985"/>
              <a:ext cx="476640" cy="220320"/>
            </p14:xfrm>
          </p:contentPart>
        </mc:Choice>
        <mc:Fallback xmlns="">
          <p:pic>
            <p:nvPicPr>
              <p:cNvPr id="1292" name="Cerneală 1291">
                <a:extLst>
                  <a:ext uri="{FF2B5EF4-FFF2-40B4-BE49-F238E27FC236}">
                    <a16:creationId xmlns:a16="http://schemas.microsoft.com/office/drawing/2014/main" id="{75E96281-ED3C-43C5-8802-140E80A7CC6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80269" y="3952345"/>
                <a:ext cx="51228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30" name="Cerneală 1329">
                <a:extLst>
                  <a:ext uri="{FF2B5EF4-FFF2-40B4-BE49-F238E27FC236}">
                    <a16:creationId xmlns:a16="http://schemas.microsoft.com/office/drawing/2014/main" id="{B2528EF8-3C65-4C02-AC8E-B67AF28D38B6}"/>
                  </a:ext>
                </a:extLst>
              </p14:cNvPr>
              <p14:cNvContentPartPr/>
              <p14:nvPr/>
            </p14:nvContentPartPr>
            <p14:xfrm>
              <a:off x="6199029" y="4827145"/>
              <a:ext cx="782640" cy="463320"/>
            </p14:xfrm>
          </p:contentPart>
        </mc:Choice>
        <mc:Fallback xmlns="">
          <p:pic>
            <p:nvPicPr>
              <p:cNvPr id="1330" name="Cerneală 1329">
                <a:extLst>
                  <a:ext uri="{FF2B5EF4-FFF2-40B4-BE49-F238E27FC236}">
                    <a16:creationId xmlns:a16="http://schemas.microsoft.com/office/drawing/2014/main" id="{B2528EF8-3C65-4C02-AC8E-B67AF28D38B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181381" y="4809145"/>
                <a:ext cx="818296" cy="49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331" name="Cerneală 1330">
                <a:extLst>
                  <a:ext uri="{FF2B5EF4-FFF2-40B4-BE49-F238E27FC236}">
                    <a16:creationId xmlns:a16="http://schemas.microsoft.com/office/drawing/2014/main" id="{BEC8F083-DD79-4ED6-9947-797BAB321C8B}"/>
                  </a:ext>
                </a:extLst>
              </p14:cNvPr>
              <p14:cNvContentPartPr/>
              <p14:nvPr/>
            </p14:nvContentPartPr>
            <p14:xfrm>
              <a:off x="8469909" y="3490825"/>
              <a:ext cx="3620160" cy="966600"/>
            </p14:xfrm>
          </p:contentPart>
        </mc:Choice>
        <mc:Fallback xmlns="">
          <p:pic>
            <p:nvPicPr>
              <p:cNvPr id="1331" name="Cerneală 1330">
                <a:extLst>
                  <a:ext uri="{FF2B5EF4-FFF2-40B4-BE49-F238E27FC236}">
                    <a16:creationId xmlns:a16="http://schemas.microsoft.com/office/drawing/2014/main" id="{BEC8F083-DD79-4ED6-9947-797BAB321C8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451909" y="3472832"/>
                <a:ext cx="3655800" cy="10022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332" name="Cerneală 1331">
                <a:extLst>
                  <a:ext uri="{FF2B5EF4-FFF2-40B4-BE49-F238E27FC236}">
                    <a16:creationId xmlns:a16="http://schemas.microsoft.com/office/drawing/2014/main" id="{2C569EFF-DEE7-41B1-BE83-F9479ED9CE30}"/>
                  </a:ext>
                </a:extLst>
              </p14:cNvPr>
              <p14:cNvContentPartPr/>
              <p14:nvPr/>
            </p14:nvContentPartPr>
            <p14:xfrm>
              <a:off x="4841109" y="3806545"/>
              <a:ext cx="3321720" cy="745560"/>
            </p14:xfrm>
          </p:contentPart>
        </mc:Choice>
        <mc:Fallback xmlns="">
          <p:pic>
            <p:nvPicPr>
              <p:cNvPr id="1332" name="Cerneală 1331">
                <a:extLst>
                  <a:ext uri="{FF2B5EF4-FFF2-40B4-BE49-F238E27FC236}">
                    <a16:creationId xmlns:a16="http://schemas.microsoft.com/office/drawing/2014/main" id="{2C569EFF-DEE7-41B1-BE83-F9479ED9CE3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823109" y="3788905"/>
                <a:ext cx="3357360" cy="78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342" name="Cerneală 1341">
                <a:extLst>
                  <a:ext uri="{FF2B5EF4-FFF2-40B4-BE49-F238E27FC236}">
                    <a16:creationId xmlns:a16="http://schemas.microsoft.com/office/drawing/2014/main" id="{B4C58ACF-18B4-4E5D-88FF-B5B093E71237}"/>
                  </a:ext>
                </a:extLst>
              </p14:cNvPr>
              <p14:cNvContentPartPr/>
              <p14:nvPr/>
            </p14:nvContentPartPr>
            <p14:xfrm>
              <a:off x="2784789" y="2357905"/>
              <a:ext cx="1152720" cy="512280"/>
            </p14:xfrm>
          </p:contentPart>
        </mc:Choice>
        <mc:Fallback xmlns="">
          <p:pic>
            <p:nvPicPr>
              <p:cNvPr id="1342" name="Cerneală 1341">
                <a:extLst>
                  <a:ext uri="{FF2B5EF4-FFF2-40B4-BE49-F238E27FC236}">
                    <a16:creationId xmlns:a16="http://schemas.microsoft.com/office/drawing/2014/main" id="{B4C58ACF-18B4-4E5D-88FF-B5B093E7123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767149" y="2340265"/>
                <a:ext cx="1188360" cy="54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358" name="Cerneală 1357">
                <a:extLst>
                  <a:ext uri="{FF2B5EF4-FFF2-40B4-BE49-F238E27FC236}">
                    <a16:creationId xmlns:a16="http://schemas.microsoft.com/office/drawing/2014/main" id="{E8AE9080-FF26-4AA3-8B0C-25E15CD5DBF1}"/>
                  </a:ext>
                </a:extLst>
              </p14:cNvPr>
              <p14:cNvContentPartPr/>
              <p14:nvPr/>
            </p14:nvContentPartPr>
            <p14:xfrm>
              <a:off x="2848869" y="4523665"/>
              <a:ext cx="1494360" cy="597600"/>
            </p14:xfrm>
          </p:contentPart>
        </mc:Choice>
        <mc:Fallback xmlns="">
          <p:pic>
            <p:nvPicPr>
              <p:cNvPr id="1358" name="Cerneală 1357">
                <a:extLst>
                  <a:ext uri="{FF2B5EF4-FFF2-40B4-BE49-F238E27FC236}">
                    <a16:creationId xmlns:a16="http://schemas.microsoft.com/office/drawing/2014/main" id="{E8AE9080-FF26-4AA3-8B0C-25E15CD5DBF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830873" y="4506025"/>
                <a:ext cx="1529991" cy="63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362" name="Cerneală 1361">
                <a:extLst>
                  <a:ext uri="{FF2B5EF4-FFF2-40B4-BE49-F238E27FC236}">
                    <a16:creationId xmlns:a16="http://schemas.microsoft.com/office/drawing/2014/main" id="{E431729A-9710-4716-B9AD-882D23F9B15E}"/>
                  </a:ext>
                </a:extLst>
              </p14:cNvPr>
              <p14:cNvContentPartPr/>
              <p14:nvPr/>
            </p14:nvContentPartPr>
            <p14:xfrm>
              <a:off x="2823309" y="3161785"/>
              <a:ext cx="136440" cy="459720"/>
            </p14:xfrm>
          </p:contentPart>
        </mc:Choice>
        <mc:Fallback xmlns="">
          <p:pic>
            <p:nvPicPr>
              <p:cNvPr id="1362" name="Cerneală 1361">
                <a:extLst>
                  <a:ext uri="{FF2B5EF4-FFF2-40B4-BE49-F238E27FC236}">
                    <a16:creationId xmlns:a16="http://schemas.microsoft.com/office/drawing/2014/main" id="{E431729A-9710-4716-B9AD-882D23F9B15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805669" y="3143785"/>
                <a:ext cx="172080" cy="4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363" name="Cerneală 1362">
                <a:extLst>
                  <a:ext uri="{FF2B5EF4-FFF2-40B4-BE49-F238E27FC236}">
                    <a16:creationId xmlns:a16="http://schemas.microsoft.com/office/drawing/2014/main" id="{A5860713-0195-44DD-8BD8-A2FF367A45C7}"/>
                  </a:ext>
                </a:extLst>
              </p14:cNvPr>
              <p14:cNvContentPartPr/>
              <p14:nvPr/>
            </p14:nvContentPartPr>
            <p14:xfrm>
              <a:off x="3127869" y="3079705"/>
              <a:ext cx="404280" cy="421920"/>
            </p14:xfrm>
          </p:contentPart>
        </mc:Choice>
        <mc:Fallback xmlns="">
          <p:pic>
            <p:nvPicPr>
              <p:cNvPr id="1363" name="Cerneală 1362">
                <a:extLst>
                  <a:ext uri="{FF2B5EF4-FFF2-40B4-BE49-F238E27FC236}">
                    <a16:creationId xmlns:a16="http://schemas.microsoft.com/office/drawing/2014/main" id="{A5860713-0195-44DD-8BD8-A2FF367A45C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110213" y="3062065"/>
                <a:ext cx="439952" cy="45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368" name="Cerneală 1367">
                <a:extLst>
                  <a:ext uri="{FF2B5EF4-FFF2-40B4-BE49-F238E27FC236}">
                    <a16:creationId xmlns:a16="http://schemas.microsoft.com/office/drawing/2014/main" id="{ED3BFE6C-EF9F-4E4A-8543-B7D0D9AB1AC4}"/>
                  </a:ext>
                </a:extLst>
              </p14:cNvPr>
              <p14:cNvContentPartPr/>
              <p14:nvPr/>
            </p14:nvContentPartPr>
            <p14:xfrm>
              <a:off x="3133629" y="5346625"/>
              <a:ext cx="707040" cy="412920"/>
            </p14:xfrm>
          </p:contentPart>
        </mc:Choice>
        <mc:Fallback xmlns="">
          <p:pic>
            <p:nvPicPr>
              <p:cNvPr id="1368" name="Cerneală 1367">
                <a:extLst>
                  <a:ext uri="{FF2B5EF4-FFF2-40B4-BE49-F238E27FC236}">
                    <a16:creationId xmlns:a16="http://schemas.microsoft.com/office/drawing/2014/main" id="{ED3BFE6C-EF9F-4E4A-8543-B7D0D9AB1AC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115629" y="5328641"/>
                <a:ext cx="742680" cy="4485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374" name="Cerneală 1373">
                <a:extLst>
                  <a:ext uri="{FF2B5EF4-FFF2-40B4-BE49-F238E27FC236}">
                    <a16:creationId xmlns:a16="http://schemas.microsoft.com/office/drawing/2014/main" id="{61308DE6-C1F6-442E-8EE3-45FA94011287}"/>
                  </a:ext>
                </a:extLst>
              </p14:cNvPr>
              <p14:cNvContentPartPr/>
              <p14:nvPr/>
            </p14:nvContentPartPr>
            <p14:xfrm>
              <a:off x="2949309" y="1448185"/>
              <a:ext cx="66240" cy="304200"/>
            </p14:xfrm>
          </p:contentPart>
        </mc:Choice>
        <mc:Fallback xmlns="">
          <p:pic>
            <p:nvPicPr>
              <p:cNvPr id="1374" name="Cerneală 1373">
                <a:extLst>
                  <a:ext uri="{FF2B5EF4-FFF2-40B4-BE49-F238E27FC236}">
                    <a16:creationId xmlns:a16="http://schemas.microsoft.com/office/drawing/2014/main" id="{61308DE6-C1F6-442E-8EE3-45FA9401128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931309" y="1430185"/>
                <a:ext cx="10188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375" name="Cerneală 1374">
                <a:extLst>
                  <a:ext uri="{FF2B5EF4-FFF2-40B4-BE49-F238E27FC236}">
                    <a16:creationId xmlns:a16="http://schemas.microsoft.com/office/drawing/2014/main" id="{9E6ECD73-CA9F-4BE0-B9EE-9B06301F8AFC}"/>
                  </a:ext>
                </a:extLst>
              </p14:cNvPr>
              <p14:cNvContentPartPr/>
              <p14:nvPr/>
            </p14:nvContentPartPr>
            <p14:xfrm>
              <a:off x="3190509" y="1410025"/>
              <a:ext cx="531360" cy="315720"/>
            </p14:xfrm>
          </p:contentPart>
        </mc:Choice>
        <mc:Fallback xmlns="">
          <p:pic>
            <p:nvPicPr>
              <p:cNvPr id="1375" name="Cerneală 1374">
                <a:extLst>
                  <a:ext uri="{FF2B5EF4-FFF2-40B4-BE49-F238E27FC236}">
                    <a16:creationId xmlns:a16="http://schemas.microsoft.com/office/drawing/2014/main" id="{9E6ECD73-CA9F-4BE0-B9EE-9B06301F8AF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172509" y="1392025"/>
                <a:ext cx="56700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382" name="Cerneală 1381">
                <a:extLst>
                  <a:ext uri="{FF2B5EF4-FFF2-40B4-BE49-F238E27FC236}">
                    <a16:creationId xmlns:a16="http://schemas.microsoft.com/office/drawing/2014/main" id="{D74BEBCE-A6A7-4E5A-B7C4-DA2476F3D3FD}"/>
                  </a:ext>
                </a:extLst>
              </p14:cNvPr>
              <p14:cNvContentPartPr/>
              <p14:nvPr/>
            </p14:nvContentPartPr>
            <p14:xfrm>
              <a:off x="4040469" y="3389305"/>
              <a:ext cx="751320" cy="338760"/>
            </p14:xfrm>
          </p:contentPart>
        </mc:Choice>
        <mc:Fallback xmlns="">
          <p:pic>
            <p:nvPicPr>
              <p:cNvPr id="1382" name="Cerneală 1381">
                <a:extLst>
                  <a:ext uri="{FF2B5EF4-FFF2-40B4-BE49-F238E27FC236}">
                    <a16:creationId xmlns:a16="http://schemas.microsoft.com/office/drawing/2014/main" id="{D74BEBCE-A6A7-4E5A-B7C4-DA2476F3D3F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022469" y="3371305"/>
                <a:ext cx="786960" cy="37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52631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665754" y="137196"/>
            <a:ext cx="2983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 err="1">
                <a:solidFill>
                  <a:srgbClr val="0000FF"/>
                </a:solidFill>
              </a:rPr>
              <a:t>Intrarile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en-US" sz="2800" b="1" dirty="0" err="1">
                <a:solidFill>
                  <a:srgbClr val="0000FF"/>
                </a:solidFill>
              </a:rPr>
              <a:t>asincrone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5A862414-AE70-4603-B60A-0D820B337AA7}"/>
                  </a:ext>
                </a:extLst>
              </p14:cNvPr>
              <p14:cNvContentPartPr/>
              <p14:nvPr/>
            </p14:nvContentPartPr>
            <p14:xfrm>
              <a:off x="355869" y="813145"/>
              <a:ext cx="112680" cy="720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5A862414-AE70-4603-B60A-0D820B337A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7869" y="795145"/>
                <a:ext cx="1483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F1C6291D-2860-4290-9328-0D95A5FF4D37}"/>
                  </a:ext>
                </a:extLst>
              </p14:cNvPr>
              <p14:cNvContentPartPr/>
              <p14:nvPr/>
            </p14:nvContentPartPr>
            <p14:xfrm>
              <a:off x="322029" y="1231825"/>
              <a:ext cx="667080" cy="1368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F1C6291D-2860-4290-9328-0D95A5FF4D3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4029" y="1213825"/>
                <a:ext cx="7027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51F912B1-F622-41CB-8085-B95C1A2B3B66}"/>
                  </a:ext>
                </a:extLst>
              </p14:cNvPr>
              <p14:cNvContentPartPr/>
              <p14:nvPr/>
            </p14:nvContentPartPr>
            <p14:xfrm>
              <a:off x="3019869" y="678145"/>
              <a:ext cx="146880" cy="3254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51F912B1-F622-41CB-8085-B95C1A2B3B6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01869" y="660505"/>
                <a:ext cx="18252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5AB22DF3-AB9E-42D0-96B2-D82C94BB834A}"/>
                  </a:ext>
                </a:extLst>
              </p14:cNvPr>
              <p14:cNvContentPartPr/>
              <p14:nvPr/>
            </p14:nvContentPartPr>
            <p14:xfrm>
              <a:off x="3715029" y="669865"/>
              <a:ext cx="165600" cy="48528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5AB22DF3-AB9E-42D0-96B2-D82C94BB834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97029" y="651865"/>
                <a:ext cx="201240" cy="52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E1EF8E59-8960-450D-AAE2-9C7D87585565}"/>
                  </a:ext>
                </a:extLst>
              </p14:cNvPr>
              <p14:cNvContentPartPr/>
              <p14:nvPr/>
            </p14:nvContentPartPr>
            <p14:xfrm>
              <a:off x="4542669" y="933385"/>
              <a:ext cx="360" cy="36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E1EF8E59-8960-450D-AAE2-9C7D8758556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525029" y="9153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1476AF08-67FC-49DB-AAF9-808E2514C3DB}"/>
                  </a:ext>
                </a:extLst>
              </p14:cNvPr>
              <p14:cNvContentPartPr/>
              <p14:nvPr/>
            </p14:nvContentPartPr>
            <p14:xfrm>
              <a:off x="4004109" y="745825"/>
              <a:ext cx="264600" cy="24228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1476AF08-67FC-49DB-AAF9-808E2514C3D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86109" y="727825"/>
                <a:ext cx="30024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853F6B8F-B2A9-4F69-A21C-52B70BB483A0}"/>
                  </a:ext>
                </a:extLst>
              </p14:cNvPr>
              <p14:cNvContentPartPr/>
              <p14:nvPr/>
            </p14:nvContentPartPr>
            <p14:xfrm>
              <a:off x="2078469" y="687865"/>
              <a:ext cx="828360" cy="3668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853F6B8F-B2A9-4F69-A21C-52B70BB483A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60829" y="669865"/>
                <a:ext cx="86400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18EBAA13-1862-4AB7-850A-42CB89D11AAC}"/>
                  </a:ext>
                </a:extLst>
              </p14:cNvPr>
              <p14:cNvContentPartPr/>
              <p14:nvPr/>
            </p14:nvContentPartPr>
            <p14:xfrm>
              <a:off x="1668069" y="760225"/>
              <a:ext cx="306720" cy="2980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18EBAA13-1862-4AB7-850A-42CB89D11AA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50429" y="742225"/>
                <a:ext cx="34236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AD2FC482-23A3-4331-8D30-6319382D68F2}"/>
                  </a:ext>
                </a:extLst>
              </p14:cNvPr>
              <p14:cNvContentPartPr/>
              <p14:nvPr/>
            </p14:nvContentPartPr>
            <p14:xfrm>
              <a:off x="989829" y="957505"/>
              <a:ext cx="98640" cy="18864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AD2FC482-23A3-4331-8D30-6319382D68F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72124" y="939865"/>
                <a:ext cx="134411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D5B93892-CB31-4BA8-94C5-D05417E6C350}"/>
                  </a:ext>
                </a:extLst>
              </p14:cNvPr>
              <p14:cNvContentPartPr/>
              <p14:nvPr/>
            </p14:nvContentPartPr>
            <p14:xfrm>
              <a:off x="355869" y="873985"/>
              <a:ext cx="375840" cy="21564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D5B93892-CB31-4BA8-94C5-D05417E6C35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7869" y="856345"/>
                <a:ext cx="41148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1" name="Cerneală 1040">
                <a:extLst>
                  <a:ext uri="{FF2B5EF4-FFF2-40B4-BE49-F238E27FC236}">
                    <a16:creationId xmlns:a16="http://schemas.microsoft.com/office/drawing/2014/main" id="{DB57C7DD-CB39-4970-9C63-F376EA826073}"/>
                  </a:ext>
                </a:extLst>
              </p14:cNvPr>
              <p14:cNvContentPartPr/>
              <p14:nvPr/>
            </p14:nvContentPartPr>
            <p14:xfrm>
              <a:off x="558189" y="1610905"/>
              <a:ext cx="2631960" cy="3057480"/>
            </p14:xfrm>
          </p:contentPart>
        </mc:Choice>
        <mc:Fallback xmlns="">
          <p:pic>
            <p:nvPicPr>
              <p:cNvPr id="1041" name="Cerneală 1040">
                <a:extLst>
                  <a:ext uri="{FF2B5EF4-FFF2-40B4-BE49-F238E27FC236}">
                    <a16:creationId xmlns:a16="http://schemas.microsoft.com/office/drawing/2014/main" id="{DB57C7DD-CB39-4970-9C63-F376EA82607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40189" y="1593265"/>
                <a:ext cx="2667600" cy="30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5" name="Cerneală 1044">
                <a:extLst>
                  <a:ext uri="{FF2B5EF4-FFF2-40B4-BE49-F238E27FC236}">
                    <a16:creationId xmlns:a16="http://schemas.microsoft.com/office/drawing/2014/main" id="{460D1882-F808-4EBF-BB34-91F324704B11}"/>
                  </a:ext>
                </a:extLst>
              </p14:cNvPr>
              <p14:cNvContentPartPr/>
              <p14:nvPr/>
            </p14:nvContentPartPr>
            <p14:xfrm>
              <a:off x="4518549" y="1856065"/>
              <a:ext cx="515880" cy="34200"/>
            </p14:xfrm>
          </p:contentPart>
        </mc:Choice>
        <mc:Fallback xmlns="">
          <p:pic>
            <p:nvPicPr>
              <p:cNvPr id="1045" name="Cerneală 1044">
                <a:extLst>
                  <a:ext uri="{FF2B5EF4-FFF2-40B4-BE49-F238E27FC236}">
                    <a16:creationId xmlns:a16="http://schemas.microsoft.com/office/drawing/2014/main" id="{460D1882-F808-4EBF-BB34-91F324704B1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500909" y="1838425"/>
                <a:ext cx="55152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6" name="Cerneală 1045">
                <a:extLst>
                  <a:ext uri="{FF2B5EF4-FFF2-40B4-BE49-F238E27FC236}">
                    <a16:creationId xmlns:a16="http://schemas.microsoft.com/office/drawing/2014/main" id="{895DC367-D2D9-423F-A79A-18238FC18333}"/>
                  </a:ext>
                </a:extLst>
              </p14:cNvPr>
              <p14:cNvContentPartPr/>
              <p14:nvPr/>
            </p14:nvContentPartPr>
            <p14:xfrm>
              <a:off x="5130189" y="1602625"/>
              <a:ext cx="47160" cy="31680"/>
            </p14:xfrm>
          </p:contentPart>
        </mc:Choice>
        <mc:Fallback xmlns="">
          <p:pic>
            <p:nvPicPr>
              <p:cNvPr id="1046" name="Cerneală 1045">
                <a:extLst>
                  <a:ext uri="{FF2B5EF4-FFF2-40B4-BE49-F238E27FC236}">
                    <a16:creationId xmlns:a16="http://schemas.microsoft.com/office/drawing/2014/main" id="{895DC367-D2D9-423F-A79A-18238FC1833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112549" y="1584985"/>
                <a:ext cx="8280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7" name="Cerneală 1046">
                <a:extLst>
                  <a:ext uri="{FF2B5EF4-FFF2-40B4-BE49-F238E27FC236}">
                    <a16:creationId xmlns:a16="http://schemas.microsoft.com/office/drawing/2014/main" id="{E0122F47-E68D-40A8-9665-B3B34963C232}"/>
                  </a:ext>
                </a:extLst>
              </p14:cNvPr>
              <p14:cNvContentPartPr/>
              <p14:nvPr/>
            </p14:nvContentPartPr>
            <p14:xfrm>
              <a:off x="5193909" y="1704865"/>
              <a:ext cx="51840" cy="37080"/>
            </p14:xfrm>
          </p:contentPart>
        </mc:Choice>
        <mc:Fallback xmlns="">
          <p:pic>
            <p:nvPicPr>
              <p:cNvPr id="1047" name="Cerneală 1046">
                <a:extLst>
                  <a:ext uri="{FF2B5EF4-FFF2-40B4-BE49-F238E27FC236}">
                    <a16:creationId xmlns:a16="http://schemas.microsoft.com/office/drawing/2014/main" id="{E0122F47-E68D-40A8-9665-B3B34963C23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176269" y="1687225"/>
                <a:ext cx="8748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2" name="Cerneală 1051">
                <a:extLst>
                  <a:ext uri="{FF2B5EF4-FFF2-40B4-BE49-F238E27FC236}">
                    <a16:creationId xmlns:a16="http://schemas.microsoft.com/office/drawing/2014/main" id="{FB85F744-FF85-4BD5-BB7A-48C4A3C2169D}"/>
                  </a:ext>
                </a:extLst>
              </p14:cNvPr>
              <p14:cNvContentPartPr/>
              <p14:nvPr/>
            </p14:nvContentPartPr>
            <p14:xfrm>
              <a:off x="4453029" y="1510825"/>
              <a:ext cx="493200" cy="265320"/>
            </p14:xfrm>
          </p:contentPart>
        </mc:Choice>
        <mc:Fallback xmlns="">
          <p:pic>
            <p:nvPicPr>
              <p:cNvPr id="1052" name="Cerneală 1051">
                <a:extLst>
                  <a:ext uri="{FF2B5EF4-FFF2-40B4-BE49-F238E27FC236}">
                    <a16:creationId xmlns:a16="http://schemas.microsoft.com/office/drawing/2014/main" id="{FB85F744-FF85-4BD5-BB7A-48C4A3C2169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435376" y="1492825"/>
                <a:ext cx="528866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157" name="Cerneală 1156">
                <a:extLst>
                  <a:ext uri="{FF2B5EF4-FFF2-40B4-BE49-F238E27FC236}">
                    <a16:creationId xmlns:a16="http://schemas.microsoft.com/office/drawing/2014/main" id="{DB73E57D-AB7A-479A-8CB5-D0E6EA36341D}"/>
                  </a:ext>
                </a:extLst>
              </p14:cNvPr>
              <p14:cNvContentPartPr/>
              <p14:nvPr/>
            </p14:nvContentPartPr>
            <p14:xfrm>
              <a:off x="5792949" y="3840025"/>
              <a:ext cx="453960" cy="28440"/>
            </p14:xfrm>
          </p:contentPart>
        </mc:Choice>
        <mc:Fallback xmlns="">
          <p:pic>
            <p:nvPicPr>
              <p:cNvPr id="1157" name="Cerneală 1156">
                <a:extLst>
                  <a:ext uri="{FF2B5EF4-FFF2-40B4-BE49-F238E27FC236}">
                    <a16:creationId xmlns:a16="http://schemas.microsoft.com/office/drawing/2014/main" id="{DB73E57D-AB7A-479A-8CB5-D0E6EA36341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775309" y="3822385"/>
                <a:ext cx="48960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158" name="Cerneală 1157">
                <a:extLst>
                  <a:ext uri="{FF2B5EF4-FFF2-40B4-BE49-F238E27FC236}">
                    <a16:creationId xmlns:a16="http://schemas.microsoft.com/office/drawing/2014/main" id="{97F9D983-8E2D-49E0-B8C2-C5884CAC7BF3}"/>
                  </a:ext>
                </a:extLst>
              </p14:cNvPr>
              <p14:cNvContentPartPr/>
              <p14:nvPr/>
            </p14:nvContentPartPr>
            <p14:xfrm>
              <a:off x="5837229" y="4009945"/>
              <a:ext cx="466200" cy="245880"/>
            </p14:xfrm>
          </p:contentPart>
        </mc:Choice>
        <mc:Fallback xmlns="">
          <p:pic>
            <p:nvPicPr>
              <p:cNvPr id="1158" name="Cerneală 1157">
                <a:extLst>
                  <a:ext uri="{FF2B5EF4-FFF2-40B4-BE49-F238E27FC236}">
                    <a16:creationId xmlns:a16="http://schemas.microsoft.com/office/drawing/2014/main" id="{97F9D983-8E2D-49E0-B8C2-C5884CAC7BF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819229" y="3991971"/>
                <a:ext cx="501840" cy="2814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59" name="Cerneală 1158">
                <a:extLst>
                  <a:ext uri="{FF2B5EF4-FFF2-40B4-BE49-F238E27FC236}">
                    <a16:creationId xmlns:a16="http://schemas.microsoft.com/office/drawing/2014/main" id="{5F6A7D41-DDFF-4025-A706-CBD8552BA6CB}"/>
                  </a:ext>
                </a:extLst>
              </p14:cNvPr>
              <p14:cNvContentPartPr/>
              <p14:nvPr/>
            </p14:nvContentPartPr>
            <p14:xfrm>
              <a:off x="6570189" y="4032625"/>
              <a:ext cx="23400" cy="17640"/>
            </p14:xfrm>
          </p:contentPart>
        </mc:Choice>
        <mc:Fallback xmlns="">
          <p:pic>
            <p:nvPicPr>
              <p:cNvPr id="1159" name="Cerneală 1158">
                <a:extLst>
                  <a:ext uri="{FF2B5EF4-FFF2-40B4-BE49-F238E27FC236}">
                    <a16:creationId xmlns:a16="http://schemas.microsoft.com/office/drawing/2014/main" id="{5F6A7D41-DDFF-4025-A706-CBD8552BA6C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552189" y="4014625"/>
                <a:ext cx="5904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60" name="Cerneală 1159">
                <a:extLst>
                  <a:ext uri="{FF2B5EF4-FFF2-40B4-BE49-F238E27FC236}">
                    <a16:creationId xmlns:a16="http://schemas.microsoft.com/office/drawing/2014/main" id="{4173ABCB-D464-40BB-891D-6ACE18D3E725}"/>
                  </a:ext>
                </a:extLst>
              </p14:cNvPr>
              <p14:cNvContentPartPr/>
              <p14:nvPr/>
            </p14:nvContentPartPr>
            <p14:xfrm>
              <a:off x="6592149" y="4196425"/>
              <a:ext cx="63360" cy="189000"/>
            </p14:xfrm>
          </p:contentPart>
        </mc:Choice>
        <mc:Fallback xmlns="">
          <p:pic>
            <p:nvPicPr>
              <p:cNvPr id="1160" name="Cerneală 1159">
                <a:extLst>
                  <a:ext uri="{FF2B5EF4-FFF2-40B4-BE49-F238E27FC236}">
                    <a16:creationId xmlns:a16="http://schemas.microsoft.com/office/drawing/2014/main" id="{4173ABCB-D464-40BB-891D-6ACE18D3E72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574149" y="4178425"/>
                <a:ext cx="990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64" name="Cerneală 1163">
                <a:extLst>
                  <a:ext uri="{FF2B5EF4-FFF2-40B4-BE49-F238E27FC236}">
                    <a16:creationId xmlns:a16="http://schemas.microsoft.com/office/drawing/2014/main" id="{AE024C8F-2739-4461-850D-E42DD06EC630}"/>
                  </a:ext>
                </a:extLst>
              </p14:cNvPr>
              <p14:cNvContentPartPr/>
              <p14:nvPr/>
            </p14:nvContentPartPr>
            <p14:xfrm>
              <a:off x="5832909" y="1299145"/>
              <a:ext cx="6020640" cy="2233440"/>
            </p14:xfrm>
          </p:contentPart>
        </mc:Choice>
        <mc:Fallback xmlns="">
          <p:pic>
            <p:nvPicPr>
              <p:cNvPr id="1164" name="Cerneală 1163">
                <a:extLst>
                  <a:ext uri="{FF2B5EF4-FFF2-40B4-BE49-F238E27FC236}">
                    <a16:creationId xmlns:a16="http://schemas.microsoft.com/office/drawing/2014/main" id="{AE024C8F-2739-4461-850D-E42DD06EC63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815269" y="1281502"/>
                <a:ext cx="6056280" cy="22690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67" name="Cerneală 1166">
                <a:extLst>
                  <a:ext uri="{FF2B5EF4-FFF2-40B4-BE49-F238E27FC236}">
                    <a16:creationId xmlns:a16="http://schemas.microsoft.com/office/drawing/2014/main" id="{0DCAA29E-EFC7-4A0F-8561-B6298B3D2E89}"/>
                  </a:ext>
                </a:extLst>
              </p14:cNvPr>
              <p14:cNvContentPartPr/>
              <p14:nvPr/>
            </p14:nvContentPartPr>
            <p14:xfrm>
              <a:off x="7045389" y="3902665"/>
              <a:ext cx="360000" cy="16560"/>
            </p14:xfrm>
          </p:contentPart>
        </mc:Choice>
        <mc:Fallback xmlns="">
          <p:pic>
            <p:nvPicPr>
              <p:cNvPr id="1167" name="Cerneală 1166">
                <a:extLst>
                  <a:ext uri="{FF2B5EF4-FFF2-40B4-BE49-F238E27FC236}">
                    <a16:creationId xmlns:a16="http://schemas.microsoft.com/office/drawing/2014/main" id="{0DCAA29E-EFC7-4A0F-8561-B6298B3D2E8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027389" y="3885025"/>
                <a:ext cx="39564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168" name="Cerneală 1167">
                <a:extLst>
                  <a:ext uri="{FF2B5EF4-FFF2-40B4-BE49-F238E27FC236}">
                    <a16:creationId xmlns:a16="http://schemas.microsoft.com/office/drawing/2014/main" id="{D46CEC4C-E1FB-410B-8D04-41CC59D22688}"/>
                  </a:ext>
                </a:extLst>
              </p14:cNvPr>
              <p14:cNvContentPartPr/>
              <p14:nvPr/>
            </p14:nvContentPartPr>
            <p14:xfrm>
              <a:off x="7853949" y="4065745"/>
              <a:ext cx="336960" cy="20160"/>
            </p14:xfrm>
          </p:contentPart>
        </mc:Choice>
        <mc:Fallback xmlns="">
          <p:pic>
            <p:nvPicPr>
              <p:cNvPr id="1168" name="Cerneală 1167">
                <a:extLst>
                  <a:ext uri="{FF2B5EF4-FFF2-40B4-BE49-F238E27FC236}">
                    <a16:creationId xmlns:a16="http://schemas.microsoft.com/office/drawing/2014/main" id="{D46CEC4C-E1FB-410B-8D04-41CC59D2268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836309" y="4048105"/>
                <a:ext cx="37260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178" name="Cerneală 1177">
                <a:extLst>
                  <a:ext uri="{FF2B5EF4-FFF2-40B4-BE49-F238E27FC236}">
                    <a16:creationId xmlns:a16="http://schemas.microsoft.com/office/drawing/2014/main" id="{716EF91A-2CBD-40E1-8724-617E6F167257}"/>
                  </a:ext>
                </a:extLst>
              </p14:cNvPr>
              <p14:cNvContentPartPr/>
              <p14:nvPr/>
            </p14:nvContentPartPr>
            <p14:xfrm>
              <a:off x="9716589" y="3647425"/>
              <a:ext cx="1450440" cy="366840"/>
            </p14:xfrm>
          </p:contentPart>
        </mc:Choice>
        <mc:Fallback xmlns="">
          <p:pic>
            <p:nvPicPr>
              <p:cNvPr id="1178" name="Cerneală 1177">
                <a:extLst>
                  <a:ext uri="{FF2B5EF4-FFF2-40B4-BE49-F238E27FC236}">
                    <a16:creationId xmlns:a16="http://schemas.microsoft.com/office/drawing/2014/main" id="{716EF91A-2CBD-40E1-8724-617E6F16725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698585" y="3629407"/>
                <a:ext cx="1486089" cy="4025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179" name="Cerneală 1178">
                <a:extLst>
                  <a:ext uri="{FF2B5EF4-FFF2-40B4-BE49-F238E27FC236}">
                    <a16:creationId xmlns:a16="http://schemas.microsoft.com/office/drawing/2014/main" id="{02F9BE4C-DFB5-480C-9B01-F0409C5A6557}"/>
                  </a:ext>
                </a:extLst>
              </p14:cNvPr>
              <p14:cNvContentPartPr/>
              <p14:nvPr/>
            </p14:nvContentPartPr>
            <p14:xfrm>
              <a:off x="8513109" y="3777745"/>
              <a:ext cx="876960" cy="342000"/>
            </p14:xfrm>
          </p:contentPart>
        </mc:Choice>
        <mc:Fallback xmlns="">
          <p:pic>
            <p:nvPicPr>
              <p:cNvPr id="1179" name="Cerneală 1178">
                <a:extLst>
                  <a:ext uri="{FF2B5EF4-FFF2-40B4-BE49-F238E27FC236}">
                    <a16:creationId xmlns:a16="http://schemas.microsoft.com/office/drawing/2014/main" id="{02F9BE4C-DFB5-480C-9B01-F0409C5A655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495116" y="3759745"/>
                <a:ext cx="912585" cy="37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180" name="Cerneală 1179">
                <a:extLst>
                  <a:ext uri="{FF2B5EF4-FFF2-40B4-BE49-F238E27FC236}">
                    <a16:creationId xmlns:a16="http://schemas.microsoft.com/office/drawing/2014/main" id="{21648DBD-60EB-4090-87F4-5A7DB096901D}"/>
                  </a:ext>
                </a:extLst>
              </p14:cNvPr>
              <p14:cNvContentPartPr/>
              <p14:nvPr/>
            </p14:nvContentPartPr>
            <p14:xfrm>
              <a:off x="7059429" y="4004185"/>
              <a:ext cx="436320" cy="222480"/>
            </p14:xfrm>
          </p:contentPart>
        </mc:Choice>
        <mc:Fallback xmlns="">
          <p:pic>
            <p:nvPicPr>
              <p:cNvPr id="1180" name="Cerneală 1179">
                <a:extLst>
                  <a:ext uri="{FF2B5EF4-FFF2-40B4-BE49-F238E27FC236}">
                    <a16:creationId xmlns:a16="http://schemas.microsoft.com/office/drawing/2014/main" id="{21648DBD-60EB-4090-87F4-5A7DB096901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041444" y="3986545"/>
                <a:ext cx="471931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187" name="Cerneală 1186">
                <a:extLst>
                  <a:ext uri="{FF2B5EF4-FFF2-40B4-BE49-F238E27FC236}">
                    <a16:creationId xmlns:a16="http://schemas.microsoft.com/office/drawing/2014/main" id="{268E9FC9-87B5-463B-87BA-A95A57EA5789}"/>
                  </a:ext>
                </a:extLst>
              </p14:cNvPr>
              <p14:cNvContentPartPr/>
              <p14:nvPr/>
            </p14:nvContentPartPr>
            <p14:xfrm>
              <a:off x="5938389" y="4596385"/>
              <a:ext cx="2171160" cy="311400"/>
            </p14:xfrm>
          </p:contentPart>
        </mc:Choice>
        <mc:Fallback xmlns="">
          <p:pic>
            <p:nvPicPr>
              <p:cNvPr id="1187" name="Cerneală 1186">
                <a:extLst>
                  <a:ext uri="{FF2B5EF4-FFF2-40B4-BE49-F238E27FC236}">
                    <a16:creationId xmlns:a16="http://schemas.microsoft.com/office/drawing/2014/main" id="{268E9FC9-87B5-463B-87BA-A95A57EA578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920746" y="4578406"/>
                <a:ext cx="2206806" cy="3469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188" name="Cerneală 1187">
                <a:extLst>
                  <a:ext uri="{FF2B5EF4-FFF2-40B4-BE49-F238E27FC236}">
                    <a16:creationId xmlns:a16="http://schemas.microsoft.com/office/drawing/2014/main" id="{E1E58BBA-2705-446D-A2E5-DD04417B7407}"/>
                  </a:ext>
                </a:extLst>
              </p14:cNvPr>
              <p14:cNvContentPartPr/>
              <p14:nvPr/>
            </p14:nvContentPartPr>
            <p14:xfrm>
              <a:off x="5880789" y="5098945"/>
              <a:ext cx="604800" cy="349560"/>
            </p14:xfrm>
          </p:contentPart>
        </mc:Choice>
        <mc:Fallback xmlns="">
          <p:pic>
            <p:nvPicPr>
              <p:cNvPr id="1188" name="Cerneală 1187">
                <a:extLst>
                  <a:ext uri="{FF2B5EF4-FFF2-40B4-BE49-F238E27FC236}">
                    <a16:creationId xmlns:a16="http://schemas.microsoft.com/office/drawing/2014/main" id="{E1E58BBA-2705-446D-A2E5-DD04417B740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862789" y="5080945"/>
                <a:ext cx="640440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189" name="Cerneală 1188">
                <a:extLst>
                  <a:ext uri="{FF2B5EF4-FFF2-40B4-BE49-F238E27FC236}">
                    <a16:creationId xmlns:a16="http://schemas.microsoft.com/office/drawing/2014/main" id="{7DD28C6A-805F-4DAE-8DD0-5590EA326C33}"/>
                  </a:ext>
                </a:extLst>
              </p14:cNvPr>
              <p14:cNvContentPartPr/>
              <p14:nvPr/>
            </p14:nvContentPartPr>
            <p14:xfrm>
              <a:off x="6872229" y="5254825"/>
              <a:ext cx="620640" cy="124920"/>
            </p14:xfrm>
          </p:contentPart>
        </mc:Choice>
        <mc:Fallback xmlns="">
          <p:pic>
            <p:nvPicPr>
              <p:cNvPr id="1189" name="Cerneală 1188">
                <a:extLst>
                  <a:ext uri="{FF2B5EF4-FFF2-40B4-BE49-F238E27FC236}">
                    <a16:creationId xmlns:a16="http://schemas.microsoft.com/office/drawing/2014/main" id="{7DD28C6A-805F-4DAE-8DD0-5590EA326C3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854229" y="5237185"/>
                <a:ext cx="65628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197" name="Cerneală 1196">
                <a:extLst>
                  <a:ext uri="{FF2B5EF4-FFF2-40B4-BE49-F238E27FC236}">
                    <a16:creationId xmlns:a16="http://schemas.microsoft.com/office/drawing/2014/main" id="{90FA3F1F-EBB9-4D42-AA5D-B06D87F92725}"/>
                  </a:ext>
                </a:extLst>
              </p14:cNvPr>
              <p14:cNvContentPartPr/>
              <p14:nvPr/>
            </p14:nvContentPartPr>
            <p14:xfrm>
              <a:off x="8997669" y="4899145"/>
              <a:ext cx="951120" cy="360000"/>
            </p14:xfrm>
          </p:contentPart>
        </mc:Choice>
        <mc:Fallback xmlns="">
          <p:pic>
            <p:nvPicPr>
              <p:cNvPr id="1197" name="Cerneală 1196">
                <a:extLst>
                  <a:ext uri="{FF2B5EF4-FFF2-40B4-BE49-F238E27FC236}">
                    <a16:creationId xmlns:a16="http://schemas.microsoft.com/office/drawing/2014/main" id="{90FA3F1F-EBB9-4D42-AA5D-B06D87F9272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979669" y="4881145"/>
                <a:ext cx="98676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198" name="Cerneală 1197">
                <a:extLst>
                  <a:ext uri="{FF2B5EF4-FFF2-40B4-BE49-F238E27FC236}">
                    <a16:creationId xmlns:a16="http://schemas.microsoft.com/office/drawing/2014/main" id="{D7BF945D-92A8-47F6-8908-3877B26B9479}"/>
                  </a:ext>
                </a:extLst>
              </p14:cNvPr>
              <p14:cNvContentPartPr/>
              <p14:nvPr/>
            </p14:nvContentPartPr>
            <p14:xfrm>
              <a:off x="7844229" y="5024425"/>
              <a:ext cx="729720" cy="305640"/>
            </p14:xfrm>
          </p:contentPart>
        </mc:Choice>
        <mc:Fallback xmlns="">
          <p:pic>
            <p:nvPicPr>
              <p:cNvPr id="1198" name="Cerneală 1197">
                <a:extLst>
                  <a:ext uri="{FF2B5EF4-FFF2-40B4-BE49-F238E27FC236}">
                    <a16:creationId xmlns:a16="http://schemas.microsoft.com/office/drawing/2014/main" id="{D7BF945D-92A8-47F6-8908-3877B26B947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826229" y="5006425"/>
                <a:ext cx="76536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199" name="Cerneală 1198">
                <a:extLst>
                  <a:ext uri="{FF2B5EF4-FFF2-40B4-BE49-F238E27FC236}">
                    <a16:creationId xmlns:a16="http://schemas.microsoft.com/office/drawing/2014/main" id="{C400E32E-6041-4AF4-A420-5E2779B2557F}"/>
                  </a:ext>
                </a:extLst>
              </p14:cNvPr>
              <p14:cNvContentPartPr/>
              <p14:nvPr/>
            </p14:nvContentPartPr>
            <p14:xfrm>
              <a:off x="10325709" y="4901665"/>
              <a:ext cx="332640" cy="266760"/>
            </p14:xfrm>
          </p:contentPart>
        </mc:Choice>
        <mc:Fallback xmlns="">
          <p:pic>
            <p:nvPicPr>
              <p:cNvPr id="1199" name="Cerneală 1198">
                <a:extLst>
                  <a:ext uri="{FF2B5EF4-FFF2-40B4-BE49-F238E27FC236}">
                    <a16:creationId xmlns:a16="http://schemas.microsoft.com/office/drawing/2014/main" id="{C400E32E-6041-4AF4-A420-5E2779B2557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307709" y="4884025"/>
                <a:ext cx="36828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200" name="Cerneală 1199">
                <a:extLst>
                  <a:ext uri="{FF2B5EF4-FFF2-40B4-BE49-F238E27FC236}">
                    <a16:creationId xmlns:a16="http://schemas.microsoft.com/office/drawing/2014/main" id="{02BCA2C3-F479-4381-A69E-9858013FA74A}"/>
                  </a:ext>
                </a:extLst>
              </p14:cNvPr>
              <p14:cNvContentPartPr/>
              <p14:nvPr/>
            </p14:nvContentPartPr>
            <p14:xfrm>
              <a:off x="11071629" y="4995265"/>
              <a:ext cx="354960" cy="126360"/>
            </p14:xfrm>
          </p:contentPart>
        </mc:Choice>
        <mc:Fallback xmlns="">
          <p:pic>
            <p:nvPicPr>
              <p:cNvPr id="1200" name="Cerneală 1199">
                <a:extLst>
                  <a:ext uri="{FF2B5EF4-FFF2-40B4-BE49-F238E27FC236}">
                    <a16:creationId xmlns:a16="http://schemas.microsoft.com/office/drawing/2014/main" id="{02BCA2C3-F479-4381-A69E-9858013FA74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053989" y="4977625"/>
                <a:ext cx="39060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216" name="Cerneală 1215">
                <a:extLst>
                  <a:ext uri="{FF2B5EF4-FFF2-40B4-BE49-F238E27FC236}">
                    <a16:creationId xmlns:a16="http://schemas.microsoft.com/office/drawing/2014/main" id="{30D85A61-CDD4-40C7-9BDD-1CD9D3347E93}"/>
                  </a:ext>
                </a:extLst>
              </p14:cNvPr>
              <p14:cNvContentPartPr/>
              <p14:nvPr/>
            </p14:nvContentPartPr>
            <p14:xfrm>
              <a:off x="5530509" y="5134945"/>
              <a:ext cx="86040" cy="475920"/>
            </p14:xfrm>
          </p:contentPart>
        </mc:Choice>
        <mc:Fallback xmlns="">
          <p:pic>
            <p:nvPicPr>
              <p:cNvPr id="1216" name="Cerneală 1215">
                <a:extLst>
                  <a:ext uri="{FF2B5EF4-FFF2-40B4-BE49-F238E27FC236}">
                    <a16:creationId xmlns:a16="http://schemas.microsoft.com/office/drawing/2014/main" id="{30D85A61-CDD4-40C7-9BDD-1CD9D3347E9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512509" y="5116945"/>
                <a:ext cx="121680" cy="51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217" name="Cerneală 1216">
                <a:extLst>
                  <a:ext uri="{FF2B5EF4-FFF2-40B4-BE49-F238E27FC236}">
                    <a16:creationId xmlns:a16="http://schemas.microsoft.com/office/drawing/2014/main" id="{2005961B-C6CC-4126-9A05-66AE8B8E3A2D}"/>
                  </a:ext>
                </a:extLst>
              </p14:cNvPr>
              <p14:cNvContentPartPr/>
              <p14:nvPr/>
            </p14:nvContentPartPr>
            <p14:xfrm>
              <a:off x="10448469" y="5404585"/>
              <a:ext cx="1029960" cy="568440"/>
            </p14:xfrm>
          </p:contentPart>
        </mc:Choice>
        <mc:Fallback xmlns="">
          <p:pic>
            <p:nvPicPr>
              <p:cNvPr id="1217" name="Cerneală 1216">
                <a:extLst>
                  <a:ext uri="{FF2B5EF4-FFF2-40B4-BE49-F238E27FC236}">
                    <a16:creationId xmlns:a16="http://schemas.microsoft.com/office/drawing/2014/main" id="{2005961B-C6CC-4126-9A05-66AE8B8E3A2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430829" y="5386585"/>
                <a:ext cx="1065600" cy="60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218" name="Cerneală 1217">
                <a:extLst>
                  <a:ext uri="{FF2B5EF4-FFF2-40B4-BE49-F238E27FC236}">
                    <a16:creationId xmlns:a16="http://schemas.microsoft.com/office/drawing/2014/main" id="{4D4E27EA-9FE0-4552-85D8-8483AF02C4A8}"/>
                  </a:ext>
                </a:extLst>
              </p14:cNvPr>
              <p14:cNvContentPartPr/>
              <p14:nvPr/>
            </p14:nvContentPartPr>
            <p14:xfrm>
              <a:off x="8002989" y="5453545"/>
              <a:ext cx="1981080" cy="394560"/>
            </p14:xfrm>
          </p:contentPart>
        </mc:Choice>
        <mc:Fallback xmlns="">
          <p:pic>
            <p:nvPicPr>
              <p:cNvPr id="1218" name="Cerneală 1217">
                <a:extLst>
                  <a:ext uri="{FF2B5EF4-FFF2-40B4-BE49-F238E27FC236}">
                    <a16:creationId xmlns:a16="http://schemas.microsoft.com/office/drawing/2014/main" id="{4D4E27EA-9FE0-4552-85D8-8483AF02C4A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985346" y="5435545"/>
                <a:ext cx="2016726" cy="43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219" name="Cerneală 1218">
                <a:extLst>
                  <a:ext uri="{FF2B5EF4-FFF2-40B4-BE49-F238E27FC236}">
                    <a16:creationId xmlns:a16="http://schemas.microsoft.com/office/drawing/2014/main" id="{49A2C0E5-0FDD-402B-8BDE-DB53D5C5D1CA}"/>
                  </a:ext>
                </a:extLst>
              </p14:cNvPr>
              <p14:cNvContentPartPr/>
              <p14:nvPr/>
            </p14:nvContentPartPr>
            <p14:xfrm>
              <a:off x="7484949" y="5707345"/>
              <a:ext cx="347040" cy="401400"/>
            </p14:xfrm>
          </p:contentPart>
        </mc:Choice>
        <mc:Fallback xmlns="">
          <p:pic>
            <p:nvPicPr>
              <p:cNvPr id="1219" name="Cerneală 1218">
                <a:extLst>
                  <a:ext uri="{FF2B5EF4-FFF2-40B4-BE49-F238E27FC236}">
                    <a16:creationId xmlns:a16="http://schemas.microsoft.com/office/drawing/2014/main" id="{49A2C0E5-0FDD-402B-8BDE-DB53D5C5D1C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467309" y="5689705"/>
                <a:ext cx="382680" cy="43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220" name="Cerneală 1219">
                <a:extLst>
                  <a:ext uri="{FF2B5EF4-FFF2-40B4-BE49-F238E27FC236}">
                    <a16:creationId xmlns:a16="http://schemas.microsoft.com/office/drawing/2014/main" id="{AE93ADC3-88C8-488B-9655-4D5FB6407CE2}"/>
                  </a:ext>
                </a:extLst>
              </p14:cNvPr>
              <p14:cNvContentPartPr/>
              <p14:nvPr/>
            </p14:nvContentPartPr>
            <p14:xfrm>
              <a:off x="6025149" y="5757385"/>
              <a:ext cx="1063080" cy="180000"/>
            </p14:xfrm>
          </p:contentPart>
        </mc:Choice>
        <mc:Fallback xmlns="">
          <p:pic>
            <p:nvPicPr>
              <p:cNvPr id="1220" name="Cerneală 1219">
                <a:extLst>
                  <a:ext uri="{FF2B5EF4-FFF2-40B4-BE49-F238E27FC236}">
                    <a16:creationId xmlns:a16="http://schemas.microsoft.com/office/drawing/2014/main" id="{AE93ADC3-88C8-488B-9655-4D5FB6407CE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007503" y="5739385"/>
                <a:ext cx="1098732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236" name="Cerneală 1235">
                <a:extLst>
                  <a:ext uri="{FF2B5EF4-FFF2-40B4-BE49-F238E27FC236}">
                    <a16:creationId xmlns:a16="http://schemas.microsoft.com/office/drawing/2014/main" id="{3322F71E-947E-4009-8BCF-0466A77F7099}"/>
                  </a:ext>
                </a:extLst>
              </p14:cNvPr>
              <p14:cNvContentPartPr/>
              <p14:nvPr/>
            </p14:nvContentPartPr>
            <p14:xfrm>
              <a:off x="10163709" y="6096505"/>
              <a:ext cx="15120" cy="380880"/>
            </p14:xfrm>
          </p:contentPart>
        </mc:Choice>
        <mc:Fallback xmlns="">
          <p:pic>
            <p:nvPicPr>
              <p:cNvPr id="1236" name="Cerneală 1235">
                <a:extLst>
                  <a:ext uri="{FF2B5EF4-FFF2-40B4-BE49-F238E27FC236}">
                    <a16:creationId xmlns:a16="http://schemas.microsoft.com/office/drawing/2014/main" id="{3322F71E-947E-4009-8BCF-0466A77F709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146069" y="6078865"/>
                <a:ext cx="5076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237" name="Cerneală 1236">
                <a:extLst>
                  <a:ext uri="{FF2B5EF4-FFF2-40B4-BE49-F238E27FC236}">
                    <a16:creationId xmlns:a16="http://schemas.microsoft.com/office/drawing/2014/main" id="{4C2DAE4B-BE1A-4305-9AED-0194CA89570D}"/>
                  </a:ext>
                </a:extLst>
              </p14:cNvPr>
              <p14:cNvContentPartPr/>
              <p14:nvPr/>
            </p14:nvContentPartPr>
            <p14:xfrm>
              <a:off x="10019709" y="6550465"/>
              <a:ext cx="198360" cy="71640"/>
            </p14:xfrm>
          </p:contentPart>
        </mc:Choice>
        <mc:Fallback xmlns="">
          <p:pic>
            <p:nvPicPr>
              <p:cNvPr id="1237" name="Cerneală 1236">
                <a:extLst>
                  <a:ext uri="{FF2B5EF4-FFF2-40B4-BE49-F238E27FC236}">
                    <a16:creationId xmlns:a16="http://schemas.microsoft.com/office/drawing/2014/main" id="{4C2DAE4B-BE1A-4305-9AED-0194CA89570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001709" y="6532825"/>
                <a:ext cx="23400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238" name="Cerneală 1237">
                <a:extLst>
                  <a:ext uri="{FF2B5EF4-FFF2-40B4-BE49-F238E27FC236}">
                    <a16:creationId xmlns:a16="http://schemas.microsoft.com/office/drawing/2014/main" id="{102FFDC9-1A82-4F61-A78E-F17C2778609B}"/>
                  </a:ext>
                </a:extLst>
              </p14:cNvPr>
              <p14:cNvContentPartPr/>
              <p14:nvPr/>
            </p14:nvContentPartPr>
            <p14:xfrm>
              <a:off x="7969869" y="6202705"/>
              <a:ext cx="1866960" cy="331200"/>
            </p14:xfrm>
          </p:contentPart>
        </mc:Choice>
        <mc:Fallback xmlns="">
          <p:pic>
            <p:nvPicPr>
              <p:cNvPr id="1238" name="Cerneală 1237">
                <a:extLst>
                  <a:ext uri="{FF2B5EF4-FFF2-40B4-BE49-F238E27FC236}">
                    <a16:creationId xmlns:a16="http://schemas.microsoft.com/office/drawing/2014/main" id="{102FFDC9-1A82-4F61-A78E-F17C2778609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952226" y="6185065"/>
                <a:ext cx="1902607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239" name="Cerneală 1238">
                <a:extLst>
                  <a:ext uri="{FF2B5EF4-FFF2-40B4-BE49-F238E27FC236}">
                    <a16:creationId xmlns:a16="http://schemas.microsoft.com/office/drawing/2014/main" id="{F8457467-EB71-41FE-AC8F-DDA049ECED58}"/>
                  </a:ext>
                </a:extLst>
              </p14:cNvPr>
              <p14:cNvContentPartPr/>
              <p14:nvPr/>
            </p14:nvContentPartPr>
            <p14:xfrm>
              <a:off x="6684309" y="6245905"/>
              <a:ext cx="1117080" cy="285480"/>
            </p14:xfrm>
          </p:contentPart>
        </mc:Choice>
        <mc:Fallback xmlns="">
          <p:pic>
            <p:nvPicPr>
              <p:cNvPr id="1239" name="Cerneală 1238">
                <a:extLst>
                  <a:ext uri="{FF2B5EF4-FFF2-40B4-BE49-F238E27FC236}">
                    <a16:creationId xmlns:a16="http://schemas.microsoft.com/office/drawing/2014/main" id="{F8457467-EB71-41FE-AC8F-DDA049ECED5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666669" y="6227928"/>
                <a:ext cx="1152720" cy="3210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240" name="Cerneală 1239">
                <a:extLst>
                  <a:ext uri="{FF2B5EF4-FFF2-40B4-BE49-F238E27FC236}">
                    <a16:creationId xmlns:a16="http://schemas.microsoft.com/office/drawing/2014/main" id="{DF0F5068-6EDE-498B-8D2E-7CEA60D38E24}"/>
                  </a:ext>
                </a:extLst>
              </p14:cNvPr>
              <p14:cNvContentPartPr/>
              <p14:nvPr/>
            </p14:nvContentPartPr>
            <p14:xfrm>
              <a:off x="4799709" y="6259945"/>
              <a:ext cx="1284120" cy="333000"/>
            </p14:xfrm>
          </p:contentPart>
        </mc:Choice>
        <mc:Fallback xmlns="">
          <p:pic>
            <p:nvPicPr>
              <p:cNvPr id="1240" name="Cerneală 1239">
                <a:extLst>
                  <a:ext uri="{FF2B5EF4-FFF2-40B4-BE49-F238E27FC236}">
                    <a16:creationId xmlns:a16="http://schemas.microsoft.com/office/drawing/2014/main" id="{DF0F5068-6EDE-498B-8D2E-7CEA60D38E2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781709" y="6241945"/>
                <a:ext cx="1319760" cy="36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56098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665754" y="137196"/>
            <a:ext cx="2983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 err="1">
                <a:solidFill>
                  <a:srgbClr val="0000FF"/>
                </a:solidFill>
              </a:rPr>
              <a:t>Intrarile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en-US" sz="2800" b="1" dirty="0" err="1">
                <a:solidFill>
                  <a:srgbClr val="0000FF"/>
                </a:solidFill>
              </a:rPr>
              <a:t>asincrone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5A862414-AE70-4603-B60A-0D820B337AA7}"/>
                  </a:ext>
                </a:extLst>
              </p14:cNvPr>
              <p14:cNvContentPartPr/>
              <p14:nvPr/>
            </p14:nvContentPartPr>
            <p14:xfrm>
              <a:off x="355869" y="813145"/>
              <a:ext cx="112680" cy="720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5A862414-AE70-4603-B60A-0D820B337A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7869" y="795145"/>
                <a:ext cx="1483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F1C6291D-2860-4290-9328-0D95A5FF4D37}"/>
                  </a:ext>
                </a:extLst>
              </p14:cNvPr>
              <p14:cNvContentPartPr/>
              <p14:nvPr/>
            </p14:nvContentPartPr>
            <p14:xfrm>
              <a:off x="322029" y="1231825"/>
              <a:ext cx="667080" cy="1368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F1C6291D-2860-4290-9328-0D95A5FF4D3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4029" y="1213825"/>
                <a:ext cx="7027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51F912B1-F622-41CB-8085-B95C1A2B3B66}"/>
                  </a:ext>
                </a:extLst>
              </p14:cNvPr>
              <p14:cNvContentPartPr/>
              <p14:nvPr/>
            </p14:nvContentPartPr>
            <p14:xfrm>
              <a:off x="3019869" y="678145"/>
              <a:ext cx="146880" cy="3254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51F912B1-F622-41CB-8085-B95C1A2B3B6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01869" y="660505"/>
                <a:ext cx="18252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5AB22DF3-AB9E-42D0-96B2-D82C94BB834A}"/>
                  </a:ext>
                </a:extLst>
              </p14:cNvPr>
              <p14:cNvContentPartPr/>
              <p14:nvPr/>
            </p14:nvContentPartPr>
            <p14:xfrm>
              <a:off x="3715029" y="669865"/>
              <a:ext cx="165600" cy="48528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5AB22DF3-AB9E-42D0-96B2-D82C94BB834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97029" y="651865"/>
                <a:ext cx="201240" cy="52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E1EF8E59-8960-450D-AAE2-9C7D87585565}"/>
                  </a:ext>
                </a:extLst>
              </p14:cNvPr>
              <p14:cNvContentPartPr/>
              <p14:nvPr/>
            </p14:nvContentPartPr>
            <p14:xfrm>
              <a:off x="4542669" y="933385"/>
              <a:ext cx="360" cy="36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E1EF8E59-8960-450D-AAE2-9C7D8758556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525029" y="9153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1476AF08-67FC-49DB-AAF9-808E2514C3DB}"/>
                  </a:ext>
                </a:extLst>
              </p14:cNvPr>
              <p14:cNvContentPartPr/>
              <p14:nvPr/>
            </p14:nvContentPartPr>
            <p14:xfrm>
              <a:off x="4004109" y="745825"/>
              <a:ext cx="264600" cy="24228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1476AF08-67FC-49DB-AAF9-808E2514C3D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86109" y="727825"/>
                <a:ext cx="30024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853F6B8F-B2A9-4F69-A21C-52B70BB483A0}"/>
                  </a:ext>
                </a:extLst>
              </p14:cNvPr>
              <p14:cNvContentPartPr/>
              <p14:nvPr/>
            </p14:nvContentPartPr>
            <p14:xfrm>
              <a:off x="2078469" y="687865"/>
              <a:ext cx="828360" cy="3668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853F6B8F-B2A9-4F69-A21C-52B70BB483A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60829" y="669865"/>
                <a:ext cx="86400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18EBAA13-1862-4AB7-850A-42CB89D11AAC}"/>
                  </a:ext>
                </a:extLst>
              </p14:cNvPr>
              <p14:cNvContentPartPr/>
              <p14:nvPr/>
            </p14:nvContentPartPr>
            <p14:xfrm>
              <a:off x="1668069" y="760225"/>
              <a:ext cx="306720" cy="2980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18EBAA13-1862-4AB7-850A-42CB89D11AA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50429" y="742225"/>
                <a:ext cx="34236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AD2FC482-23A3-4331-8D30-6319382D68F2}"/>
                  </a:ext>
                </a:extLst>
              </p14:cNvPr>
              <p14:cNvContentPartPr/>
              <p14:nvPr/>
            </p14:nvContentPartPr>
            <p14:xfrm>
              <a:off x="989829" y="957505"/>
              <a:ext cx="98640" cy="18864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AD2FC482-23A3-4331-8D30-6319382D68F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72124" y="939865"/>
                <a:ext cx="134411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D5B93892-CB31-4BA8-94C5-D05417E6C350}"/>
                  </a:ext>
                </a:extLst>
              </p14:cNvPr>
              <p14:cNvContentPartPr/>
              <p14:nvPr/>
            </p14:nvContentPartPr>
            <p14:xfrm>
              <a:off x="355869" y="873985"/>
              <a:ext cx="375840" cy="21564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D5B93892-CB31-4BA8-94C5-D05417E6C35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7869" y="856345"/>
                <a:ext cx="41148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1" name="Cerneală 1040">
                <a:extLst>
                  <a:ext uri="{FF2B5EF4-FFF2-40B4-BE49-F238E27FC236}">
                    <a16:creationId xmlns:a16="http://schemas.microsoft.com/office/drawing/2014/main" id="{DB57C7DD-CB39-4970-9C63-F376EA826073}"/>
                  </a:ext>
                </a:extLst>
              </p14:cNvPr>
              <p14:cNvContentPartPr/>
              <p14:nvPr/>
            </p14:nvContentPartPr>
            <p14:xfrm>
              <a:off x="558189" y="1610905"/>
              <a:ext cx="2631960" cy="3057480"/>
            </p14:xfrm>
          </p:contentPart>
        </mc:Choice>
        <mc:Fallback xmlns="">
          <p:pic>
            <p:nvPicPr>
              <p:cNvPr id="1041" name="Cerneală 1040">
                <a:extLst>
                  <a:ext uri="{FF2B5EF4-FFF2-40B4-BE49-F238E27FC236}">
                    <a16:creationId xmlns:a16="http://schemas.microsoft.com/office/drawing/2014/main" id="{DB57C7DD-CB39-4970-9C63-F376EA82607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40189" y="1593265"/>
                <a:ext cx="2667600" cy="30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01" name="Cerneală 1300">
                <a:extLst>
                  <a:ext uri="{FF2B5EF4-FFF2-40B4-BE49-F238E27FC236}">
                    <a16:creationId xmlns:a16="http://schemas.microsoft.com/office/drawing/2014/main" id="{C2872510-D22B-4321-AD7C-1900CC31C50A}"/>
                  </a:ext>
                </a:extLst>
              </p14:cNvPr>
              <p14:cNvContentPartPr/>
              <p14:nvPr/>
            </p14:nvContentPartPr>
            <p14:xfrm>
              <a:off x="2140389" y="228635"/>
              <a:ext cx="9823629" cy="6535080"/>
            </p14:xfrm>
          </p:contentPart>
        </mc:Choice>
        <mc:Fallback xmlns="">
          <p:pic>
            <p:nvPicPr>
              <p:cNvPr id="1301" name="Cerneală 1300">
                <a:extLst>
                  <a:ext uri="{FF2B5EF4-FFF2-40B4-BE49-F238E27FC236}">
                    <a16:creationId xmlns:a16="http://schemas.microsoft.com/office/drawing/2014/main" id="{C2872510-D22B-4321-AD7C-1900CC31C50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122748" y="210995"/>
                <a:ext cx="9859270" cy="657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7056821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4167</TotalTime>
  <Words>1031</Words>
  <Application>Microsoft Office PowerPoint</Application>
  <PresentationFormat>Ecran lat</PresentationFormat>
  <Paragraphs>125</Paragraphs>
  <Slides>34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7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34</vt:i4>
      </vt:variant>
    </vt:vector>
  </HeadingPairs>
  <TitlesOfParts>
    <vt:vector size="42" baseType="lpstr">
      <vt:lpstr>Arial</vt:lpstr>
      <vt:lpstr>Calibri</vt:lpstr>
      <vt:lpstr>Calibri Light</vt:lpstr>
      <vt:lpstr>Symbol</vt:lpstr>
      <vt:lpstr>Tahoma</vt:lpstr>
      <vt:lpstr>Times New Roman</vt:lpstr>
      <vt:lpstr>Wingdings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239</cp:revision>
  <dcterms:created xsi:type="dcterms:W3CDTF">2020-09-24T15:20:51Z</dcterms:created>
  <dcterms:modified xsi:type="dcterms:W3CDTF">2024-11-03T04:43:20Z</dcterms:modified>
</cp:coreProperties>
</file>