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ppt/ink/ink26.xml" ContentType="application/inkml+xml"/>
  <Override PartName="/ppt/ink/ink27.xml" ContentType="application/inkml+xml"/>
  <Override PartName="/ppt/ink/ink28.xml" ContentType="application/inkml+xml"/>
  <Override PartName="/ppt/ink/ink29.xml" ContentType="application/inkml+xml"/>
  <Override PartName="/ppt/ink/ink30.xml" ContentType="application/inkml+xml"/>
  <Override PartName="/ppt/ink/ink31.xml" ContentType="application/inkml+xml"/>
  <Override PartName="/ppt/ink/ink32.xml" ContentType="application/inkml+xml"/>
  <Override PartName="/ppt/ink/ink33.xml" ContentType="application/inkml+xml"/>
  <Override PartName="/ppt/ink/ink34.xml" ContentType="application/inkml+xml"/>
  <Override PartName="/ppt/ink/ink35.xml" ContentType="application/inkml+xml"/>
  <Override PartName="/ppt/ink/ink36.xml" ContentType="application/inkml+xml"/>
  <Override PartName="/ppt/ink/ink37.xml" ContentType="application/inkml+xml"/>
  <Override PartName="/ppt/ink/ink38.xml" ContentType="application/inkml+xml"/>
  <Override PartName="/ppt/ink/ink39.xml" ContentType="application/inkml+xml"/>
  <Override PartName="/ppt/ink/ink40.xml" ContentType="application/inkml+xml"/>
  <Override PartName="/ppt/ink/ink41.xml" ContentType="application/inkml+xml"/>
  <Override PartName="/ppt/ink/ink42.xml" ContentType="application/inkml+xml"/>
  <Override PartName="/ppt/ink/ink43.xml" ContentType="application/inkml+xml"/>
  <Override PartName="/ppt/ink/ink44.xml" ContentType="application/inkml+xml"/>
  <Override PartName="/ppt/ink/ink45.xml" ContentType="application/inkml+xml"/>
  <Override PartName="/ppt/ink/ink46.xml" ContentType="application/inkml+xml"/>
  <Override PartName="/ppt/ink/ink47.xml" ContentType="application/inkml+xml"/>
  <Override PartName="/ppt/ink/ink48.xml" ContentType="application/inkml+xml"/>
  <Override PartName="/ppt/ink/ink49.xml" ContentType="application/inkml+xml"/>
  <Override PartName="/ppt/ink/ink50.xml" ContentType="application/inkml+xml"/>
  <Override PartName="/ppt/ink/ink51.xml" ContentType="application/inkml+xml"/>
  <Override PartName="/ppt/ink/ink52.xml" ContentType="application/inkml+xml"/>
  <Override PartName="/ppt/ink/ink53.xml" ContentType="application/inkml+xml"/>
  <Override PartName="/ppt/ink/ink54.xml" ContentType="application/inkml+xml"/>
  <Override PartName="/ppt/ink/ink55.xml" ContentType="application/inkml+xml"/>
  <Override PartName="/ppt/ink/ink56.xml" ContentType="application/inkml+xml"/>
  <Override PartName="/ppt/ink/ink57.xml" ContentType="application/inkml+xml"/>
  <Override PartName="/ppt/ink/ink58.xml" ContentType="application/inkml+xml"/>
  <Override PartName="/ppt/ink/ink59.xml" ContentType="application/inkml+xml"/>
  <Override PartName="/ppt/ink/ink60.xml" ContentType="application/inkml+xml"/>
  <Override PartName="/ppt/ink/ink61.xml" ContentType="application/inkml+xml"/>
  <Override PartName="/ppt/ink/ink62.xml" ContentType="application/inkml+xml"/>
  <Override PartName="/ppt/ink/ink63.xml" ContentType="application/inkml+xml"/>
  <Override PartName="/ppt/ink/ink64.xml" ContentType="application/inkml+xml"/>
  <Override PartName="/ppt/ink/ink65.xml" ContentType="application/inkml+xml"/>
  <Override PartName="/ppt/ink/ink66.xml" ContentType="application/inkml+xml"/>
  <Override PartName="/ppt/ink/ink67.xml" ContentType="application/inkml+xml"/>
  <Override PartName="/ppt/ink/ink68.xml" ContentType="application/inkml+xml"/>
  <Override PartName="/ppt/ink/ink69.xml" ContentType="application/inkml+xml"/>
  <Override PartName="/ppt/ink/ink70.xml" ContentType="application/inkml+xml"/>
  <Override PartName="/ppt/ink/ink71.xml" ContentType="application/inkml+xml"/>
  <Override PartName="/ppt/ink/ink72.xml" ContentType="application/inkml+xml"/>
  <Override PartName="/ppt/ink/ink73.xml" ContentType="application/inkml+xml"/>
  <Override PartName="/ppt/ink/ink74.xml" ContentType="application/inkml+xml"/>
  <Override PartName="/ppt/ink/ink75.xml" ContentType="application/inkml+xml"/>
  <Override PartName="/ppt/ink/ink76.xml" ContentType="application/inkml+xml"/>
  <Override PartName="/ppt/ink/ink77.xml" ContentType="application/inkml+xml"/>
  <Override PartName="/ppt/ink/ink78.xml" ContentType="application/inkml+xml"/>
  <Override PartName="/ppt/ink/ink79.xml" ContentType="application/inkml+xml"/>
  <Override PartName="/ppt/ink/ink80.xml" ContentType="application/inkml+xml"/>
  <Override PartName="/ppt/ink/ink81.xml" ContentType="application/inkml+xml"/>
  <Override PartName="/ppt/ink/ink82.xml" ContentType="application/inkml+xml"/>
  <Override PartName="/ppt/ink/ink83.xml" ContentType="application/inkml+xml"/>
  <Override PartName="/ppt/ink/ink84.xml" ContentType="application/inkml+xml"/>
  <Override PartName="/ppt/ink/ink85.xml" ContentType="application/inkml+xml"/>
  <Override PartName="/ppt/ink/ink86.xml" ContentType="application/inkml+xml"/>
  <Override PartName="/ppt/ink/ink87.xml" ContentType="application/inkml+xml"/>
  <Override PartName="/ppt/ink/ink88.xml" ContentType="application/inkml+xml"/>
  <Override PartName="/ppt/ink/ink89.xml" ContentType="application/inkml+xml"/>
  <Override PartName="/ppt/ink/ink90.xml" ContentType="application/inkml+xml"/>
  <Override PartName="/ppt/ink/ink91.xml" ContentType="application/inkml+xml"/>
  <Override PartName="/ppt/ink/ink92.xml" ContentType="application/inkml+xml"/>
  <Override PartName="/ppt/ink/ink93.xml" ContentType="application/inkml+xml"/>
  <Override PartName="/ppt/ink/ink94.xml" ContentType="application/inkml+xml"/>
  <Override PartName="/ppt/ink/ink95.xml" ContentType="application/inkml+xml"/>
  <Override PartName="/ppt/ink/ink96.xml" ContentType="application/inkml+xml"/>
  <Override PartName="/ppt/ink/ink97.xml" ContentType="application/inkml+xml"/>
  <Override PartName="/ppt/ink/ink98.xml" ContentType="application/inkml+xml"/>
  <Override PartName="/ppt/ink/ink99.xml" ContentType="application/inkml+xml"/>
  <Override PartName="/ppt/ink/ink100.xml" ContentType="application/inkml+xml"/>
  <Override PartName="/ppt/ink/ink101.xml" ContentType="application/inkml+xml"/>
  <Override PartName="/ppt/ink/ink102.xml" ContentType="application/inkml+xml"/>
  <Override PartName="/ppt/ink/ink103.xml" ContentType="application/inkml+xml"/>
  <Override PartName="/ppt/ink/ink104.xml" ContentType="application/inkml+xml"/>
  <Override PartName="/ppt/ink/ink105.xml" ContentType="application/inkml+xml"/>
  <Override PartName="/ppt/ink/ink106.xml" ContentType="application/inkml+xml"/>
  <Override PartName="/ppt/ink/ink107.xml" ContentType="application/inkml+xml"/>
  <Override PartName="/ppt/ink/ink108.xml" ContentType="application/inkml+xml"/>
  <Override PartName="/ppt/ink/ink109.xml" ContentType="application/inkml+xml"/>
  <Override PartName="/ppt/ink/ink110.xml" ContentType="application/inkml+xml"/>
  <Override PartName="/ppt/ink/ink111.xml" ContentType="application/inkml+xml"/>
  <Override PartName="/ppt/ink/ink112.xml" ContentType="application/inkml+xml"/>
  <Override PartName="/ppt/ink/ink113.xml" ContentType="application/inkml+xml"/>
  <Override PartName="/ppt/ink/ink114.xml" ContentType="application/inkml+xml"/>
  <Override PartName="/ppt/ink/ink115.xml" ContentType="application/inkml+xml"/>
  <Override PartName="/ppt/ink/ink116.xml" ContentType="application/inkml+xml"/>
  <Override PartName="/ppt/ink/ink117.xml" ContentType="application/inkml+xml"/>
  <Override PartName="/ppt/ink/ink118.xml" ContentType="application/inkml+xml"/>
  <Override PartName="/ppt/ink/ink119.xml" ContentType="application/inkml+xml"/>
  <Override PartName="/ppt/ink/ink120.xml" ContentType="application/inkml+xml"/>
  <Override PartName="/ppt/ink/ink121.xml" ContentType="application/inkml+xml"/>
  <Override PartName="/ppt/ink/ink122.xml" ContentType="application/inkml+xml"/>
  <Override PartName="/ppt/ink/ink123.xml" ContentType="application/inkml+xml"/>
  <Override PartName="/ppt/ink/ink124.xml" ContentType="application/inkml+xml"/>
  <Override PartName="/ppt/ink/ink125.xml" ContentType="application/inkml+xml"/>
  <Override PartName="/ppt/ink/ink126.xml" ContentType="application/inkml+xml"/>
  <Override PartName="/ppt/ink/ink127.xml" ContentType="application/inkml+xml"/>
  <Override PartName="/ppt/ink/ink128.xml" ContentType="application/inkml+xml"/>
  <Override PartName="/ppt/ink/ink129.xml" ContentType="application/inkml+xml"/>
  <Override PartName="/ppt/ink/ink130.xml" ContentType="application/inkml+xml"/>
  <Override PartName="/ppt/ink/ink131.xml" ContentType="application/inkml+xml"/>
  <Override PartName="/ppt/ink/ink132.xml" ContentType="application/inkml+xml"/>
  <Override PartName="/ppt/ink/ink133.xml" ContentType="application/inkml+xml"/>
  <Override PartName="/ppt/ink/ink134.xml" ContentType="application/inkml+xml"/>
  <Override PartName="/ppt/ink/ink135.xml" ContentType="application/inkml+xml"/>
  <Override PartName="/ppt/ink/ink136.xml" ContentType="application/inkml+xml"/>
  <Override PartName="/ppt/ink/ink137.xml" ContentType="application/inkml+xml"/>
  <Override PartName="/ppt/ink/ink138.xml" ContentType="application/inkml+xml"/>
  <Override PartName="/ppt/ink/ink139.xml" ContentType="application/inkml+xml"/>
  <Override PartName="/ppt/ink/ink140.xml" ContentType="application/inkml+xml"/>
  <Override PartName="/ppt/ink/ink141.xml" ContentType="application/inkml+xml"/>
  <Override PartName="/ppt/ink/ink142.xml" ContentType="application/inkml+xml"/>
  <Override PartName="/ppt/ink/ink143.xml" ContentType="application/inkml+xml"/>
  <Override PartName="/ppt/ink/ink144.xml" ContentType="application/inkml+xml"/>
  <Override PartName="/ppt/ink/ink145.xml" ContentType="application/inkml+xml"/>
  <Override PartName="/ppt/ink/ink146.xml" ContentType="application/inkml+xml"/>
  <Override PartName="/ppt/ink/ink147.xml" ContentType="application/inkml+xml"/>
  <Override PartName="/ppt/ink/ink148.xml" ContentType="application/inkml+xml"/>
  <Override PartName="/ppt/ink/ink149.xml" ContentType="application/inkml+xml"/>
  <Override PartName="/ppt/ink/ink150.xml" ContentType="application/inkml+xml"/>
  <Override PartName="/ppt/ink/ink151.xml" ContentType="application/inkml+xml"/>
  <Override PartName="/ppt/ink/ink152.xml" ContentType="application/inkml+xml"/>
  <Override PartName="/ppt/ink/ink153.xml" ContentType="application/inkml+xml"/>
  <Override PartName="/ppt/ink/ink154.xml" ContentType="application/inkml+xml"/>
  <Override PartName="/ppt/ink/ink155.xml" ContentType="application/inkml+xml"/>
  <Override PartName="/ppt/ink/ink156.xml" ContentType="application/inkml+xml"/>
  <Override PartName="/ppt/ink/ink157.xml" ContentType="application/inkml+xml"/>
  <Override PartName="/ppt/ink/ink158.xml" ContentType="application/inkml+xml"/>
  <Override PartName="/ppt/ink/ink159.xml" ContentType="application/inkml+xml"/>
  <Override PartName="/ppt/ink/ink160.xml" ContentType="application/inkml+xml"/>
  <Override PartName="/ppt/ink/ink161.xml" ContentType="application/inkml+xml"/>
  <Override PartName="/ppt/ink/ink162.xml" ContentType="application/inkml+xml"/>
  <Override PartName="/ppt/ink/ink163.xml" ContentType="application/inkml+xml"/>
  <Override PartName="/ppt/ink/ink164.xml" ContentType="application/inkml+xml"/>
  <Override PartName="/ppt/ink/ink165.xml" ContentType="application/inkml+xml"/>
  <Override PartName="/ppt/ink/ink166.xml" ContentType="application/inkml+xml"/>
  <Override PartName="/ppt/ink/ink167.xml" ContentType="application/inkml+xml"/>
  <Override PartName="/ppt/ink/ink168.xml" ContentType="application/inkml+xml"/>
  <Override PartName="/ppt/ink/ink169.xml" ContentType="application/inkml+xml"/>
  <Override PartName="/ppt/ink/ink170.xml" ContentType="application/inkml+xml"/>
  <Override PartName="/ppt/ink/ink171.xml" ContentType="application/inkml+xml"/>
  <Override PartName="/ppt/ink/ink172.xml" ContentType="application/inkml+xml"/>
  <Override PartName="/ppt/ink/ink173.xml" ContentType="application/inkml+xml"/>
  <Override PartName="/ppt/ink/ink174.xml" ContentType="application/inkml+xml"/>
  <Override PartName="/ppt/ink/ink175.xml" ContentType="application/inkml+xml"/>
  <Override PartName="/ppt/ink/ink176.xml" ContentType="application/inkml+xml"/>
  <Override PartName="/ppt/ink/ink177.xml" ContentType="application/inkml+xml"/>
  <Override PartName="/ppt/ink/ink178.xml" ContentType="application/inkml+xml"/>
  <Override PartName="/ppt/ink/ink179.xml" ContentType="application/inkml+xml"/>
  <Override PartName="/ppt/ink/ink180.xml" ContentType="application/inkml+xml"/>
  <Override PartName="/ppt/ink/ink181.xml" ContentType="application/inkml+xml"/>
  <Override PartName="/ppt/ink/ink182.xml" ContentType="application/inkml+xml"/>
  <Override PartName="/ppt/ink/ink183.xml" ContentType="application/inkml+xml"/>
  <Override PartName="/ppt/ink/ink184.xml" ContentType="application/inkml+xml"/>
  <Override PartName="/ppt/ink/ink185.xml" ContentType="application/inkml+xml"/>
  <Override PartName="/ppt/ink/ink186.xml" ContentType="application/inkml+xml"/>
  <Override PartName="/ppt/ink/ink187.xml" ContentType="application/inkml+xml"/>
  <Override PartName="/ppt/ink/ink188.xml" ContentType="application/inkml+xml"/>
  <Override PartName="/ppt/ink/ink189.xml" ContentType="application/inkml+xml"/>
  <Override PartName="/ppt/ink/ink190.xml" ContentType="application/inkml+xml"/>
  <Override PartName="/ppt/ink/ink191.xml" ContentType="application/inkml+xml"/>
  <Override PartName="/ppt/ink/ink192.xml" ContentType="application/inkml+xml"/>
  <Override PartName="/ppt/ink/ink193.xml" ContentType="application/inkml+xml"/>
  <Override PartName="/ppt/ink/ink194.xml" ContentType="application/inkml+xml"/>
  <Override PartName="/ppt/ink/ink195.xml" ContentType="application/inkml+xml"/>
  <Override PartName="/ppt/ink/ink196.xml" ContentType="application/inkml+xml"/>
  <Override PartName="/ppt/ink/ink197.xml" ContentType="application/inkml+xml"/>
  <Override PartName="/ppt/ink/ink198.xml" ContentType="application/inkml+xml"/>
  <Override PartName="/ppt/ink/ink199.xml" ContentType="application/inkml+xml"/>
  <Override PartName="/ppt/ink/ink200.xml" ContentType="application/inkml+xml"/>
  <Override PartName="/ppt/ink/ink201.xml" ContentType="application/inkml+xml"/>
  <Override PartName="/ppt/ink/ink202.xml" ContentType="application/inkml+xml"/>
  <Override PartName="/ppt/ink/ink203.xml" ContentType="application/inkml+xml"/>
  <Override PartName="/ppt/ink/ink204.xml" ContentType="application/inkml+xml"/>
  <Override PartName="/ppt/ink/ink205.xml" ContentType="application/inkml+xml"/>
  <Override PartName="/ppt/ink/ink206.xml" ContentType="application/inkml+xml"/>
  <Override PartName="/ppt/ink/ink207.xml" ContentType="application/inkml+xml"/>
  <Override PartName="/ppt/ink/ink208.xml" ContentType="application/inkml+xml"/>
  <Override PartName="/ppt/ink/ink209.xml" ContentType="application/inkml+xml"/>
  <Override PartName="/ppt/ink/ink210.xml" ContentType="application/inkml+xml"/>
  <Override PartName="/ppt/ink/ink211.xml" ContentType="application/inkml+xml"/>
  <Override PartName="/ppt/ink/ink212.xml" ContentType="application/inkml+xml"/>
  <Override PartName="/ppt/ink/ink213.xml" ContentType="application/inkml+xml"/>
  <Override PartName="/ppt/ink/ink214.xml" ContentType="application/inkml+xml"/>
  <Override PartName="/ppt/ink/ink215.xml" ContentType="application/inkml+xml"/>
  <Override PartName="/ppt/ink/ink216.xml" ContentType="application/inkml+xml"/>
  <Override PartName="/ppt/ink/ink217.xml" ContentType="application/inkml+xml"/>
  <Override PartName="/ppt/ink/ink218.xml" ContentType="application/inkml+xml"/>
  <Override PartName="/ppt/ink/ink219.xml" ContentType="application/inkml+xml"/>
  <Override PartName="/ppt/ink/ink220.xml" ContentType="application/inkml+xml"/>
  <Override PartName="/ppt/ink/ink221.xml" ContentType="application/inkml+xml"/>
  <Override PartName="/ppt/ink/ink222.xml" ContentType="application/inkml+xml"/>
  <Override PartName="/ppt/ink/ink223.xml" ContentType="application/inkml+xml"/>
  <Override PartName="/ppt/ink/ink224.xml" ContentType="application/inkml+xml"/>
  <Override PartName="/ppt/ink/ink225.xml" ContentType="application/inkml+xml"/>
  <Override PartName="/ppt/ink/ink226.xml" ContentType="application/inkml+xml"/>
  <Override PartName="/ppt/ink/ink227.xml" ContentType="application/inkml+xml"/>
  <Override PartName="/ppt/ink/ink228.xml" ContentType="application/inkml+xml"/>
  <Override PartName="/ppt/ink/ink229.xml" ContentType="application/inkml+xml"/>
  <Override PartName="/ppt/ink/ink230.xml" ContentType="application/inkml+xml"/>
  <Override PartName="/ppt/ink/ink231.xml" ContentType="application/inkml+xml"/>
  <Override PartName="/ppt/ink/ink232.xml" ContentType="application/inkml+xml"/>
  <Override PartName="/ppt/ink/ink233.xml" ContentType="application/inkml+xml"/>
  <Override PartName="/ppt/ink/ink234.xml" ContentType="application/inkml+xml"/>
  <Override PartName="/ppt/ink/ink235.xml" ContentType="application/inkml+xml"/>
  <Override PartName="/ppt/ink/ink236.xml" ContentType="application/inkml+xml"/>
  <Override PartName="/ppt/ink/ink237.xml" ContentType="application/inkml+xml"/>
  <Override PartName="/ppt/ink/ink238.xml" ContentType="application/inkml+xml"/>
  <Override PartName="/ppt/ink/ink239.xml" ContentType="application/inkml+xml"/>
  <Override PartName="/ppt/ink/ink240.xml" ContentType="application/inkml+xml"/>
  <Override PartName="/ppt/ink/ink241.xml" ContentType="application/inkml+xml"/>
  <Override PartName="/ppt/ink/ink242.xml" ContentType="application/inkml+xml"/>
  <Override PartName="/ppt/ink/ink243.xml" ContentType="application/inkml+xml"/>
  <Override PartName="/ppt/ink/ink244.xml" ContentType="application/inkml+xml"/>
  <Override PartName="/ppt/ink/ink245.xml" ContentType="application/inkml+xml"/>
  <Override PartName="/ppt/ink/ink246.xml" ContentType="application/inkml+xml"/>
  <Override PartName="/ppt/ink/ink247.xml" ContentType="application/inkml+xml"/>
  <Override PartName="/ppt/ink/ink248.xml" ContentType="application/inkml+xml"/>
  <Override PartName="/ppt/ink/ink249.xml" ContentType="application/inkml+xml"/>
  <Override PartName="/ppt/ink/ink250.xml" ContentType="application/inkml+xml"/>
  <Override PartName="/ppt/ink/ink251.xml" ContentType="application/inkml+xml"/>
  <Override PartName="/ppt/ink/ink252.xml" ContentType="application/inkml+xml"/>
  <Override PartName="/ppt/ink/ink253.xml" ContentType="application/inkml+xml"/>
  <Override PartName="/ppt/ink/ink254.xml" ContentType="application/inkml+xml"/>
  <Override PartName="/ppt/ink/ink255.xml" ContentType="application/inkml+xml"/>
  <Override PartName="/ppt/ink/ink256.xml" ContentType="application/inkml+xml"/>
  <Override PartName="/ppt/ink/ink257.xml" ContentType="application/inkml+xml"/>
  <Override PartName="/ppt/ink/ink258.xml" ContentType="application/inkml+xml"/>
  <Override PartName="/ppt/ink/ink259.xml" ContentType="application/inkml+xml"/>
  <Override PartName="/ppt/ink/ink260.xml" ContentType="application/inkml+xml"/>
  <Override PartName="/ppt/ink/ink261.xml" ContentType="application/inkml+xml"/>
  <Override PartName="/ppt/ink/ink262.xml" ContentType="application/inkml+xml"/>
  <Override PartName="/ppt/ink/ink263.xml" ContentType="application/inkml+xml"/>
  <Override PartName="/ppt/ink/ink264.xml" ContentType="application/inkml+xml"/>
  <Override PartName="/ppt/ink/ink265.xml" ContentType="application/inkml+xml"/>
  <Override PartName="/ppt/ink/ink266.xml" ContentType="application/inkml+xml"/>
  <Override PartName="/ppt/ink/ink267.xml" ContentType="application/inkml+xml"/>
  <Override PartName="/ppt/ink/ink268.xml" ContentType="application/inkml+xml"/>
  <Override PartName="/ppt/ink/ink269.xml" ContentType="application/inkml+xml"/>
  <Override PartName="/ppt/ink/ink270.xml" ContentType="application/inkml+xml"/>
  <Override PartName="/ppt/ink/ink271.xml" ContentType="application/inkml+xml"/>
  <Override PartName="/ppt/ink/ink272.xml" ContentType="application/inkml+xml"/>
  <Override PartName="/ppt/ink/ink273.xml" ContentType="application/inkml+xml"/>
  <Override PartName="/ppt/ink/ink274.xml" ContentType="application/inkml+xml"/>
  <Override PartName="/ppt/ink/ink275.xml" ContentType="application/inkml+xml"/>
  <Override PartName="/ppt/ink/ink276.xml" ContentType="application/inkml+xml"/>
  <Override PartName="/ppt/ink/ink277.xml" ContentType="application/inkml+xml"/>
  <Override PartName="/ppt/ink/ink278.xml" ContentType="application/inkml+xml"/>
  <Override PartName="/ppt/ink/ink279.xml" ContentType="application/inkml+xml"/>
  <Override PartName="/ppt/ink/ink280.xml" ContentType="application/inkml+xml"/>
  <Override PartName="/ppt/ink/ink281.xml" ContentType="application/inkml+xml"/>
  <Override PartName="/ppt/ink/ink282.xml" ContentType="application/inkml+xml"/>
  <Override PartName="/ppt/ink/ink283.xml" ContentType="application/inkml+xml"/>
  <Override PartName="/ppt/ink/ink284.xml" ContentType="application/inkml+xml"/>
  <Override PartName="/ppt/ink/ink285.xml" ContentType="application/inkml+xml"/>
  <Override PartName="/ppt/ink/ink286.xml" ContentType="application/inkml+xml"/>
  <Override PartName="/ppt/ink/ink287.xml" ContentType="application/inkml+xml"/>
  <Override PartName="/ppt/ink/ink288.xml" ContentType="application/inkml+xml"/>
  <Override PartName="/ppt/ink/ink289.xml" ContentType="application/inkml+xml"/>
  <Override PartName="/ppt/ink/ink290.xml" ContentType="application/inkml+xml"/>
  <Override PartName="/ppt/ink/ink291.xml" ContentType="application/inkml+xml"/>
  <Override PartName="/ppt/ink/ink292.xml" ContentType="application/inkml+xml"/>
  <Override PartName="/ppt/ink/ink293.xml" ContentType="application/inkml+xml"/>
  <Override PartName="/ppt/ink/ink294.xml" ContentType="application/inkml+xml"/>
  <Override PartName="/ppt/ink/ink295.xml" ContentType="application/inkml+xml"/>
  <Override PartName="/ppt/ink/ink296.xml" ContentType="application/inkml+xml"/>
  <Override PartName="/ppt/ink/ink297.xml" ContentType="application/inkml+xml"/>
  <Override PartName="/ppt/ink/ink298.xml" ContentType="application/inkml+xml"/>
  <Override PartName="/ppt/ink/ink299.xml" ContentType="application/inkml+xml"/>
  <Override PartName="/ppt/ink/ink300.xml" ContentType="application/inkml+xml"/>
  <Override PartName="/ppt/ink/ink301.xml" ContentType="application/inkml+xml"/>
  <Override PartName="/ppt/ink/ink302.xml" ContentType="application/inkml+xml"/>
  <Override PartName="/ppt/ink/ink303.xml" ContentType="application/inkml+xml"/>
  <Override PartName="/ppt/ink/ink304.xml" ContentType="application/inkml+xml"/>
  <Override PartName="/ppt/ink/ink305.xml" ContentType="application/inkml+xml"/>
  <Override PartName="/ppt/ink/ink306.xml" ContentType="application/inkml+xml"/>
  <Override PartName="/ppt/ink/ink307.xml" ContentType="application/inkml+xml"/>
  <Override PartName="/ppt/ink/ink308.xml" ContentType="application/inkml+xml"/>
  <Override PartName="/ppt/ink/ink309.xml" ContentType="application/inkml+xml"/>
  <Override PartName="/ppt/ink/ink310.xml" ContentType="application/inkml+xml"/>
  <Override PartName="/ppt/ink/ink311.xml" ContentType="application/inkml+xml"/>
  <Override PartName="/ppt/ink/ink312.xml" ContentType="application/inkml+xml"/>
  <Override PartName="/ppt/ink/ink313.xml" ContentType="application/inkml+xml"/>
  <Override PartName="/ppt/ink/ink314.xml" ContentType="application/inkml+xml"/>
  <Override PartName="/ppt/ink/ink315.xml" ContentType="application/inkml+xml"/>
  <Override PartName="/ppt/ink/ink316.xml" ContentType="application/inkml+xml"/>
  <Override PartName="/ppt/ink/ink317.xml" ContentType="application/inkml+xml"/>
  <Override PartName="/ppt/ink/ink318.xml" ContentType="application/inkml+xml"/>
  <Override PartName="/ppt/ink/ink319.xml" ContentType="application/inkml+xml"/>
  <Override PartName="/ppt/ink/ink320.xml" ContentType="application/inkml+xml"/>
  <Override PartName="/ppt/ink/ink321.xml" ContentType="application/inkml+xml"/>
  <Override PartName="/ppt/ink/ink322.xml" ContentType="application/inkml+xml"/>
  <Override PartName="/ppt/ink/ink323.xml" ContentType="application/inkml+xml"/>
  <Override PartName="/ppt/ink/ink324.xml" ContentType="application/inkml+xml"/>
  <Override PartName="/ppt/ink/ink325.xml" ContentType="application/inkml+xml"/>
  <Override PartName="/ppt/ink/ink326.xml" ContentType="application/inkml+xml"/>
  <Override PartName="/ppt/ink/ink327.xml" ContentType="application/inkml+xml"/>
  <Override PartName="/ppt/ink/ink328.xml" ContentType="application/inkml+xml"/>
  <Override PartName="/ppt/ink/ink329.xml" ContentType="application/inkml+xml"/>
  <Override PartName="/ppt/ink/ink330.xml" ContentType="application/inkml+xml"/>
  <Override PartName="/ppt/ink/ink331.xml" ContentType="application/inkml+xml"/>
  <Override PartName="/ppt/ink/ink332.xml" ContentType="application/inkml+xml"/>
  <Override PartName="/ppt/ink/ink333.xml" ContentType="application/inkml+xml"/>
  <Override PartName="/ppt/ink/ink334.xml" ContentType="application/inkml+xml"/>
  <Override PartName="/ppt/ink/ink335.xml" ContentType="application/inkml+xml"/>
  <Override PartName="/ppt/ink/ink336.xml" ContentType="application/inkml+xml"/>
  <Override PartName="/ppt/ink/ink337.xml" ContentType="application/inkml+xml"/>
  <Override PartName="/ppt/ink/ink338.xml" ContentType="application/inkml+xml"/>
  <Override PartName="/ppt/ink/ink339.xml" ContentType="application/inkml+xml"/>
  <Override PartName="/ppt/ink/ink340.xml" ContentType="application/inkml+xml"/>
  <Override PartName="/ppt/ink/ink341.xml" ContentType="application/inkml+xml"/>
  <Override PartName="/ppt/ink/ink342.xml" ContentType="application/inkml+xml"/>
  <Override PartName="/ppt/ink/ink343.xml" ContentType="application/inkml+xml"/>
  <Override PartName="/ppt/ink/ink344.xml" ContentType="application/inkml+xml"/>
  <Override PartName="/ppt/ink/ink345.xml" ContentType="application/inkml+xml"/>
  <Override PartName="/ppt/ink/ink346.xml" ContentType="application/inkml+xml"/>
  <Override PartName="/ppt/ink/ink347.xml" ContentType="application/inkml+xml"/>
  <Override PartName="/ppt/ink/ink348.xml" ContentType="application/inkml+xml"/>
  <Override PartName="/ppt/ink/ink349.xml" ContentType="application/inkml+xml"/>
  <Override PartName="/ppt/ink/ink350.xml" ContentType="application/inkml+xml"/>
  <Override PartName="/ppt/ink/ink351.xml" ContentType="application/inkml+xml"/>
  <Override PartName="/ppt/ink/ink352.xml" ContentType="application/inkml+xml"/>
  <Override PartName="/ppt/ink/ink353.xml" ContentType="application/inkml+xml"/>
  <Override PartName="/ppt/ink/ink354.xml" ContentType="application/inkml+xml"/>
  <Override PartName="/ppt/ink/ink355.xml" ContentType="application/inkml+xml"/>
  <Override PartName="/ppt/ink/ink356.xml" ContentType="application/inkml+xml"/>
  <Override PartName="/ppt/ink/ink357.xml" ContentType="application/inkml+xml"/>
  <Override PartName="/ppt/ink/ink358.xml" ContentType="application/inkml+xml"/>
  <Override PartName="/ppt/ink/ink359.xml" ContentType="application/inkml+xml"/>
  <Override PartName="/ppt/ink/ink360.xml" ContentType="application/inkml+xml"/>
  <Override PartName="/ppt/ink/ink361.xml" ContentType="application/inkml+xml"/>
  <Override PartName="/ppt/ink/ink362.xml" ContentType="application/inkml+xml"/>
  <Override PartName="/ppt/ink/ink363.xml" ContentType="application/inkml+xml"/>
  <Override PartName="/ppt/ink/ink364.xml" ContentType="application/inkml+xml"/>
  <Override PartName="/ppt/ink/ink365.xml" ContentType="application/inkml+xml"/>
  <Override PartName="/ppt/ink/ink366.xml" ContentType="application/inkml+xml"/>
  <Override PartName="/ppt/ink/ink367.xml" ContentType="application/inkml+xml"/>
  <Override PartName="/ppt/ink/ink368.xml" ContentType="application/inkml+xml"/>
  <Override PartName="/ppt/ink/ink369.xml" ContentType="application/inkml+xml"/>
  <Override PartName="/ppt/ink/ink370.xml" ContentType="application/inkml+xml"/>
  <Override PartName="/ppt/ink/ink371.xml" ContentType="application/inkml+xml"/>
  <Override PartName="/ppt/ink/ink372.xml" ContentType="application/inkml+xml"/>
  <Override PartName="/ppt/ink/ink373.xml" ContentType="application/inkml+xml"/>
  <Override PartName="/ppt/ink/ink374.xml" ContentType="application/inkml+xml"/>
  <Override PartName="/ppt/ink/ink375.xml" ContentType="application/inkml+xml"/>
  <Override PartName="/ppt/ink/ink376.xml" ContentType="application/inkml+xml"/>
  <Override PartName="/ppt/ink/ink377.xml" ContentType="application/inkml+xml"/>
  <Override PartName="/ppt/ink/ink378.xml" ContentType="application/inkml+xml"/>
  <Override PartName="/ppt/ink/ink379.xml" ContentType="application/inkml+xml"/>
  <Override PartName="/ppt/ink/ink380.xml" ContentType="application/inkml+xml"/>
  <Override PartName="/ppt/ink/ink381.xml" ContentType="application/inkml+xml"/>
  <Override PartName="/ppt/ink/ink382.xml" ContentType="application/inkml+xml"/>
  <Override PartName="/ppt/ink/ink383.xml" ContentType="application/inkml+xml"/>
  <Override PartName="/ppt/ink/ink384.xml" ContentType="application/inkml+xml"/>
  <Override PartName="/ppt/ink/ink385.xml" ContentType="application/inkml+xml"/>
  <Override PartName="/ppt/ink/ink386.xml" ContentType="application/inkml+xml"/>
  <Override PartName="/ppt/ink/ink387.xml" ContentType="application/inkml+xml"/>
  <Override PartName="/ppt/ink/ink388.xml" ContentType="application/inkml+xml"/>
  <Override PartName="/ppt/ink/ink389.xml" ContentType="application/inkml+xml"/>
  <Override PartName="/ppt/ink/ink390.xml" ContentType="application/inkml+xml"/>
  <Override PartName="/ppt/ink/ink391.xml" ContentType="application/inkml+xml"/>
  <Override PartName="/ppt/ink/ink392.xml" ContentType="application/inkml+xml"/>
  <Override PartName="/ppt/ink/ink393.xml" ContentType="application/inkml+xml"/>
  <Override PartName="/ppt/ink/ink394.xml" ContentType="application/inkml+xml"/>
  <Override PartName="/ppt/ink/ink395.xml" ContentType="application/inkml+xml"/>
  <Override PartName="/ppt/ink/ink396.xml" ContentType="application/inkml+xml"/>
  <Override PartName="/ppt/ink/ink397.xml" ContentType="application/inkml+xml"/>
  <Override PartName="/ppt/ink/ink398.xml" ContentType="application/inkml+xml"/>
  <Override PartName="/ppt/ink/ink399.xml" ContentType="application/inkml+xml"/>
  <Override PartName="/ppt/ink/ink400.xml" ContentType="application/inkml+xml"/>
  <Override PartName="/ppt/ink/ink401.xml" ContentType="application/inkml+xml"/>
  <Override PartName="/ppt/ink/ink402.xml" ContentType="application/inkml+xml"/>
  <Override PartName="/ppt/ink/ink403.xml" ContentType="application/inkml+xml"/>
  <Override PartName="/ppt/ink/ink404.xml" ContentType="application/inkml+xml"/>
  <Override PartName="/ppt/ink/ink405.xml" ContentType="application/inkml+xml"/>
  <Override PartName="/ppt/ink/ink406.xml" ContentType="application/inkml+xml"/>
  <Override PartName="/ppt/ink/ink407.xml" ContentType="application/inkml+xml"/>
  <Override PartName="/ppt/ink/ink408.xml" ContentType="application/inkml+xml"/>
  <Override PartName="/ppt/ink/ink409.xml" ContentType="application/inkml+xml"/>
  <Override PartName="/ppt/ink/ink410.xml" ContentType="application/inkml+xml"/>
  <Override PartName="/ppt/ink/ink411.xml" ContentType="application/inkml+xml"/>
  <Override PartName="/ppt/ink/ink412.xml" ContentType="application/inkml+xml"/>
  <Override PartName="/ppt/ink/ink413.xml" ContentType="application/inkml+xml"/>
  <Override PartName="/ppt/ink/ink414.xml" ContentType="application/inkml+xml"/>
  <Override PartName="/ppt/ink/ink415.xml" ContentType="application/inkml+xml"/>
  <Override PartName="/ppt/ink/ink416.xml" ContentType="application/inkml+xml"/>
  <Override PartName="/ppt/ink/ink417.xml" ContentType="application/inkml+xml"/>
  <Override PartName="/ppt/ink/ink418.xml" ContentType="application/inkml+xml"/>
  <Override PartName="/ppt/ink/ink419.xml" ContentType="application/inkml+xml"/>
  <Override PartName="/ppt/ink/ink420.xml" ContentType="application/inkml+xml"/>
  <Override PartName="/ppt/ink/ink421.xml" ContentType="application/inkml+xml"/>
  <Override PartName="/ppt/ink/ink422.xml" ContentType="application/inkml+xml"/>
  <Override PartName="/ppt/ink/ink423.xml" ContentType="application/inkml+xml"/>
  <Override PartName="/ppt/ink/ink424.xml" ContentType="application/inkml+xml"/>
  <Override PartName="/ppt/ink/ink425.xml" ContentType="application/inkml+xml"/>
  <Override PartName="/ppt/ink/ink426.xml" ContentType="application/inkml+xml"/>
  <Override PartName="/ppt/ink/ink427.xml" ContentType="application/inkml+xml"/>
  <Override PartName="/ppt/ink/ink428.xml" ContentType="application/inkml+xml"/>
  <Override PartName="/ppt/ink/ink429.xml" ContentType="application/inkml+xml"/>
  <Override PartName="/ppt/ink/ink430.xml" ContentType="application/inkml+xml"/>
  <Override PartName="/ppt/ink/ink431.xml" ContentType="application/inkml+xml"/>
  <Override PartName="/ppt/ink/ink432.xml" ContentType="application/inkml+xml"/>
  <Override PartName="/ppt/ink/ink433.xml" ContentType="application/inkml+xml"/>
  <Override PartName="/ppt/ink/ink434.xml" ContentType="application/inkml+xml"/>
  <Override PartName="/ppt/ink/ink435.xml" ContentType="application/inkml+xml"/>
  <Override PartName="/ppt/ink/ink436.xml" ContentType="application/inkml+xml"/>
  <Override PartName="/ppt/ink/ink437.xml" ContentType="application/inkml+xml"/>
  <Override PartName="/ppt/ink/ink438.xml" ContentType="application/inkml+xml"/>
  <Override PartName="/ppt/ink/ink439.xml" ContentType="application/inkml+xml"/>
  <Override PartName="/ppt/ink/ink440.xml" ContentType="application/inkml+xml"/>
  <Override PartName="/ppt/ink/ink441.xml" ContentType="application/inkml+xml"/>
  <Override PartName="/ppt/ink/ink442.xml" ContentType="application/inkml+xml"/>
  <Override PartName="/ppt/ink/ink443.xml" ContentType="application/inkml+xml"/>
  <Override PartName="/ppt/ink/ink444.xml" ContentType="application/inkml+xml"/>
  <Override PartName="/ppt/ink/ink445.xml" ContentType="application/inkml+xml"/>
  <Override PartName="/ppt/ink/ink446.xml" ContentType="application/inkml+xml"/>
  <Override PartName="/ppt/ink/ink447.xml" ContentType="application/inkml+xml"/>
  <Override PartName="/ppt/ink/ink448.xml" ContentType="application/inkml+xml"/>
  <Override PartName="/ppt/ink/ink449.xml" ContentType="application/inkml+xml"/>
  <Override PartName="/ppt/ink/ink450.xml" ContentType="application/inkml+xml"/>
  <Override PartName="/ppt/ink/ink451.xml" ContentType="application/inkml+xml"/>
  <Override PartName="/ppt/ink/ink452.xml" ContentType="application/inkml+xml"/>
  <Override PartName="/ppt/ink/ink453.xml" ContentType="application/inkml+xml"/>
  <Override PartName="/ppt/ink/ink454.xml" ContentType="application/inkml+xml"/>
  <Override PartName="/ppt/ink/ink455.xml" ContentType="application/inkml+xml"/>
  <Override PartName="/ppt/ink/ink456.xml" ContentType="application/inkml+xml"/>
  <Override PartName="/ppt/ink/ink457.xml" ContentType="application/inkml+xml"/>
  <Override PartName="/ppt/ink/ink458.xml" ContentType="application/inkml+xml"/>
  <Override PartName="/ppt/ink/ink459.xml" ContentType="application/inkml+xml"/>
  <Override PartName="/ppt/ink/ink460.xml" ContentType="application/inkml+xml"/>
  <Override PartName="/ppt/ink/ink461.xml" ContentType="application/inkml+xml"/>
  <Override PartName="/ppt/ink/ink462.xml" ContentType="application/inkml+xml"/>
  <Override PartName="/ppt/ink/ink463.xml" ContentType="application/inkml+xml"/>
  <Override PartName="/ppt/ink/ink464.xml" ContentType="application/inkml+xml"/>
  <Override PartName="/ppt/ink/ink465.xml" ContentType="application/inkml+xml"/>
  <Override PartName="/ppt/ink/ink466.xml" ContentType="application/inkml+xml"/>
  <Override PartName="/ppt/ink/ink467.xml" ContentType="application/inkml+xml"/>
  <Override PartName="/ppt/ink/ink468.xml" ContentType="application/inkml+xml"/>
  <Override PartName="/ppt/ink/ink469.xml" ContentType="application/inkml+xml"/>
  <Override PartName="/ppt/ink/ink470.xml" ContentType="application/inkml+xml"/>
  <Override PartName="/ppt/ink/ink471.xml" ContentType="application/inkml+xml"/>
  <Override PartName="/ppt/ink/ink472.xml" ContentType="application/inkml+xml"/>
  <Override PartName="/ppt/ink/ink473.xml" ContentType="application/inkml+xml"/>
  <Override PartName="/ppt/ink/ink474.xml" ContentType="application/inkml+xml"/>
  <Override PartName="/ppt/ink/ink475.xml" ContentType="application/inkml+xml"/>
  <Override PartName="/ppt/ink/ink476.xml" ContentType="application/inkml+xml"/>
  <Override PartName="/ppt/ink/ink477.xml" ContentType="application/inkml+xml"/>
  <Override PartName="/ppt/ink/ink478.xml" ContentType="application/inkml+xml"/>
  <Override PartName="/ppt/ink/ink479.xml" ContentType="application/inkml+xml"/>
  <Override PartName="/ppt/ink/ink480.xml" ContentType="application/inkml+xml"/>
  <Override PartName="/ppt/ink/ink481.xml" ContentType="application/inkml+xml"/>
  <Override PartName="/ppt/ink/ink482.xml" ContentType="application/inkml+xml"/>
  <Override PartName="/ppt/ink/ink483.xml" ContentType="application/inkml+xml"/>
  <Override PartName="/ppt/ink/ink484.xml" ContentType="application/inkml+xml"/>
  <Override PartName="/ppt/ink/ink485.xml" ContentType="application/inkml+xml"/>
  <Override PartName="/ppt/ink/ink486.xml" ContentType="application/inkml+xml"/>
  <Override PartName="/ppt/ink/ink487.xml" ContentType="application/inkml+xml"/>
  <Override PartName="/ppt/ink/ink488.xml" ContentType="application/inkml+xml"/>
  <Override PartName="/ppt/ink/ink489.xml" ContentType="application/inkml+xml"/>
  <Override PartName="/ppt/ink/ink490.xml" ContentType="application/inkml+xml"/>
  <Override PartName="/ppt/ink/ink491.xml" ContentType="application/inkml+xml"/>
  <Override PartName="/ppt/ink/ink492.xml" ContentType="application/inkml+xml"/>
  <Override PartName="/ppt/ink/ink493.xml" ContentType="application/inkml+xml"/>
  <Override PartName="/ppt/ink/ink494.xml" ContentType="application/inkml+xml"/>
  <Override PartName="/ppt/ink/ink495.xml" ContentType="application/inkml+xml"/>
  <Override PartName="/ppt/ink/ink496.xml" ContentType="application/inkml+xml"/>
  <Override PartName="/ppt/ink/ink497.xml" ContentType="application/inkml+xml"/>
  <Override PartName="/ppt/ink/ink498.xml" ContentType="application/inkml+xml"/>
  <Override PartName="/ppt/ink/ink499.xml" ContentType="application/inkml+xml"/>
  <Override PartName="/ppt/ink/ink500.xml" ContentType="application/inkml+xml"/>
  <Override PartName="/ppt/ink/ink501.xml" ContentType="application/inkml+xml"/>
  <Override PartName="/ppt/ink/ink502.xml" ContentType="application/inkml+xml"/>
  <Override PartName="/ppt/ink/ink503.xml" ContentType="application/inkml+xml"/>
  <Override PartName="/ppt/ink/ink504.xml" ContentType="application/inkml+xml"/>
  <Override PartName="/ppt/ink/ink505.xml" ContentType="application/inkml+xml"/>
  <Override PartName="/ppt/ink/ink506.xml" ContentType="application/inkml+xml"/>
  <Override PartName="/ppt/ink/ink507.xml" ContentType="application/inkml+xml"/>
  <Override PartName="/ppt/ink/ink508.xml" ContentType="application/inkml+xml"/>
  <Override PartName="/ppt/ink/ink509.xml" ContentType="application/inkml+xml"/>
  <Override PartName="/ppt/ink/ink510.xml" ContentType="application/inkml+xml"/>
  <Override PartName="/ppt/ink/ink511.xml" ContentType="application/inkml+xml"/>
  <Override PartName="/ppt/ink/ink512.xml" ContentType="application/inkml+xml"/>
  <Override PartName="/ppt/ink/ink513.xml" ContentType="application/inkml+xml"/>
  <Override PartName="/ppt/ink/ink514.xml" ContentType="application/inkml+xml"/>
  <Override PartName="/ppt/ink/ink515.xml" ContentType="application/inkml+xml"/>
  <Override PartName="/ppt/ink/ink516.xml" ContentType="application/inkml+xml"/>
  <Override PartName="/ppt/ink/ink517.xml" ContentType="application/inkml+xml"/>
  <Override PartName="/ppt/ink/ink518.xml" ContentType="application/inkml+xml"/>
  <Override PartName="/ppt/ink/ink519.xml" ContentType="application/inkml+xml"/>
  <Override PartName="/ppt/ink/ink520.xml" ContentType="application/inkml+xml"/>
  <Override PartName="/ppt/ink/ink521.xml" ContentType="application/inkml+xml"/>
  <Override PartName="/ppt/ink/ink522.xml" ContentType="application/inkml+xml"/>
  <Override PartName="/ppt/ink/ink523.xml" ContentType="application/inkml+xml"/>
  <Override PartName="/ppt/ink/ink524.xml" ContentType="application/inkml+xml"/>
  <Override PartName="/ppt/ink/ink525.xml" ContentType="application/inkml+xml"/>
  <Override PartName="/ppt/ink/ink526.xml" ContentType="application/inkml+xml"/>
  <Override PartName="/ppt/ink/ink527.xml" ContentType="application/inkml+xml"/>
  <Override PartName="/ppt/ink/ink528.xml" ContentType="application/inkml+xml"/>
  <Override PartName="/ppt/ink/ink529.xml" ContentType="application/inkml+xml"/>
  <Override PartName="/ppt/ink/ink530.xml" ContentType="application/inkml+xml"/>
  <Override PartName="/ppt/ink/ink531.xml" ContentType="application/inkml+xml"/>
  <Override PartName="/ppt/ink/ink532.xml" ContentType="application/inkml+xml"/>
  <Override PartName="/ppt/ink/ink533.xml" ContentType="application/inkml+xml"/>
  <Override PartName="/ppt/ink/ink534.xml" ContentType="application/inkml+xml"/>
  <Override PartName="/ppt/ink/ink535.xml" ContentType="application/inkml+xml"/>
  <Override PartName="/ppt/ink/ink536.xml" ContentType="application/inkml+xml"/>
  <Override PartName="/ppt/ink/ink537.xml" ContentType="application/inkml+xml"/>
  <Override PartName="/ppt/ink/ink538.xml" ContentType="application/inkml+xml"/>
  <Override PartName="/ppt/ink/ink539.xml" ContentType="application/inkml+xml"/>
  <Override PartName="/ppt/ink/ink540.xml" ContentType="application/inkml+xml"/>
  <Override PartName="/ppt/ink/ink541.xml" ContentType="application/inkml+xml"/>
  <Override PartName="/ppt/ink/ink542.xml" ContentType="application/inkml+xml"/>
  <Override PartName="/ppt/ink/ink543.xml" ContentType="application/inkml+xml"/>
  <Override PartName="/ppt/ink/ink544.xml" ContentType="application/inkml+xml"/>
  <Override PartName="/ppt/ink/ink545.xml" ContentType="application/inkml+xml"/>
  <Override PartName="/ppt/ink/ink546.xml" ContentType="application/inkml+xml"/>
  <Override PartName="/ppt/ink/ink547.xml" ContentType="application/inkml+xml"/>
  <Override PartName="/ppt/ink/ink548.xml" ContentType="application/inkml+xml"/>
  <Override PartName="/ppt/ink/ink549.xml" ContentType="application/inkml+xml"/>
  <Override PartName="/ppt/ink/ink550.xml" ContentType="application/inkml+xml"/>
  <Override PartName="/ppt/ink/ink551.xml" ContentType="application/inkml+xml"/>
  <Override PartName="/ppt/ink/ink552.xml" ContentType="application/inkml+xml"/>
  <Override PartName="/ppt/ink/ink553.xml" ContentType="application/inkml+xml"/>
  <Override PartName="/ppt/ink/ink554.xml" ContentType="application/inkml+xml"/>
  <Override PartName="/ppt/ink/ink555.xml" ContentType="application/inkml+xml"/>
  <Override PartName="/ppt/ink/ink556.xml" ContentType="application/inkml+xml"/>
  <Override PartName="/ppt/ink/ink557.xml" ContentType="application/inkml+xml"/>
  <Override PartName="/ppt/ink/ink558.xml" ContentType="application/inkml+xml"/>
  <Override PartName="/ppt/ink/ink559.xml" ContentType="application/inkml+xml"/>
  <Override PartName="/ppt/ink/ink560.xml" ContentType="application/inkml+xml"/>
  <Override PartName="/ppt/ink/ink561.xml" ContentType="application/inkml+xml"/>
  <Override PartName="/ppt/ink/ink562.xml" ContentType="application/inkml+xml"/>
  <Override PartName="/ppt/ink/ink563.xml" ContentType="application/inkml+xml"/>
  <Override PartName="/ppt/ink/ink564.xml" ContentType="application/inkml+xml"/>
  <Override PartName="/ppt/ink/ink565.xml" ContentType="application/inkml+xml"/>
  <Override PartName="/ppt/ink/ink566.xml" ContentType="application/inkml+xml"/>
  <Override PartName="/ppt/ink/ink567.xml" ContentType="application/inkml+xml"/>
  <Override PartName="/ppt/ink/ink568.xml" ContentType="application/inkml+xml"/>
  <Override PartName="/ppt/ink/ink569.xml" ContentType="application/inkml+xml"/>
  <Override PartName="/ppt/ink/ink570.xml" ContentType="application/inkml+xml"/>
  <Override PartName="/ppt/ink/ink571.xml" ContentType="application/inkml+xml"/>
  <Override PartName="/ppt/ink/ink572.xml" ContentType="application/inkml+xml"/>
  <Override PartName="/ppt/ink/ink573.xml" ContentType="application/inkml+xml"/>
  <Override PartName="/ppt/ink/ink574.xml" ContentType="application/inkml+xml"/>
  <Override PartName="/ppt/ink/ink575.xml" ContentType="application/inkml+xml"/>
  <Override PartName="/ppt/ink/ink576.xml" ContentType="application/inkml+xml"/>
  <Override PartName="/ppt/ink/ink577.xml" ContentType="application/inkml+xml"/>
  <Override PartName="/ppt/ink/ink578.xml" ContentType="application/inkml+xml"/>
  <Override PartName="/ppt/ink/ink579.xml" ContentType="application/inkml+xml"/>
  <Override PartName="/ppt/ink/ink580.xml" ContentType="application/inkml+xml"/>
  <Override PartName="/ppt/ink/ink581.xml" ContentType="application/inkml+xml"/>
  <Override PartName="/ppt/ink/ink582.xml" ContentType="application/inkml+xml"/>
  <Override PartName="/ppt/ink/ink583.xml" ContentType="application/inkml+xml"/>
  <Override PartName="/ppt/ink/ink584.xml" ContentType="application/inkml+xml"/>
  <Override PartName="/ppt/ink/ink585.xml" ContentType="application/inkml+xml"/>
  <Override PartName="/ppt/ink/ink586.xml" ContentType="application/inkml+xml"/>
  <Override PartName="/ppt/ink/ink587.xml" ContentType="application/inkml+xml"/>
  <Override PartName="/ppt/ink/ink588.xml" ContentType="application/inkml+xml"/>
  <Override PartName="/ppt/ink/ink589.xml" ContentType="application/inkml+xml"/>
  <Override PartName="/ppt/ink/ink590.xml" ContentType="application/inkml+xml"/>
  <Override PartName="/ppt/ink/ink591.xml" ContentType="application/inkml+xml"/>
  <Override PartName="/ppt/ink/ink592.xml" ContentType="application/inkml+xml"/>
  <Override PartName="/ppt/ink/ink593.xml" ContentType="application/inkml+xml"/>
  <Override PartName="/ppt/ink/ink594.xml" ContentType="application/inkml+xml"/>
  <Override PartName="/ppt/ink/ink595.xml" ContentType="application/inkml+xml"/>
  <Override PartName="/ppt/ink/ink596.xml" ContentType="application/inkml+xml"/>
  <Override PartName="/ppt/ink/ink597.xml" ContentType="application/inkml+xml"/>
  <Override PartName="/ppt/ink/ink598.xml" ContentType="application/inkml+xml"/>
  <Override PartName="/ppt/ink/ink599.xml" ContentType="application/inkml+xml"/>
  <Override PartName="/ppt/ink/ink600.xml" ContentType="application/inkml+xml"/>
  <Override PartName="/ppt/ink/ink601.xml" ContentType="application/inkml+xml"/>
  <Override PartName="/ppt/ink/ink602.xml" ContentType="application/inkml+xml"/>
  <Override PartName="/ppt/ink/ink603.xml" ContentType="application/inkml+xml"/>
  <Override PartName="/ppt/ink/ink604.xml" ContentType="application/inkml+xml"/>
  <Override PartName="/ppt/ink/ink605.xml" ContentType="application/inkml+xml"/>
  <Override PartName="/ppt/ink/ink606.xml" ContentType="application/inkml+xml"/>
  <Override PartName="/ppt/ink/ink607.xml" ContentType="application/inkml+xml"/>
  <Override PartName="/ppt/ink/ink608.xml" ContentType="application/inkml+xml"/>
  <Override PartName="/ppt/ink/ink609.xml" ContentType="application/inkml+xml"/>
  <Override PartName="/ppt/ink/ink610.xml" ContentType="application/inkml+xml"/>
  <Override PartName="/ppt/ink/ink611.xml" ContentType="application/inkml+xml"/>
  <Override PartName="/ppt/ink/ink612.xml" ContentType="application/inkml+xml"/>
  <Override PartName="/ppt/ink/ink613.xml" ContentType="application/inkml+xml"/>
  <Override PartName="/ppt/ink/ink614.xml" ContentType="application/inkml+xml"/>
  <Override PartName="/ppt/ink/ink615.xml" ContentType="application/inkml+xml"/>
  <Override PartName="/ppt/ink/ink616.xml" ContentType="application/inkml+xml"/>
  <Override PartName="/ppt/ink/ink617.xml" ContentType="application/inkml+xml"/>
  <Override PartName="/ppt/ink/ink618.xml" ContentType="application/inkml+xml"/>
  <Override PartName="/ppt/ink/ink619.xml" ContentType="application/inkml+xml"/>
  <Override PartName="/ppt/ink/ink620.xml" ContentType="application/inkml+xml"/>
  <Override PartName="/ppt/ink/ink621.xml" ContentType="application/inkml+xml"/>
  <Override PartName="/ppt/ink/ink622.xml" ContentType="application/inkml+xml"/>
  <Override PartName="/ppt/ink/ink623.xml" ContentType="application/inkml+xml"/>
  <Override PartName="/ppt/ink/ink624.xml" ContentType="application/inkml+xml"/>
  <Override PartName="/ppt/ink/ink625.xml" ContentType="application/inkml+xml"/>
  <Override PartName="/ppt/ink/ink626.xml" ContentType="application/inkml+xml"/>
  <Override PartName="/ppt/ink/ink627.xml" ContentType="application/inkml+xml"/>
  <Override PartName="/ppt/ink/ink628.xml" ContentType="application/inkml+xml"/>
  <Override PartName="/ppt/ink/ink629.xml" ContentType="application/inkml+xml"/>
  <Override PartName="/ppt/ink/ink630.xml" ContentType="application/inkml+xml"/>
  <Override PartName="/ppt/ink/ink631.xml" ContentType="application/inkml+xml"/>
  <Override PartName="/ppt/ink/ink632.xml" ContentType="application/inkml+xml"/>
  <Override PartName="/ppt/ink/ink633.xml" ContentType="application/inkml+xml"/>
  <Override PartName="/ppt/ink/ink634.xml" ContentType="application/inkml+xml"/>
  <Override PartName="/ppt/ink/ink635.xml" ContentType="application/inkml+xml"/>
  <Override PartName="/ppt/ink/ink636.xml" ContentType="application/inkml+xml"/>
  <Override PartName="/ppt/ink/ink637.xml" ContentType="application/inkml+xml"/>
  <Override PartName="/ppt/ink/ink638.xml" ContentType="application/inkml+xml"/>
  <Override PartName="/ppt/ink/ink639.xml" ContentType="application/inkml+xml"/>
  <Override PartName="/ppt/ink/ink640.xml" ContentType="application/inkml+xml"/>
  <Override PartName="/ppt/ink/ink641.xml" ContentType="application/inkml+xml"/>
  <Override PartName="/ppt/ink/ink642.xml" ContentType="application/inkml+xml"/>
  <Override PartName="/ppt/ink/ink643.xml" ContentType="application/inkml+xml"/>
  <Override PartName="/ppt/ink/ink644.xml" ContentType="application/inkml+xml"/>
  <Override PartName="/ppt/ink/ink645.xml" ContentType="application/inkml+xml"/>
  <Override PartName="/ppt/ink/ink646.xml" ContentType="application/inkml+xml"/>
  <Override PartName="/ppt/ink/ink647.xml" ContentType="application/inkml+xml"/>
  <Override PartName="/ppt/ink/ink648.xml" ContentType="application/inkml+xml"/>
  <Override PartName="/ppt/ink/ink649.xml" ContentType="application/inkml+xml"/>
  <Override PartName="/ppt/ink/ink650.xml" ContentType="application/inkml+xml"/>
  <Override PartName="/ppt/ink/ink651.xml" ContentType="application/inkml+xml"/>
  <Override PartName="/ppt/ink/ink652.xml" ContentType="application/inkml+xml"/>
  <Override PartName="/ppt/ink/ink653.xml" ContentType="application/inkml+xml"/>
  <Override PartName="/ppt/ink/ink654.xml" ContentType="application/inkml+xml"/>
  <Override PartName="/ppt/ink/ink655.xml" ContentType="application/inkml+xml"/>
  <Override PartName="/ppt/ink/ink656.xml" ContentType="application/inkml+xml"/>
  <Override PartName="/ppt/ink/ink657.xml" ContentType="application/inkml+xml"/>
  <Override PartName="/ppt/ink/ink658.xml" ContentType="application/inkml+xml"/>
  <Override PartName="/ppt/ink/ink659.xml" ContentType="application/inkml+xml"/>
  <Override PartName="/ppt/ink/ink660.xml" ContentType="application/inkml+xml"/>
  <Override PartName="/ppt/ink/ink661.xml" ContentType="application/inkml+xml"/>
  <Override PartName="/ppt/ink/ink662.xml" ContentType="application/inkml+xml"/>
  <Override PartName="/ppt/ink/ink663.xml" ContentType="application/inkml+xml"/>
  <Override PartName="/ppt/ink/ink664.xml" ContentType="application/inkml+xml"/>
  <Override PartName="/ppt/ink/ink665.xml" ContentType="application/inkml+xml"/>
  <Override PartName="/ppt/ink/ink666.xml" ContentType="application/inkml+xml"/>
  <Override PartName="/ppt/ink/ink667.xml" ContentType="application/inkml+xml"/>
  <Override PartName="/ppt/ink/ink668.xml" ContentType="application/inkml+xml"/>
  <Override PartName="/ppt/ink/ink669.xml" ContentType="application/inkml+xml"/>
  <Override PartName="/ppt/ink/ink670.xml" ContentType="application/inkml+xml"/>
  <Override PartName="/ppt/ink/ink671.xml" ContentType="application/inkml+xml"/>
  <Override PartName="/ppt/ink/ink672.xml" ContentType="application/inkml+xml"/>
  <Override PartName="/ppt/ink/ink673.xml" ContentType="application/inkml+xml"/>
  <Override PartName="/ppt/ink/ink674.xml" ContentType="application/inkml+xml"/>
  <Override PartName="/ppt/ink/ink675.xml" ContentType="application/inkml+xml"/>
  <Override PartName="/ppt/ink/ink676.xml" ContentType="application/inkml+xml"/>
  <Override PartName="/ppt/ink/ink677.xml" ContentType="application/inkml+xml"/>
  <Override PartName="/ppt/ink/ink678.xml" ContentType="application/inkml+xml"/>
  <Override PartName="/ppt/ink/ink679.xml" ContentType="application/inkml+xml"/>
  <Override PartName="/ppt/ink/ink680.xml" ContentType="application/inkml+xml"/>
  <Override PartName="/ppt/ink/ink681.xml" ContentType="application/inkml+xml"/>
  <Override PartName="/ppt/ink/ink682.xml" ContentType="application/inkml+xml"/>
  <Override PartName="/ppt/ink/ink683.xml" ContentType="application/inkml+xml"/>
  <Override PartName="/ppt/ink/ink684.xml" ContentType="application/inkml+xml"/>
  <Override PartName="/ppt/ink/ink685.xml" ContentType="application/inkml+xml"/>
  <Override PartName="/ppt/ink/ink686.xml" ContentType="application/inkml+xml"/>
  <Override PartName="/ppt/ink/ink687.xml" ContentType="application/inkml+xml"/>
  <Override PartName="/ppt/ink/ink688.xml" ContentType="application/inkml+xml"/>
  <Override PartName="/ppt/ink/ink689.xml" ContentType="application/inkml+xml"/>
  <Override PartName="/ppt/ink/ink690.xml" ContentType="application/inkml+xml"/>
  <Override PartName="/ppt/ink/ink691.xml" ContentType="application/inkml+xml"/>
  <Override PartName="/ppt/ink/ink692.xml" ContentType="application/inkml+xml"/>
  <Override PartName="/ppt/ink/ink693.xml" ContentType="application/inkml+xml"/>
  <Override PartName="/ppt/ink/ink694.xml" ContentType="application/inkml+xml"/>
  <Override PartName="/ppt/ink/ink695.xml" ContentType="application/inkml+xml"/>
  <Override PartName="/ppt/ink/ink696.xml" ContentType="application/inkml+xml"/>
  <Override PartName="/ppt/ink/ink697.xml" ContentType="application/inkml+xml"/>
  <Override PartName="/ppt/ink/ink698.xml" ContentType="application/inkml+xml"/>
  <Override PartName="/ppt/ink/ink699.xml" ContentType="application/inkml+xml"/>
  <Override PartName="/ppt/ink/ink700.xml" ContentType="application/inkml+xml"/>
  <Override PartName="/ppt/ink/ink701.xml" ContentType="application/inkml+xml"/>
  <Override PartName="/ppt/ink/ink702.xml" ContentType="application/inkml+xml"/>
  <Override PartName="/ppt/ink/ink703.xml" ContentType="application/inkml+xml"/>
  <Override PartName="/ppt/ink/ink704.xml" ContentType="application/inkml+xml"/>
  <Override PartName="/ppt/ink/ink705.xml" ContentType="application/inkml+xml"/>
  <Override PartName="/ppt/ink/ink706.xml" ContentType="application/inkml+xml"/>
  <Override PartName="/ppt/ink/ink707.xml" ContentType="application/inkml+xml"/>
  <Override PartName="/ppt/ink/ink708.xml" ContentType="application/inkml+xml"/>
  <Override PartName="/ppt/ink/ink709.xml" ContentType="application/inkml+xml"/>
  <Override PartName="/ppt/ink/ink710.xml" ContentType="application/inkml+xml"/>
  <Override PartName="/ppt/ink/ink711.xml" ContentType="application/inkml+xml"/>
  <Override PartName="/ppt/ink/ink712.xml" ContentType="application/inkml+xml"/>
  <Override PartName="/ppt/ink/ink713.xml" ContentType="application/inkml+xml"/>
  <Override PartName="/ppt/ink/ink714.xml" ContentType="application/inkml+xml"/>
  <Override PartName="/ppt/ink/ink715.xml" ContentType="application/inkml+xml"/>
  <Override PartName="/ppt/ink/ink716.xml" ContentType="application/inkml+xml"/>
  <Override PartName="/ppt/ink/ink717.xml" ContentType="application/inkml+xml"/>
  <Override PartName="/ppt/ink/ink718.xml" ContentType="application/inkml+xml"/>
  <Override PartName="/ppt/ink/ink719.xml" ContentType="application/inkml+xml"/>
  <Override PartName="/ppt/ink/ink720.xml" ContentType="application/inkml+xml"/>
  <Override PartName="/ppt/ink/ink721.xml" ContentType="application/inkml+xml"/>
  <Override PartName="/ppt/ink/ink722.xml" ContentType="application/inkml+xml"/>
  <Override PartName="/ppt/ink/ink723.xml" ContentType="application/inkml+xml"/>
  <Override PartName="/ppt/ink/ink724.xml" ContentType="application/inkml+xml"/>
  <Override PartName="/ppt/ink/ink725.xml" ContentType="application/inkml+xml"/>
  <Override PartName="/ppt/ink/ink726.xml" ContentType="application/inkml+xml"/>
  <Override PartName="/ppt/ink/ink727.xml" ContentType="application/inkml+xml"/>
  <Override PartName="/ppt/ink/ink728.xml" ContentType="application/inkml+xml"/>
  <Override PartName="/ppt/ink/ink729.xml" ContentType="application/inkml+xml"/>
  <Override PartName="/ppt/ink/ink730.xml" ContentType="application/inkml+xml"/>
  <Override PartName="/ppt/ink/ink731.xml" ContentType="application/inkml+xml"/>
  <Override PartName="/ppt/ink/ink732.xml" ContentType="application/inkml+xml"/>
  <Override PartName="/ppt/ink/ink733.xml" ContentType="application/inkml+xml"/>
  <Override PartName="/ppt/ink/ink734.xml" ContentType="application/inkml+xml"/>
  <Override PartName="/ppt/ink/ink735.xml" ContentType="application/inkml+xml"/>
  <Override PartName="/ppt/ink/ink736.xml" ContentType="application/inkml+xml"/>
  <Override PartName="/ppt/ink/ink737.xml" ContentType="application/inkml+xml"/>
  <Override PartName="/ppt/ink/ink738.xml" ContentType="application/inkml+xml"/>
  <Override PartName="/ppt/ink/ink739.xml" ContentType="application/inkml+xml"/>
  <Override PartName="/ppt/ink/ink740.xml" ContentType="application/inkml+xml"/>
  <Override PartName="/ppt/ink/ink741.xml" ContentType="application/inkml+xml"/>
  <Override PartName="/ppt/ink/ink742.xml" ContentType="application/inkml+xml"/>
  <Override PartName="/ppt/ink/ink743.xml" ContentType="application/inkml+xml"/>
  <Override PartName="/ppt/ink/ink744.xml" ContentType="application/inkml+xml"/>
  <Override PartName="/ppt/ink/ink745.xml" ContentType="application/inkml+xml"/>
  <Override PartName="/ppt/ink/ink746.xml" ContentType="application/inkml+xml"/>
  <Override PartName="/ppt/ink/ink747.xml" ContentType="application/inkml+xml"/>
  <Override PartName="/ppt/ink/ink748.xml" ContentType="application/inkml+xml"/>
  <Override PartName="/ppt/ink/ink749.xml" ContentType="application/inkml+xml"/>
  <Override PartName="/ppt/ink/ink750.xml" ContentType="application/inkml+xml"/>
  <Override PartName="/ppt/ink/ink751.xml" ContentType="application/inkml+xml"/>
  <Override PartName="/ppt/ink/ink752.xml" ContentType="application/inkml+xml"/>
  <Override PartName="/ppt/ink/ink753.xml" ContentType="application/inkml+xml"/>
  <Override PartName="/ppt/ink/ink754.xml" ContentType="application/inkml+xml"/>
  <Override PartName="/ppt/ink/ink755.xml" ContentType="application/inkml+xml"/>
  <Override PartName="/ppt/ink/ink756.xml" ContentType="application/inkml+xml"/>
  <Override PartName="/ppt/ink/ink757.xml" ContentType="application/inkml+xml"/>
  <Override PartName="/ppt/ink/ink758.xml" ContentType="application/inkml+xml"/>
  <Override PartName="/ppt/ink/ink759.xml" ContentType="application/inkml+xml"/>
  <Override PartName="/ppt/ink/ink760.xml" ContentType="application/inkml+xml"/>
  <Override PartName="/ppt/ink/ink761.xml" ContentType="application/inkml+xml"/>
  <Override PartName="/ppt/ink/ink762.xml" ContentType="application/inkml+xml"/>
  <Override PartName="/ppt/ink/ink763.xml" ContentType="application/inkml+xml"/>
  <Override PartName="/ppt/ink/ink764.xml" ContentType="application/inkml+xml"/>
  <Override PartName="/ppt/ink/ink765.xml" ContentType="application/inkml+xml"/>
  <Override PartName="/ppt/ink/ink766.xml" ContentType="application/inkml+xml"/>
  <Override PartName="/ppt/ink/ink767.xml" ContentType="application/inkml+xml"/>
  <Override PartName="/ppt/ink/ink768.xml" ContentType="application/inkml+xml"/>
  <Override PartName="/ppt/ink/ink769.xml" ContentType="application/inkml+xml"/>
  <Override PartName="/ppt/ink/ink770.xml" ContentType="application/inkml+xml"/>
  <Override PartName="/ppt/ink/ink771.xml" ContentType="application/inkml+xml"/>
  <Override PartName="/ppt/ink/ink772.xml" ContentType="application/inkml+xml"/>
  <Override PartName="/ppt/ink/ink773.xml" ContentType="application/inkml+xml"/>
  <Override PartName="/ppt/ink/ink774.xml" ContentType="application/inkml+xml"/>
  <Override PartName="/ppt/ink/ink775.xml" ContentType="application/inkml+xml"/>
  <Override PartName="/ppt/ink/ink776.xml" ContentType="application/inkml+xml"/>
  <Override PartName="/ppt/ink/ink777.xml" ContentType="application/inkml+xml"/>
  <Override PartName="/ppt/ink/ink778.xml" ContentType="application/inkml+xml"/>
  <Override PartName="/ppt/ink/ink779.xml" ContentType="application/inkml+xml"/>
  <Override PartName="/ppt/ink/ink780.xml" ContentType="application/inkml+xml"/>
  <Override PartName="/ppt/ink/ink781.xml" ContentType="application/inkml+xml"/>
  <Override PartName="/ppt/ink/ink782.xml" ContentType="application/inkml+xml"/>
  <Override PartName="/ppt/ink/ink783.xml" ContentType="application/inkml+xml"/>
  <Override PartName="/ppt/ink/ink784.xml" ContentType="application/inkml+xml"/>
  <Override PartName="/ppt/ink/ink785.xml" ContentType="application/inkml+xml"/>
  <Override PartName="/ppt/ink/ink786.xml" ContentType="application/inkml+xml"/>
  <Override PartName="/ppt/ink/ink787.xml" ContentType="application/inkml+xml"/>
  <Override PartName="/ppt/ink/ink788.xml" ContentType="application/inkml+xml"/>
  <Override PartName="/ppt/ink/ink789.xml" ContentType="application/inkml+xml"/>
  <Override PartName="/ppt/ink/ink790.xml" ContentType="application/inkml+xml"/>
  <Override PartName="/ppt/ink/ink791.xml" ContentType="application/inkml+xml"/>
  <Override PartName="/ppt/ink/ink792.xml" ContentType="application/inkml+xml"/>
  <Override PartName="/ppt/ink/ink793.xml" ContentType="application/inkml+xml"/>
  <Override PartName="/ppt/ink/ink794.xml" ContentType="application/inkml+xml"/>
  <Override PartName="/ppt/ink/ink795.xml" ContentType="application/inkml+xml"/>
  <Override PartName="/ppt/ink/ink796.xml" ContentType="application/inkml+xml"/>
  <Override PartName="/ppt/ink/ink797.xml" ContentType="application/inkml+xml"/>
  <Override PartName="/ppt/ink/ink798.xml" ContentType="application/inkml+xml"/>
  <Override PartName="/ppt/ink/ink799.xml" ContentType="application/inkml+xml"/>
  <Override PartName="/ppt/ink/ink800.xml" ContentType="application/inkml+xml"/>
  <Override PartName="/ppt/ink/ink801.xml" ContentType="application/inkml+xml"/>
  <Override PartName="/ppt/ink/ink802.xml" ContentType="application/inkml+xml"/>
  <Override PartName="/ppt/ink/ink803.xml" ContentType="application/inkml+xml"/>
  <Override PartName="/ppt/ink/ink804.xml" ContentType="application/inkml+xml"/>
  <Override PartName="/ppt/ink/ink805.xml" ContentType="application/inkml+xml"/>
  <Override PartName="/ppt/ink/ink806.xml" ContentType="application/inkml+xml"/>
  <Override PartName="/ppt/ink/ink807.xml" ContentType="application/inkml+xml"/>
  <Override PartName="/ppt/ink/ink808.xml" ContentType="application/inkml+xml"/>
  <Override PartName="/ppt/ink/ink809.xml" ContentType="application/inkml+xml"/>
  <Override PartName="/ppt/ink/ink810.xml" ContentType="application/inkml+xml"/>
  <Override PartName="/ppt/ink/ink811.xml" ContentType="application/inkml+xml"/>
  <Override PartName="/ppt/ink/ink812.xml" ContentType="application/inkml+xml"/>
  <Override PartName="/ppt/ink/ink813.xml" ContentType="application/inkml+xml"/>
  <Override PartName="/ppt/ink/ink814.xml" ContentType="application/inkml+xml"/>
  <Override PartName="/ppt/ink/ink815.xml" ContentType="application/inkml+xml"/>
  <Override PartName="/ppt/ink/ink816.xml" ContentType="application/inkml+xml"/>
  <Override PartName="/ppt/ink/ink817.xml" ContentType="application/inkml+xml"/>
  <Override PartName="/ppt/ink/ink818.xml" ContentType="application/inkml+xml"/>
  <Override PartName="/ppt/ink/ink819.xml" ContentType="application/inkml+xml"/>
  <Override PartName="/ppt/ink/ink820.xml" ContentType="application/inkml+xml"/>
  <Override PartName="/ppt/ink/ink821.xml" ContentType="application/inkml+xml"/>
  <Override PartName="/ppt/ink/ink822.xml" ContentType="application/inkml+xml"/>
  <Override PartName="/ppt/ink/ink823.xml" ContentType="application/inkml+xml"/>
  <Override PartName="/ppt/ink/ink824.xml" ContentType="application/inkml+xml"/>
  <Override PartName="/ppt/ink/ink825.xml" ContentType="application/inkml+xml"/>
  <Override PartName="/ppt/ink/ink826.xml" ContentType="application/inkml+xml"/>
  <Override PartName="/ppt/ink/ink827.xml" ContentType="application/inkml+xml"/>
  <Override PartName="/ppt/ink/ink828.xml" ContentType="application/inkml+xml"/>
  <Override PartName="/ppt/ink/ink829.xml" ContentType="application/inkml+xml"/>
  <Override PartName="/ppt/ink/ink830.xml" ContentType="application/inkml+xml"/>
  <Override PartName="/ppt/ink/ink831.xml" ContentType="application/inkml+xml"/>
  <Override PartName="/ppt/ink/ink832.xml" ContentType="application/inkml+xml"/>
  <Override PartName="/ppt/ink/ink833.xml" ContentType="application/inkml+xml"/>
  <Override PartName="/ppt/ink/ink834.xml" ContentType="application/inkml+xml"/>
  <Override PartName="/ppt/ink/ink835.xml" ContentType="application/inkml+xml"/>
  <Override PartName="/ppt/ink/ink836.xml" ContentType="application/inkml+xml"/>
  <Override PartName="/ppt/ink/ink837.xml" ContentType="application/inkml+xml"/>
  <Override PartName="/ppt/ink/ink838.xml" ContentType="application/inkml+xml"/>
  <Override PartName="/ppt/ink/ink839.xml" ContentType="application/inkml+xml"/>
  <Override PartName="/ppt/ink/ink840.xml" ContentType="application/inkml+xml"/>
  <Override PartName="/ppt/ink/ink841.xml" ContentType="application/inkml+xml"/>
  <Override PartName="/ppt/ink/ink842.xml" ContentType="application/inkml+xml"/>
  <Override PartName="/ppt/ink/ink843.xml" ContentType="application/inkml+xml"/>
  <Override PartName="/ppt/ink/ink844.xml" ContentType="application/inkml+xml"/>
  <Override PartName="/ppt/ink/ink845.xml" ContentType="application/inkml+xml"/>
  <Override PartName="/ppt/ink/ink846.xml" ContentType="application/inkml+xml"/>
  <Override PartName="/ppt/ink/ink847.xml" ContentType="application/inkml+xml"/>
  <Override PartName="/ppt/ink/ink848.xml" ContentType="application/inkml+xml"/>
  <Override PartName="/ppt/ink/ink849.xml" ContentType="application/inkml+xml"/>
  <Override PartName="/ppt/ink/ink850.xml" ContentType="application/inkml+xml"/>
  <Override PartName="/ppt/ink/ink851.xml" ContentType="application/inkml+xml"/>
  <Override PartName="/ppt/ink/ink852.xml" ContentType="application/inkml+xml"/>
  <Override PartName="/ppt/ink/ink853.xml" ContentType="application/inkml+xml"/>
  <Override PartName="/ppt/ink/ink854.xml" ContentType="application/inkml+xml"/>
  <Override PartName="/ppt/ink/ink855.xml" ContentType="application/inkml+xml"/>
  <Override PartName="/ppt/ink/ink856.xml" ContentType="application/inkml+xml"/>
  <Override PartName="/ppt/ink/ink857.xml" ContentType="application/inkml+xml"/>
  <Override PartName="/ppt/ink/ink858.xml" ContentType="application/inkml+xml"/>
  <Override PartName="/ppt/ink/ink859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2"/>
  </p:notesMasterIdLst>
  <p:sldIdLst>
    <p:sldId id="429" r:id="rId2"/>
    <p:sldId id="389" r:id="rId3"/>
    <p:sldId id="338" r:id="rId4"/>
    <p:sldId id="350" r:id="rId5"/>
    <p:sldId id="410" r:id="rId6"/>
    <p:sldId id="352" r:id="rId7"/>
    <p:sldId id="392" r:id="rId8"/>
    <p:sldId id="393" r:id="rId9"/>
    <p:sldId id="384" r:id="rId10"/>
    <p:sldId id="385" r:id="rId11"/>
    <p:sldId id="386" r:id="rId12"/>
    <p:sldId id="387" r:id="rId13"/>
    <p:sldId id="353" r:id="rId14"/>
    <p:sldId id="355" r:id="rId15"/>
    <p:sldId id="356" r:id="rId16"/>
    <p:sldId id="411" r:id="rId17"/>
    <p:sldId id="359" r:id="rId18"/>
    <p:sldId id="388" r:id="rId19"/>
    <p:sldId id="394" r:id="rId20"/>
    <p:sldId id="360" r:id="rId21"/>
    <p:sldId id="395" r:id="rId22"/>
    <p:sldId id="414" r:id="rId23"/>
    <p:sldId id="415" r:id="rId24"/>
    <p:sldId id="402" r:id="rId25"/>
    <p:sldId id="412" r:id="rId26"/>
    <p:sldId id="396" r:id="rId27"/>
    <p:sldId id="413" r:id="rId28"/>
    <p:sldId id="400" r:id="rId29"/>
    <p:sldId id="399" r:id="rId30"/>
    <p:sldId id="403" r:id="rId31"/>
    <p:sldId id="404" r:id="rId32"/>
    <p:sldId id="405" r:id="rId33"/>
    <p:sldId id="406" r:id="rId34"/>
    <p:sldId id="408" r:id="rId35"/>
    <p:sldId id="409" r:id="rId36"/>
    <p:sldId id="416" r:id="rId37"/>
    <p:sldId id="417" r:id="rId38"/>
    <p:sldId id="418" r:id="rId39"/>
    <p:sldId id="420" r:id="rId40"/>
    <p:sldId id="422" r:id="rId41"/>
    <p:sldId id="334" r:id="rId42"/>
    <p:sldId id="346" r:id="rId43"/>
    <p:sldId id="348" r:id="rId44"/>
    <p:sldId id="351" r:id="rId45"/>
    <p:sldId id="428" r:id="rId46"/>
    <p:sldId id="423" r:id="rId47"/>
    <p:sldId id="424" r:id="rId48"/>
    <p:sldId id="354" r:id="rId49"/>
    <p:sldId id="425" r:id="rId50"/>
    <p:sldId id="427" r:id="rId51"/>
  </p:sldIdLst>
  <p:sldSz cx="12192000" cy="6858000"/>
  <p:notesSz cx="6858000" cy="9144000"/>
  <p:defaultTextStyle>
    <a:defPPr>
      <a:defRPr lang="ro-R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001" autoAdjust="0"/>
    <p:restoredTop sz="94665" autoAdjust="0"/>
  </p:normalViewPr>
  <p:slideViewPr>
    <p:cSldViewPr>
      <p:cViewPr varScale="1">
        <p:scale>
          <a:sx n="99" d="100"/>
          <a:sy n="99" d="100"/>
        </p:scale>
        <p:origin x="126" y="51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91439" cy="91439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tableStyles" Target="tableStyle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14T06:27:16.585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0 22,'3'-4,"2"-5,1 1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14T06:28:13.675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1297 333,'7'257,"12"-1,21 73,-5-141,-17-103,-4 1,1 56,-16-99,1-44,0 1,0 0,0 0,0 0,0 0,0-1,0 1,0 0,0 0,0 0,0-1,0 1,0 0,0 0,-1 0,1 0,0-1,0 1,0 0,0 0,0 0,0 0,0 0,-1 0,1-1,0 1,0 0,0 0,0 0,0 0,-1 0,1 0,0 0,0 0,0 0,-1 0,1 0,0-1,0 1,0 0,0 0,-1 0,1 0,0 1,0-1,0 0,-1 0,1 0,0 0,0 0,0 0,0 0,-1 0,1 0,0 0,-3-14</inkml:trace>
  <inkml:trace contextRef="#ctx0" brushRef="#br0" timeOffset="2105.372">1323 79,'104'6,"-1"-5,1-4,-1-5,0-4,4-5,215-21,-33 30,224 25,-230-4,-16-9,105-19,-250 11,-121 4,0 0,0 0,0 0,0 0,0 0,0 0,0 0,0 0,-1 1,1-1,0 0,0 1,0-1,0 1,-1-1,1 1,0-1,0 1,-1 0,1-1,0 1,-1 0,1-1,-1 1,1 0,-1 0,1 0,-1-1,0 1,1 0,-1 0,0 0,0 0,0 0,1 0,-1 0,0 0,0 0,0 0,-15 39,7-22,-6 33,3 1,2 0,2 1,2 0,2 36,0 665,8-516,17 75,-4-200,-10-68,-1 1,-3-1,-1 30,-3-64,1-9,-1-1,1 1,-1 0,0 0,0-1,0 1,0 0,0 0,0 0,0-1,0 1,-1 0,1 0,-1-1,0 1,1 0,-1-1,0 1,0-1,0 1,0-1,0 1,0-1,0 0,-1 1,1-1,0 0,-1 0,1 0,-1 0,1 0,-1 0,1-1,-1 1,-1 0,-137-9,-31 3,-136 14,235-5,-949 59,949-57,-295 22,-106 32,256-30,212-30,0 0,0 0,-1 0,1-1,0 0,0 0,0 0,0-1,0 1,0-1,1-1,-1 1,1 0,-1-1,1 0,0 0,0-1,0 1,0-1,1 1,-1-1,-1-3,3 4,0 0,0 0,0 1,0-1,0-1,1 1,-1 0,1 0,0-1,0 1,0 0,1-1,-1 1,1-1,0 1,0-1,0 1,0-1,0 1,1-1,0 1,0-1,0 1,0 0,0 0,0-1,1 1,0 0,0 0,1-1,12-23,-1 0,0-1,-2 0,-2-1,0-1,-2 1,-1-1,-2-1,1-12,-6 11,0-1,-2 1,-2 0,0 0,-2 0,-2 1,-1 0,-1 0,-4-5,-2 5,9 55,15 15,-2-29</inkml:trace>
  <inkml:trace contextRef="#ctx0" brushRef="#br0" timeOffset="2623.986">1818 1282,'21'2,"17"1,15-2,11-4,8-3,6-4,1 1,-3 1,-7 2,-9 3,-12 1,-10-1,-13-3,-10 1</inkml:trace>
  <inkml:trace contextRef="#ctx0" brushRef="#br0" timeOffset="2968.579">2098 975,'-2'3,"0"0,0 1,0-1,0 1,0-1,1 1,0-1,-1 1,1 0,1 0,-1 0,0 0,1-1,0 4,0-5,0-1,0 1,1-1,-1 1,1-1,-1 1,1-1,-1 1,1-1,0 0,-1 1,1-1,0 0,0 0,0 0,0 1,0-1,0 0,1 0,-1-1,0 1,0 0,1 0,-1-1,0 1,1 0,-1-1,1 1,-1-1,1 0,-1 0,1 1,-1-1,1 0,-1 0,1 0,-1-1,1 1,-1 0,3-1,0 1,0-1,-1 0,1-1,0 1,-1-1,1 1,-1-1,0 0,1 0,-1 0,0-1,0 1,-1-1,1 0,0 0,-1 0,0 0,0 0,0 0,0-1,0 1,0-1,-1 1,0-1,1-3,0 2,0-1,-1 0,0 0,0 1,0-1,-1 0,1 0,-2 0,1 0,-1 0,1 0,-2 0,1 1,-1-1,1 0,-2 1,0-3,1 5,0 0,0 0,0 0,0 0,0 0,-1 1,1-1,-1 1,0-1,1 1,-1 0,0 0,-1 1,1-1,0 1,0-1,-1 1,1 0,-1 0,1 0,-1 1,1-1,-1 1,1 0,-1 0,1 0,-1 1,1-1,-1 1,1 0,-1 0,1 0,-1 0,1 0,0 1,0 0,0-1,0 1,0 0,0 1,0-1,-2 3,0 3,-1 1,1 1,0-1,1 1,0-1,0 1,1 0,0 1,1-1,0 8,-6 27</inkml:trace>
  <inkml:trace contextRef="#ctx0" brushRef="#br0" timeOffset="3270.978">2246 1669,'2'2,"1"-1,-1 0,1 0,0 0,-1-1,1 1,0-1,-1 1,1-1,0 0,0 0,0 0,-1 0,1-1,0 1,-1-1,1 1,0-1,-1 0,1 0,-1 0,1-1,-1 1,1 0,-1-1,0 0,0 1,0-1,0 0,0 0,0 0,0-1,-1 1,1 0,-1-1,0 1,1-1,-1 1,0-1,-1 1,1-1,0 0,-1 1,1-1,-1 0,0 0,0 0,0 1,0-1,-1 0,0-1,0 0,0 1,-1 0,0-1,1 1,-1 0,-1 0,1 0,0 0,-1 0,1 1,-1-1,0 1,0-1,0 1,0 0,0 0,0 0,-1 1,1-1,-1 1,1 0,-1 0,1 0,-1 0,0 1,1-1,-1 1,0 0,0 0,1 1,-1-1,0 1,1-1,-1 1,0 0,1 1,0-1,-1 1,1-1,0 1,-3 2,1-1,1 1,-1 0,1 0,0 1,0-1,1 1,-1 0,1 0,0 0,0 1,1-1,-1 1,1-1,0 1,1 0,0 0,-1 2,3-6,-1 1,1-1,0 1,0-1,0 0,0 1,0-1,0 0,1 0,-1 0,1 0,-1 0,1 0,0 0,0 0,0-1,0 1,0-1,0 1,1-1,-1 0,0 0,1 0,-1 0,0 0,1-1,-1 1,1-1,0 1,-1-1,1 0,-1 0,1 0,-1 0,1-1,0 1,-1-1,0 1,3-2,32-1</inkml:trace>
  <inkml:trace contextRef="#ctx0" brushRef="#br0" timeOffset="3936.227">3035 1028,'-91'102,"91"-101,-1 0,1 0,-1 0,1 0,-1 0,0-1,1 1,-1 0,0-1,1 1,-1 0,0-1,0 1,1-1,-1 1,0-1,0 1,0-1,0 0,0 1,0-1,0 0,0 0,0 0,0 0,0 0,0 0,0 0,0 0,1 0,-1 0,0 0,0-1,0 1,0 0,0-1,0 1,0 0,0-1,1 1,-1-1,0 0,0 1,1-1,-1 0,0 1,1-1,-1 0,0 0,1 0,-1 1,1-1,0 0,-1 0,1-1,0-11,1-1,1 1,0-1,0 1,2 0,0 0,0 0,1 0,1 1,0 0,4-7,-5 8,1 0,-1 0,2 0,-1 1,2 0,-1 0,1 0,1 1,0 1,0-1,1 1,-1 1,2 0,8-5,-17 12,1-1,-1 0,1 1,-1-1,1 1,-1 0,1 0,-1 0,1 0,0 0,-1 0,1 1,-1-1,1 1,-1 0,0 0,1 0,-1 0,0 0,1 0,-1 1,0-1,0 1,0-1,0 1,-1 0,1 0,0 0,-1 0,1 0,-1 0,0 0,0 1,1-1,28 87,-26-61,-1 0,-1 0,-1 0,-1 0,-2 0,-1 1,-1-2,-1 1,-2 0,-1-1,-1 0,-1-1,-1 0,-1-1,-2 0,0-1,-2 0,-1-1,0-1,-5 3,14-16,1-1,-2 0,1 0,-1-1,0 0,0-1,-1 0,0 0,0-1,-1 0,-1 0,11-5,-1 1,1-1,0 1,-1-1,1 0,-1 1,1-1,0 0,-1 0,1 0,0 0,-1 0,1-1,-1 1,1 0,0-1,-1 1,1-1,0 1,0-1,-1 0,1 1,0-1,0 0,0 0,0 0,0 0,0 0,0 0,0 0,0 0,0 0,1 0,-1-1,0 1,1 0,-1 0,1-1,-1 1,1 0,0-1,0 1,-1-1,1 1,0 0,0-1,0 1,10-67,34-1,-42 67,0 0,0 0,0 0,0 0,0 1,1-1,-1 1,1-1,-1 1,1 0,-1 0,1 0,0 1,-1-1,1 0,0 1,-1 0,1 0,0 0,0 0,0 0,-1 0,1 1,0-1,-1 1,1 0,0 0,1 0,7 7,-1-1,0 1,0 1,0 0,-1 0,-1 1,1 0,-1 0,-1 1,0 1,14 17,-16-21,0 0,1 0,0 0,0-1,0 1,1-2,1 1,-1-1,1 0,0 0,0-1,0 0,1-1,0 0,0 0,0-1,0 0,1 0,-1-1,1 0,-1-1,1 0,0-1,-1 0,1 0,4-2,6-5,0-1,-1-1,1-1,-2 0,0-2,0 0,-1-1,0 0,-1-2,-1 0,5-7,14-14</inkml:trace>
  <inkml:trace contextRef="#ctx0" brushRef="#br0" timeOffset="4438.883">4117 1001,'23'3,"23"-1,22-1,25-8,21-6,16-4,14-3,7 1,3 1,-4 1,-8 4,-11 2,-17 2,-19 3,-23 0,-24 1</inkml:trace>
  <inkml:trace contextRef="#ctx0" brushRef="#br0" timeOffset="5152.999">0 1055,'23'0,"21"0,19 0,17 0,17-2,15-4,12 0,9-1,3 0,-2-1,-7 1,-12 2,-16-1,-19 1,-15-1,-17 0,-16-3,-15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14T06:28:23.214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7099 795,'-16'-11,"0"0,-1 1,-1 0,1 2,-1 0,-1 1,0 1,-13-3,25 7,0 1,0-1,0 2,0-1,0 1,1 0,-1 0,0 1,0 0,0 0,0 0,0 1,1 0,-1 1,1-1,-1 1,1 1,0-1,0 1,0 0,1 0,0 1,-1 0,1-1,-3 6,5-5,0 0,0 0,0 0,1 0,-1 1,1-1,1 1,-1-1,1 1,0 0,0 0,1 0,0-1,0 1,0 0,0 0,1 0,0 0,1-1,-1 1,1-1,0 1,0-1,1 1,-1-1,1 0,1 0,-1 0,1-1,-1 1,1-1,0 0,1 0,-1 0,1-1,0 1,0-1,0 0,0-1,0 1,1-1,-1 0,3 0,3 1,-1-1,1 0,0-1,0 0,-1 0,1-2,0 1,0-1,0-1,-1 0,1 0,-1-1,0 0,1-1,-1 0,-1-1,4-2,6-4,-1 0,0-1,-1-1,0-1,-1 0,-1-1,0-1,3-5,-2-3,-2-1,-1-1,-1 0,-1 0,-1-2,-2 1,0-1,-2 0,-1 0,-2 0,0-1,-2 0,-1 1,-2-1,-3-20,-17-76,22 123,0 0,0 0,-1 0,1 0,0 0,-1 0,1 0,-1 0,0 0,0 0,1 0,-1 1,0-1,0 0,-1 1,1-1,0 0,-1 1,1 0,-1-1,1 1,-1 0,1 0,-1 0,0 0,0 0,1 0,-1 0,0 1,0-1,0 1,0-1,0 1,0 0,0-1,0 1,0 0,0 1,0-1,0 0,0 0,0 1,0-1,0 1,0 0,1 0,-1-1,0 2,-6 5,2 0,-1 1,1 0,0 0,1 1,-1-1,2 1,-1 0,0 5,-9 19,2 0,2 1,0 0,3 1,1 0,1 0,2 1,2-1,1 1,4 28,-3-50,0 0,2 0,-1-1,2 1,0-1,1 1,0-2,0 1,2 0,0-1,0 0,1-1,0 0,1 0,0 0,1-1,0-1,1 0,0 0,0-1,1 0,0-1,0 0,1-1,-1-1,2 0,-1-1,0 0,1-1,0 0,10 0,-10-4,0 0,0-1,0 0,-1-1,1-1,-1 0,0-1,0 0,0-1,-1-1,0 0,0 0,-1-1,0-1,0 0,-1 0,0-1,0 0,-1-1,-1 0,0-1,0 1,-2-1,1-1,-1 0,-1 1,0-2,-1 1,0 0,0-11,-3 22,0-1,0 0,0 0,-1 1,1-1,-1 0,0 0,0 0,0 0,0 0,-1 0,1 1,-1-1,1 0,-1 0,0 1,0-1,-1 0,1 1,0-1,-1 1,1-1,-1 1,0 0,0 0,0 0,0 0,0 0,-1 0,1 0,0 1,-1-1,1 1,-1 0,0 0,1 0,-1 0,0 0,0 0,1 1,-1 0,-3-1,-2 4,0 0,0 1,0 0,0 0,1 1,0 0,0 0,0 1,1 0,0 0,0 1,0-1,1 1,0 0,0 1,0-1,1 1,1 0,-1 0,1 0,1 1,-1-1,1 0,1 1,0 0,0 5,0-7,0 0,1 0,0 0,1-1,0 1,0 0,0 0,1 0,0 0,0-1,0 1,1-1,0 0,0 1,1-1,0-1,0 1,0-1,1 1,0-1,0 0,0-1,1 1,-1-1,1 0,0-1,0 1,0-1,1 0,6 1,7 3,0-2,1 0,0-2,0 0,1-1,8-1,49-1</inkml:trace>
  <inkml:trace contextRef="#ctx0" brushRef="#br0" timeOffset="4060.445">16711 328,'37'-6,"0"3,0 1,0 2,1 1,-1 2,-1 2,1 1,-1 2,35 12,-66-19,0 0,0 0,0 1,0 0,0 0,0 0,-1 0,1 1,-1 0,0 0,0 0,0 0,0 1,0 0,-1 0,1 0,-1 0,0 0,0 0,-1 1,1 0,-1-1,0 1,-1 0,1 0,-1 0,0 0,0 0,0 1,-1-1,0 0,0 0,0 0,0 1,-2 2,-7 7,-1 0,-1 0,0-1,-1 0,-1-1,0 0,-1-1,0-1,-1 0,0-1,-1-1,-11 6,18-10,-52 30,-64 48,124-83,0 0,0 1,0-1,0 1,0-1,1 1,-1 0,0-1,0 1,1 0,-1-1,1 1,-1 0,1 0,-1 0,1 0,-1-1,1 1,-1 0,1 0,0 0,0 0,0 0,-1 0,1 0,0 0,0 0,0 0,0 0,0 0,1 0,-1 0,0 0,0 0,1 0,-1-1,1 1,-1 0,0 0,1 0,0 0,-1-1,1 1,-1 0,1 0,0-1,0 1,-1-1,1 1,0 0,0-1,0 0,0 1,0-1,57 14,15-11,0-3,0-3,0-3,-1-4,7-4,12-2</inkml:trace>
  <inkml:trace contextRef="#ctx0" brushRef="#br0" timeOffset="4578.597">18863 368,'-1'-4,"0"0,-1 0,1 0,-1 0,1 0,-1 0,0 1,-1-1,1 1,-1-1,0 1,1 0,-1 0,0 0,-1 0,1 1,-1-1,1 1,-1 0,0 0,1 0,-1 1,0-1,0 1,0 0,0 0,-1 0,1 1,0 0,0-1,0 1,-1 1,1-1,0 0,0 1,-2 1,-5 1,1 1,0 0,0 1,0 0,0 0,1 1,0 1,0 0,0 0,1 0,0 1,1 0,0 1,0 0,0 0,1 0,1 1,0 0,0 0,1 0,0 1,1-1,0 1,0 3,3-11,-1 1,1 0,0 0,1 0,-1-1,0 1,1 0,0 0,0-1,0 1,1 0,-1-1,1 1,0-1,0 0,0 0,0 0,0 0,1 0,0 0,-1 0,1-1,0 1,0-1,0 0,1 0,-1 0,0 0,1-1,1 1,5 2,-1-1,1 0,0-1,-1 0,1 0,0-1,0-1,0 0,1 0,-1 0,1-2,-3 1,1 0,-1-1,1 0,-1 0,0-1,0 0,0 0,0-1,0 0,-1 0,0-1,0 0,0 0,-1-1,1 0,-1 0,-1-1,1 1,-1-1,0 0,-1-1,1 1,-1-1,-1 0,0 0,0 0,0 0,-1 0,-1-1,1 1,-1-9,-8-25,6 42,1 0,-1 0,1 0,-1 0,0 0,1 0,-1 0,0 0,1 0,-1 0,0 0,1 0,-1 1,0-1,1 0,-1 0,1 1,-1-1,0 0,1 1,-1-1,1 1,-1-1,1 1,0-1,-1 1,1-1,-1 1,1-1,0 1,-1-1,1 1,0 0,0-1,0 1,-1-1,1 1,0 0,0-1,0 1,0 0,0-1,0 1,0 0,0-1,0 1,0 0,1-1,-1 1,0 0,0-1,1 1,-1-1,1 1,1 10,1-1,0 0,0 0,1-1,1 1,0-1,0 0,0 0,1 0,1-1,0 0,0 0,0-1,1 0,0 0,0-1,1 0,0 0,0-1,0 0,0-1,1 1,6 0,18 8,0-2,1-1,0-2,1-1,0-2,0-1,0-2,4-2,24-1</inkml:trace>
  <inkml:trace contextRef="#ctx0" brushRef="#br0" timeOffset="-2690.152">1765 836,'-14'-10,"6"6,0 1,0 1,0-1,0 2,0-1,0 1,-1 0,1 0,0 1,-1 1,1-1,0 1,-1 1,1-1,0 1,0 1,0 0,0 0,1 0,-1 1,1 0,0 0,0 1,0 0,1 1,0-1,0 1,0 0,0 0,1 1,0 0,-1 2,3-2,-1-1,2 0,-1 1,0-1,1 1,0 0,1 0,0 0,0 0,0 0,1 0,0 0,0 0,1 0,0 0,0 0,1 0,0 0,0 0,0 0,1-1,0 1,0-1,1 0,0 0,0 0,0-1,1 1,-1-1,1 0,1 0,-1-1,1 1,0-1,0 0,0-1,6 2,0 0,0-1,1 0,-1-1,1-1,0 0,0-1,-1 0,1-1,0 0,0-1,0 0,0-1,-1-1,1 0,6-3,15-6,-1-1,-1-1,0-2,-1-2,12-9,0 0,-2-3,-1-1,-2-2,-1-2,1-4,-36 38,0 0,0-1,0 1,0 0,-1-1,1 1,0-1,-1 0,1 0,-1 1,0-1,0 0,0 0,0 0,0 0,0-1,0 1,0 0,-1 0,1 0,-1-1,0 1,0 0,0 0,0-1,0 1,0 0,0 0,-1-1,1 1,-1 0,0 0,1 0,-1-1,0 1,0 0,-1 0,1 1,0-1,-1 0,1 0,-1 1,1-1,-1 0,0 1,0 0,0-1,-2 0,0 0,-1 0,1 0,-1 0,0 1,1 0,-1 0,0 0,0 0,1 1,-1 0,0 0,0 0,0 1,0-1,1 1,-1 0,0 1,1-1,-1 1,1 0,-1 0,1 0,0 1,0-1,0 1,0 0,0 0,1 1,-1-1,1 1,0 0,0-1,1 1,-1 1,1-1,-1 0,1 1,1-1,-1 1,0 5,0 0,1 1,0-1,0 0,1 0,1 0,0 1,0-1,1 0,0 0,1 0,0-1,1 1,0-1,0 1,1-1,0 0,0-1,1 1,1-1,-1-1,1 1,0-1,1 0,0 0,0-1,0 0,1-1,0 0,0 0,0-1,1 0,7 2,-1-2,0-1,-1-1,1-1,0 0,0 0,0-2,0 0,0-1,0-1,0 0,-1-1,12-4,22-11</inkml:trace>
  <inkml:trace contextRef="#ctx0" brushRef="#br0" timeOffset="-1099.707">2794 823,'26'-13,"-1"-1,-1-1,0-1,-2-1,1-1,-2-1,-1 0,0-2,4-7,-10 11,1-2,-2 0,-1 0,0-1,-1-1,-2 0,0 0,-1-1,-1 0,-1-1,-1 1,-1-1,-1 0,-1 0,-1 0,-1-1,-2-16,1 34,1 0,-1 0,0 0,0 0,-1 0,1 1,-1-1,-1 0,1 1,-1 0,0-1,0 1,-1 0,1 1,-1-1,0 0,0 1,-1 0,1 0,-1 1,0-1,0 1,0 0,-1 0,1 0,-1 1,1 0,-1 0,0 1,0-1,-3 1,2 1,0 1,0 1,0-1,0 1,1 0,-1 1,1 0,-1 0,1 0,0 0,0 1,1 0,-1 1,1-1,0 1,0 0,0 0,1 1,-1-1,1 1,-2 5,-5 8,1-1,1 1,1 1,1-1,0 1,-2 16,1-2,2-1,2 1,0-1,3 1,1 0,1 0,2 0,1 0,2-1,1 1,1-2,2 1,2-1,1-1,1 0,1-1,2 0,1-1,2-1,9 9,-19-26,0 0,1-1,0-1,1 0,0 0,1-1,-1-1,2 0,1 0,-10-5,0 0,1 0,-1 0,1-1,-1 0,1 0,-1 0,1-1,0 0,-1 0,1 0,0-1,-1 0,1 0,0 0,-1-1,0 1,1-1,-1-1,0 1,0-1,0 0,0 0,3-3,5-8,0 0,-1-1,-1 0,0 0,-1-2,-1 1,0-1,-1-1,16-27,41-48,-64 93,-1-1,0 0,1 1,-1-1,1 1,-1-1,1 0,-1 1,1-1,-1 1,1 0,0-1,-1 1,1-1,0 1,-1 0,1-1,0 1,-1 0,1 0,0 0,0 0,-1 0,1 0,0-1,0 2,-1-1,1 0,0 0,0 0,-1 0,1 0,0 1,-1-1,1 0,0 0,-1 1,1-1,0 1,-1-1,1 1,-1-1,1 1,-1-1,1 1,-1-1,1 1,-1 0,1-1,-1 1,0 0,1-1,-1 1,0 0,8 44,-7 14,-2-45,0 0,1-1,1 1,0 0,1 0,1-1,0 1,1-1,3 8,-5-18,0 1,0-1,0 0,1 0,-1 0,1 0,-1 0,1-1,0 1,0-1,0 0,1 0,-1 0,0 0,1 0,0-1,-1 0,1 1,0-1,-1-1,1 1,0 0,0-1,0 0,-1 0,1 0,0 0,2-1,6-1,0-1,0 1,0-2,0 0,-1 0,1-1,-1-1,3-2,1-1,0-1,0-1,-2 0,1-1,-1-1,-1 0,-1 0,0-2,0 1,-1-1,-1-1,-1 1,0-1,-1-1,2-8,-1 2,-2 45,-7-18,1 5,-1 0,1 0,0 0,1 0,0 0,0 0,1 0,1 0,-1 0,1-1,1 1,-1-1,1 0,1 0,0-1,0 1,0-1,1 0,0 0,0-1,1 1,0-1,0-1,0 0,1 0,0 0,0-1,4 2,5 0,0-2,0 0,1-1,-1-1,1 0,0-1,-1-1,1-1,0-1,-1 0,1-1,-1-1,0-1,0 0,-1-1,1-1,-1 0,0-1,-1-1,0-1,-1 0,0-1,0 0,-1-1,-1 0,7-9,-4-7,0-1,-2 0,-1-1,-2 0,-1-1,-1 0,-2 0,-1-1,-1 0,-2 0,-1 0,-1-5,1-9,-1-1,-2 1,-2 0,-3 0,-1 1,-2 0,-2 0,-33-33,44 76,-1 1,1-1,-1 1,0-1,1 1,-1 0,0 0,0 0,0 0,0 0,0 1,0-1,0 1,0-1,0 1,-1-1,1 1,0 0,0 0,0 0,0 1,0-1,-1 0,1 1,0-1,0 1,0 0,0 0,0-1,0 1,1 1,-1-1,0 0,0 0,1 1,-1-1,1 1,-2 1,-7 9,1 0,0 1,1 0,0 1,1 0,1 0,0 0,1 1,0 0,1 0,1 0,0 0,2 1,-9 29,3 1,2 0,2 0,2 0,2 1,2-1,2 0,2 0,2-1,2 0,14 35,-18-65,0 0,1 0,0-1,1 0,1-1,0 0,0 0,2-1,-1-1,14 10,-19-16,0 0,1-1,0 0,0 0,0 0,0-1,1 0,-1-1,1 1,-1-2,1 1,0-1,0 0,0 0,0-1,0 0,0-1,0 0,-1 0,1-1,0 0,0 0,3-2,4-4,1-1,-1 0,0-1,-1-1,-1 0,1-1,-2-1,0 0,7-10,-2 4,-17 18,0 1,1-1,-1 0,1 0,-1 0,1 0,-1 0,1 1,-1-1,1 0,0 0,-1 1,1-1,0 0,-1 1,1-1,0 1,0-1,0 1,0-1,0 1,0 0,-1-1,1 1,0 0,0 0,0 0,0 0,0-1,0 1,0 1,0-1,0 0,0 0,0 0,0 0,0 1,0-1,0 0,0 1,-1-1,1 1,0-1,0 1,0 0,-1-1,1 1,0-1,-1 1,1 0,0 0,-1 0,1-1,-1 1,1 0,-1 0,0 0,1 0,-1 0,0 0,1 0,-1 0,0 0,0 0,0 0,0 0,1 2,0 3,1 0,-1 1,2-1,-1 0,1 0,-1 0,2 0,-1-1,1 1,-1-1,2 0,-1 0,0 0,1 0,0-1,0 0,1 0,4 3,-1-4,0 1,0-1,1 0,-1-1,1 0,0-1,-1 0,1 0,0-1,0-1,0 1,-1-2,1 1,0-1,-1-1,10-3,-13 4,-1 0,1-1,0 1,-1-1,0-1,0 1,0-1,0 0,0 0,-1 0,0-1,0 1,0-1,0 0,-1 0,0-1,0 1,0 0,-1-1,0 0,0 0,0 0,-1 0,0 0,0 0,0 0,-1-2,1 2,-1 1,0-1,0 0,0 1,-1-1,0 1,0-1,0 1,-1-1,0 1,0 0,0 0,-1 0,0 0,1 0,-2 1,1-1,-1 1,1 0,-1 0,0 0,-1 0,1 1,0-1,-1 1,0 0,0 1,0-1,0 1,0 0,-1 0,1 1,-1-1,1 1,-1 1,0-1,-4 3,0 0,0 1,1 0,-1 1,1 0,-1 0,1 1,1 1,-1-1,1 1,0 0,0 1,1 0,0 0,0 1,1 0,-1 0,2 1,-1-1,1 1,1 0,0 1,0-1,1 1,-1 3,2-9,0 0,1 0,0 0,0 0,0 0,0 1,1-1,-1 0,1 0,0 1,0-1,1 0,0 1,-1-1,1 0,0 0,1 0,-1 0,1 0,0 0,0 0,0 0,0-1,1 1,0-1,-1 0,1 0,0 0,1 0,-1 0,0 0,1-1,1 1,2 0,0-1,0 0,0 0,1 0,-1-1,0 0,1 0,-1-1,1 0,-1 0,1-1,-1 0,1 0,-1-1,0 0,1-1,34-11</inkml:trace>
  <inkml:trace contextRef="#ctx0" brushRef="#br0" timeOffset="-837.407">5134 381,'-16'5,"-12"5,-6 9,1 7,5 7,9 4,11 0,14-1,6-7</inkml:trace>
  <inkml:trace contextRef="#ctx0" brushRef="#br0" timeOffset="-609.364">5307 956,'3'18,"2"11,6 2,4-3,6-5,7-6,13-8,13-11,16-11,-5-4</inkml:trace>
  <inkml:trace contextRef="#ctx0" brushRef="#br0" timeOffset="13997.613">17085 2119,'-17'-3,"-1"0,0 1,0 0,0 2,0 0,0 1,0 1,0 1,0 0,1 2,-1-1,1 2,0 1,1 0,0 1,0 0,0 2,1 0,-1 2,-26 45,41-56,0 1,1 0,-1 0,1 0,-1 0,1 0,0-1,0 1,0 0,0 0,0 0,0 0,0 0,1 0,-1 0,1 0,0-1,-1 1,1 0,0 0,0-1,0 1,0 0,0-1,0 1,1-1,-1 1,0-1,1 0,-1 0,1 1,-1-1,1 0,1 0,10 4,0-2,0 0,0 0,1-1,-1-1,0 0,1-1,-1 0,1-1,-1 0,1-2,-1 1,0-2,0 1,-1-2,13-5,-8 4,-1 0,0-1,-1-1,1-1,-1 0,-1-1,0 0,0-1,-1-1,-1 0,0 0,0-2,-2 1,1-1,-2-1,0 0,-1 0,0-1,4-14,-4 5,-2-1,-1 1,0-1,-3 0,0 0,-1 0,-1-1,-2 1,-1 0,-1 0,-1 1,-7-24,10 43,-1-1,1 1,-1 0,-1 0,1 0,-1 0,0 0,0 1,0 0,-1 0,-2-2,5 5,0 1,0-1,0 1,-1 0,1-1,0 1,-1 0,1 1,0-1,-1 0,1 1,-1-1,1 1,-1 0,1 0,-1 0,0 0,1 0,-1 0,1 1,-1-1,1 1,0 0,-1 0,1 0,0 0,-1 0,1 0,0 1,0-1,-1 1,-8 9,1 0,1 1,0 0,0 0,1 1,1 0,0 0,1 0,0 1,1 0,1 1,0-1,1 1,1-1,0 1,0 8,0-3,1 1,1 0,1-1,0 1,2-1,0 1,1-1,1 0,1-1,1 1,1-1,0 0,8 11,-9-17,1-1,0 0,1-1,0 0,1-1,0 1,0-2,1 0,0 0,1-1,0 0,0-1,1 0,0-1,0-1,1 0,-1 0,1-2,0 0,3 0,-7-2,1 0,-1-1,1 0,0-1,-1-1,1 1,-1-2,1 1,-1-1,0-1,0 0,-1-1,1 1,-1-2,0 1,0-1,-1-1,1 0,-2 0,1 0,-1-1,0 0,0-1,-1 1,0-1,-1 0,0-1,0 1,-1-1,0 0,1-7,-1 6,0 0,-1-1,-1 1,1 0,-2-1,0 0,0 1,-1-1,0 0,-1 1,0-1,-1 0,-1 1,0 0,-1-2,4 11,0 1,-1-1,1 1,-1 0,0-1,1 1,-1 0,0 0,0-1,0 1,0 0,0 0,0 0,0 0,0 0,0 0,-1 1,1-1,0 0,-1 0,1 1,0-1,-1 1,1 0,0-1,-1 1,1 0,-1 0,1-1,-1 1,1 0,-1 1,1-1,-1 0,1 0,-1 1,1-1,0 1,-1-1,1 1,0-1,-1 1,1 0,0 0,0 0,0-1,-1 2,-4 4,0 1,0 0,1 1,0-1,1 1,0 0,0 0,0 1,1-1,0 1,1-1,0 1,0 0,1 0,0 0,1 0,0 0,0 0,1 0,0 0,0 0,1 0,1-1,0 4,2-3,0 0,0-1,1 0,0 0,0 0,1-1,0 0,0 0,1-1,0 0,0 0,0-1,1 0,-1-1,1 1,0-2,1 1,3 0,52 17</inkml:trace>
  <inkml:trace contextRef="#ctx0" brushRef="#br0" timeOffset="14249.504">18569 1799,'-5'18,"-1"15,1 13,2 9,8 0,6-1,4-8,2-11,-2-13</inkml:trace>
  <inkml:trace contextRef="#ctx0" brushRef="#br0" timeOffset="14927.033">18448 1504,'35'6,"-1"2,-1 2,0 0,0 3,-1 0,-1 2,0 2,22 16,-35-22,-1 0,-1 1,0 1,-1 0,-1 1,0 1,0 0,-2 1,0 0,0 1,-2 1,0 0,-1 0,-1 0,-1 1,0 1,-2-1,0 1,0 6,0 105,-6-128,1-1,-1 1,1 0,0 0,0-1,1 1,-1 0,1-1,-1 1,1 0,0-1,0 1,0-1,0 1,0-1,0 0,1 1,-1-1,1 0,0 0,0 0,-1 0,1 0,1 0,-1-1,0 1,0-1,1 1,-1-1,0 0,1 0,0 0,-1 0,1 0,-1-1,2 1,5-1,0-1,0 0,0-1,0 0,0 0,0-1,-1 0,1-1,-1 0,0 0,0-1,0 1,-1-2,1 1,-1-1,0 0,-1-1,0 0,0 0,0 0,-1 0,0-1,-1 0,1 0,-1-1,-1 1,2-5,4-14,-1 0,-1 0,-1 0,-1-1,-2 0,0-25,-2 26,-1 27,0 0,0 0,0 1,0-1,1 0,-1 0,0 1,0-1,0 0,0 1,0-1,0 0,0 0,0 1,0-1,0 0,0 0,0 1,0-1,0 0,0 1,0-1,0 0,-1 0,1 1,0-1,0 0,0 0,0 1,0-1,-1 0,1 0,0 0,0 1,0-1,-1 0,1 0,0 0,0 0,-1 0,1 1,0-1,0 0,-1 0,1 0,0 0,-1 0,1 0,0 0,0 0,-1 0,1 0,0 0,0 0,-1 0,1 0,0 0,-2 13,0 1,1 0,1 0,1 0,0 0,0 0,1-1,1 1,1-1,0 1,3 6,-5-14,0 0,1 0,0-1,0 1,0-1,1 1,-1-1,1-1,0 1,1 0,-1-1,1 0,0 0,0 0,0-1,1 0,-1 0,1 0,0 0,-1-1,1 0,0 0,1-1,-1 0,0 0,6 0,-7-1,1-1,-1 0,0 0,1 0,-1 0,0-1,0 0,0 0,0 0,0-1,0 0,-1 0,1 0,-1 0,0-1,0 0,0 0,0 0,-1 0,0 0,0-1,0 1,0-2,50-119,-28 30,-5-2,-4 0,2-89,-17 183,3-35,-2 0,-1-1,-2 1,-1 0,-5-20,-13 8,19 49,1 0,-1 0,0 0,0 0,0 0,0 0,0 0,0 1,0-1,0 0,0 1,0-1,0 0,-1 1,1 0,0-1,0 1,-1 0,1-1,0 1,0 0,-1 0,1 0,0 0,-1 0,1 0,0 1,0-1,-1 0,1 1,0-1,0 1,0-1,-1 1,1-1,0 1,0 0,0 0,-5 4,0 0,1 1,0-1,0 1,1 0,-1 1,1-1,1 1,-1 0,1 0,1 0,-3 5,-7 27,2 1,1 0,2 1,1 0,3 0,1 0,2 0,2 5,2-2,1 0,3 0,1 0,2-1,3 0,1-2,1 1,3-2,1 0,2-1,2-2,1 0,2-2,7 6,-31-38,0 2,1 0,0 0,0-1,0 1,1-1,0 0,-1 0,1-1,1 1,-1-1,0 0,1 0,0-1,-1 0,1 0,0 0,3 0,8-5</inkml:trace>
  <inkml:trace contextRef="#ctx0" brushRef="#br0" timeOffset="15098.601">19491 1451,'16'-9,"26"-1,28 6,28 8,14 10,6 12,-19 2</inkml:trace>
  <inkml:trace contextRef="#ctx0" brushRef="#br0" timeOffset="16335.328">20094 2226,'10'-40,"-1"-1,-3-1,-1 0,-1 0,-3 0,-2 0,-1 1,-2-1,-6-22,9 63,1 0,-1 0,0 0,1 0,-1 0,1 0,-1-1,1 1,0 0,0 0,-1 0,1 0,0-1,0 1,0 0,0 0,0 0,0-1,1 1,-1 0,0 0,1 0,-1 0,1 0,-1-1,1 1,-1 0,1 0,0 0,-1 0,1 1,0-1,0 0,0 0,0 0,0 1,0-1,0 0,0 1,0-1,0 1,0-1,0 1,0-1,0 1,0 0,1 0,-1 0,0-1,0 1,0 0,1 1,-1-1,1 0,138 46,-69-24,-35-13,-1 2,0 2,-1 1,0 2,10 7,-40-21,0 1,0-1,0 1,-1 0,1 1,-1-1,1 1,-1-1,0 1,-1 0,1 0,-1 0,1 0,-1 1,0-1,-1 1,1-1,-1 1,0 0,0-1,0 1,-1 0,0 0,0 0,0 4,-1-5,0 0,0 1,1-1,0 0,0 1,0-1,1 1,-1-1,1 0,0 1,0-1,1 0,-1 0,1 0,0 0,0 0,0 0,0 0,1-1,0 1,0-1,0 0,0 0,0 0,0 0,3 2,11 2,0-1,0 0,0-1,1 0,-1-2,1 0,0-1,0-1,0-1,0 0,11-2,-14 1,1-1,-1 0,0-1,0 0,0-1,0-1,-1 0,14-8,-22 10,0 0,0-1,0 1,0-1,-1-1,0 1,0-1,0 0,0 0,-1 0,0-1,0 0,0 1,-1-1,1-1,-2 1,1 0,-1-1,0 1,0-1,-1 0,0 6,-1-1,0 1,0-1,0 1,0 0,0-1,0 1,0-1,0 1,0 0,-1-1,1 1,-1-1,1 1,-1 0,0 0,1-1,-1 1,0 0,0 0,0 0,0 0,0 0,0 0,0 0,0 0,0 0,0 0,0 1,-1-1,1 1,0-1,0 0,-1 1,1 0,-1-1,1 1,0 0,-1 0,1 0,-1 0,1 0,0 0,-2 0,-63 14,56-9,0 0,0 0,1 1,0 0,0 1,1 0,-1 0,1 1,1 0,0 1,0-1,0 1,1 1,1-1,-1 1,2 0,-1 0,1 1,-2 8,6-16,-1 0,1 0,0 0,0 0,0 0,1 0,-1 0,1 0,-1 0,1 0,0 0,0 0,0 0,1-1,-1 1,1 0,-1-1,1 1,0-1,0 0,0 0,0 1,1-1,-1-1,0 1,1 0,-1 0,1-1,0 0,0 1,-1-1,1 0,0 0,1 0,4 1,1 0,-1-1,1 1,0-2,-1 1,1-1,0 0,-1-1,1 0,0-1,4-1,-4 0,0 0,0-1,0-1,0 1,0-1,-1-1,0 1,0-2,-1 1,4-5,7 6,-17 30,-1-23,0 0,-1 1,1-1,0 1,0-1,0 1,0 0,1-1,-1 1,1-1,-1 0,1 1,0-1,0 1,0-1,0 0,0 0,0 1,1-1,-1 0,1 0,0-1,0 1,-1 0,1 0,0-1,0 1,1-1,-1 0,0 0,0 1,1-1,-1-1,0 1,1 0,-1-1,1 1,-1-1,1 1,1-1,0 0,0 0,0 0,1-1,-1 1,0-1,0 0,1 0,-1 0,0-1,0 1,0-1,-1 0,1 0,0 0,-1-1,1 1,-1-1,0 0,0 0,0 0,0 0,0-1,-1 1,0-1,1 1,-1-1,-1 0,1 0,0-3,4-9,0-1,-2 0,0 0,-1 0,-1-1,0-11,-1-150,-1 174,0 4,-1 0,1 0,-1-1,1 1,0 0,0-1,-1 1,1 0,0-1,0 1,0 0,0-1,1 1,-1-1,0 1,1 0,-1 0,0-1,1 1,0 0,-1 0,1-1,0 1,-1 0,1 0,0 0,0 0,0 0,0 0,0 0,0 0,0 1,0-1,1 0,-1 0,0 1,0-1,1 1,-1 0,0-1,1 1,-1 0,0-1,1 1,138 69,-133-65,0-1,0 2,-1-1,1 1,-1 0,0 0,-1 1,1-1,-1 1,0 1,-1-1,1 1,-1-1,-1 1,1 0,-1 1,-1-1,1 0,-1 1,0 0,-1-1,0 1,0 4,1 26,-3-32,0 1,0-1,1 0,0 1,0-1,1 0,0 1,0-1,0 0,1 0,0 0,0 0,0 0,1 0,0 0,0-1,1 0,-1 1,1-1,0-1,1 1,-1 0,1-1,0 0,0 0,3 1,1-2,0 0,0-1,0 0,0 0,0-1,1 0,-1-1,1 0,-1 0,0-1,1-1,-1 1,0-1,0-1,0 0,0 0,-1-1,1 0,-1 0,0-1,0 0,0 0,-1-1,0 0,0-1,0 1,-1-1,0-1,-1 1,1-1,-1 0,2-5,2-3,0 0,-2-1,0 0,0-1,-2 1,0-1,-1 0,-1-1,0 1,-1-9,-2 27,0-1,1 0,-1 0,0 0,0 0,0 0,0 1,0-1,0 0,0 0,0 0,0 0,0 0,0 0,0 0,-1 1,1-1,0 0,-1 0,1 0,0 1,-1-1,1 0,-1 0,0 1,1-1,-1 0,1 1,-1-1,0 1,1-1,-1 1,0-1,0 1,0-1,1 1,-1 0,0-1,0 1,0 0,0 0,0 0,1 0,-1-1,0 1,0 1,0-1,0 0,0 0,0 0,0 0,1 0,-1 1,0-1,0 1,-6 5,0 0,1 1,0 0,0 0,1 0,0 1,0 0,1 0,-1 1,2-1,-1 1,1-1,1 1,0 1,-1-3,1 0,0 0,1 0,0 0,0 0,1 0,-1 0,1 0,1 0,0 0,0 0,0 0,1 0,0 0,0 0,0-1,1 1,0-1,1 1,-1-1,1 0,0-1,1 1,-1-1,1 0,0 0,1 0,-1 0,1-1,0 0,3 1,11 4,0-1,1-1,0 0,0-2,1-1,-1 0,1-2,7 0,38 3</inkml:trace>
  <inkml:trace contextRef="#ctx0" brushRef="#br0" timeOffset="3610.647">14839 582,'-6'-2,"-1"1,1 0,-1 0,1 0,-1 1,1 0,-1 0,1 0,-1 1,1 0,-1 1,1-1,0 1,-1 0,1 1,0-1,0 1,1 1,-1-1,1 1,-1 0,1 0,1 0,-1 1,-3 3,5-4,-1 0,1 0,0 0,0 0,1 1,-1-1,1 1,0 0,0 0,1 0,-1-1,1 2,0-1,1 0,-1 0,1 0,0 0,0 0,0 1,1-1,0 0,0 0,0 0,1 0,-1 0,1-1,1 1,-1 0,0-1,1 1,0-1,2 2,6 4,0 0,1-1,0-1,0 0,1 0,0-1,0-1,1 0,-1-1,1-1,1 0,-1-1,0 0,1-1,0-1,8 0,-1 1,-1-1,1-1,-1-1,1-2,-1 1,0-2,0-1,0-1,7-4,-19 7,0-1,0 0,-1-1,1 1,-1-2,0 1,-1-1,1-1,-1 1,-1-1,1 0,-1-1,0 1,-1-1,0-1,0 1,-1-1,0 0,0 1,-1-2,2-6,-3 10,-1 1,0 0,0-1,0 1,-1-1,1 1,-1-1,-1 1,1-1,-1 1,-1-6,1 12,0-1,1 0,-1 0,0 1,0-1,1 1,-1-1,0 0,1 1,-1 0,0-1,1 1,-1-1,1 1,-1 0,1-1,-1 1,1 0,0-1,-1 1,1 0,0 0,-1 0,1-1,0 1,0 0,0 0,0 0,0-1,0 1,0 0,0 0,0 0,0 0,0-1,1 2,-3 11,0 0,2 0,0 0,0 0,1 1,1-1,0 0,0 0,5 10,-6-19,1 1,0-1,0 1,0-1,0 0,1 0,0 0,-1 0,2 0,-1-1,0 1,1-1,-1 0,1 0,0 0,0-1,0 1,1-1,-1 0,0 0,1-1,-1 1,1-1,0 0,-1 0,1 0,0-1,3 0,3-1,1-1,-1-1,0 0,-1 0,1-1,-1-1,1 0,-1 0,-1-1,1 0,-1-1,0 0,0 0,-1-1,0 0,-1 0,1-1,-2 0,1-1,-1 1,-1-1,0 0,0-1,-1 1,0-1,1-5,-4 14,0-1,0 1,0-1,0 1,0-1,0 1,-1-1,1 0,-1 1,0-1,0 0,0 1,0-1,0 1,-1-1,1 0,-1 1,1-1,-1 1,0-1,0 1,0-1,-1 1,1 0,0-1,-1 1,-1-1,1 4,0 0,0 0,-1 0,1 1,0-1,0 1,0-1,0 1,1 0,-1-1,0 1,1 0,-1 0,1 0,0 1,-1-1,1 0,0 0,0 1,1-1,-1 0,0 1,1-1,0 1,-1-1,1 1,0-1,0 1,1 0,-2 2,0 0,1 0,0 0,1 0,-1 0,1 0,0 0,0 0,0 0,1 0,0-1,0 1,0 0,0-1,1 1,-1-1,1 0,1 0,-1 0,0 0,1-1,0 1,0-1,0 0,0 0,2 0,8 5,0 0,1-1,0-1,1 0,-1-1,1-1,7 1,44 8</inkml:trace>
  <inkml:trace contextRef="#ctx0" brushRef="#br0" timeOffset="788.656">9359 595,'-11'1,"1"-1,0 1,0 1,-1 0,1 0,0 1,1 0,-1 1,1 0,-1 1,1 0,0 0,1 1,-1 0,1 1,1-1,-1 1,1 1,0 0,1 0,-1 0,2 1,-1-1,1 2,1-1,0 0,0 1,0 0,2 0,-1 1,3-7,0 0,0 0,1 0,0-1,0 1,0 0,0-1,0 1,1-1,-1 1,1-1,0 0,0 0,1 0,-1 0,1 0,-1 0,1 0,0-1,0 1,0-1,0 0,0 0,1 0,-1-1,0 1,1-1,0 1,-1-1,1 0,0-1,-1 1,1-1,0 1,0-1,0 0,-1-1,1 1,0-1,0 1,-1-1,1 0,0-1,-1 1,1-1,-1 1,0-1,13-5,-1-1,0 0,0-1,-1-1,-1 0,1-1,-2 0,0-1,0-1,-1 0,0 0,-1-1,-1 0,0-1,-1 0,-1 0,0-1,-1 0,-1 0,0-1,-1 1,-1-1,-1 0,0 0,-1-15,3-30,-3 0,-2 1,-4-1,-2 0,-11-42,17 95,-26-62,26 70,0 1,0-1,0 1,0 0,0 0,0-1,0 1,0 0,0 0,0 0,0 0,0 0,0 1,0-1,0 0,0 0,0 1,0-1,0 0,0 1,0-1,0 1,0-1,1 1,-1 0,0-1,0 1,1 0,-1 0,0-1,1 1,-1 0,1 0,-1 0,1 0,-1 0,1 0,-1 0,1 0,0 0,0 0,-1 0,1 0,0 0,0 0,-11 30,2 1,1 1,2 0,0 0,3 0,1 0,1 18,-1-9,2 0,2 0,2 0,1 0,12 40,-14-68,2 1,-1-1,2 0,0 0,0-1,2 0,-1 0,2 0,-1-1,2 0,0-1,0 0,1-1,0 0,1 0,0-1,0-1,6 2,-10-5,1-1,0 0,1 0,-1-1,0-1,1 0,0 0,0 0,-1-1,1-1,0 0,0 0,0-1,-1 0,1-1,0 0,-1 0,1-1,-1-1,0 1,0-1,0-1,-1 0,1 0,-1 0,0-1,-1-1,1 1,-1-1,-1 0,1-1,-1 0,4-7,-4 1,0 0,-2 0,1-1,-2 0,0 0,0 0,-2 0,0 0,-1 0,0-1,-1 1,-2-9,-1 7,-5 33,6 6,1 1,1 1,0-1,2 0,1 0,1 0,1 0,1-1,1 1,1-1,3 7,-8-23,1-1,-1 1,1-1,0 0,0 0,1 0,-1 0,1-1,0 1,1-1,-1 0,1 0,-1-1,1 1,0-1,1 0,-1 0,0-1,1 0,-1 0,1 0,0 0,0-1,4 1,18-6</inkml:trace>
  <inkml:trace contextRef="#ctx0" brushRef="#br0" timeOffset="998.609">9933 141,'11'16,"11"7,2 0</inkml:trace>
  <inkml:trace contextRef="#ctx0" brushRef="#br0" timeOffset="1209.046">10294 582,'10'25,"1"0,2-1,0 0,1-1,1-1,1 0,1-1,1-1,1-1,1 0,3 0,-23-17,1-1,0 0,0 0,0 0,0 0,0 0,0 0,0 0,0 0,1 0,-1-1,0 1,0 0,1-1,-1 1,1-1,-1 1,0-1,1 0,-1 0,1 1,-1-1,1 0,-1 0,0-1,1 1,-1 0,1 0,-1-1,0 1,1-1,-1 1,1-1,-1 1,0-1,0 0,0 0,1 1,-1-1,0 0,0 0,0 0,0-1,0 1,0 0,-1 0,1 0,0-1,-1 1,4-16,-1 0,0 0,-2-1,0 1,-1-1,-1-7,0-6,0-15,8-106,-6 148,-1 0,1 0,0 0,1 0,-1 0,1 0,-1 0,1 1,0-1,1 1,-1-1,1 1,-1 0,1 0,0 0,0 0,0 1,0-1,1 1,-1 0,2-1,17-6</inkml:trace>
  <inkml:trace contextRef="#ctx0" brushRef="#br0" timeOffset="1410.508">11003 568,'2'14,"1"11,2 8,3 4,4 1,2-1,2-4,0-5,-1-9,-2-6</inkml:trace>
  <inkml:trace contextRef="#ctx0" brushRef="#br0" timeOffset="1663.831">10922 168,'0'0</inkml:trace>
  <inkml:trace contextRef="#ctx0" brushRef="#br0" timeOffset="2916.466">11471 488,'3'-1,"0"-1,0 1,0 0,1 0,-1 0,0 1,1-1,-1 1,0-1,1 1,-1 0,1 1,-1-1,0 0,1 1,-1 0,0 0,2 1,9 4,-1 0,0 1,-1 1,0 0,0 1,-1 0,0 1,-1 0,0 0,0 1,-1 1,-1 0,0 0,0 0,-1 1,-1 0,1 2,7 18,-2-1,-1 1,-1 1,-2 0,-2 0,-1 1,-1-1,-1 21,-4 55,-5 0,-5 5,-2 22,13-134,2 131,-1-129,0 0,0 0,1 0,-1 0,1 0,0 0,0-1,1 1,0-1,-1 1,2-1,-1 0,0 0,1 0,-1-1,1 1,0-1,1 0,-1 0,0 0,1-1,-1 1,1-1,1 0,-3-1,1 0,0 0,-1 0,1 0,0-1,0 0,0 0,0 0,0 0,0 0,-1-1,1 0,0 0,0 0,-1 0,1 0,0-1,-1 0,0 0,1 0,-1 0,0 0,0 0,0-1,0 0,0 1,-1-1,1 0,-1-1,0 1,0 0,0 0,0-1,-1 0,1 1,-1-1,0 0,0 1,0-1,-1 0,1 0,-1 0,1-19,-1 0,-1 1,-1-1,-1 1,-1-1,-1 1,-1 0,0 0,-2 1,-1 0,-5-8,-7-18,-3 2,-1 0,-2 1,-3 2,-1 1,-2 1,-1 2,-37-31,11 11,60 58,-1-1,1 1,0-1,-1 0,1 1,0-1,0 1,0-1,-1 1,1-1,0 0,0 1,0-1,0 1,0-1,0 0,0 1,0-1,0 1,0-1,1 0,-1 1,0-1,0 1,1-1,-1 1,0-1,0 1,1-1,-1 1,1-1,-1 1,0-1,1 1,-1-1,1 1,-1 0,1-1,-1 1,1 0,0 0,-1-1,1 1,-1 0,1 0,-1 0,1 0,0 0,-1 0,1 0,-1 0,1 0,0 0,-1 0,1 0,-1 0,1 0,0 0,0 1,242-13,-188 9,0-3,0-2,-1-3,0-2,5-4,-57 17,-1 0,0 0,1 0,-1 0,1 0,-1-1,1 1,-1 0,0-1,1 1,-1-1,0 1,0-1,1 0,-1 0,0 1,0-1,0 0,0 0,0 0,0 0,0 0,0 0,0-1,0 1,-1 0,1 0,0-1,-1 1,1 0,-1-1,0 1,1 0,-1-1,0 1,0-1,0 1,0 0,0-1,0 1,0-1,0 1,-1 0,1-1,-7-3,-1 2,1-1,-1 1,0 0,1 1,-1 0,-1 0,1 1,0-1,0 2,0-1,-1 2,1-1,-4 1,6-1,0-1,0 1,0 1,-1-1,1 1,0 0,0 1,0 0,0-1,0 2,1-1,-1 1,0 0,1 0,0 0,0 1,0 0,0 0,1 0,-1 1,1-1,0 1,0 0,1 0,0 0,0 1,0-1,-1 4,3-6,1 0,0 0,0-1,0 1,0 0,0 0,1 0,-1-1,1 1,-1 0,1-1,0 1,0 0,1-1,-1 1,0-1,1 0,-1 1,1-1,0 0,0 0,0 0,0 0,0 0,0-1,0 1,1-1,-1 1,1-1,-1 0,1 0,1 1,90 18,-84-20,0 0,-1-1,1 0,0-1,0 0,-1 0,1-1,-1 0,0-1,0 0,0 0,0-1,-1 0,0-1,0 0,0 0,0-1,-8 6,1 0,-1 0,1 1,-1-1,1 0,-1 1,1-1,0 0,-1 1,1-1,0 1,0-1,-1 1,1-1,0 1,0-1,0 1,-1 0,1 0,0-1,0 1,0 0,0 0,0 0,0 0,0 0,0 0,-1 0,1 0,0 0,0 1,0-1,0 0,0 1,0-1,-1 0,1 1,0-1,0 1,-1-1,1 1,0-1,-1 1,1 0,0-1,-1 1,1 0,-1 0,1-1,-1 1,1 0,-1 0,0 0,1 0,-1-1,0 1,0 0,0 0,0 0,0 0,0 0,6 10,1-1,-1 0,1-1,1 1,0-1,0-1,1 1,0-2,7 6,-12-10,-1-1,1 1,0-1,-1 0,1 0,0-1,0 1,0-1,1 0,-1 0,0 0,0 0,1-1,-1 0,0 0,1 0,-1 0,0 0,0-1,1 0,-1 0,0 0,0-1,0 1,0-1,0 0,-1 0,3-2,0-2,0-1,-1 0,0 0,0-1,-1 1,1-1,-2 0,1 0,-1-1,0 1,-1-1,0 1,-1-1,1 0,-1 0,-1 1,0-1,-1-8,0-15,-1-1,-2 1,-1 0,-2 0,-1 1,-3-7,14 32,9 16,-6-5,17 10,1-1,0-1,1-1,0-2,1 0,0-2,12 2,92 36,-125-45,-1 1,0 0,0 0,0 1,0-1,-1 1,1 0,-1 0,1 0,-1 0,0 1,0-1,0 1,-1 0,1 0,-1 0,0 0,0 0,0 0,-1 0,0 1,0-1,0 1,0-1,0 1,-1-1,0 1,0 1,0 12,-1-11,0 0,0 0,1 0,0 0,0 0,0 0,1 0,0 0,0-1,1 1,0 0,0-1,1 1,0-1,0 1,0-1,1 0,-1-1,2 1,-1-1,1 1,-1-1,1-1,1 1,-1-1,1 1,-1-2,4 2,4-3,0 0,0-1,0-1,0 0,0 0,0-2,0 1,0-2,0 0,0 0,-1-1,0-1,0 0,0-1,0 0,-1-1,0 0,0 0,-1-1,3-3,-1 1,0 0,0-1,-1-1,-1 1,0-2,0 1,-2-1,1-2,-6 10,0 0,0 0,-1 0,1 0,-1-1,-1 1,1-1,-1 0,0 1,0-1,-1 0,1 0,-1 1,-1-1,1 0,-1 0,0 1,0-1,-1 0,1 1,-1-1,0 1,-1-1,0 2,-1 0,1 0,-1 0,0 0,0 1,0 0,0 0,-1 0,1 0,-1 1,0-1,0 1,0 1,0-1,0 1,0-1,0 1,0 1,0-1,-1 1,1 0,0 0,0 1,-1-1,1 1,0 0,0 0,0 1,0 0,0 0,0 0,1 0,-1 1,1 0,-1 0,1 0,0 0,0 1,0-1,1 1,-1 0,0 1,1 1,-1-1,1 1,-1 0,2 0,-1 0,1 0,-1 1,2-1,-1 0,1 1,0-1,0 1,1 0,0-1,0 1,1-1,-1 1,1 0,1-1,-1 1,1-1,1 0,-1 0,1 0,0 0,0 0,0 0,1-1,0 0,0 1,1-1,-1-1,1 1,0-1,6 4,10 6,1-1,1-1,1-1,-1-1,2-1,-1-1,1-1,0-1,21 1,55 10</inkml:trace>
  <inkml:trace contextRef="#ctx0" brushRef="#br0" timeOffset="10334.658">9185 2628,'-11'-36,"9"20,0 0,2 0,0 0,0 0,2 0,0 0,1 0,0 0,1 0,1 1,1 0,0 0,1 0,0 1,1 0,1 0,0 1,3-2,-10 12,0 1,0-1,1 1,-1 0,1 0,-1 0,1 0,0 1,-1-1,1 1,0-1,0 1,0 0,1 0,-1 0,0 1,0-1,0 1,1-1,-1 1,0 0,0 1,0-1,1 0,-1 1,0 0,0 0,0 0,0 0,0 0,0 0,0 1,6 7,-1 1,0 0,0 1,-1-1,-1 2,0-1,0 0,-1 1,0 0,-1 0,-1 1,0-1,-1 1,0 0,0 7,0 84,-3-100,1 0,-1 0,0-1,0 1,0 0,0 0,-1-1,1 1,-1-1,0 1,0-1,-1 0,1 0,0 0,-1 0,0 0,0-1,0 1,0-1,0 0,0 0,-1 0,1 0,-1 0,-1 0,2-1,1-1,-1 1,0-1,1 0,-1 1,0-1,0 0,1-1,-1 1,0 0,1-1,-1 0,0 1,1-1,-1 0,1 0,-1-1,1 1,0 0,-1-1,1 0,0 1,0-1,0 0,0 0,0 0,1 0,-1 0,0-1,1 1,0 0,0-1,-1 1,2-1,-1 0,-1-1,1 1,0-1,0 1,0-1,1 0,-1 1,1-1,0 1,0-1,0 0,0 1,1-1,-1 1,1-1,0 1,0-1,0 1,1-1,-1 1,1 0,0 0,0 0,0 0,0 0,0 0,1 0,-1 1,1-1,1 1,108-42,-79 34,-8 3,2 1,-1-2,1 0,-1-2,-1-1,0 0,0-2,-1-1,-1-1,0-1,-1-1,3-5,-23 21,0 0,0-1,0 0,0 1,0-1,0 0,-1 0,1 0,-1 0,1 0,-1 0,0-1,0 1,0 0,0-1,0 1,0-1,0 1,-1-1,0 1,1-1,-1 0,0 1,0-1,0 1,-1-1,1 1,-1-1,1 1,-1-1,0 1,0-1,0 1,0 0,0-1,-1 1,1 0,-1 0,-5-1,1 1,-1 0,0 1,0 0,0 0,0 0,0 1,0 0,0 0,0 1,1 0,-1 0,0 1,0-1,0 1,1 1,-1 0,1 0,0 0,0 0,-1 0,1-1,-1 1,1 1,0-1,0 1,0 0,0 0,1 1,0 0,0 0,0 0,0 0,1 1,0 0,0 0,1 0,-1 0,1 1,1-1,-1 1,1-1,0 1,1 0,-1 0,2 0,-1 0,1 0,0 0,0 0,1 0,-1 0,2 0,-1 0,1 0,0 0,1 0,-1-1,3 3,5 4,1-1,1-1,0 0,1 0,0-1,0-1,1 0,0-1,1 0,0-2,0 1,1-2,-1 0,1-1,0 0,0-2,1 0,-1 0,10-2,48 1,-9-7</inkml:trace>
  <inkml:trace contextRef="#ctx0" brushRef="#br0" timeOffset="10868.312">10200 2213,'-4'14,"0"1,0-1,1 0,1 1,0 0,1 0,1 0,1-1,-1 1,2 0,0 0,1-1,1 0,0 1,1-1,0 0,1-1,1 0,0 0,1 0,0-1,1 0,3 3,-9-12,0 0,0 0,1 0,-1 0,1-1,-1 1,1-1,0 0,0-1,0 1,0 0,0-1,1 0,-1 0,0 0,1-1,-1 0,0 1,1-2,-1 1,0 0,1-1,-1 0,0 0,0 0,1 0,-1-1,0 1,0-1,0 0,-1-1,1 1,-1-1,1 1,-1-1,2-2,7-7,-1-1,0 0,-1 0,-1-1,0 0,-1-1,0 0,-1-1,-1 1,0-1,-1 0,-1-1,-1 1,0-1,-1 0,-1-2,-4 6,-4 30,4-10,1 1,0 0,1 0,-1 0,1 0,1 1,0-1,0 0,0 0,1 0,0 0,1 0,0 0,0 0,1 0,0 0,0-1,0 1,1-1,1 0,-1 0,1-1,0 1,0-1,1 0,0 0,0-1,1 0,-1 0,1 0,0-1,0 0,0-1,1 1,0-1,1 0,-2-2,-1-1,1 1,0-1,0 0,0-1,0 0,-1 0,1 0,0-1,-1 0,1 0,-1-1,1 0,-1 0,0 0,-1-1,1 0,0 0,-1 0,0-1,0 0,0 0,-1-1,8-7,-2-1,1 0,-2 0,0-1,-1-1,-1 0,0 0,3-10,15-61,-18 99,-6 46,14 92,-13-143,-1 0,2-1,-1 1,1-1,0 0,0 0,0 0,1 0,0-1,0 1,1-1,-1 0,1 0,0-1,1 1,-1-1,1 0,0-1,0 1,0-1,26 9</inkml:trace>
  <inkml:trace contextRef="#ctx0" brushRef="#br0" timeOffset="11251.418">11256 2213,'-6'16,"0"-1,2 1,-1 0,2 0,0 1,1-1,0 1,2 0,0 4,0-13,0 0,1-1,0 0,1 1,0-1,0 0,0 1,1-1,0 0,0-1,1 1,-1-1,2 1,-1-1,1 0,0 0,0-1,0 0,1 0,0 0,2 1,-3-3,0 0,1-1,-1 1,1-1,0 0,0-1,0 1,0-1,0 0,0-1,0 1,0-1,0-1,0 1,0-1,0 0,0 0,0-1,-1 1,1-1,0-1,-1 1,1-1,-1 0,0 0,1-1,5-4,0 0,-1-1,0 0,0 0,-1-1,0-1,-1 1,-1-1,1-1,-2 1,3-7,-4 8,0 0,-1 0,0 0,-1-1,0 0,-1 1,0-1,-1 0,0 0,-1 0,0-1,0 12,0 1,-1-1,1 0,0 0,0 1,0-1,-1 0,1 0,0 1,0-1,-1 0,1 0,0 0,-1 1,1-1,0 0,-1 0,1 0,0 0,-1 0,1 0,0 0,-1 0,1 0,0 0,-1 0,1 0,0 0,-1 0,1 0,0 0,-1 0,1 0,0 0,-1-1,1 1,0 0,-1 0,1 0,0 0,0-1,-1 1,1 0,0 0,0-1,-1 1,1 0,0-1,0 1,0 0,0-1,0 1,-1 0,1 0,0-1,0 1,0-1,-13 31,11-23,0-1,1 0,0 0,0 1,1-1,-1 1,1-1,0 0,1 1,0-1,0 1,0-1,1 0,0 0,0 0,1 0,-1 0,1 0,0-1,1 1,0-1,-1 0,2 0,-1 0,0-1,1 1,0-1,4 3,12 4,0 0,1-2,0 0,1-1,0-2,0 0,0-1,0-1,1-2,16 0,31 3</inkml:trace>
  <inkml:trace contextRef="#ctx0" brushRef="#br0" timeOffset="13169.827">12286 2360,'-18'-8,"-6"-3,-1 0,-1 2,0 1,-20-3,40 10,-1 0,0 0,1 1,-1-1,0 2,0-1,0 1,1 0,-1 0,1 1,-1 0,1 0,-1 0,1 1,0 0,0 0,0 1,1 0,-1 0,1 0,-1 2,0 0,0 0,1 1,-1 0,2 0,-1 0,1 1,0 0,1-1,0 1,-2 7,4-12,0 0,0 0,1 0,-1 0,1 1,0-1,-1 0,1 0,1 0,-1 1,0-1,1 0,0 0,0 0,0 0,0 0,0 0,1 0,-1 0,1-1,-1 1,1 0,0-1,0 0,1 1,-1-1,0 0,1 0,-1 0,1 0,7 2,1-1,-1 0,1-1,0 0,-1 0,1-1,0-1,0 0,0 0,0-1,0-1,-1 0,1 0,0-1,-1 0,0-1,0 0,0 0,7-6,1 1,0 0,-1-2,0 0,-1-1,0-1,-1 0,0-1,4-6,-23 64,2-39,1-1,-1 1,1 0,0 0,0 0,0 0,1 0,-1 0,1 0,1 0,-1 0,1 0,0 0,0 0,0 0,1 0,-1 0,1-1,1 1,-1-1,0 1,1-1,0 0,0 0,0 0,1 0,-1 0,1-1,0 0,0 0,0 0,1 0,-1-1,0 1,4 0,7-3,1 0,0-1,0-1,0 0,-1-1,1-1,-1-1,0 0,0-1,-1 0,1-1,-1-1,-1 0,0-1,0 0,5-6,6-3,-2-2,0 0,-1-1,-1-1,-1-2,-1 1,-2-2,0 0,-1-1,-2-1,3-8,5-17,-3-2,-2 0,-2-1,-2 0,0-28,-12 81,5-22,-2-1,0 1,-2-1,-1 1,-1-1,-1 1,-1 0,-6-25,9 46,-1 0,0 1,0-1,0 0,0 0,0 0,-1 0,1 1,-1-1,1 1,-1-1,0 1,0 0,-1 0,1 0,0 0,-1 0,1 0,-1 0,1 1,-1-1,0 1,0 0,1 0,-1 0,0 0,0 1,0-1,0 1,0-1,0 1,0 0,0 0,0 1,-1-1,1 1,0-1,1 1,-1 0,0 0,0 0,0 0,-1 2,-10 8,-1 0,1 1,1 1,1 1,-1-1,2 2,0 0,1 0,1 1,0 0,1 1,0 0,2 0,0 0,1 1,-2 15,-2 3,1 0,3 1,0 0,3 1,1-1,2 0,1 0,2 0,2 3,-1-14,1 0,1-1,1 0,1 0,1 0,2-1,0-1,2 0,0-1,1 0,2-1,0-1,3 1,-15-14,1-1,0 0,0-1,0 0,1 0,0 0,0 0,0-1,0-1,1 1,0-1,-1 0,1-1,0 0,1 0,-1-1,0 0,0 0,1-1,-1 0,0 0,1-1,-1 0,0-1,0 0,0 0,0 0,0-1,-1-1,1 1,1-2,6-7,-1-1,1-1,-2 0,0-1,-1 0,-1-1,0-1,-1 0,0 0,-2 0,0-2,-1 1,-1 0,0-2,11-24,-17 44,0 0,0 1,0-1,0 0,0 0,0 0,0 0,0 0,0 0,1 0,-1 0,0 1,0-1,0 0,0 0,0 0,0 0,1 0,-1 0,0 0,0 0,0 0,0 0,0 0,1 0,-1 0,0 0,0 0,0 0,0 0,0 0,-2 23,2-19,-2 10,0-4,0-1,1 1,-1-1,2 1,-1 0,2 0,-1-1,1 1,1 0,-1-1,2 1,-1-1,1 0,1 0,0 0,0 0,1 0,4 6,-4-13,0 0,0 0,0 0,1-1,-1 1,0-2,0 1,1 0,-1-1,1 0,-1 0,0-1,1 1,-1-1,0-1,0 1,0-1,0 1,0-1,0-1,0 1,0-1,-1 0,1 0,-1 0,0 0,0-1,1-1,23-18,0-1,-2-1,0-1,-2-2,5-8,3-3,-25 41,-10 17,2-16,-2 6,0 0,1 0,0 0,0 1,1-1,1 0,-1 1,2-1,-1 0,1 1,0-1,1 0,0 0,1 1,0-2,0 1,1 0,0-1,1 1,-1-1,2 0,-1-1,1 1,0-1,0-1,1 1,0-1,4 3,3-4,-1-1,1 0,-1-1,1-1,0 0,0-1,0 0,0-1,0-1,0 0,0-1,0-1,0 0,-1 0,1-2,-1 0,0 0,0-1,-1-1,0 0,0 0,0-1,-1-1,6-5,-1-1,0 0,-1-1,0 0,-1-1,-1-1,-1 0,-1-1,0 0,-1-1,-1 0,2-10,6-22,-2-1,-3 0,-2 0,-2-5,2-6,-3-1,-2 0,-4 0,-2 0,-10-62,11 120,-1 1,1 0,-1 0,0-1,0 1,-1 0,0 0,0 0,-1 0,1 1,-1-1,0 1,-1-1,1 1,-1 0,0 0,-1 1,1-1,-1 1,0 0,0 0,0 1,0-1,-1 1,1 0,-1 1,0-1,-4 0,0 4,1 0,-1 1,1 0,-1 0,1 1,0 1,0-1,0 2,1-1,-1 1,1 0,0 1,1 0,-1 0,1 1,0-1,1 2,0-1,0 1,-5 7,-6 9,1 1,1 0,1 1,1 0,2 1,0 1,2-1,1 2,1-1,2 1,1 0,1 0,1 1,2-1,1 0,1 1,1-1,2 0,5 17,-4-27,1-1,0 1,1-1,2-1,-1 1,2-2,0 1,1-1,1-1,0 0,1-1,1-1,0 0,1-1,0 0,1-2,0 0,1 0,-1-2,2 0,-1-1,1-1,1-1,-1-1,0 0,1-2,12 1,-22-3,0 0,0-1,0 0,-1 0,1-1,-1-1,1 0,-1 0,0 0,0-1,0-1,0 1,-1-1,0-1,0 0,0 0,-1 0,0-1,0 0,-1-1,1 1,-2-1,1-1,-1 1,0-1,3-8,-2-1,0 0,-1 0,-1-1,-1 0,0 0,-1 0,-2-19,-2 29,-2 29,0 1,2 0,0 1,2-1,0 0,1 0,3 14,-3-28,0-1,1 0,-1 0,1-1,0 1,1 0,-1 0,1-1,0 0,1 0,-1 1,1-2,0 1,0 0,1-1,-1 0,1 0,0 0,0-1,0 1,1-1,-1-1,1 1,0-1,2 1,3 0,0-1,0-1,0 0,0 0,0-1,1 0,-1-1,0 0,0-1,0-1,0 1,0-2,-1 1,1-2,-1 1,0-1,0-1,-1 0,9-7,-6 5,0-2,-1 1,-1-1,1-1,-2 0,1-1,-2 0,0 0,0 0,-1-1,0-1,-1 1,-1-1,4-13,-6-12,-5 42,-1 7,1 0,1-1,0 1,0 0,1 0,0-1,1 1,0 0,0 0,1-1,0 1,1-1,0 1,1-1,0 0,0 0,1-1,0 1,0-1,1 0,0-1,0 1,1-1,0 0,1-1,-1 0,1 0,0 0,1-1,2 1,2-2,0-1,1 0,-1-1,1-1,-1 0,1-1,0 0,0-1,-1 0,1-1,-1-1,1 0,-1-1,0 0,0-1,-1-1,0 0,1 0,-2-1,1-1,-1 0,0-1,-1 0,0 0,-1-1,0 0,0-1,-1 0,0-1,1-2,15-32,-18 45,-6 18,0-13,0 3,0 0,0 1,0-1,1 0,0 0,0 1,1-1,0 0,0 0,1 0,0-1,0 1,0-1,1 1,0-1,0 0,1-1,-1 1,1-1,1 0,-1 0,1 0,0-1,0 0,0 0,0 0,5 1,-2-3,-1 0,1-1,0 0,-1 0,1-1,0-1,-1 1,1-1,0-1,-1 1,1-1,-1-1,0 0,0 0,0-1,0 0,0 0,-1 0,0-1,0 0,0-1,-1 0,1 0,-1 0,-1-1,1 0,-1 0,0 0,-1 0,0-1,0 0,0 0,-1 0,0-1,28-113,-47 164,11-26,1 0,0 0,1 1,1-1,1 1,0 0,1 0,1-1,0 1,1 0,1-1,1 1,0-1,1 0,1 0,-4-12,0-1,0 0,0 1,0-1,0 0,1 0,0-1,-1 1,1-1,0 1,0-1,0 0,1 0,-1 0,0 0,1-1,-1 1,1-1,0 0,-1 0,1 0,1-1,19 0</inkml:trace>
  <inkml:trace contextRef="#ctx0" brushRef="#br0" timeOffset="13432.125">15668 1745,'-16'-9,"-7"-3,7 5,17 8,22 9,24 7,3 1</inkml:trace>
  <inkml:trace contextRef="#ctx0" brushRef="#br0" timeOffset="5748.522">1485 2387,'25'4,"1"-1,0-1,-1-1,1-1,0-1,0-2,-1 0,1-2,-1-1,0-1,0-1,-1-1,0-1,6-5,4 1,0-2,-1-1,-1-2,0 0,-2-3,0 0,-2-2,0-1,-2-2,21-25,-42 46,0 1,0-1,-1 0,0 0,0 0,-1 0,0-1,0 1,0-1,-1 0,1 0,-2 0,1 0,-1 0,0 0,-1-1,0 1,0 0,0 0,-1-1,0 1,0 0,-1 0,0 0,0 0,-1 0,0 1,0-1,0 1,-1 0,0 0,0 0,-1 0,0 0,-2 1,-1 0,0 0,-1 1,1 0,-1 0,1 1,-1 0,0 0,0 1,0 1,-1-1,1 1,0 1,-1 0,1 0,0 1,0 0,-1 1,1 0,0 0,0 1,1 0,-1 0,0 1,1 0,0 1,0 0,0 0,1 1,0 0,0 0,0 0,1 1,0 0,0 1,1-1,0 1,0 0,0 2,-4 16,1 0,2 0,1 0,1 1,1 0,1 0,2-1,0 1,2 0,1 0,1 0,2 0,109 659,-103-607,-4 1,-3 0,-3 0,-4 0,-5 15,-2-46</inkml:trace>
  <inkml:trace contextRef="#ctx0" brushRef="#br0" timeOffset="6016.326">1605 2814,'18'0,"20"-6,19-10,18-11,14-10,11-5,2-1,-8 4,-19 7</inkml:trace>
  <inkml:trace contextRef="#ctx0" brushRef="#br0" timeOffset="6781.436">2447 2787,'-61'-224,"44"125,17 97,1 0,-1 0,1 0,0 0,-1 1,1-1,0 0,0 0,0 1,0-1,1 1,-1-1,0 1,1-1,-1 1,1 0,-1 0,1-1,0 1,-1 0,1 1,0-1,0 0,0 0,0 1,0-1,-1 1,1 0,0-1,0 1,0 0,0 0,0 0,0 1,0-1,0 0,0 1,0-1,0 1,0-1,0 1,0 1,11-1,31 0,-24-2,-1 1,1 1,-1 1,0 1,1 0,-1 1,-1 1,1 1,-1 1,0 0,13 8,-26-11,1 1,-1 0,0 0,0 0,-1 1,0 0,1 0,-2 0,1 0,-1 0,0 1,0 0,-1-1,0 1,0 0,-1 0,1 5,3 125,-6-119,0-3,0-12,0 0,0 1,0-1,1 0,-1 1,1-1,0 1,0-1,0 1,0-1,1 1,-1-1,1 0,0 1,0-1,0 0,1 1,-1-1,1 0,-1 0,1 0,0 0,0-1,1 1,-1 0,0-1,1 0,0 1,-1-1,1 0,0 0,0-1,2 2,7-3,0-1,-1 0,1-1,-1-1,1 1,-1-2,0 1,0-2,0 1,-1-2,1 1,7-7,5-1,-1-1,0-2,0 0,-2-1,0-1,-1-1,-1 0,-1-2,-1 0,0-1,8-16,-21 33,-1 1,1-1,-1 0,0 0,0 0,0 0,-1 0,0 0,0 0,0-1,0 1,-1 0,0 0,0-1,-1-1,0 6,-1-1,0 1,0-1,0 1,0-1,0 1,0 0,0 0,0 0,0 0,0 1,-1-1,1 0,0 1,-1 0,1-1,0 1,-1 0,1 0,0 0,-1 1,1-1,0 1,0-1,-1 1,1 0,0-1,0 1,0 0,0 1,0-1,0 0,-2 2,-7 4,0 0,0 0,1 2,0-1,1 1,0 1,0-1,1 1,0 1,1 0,0 0,1 0,-1 5,5-12,1 0,0 0,0 0,1 0,-1 1,1-1,0 0,0 0,1 1,-1-1,1 0,0 0,0 0,0 0,0 0,1 0,0 0,0 0,0 0,0-1,1 1,-1-1,3 3,75 70,-71-69,2 1,-1 0,1-1,1-1,-1 0,1 0,0-1,0-1,1 0,-1-1,1 0,0-1,0 0,0-1,0-1,0 0,0 0,0-1,2-2,86-18,-55 6</inkml:trace>
  <inkml:trace contextRef="#ctx0" brushRef="#br0" timeOffset="7200.846">3957 2534,'-20'0,"-16"0,-9 4,-4 7,3 5,4 8,7 7,9 7,14 1,16-2,18-3,20-6,15-9,13-8,7-9,5-10,-3-11,-15-2</inkml:trace>
  <inkml:trace contextRef="#ctx0" brushRef="#br0" timeOffset="7499.895">4238 2441,'-2'15,"0"0,2 0,-1 0,2 0,0 0,0 0,2 0,0 0,1-1,0 1,1-1,0 0,1 0,1-1,0 1,1-1,1-1,7 9,-9-12,1 0,1-1,-1 0,1 0,1-1,-1 0,1-1,1 0,-1-1,1 0,0 0,0-1,5 1,-9-3,-1-1,1 1,-1-1,1-1,-1 1,1-1,0-1,-1 1,1-1,-1 0,1 0,-1-1,0 0,0 0,1-1,-1 1,-1-1,1-1,0 1,-1-1,0 0,1 0,-2 0,5-5,2-8,0-1,-1 0,-1-1,0 0,-2 0,0-1,-1 0,-1 0,-1 0,-1-1,-1 1,0-18,10-15,-4 43</inkml:trace>
  <inkml:trace contextRef="#ctx0" brushRef="#br0" timeOffset="8866.445">4960 2748,'41'-25,"0"-2,-2-2,-1-1,-2-2,-1-1,-26 25,-1 1,0-1,-1 0,0-1,0 0,0 0,-2-1,1 1,-1-1,0 0,-1-1,0 1,-1-1,2-9,-5 18,0 0,0 0,0 0,-1 0,1 0,0 0,-1-1,1 1,-1 1,0-1,0 0,1 0,-1 0,-1 0,1 0,0 1,0-1,-1 1,1-1,0 1,-1-1,0 1,1 0,-1-1,0 1,0 0,0 0,1 1,-1-1,0 0,0 0,0 1,0 0,0-1,-1 1,1 0,0 0,0 0,-1 0,-4 0,0 0,-1 1,1 0,0 0,0 0,1 1,-1 0,0 1,0-1,1 1,-2 1,1 2,1 0,0 0,0 0,0 1,0 0,1 0,0 0,1 1,0 0,0 0,1 0,0 0,0 0,0 1,1-1,1 1,0 0,0-1,0 1,1 0,0 0,1-1,0 1,1 0,-1-1,2 1,-1-1,1 1,0-1,1 0,0 0,0-1,6 8,-3-6,1-1,0 0,1 0,-1-1,2 1,-1-2,1 0,0 0,0 0,0-2,1 1,0-1,0-1,0 0,0 0,1-1,-1-1,1 0,-1 0,1-1,-1-1,1 0,-1 0,1-1,-1-1,0 0,0 0,0-1,0 0,-1-1,0-1,0 1,0-1,7-7,-2-5,-1-2,0 0,-1-1,-2 0,0 0,-1-2,-1 1,-1-1,-1 0,-1-1,1-14,-4 27,-17 117,14-104,-4 103,4-101,0 0,1 0,0 0,0-1,0 1,0 0,0-1,1 1,-1-1,1 0,0 1,0-1,0 0,1 0,-1 0,1-1,0 1,0 0,0-1,0 0,0 0,0 0,0 0,1 0,-1-1,2 1,5-1,0 0,1-1,-1 0,0-1,0 0,0-1,0 0,0 0,0-1,0 0,-1-1,1 0,-1-1,0 0,0 0,-1-1,0 0,0 0,0-1,-1 0,1-1,-2 0,6-7,-1 1,-1-1,-1 1,0-1,-1-1,-1 0,-1 0,0 0,3-15,-12 44,0 1,0 0,2 0,0 0,0 0,1 0,1 0,0 0,1-1,1 1,0 0,0-1,5 9,-5-16,1-1,0 1,0-1,0 1,0-1,1-1,0 1,0-1,1 0,-1 0,1 0,0-1,0 1,0-2,0 1,0-1,1 0,-1 0,1 0,3-1,5 2,0-1,0-1,1-1,-1 0,0-1,1 0,-1-1,9-3,-8 0,-1 0,1-1,-1-1,0 0,-1-1,0-1,0 0,-1-1,0 0,-1-1,0-1,0 1,-1-2,-1 0,0 0,-1-1,-1 0,0 0,0-1,-2 0,0-1,-1 1,0-1,0-7,12-58,-4 0,-4-1,-3 0,-4-75,-2 154,1-26,-2-1,0 1,-2 0,-1 0,-2 0,-3-8,9 35,0 0,0 1,0-1,0 0,0 0,-1 1,1-1,-1 0,1 1,-1-1,0 0,1 1,-1-1,0 1,0-1,0 1,0 0,0-1,-1 1,1 0,0 0,-1 0,1 0,-1 0,1 0,-1 0,1 0,-1 1,1-1,-1 0,0 1,1 0,-1-1,0 1,0 0,1 0,-1 0,0 0,1 0,-1 0,0 0,0 1,1-1,-1 1,0-1,1 1,-1 0,1-1,-1 1,0 1,-6 7,0 0,1 0,0 1,1 0,0 0,1 0,0 1,0 0,1 0,1 0,0 1,-2 10,-3 13,1 0,1 1,2-1,2 1,1 0,1 0,3-1,0 1,3-1,1 1,1-2,2 1,2-1,0-1,10 16,-12-26,1 0,1-1,1-1,0 0,2-1,0 0,2-1,0-1,1 0,0-2,1 0,1-1,7 3,-23-16,1 0,-1 0,1-1,-1 1,1-1,0 0,0 0,0-1,0 1,-1-1,1 0,0-1,0 1,0-1,0 0,-1 0,1 0,0-1,-1 0,1 0,-1 0,0 0,1-1,-1 1,0-1,-1 0,1-1,0 1,-1 0,0-1,0 0,0 0,0 0,0-1,9-13,-2 0,0-1,-1 0,-1 0,0-1,-2 0,0 0,-1-1,-2 1,1-6,-7 20,-3 23,4-10,0 1,0-1,1 1,-1-1,2 1,-1-1,1 1,0 0,1-1,-1 1,2 0,-1-1,1 0,0 1,1-1,-1 0,1 0,1 0,0 0,0-1,0 1,0-1,1 0,0-1,0 1,1-1,0 0,0 0,6 4,1-5,0 0,1 0,-1-1,1-1,0 0,-1-1,1-1,0 0,0-1,0 0,-1-1,1 0,-1-2,1 1,-1-1,0-1,0-1,-1 0,0 0,0-1,0-1,-1 0,0 0,0-1,-1-1,6-7,1-5,-1-1,-1 0,-1-1,-1 0,-1-1,-2-1,2-6,-8 23,0 10,-4 18,0-16,-1 37,-1-23,1 0,1 0,0 0,2 0,0 0,0 0,2 0,0-1,4 10,-6-22,0-1,0 0,0 1,0-1,0 0,1 0,-1 0,1-1,0 1,0 0,0-1,0 0,0 0,1 0,-1 0,1-1,-1 1,1-1,0 0,-1 0,1 0,0 0,0-1,0 1,-1-1,1 0,0 0,0-1,0 1,0-1,-1 0,1 0,0 0,-1 0,1-1,-1 1,1-1,0 0,30-18,-4-2</inkml:trace>
  <inkml:trace contextRef="#ctx0" brushRef="#br0" timeOffset="9129.213">7687 2253,'-16'-5,"-7"-3,-3-1,2 2,2 1,0 3,4 1</inkml:trace>
  <inkml:trace contextRef="#ctx0" brushRef="#br0" timeOffset="9330.186">6310 2132,'27'-9,"26"-7,18-4,10 2,-1 4,-13 4</inkml:trace>
  <inkml:trace contextRef="#ctx0" brushRef="#br0" timeOffset="9519.837">6604 2922,'-7'25,"-6"21,-2 13,2 8,4 1,2-2,6-5,2-7,-3-5,-1-11</inkml:trace>
  <inkml:trace contextRef="#ctx0" brushRef="#br0" timeOffset="29821.624">375 4499,'16'2,"16"1,17 0,13-1,11 0,5-3,2-2,-4 1,-9 2,-8 1,-9 1,-12-1,-10 1,-9-1</inkml:trace>
  <inkml:trace contextRef="#ctx0" brushRef="#br0" timeOffset="30132.978">775 4178,'-1'3,"1"0,-1 0,1 0,-1 1,1-1,0 0,0 0,1 1,-1-1,1 0,-1 0,1 0,0 0,0 0,1 0,-1 0,1 0,-1 0,1 0,0-1,0 1,0-1,0 1,0-1,1 0,-1 0,1 0,-1 0,1 0,0-1,1 2,97 38,37-8,-90-24,1 3,-1 2,17 8,-60-20,0-1,-1 0,1 1,0 0,0 0,-1 1,1-1,-1 1,0 0,0 0,0 0,0 1,0-1,-1 1,0 0,1 0,-1 0,-1 1,1-1,-1 1,0-1,0 1,0 0,0 0,-1 0,0 0,0 0,0 0,-1 0,0 0,0 0,0 3,-7 10,-2 1,1-2,-2 1,-1-1,0-1,-1 0,0 0,-2-2,1 1,-2-2,0 0,-1 0,-4 1,10-5,-71 58,4-6</inkml:trace>
  <inkml:trace contextRef="#ctx0" brushRef="#br0" timeOffset="26685.16">0 1170,'21'3,"20"-3,21-4,18-8,15-2,3-3,-2 3,-19 3</inkml:trace>
  <inkml:trace contextRef="#ctx0" brushRef="#br0" timeOffset="27660.578">361 916,'-5'0,"4"2,6 4,9 4,11 6,11 4,8 4,8 2,4 1,2 1,-3-3,-5 0,-12-1,-12 1,-17 5,-24 9,-28 11,-6-2</inkml:trace>
  <inkml:trace contextRef="#ctx0" brushRef="#br0" timeOffset="28814.314">775 1183,'3'0,"-3"0,-4 5,-7 6,-11 9,-12 17,-13 14,-11 13,-10 11,7-7</inkml:trace>
  <inkml:trace contextRef="#ctx0" brushRef="#br0" timeOffset="33448.341">2781 4512,'2'-7,"-1"0,0 0,0 0,-1 0,0 0,0-1,0 1,-1 0,0 0,-1 0,0 0,0 0,0 0,-1 1,0-1,0 1,0 0,-1-1,0 2,0-1,-1 0,0 1,0 0,0 0,0 0,-1 1,0 0,-6-4,9 6,-1 1,1 0,-1 0,1 0,-1 0,0 1,1 0,-1-1,0 1,1 0,-1 1,0-1,1 1,-1-1,1 1,-1 0,1 0,-1 1,1-1,0 1,-1 0,1 0,0 0,0 0,1 0,-1 1,0-1,1 1,-1 0,-1 2,-3 5,-1 0,1 1,1 0,0 0,0 1,1 0,1 0,-1 4,2-5,0 0,1 0,0 0,1 0,0 0,1 0,0 1,1-1,0 0,0 0,2 3,-1-8,-1-1,1 1,0-1,1 0,-1 0,1 0,0 0,0-1,1 1,-1-1,1 0,0 1,0-2,0 1,1 0,0-1,-1 0,1 0,0-1,0 1,1-1,-1 0,1 0,1 0,0 0,-1-1,1 0,0 0,0 0,0-1,0 0,0 0,0-1,0 0,0 0,-1-1,1 0,0 0,-1-1,1 1,-1-1,0-1,0 1,0-1,-1 0,1 0,-1-1,0 0,0 1,0-2,-1 1,0-1,0 1,0-1,-1 0,0-1,0 1,0 0,-1-1,0 0,0 1,0-7,0-2,-1 0,0 0,-1 0,-1 0,-1 0,0 0,-1 1,-1-3,24 61,-5-10,1 0,2-1,2-1,0-1,3-1,2 3,-24-32,-1 0,1 1,0-1,0 1,0-1,0 0,0 0,0 1,0-1,0 0,0 0,0 0,1 0,-1-1,0 1,1 0,-1 0,1-1,-1 1,1-1,-1 1,1-1,-1 0,1 1,-1-1,1 0,-1 0,1 0,0 0,-1 0,1-1,-1 1,1 0,-1-1,1 1,-1-1,1 0,-1 1,1-1,-1 0,0 0,0 0,1 0,-1 0,0 0,0 0,0 0,0-1,0 1,0 0,0-1,0 1,8-22,0-1,-2 0,0 0,-2 0,-1-1,0 1,-2-1,-1-19,-1 42,4-155,-4 150,0 6,-1 0,1-1,0 1,-1 0,1-1,0 1,0 0,0-1,0 1,0-1,0 1,0 0,0-1,0 1,1 0,-1-1,1 1,-1 0,1-1,-1 1,1 0,0 0,-1 0,1 0,0-1,0 1,0 0,0 0,0 1,0-1,0 0,0 0,1 0,-1 1,0-1,0 1,1-1,-1 1,0-1,1 1,-1 0,1-1,111 41,151 22,-259-61,-1 1,0-1,1 1,-1-1,0 1,0 1,0-1,0 0,0 1,0 0,-1 0,1 0,-1 0,0 1,0-1,0 1,-1 0,1 0,-1 0,0 0,0 0,0 0,0 1,-1-1,1 3,4 34,-6-35,0 0,0 0,1 0,0 0,0 0,0 0,1 0,-1-1,2 1,-1 0,0-1,1 0,0 1,1-1,-1-1,1 1,0 0,0-1,0 0,0 0,1 0,4 2,4-2,-1-1,2 0,-1-1,0-1,0 0,1-1,-1 0,0-1,1-1,-1 0,0-1,0 0,0-1,-1 0,1-1,-1 0,0-1,0-1,-1 0,9-7,-6 5,0 0,0-2,-1 1,-1-2,0 0,0 0,7-12,-15 19,-1 0,1 0,-1 0,0 0,0-1,-1 1,0-1,0 0,0 0,-1 1,0-1,0 0,0 0,-1 0,0-1,0 1,0 0,-1 0,0 0,0 0,-1 1,1-1,-2-1,3 4,-1 0,0 1,0-1,0 1,0-1,0 1,-1-1,1 1,-1 0,1 0,-1 0,0 0,0 0,0 0,0 0,0 0,-1 1,1-1,0 1,-1 0,1 0,-1 0,1 0,-1 0,0 0,1 1,-1-1,0 1,1 0,-1 0,0 0,0 0,1 0,-1 0,0 1,1 0,-1-1,0 1,1 0,-1 0,1 0,-1 1,1-1,-2 4,0 1,1-1,0 1,0 0,0 0,1 0,0 1,0-1,0 0,1 1,0-1,0 1,1 0,0-1,0 1,0-1,1 1,0 0,1-1,-1 0,1 1,0-1,1 0,-1 0,1 0,0 0,1 0,-1-1,1 0,1 1,-1-1,0-1,1 1,4 2,11 6,1-2,1 0,-1-2,2 0,-1-1,1-1,0-2,1 0,-1-1,1-2,-1 0,1-2,0 0,21-4,40 0</inkml:trace>
  <inkml:trace contextRef="#ctx0" brushRef="#br0" timeOffset="34976.308">8475 3510,'-4'11,"0"0,0 1,1 0,0 0,1 0,1 0,0 0,0 0,1 0,1 1,0-1,0 0,2 5,112 607,-116-636,0 0,1 0,0 0,1 0,1 1,0-1,0 0,1 0,1 1,0 0,0 0,1 0,0 0,1 1,1 0,-1 0,2 0,7-7,-13 14,1 1,1 0,-1 0,0 1,0-1,1 1,-1-1,1 1,-1 0,1 0,-1 1,1-1,0 1,-1 0,1 0,0 0,-1 0,1 0,0 1,-1 0,1 0,-1 0,1 0,-1 0,1 1,-1 0,0-1,0 1,2 2,4 2,-1 1,0 0,0 0,0 1,-1 0,0 0,0 0,-1 1,3 7,-4-7,0 0,-1 0,0 1,0-1,-1 1,-1 0,0 0,0 0,0 9,-2-15,0 0,0 0,0 0,0-1,-1 1,0 0,0 0,0 0,0-1,0 1,-1 0,0-1,0 1,0-1,0 0,0 0,-1 0,1 0,-1 0,0 0,0-1,0 1,0-1,0 0,-1 0,1 0,-1 0,-3 1,-1 0,0 0,0-1,0 0,0-1,0 0,-1 0,1-1,0 0,0 0,-1-1,1 0,0 0,0-1,0 0,0 0,0-1,0 0,1-1,-1 1,1-1,0-1,0 1,1-1,-1-1,-3-4,8 8,1 0,-1 0,1 0,0-1,0 1,-1 0,2-1,-1 1,0-1,0 1,1-1,0 0,-1 1,1-1,0 1,0-1,0 0,1 1,-1-1,1 1,-1-1,1 1,0-1,0 1,0-1,0 1,1 0,-1-1,0 1,1 0,0 0,-1 0,1 0,0 1,0-1,0 0,1 0,88-51,-58 40,0 2,0 2,1 1,0 1,0 2,1 1,-1 2,18 2,-47-1,-1 1,1 0,0 0,0 0,0 1,0-1,0 1,-1 1,1-1,0 0,-1 1,1 0,-1 0,1 1,-1-1,0 1,0 0,0 0,-1 0,1 0,-1 1,1-1,-1 1,0 0,2 4,5 65,-11-68,1 0,-1 0,1 0,0 0,0 0,1 0,-1-1,1 1,0 0,0 0,1 0,0-1,0 1,0 0,0-1,0 0,1 0,0 0,0 0,0 0,0 0,1-1,0 1,-1-1,1 0,0 0,1-1,1 2,48 1,-29-10</inkml:trace>
  <inkml:trace contextRef="#ctx0" brushRef="#br0" timeOffset="35232.619">9024 3737,'-14'0,"-4"5,3 5,13 6,19 6,19 2,5-2</inkml:trace>
  <inkml:trace contextRef="#ctx0" brushRef="#br0" timeOffset="35787.708">9599 3964,'-6'-2,"0"0,-1 0,1 0,-1 0,0 1,1 0,-1 1,0 0,1 0,-1 0,0 1,1-1,-1 2,0-1,1 1,-1 0,1 0,0 1,0 0,0 0,0 0,0 1,1 0,-1 0,1 0,0 1,-2 2,3-2,0 0,0 0,1 0,-1 1,1-1,0 1,1 0,0 0,0 0,0 0,0 0,1 1,0-1,0 0,1 1,0-1,0 0,0 1,1-1,0 0,0 1,1-1,0 0,0 0,0 0,1 0,0-1,0 1,0 0,0-1,1 0,0 0,0 0,1-1,0 1,2 1,15 9,0-2,0-1,1-1,0-1,1 0,11 1,46 20,-42-7,-39-23,1 0,-1 0,1-1,0 1,-1 0,1 0,-1 0,0 0,1 0,-1-1,0 1,0 0,1 0,-1 0,0 0,0 0,0 0,0 0,0 0,0 0,0 0,-1 0,1 0,0 0,-1 0,1 0,0-1,-1 1,1 0,-1 0,1 0,-1 0,1-1,-1 1,0 0,0-1,1 1,-1 0,0-1,0 1,1-1,-1 1,-1-1,-11 8,0-1,-1 0,0-1,-1-1,1 0,-1-1,0-1,0 0,-5-1,-32-2,50 0,1 0,0 0,0-1,0 1,0 0,0-1,0 1,0-1,0 1,0-1,0 0,0 1,0-1,0 0,1 0,-1 0,0 0,0 1,1-1,-1 0,1 0,-1 0,1 0,-1 0,1 0,0-1,-1 1,1 0,0 0,0 0,0 0,0 0,0 0,0-1,0 1,0 0,0 0,0 0,1 0,-1 0,1 0,-1 0,1-1,4-10,1-1,1 1,0 1,0-1,1 1,1 0,0 1,2-1,15-20,13-16,-1-2,-3-2,-2-1,-3-1,-1-1,-3-2,-3-1,9-35,-16 17,-3-2,-3 1,-4-1,-3-1,-4 1,-3-3,-7 2,4 79,-3 88,5-8,4 0,4 0,3 0,4 0,4-1,2 0,5-2,2 0,4-1,32 62,-43-109,1-1,2 0,1-1,1-1,1-1,2 1,-21-25,-3 0,1-1,0 0,0 1,0-1,-1 0,1 0,1 1,-1-1,0 0,0 0,0 0,0 0,1 0,-1-1,1 1,-1 0,0-1,1 1,-1 0,1-1,-1 0,1 1,-1-1,1 0,0 0,-1 0,1 0,-1 0,1 0,-1 0,1-1,0 1,-1-1,0 1,1-1,-1 1,1-1,5-15</inkml:trace>
  <inkml:trace contextRef="#ctx0" brushRef="#br0" timeOffset="35989.17">9746 3603,'-16'-5,"-3"-1,9 1,17 0,25 2,31 1,29 3,27 6,17 7,9 7,-20 0</inkml:trace>
  <inkml:trace contextRef="#ctx0" brushRef="#br0" timeOffset="37023.886">10709 4018,'-43'-8,"36"5,-1 1,0 0,-1 0,1 1,0 0,0 0,-1 1,1 0,0 1,-1 0,1 0,0 0,0 1,0 1,0-1,0 1,0 1,1-1,-1 1,-2 5,1 0,-1 0,2 1,-1 0,1 1,1-1,0 2,0-1,1 1,1 0,0 0,0 0,2 1,-1 0,2 0,-2 8,4-17,-1 0,1 0,0 1,0-1,0 0,0 0,1 0,0 0,0 0,0 0,0 0,1 0,-1 0,1 0,0-1,0 1,0-1,1 1,-1-1,1 0,0 0,0 0,0 0,0-1,1 1,-1-1,1 0,-1 0,1 0,0 0,0 0,-1-1,1 0,4 1,4-1,-1 0,1 0,0-2,0 1,0-1,0-1,-1 0,1-1,-1 0,1-1,-1 0,0-1,-1 0,1 0,-1-1,0-1,0 0,-1 0,0-1,0 0,-1 0,0-1,-1 0,0-1,0 0,-1 0,4-7,-7 12,-1-1,0 1,0 0,0-1,-1 1,0-1,0 0,0 1,0-1,-1 0,0 1,-1-1,1-2,0 8,0 1,0-1,0 1,0-1,0 1,0-1,1 1,-1-1,0 1,0-1,-1 1,1-1,0 1,0-1,0 1,0-1,0 1,-1-1,1 1,0-1,0 1,-1-1,1 0,0 1,0-1,-1 1,1-1,-1 0,1 1,0-1,-1 0,1 0,-1 1,1-1,-1 0,1 0,0 0,-1 1,1-1,-1 0,1 0,-1 0,1 0,-1 0,1 0,-1 0,1 0,-1 0,1 0,-1 0,1-1,-1 1,1 0,-1 0,1 0,-1-1,1 1,-1 0,1 0,0-1,-1 1,1 0,0-1,-1 1,1-1,0 1,-1 0,1-1,0 1,-2 9,0 0,1 0,0 1,0-1,1 1,1-1,0 0,0 1,0-1,1 0,1 0,0 0,0 0,0 0,3 3,-4-7,0-1,0 0,1 0,-1 0,1 0,0 0,0 0,1-1,-1 1,1-1,-1 0,1 0,0 0,0-1,0 1,1-1,-1 0,1 0,-1-1,1 1,-1-1,1 0,0 0,0-1,-1 1,1-1,0 0,0 0,0-1,4 0,-1-2,0 1,0-2,0 1,-1-1,1 0,-1 0,0-1,0 0,0-1,-1 1,0-1,0-1,0 1,-1-1,0 0,0 0,-1 0,0-1,0 1,1-5,7-17,-2 0,-1 0,-1-1,-2 0,0-4,14-128,-7-1,-6-91,-6 223,0 15,-1 1,0-1,-1 1,-1-1,0 1,-3-10,-4 20,3 23,-1 25,1 2,3-1,1 0,3 1,3 20,6 10,3 0,4-2,3 0,3-1,3-1,3-1,11 14,-18-45,-9-56,-11 9,1 0,0 0,0 0,1 0,1 0,-1 0,1 1,0 0,1 0,-1 1,1-1,1 1,-1 0,1 1,0 0,0 0,1 0,0 1,-1 0,1 0,6-1,-4 2,-1 0,0 1,1 0,-1 1,1 0,0 0,-1 1,1 0,0 1,-1 0,1 0,-1 1,1 1,-1-1,0 2,0-1,0 1,0 0,-1 1,1 0,-1 0,-1 1,1 0,-1 1,0-1,0 1,-1 1,0-1,0 1,-1 0,0 0,0 1,-1 0,0-1,0 1,-1 1,0 2,-2-8,0 1,-1-1,1 1,-1-1,0 1,0-1,-1 1,0-1,1 1,-1-1,-1 1,1-1,-1 0,1 1,-1-1,-1 0,1 0,0 0,-1-1,0 1,0 0,0-1,0 0,-1 0,1 0,-1 0,1-1,-1 1,0-1,0 0,-1 0,1 0,0-1,-3 1,3 0,0 0,0 0,0-1,0 0,-1 0,1 0,0 0,-1-1,1 0,0 0,-1 0,1 0,0-1,-1 1,1-1,0 0,0 0,0-1,0 1,0-1,0 0,0 0,0-1,1 1,-1-1,1 1,0-1,-1 0,2 0,-1-1,0 1,0-1,1 1,0-1,0 0,0 0,0 0,1 0,-1 0,1 0,0 0,0-2,3-4,0 0,0 0,1 1,1-1,-1 1,2 0,-1 0,1 0,1 1,-1-1,1 1,1 1,0-1,0 1,0 0,1 1,0 0,0 0,0 0,1 1,0 1,9-4,-7 1,1 0,-1 1,1 1,0 0,1 1,-1 0,1 1,0 0,0 1,0 1,0 0,0 1,0 0,0 1,10 1,-17 2,0 0,0 1,0-1,0 1,-1 0,0 1,0-1,-1 1,0 0,1 0,-2 0,1 1,-1-1,0 1,0 0,-1 0,0 0,0 0,-1 0,0 0,0 8,6 12,-7-26,2 11,1 0,0 0,1 0,0 0,1-1,0 0,0 0,2 0,-1-1,1 0,1 0,5 6,-11-15,1 1,-1-1,1 1,-1-1,1 0,-1 0,1 0,-1 0,1-1,0 1,0-1,-1 0,1 1,0-1,0 0,-1-1,1 1,0 0,0-1,-1 0,1 1,-1-1,1 0,0 0,-1-1,0 1,1 0,-1-1,0 0,0 1,0-1,0 0,0 0,0 0,1-2,17-20</inkml:trace>
  <inkml:trace contextRef="#ctx0" brushRef="#br0" timeOffset="37278.706">11952 3482,'-7'14,"5"14,11 10,5 0</inkml:trace>
  <inkml:trace contextRef="#ctx0" brushRef="#br0" timeOffset="37518.066">12246 4085,'19'-5,"0"-1,0-1,-1-1,0 0,0-2,-1 0,0 0,-1-2,0 0,-1-1,0 0,-1-2,0 1,-2-2,1 1,-2-2,0 0,-1 0,-1-1,-1 0,0 0,-1-1,0-6,2 1,-1-1,-2 0,0-1,-1 1,-2-1,-1 0,-1 0,-1 0,-1 0,-2 0,0 0,-6-21,7 42,0 0,0 0,0 1,0-1,-1 1,0-1,0 1,0 0,0 0,-1 0,1 1,-1-1,0 1,0 0,-1 0,1 0,-1 0,1 1,-1 0,0 0,0 0,1 1,-1-1,-1 1,1 0,0 1,0-1,0 1,0 0,0 0,-1 1,1-1,0 1,0 0,-1 1,-4 2,1 0,-1 1,1 0,0 1,0 0,0 0,1 1,0 0,0 0,1 1,0 0,0 0,1 1,0 0,0 0,-4 10,-2 5,1 1,1 1,2 0,0 0,2 1,0 3,1 2,1 1,2 0,1 0,2-1,1 1,2 0,1-1,1 1,2-1,1-1,6 12,-6-21,0-1,1 1,2-2,0 0,1 0,1-1,0-1,2 0,0-1,1-1,1-1,0 0,1-1,1-1,0-1,7 3,-17-10,-1-1,1 0,1 0,-1-1,0 0,1-1,0 0,-1-1,1 0,0-1,0 0,0-1,-1 0,4-1,22-8</inkml:trace>
  <inkml:trace contextRef="#ctx0" brushRef="#br0" timeOffset="33916.522">5548 4085,'-1'23,"1"0,1 1,2-1,0 0,1 0,1 0,2-1,0 1,1-1,1-1,1 0,12 18,-20-34,0 0,0-1,1 1,0-1,0 1,0-1,0 0,1 0,-1-1,1 1,0-1,0 0,1 0,-1 0,1 0,-1-1,1 1,0-1,0-1,0 1,0-1,0 1,0-2,0 1,0 0,0-1,1 0,-1 0,0-1,2 0,4-5,-1-1,1-1,-1 0,-1 0,1-1,-2 0,1 0,-1-1,0 0,-1-1,0 0,-1 0,0 0,-1-1,1-5,2 1,-2-1,0 0,-1 0,0-1,-2 0,0 0,-1 0,0-8,-3 46,1 1,1 0,1-1,1 1,1-1,1 0,1 0,0-1,1 1,1-1,1-1,1 1,6 7,-11-20,1-1,0 0,0 0,0 0,0-1,1 0,-1 0,1-1,0 0,0 0,28 8</inkml:trace>
  <inkml:trace contextRef="#ctx0" brushRef="#br0" timeOffset="34295.055">6284 4138,'-4'14,"2"0,-1-1,2 1,0 0,1 0,0 0,1 0,0 0,2-1,-1 1,2 0,0-1,0 0,1 0,1 0,0 0,1-1,1 1,-6-9,0-1,1 0,-1 1,1-1,0 0,0 0,0-1,1 1,-1-1,0 0,1 1,0-2,-1 1,1 0,0-1,0 1,0-1,0 0,0-1,0 1,0-1,0 1,0-1,1-1,-1 1,0 0,0-1,0 0,0 0,0 0,0 0,0-1,-1 0,1 0,2-1,4-5,-1 0,0-1,0 0,-1 0,0-1,-1 0,0 0,0-1,-1 0,-1 0,0 0,0-1,-1 1,-1-1,0 0,0-1,-2 1,1 0,-1-9,-7-6,6 27,0 1,0-1,0 0,1 1,-1-1,0 0,0 1,0-1,0 0,0 1,0-1,0 0,0 1,0-1,0 1,0-1,0 0,0 1,0-1,0 0,-1 1,1-1,0 0,0 1,0-1,0 0,-1 0,1 1,0-1,0 0,-1 0,1 1,0-1,0 0,-1 0,1 0,0 1,-1-1,1 0,0 0,-1 0,1 0,0 0,-1 0,1 0,0 0,-1 0,1 1,-1-2,1 1,0 0,-1 0,1 0,0 0,-1 0,1 0,0 0,-1 0,1 0,0-1,0 1,-1 0,1 0,0 0,-1-1,1 1,0 0,0 0,-1-1,1 1,-2 6,0 1,1 0,-1 0,2-1,-1 1,1 0,0 0,0 0,0 0,1 0,1 0,-1-1,1 1,0 0,0-1,1 0,0 1,0-1,0 0,1 0,0-1,0 1,1-1,-1 0,1 0,3 2,10 5,0-1,1-1,0-1,1-1,-1-1,2 0,-1-1,1-2,0 0,19 1,61 9</inkml:trace>
  <inkml:trace contextRef="#ctx0" brushRef="#br0" timeOffset="55447.412">13261 4392,'3'18,"0"15,2 16,3 13,-1 14,0 12,-10 8,-17 7,-5-13</inkml:trace>
  <inkml:trace contextRef="#ctx0" brushRef="#br0" timeOffset="66064.739">11578 5916,'30'-20,"-1"-2,-1-1,0-1,-2-1,-1-2,-1 0,8-14,-23 30,-1 0,0 0,-1 0,-1-1,1 0,-2 0,0-1,0 1,-1-1,0 0,-2-1,1 1,-2 0,1-1,-2 1,0-1,-1 1,0-1,-2-9,2 20,0-1,-1 1,1 0,0-1,-1 1,0 0,0 0,0 0,0 1,0-1,0 0,-1 1,1-1,-1 1,0 0,0 0,0 0,0 0,0 1,0-1,0 1,-1 0,1 0,0 0,-1 0,1 0,-1 1,1-1,-1 1,1 0,-1 0,1 1,-1-1,1 1,-1 0,1-1,0 1,-1 1,1-1,0 0,0 1,0 0,0 0,0 0,0 0,0 0,0 2,-6 7,2 1,0 0,0 1,1-1,1 1,0 1,1-1,0 1,1-1,1 1,0 0,1 0,0 0,1 0,1 1,0-1,1 0,0-1,4 12,-2-9,0-1,1-1,0 1,1-1,1 0,0 0,1 0,1-1,0-1,0 1,2-2,-1 1,1-1,1-1,0 0,0-1,1 0,0-1,1 0,0-1,0 0,0-1,1-1,0-1,0 0,0-1,1 0,-1-1,1-1,-1 0,1-2,10 0,-13-1,0-1,-1 0,1-1,-1 0,0 0,0-2,0 1,-1-1,0-1,0 0,0-1,-6 4,0 0,0-1,0 0,-1 0,1 0,-1 0,0 0,-1-1,1 0,-1 0,0 0,-1 0,1 0,-1-1,-1 1,1-1,-1 1,0-1,0 0,-1 1,0-1,0 0,0 4,0-1,0 1,-1 0,1-1,-1 1,0 0,0-1,0 1,0 0,0 0,-1 0,1 0,-1 0,0 0,0 1,0-1,0 0,-1 1,1 0,-1-1,1 1,-1 0,0 0,0 1,0-1,0 1,0-1,0 1,0 0,0 0,0 0,-1 0,1 1,0 0,-1-1,1 1,-1 0,1 0,0 1,-1-1,1 1,0 0,0 0,-1 0,1 0,0 1,-5 5,1 2,1-1,0 1,0 0,1 0,0 1,0-1,1 1,0 0,1 1,0-1,1 0,0 1,1 0,0-1,0 10,0-17,1 0,0 0,-1 0,1 0,0 0,0 0,0 0,1 0,-1 0,1 0,0 0,0 0,0 0,0 0,0 0,1 0,-1-1,1 1,0-1,-1 1,1-1,0 1,1-1,-1 0,0 0,1 0,-1 0,1-1,0 1,-1-1,1 1,0-1,0 0,0 0,0 0,7-3,0 0,-1 0,0-1,1 0,-1-1,0 0,-1-1,1 1,-1-2,0 1,0-1,0 0,-1-1,0 0,-1 0,1 0,-1-1,3-5,51-85,-46 124,-9-17,0 0,1-1,0 1,0-1,0 0,1-1,1 0,-1 0,1 0,0-1,1 0,-1-1,1 0,0 0,1-1,-1 0,7 1,18 6,1-2,1-1,-1-2,9 0,49 4</inkml:trace>
  <inkml:trace contextRef="#ctx0" brushRef="#br0" timeOffset="51737.159">14278 3978,'1'-6,"0"1,0-1,-1 1,1-1,-1 0,0 1,-1-1,0 1,0-1,0 1,0-1,-1 1,0-1,0 1,0 0,-1 0,0 0,0 1,0-1,0 1,-1-1,1 1,-1 0,-1 0,1 1,0-1,-1 1,0 0,1 0,-1 0,-1 1,-1 0,1 0,-1 1,0 0,1 1,-1-1,0 1,0 0,1 1,-1 0,0 0,1 0,-1 1,1 0,-1 0,1 0,0 1,0 0,0 1,0-1,1 1,0 0,-1 0,1 1,0-1,1 1,-1 1,-1 1,0 1,0-1,1 1,0 0,1 1,-1-1,2 1,-1 0,1 0,0 0,1 1,0-1,1 0,0 1,0-1,1 1,0 0,1 2,1-4,-1 0,1 0,1 1,0-1,0-1,0 1,1 0,0-1,1 0,-1 0,1 0,1-1,-1 1,1-1,0-1,1 1,-1-1,1 0,0 0,0-1,1 0,-1 0,1-1,5 2,6 1,0-1,0 0,1-2,-1 0,1-1,0-1,-1 0,1-2,0 0,1-2,1 1,-1-1,0-1,0-1,0-1,-1-1,0-1,0 0,-1-2,0 0,-1-1,0-1,0-1,-2 0,1-1,-2-1,2-3,-13 13,-4 4,0 1,0-1,0 1,0 0,0-1,0 1,0-1,0 1,0 0,0-1,0 1,1-1,-1 1,0 0,0-1,0 1,1-1,-1 1,0 0,0-1,1 1,-1 0,0 0,1-1,-1 1,0 0,1 0,-1-1,0 1,1 0,-1 0,1 0,-1 0,0-1,1 1,-1 0,1 0,-1 0,0 0,1 0,-1 0,1 0,-1 0,1 0,-1 0,0 1,1-1,-1 0,1 0,-1 0,0 0,1 1,-1-1,0 0,1 0,-1 1,0-1,1 0,-1 1,0-1,3 9,0 0,0 0,1 0,0-1,1 0,0 0,0 0,1 0,0-1,0 1,0-2,7 7,-4-8,-1 1,1-2,0 1,1-1,-1 0,1-1,-1 0,1-1,0 0,0 0,0-1,0 0,8-1,-14 0,1 0,0 0,0-1,-1 0,1 1,-1-2,1 1,-1 0,1-1,-1 0,0 0,0 0,0-1,0 1,0-1,0 0,-1 0,1 0,-1-1,0 1,0-1,0 0,-1 0,1 0,-1 0,0 0,0 0,0-1,-1 1,1-1,-1-1,0-1,0 1,-1 0,1-1,-2 1,1-1,-1 1,1 0,-2-1,1 1,-1 0,0 0,0 0,-1 0,1 0,-1 0,-1 1,1-1,-1 1,0 0,0 0,0 1,-1-1,-3-2,-3-2,-1 0,1 0,-1 1,-1 1,1 0,-1 1,-1 0,1 1,-1 1,-7-2,13 4,0 0,0 0,0 1,0 0,0 0,0 1,0 0,0 0,0 1,0 0,1 0,-1 1,0 0,0 0,-4 3,11-4,1 0,0 0,-1 0,1 1,0-1,-1 0,1 0,0 0,0 0,0 0,0 0,0 0,1 1,-1-1,0 0,0 0,1 0,-1 0,0 0,1 0,-1 0,1 0,0 0,-1 0,1 0,0 0,-1-1,1 1,0 0,0 0,0-1,0 1,0 0,0-1,0 1,0-1,0 1,0-1,0 0,0 1,0-1,0 0,0 0,1 0,-1 0,0 0,0 0,0 0,0 0,1 0,30 5,-1 0,1-3,0 0,0-2,-1-1,30-5,-44 4,276-19,-290 21,1-1,-1 0,1 1,0 0,0 0,-1 0,1 0,0 1,-1-1,1 1,-1 0,1 0,-1 0,1 0,-1 1,1 0,-1-1,0 1,0 0,0 1,0-1,0 1,-1-1,1 1,-1 0,0-1,1 1,-1 1,0-1,-1 0,1 0,0 4,-3 70,-1-70,1 1,0-1,1 0,-1 0,1 1,1-1,-1 0,1 1,0-1,1 0,0 0,0 0,1 0,1 3,-1-7,1 1,-1-1,1 0,0-1,0 1,0 0,0-1,0 0,1 0,-1-1,1 1,-1-1,1 0,0 0,-1 0,1-1,0 0,0 1,-1-2,1 1,0-1,0 1,-1-1,1-1,-1 1,1 0,-1-1,1 0,-1 0,0-1,0 1,0-1,0 0,-1 0,1 0,-1 0,4-4,0-1,1 0,-1-1,-1 0,0 0,0-1,0 1,-1-1,-1-1,0 1,0 0,-1-1,0 0,-1 0,0 0,-1-4,-2 31,1 1,1-1,0 0,1 1,0-1,2 0,0 0,1 0,0 0,1-1,1 0,0 0,1-1,1 0,0 0,1-1,1 0,1 1,-8-11,-1-1,0 1,1-1,-1 0,1 0,0 0,0 0,0-1,0 1,0-1,0 0,0 0,0-1,0 1,0-1,0 0,1 0,-1 0,0-1,0 0,0 1,0-1,2-1,22-10</inkml:trace>
  <inkml:trace contextRef="#ctx0" brushRef="#br0" timeOffset="52171">15869 3603,'59'6,"0"-3,0-2,1-3,-1-2,17-6,-36 6,0-2,-1-2,0-1,0-2,-1-2,-1-2,10-6,-38 16,0 0,0-1,-1-1,0 1,-1-1,1-1,-1 1,-1-1,1-1,-1 1,1-4,-4 7,-1 1,1-1,-1 1,0-1,-1 0,1 0,-1 0,0 0,0 0,-1 0,0 0,0 0,0 0,0 0,-1 0,1 0,-1 0,-1 0,1 0,-1 0,0 0,0 1,-2-4,3 6,0-1,0 1,-1 0,1 0,-1 0,0 0,1 0,-1 0,0 0,0 1,0-1,0 1,-1-1,1 1,0 0,-1 0,1 0,0 0,-1 0,1 0,-1 1,0 0,1-1,-1 1,1 0,-1 0,1 0,-1 0,0 1,1-1,-1 1,1-1,-1 1,1 0,0 0,-1 0,0 1,-6 3,0 1,0 0,1 0,0 0,1 1,-1 0,1 1,0 0,0 1,-19 34,1 1,3 2,2 0,1 0,3 2,2 0,2 1,2 1,2-1,2 6,-9 70,5-1,6 2,5-1,12 76,12-1,-8-71,-1 105,-15-222,-1-1,-1 0,0 1,0-1,-1 0,0 0,-1 0,-4 9,-9 8</inkml:trace>
  <inkml:trace contextRef="#ctx0" brushRef="#br0" timeOffset="52500.114">16109 4392,'-4'-23,"2"14,1 0,-1-1,1 1,1-1,0 0,0 1,1-1,0 1,1-4,0 9,0 1,1 0,-1 0,1 0,0 0,0 0,0 0,0 1,0-1,0 1,1 0,-1 0,1 0,0 1,-1-1,1 1,0 0,0 0,0 0,0 0,1 1,0-1,351-60,-126 25,-229 35,1 1,-1-1,1 1,-1-1,1 1,-1 0,1 0,0 0,-1 0,1 0,-1 0,1 0,0 0,-1 1,1-1,-1 0,1 1,-1 0,1-1,-1 1,0 0,1 0,-1 0,0-1,1 1,-1 1,0-1,0 0,0 0,0 0,0 1,0-1,0 0,-1 1,1-1,0 1,-1-1,1 1,-1-1,1 1,-1-1,0 2,6 58,16 62,-21-117,1-1,-1 0,2 0,-1 0,0-1,1 1,0-1,0 1,0-1,1 0,-1 0,1 0,0-1,0 1,0-1,1 0,-1 0,1 0,0-1,0 0,2 1,15 1</inkml:trace>
  <inkml:trace contextRef="#ctx0" brushRef="#br0" timeOffset="52747.466">16898 3791,'-9'20,"6"16,15 9,17 3,3-6</inkml:trace>
  <inkml:trace contextRef="#ctx0" brushRef="#br0" timeOffset="54580.598">17620 4085,'-15'-13,"0"2,-1-1,0 2,-1 0,0 1,0 1,-1 1,0 0,-1 1,1 1,-1 1,0 1,-5-1,14 5,0 0,1 1,-1 0,0 1,1-1,0 2,-1 0,1 0,1 0,-1 1,0 0,1 1,0 0,1 0,-1 1,1 0,1 0,-1 0,1 1,0 0,1 1,0-1,0 1,1 0,-3 7,6-14,0 1,0 0,0-1,0 1,0 0,0 0,1-1,0 1,-1 0,1 0,0 0,0 0,0 0,1 0,-1-1,1 1,0 0,-1 0,1 0,0-1,1 1,-1-1,0 1,1-1,0 1,-1-1,1 0,0 1,0-1,0 0,0-1,1 1,-1 0,1-1,-1 1,1-1,-1 1,1-1,0 0,-1 0,3 0,22 3,0 0,0-2,0-1,1-1,-1-2,0 0,0-2,-1-1,16-5,-36 9,124-22,-128 23,0 0,0 0,0 1,-1-1,1 1,0-1,0 1,-1 0,1 0,-1-1,1 1,-1 0,1 0,-1 1,1-1,-1 0,0 0,0 1,1-1,-1 1,0-1,0 1,-1-1,1 1,0 0,0-1,-1 1,1 0,-1 0,1 1,4 61,-5-51,-8 609,5-407,-2-186,-5-27,-18-77,18 29,2 0,1 0,3-1,2 0,2 0,2 0,1 0,3 1,2-1,2 2,2-1,2 1,2 1,2 1,2 0,1 1,3 1,1 2,2 0,2 1,-18 25,1 1,0 0,1 1,0 1,1 0,7-4,-19 12,-1 1,0 0,1 0,-1 0,1 0,-1 0,1 0,0 0,-1 1,1-1,0 0,-1 1,1-1,0 1,0 0,0 0,-1 0,1 0,0 0,0 0,0 0,-1 0,1 1,0-1,0 1,-1-1,1 1,0 0,-1-1,1 1,-1 0,1 0,-1 0,1 0,-1 1,0-1,1 0,-1 1,0-1,0 1,0-1,0 1,0-1,0 1,-1-1,1 1,2 14,0 1,-1-1,0 0,-2 1,0-1,-1 1,-1 4,0 22,2-39,8 102,-7-103,0 1,0-1,0 1,0-1,1 0,0 1,0-1,0 0,0 0,0 0,0-1,1 1,-1 0,1-1,0 1,0-1,0 0,0 0,0 0,0-1,1 1,-1-1,0 1,1-1,-1 0,1-1,0 1,3 0,0-1,0 1,0-2,1 1,-1-1,0 0,0 0,0-1,0 0,-1 0,1 0,0-1,-1 0,0-1,1 1,-1-1,-1-1,1 1,-1-1,1 0,-1 0,-1 0,1-1,4-5,-1 0,0 0,-1-1,0 0,-1 0,0-1,-1 0,-1 0,0 0,0-1,0-6,-2-13,-2 22,0 18,-2 7,0 0,1 0,1 1,0-1,1 0,1 0,0 1,1-1,1-1,0 1,0 0,2-1,-1 0,2 0,0-1,6 9,-11-18,0-1,1 1,0-1,-1 0,1 0,0 0,0 0,0 0,0 0,1-1,-1 0,0 1,1-1,-1 0,1-1,-1 1,1-1,-1 1,1-1,0 0,-1-1,1 1,-1 0,1-1,-1 0,1 0,-1 0,0 0,1-1,-1 1,0-1,0 0,0 0,0 0,0 0,-1 0,1-1,1-1,9-11,-1-2,0 1,-2-2,0 1,0-1,-2-1,0 0,-2 0,0 0,-1-1,0 0,-2 0,-1 0,0-1,-1-9,0 21,0 0,0-1,-1 1,0 0,0 0,-1 0,-1-1,0 1,0 0,0 0,-1 1,0-1,-1 1,0-1,-1 1,1 0,-4-3,68 33,131 5,-147-24,1 2,-2 1,27 9,-65-14,-1 0,0 0,1 0,-1 1,0 0,0-1,0 1,0 1,-1-1,1 0,0 1,-1 0,0 0,0 0,0 0,0 0,0 1,-1-1,1 1,-1 0,0 0,0 0,0 0,-1 0,1 0,-1 0,0 2,-11 88,7-84,1 0,0 0,1 1,-1-1,2 1,0-1,0 0,1 1,1 5,-1-12,1 0,-1 0,1 0,0-1,0 1,0-1,0 1,1-1,0 0,-1 0,1 0,0 0,0-1,0 1,1-1,-1 0,1 0,-1 0,1 0,0-1,0 1,0-1,0 0,95 13,-72-14,-1-1,0-1,0-1,0-1,0-2,-1 0,0-2,12-5,-25 8,0 0,-1 0,1-2,-1 1,0-1,-1-1,1 0,-2-1,1 0,-1 0,-1-1,1 0,-2 0,1-1,-1 0,-1 0,5-13,-9 21,-1-1,1-1,-1 1,0 0,0 0,0 0,0 0,-1-1,0 1,0 0,0-1,0 1,-1 0,0 0,0-1,0 1,0 0,0 0,-1 0,0 0,0 0,0 1,0-1,-1 0,1 1,-1 0,0-1,0 1,0 0,-1 1,1-1,-1 1,1-1,-1 1,0 0,0 0,0 1,0-1,-3 0,1 1,0 0,0 1,-1-1,1 1,0 1,0-1,0 1,0 0,-1 1,1-1,1 1,-1 0,0 1,0-1,1 1,0 1,-1-1,1 1,0-1,1 1,-1 1,1-1,-1 1,1 0,-2 2,1 0,-1 0,2 0,-1 1,1 0,0 0,1 0,-1 0,2 0,-1 1,1 0,0-1,1 1,0 0,1 0,0 7,0-13,0 0,1 1,0-1,-1 0,1 1,0-1,1 0,-1 0,0 0,1 0,0 0,0 0,0-1,0 1,0 0,0-1,1 0,-1 1,1-1,0 0,0 0,-1-1,1 1,0 0,1-1,-1 0,0 0,0 0,0 0,3 0,1 0,1 0,0 0,0-1,-1 0,1-1,0 0,0 0,-1 0,1-1,-1 0,1-1,5-2,1-2,-1 0,-1-1,0 0,0-1,0 0,-1-1,0-1,-1 1,-1-2,1 1,-2-1,5-8,-11 17,-2 2,0 1,-1-1,1 0,0 1,0-1,0 1,0-1,1 0,-1 1,0-1,0 1,0-1,0 1,1-1,-1 0,0 1,0-1,1 1,-1-1,0 1,1-1,-1 1,1-1,-1 1,1 0,-1-1,0 1,1 0,0-1,-1 1,1 0,-1 0,1-1,-1 1,1 0,-1 0,1 0,0 0,-1 0,1 0,0 0,-1 0,1 0,-1 0,1 0,0 0,-1 0,1 0,-1 0,1 1,0-1,1 72,-3-64,0 0,1-1,0 1,0 0,0 0,1 0,0 0,1-1,0 1,0 0,0-1,1 1,1-1,-1 0,1 0,0 0,0-1,1 0,0 1,0-1,1-2,0 1,1-1,0 0,-1 0,1-1,0 0,1 0,-1-1,0 0,1 0,-1-1,1 0,0 0,-1-1,1 0,0 0,-1 0,1-1,0-1,-1 1,1-1,-1-1,0 1,0-1,0 0,0-1,0 1,0-2,-1 1,0-1,0 1,0-2,-1 1,0-1,0 0,0 0,0 0,1-4,6-16,-1-1,-2 0,-1 0,-1-1,-1 0,-1 0,-2-1,0-10,1 4,31-317,-14-26,-21 331,-2 31,-3 30,-1 45,3 1,2-1,3 0,2 0,3 0,4 10,6 43,4 0,5-2,5-1,33 77,-62-182,6 17,1-1,1 0,0-1,2 0,0 0,9 9,-20-26,-1-1,1 0,-1 1,1-1,0 0,0 0,0 0,0 0,0 0,0 0,0 0,0 0,0 0,0 0,0 0,1-1,-1 1,0-1,0 1,1-1,-1 1,1-1,-1 0,0 1,1-1,-1 0,1 0,-1 0,0 0,1 0,-1-1,1 1,-1 0,0-1,1 1,-1-1,0 1,1-1,-1 1,0-1,0 0,0 0,1 0,-1 0,0 0,0 0,0 0,-1 0,1 0,3-10,0-1,-1 1,0-1,-1 0,-1 1,0-1,0 0,-1 0,-1 0,-1-9,-2-19,-2-1,-1 1,-3 0,-1 1,-2 0,-1 1,-2 0,-2 1,-1 1,-2 1,-2 1,0 1,-3 1,-11-11,-108-81,145 124,-1 0,1 0,-1 0,1 0,-1 0,1 0,0 0,-1 0,1 0,-1 0,1 0,-1 0,1 0,-1 0,1-1,0 1,-1 0,1 0,-1 0,1-1,0 1,-1 0,1 0,0-1,-1 1,1 0,0-1,-1 1,1 0,0-1,0 1,-1-1,1 1,0 0,0-1,0 1,0-1,-1 1,1-1,0 1,0-1,0 1,0 0,0-1,0 1,0-1,0 1,1-1,-1 1,0-1,0 1,0 0,0-1,1 1,-1-1,0 1,0 0,1-1,-1 1,0-1,0 1,1 0,-1 0,1-1,-1 1,35 2,-31-2,340 39,240 36,-473-54</inkml:trace>
  <inkml:trace contextRef="#ctx0" brushRef="#br0" timeOffset="56548.676">21978 4138,'-14'-31,"9"19,0 1,-1 0,0-1,-1 2,0-1,-1 1,0 0,-4-4,10 13,-1-1,1 0,0 1,-1 0,1-1,0 1,-1 0,0 1,1-1,-1 0,1 1,-1-1,0 1,0 0,1 0,-1 0,0 0,1 0,-1 1,0-1,1 1,-1-1,0 1,1 0,-1 0,1 1,0-1,-1 0,1 1,0-1,-2 3,-59 62,6 39,55-100,0 0,1 0,0 0,0 0,0 0,0 0,1 0,0 0,0 0,0 0,1 0,0 0,0 0,0 0,0 0,1 0,0-1,0 1,0 0,1-1,-1 0,2 2,1-2,-1 0,1-1,0 0,0 0,0 0,1-1,-1 1,0-1,1-1,0 1,-1-1,1 0,0 0,0 0,0-1,-1 0,1 0,0-1,0 0,0 1,-1-2,1 1,0-1,-1 0,0 0,1-1,-1 1,0-1,0 0,0-1,-1 1,1-1,-1 0,0 0,0 0,0-1,0 1,-1-1,0 0,1-1,0-3,0 1,0-1,-1 1,0-1,-1 0,0 0,0 0,-1-1,0 1,0 0,-1-1,-1 1,1 0,-3-8,3 17,0 1,0-1,0 0,0 0,0 0,0 0,0 1,0-1,0 0,0 0,-1 0,1 0,0 1,0-1,0 0,0 0,0 0,0 0,-1 0,1 0,0 0,0 1,0-1,0 0,-1 0,1 0,0 0,0 0,0 0,-1 0,1 0,0 0,0 0,0 0,0 0,-1 0,1 0,0 0,0 0,0 0,-1 0,1 0,0 0,0 0,0-1,0 1,-1 0,1 0,0 0,0 0,0 0,-4 20,3-8,1-1,1 1,0-1,0 1,2-1,-1 1,1-1,1 0,0 0,0-1,1 1,0-1,1 0,0 0,1-1,0 0,1 0,5 6,12 7</inkml:trace>
  <inkml:trace contextRef="#ctx0" brushRef="#br0" timeOffset="56834.913">22365 4312,'-16'7,"-5"4,1 3,4 1,7-2,9-3,6-3</inkml:trace>
  <inkml:trace contextRef="#ctx0" brushRef="#br0" timeOffset="57093.252">22673 4018,'5'9,"1"12,0 9,-2 9,-1 7,-1 2,-1 0,0-4,-1-4,0-12,-1-10</inkml:trace>
  <inkml:trace contextRef="#ctx0" brushRef="#br0" timeOffset="57316.183">22513 3724,'180'-216,"-121"115,-80 234,22-113,1 0,1 0,1 0,1 0,0-1,2 1,0-2,1 1,1-1,0 0,1-1,2 0,-1 0,2-2,0 1,8 5,22 26</inkml:trace>
  <inkml:trace contextRef="#ctx0" brushRef="#br0" timeOffset="66598.101">13797 5315,'20'5,"1"-1,0-1,-1-1,1-1,0 0,0-2,0 0,0-1,0-1,-1-2,0 0,1 0,-2-2,1-1,-1 0,0-1,15-11,-20 11,-1 0,0-1,0-1,-1 0,0-1,-1 0,0 0,-1-1,4-8,-10 14,1 0,-1 0,-1-1,1 1,-1-1,-1 0,1 0,-1 0,-1 0,0 0,0-1,0 1,-1 0,0-1,-1 1,0 0,0 0,-1 0,-1-5,2 10,1 0,-1 0,0 0,0 0,-1 0,1 0,0 0,-1 1,0-1,0 0,0 1,0 0,0-1,0 1,0 0,-1 0,1 0,-1 0,0 1,1-1,-1 1,0 0,0-1,0 1,0 1,0-1,0 0,0 1,0-1,0 1,-1 0,1 0,0 0,0 1,0-1,0 1,0-1,0 1,0 0,0 0,0 1,0-1,-2 2,-4 6,0 1,1 0,1 0,-1 1,2-1,-1 2,2-1,-1 1,2 0,-1 0,2 0,0 0,0 1,1-1,0 2,-9 70,3 0,4 1,3 0,4-1,4 1,4-1,10 35,51 213,-61-286</inkml:trace>
  <inkml:trace contextRef="#ctx0" brushRef="#br0" timeOffset="66966.139">13797 5702,'56'-4,"1"-1,-1-4,-1-1,7-5,-61 15,125-31,-1-5,62-30,-114 30,-68 31,-20 16,11-7,0 1,0 0,0 0,0 0,1 0,0 1,0-1,0 1,1 0,0 0,0 0,1 0,-1 0,1 0,1 0,-1 1,1-1,0 0,0 1,1-1,0 0,0 0,0 0,1 0,0 0,0 0,1 0,-1 0,1-1,0 1,1-1,0 0,-1 0,2 0,-1-1,0 1,1-1,69 27,-37-24</inkml:trace>
  <inkml:trace contextRef="#ctx0" brushRef="#br0" timeOffset="67211.481">14572 5128,'-5'15,"6"16,11 8,5-3</inkml:trace>
  <inkml:trace contextRef="#ctx0" brushRef="#br0" timeOffset="67415.938">14973 5675,'16'-13,"0"-2,-2 0,0-1,0 0,-2-1,0-1,-1 0,0 0,-2-1,0 0,-1-1,4-16,-12 34,1 0,-1 0,1 0,-1 1,1-1,-1 0,0 0,0 0,0 0,0 0,0 0,-1 0,1 0,-1 0,1 0,-1 1,0-1,1 0,-1 0,0 1,0-1,0 0,0 1,-1-1,1 1,0-1,-1 1,1 0,-1 0,1-1,-1 1,0 0,1 0,-1 1,0-1,0 0,1 1,-1-1,0 1,0-1,0 1,0 0,0 0,0 0,0 0,0 0,0 0,0 0,1 1,-1-1,-1 1,-7 2,0 1,1-1,-1 2,1 0,0 0,1 0,-1 1,1 1,0-1,0 1,1 1,0-1,0 1,1 0,0 1,0 0,1 0,0 0,1 0,0 1,0-1,1 1,1 0,-1 0,0 11,3-16,0 0,0 1,1-1,0 0,0 0,0 0,0 1,1-1,0 0,0-1,0 1,1 0,-1 0,1-1,0 0,0 0,1 0,0 0,-1 0,1 0,0-1,1 0,-1 0,0 0,5 1,5 4,1-1,1-1,-1-1,1 0,0-1,0-1,13 2,150-2,-95-11</inkml:trace>
  <inkml:trace contextRef="#ctx0" brushRef="#br0" timeOffset="68444.759">15922 5475,'-3'-3,"0"0,0-1,-1 1,1 1,-1-1,1 0,-1 1,0 0,0 0,0 0,0 0,-1 1,1-1,0 1,-1 0,1 1,-1-1,1 1,-1-1,1 2,-1-1,1 0,-5 2,-4 0,-1 1,1 0,-1 2,1-1,0 2,1-1,-3 3,-72 58,85-63,-1-1,1 0,0 1,0 0,0-1,0 1,0 0,1 0,-1 0,1 0,0 1,0-1,0 0,0 0,0 1,1-1,0 0,-1 1,1-1,0 1,1-1,-1 0,1 1,-1-1,1 0,0 1,0-1,1 0,-1 0,1 2,5 2,1 0,-1-1,1 0,0 0,0 0,1-1,-1-1,1 1,1-1,-1-1,0 0,1 0,-1-1,1 0,0 0,7-1,50 9,1-4,0-2,1-3,-1-3,0-3,0-4,54-13,-101 19,-1-1,1-1,-1-1,1-1,-2-1,1 0,-1-2,-1 0,1-1,-2-1,15-12,-30 22,-1 1,1-1,-1 0,1 0,-1 0,0 0,1 0,-1 0,0 0,0 0,0 0,-1-1,1 1,-1 0,1-1,-1 1,0 0,0-1,0 1,0-1,0 1,0 0,-1-1,1 1,-1 0,1-1,-1 1,0 0,0 0,0 0,0 0,-1 0,1 0,-1 0,1 0,-1 0,1 0,-1 1,0-1,0 1,0 0,0-1,0 1,0 0,0 0,0 0,-1 0,1 0,-2 0,-6-3,-1 1,1 0,-1 0,0 1,0 0,0 1,1 0,-1 1,-1 0,2 1,-1 0,0 1,-2 0,8-1,-1 1,0 0,1 0,-1 0,1 0,-1 1,1 0,0 0,0 1,1-1,-1 1,1 0,0 0,-1 0,2 1,-1 0,1-1,-1 1,1 0,1 1,-1-1,1 0,0 1,-2 5,3-6,0 0,0 0,0 0,1-1,0 1,0 0,0 0,0 0,1 0,-1 0,1 0,1 0,-1-1,1 1,0-1,0 1,0-1,0 1,1-1,0 0,0 0,0 0,0-1,0 1,1-1,0 0,0 1,0-2,0 1,0 0,0-1,1 0,-1 0,3 0,6 1,0 0,0-1,0-1,0-1,1 0,-1 0,0-1,0-1,0 0,0-1,0 0,-1-1,1-1,-1 0,0 0,0-1,-1-1,1 0,-2 0,1-1,-1-1,0 0,-1 0,0-1,1-1,-10 11,0-1,0 0,0 1,0-1,0 0,0 1,1-1,-1 0,0 1,0-1,1 0,-1 1,1-1,-1 1,0-1,1 1,-1-1,1 1,-1-1,1 1,-1-1,1 1,0 0,-1-1,1 1,0 0,-1 0,1-1,-1 1,1 0,0 0,0 0,-1 0,1 0,0 0,-1 0,1 0,0 0,-1 0,1 0,0 0,-1 0,1 1,0-1,-1 0,1 1,-1-1,1 0,0 1,-1-1,1 0,-1 1,1-1,-1 1,1-1,-1 1,1 0,-1-1,0 1,1-1,-1 1,0 0,0-1,1 1,-1 0,0-1,0 1,0 0,5 11,-4-6,0 0,1 0,-1-1,2 1,-1-1,0 1,1-1,0 0,1 0,-1 0,1 0,0-1,0 1,0-1,0 0,1 0,0-1,0 1,0-1,4 2,-6-6,1 0,0 0,0 0,0-1,-1 1,1-1,-1 0,1 0,-1 0,0-1,0 1,0-1,0 0,0 0,-1 0,1 0,-1 0,0 0,0-1,0 1,0-1,-1 1,1-1,-1 0,0 0,0 1,0-1,-1-1,24-70,27-60,-49 131,0 1,0-1,1 1,-1-1,1 1,0 0,-1 0,2 0,-1 0,0 0,0 1,1-1,0 1,-1 0,1 0,0 0,0 1,0-1,0 1,0 0,0 0,0 1,1-1,-1 1,0 0,0 0,1 0,-1 0,0 1,0 0,3 1,15 8,-1 1,-1 1,0 1,-1 0,0 2,-1 0,-1 1,15 18,-25-27,0 1,0 0,-1 0,0 0,-1 1,1-1,-2 1,1 1,-1-1,-1 1,0-1,0 1,-1 0,0 0,0 0,-1 7,-2-14,1 1,0-1,0 1,0-1,0 1,1-1,-1 1,1-1,0 1,0-1,0 1,0-1,1 0,-1 0,1 0,0 0,0 0,0 0,0 0,1-1,-1 1,1-1,-1 1,1-1,0 0,0 0,0 0,0-1,0 1,1-1,-1 1,0-1,2 0,9-1,1 0,0 0,-1-2,1 0,-1 0,1-2,-1 0,0 0,-1-1,1-1,-1 0,0-1,0 0,-1-1,0-1,0 0,-1 0,-1-1,1-1,1-3,-2 4,-1 0,0-1,-1 0,0 0,-1-1,0 0,-1 0,0 0,-1-1,-1 0,4-12,-8 24,1 1,-1-1,0 0,1 0,-1 0,0 0,1 0,-1 0,0 0,0 0,0 0,0 0,0 0,0 0,0 0,0 0,0 0,-1 0,1 0,0 0,0 0,-1 0,1 1,-1-1,1 0,-1 0,1 0,-1 0,0 1,1-1,-1 0,0 1,0-1,1 0,-1 1,0-1,0 1,0-1,0 1,0 0,0-1,1 1,-1 0,0-1,0 1,0 0,0 0,0 0,0 0,0 0,0 0,0 0,0 1,0-1,-1 0,-3 4,0-1,0 0,0 1,1 0,0 0,0 1,0-1,0 1,0 0,1 0,0 0,0 0,1 1,-1-1,1 1,0-1,1 1,-1 0,1 0,0 0,1 0,-1 0,1 0,1 0,-1 0,1 0,0 0,1 4,1-3,0-1,1 1,-1-1,1 0,0 0,1-1,0 1,0-1,0 0,0-1,1 1,-1-1,1 0,0 0,1-1,5 3,114 33,-35-26,-4-5</inkml:trace>
  <inkml:trace contextRef="#ctx0" brushRef="#br0" timeOffset="68737.489">18716 4886,'-10'31,"1"-1,2 2,0-1,2 1,2 0,1 0,1 0,2 0,1 0,2 0,1-1,1 1,2-1,5 11,-6-9,2 0,1-1,1 0,2 0,1-2,2 0,1 0,1-1,2-2,8 10,-27-35,1 1,0-1,0 0,0 0,1 1,-1-1,0 0,1-1,0 1,-1 0,1-1,0 1,0-1,-1 0,1 0,0 0,0-1,0 1,0-1,1 1,-1-1,0 0,0 0,0 0,0-1,0 1,0-1,0 0,0 1,0-1,0-1,0 1,-1 0,1-1,0 1,1-2,12-14</inkml:trace>
  <inkml:trace contextRef="#ctx0" brushRef="#br0" timeOffset="68941.955">18355 5207,'19'0,"23"3,25 0,27 0,22 1,14 1,4-2,-22 0</inkml:trace>
  <inkml:trace contextRef="#ctx0" brushRef="#br0" timeOffset="69416.708">19171 5675,'13'-60,"-8"40,-2 0,0 0,-1 0,-2-1,0 1,0 0,-2-1,-1 1,0 0,-2 0,0 0,-7-15,14 28,13 17,-4-2,28 11,1-2,0-1,2-3,33 8,27 8,-32 2,-68-30,-1 0,1 0,0 1,-1-1,1 1,0 0,-1-1,0 1,1 0,-1 0,0 0,0 0,0 0,0 0,-1 0,1 0,0 0,-1 0,1 0,-1 1,0-1,0 0,0 0,0 0,0 1,0-1,-1 0,1 0,-1 0,1 0,-2 2,-20 37,-7 22,29-61,-1 0,1 0,0 0,0 0,0 1,0-1,1 0,-1 0,0 0,1 0,0 0,-1 0,1 1,0-2,0 1,0 0,0 0,1 0,-1 0,0-1,1 1,-1-1,1 1,0-1,-1 1,1-1,0 0,0 0,1 1,15 5,-1 0,1-1,1-1,-1-1,1-1,-1 0,1-1,0-1,0-1,12-2,39 0,-6-3</inkml:trace>
  <inkml:trace contextRef="#ctx0" brushRef="#br0" timeOffset="70178.786">20253 5555,'-8'-7,"0"0,-1 0,0 1,0 0,-1 1,1 0,-1 1,0 0,-1 0,1 1,-1 0,1 1,-1 0,0 1,0 0,0 1,0 0,1 0,-1 1,0 1,0 0,-8 3,15-4,0 1,1 0,-1 0,1 0,0 0,-1 0,1 1,0-1,1 1,-1 0,0 0,1 0,0 0,-1 1,1-1,1 1,-1-1,0 1,1-1,0 1,0 0,0 0,0 0,0 0,1 0,0 0,0 0,0-1,0 1,1 0,-1 0,1 0,0 0,0 0,0-1,1 1,0 0,-1-1,1 1,0-1,1 0,0 2,5 4,1-1,0 0,0-1,1 0,0 0,0-1,1-1,-1 1,1-2,0 1,1-2,-1 1,1-2,-1 1,1-2,0 1,0-2,0 1,0-2,10-1,-17 1,0 0,-1 0,1 0,-1-1,0 0,1 0,-1 0,0-1,0 1,0-1,-1 0,1 0,0 0,-1-1,0 1,0-1,0 1,0-1,-1 0,0 0,1-1,-1 1,-1 0,1-1,-1 1,0-1,0 0,0 1,0-1,-1 0,0 1,0-1,0-4,-2-56,36 145,-29-70,1-1,0 0,0 0,0-1,1 0,1 0,-1-1,1 0,1 0,-1-1,10 6,-13-9,-1-1,1 0,0 0,0 0,0 0,0-1,0 0,0 0,0 0,0-1,1 0,-1 0,0 0,0 0,0-1,1 0,-1 0,0 0,0-1,0 0,0 0,-1 0,1 0,-1-1,3-1,0-2,1-1,-1 0,0 0,0-1,-1 0,0 0,-1-1,0 0,0 1,-1-2,0 1,0 0,-1-1,0 0,-1 0,0 0,-1 0,0 0,0 0,-1-3,-2 50,0-22,1 0,0 0,1-1,1 1,0 0,1-1,0 1,2-1,-1 1,2 0,-4-13,0 0,0 0,1 0,-1 0,1 0,-1 0,1-1,-1 1,1 0,0-1,0 1,0-1,0 0,0 0,0 1,0-2,0 1,0 0,1 0,-1-1,0 1,1-1,-1 1,0-1,1 0,-1 0,0 0,1 0,-1-1,0 1,1-1,-1 1,1-1,3-1,1-1,-1 1,0-1,0 0,0-1,-1 1,1-1,-1 0,0 0,0-1,1-1,5-9,0 0,-2 0,0-1,-1 0,0 0,-1-1,-1 0,0-1,12-31,-18 49,0 0,1 0,-1 0,0 0,0 0,0 0,0 1,0-1,1 0,-1 0,0 0,0 0,0 0,0 0,1 0,-1 0,0 0,0 0,0 0,1 0,-1 0,0 0,0 0,0 0,0 0,1 0,-1-1,0 1,0 0,0 0,0 0,0 0,1 0,-1 0,-2 29,1-18,1-2,0 0,1 0,0 0,0 0,1 0,0 0,1 0,0-1,0 1,1-1,0 0,0 0,1 0,0 0,0-1,1 0,0 0,0-1,1 1,0-1,0-1,0 1,1-1,0-1,0 1,0-1,0 0,9 2,18 6</inkml:trace>
  <inkml:trace contextRef="#ctx0" brushRef="#br0" timeOffset="70749.261">21243 5341,'17'8,"0"1,-1 0,0 1,0 1,-1 1,-1 0,0 1,-1 0,0 1,-1 1,0 0,-1 0,-1 1,-1 1,0 0,-1 0,6 18,-3 1,0 0,-3 0,-1 1,-1 0,-2 1,-2-1,-2 1,-1-1,-2 1,-1-1,-5 14,7-37,1 1,0-1,1 1,1 0,0 0,1-1,2 8,-3-18,0 1,1-1,-1 0,1 0,0 0,0 0,0 0,1 0,-1 0,1-1,0 0,0 1,0-1,1 0,-1 0,1-1,-1 1,1-1,0 1,0-1,0-1,0 1,0 0,1-1,-1 0,3 0,-3 0,0-1,0 0,0 0,-1 0,1 0,0-1,0 1,0-1,0 0,0 0,-1-1,1 1,-1-1,1 0,-1 0,1 0,-1 0,0 0,0-1,0 0,0 1,-1-1,1 0,-1 0,0-1,0 1,0 0,1-2,2-5,0 1,-1-2,0 1,0 0,-1-1,0 0,-1 1,0-1,-1-8,-1 2,-1 0,0-1,-2 1,0 0,-1 1,0-1,-2 0,0 1,0 0,-2 1,0-1,-1 2,0-1,-10-10,-1-1,-2 1,0 2,-2 0,0 1,-2 1,0 2,-11-6,-57-31,94 56,0 0,1 0,-1 0,1 0,-1-1,0 1,1 0,-1 0,0-1,1 1,-1 0,0-1,0 1,1 0,-1-1,0 1,0-1,1 1,-1 0,0-1,0 1,0-1,0 1,0-1,0 1,0 0,0-1,0 1,0-1,0 1,0-1,0 1,0-1,0 1,0 0,0-1,0 1,-1-1,1 1,0 0,0-1,-1 1,1-1,0 1,0 0,-1-1,1 1,0 0,-1 0,1-1,0 1,-1 0,1 0,-1 0,1-1,170 2,-118 0,1-2,-1-2,-1-3,17-5,-8-10,-54 16,-15 13,6-3,0 0,0 0,1 0,0 0,0 1,0-1,1 1,-1-1,1 1,1-1,-1 1,1 0,0-1,0 1,1 0,0-1,0 1,0-1,1 1,-1-1,1 1,0-1,4 5,-1-1,0 0,1 0,0 0,1-1,0 1,0-2,1 1,0-1,0 0,0-1,1 0,3 1,20 10</inkml:trace>
  <inkml:trace contextRef="#ctx0" brushRef="#br0" timeOffset="70999.116">21831 5167,'0'0</inkml:trace>
  <inkml:trace contextRef="#ctx0" brushRef="#br0" timeOffset="71333.241">22165 4847,'-13'36,"2"1,2 1,1 0,1 0,3 1,1 0,2-1,1 1,3 0,1 6,1-7,1-1,2 0,2-1,1 0,1 0,3-1,0-1,2 0,2-1,1-1,17 20,-37-52,48 50,-47-49,1 0,-1 1,1-1,-1 0,1 0,0 0,0 0,-1 0,1 0,0 0,0-1,0 1,0-1,0 1,0-1,0 0,0 0,0 0,0 0,0 0,0 0,0-1,0 1,0-1,0 1,0-1,0 0,-1 1,1-1,1-1,56-73,-46 53,52-85,-65 107,0-1,0 1,0 0,0-1,0 1,0-1,0 1,0 0,1-1,-1 1,0 0,0-1,0 1,0 0,1-1,-1 1,0 0,0-1,1 1,-1 0,0 0,1-1,-1 1,0 0,1 0,-1 0,0-1,1 1,-1 0,0 0,1 0,-1 0,1 0,-1 0,0 0,1 0,-1 0,1 0,-1 0,0 0,1 0,-1 0,0 0,1 0,-1 0,1 0,-1 1,0-1,1 0,-1 0,0 0,1 1,-1-1,0 0,0 0,1 1,-1-1,0 0,0 1,1-1,-1 0,0 1,0-1,0 0,0 1,0-1,1 0,-1 1,0-1,3 31,-3-29,0 5,0 0,0 0,0 0,1 0,0 0,1 0,-1 0,1-1,0 1,1 0,0-1,0 0,0 1,1-1,0-1,0 1,0 0,1-1,0 0,0 0,0 0,6 3,22 8,-1-6</inkml:trace>
  <inkml:trace contextRef="#ctx0" brushRef="#br0" timeOffset="71498.365">22727 5287,'-18'-9,"-13"-5,-6-1,-3-1,5 1</inkml:trace>
  <inkml:trace contextRef="#ctx0" brushRef="#br0" timeOffset="71702.82">22165 4993,'18'-2,"25"1,25 6,23 6,22 4,10 4,-17-2</inkml:trace>
  <inkml:trace contextRef="#ctx0" brushRef="#br0" timeOffset="71969.109">22834 5635,'5'4,"0"-1,0 1,0-1,0-1,1 1,-1 0,1-1,-1 0,1-1,0 1,0-1,0 0,0-1,0 1,0-1,0 0,0-1,0 1,0-1,0-1,-1 1,1-1,0 0,-1 0,1 0,-1-1,1 0,-1 0,0 0,0-1,-1 0,1 0,-1 0,0 0,0-1,1-1,1-7,0-1,-1 1,-1-1,0 0,0 0,-2 0,0 0,-1-1,0 1,-1-1,0 1,-1-1,-1 1,-1-3,3 15,0 1,0-1,0 0,0 0,0 0,0 0,-1 0,1 1,-1-1,1 0,-1 0,0 1,1-1,-1 0,0 1,0-1,0 1,-1-1,1 1,0-1,0 1,-1 0,1 0,-1-1,1 1,-1 0,0 1,1-1,-1 0,0 0,1 1,-1-1,0 1,0-1,0 1,0 0,1 0,-1 0,0 0,0 0,0 0,0 0,0 0,1 1,-1-1,0 1,0 0,1-1,-1 1,0 0,-1 1,-6 8,1 0,0 0,0 1,1 0,1 1,0-1,0 1,1 0,1 1,0-1,0 1,1 0,1 0,0 4,0-5,0 1,0 0,2 0,0 0,0 0,1 0,1 0,0-1,0 1,2 0,-1-1,2 0,-1 0,2 0,0-1,0 1,1-1,0-1,1 1,0-1,1-1,0 1,1-1,2 1,0-1,1-1,-1 0,2 0,-1-2,1 0,0 0,0-1,11 2,11 1</inkml:trace>
  <inkml:trace contextRef="#ctx0" brushRef="#br0" timeOffset="59745.478">4666 5261,'24'249,"6"175,-27-396,-3-28,0 0,0-1,1 1,-1 0,0 0,0 0,0 0,1 0,-1-1,0 1,0 0,0 0,1 0,-1 0,0 0,0 0,1 0,-1 0,0 0,0 0,1 0,-1 0,0 0,0 0,1 0,-1 0,0 0,0 0,0 0,1 0,-1 1,0-1,0 0,0 0,1 0,-1 0,0 0,0 1,0-1,1 0,-1 0,0 0,0 1,0-1,0 0,0 0,0 0,0 1,1-1,-1 0,0 0,0 1,0-1,0 0,0 0,0 1,0-1,0 0,0 0,0 1,0-1,-1 0,12-22,-10 19,73-135,-69 131,0 1,1-1,-1 1,1 0,0 0,1 1,-1 0,1 0,0 0,1 1,-1 0,1 0,-1 1,1 0,0 0,0 1,5-1,-8 3,1 0,-1 0,1 0,-1 1,1-1,-1 1,0 0,1 1,-1 0,0-1,0 2,0-1,0 0,0 1,-1 0,1 0,-1 1,0-1,0 1,0 0,0 0,-1 0,1 0,-1 1,0-1,-1 1,2 2,0 0,-1 0,0 0,0 0,-1 0,0 0,0 0,-1 1,0-1,0 1,-1-1,1 1,-2-1,1 1,-1-1,0 1,-1-1,0 1,0-1,-3 6,-2-2,-1-2,0 1,-1-1,0 0,0-1,-1 0,0-1,-1 0,0 0,0-1,0-1,0 1,-1-2,0 0,0 0,0-1,0-1,-1 0,1-1,-1 0,1 0,-1-2,-2 0,15 1,-6 1,-1 0,1-1,-1 0,1-1,0 1,-1-1,1-1,0 1,0-1,0 0,0 0,0-1,-2-1,7 4,1-1,0 1,-1-1,1 1,0-1,-1 1,1-1,0 1,0-1,-1 0,1 1,0-1,0 0,0 1,0-1,0 1,0-1,0 0,0 1,0-1,0 0,0 1,1-1,-1 1,0-1,0 0,0 1,1-1,-1 1,0-1,1 1,-1-1,1 1,-1-1,1 1,-1-1,1 1,-1 0,1-1,-1 1,1 0,-1-1,1 1,-1 0,1 0,0-1,18-11</inkml:trace>
  <inkml:trace contextRef="#ctx0" brushRef="#br0" timeOffset="60186.338">5481 5755,'-9'-7,"0"0,0 1,-1 0,0 1,0 0,-1 1,1 0,-1 0,0 1,0 0,0 1,0 0,-1 1,-6 0,14 2,-1 1,1-1,0 1,-1-1,1 1,0 1,0-1,1 0,-1 1,0 0,1 0,-1 0,1 0,0 0,0 1,1-1,-1 1,1 0,-1 0,1 0,0 0,1 0,-1 1,1-1,0 0,-1 4,0 0,0 0,1 1,0 0,0-1,1 1,0 0,1-1,-1 1,2 0,-1-1,1 1,1-1,1 5,-1-8,0 0,0-1,1 0,-1 1,1-1,0 0,0-1,0 1,1-1,-1 0,1 0,0 0,0-1,0 0,0 1,0-2,0 1,1-1,-1 0,0 0,1 0,-1-1,1 1,-1-1,1-1,-1 1,1-1,-1 0,1 0,-1-1,0 1,0-1,0-1,0 1,0-1,0 1,-1-1,1-1,-1 1,0-1,0 1,0-1,0 0,0-2,3-2,0-1,-1 1,0-2,0 1,-1-1,-1 1,1-2,-2 1,1 0,-2-1,1 1,-1-1,-1 0,0 0,0 1,-1-1,-1 0,-1-10,0 51,1-21,1 0,1 0,-1 0,1 0,1 0,0 0,0 0,1 0,0-1,0 0,1 1,0-1,1 0,0-1,0 1,0-1,1 0,0 0,1-1,-1 0,1 0,1 0,-1-1,2 1,34 11,-2-6</inkml:trace>
  <inkml:trace contextRef="#ctx0" brushRef="#br0" timeOffset="60596.532">6337 5555,'-12'-2,"-1"1,1 0,0 1,-1 1,1-1,-1 2,1 0,0 0,0 2,0-1,0 1,0 1,1 0,0 1,0 0,-1 1,2 0,2-4,0 2,1-1,-1 1,1 0,1 1,-1 0,1 0,0 0,0 1,0 0,1 0,0 0,-2 5,8-9,-1 0,1-1,0 1,0-1,0 1,1-1,-1 1,0-1,1 1,0-1,-1 0,1 0,0 0,0 0,0 0,1-1,-1 1,0 0,0-1,1 0,-1 1,1-1,0 0,-1 0,1-1,0 1,-1-1,1 1,0-1,2 0,3 3,203 53,-209-56,1 1,-1 0,1-1,-1 1,0 0,1 1,-1-1,0 0,0 1,0-1,0 1,0-1,0 1,0 0,-1 0,1 0,-1 0,1 0,-1 0,0 0,0 1,0-1,0 0,0 1,0-1,-1 1,1-1,-1 1,1-1,-1 1,0-1,0 1,0-1,-1 1,1 0,-1-1,1 1,-1-1,0 0,0 1,0-1,0 0,0 1,0-1,-1 0,1 0,-1 0,-1 1,-11 9,-2 0,1-2,-1 1,-1-2,0 0,0-1,-1-1,0-1,0 0,-1-1,1-1,-17 1,-66 4,101-9,0 0,0 0,0 0,1-1,-1 1,0 0,0 0,0 0,0 0,0-1,0 1,1 0,-1 0,0 0,0-1,0 1,0 0,0 0,0 0,0-1,0 1,0 0,0 0,0 0,0-1,0 1,0 0,0 0,0 0,0-1,0 1,0 0,-1 0,1 0,0-1,0 1,0 0,0 0,0 0,0 0,-1-1,1 1,0 0,0 0,0 0,0 0,14-7</inkml:trace>
  <inkml:trace contextRef="#ctx0" brushRef="#br0" timeOffset="61685.668">6792 5688,'-5'-1,"0"-1,0 0,-1 1,1 0,0 0,0 1,-1-1,1 1,-1 0,1 1,0-1,0 1,-1 0,1 0,0 1,0 0,0 0,0 0,0 0,0 1,1-1,-1 1,1 1,0-1,0 1,0-1,0 1,1 0,-1 0,1 1,-2 2,-4 6,1 1,0 0,0 1,2-1,-1 1,2 1,0-1,1 1,1 0,0 1,2-12,0 0,0 0,1 1,0-1,0 0,0 0,1 1,0-1,0 0,0 0,0 0,1 0,0 0,0 0,0 0,1-1,0 1,-1-1,2 0,-1 0,0 0,1 0,0 0,0-1,0 1,0-1,0 0,1-1,-1 1,1-1,0 0,0 0,4 1,12 1,1-2,0-1,0 0,0-2,0 0,0-1,0-2,0 0,-1-1,0-2,0 0,-1-1,1-1,16-10,-26 15,-1 0,0-1,0 0,0-1,-1 0,1 0,-2-1,1 0,-1-1,0 0,0 0,-1-1,0 0,-1 0,0-1,0 1,-1-1,0-1,-1 1,0-2,-3 9,-1 0,0 1,1-1,-2 0,1 1,0-1,0 0,-1 1,0-1,1 0,-1 1,0-1,0 1,0-1,-1 1,1 0,0-1,-1 1,0 0,0 0,1 0,-2-1,2 4,0-1,0 0,-1 1,1-1,0 1,0-1,0 1,0-1,0 1,0 0,0 0,0-1,1 1,-1 0,0 0,0 0,1 0,-1 0,0 0,1 0,-1 0,1 0,-1 0,1 0,0 0,-1 1,1-1,0 0,0 0,0 0,0 1,0-1,0 0,0 0,0 0,1 2,-1 7,0 0,1 0,0 0,1 1,0-1,1-1,0 1,0 0,1-1,1 1,-1-1,1 0,1-1,0 1,0-1,6 6,-8-9,0-1,1 1,-1-1,1 0,0 0,1 0,-1-1,0 1,1-2,0 1,0 0,-1-1,2 0,-1-1,0 1,0-1,0 0,1-1,-1 1,0-1,1 0,-1-1,0 0,1 0,-1 0,0-1,3-1,4-4,0-1,-1 0,0-1,-1 0,0-1,0 0,-1-1,0 0,-1-1,-1 0,0 0,0-1,-1 0,-1 0,0-1,-1 0,3-11,0 24,-3 19,-3-12,1 7,1 0,0-1,1 1,1-1,0 0,1-1,0 1,0-1,1-1,1 1,0-1,0-1,1 0,0 0,1-1,0 0,0-1,0 0,1-1,0 0,1-1,-1 0,1-1,0 0,0-1,0-1,0 0,7 0,-6-2,-1-1,0-1,0 0,0-1,0 0,0-1,-1 0,1-1,-1 0,0-1,-1 0,1-1,-1-1,0 0,-1 0,0-1,-1 0,1-1,-2 0,1 0,1-5,8-11,-2-1,0 0,-2-1,-1-1,-1 0,-2 0,-1-1,3-18,1-23,-4 0,-2 0,-3 0,-4-16,1 66,-2 0,0 0,-1 0,-1 0,-1 0,-1 1,-1-1,0 1,-3-3,8 20,0 0,0 0,-1 0,1 0,-1 1,0-1,1 0,-1 1,0-1,-1 1,1 0,0-1,-1 1,1 0,-1 1,0-1,1 0,-1 1,0-1,0 1,0 0,0 0,0 0,0 1,-1-1,1 1,0-1,0 1,0 0,-1 0,1 1,0-1,0 1,0-1,0 1,0 0,-1 0,-7 8,-1 0,2 1,-1 0,1 0,1 1,0 0,0 1,1 0,1 0,0 1,0 0,2 0,0 1,0-1,1 1,1 0,-2 13,-2 4,1 0,1 1,2-1,1 1,2 0,1 0,2-1,0 1,3-1,3 13,-4-27,0 0,0 0,2-1,0 0,1 0,1-1,0 0,1-1,0 1,1-2,1 0,0 0,1-1,1-1,-1 0,2 0,-1-2,2 0,8 4,-5-5,0-1,0-1,1 0,0-2,0 0,0-2,0 0,0-1,0-1,1 0,-1-2,0-1,0 0,0-1,-1-2,1 0,-1 0,0-2,-1-1,16-9,-25 11,0 0,0 0,-1-1,0-1,0 0,-1 0,0 0,-1-1,0 1,-1-2,1 1,-2-1,0 1,0-1,-1 0,0-1,-1 1,0 0,-1-1,0 1,-1-1,0 1,-1-1,-1-3,3 13,-1 0,0 0,0 1,0-1,0 0,0 0,0 0,0 0,-1 0,1 1,-1-1,1 0,-1 0,0 1,0-1,1 0,-1 1,0-1,-1 1,1-1,0 1,0-1,-1 1,1 0,0 0,-1 0,0-1,1 2,-1-1,1 0,-1 0,0 0,0 1,1-1,-1 1,0-1,0 1,0 0,0 0,0 0,1 0,-1 0,0 0,0 0,0 1,0-1,1 1,-1-1,0 1,0 0,-1 0,-2 6,0 0,1 1,-1 0,1-1,1 1,-1 0,1 1,1-1,-1 0,2 1,-1 0,1-1,0 1,1 3,-2 2,1 0,1 0,0 0,1 1,0-1,2 0,-1 0,1-1,1 1,1-1,0 1,0-1,2-1,-1 1,2-1,-1 0,2-1,-1 0,2 0,-1-1,2 0,-1-1,1 0,1 0,9 5,-8-7,0 0,1-1,-1-1,2 0,-1-1,0 0,1-1,0-1,0 0,-1-1,1 0,0-2,0 1,14-4,15-7</inkml:trace>
  <inkml:trace contextRef="#ctx0" brushRef="#br0" timeOffset="62353.949">8997 5581,'6'-1,"1"0,-1 0,0 1,1-1,-1 2,1-1,-1 0,1 1,-1 1,0-1,1 1,-1 0,0 0,0 1,-1-1,1 1,0 1,-1-1,0 1,1 0,-2 0,3 2,3 4,0 0,-1 0,0 1,0 1,-1 0,-1 0,0 0,-1 1,4 9,-2 10,-1 1,-1-1,-2 1,-1 0,-2 0,-1 0,-2 0,-1 0,-1 0,-2-1,-2 0,-5 15,-18 122,29-155,1 1,0-1,1 1,1-1,0 1,1-1,0 1,4 9,-4-19,-1 1,1-1,1 0,-1 0,1 0,0 0,0-1,1 1,-1-1,1 0,0 0,0 0,0 0,0-1,1 0,0 0,-1 0,1 0,0-1,1 1,-1-1,0-1,5 2,-4-2,1 1,-1-1,1-1,-1 1,1-1,-1-1,1 1,0-1,-1 0,0 0,1-1,-1 0,0 0,0 0,0-1,0 0,0 0,-1-1,1 0,-1 1,0-2,0 1,0-1,-1 1,0-1,1 0,-2-1,1 1,-1-1,0 0,0 0,0 0,-1 0,2-6,-3-6,0 1,-1-1,-1 1,0-1,-1 1,-2-1,1 1,-2 0,0 1,-1-1,-1 1,0 0,-1 1,-1-1,-1 2,-9-13,2 5,-1 0,-1 1,-1 1,0 1,-2 0,0 2,-1 1,-1 0,0 2,-1 1,0 1,-1 1,-23-6,36 10,32 5,-14 2,147-12,-1-7,51-17,-151 27,-1-2,0-3,-1-2,0-2,41-22,-84 38,-1-2,1 1,0-1,-1 0,1 0,-1 0,0-1,-1 0,1 0,-1 0,2-4,-5 8,0-1,-1 1,1 0,-1-1,0 1,1-1,-1 1,0-1,0 1,0-1,0 1,0 0,0-1,-1 1,1-1,0 1,-1-1,1 1,-1 0,1-1,-1 1,0 0,0-1,0 1,1 0,-1 0,0 0,0 0,0 0,-1 0,1 0,0 0,0 0,-1 0,1 1,0-1,-1 1,1-1,-1 0,-59-16,54 16,-1 0,1 0,-1 0,1 1,0 0,-1 0,1 1,-1 0,1 1,0-1,0 1,0 0,0 1,0 0,0 0,0 1,1-1,0 2,0-1,0 0,0 1,1 0,0 1,0-1,0 1,0 0,1 0,0 0,1 1,-1-1,1 1,0 0,1 0,0 0,0 0,0 1,1-1,0 6,1-3,1 0,1 0,0 1,0-1,1-1,0 1,1 0,0-1,1 1,0-1,0-1,1 1,0-1,0 0,1 0,0 0,2 0,7 7,1-1,1 0,0-1,1-1,0-1,1-1,11 4,4 0,0-2,1-2,0-1,1-1,0-3,0 0,0-3,0-1,1-2,-1-1,11-3,11-7</inkml:trace>
  <inkml:trace contextRef="#ctx0" brushRef="#br0" timeOffset="58835.908">2367 6103,'6'-53,"2"0,2 1,3 0,2 1,2 0,2 2,15-26,-27 63,0 0,0 1,1 0,0 0,1 0,0 1,6-5,-12 13,-1 0,1 0,-1 0,1 0,0 0,0 0,0 1,0 0,0-1,0 1,0 0,1 1,-1-1,0 0,1 1,-1 0,0 0,1 0,-1 0,0 0,0 1,1 0,-1-1,0 1,0 0,0 1,0-1,0 0,0 1,0 0,0 0,0 0,-1 0,9 9,0 0,-2 0,1 1,-1 1,-1 0,-1 0,1 0,-2 1,0 0,-1 0,0 1,-1-1,-1 1,0 0,-1 0,-1 0,0 12,-18 40,17-65,-1 0,0-1,0 1,0-1,0 0,0 1,0-1,-1 0,1 1,0-1,-1 0,1 0,-1 0,1 0,-1-1,1 1,-1 0,0-1,1 1,-1-1,0 1,1-1,-1 0,0 0,0 1,1-1,-1-1,0 1,0 0,1 0,-1-1,0 1,0-1,1 1,-1-1,1 0,-2 0,-1-1,1 0,0 0,0 0,0 0,0 0,0-1,1 1,-1-1,1 0,0 0,-1 0,1 0,1 0,-1 0,0-1,1 1,-1-1,1 1,0-1,1 1,-1-1,0 1,1-1,0 0,0 0,0 1,0-1,1 0,-1 1,1-1,0 1,0-1,0 1,1-1,-1 1,1 0,0-1,0 1,0 0,0 0,0 0,1 1,-1-1,1 1,0-1,0 1,0 0,1-1,15-1,1 0,0 2,0 0,0 1,0 1,0 1,6 1,-23-2,4 0,0 0,1 1,-1 0,0 0,0 0,0 1,0 0,0 0,0 1,-1 0,1 0,-1 0,0 1,0 0,0 1,0-1,-1 1,1 0,-1 0,-1 1,4 3,15 30,-21-34,0 1,0-1,0 0,1 0,-1 0,1 0,1 0,-1 0,1-1,-1 0,1 0,1 0,-1 0,0 0,1-1,0 0,0 0,0 0,0-1,0 0,1 1,-1-2,1 1,-1-1,1 0,-1 0,1 0,1-1,0-2,0 0,0-1,0 0,0 0,0-1,-1 0,0 0,0 0,0-1,0 1,-1-2,0 1,0 0,0-1,0 0,-1 0,0-1,-1 1,1-1,-1 0,0 0,-1 0,0 0,0 0,0 0,-1-1,0 1,-1-1,1 1,-2-1,1 1,-1 0,0-1,0 1,-1 0,0-1,-1 0,1 3,-1 0,1 0,-2 0,1 0,0 1,-1-1,0 1,0 0,0 0,0 0,-1 1,1-1,-1 1,0 0,0 1,0-1,-1 1,1 0,0 0,-1 1,1 0,-1-1,0 2,1-1,-1 1,0 0,0 0,1 0,-1 1,0 0,1 0,-1 1,1-1,0 1,-1 1,1-1,0 0,0 1,0 0,0 1,1-1,-1 1,1 0,-2 1,1-1,1 1,-1 0,1 1,0-1,0 1,0 0,1 0,0 0,0 0,1 1,0-1,0 1,0-1,1 1,0 0,0 0,0 0,1-1,0 1,1 0,0 0,0 0,0-1,1 1,-1 0,2-1,-1 1,1-1,0 0,0 0,1 0,0 0,0-1,0 0,5 6,66 21,-36-24</inkml:trace>
  <inkml:trace contextRef="#ctx0" brushRef="#br0" timeOffset="59097.21">3288 5194,'-18'0,"-12"3,-7 4,1 9,5 10,7 8,8 7,9 6,10 3,12 3,3-7</inkml:trace>
  <inkml:trace contextRef="#ctx0" brushRef="#br0" timeOffset="59347.541">3356 5862,'5'14,"3"9,5 2,5 0,4-4,5-7,9-4,13-10,11-6,-5-3</inkml:trace>
  <inkml:trace contextRef="#ctx0" brushRef="#br0" timeOffset="63299.43">2541 6611,'866'23,"2097"-112,-2715 71,1076-48,-1241 67,-117-13,-212-11,166 21</inkml:trace>
  <inkml:trace contextRef="#ctx0" brushRef="#br0" timeOffset="63966.158">3249 6772,'-104'12,"89"-2,35-1,103 5,237-11,0-17,303-51,-498 46,1442-143,124 65,-515 95,-904-4,-247-5,-65 11,1-1,-1 1,0 0,1-1,-1 1,1-1,-1 1,0-1,0 1,1-1,-1 1,0-1,0 1,0-1,1 1,-1-1,0 1,0-1,0 0,0 1,0-1,0 1,0-1,0 1,0-1,-1 0,1 1,0-1,0 1,0-1,-1 1,1-1,0 1,0-1,-1 1,1-1,0 1,-1 0,1-1,-1 1,1-1,-1 1,1 0,-1-1,1 1,-1 0,1 0,-1 0,1-1,-26-16,25 17,-9-4,0 1,0-1,0 2,-1 0,1 0,-1 0,1 2,-1-1,0 1,0 1,-6 1,10-2,-38 3</inkml:trace>
  <inkml:trace contextRef="#ctx0" brushRef="#br0" timeOffset="64903.287">3984 6879,'15'10,"2"-1,-1-1,1-1,0 0,1-1,-1 0,1-2,0 0,1-1,-1-1,1-1,4 0,-22-1,209 11,0-9,149-19,472-63,101-5,-2 58,119-7,-617 6,-394 23,-50-2,-50-12,56 12</inkml:trace>
  <inkml:trace contextRef="#ctx0" brushRef="#br0" timeOffset="73138.284">11377 6999,'-16'-9,"-1"2,0-1,0 2,0 0,-1 1,0 1,0 1,0 0,-1 1,-6 1,14 1,1 0,0 1,-1 0,1 1,0 0,0 1,0 0,0 0,0 1,1 0,-1 1,1 0,1 0,-1 1,1 1,0-1,0 1,-5 6,10-10,0-1,1 1,-1 0,0 0,1 0,0 0,0 0,0 1,0-1,1 0,-1 1,1 0,0-1,0 1,0 0,0 0,1-1,-1 1,1 0,0 0,0 0,1 0,-1-1,1 1,0 0,0 0,0-1,0 1,1-1,-1 1,1-1,0 1,0-1,0 0,1 0,-1 0,1 0,1 1,8 3,-1-1,1-1,0 0,0 0,0-1,1-1,0 0,0-1,-1 0,1-1,0 0,0-1,0-1,0 0,0-1,0 0,0-1,-1 0,1-1,0-1,-2 1,0-1,-1 0,1 0,-1-1,0-1,-1 0,0 0,0 0,0-1,0-2,-6 7,0 0,0-1,0 0,-1 0,1 1,-1-2,0 1,0 0,0 0,0-1,-1 1,0-1,0 1,0-1,-1 1,1-1,-1 0,0 1,0-1,-1 0,1 1,-1-1,0 1,-1-1,1 1,-1-2,0 2,0 1,0-1,0 1,0 0,-1 0,1-1,-1 2,0-1,0 0,0 1,0-1,0 1,-1 0,1 0,-1 0,1 0,-1 1,-4-2,6 3,1-1,-1 1,0 0,0 0,0 0,0 0,0 0,0 0,0 0,0 1,0-1,0 1,0-1,1 1,-1 0,0 0,0-1,1 1,-1 1,0-1,1 0,-1 0,1 0,0 1,-1-1,1 1,0-1,0 1,0 0,0-1,0 1,0 0,0 0,1 0,-1-1,1 1,-1 0,1 2,-1 2,1 1,1-1,-1 0,1 1,0-1,0 0,1 0,0 0,0 0,0 0,1 0,0 0,0-1,0 0,1 1,0-1,0 0,0-1,1 1,-1-1,1 0,0 0,0 0,1-1,-1 1,1-2,-1 1,1 0,3 0,16 7,1-1,0 0,1-2,-1-2,11 1,53 7</inkml:trace>
  <inkml:trace contextRef="#ctx0" brushRef="#br0" timeOffset="74394.11">12701 7053,'1'-17,"1"1,0 0,2 0,0 0,0 1,2-1,0 1,1 0,0 1,1 0,1 0,0 0,7-7,-12 15,1 0,0 0,0 0,1 1,0 0,0 0,0 0,0 1,1-1,-1 2,1-1,0 1,1 0,-1 0,0 1,1 0,-1 0,1 1,0 0,0 0,-1 1,1 0,0 0,0 1,-1 0,1 0,-1 1,1 0,-1 1,1-1,-1 2,2 0,-1 1,0 0,0 1,0 0,-1 0,0 0,0 1,0 0,-1 1,-1 0,1-1,-1 2,0-1,-1 1,0-1,0 1,-1 0,0 1,0 0,-3-8,1 0,-1 1,0-1,0 0,0 1,0-1,0 1,-1-1,1 0,-1 1,1-1,-1 0,0 0,0 0,0 1,0-1,0 0,-1 0,1 0,-1-1,1 1,-1 0,1 0,-1-1,0 1,0-1,0 0,0 1,0-1,0 0,0 0,-1 0,1-1,0 1,0 0,-1-1,1 0,-1 1,-5 0,1 0,-1-1,0 1,0-1,1-1,-1 0,0 0,0 0,1-1,-1 0,0-1,5 3,1 0,0-1,0 0,0 1,0-1,0 0,0 0,0 0,0 0,0 0,0 0,0-1,1 1,-1-1,1 1,-1-1,1 1,-1-1,1 0,0 0,0 0,0 0,0 0,0 0,0 0,1 0,-1 0,1 0,-1 0,1-1,0 1,0-1,47-24,105-19,-116 37,-1-1,0-1,0-2,-1-2,-1-1,7-5,-35 18,0 0,0 0,0-1,0 1,0-1,-1 0,0 0,0-1,0 1,0-1,-1 0,0 0,0 0,0 0,2-6,-6 9,1 0,-1 1,0-1,1 0,-1 0,0 0,0 0,0 1,0-1,0 0,-1 1,1-1,0 1,-1 0,1-1,-1 1,1 0,-1 0,0 0,0 0,1 0,-1 0,0 0,0 1,0-1,0 1,0-1,0 1,0 0,0 0,0 0,0 0,0 0,0 0,0 1,0-1,0 0,0 1,1 0,-1-1,-2 2,-3 0,-1 1,0 0,1 0,0 0,0 1,0 0,0 1,0 0,1 0,0 0,0 1,1-1,-1 2,1-1,0 0,1 1,0 0,0 0,0 0,0 3,1-5,1 0,0 0,0 1,1-1,0 1,-1-1,2 1,-1-1,1 1,0-1,0 1,0 0,1-1,0 1,0-1,0 1,1-1,0 0,0 1,0-1,1 0,-1 0,1 0,0-1,1 1,-1-1,1 0,0 0,1 1,10 5,1-1,0-1,1-1,-1 0,1-1,1-1,-1 0,1-2,-1 0,1 0,0-2,0 0,0-2,0 0,0 0,0-2,11-3,-12 3,0-1,0 0,-1-2,0 0,0-1,0 0,-1-2,0 0,0 0,5-6,-14 10,1 0,-1-1,0 0,-1 0,1-1,-1 1,0-1,-1-1,0 1,0 0,0-1,-1 0,-1 0,1 0,-1 0,0 0,-1-1,0 1,0 0,-1-1,0 1,-1-3,2 7,-1 0,-1 0,1 0,-1 0,1 0,-1 0,0 1,-1-1,1 0,-1 0,1 1,-1-1,0 1,0 0,-1-1,1 1,-1 0,1 0,-1 1,0-1,0 0,-1 1,1 0,0 0,-1-1,2 4,0 0,0 0,0 0,0 0,1 0,-1 0,0 1,1-1,-1 0,1 1,0-1,-1 1,1 0,0-1,0 1,0 0,0 0,0 0,1 0,-1 0,0 0,1 0,0 0,-1 0,1 0,0 0,0 0,0 0,0 1,0 7,0 0,1 0,0 0,0 0,1-1,0 1,1 0,0-1,1 0,0 0,0 0,1 0,0-1,0 1,1-1,0-1,1 1,0-1,0 0,0 0,1-1,0 0,0-1,6 4,-7-5,1 1,0-1,0 0,0-1,0 0,0 0,1-1,-1 0,1 0,0-1,0 0,-1-1,1 0,0 0,0-1,0 0,-1 0,1-1,-1 0,1-1,-1 0,0 0,0-1,0 0,0 0,-1-1,5-3,-4 1,-1-1,-1 1,1-1,-1-1,-1 1,1-1,-1 0,-1 0,0 0,0-1,-1 1,0-1,-1 0,0 0,0 0,-1 0,0-9,-3 31,2 1,0-1,0 0,1 1,0-1,1 0,1 0,0 0,0 0,2-1,-1 1,3 2,-3-8,1-1,-1 0,1 0,1 0,-1-1,0 0,1 0,0 0,0-1,0 1,1-2,-1 1,1-1,-1 0,1 0,0 0,0-1,0 0,0-1,0 0,0 0,0 0,0-1,-1 0,1 0,0-1,0 1,-1-2,1 1,-1-1,1 0,-1 0,0-1,0 1,-1-1,1-1,-1 1,0-1,0 0,0 0,-1 0,0-1,0 0,3-5,23-87,-22 63,-8 35,0 0,0 1,0-1,1 0,-1 1,0-1,0 0,0 1,1-1,-1 0,0 0,0 1,1-1,-1 0,0 0,1 0,-1 1,0-1,1 0,-1 0,0 0,1 0,-1 0,1 0,-1 1,0-1,1 0,-1 0,1 0,-1 0,0 0,1-1,-1 1,0 0,1 0,-1 0,0 0,1 0,-1 0,0-1,1 1,-1 0,0 0,1 0,-1-1,0 1,1 0,-1-1,0 1,0 0,0 0,1-1,-1 1,0 0,0-1,0 1,0-1,1 1,12 36,-13-35,22 112,-20-111,-1 1,1-1,0 0,0 1,0-1,0 0,0 0,1 0,-1-1,0 1,1-1,-1 1,1-1,0 0,0 0,-1 0,1 0,0 0,0 0,0-1,0 0,0 1,0-1,0 0,-1-1,1 1,0 0,0-1,1 0,5 1,239-16,-198 11</inkml:trace>
  <inkml:trace contextRef="#ctx0" brushRef="#br0" timeOffset="75608.42">15254 6691,'-5'-2,"0"0,0 0,0 0,0 1,0 0,-1 0,1 0,0 1,0 0,-1 0,1 0,0 1,-1-1,1 1,0 1,0-1,0 1,0 0,0 0,0 0,0 1,0-1,1 1,0 0,-1 1,1-1,1 1,-1 0,0 0,1 0,0 0,0 0,0 1,0 0,1-1,-2 4,-17 62,21-68,0 0,-1 0,1 1,0-1,0 0,1 1,-1-1,0 0,1 0,-1 1,1-1,0 0,0 0,0 0,0 0,0 0,0 0,0 0,1 0,-1 0,1 0,0-1,-1 1,1-1,0 1,0-1,0 0,0 0,1 1,6 0,-1-1,1 0,0-1,-1 0,1 0,-1-1,1 0,-1-1,1 1,-1-2,0 1,0-1,0 0,0-1,0 0,-1 0,0-1,1 0,-2 0,1-1,-1 1,0-1,4-5,-5 6,0 0,0 0,-1 0,0-1,0 0,0 0,0 0,-1 0,0-1,0 1,1-8,-10 99,7-80,0 0,0 0,1 0,0 0,0 0,0 0,1-1,-1 0,1 1,0-1,1 0,-1 0,1 0,-1-1,1 0,0 1,0-1,1 0,-1-1,1 1,-1-1,1 0,0 0,0 0,0-1,0 0,0 0,0 0,4 0,3 0,0 0,0-1,0-1,0 0,1-1,-1 0,-1 0,1-1,0-1,-1 0,0-1,4-2,-3 0,1-1,-1 0,0-1,-1 0,0-1,-1 0,0-1,0 0,-1-1,-1 0,0 0,0-1,-1 0,-1 0,0 0,0-5,4-12,-2-2,-1 1,-1-1,-2 0,-1 0,-1-28,-13-44,11 103,0-1,0 1,0 0,0-1,-1 1,1 0,0-1,-1 1,1 0,-1 0,1-1,-1 1,0 0,0 0,1 0,-1 0,0 0,0 0,0 0,0 0,0 0,0 0,0 1,0-1,-1 0,1 1,0-1,0 1,-1-1,1 1,0 0,-1-1,1 1,0 0,-1 0,1 0,0 0,-1 0,1 0,0 0,-1 1,1-1,0 0,-1 1,1-1,0 1,0-1,0 1,-1 0,1 0,0-1,0 1,0 0,0 0,0 0,0 0,1 0,-1 0,0 0,0 2,-10 13,2 0,0 2,0-1,2 1,0 0,1 1,1-1,1 1,1 0,0 0,1 11,0-19,0 1,0-1,2 1,-1 0,2 0,-1-1,2 1,-1 0,2-1,0 1,0-1,1 0,0 0,0 0,2-1,-1 0,1 0,1 0,0 0,0-1,1 0,0-1,0 0,1 0,0-1,1 0,0 0,0-1,8 4,-6-6,0 0,1-1,0-1,0 0,-1 0,1-1,0-1,0 0,0-1,0 0,0-1,0-1,-1 0,1 0,-1-1,0-1,0 0,0-1,-1 0,0-1,0 0,0 0,-1-1,-1-1,1 0,-1 0,-1-1,2-1,-5 2,6-4,-6 26,-5-10,1 1,-1-1,1 1,0 0,0-1,0 0,0 1,1-1,-1 0,1 1,0-1,0 0,0 0,0-1,1 1,-1 0,1-1,-1 1,1-1,0 0,0 0,0 0,0 0,1-1,-1 1,0-1,1 0,-1 0,1 0,-1 0,1 0,-1-1,1 0,-1 0,1 0,0 0,2-1,9 0,0-1,0 0,-1-1,0-1,0-1,0 1,7-5,10-3,-30 12,0-1,1 1,-1-1,0 1,0 0,0 0,1 0,-1-1,0 1,0 0,1 0,-1 1,0-1,0 0,1 0,-1 1,0-1,0 0,0 1,1 0,-1-1,0 1,0-1,0 1,0 0,0 0,0 0,0 0,-1-1,1 1,0 0,0 1,-1-1,1 0,0 0,18 18,-10-17,0 1,0-1,0-1,0 0,1 0,-1 0,0-2,1 1,-1-1,0 0,0-1,0 0,0 0,6-3,154-55,-166 59,-1 0,0-1,0 1,0 0,1 0,-1 0,1 1,-1-1,1 0,-1 1,1 0,-1 0,1-1,-1 1,1 1,-1-1,1 0,-1 1,1-1,-1 1,0 0,1 0,-1 0,0 0,1 0,-1 0,0 0,0 1,0-1,0 1,0 0,0 0,2 3,-1-1,1 0,0 0,0 0,0-1,0 1,1-1,0 0,-1 0,1-1,0 1,1-1,-1 0,0-1,0 1,1-1,-1 0,1 0,-1-1,1 0,3 0,31 0,0-3,0-1,-1-2,0-1,0-3,-1 0,12-8,-49 18,0-1,0 0,0 0,0 1,0-1,0 1,0-1,0 0,0 1,0 0,0-1,1 1,-1 0,0 0,0-1,0 1,1 0,-1 0,0 0,0 1,0-1,0 0,1 0,-1 1,0-1,0 0,0 1,0-1,0 1,0 0,0-1,0 1,0 0,0-1,0 1,0 0,0 0,-1 0,1 0,0 0,-1 0,1 0,-1 0,1 0,-1 0,1 0,-1 1,0-1,1 0,-1 0,0 0,0 0,0 1,-1 34,0-30,1-1,-1 1,1 0,0-1,0 1,1 0,-1-1,2 1,-1 0,0-1,1 0,0 1,0-1,1 0,-1 0,1 0,-1-3,-1-1,1 0,0 0,-1 0,1-1,0 1,0 0,0-1,-1 1,1-1,0 1,0-1,0 0,0 0,0 0,0 0,0 0,0 0,0-1,0 1,0 0,-1-1,1 0,0 1,0-1,-1 0,1 0,0 0,-1 0,1 0,-1-1,1 1,-1 0,1-1,-1 1,0-1,0 1,1-2,16-17</inkml:trace>
  <inkml:trace contextRef="#ctx0" brushRef="#br0" timeOffset="75881.69">17246 6397,'-16'0,"-5"2,5 8,15 7,19 4,6 0</inkml:trace>
  <inkml:trace contextRef="#ctx0" brushRef="#br0" timeOffset="76334.479">18463 6624,'-11'-12,"0"1,-1-1,0 2,0 0,-1 0,0 1,-13-6,22 13,-1 0,1 0,-1 0,1 0,-1 1,0-1,0 1,0 1,1-1,-1 1,0-1,0 1,0 1,0-1,0 1,0 0,1 0,-1 0,0 1,0-1,1 1,0 0,-1 1,1-1,0 1,0 0,-1 0,2 0,0-1,0 0,1 1,-1 0,0 0,1 0,0 0,0 0,0 0,0 1,0-1,1 1,-1-1,1 1,0 0,0-1,1 1,-1 0,1 0,-1-1,1 1,0 0,1 0,-1 0,1-1,-1 1,1 0,1-1,-1 1,0 0,1-1,-1 1,1-1,0 0,0 0,1 0,-1 0,1 0,-1 0,2 0,1 1,1 0,0-1,0 0,1 0,-1 0,0-1,1 0,0 0,-1-1,1 0,0 0,0 0,0-1,0 0,0-1,-1 1,1-1,0 0,4-2,2-1,0 0,0 0,-1-1,1-1,-1 0,-1 0,1-2,-1 1,7-8,-9 7,-1-1,0 0,0 0,-1-1,0 0,-1-1,0 1,0-1,-1 0,-1-1,0 1,-1-1,0 0,1-8,1-15,-2-1,-1 1,-2 0,-2-17,-21-130,22 179,1 0,-1 0,1 1,-1-1,1 0,-1 1,0-1,0 1,0 0,-1-1,1 1,0 0,-1-1,0 1,1 0,-1 0,0 0,-1 0,1 2,1 1,-1-1,1 1,0 0,-1 0,1 0,0 0,-1 0,1 0,0 0,0 0,0 0,0 0,0 1,0-1,0 1,0-1,1 0,-1 1,1-1,-1 1,1-1,-1 1,1 0,0-1,0 1,-1 0,1-1,-8 33,1 1,2 0,1 1,2-1,1 1,3 11,-1-23,1 0,0-1,2 1,1-1,1 0,1 0,2 4,-6-20,0 0,0 0,1 0,0 0,0 0,1-1,0 0,0 0,0 0,1-1,0 0,0 0,0 0,0-1,1 1,0-2,0 1,0-1,0 0,1 0,-1-1,1 0,3 0,3-1,0 0,0-2,0 1,0-2,0 0,0 0,-1-1,1-1,-1 0,0-1,0-1,-1 0,1 0,-1-1,-1-1,1 0,-1-1,-1 0,0 0,0-1,0 0,-2-1,6-8,-11 16,-1 0,1 0,-1 0,0-1,0 1,0-1,-1 1,1-1,-1 0,0 1,0-1,0 0,0 0,-1 0,1 0,-1 0,0 0,0 0,-1-3,0 7,-1 0,1-1,0 1,-1 0,1 0,-1 0,1 0,0 0,-1 0,1 1,0-1,-1 0,1 1,0-1,0 1,-1-1,1 1,0 0,0 0,0-1,0 1,0 0,0 0,0 0,0 0,0 0,0 0,0 0,1 0,-1 1,0-1,1 0,-1 0,1 1,-1 0,-1 2,-1 0,1 0,0 0,0 1,0-1,1 0,-1 1,1-1,0 1,0 0,1-1,-1 1,1 0,0-1,1 1,-1 0,1-1,0 1,0-1,0 1,0-1,1 1,0-1,0 0,0 0,1 0,-1 0,4 3,0-1,2 0,-1 0,1-1,-1-1,1 1,1-1,-1 0,0-1,1 0,4 1,44 11</inkml:trace>
  <inkml:trace contextRef="#ctx0" brushRef="#br0" timeOffset="76581.818">19892 6478,'-2'18,"-3"11,-1 4,1 2,1-8,2-8</inkml:trace>
  <inkml:trace contextRef="#ctx0" brushRef="#br0" timeOffset="77222.138">19785 6223,'7'-5,"0"0,1 1,-1 0,1 0,0 0,0 1,0 0,0 1,0 0,1 0,-1 1,1 0,0 0,-1 1,1 0,-1 1,1-1,-1 2,1-1,-1 1,7 3,3-1,0 2,-1 0,0 1,0 0,0 1,-1 1,-1 1,1 0,-2 1,1 1,-1 0,-1 1,-1 0,1 1,-2 1,0 0,-1 0,-1 1,0 0,-1 1,0 0,-2 0,0 0,-1 1,1 10,-5-24,27 80,-26-81,0-1,0 1,0 0,0-1,0 1,1-1,-1 0,1 0,-1 0,1 0,0 0,0-1,0 1,0-1,0 1,0-1,0 0,0-1,1 1,-1 0,0-1,1 0,-1 0,0 0,2 0,6-1,0-1,-1-1,1 0,0 0,-1-1,0 0,1-1,-2 0,1-1,-1 0,1 0,-2-1,1 0,-1-1,0 1,-1-2,1 1,-2-1,1 0,-1-1,-1 1,0-1,3-8,-2 85,-6-62,1 1,0 0,0-1,0 1,0-1,1 1,0-1,0 0,1 0,-1 0,1 0,0 0,1-1,-1 1,1-1,0 0,0 0,0 0,0 0,1-1,0 0,-1 1,1-2,0 1,1-1,-1 0,0 0,1 0,-1-1,1 1,-1-1,1-1,-1 1,1-1,0 0,-1 0,4-1,-4-1,-1-1,0 1,0-1,0 1,0-1,0 0,0 0,-1-1,0 1,1-1,-2 0,1 0,0 0,-1 0,1 0,-1-1,0 1,-1-1,1 1,-1-1,0 0,17-103,-11-62,-9-54,0 110,-2 11,4 103,-1 0,1 1,0-1,-1 0,1 0,0 0,-1 0,1 0,0 1,-1-1,1 0,0 0,-1 0,1 0,0 0,-1 0,1 0,-1 0,1 0,0-1,-1 1,1 0,0 0,-1 0,1 0,0 0,-1-1,1 1,0 0,-1 0,1 0,0-1,0 1,-1 0,1-1,0 1,0 0,0 0,-1-1,1 1,0 0,0-1,0 1,0-1,0 1,0 0,-1-1,1 1,-10 32,0 1,2 0,2 0,1 1,0 13,3-29,-6 57,2 0,4 0,4 9,0-55,1 1,1-1,1-1,2 1,1-1,1 0,2-1,0 0,9 13,22 12,-41-52,-1 1,1-1,-1 1,1-1,0 0,-1 1,1-1,0 0,0 1,-1-1,1 0,0 0,-1 0,1 0,0 0,0 0,-1 0,1 0,0 0,0 0,-1 0,1 0,0-1,-1 1,1 0,0 0,-1-1,1 1,0 0,-1-1,1 1,0-1,-1 1,1-1,-1 1,1-1,-1 1,1-1,-1 0,0 1,1-1,-1 0,0 0,8-15</inkml:trace>
  <inkml:trace contextRef="#ctx0" brushRef="#br0" timeOffset="78256.898">20802 6437,'-1'-2,"0"0,0 0,0 0,1 0,-1 0,1 0,-1 0,1 0,0 0,0 0,-1-1,2 1,-1 0,0 0,0 0,1 0,-1 0,1-1,0 1,-1 0,1 0,0 0,0 1,0-1,1 0,-1 0,0 0,1 1,-1-1,1 1,0-1,-1 1,1 0,0 0,0-1,1 1,5-1,1 2,-1-1,0 1,0 0,1 1,-1 0,0 0,0 1,0 0,0 0,0 1,-1 0,1 1,-1-1,2 2,13 5,0 1,0 1,-1 0,-1 2,0 0,-1 1,0 1,-2 1,0 1,-1 0,0 1,-2 1,0 0,-1 1,-1 0,3 10,-14-29,1 0,-1 1,0-1,0 0,0 1,0-1,-1 1,1-1,-1 1,1-1,-1 1,0-1,0 1,0-1,0 1,0-1,-1 1,1 0,-1-1,1 0,-1 1,0-1,0 1,0-1,-1 0,1 0,0 0,-1 1,0-1,1-1,-1 1,0 0,-1 1,0-4,1 1,0-1,0 1,0-1,-1 0,1 0,0 0,0 0,0-1,0 1,0 0,1-1,-1 1,0-1,1 0,-1 0,1 1,-1-1,1 0,0 0,0 0,0-1,0 1,0 0,0 0,1 0,-1-1,1 1,0 0,-1-1,1 1,0 0,0-3,0-2,-1 0,1-1,1 1,-1-1,1 1,0-1,1 1,0 0,0 0,0 0,1 0,0 0,1 0,-1 1,1 0,0-1,1 1,0 1,0-1,0 1,0 0,1 0,4-2,6-5,0 0,1 2,1 0,0 1,0 1,1 1,0 0,7-1,17 1,1 1,0 3,0 1,-1 2,1 2,0 2,0 2,-1 1,23 9,-62-15,57 10,-149 11,79-19,0 1,1 0,-1 0,1 1,0 0,0 0,0 1,1 0,0 1,0-1,1 1,0 1,0-1,0 1,1 0,0 0,1 1,0-1,0 1,1 0,0 0,0 0,1 0,0 1,1-1,0 4,2-8,0-1,0 1,1-1,-1 0,1 0,0 0,0 0,1 0,-1 0,1-1,0 1,0-1,0 1,0-1,1 0,-1-1,1 1,-1 0,1-1,0 0,0 0,1 0,-1-1,0 1,1-1,4 2,1 0,0-1,-1-1,1 0,0 0,0-1,0 0,0-1,-1 0,1 0,2-1,0-2,0-1,-1 1,0-2,0 0,0 0,0-1,-1 0,-1-1,1 0,-1 0,0-1,-1 0,0-1,0 0,-1 0,-1-1,4-7,-1 3,-8 14,-1 1,0 0,1 0,-1 0,0 0,1 0,-1 0,0 0,1 0,-1 0,1 0,-1 0,0 1,1-1,-1 0,0 0,1 0,-1 0,0 0,1 1,-1-1,0 0,1 0,-1 1,0-1,0 0,1 0,-1 1,0-1,0 0,0 1,1-1,-1 0,0 1,0-1,0 0,0 1,0-1,0 1,0-1,0 0,0 1,0-1,0 0,0 1,0-1,0 1,0-1,0 0,0 1,0-1,0 0,-1 1,1-1,0 0,0 1,0-1,-1 0,1 0,0 1,0-1,-1 0,1 0,0 1,-1-1,1 0,0 4,0 3,-1 0,2 0,-1 0,1 0,0 0,1-1,0 1,0 0,0-1,1 1,-1-1,2 0,-1 1,1-2,0 1,0 0,0-1,1 0,0 0,0 0,0 0,1-1,0 0,-1 0,2-1,-1 1,-3-4,-1 0,0 0,0 0,0 0,0 0,1-1,-1 1,0-1,0 1,0-1,0 0,0 0,0 0,0 0,0 0,-1 0,1 0,0-1,-1 1,1-1,0 1,-1-1,0 0,1 0,-1 1,0-1,0 0,0 0,0-1,20-62,-12-154,-9 216,-1 1,1 0,-1 0,1-1,0 1,0 0,0-1,0 1,0 0,0-1,1 1,-1 0,1 0,0-1,0 1,-1 0,1 0,1 0,-1 0,0 0,0 0,1 0,-1 0,1 1,0-1,-1 0,1 1,0 0,0-1,0 1,0 0,0 0,0 0,0 0,1 0,-1 1,0-1,2 0,11 4,1 0,-1 1,0 1,0 0,-1 1,0 0,0 1,6 4,-11-6,8 4,0 0,-1 1,-1 1,0 0,13 12,-24-19,0 0,0 0,-1 0,0 1,0-1,0 1,0 0,0 0,-1 0,0 0,0 0,-1 1,1-1,-1 0,0 1,-1-1,1 1,-1-1,0 1,0-1,-1 1,0 1,-7 22,7-27,-1 1,1 0,-1 0,1 0,0 0,0 0,0 0,1 0,-1 0,1 0,-1 1,1-1,0 0,0 0,1 0,-1 0,1 1,-1-1,1 0,0 0,0 0,1 0,-1 0,0-1,1 1,0 0,0 0,0-1,0 0,0 1,0-1,0 0,1 0,1 2,4-1,0 0,1-1,-1 1,1-2,-1 1,1-1,-1 0,1-1,0 0,-1 0,1-1,-1 0,1-1,-1 0,1 0,-1 0,0-1,0-1,0 1,0-1,-1-1,0 1,0-1,0-1,0 1,-1-1,0 0,0-1,0 1,-1-2,0 1,0-1,-1 0,0 0,0 0,-1-1,0 1,-1-1,0 0,0 0,-1 0,0 0,0 0,-1 0,0 0,-1 0,0 0,-1 0,1 0,-2 0,1 0,-1 1,-1-1,1 1,-1 0,-2-2,4 9,1-1,0 1,-1 0,0 0,1 0,-1 0,1 0,-1 0,0 1,0-1,0 0,1 1,-1 0,0-1,0 1,0 0,0 0,0 0,0 0,1 0,-1 0,0 1,0-1,0 1,0-1,1 1,-1 0,0-1,0 1,1 0,-1 0,1 0,-1 1,1-1,-1 0,1 0,0 1,0-1,-1 1,1-1,0 1,0 0,1-1,-1 1,0 0,0 0,1-1,-1 1,1 0,0 0,-1 0,1 0,0 0,0-1,0 2,-1 7,0 1,0-1,1 0,0 1,1-1,0 0,1 0,0 0,1 0,0 0,0 0,1 0,0-1,1 0,0 0,0 0,1 0,0-1,1 0,0 0,0-1,1 0,-1 0,2-1,-1 0,1 0,0-1,0 0,0 0,0-1,6 1,88 33,2-11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14T06:27:44.502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1 69,'22'-13,"195"-25,-129 28,0 4,47 5,-95 7,-33-3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14T06:27:49.181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214 523,'0'18,"0"16,0 8,0 4,0-1,0-4,0-7,2-8,1-10</inkml:trace>
  <inkml:trace contextRef="#ctx0" brushRef="#br0" timeOffset="391.957">0 297,'8'-1,"0"0,-1 0,1-1,-1 0,1 0,-1-1,0 0,0 0,0 0,0-1,0 0,-1-1,0 1,0-1,0-1,-1 1,1-1,-1 0,-1 0,1 0,-1-1,0 1,-1-1,1 0,0-2,0-12,-1 0,-1 1,-1-1,-1 0,0 0,-3-12,-6 9,-5 39,11-5,1 1,1-1,-1 1,2 0,0-1,0 1,1 0,0-1,0 1,2-1,-1 1,1-1,1 0,0 0,0 0,1-1,0 0,0 1,1-2,1 1,-1-1,1 0,1 0,0-1,0 0,0 0,27 24</inkml:trace>
  <inkml:trace contextRef="#ctx0" brushRef="#br0" timeOffset="849.769">602 577,'5'2,"0"0,1 0,-1 1,0 0,0 0,-1 0,1 1,-1 0,1 0,-1 0,-1 0,1 0,0 1,-1 0,0 0,0 0,0 0,-1 0,0 0,1 2,20 119,-9-39,-14-85,0 0,0 0,0-1,1 1,-1 0,1-1,-1 1,1 0,-1-1,1 1,0-1,0 1,0-1,0 1,0-1,0 0,0 0,1 1,-1-1,0 0,1 0,-1 0,0 0,1 0,0-1,-1 1,1 0,-1-1,1 1,0-1,-1 0,1 1,0-1,0 0,-1 0,1 0,0 0,-1 0,1 0,0-1,0 1,1-1,4-6,0 0,-1 0,1 0,-2-1,1 0,-1 0,0 0,0-1,-1 1,-1-1,2-4,0 1,86-205,-73 194,-10 43,-11 20,1-33,1 1,0 0,0 0,0 0,1 0,1 0,-1 0,1 0,0 0,1-1,0 1,0 0,1-1,0 1,0-1,1 0,0 0,0 0,0-1,8 2,0 0,1-1,0 0,0-1,0-1,1 0,-1-1,1 0,0-1,0-1,1 0,-1-1,0 0,1-1,-1-1,0 0,1-1,-10 2,57-2</inkml:trace>
  <inkml:trace contextRef="#ctx0" brushRef="#br0" timeOffset="1442.186">1698 658,'-23'-11,"-1"2,0 1,0 1,-1 1,0 1,0 1,0 1,-1 2,-1 0,24 0,0 1,0-1,0 1,-1 0,1 0,0 0,0 0,0 1,0-1,0 1,0-1,0 1,0 0,0 1,0-1,0 0,0 1,1-1,-1 1,1 0,-1 0,1 0,-1 0,1 1,0-1,0 0,0 1,1 0,-1-1,1 1,-1 0,1 0,0 0,0 0,-1 3,2-2,1 1,-1-1,1 1,-1 0,2-1,-1 1,0-1,1 0,0 1,-1-1,2 0,-1 0,0 0,1-1,0 1,0 0,0-1,0 0,1 0,-1 0,1 0,0 0,0-1,2 2,1 0,1 0,0 0,0 0,1-1,-1 0,1-1,0 1,-1-2,1 1,0-1,0-1,3 0,2-2,-1-1,1-1,-1 0,1 0,-1-2,-1 1,1-2,-1 0,0 0,0-1,-1 0,0-1,-1-1,0 0,0 0,-1-1,4-6,-9 12,-4 4,0 0,0 0,1 0,-1 0,0 0,1 0,-1 0,1 0,-1 0,1 1,0-1,-1 0,1 0,0 0,-1 1,1-1,0 0,0 1,0-1,0 1,-1-1,1 1,0-1,0 1,0 0,0-1,0 1,0 0,0 0,0 0,0 0,0 0,1 0,-1 0,0 0,0 0,0 0,0 0,0 1,0-1,0 0,0 1,-1-1,1 1,0-1,0 1,0 0,0-1,0 1,-1 0,2 0,91 131,-88-127,0 0,0-1,0 1,0-1,1 0,-1 0,1 0,0-1,0 0,1 0,-1-1,0 0,1 0,0 0,-1-1,1 0,0 0,0-1,0 1,-1-2,1 1,0-1,0 0,0 0,-1-1,1 0,-1 0,1 0,-1-1,3-2,2-4,-1 0,0 0,0-1,-1-1,0 0,-1 0,0 0,-1-1,-1 0,0-1,0 1,-1-1,-1 0,0 0,0-1,-2 1,0-1,0 0,-1-7,-7-4,6 25,-1 0,1-1,-1 1,1 0,0 0,-1 0,1-1,-1 1,1 0,-1 0,1 0,-1 0,1 0,0 0,-1 0,1 0,-1 0,1 0,-1 0,1 0,-1 0,1 0,0 1,-1-1,1 0,-1 0,1 0,-1 1,1-1,0 0,-1 1,1-1,0 0,-1 1,1-1,0 0,0 1,-1-1,1 1,0-1,0 0,0 1,-1-1,1 1,0-1,0 1,0-1,0 0,0 1,0 0,-3 7,1 1,-1 0,2 1,-1-1,2 0,-1 0,1 1,0-1,1 0,0 0,1 0,0 1,0-1,1-1,0 1,0 0,1-1,0 1,1-1,0-1,0 1,0 0,1-1,3 3,51 32,-44-37</inkml:trace>
  <inkml:trace contextRef="#ctx0" brushRef="#br0" timeOffset="1695.059">2246 216,'-7'0,"2"2,7 4,3 0</inkml:trace>
  <inkml:trace contextRef="#ctx0" brushRef="#br0" timeOffset="2567.239">2460 430,'156'285,"-155"-284,-1 1,0-1,1 0,-1 0,0 1,1-1,0 0,-1 0,1 0,0 0,-1 0,1 0,0 0,0 0,0 0,0 0,0 0,0 0,0-1,0 1,0-1,1 1,-1 0,0-1,0 0,0 1,1-1,-1 0,0 0,1 1,-1-1,0 0,0 0,1 0,-1-1,0 1,1 0,-1 0,0-1,0 1,0-1,1 1,-1-1,0 1,0-1,0 0,0 0,0 0,11-11,-1-1,0-1,-1 0,0 0,-1-1,-1 0,1-4,19-32,-28 52,0-1,0 0,1 0,-1 0,0 0,0 1,0-1,0 0,1 0,-1 0,0 0,0 0,0 0,1 1,-1-1,0 0,0 0,1 0,-1 0,0 0,0 0,1 0,-1 0,0 0,0 0,0 0,1 0,-1 0,0 0,0-1,1 1,-1 0,0 0,0 0,0 0,1 0,-1 0,0 0,0-1,0 1,0 0,1 0,-1 0,0-1,0 1,0 0,-3 30,1-23,1-2,0 0,0 0,0 1,0-1,1 0,0 0,0 1,0-1,1 0,-1 0,1 1,1-1,-1 0,1 0,0 0,0 0,0 0,1-1,0 1,-1-1,2 0,-1 1,0-1,1-1,2 3,5-2,1 0,-1 0,1-1,0-1,0 0,0 0,0-1,0-1,0 0,0-1,0 0,0-1,0 0,0-1,0 0,-1-1,5-2,-2 1,0 0,0-1,-1 0,1-2,-1 1,-1-2,0 0,0 0,0-1,-1 0,-1-1,0 0,0-1,-1 0,-1 0,0-1,0 0,-2-1,0 0,0 0,-1 0,-1-1,6-37,-3 0,-2-1,-2 0,-3 0,-5-35,-3-14,1 77,7 25,0-1,-1 1,1 0,0-1,0 1,-1 0,1-1,0 1,-1 0,1 0,0 0,-1-1,1 1,-1 0,1 0,0 0,-1 0,1 0,0-1,-1 1,1 0,-1 0,1 0,-1 0,1 0,0 0,-1 1,1-1,-1 0,1 0,0 0,-1 0,1 0,0 1,-1-1,1 0,0 0,-1 0,1 1,0-1,-1 0,1 1,0-1,-1 0,1 1,0-1,0 0,0 1,-1-1,1 0,0 1,0-1,0 1,0-1,0 0,0 1,0-1,0 1,0-1,0 0,0 1,0-1,0 1,0-1,0 0,0 1,0-1,1 1,-12 37,2 1,2 0,2 0,1 1,2 28,1-39,1-1,1 0,1 0,2 0,1 0,1-1,7 20,-9-38,-1 0,1 0,0 0,1 0,0-1,0 0,1 0,0 0,0-1,1 0,0 0,0-1,1 1,0-2,0 1,0-1,0 0,1-1,0 0,0 0,0-1,1 0,8 1,5 0,1-2,0 0,-1-1,1-2,0 0,0-1,20-6,-39 7,0-1,0 0,0 0,0 0,-1 0,1-1,-1 0,1 0,-1 0,0 0,0-1,0 1,-1-1,1 0,-1-1,0 1,0 0,0-1,-1 0,0 1,1-1,-2 0,1 0,-1 0,1 0,-1-1,-1 1,1 0,-1-1,0 1,0-2,0 2,0 1,0 0,0 0,0-1,-1 1,1 0,-1 0,0 0,0-1,-1 1,1 1,-1-1,0 0,0 0,-1 0,1 1,0 0,-1-1,0 1,0 0,0 0,0 0,-1 1,1 2,0 0,0 0,1 0,-1 1,0-1,0 1,0 0,1 0,-1 0,1 0,-1 0,0 1,1-1,0 1,-1 0,1 0,0 0,0 0,0 0,0 0,1 0,-1 0,0 1,1-1,0 1,-1 0,1-1,0 1,0 0,1-1,-1 1,0 0,1 1,-2 3,0 1,0-1,1 1,0 0,1-1,0 1,0 0,0 0,1-1,0 1,1 0,0-1,0 1,0-1,1 0,0 0,1 0,-1 0,1 0,1-1,-1 1,1-1,0 0,1-1,-1 1,1-1,0 0,0-1,3 2,13 9,-1 0,2-2,0-1,0-1,1 0,0-2,1-1,0-1,0-1,1-1,-1-2,12 1,3-6,-9-3</inkml:trace>
  <inkml:trace contextRef="#ctx0" brushRef="#br0" timeOffset="3000.082">2780 176,'14'-3,"20"3,27 2,29 4,25 3,22 0,9 0,-2 0,-11-3,-17-2,-24-1,-23-2,-21-1,-19 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14T06:27:46.244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1 340,'6'-1,"0"1,0-1,0 1,0 1,0-1,-1 1,1 0,0 0,0 1,0 0,-1 0,1 0,-1 0,1 1,-1 0,0 0,0 1,-1-1,1 1,-1 0,1 1,-1-1,0 1,-1-1,1 1,-1 0,0 0,2 6,4 8,0 0,-1 1,-1 0,-2 1,0-1,0 1,-1 12,6 74,-3-140,-6 31,1-24,1 1,2 0,0 0,2 0,1 0,0 1,2 0,1 1,1 0,10-14,-17 31,0 1,1-1,0 1,0 0,0 0,0 1,1 0,0 0,6-3,-10 6,-1 0,1 0,-1 0,1 0,-1 1,1-1,0 1,-1 0,1-1,0 1,-1 0,1 1,0-1,-1 0,1 1,-1 0,1-1,-1 1,1 0,-1 0,1 0,-1 1,0-1,1 1,-1-1,0 1,0 0,0-1,0 1,-1 1,5 7,-1 0,0 1,-1 0,0 0,-1 0,0 0,-1 0,-1 1,1-1,-2 1,1 0,-2-1,0 6,1 12,1-4,-2-11,2 1,-1 0,2 0,0 0,1-1,0 1,2 0,-4-12,0-1,0 0,0 0,0 1,0-1,1 0,-1 0,1 0,0-1,-1 1,1 0,0-1,0 1,0-1,0 1,0-1,1 0,-1 0,0 0,0 0,1 0,-1-1,1 1,-1-1,1 1,-1-1,1 0,-1 0,0 0,1 0,-1-1,1 1,-1-1,1 1,0-2,79-41,-69 32,0 0,-1-2,0 1,0-1,-2-1,1 0,-2-1,0 0,-1 0,0-1,-2 0,1 0,-2-1,0 1,-1-1,-1 0,0-8,-1 47,1 1,2 0,0-1,1 0,1 0,1-1,4 7,-9-19,1-1,0 0,1 1,0-2,1 1,-1 0,1-1,1 0,4 3,-9-7,1-1,0 0,0 0,-1-1,1 1,1-1,-1 1,0-1,0 0,0 0,1 0,-1-1,0 1,1-1,-1 0,0 1,1-2,-1 1,1 0,-1-1,0 1,0-1,1 0,-1 0,0-1,0 1,0 0,0-1,8-7,-1 0,0-1,-1 0,0 0,0-1,-1 0,-1 0,0-1,0 0,-2 0,1-1,-1 0,-1 0,0 0,-1 0,1-11,15-103,-27 162,4-15,2 0,0-1,2 1,0 0,1 0,1 0,1 0,1-1,0 1,2-1,0 0,3 4,-6-18,0 0,1 0,0-1,0 1,0-1,1 0,-1 0,1 0,0 0,0-1,0 0,1 0,-1 0,1-1,0 0,4 1,21 5</inkml:trace>
  <inkml:trace contextRef="#ctx0" brushRef="#br0" timeOffset="986.903">1418 367,'141'248,"-100"-165,-41-83,1 1,-1 0,1 0,0 0,0-1,-1 1,1-1,0 1,0 0,0-1,0 1,-1-1,1 0,0 1,0-1,0 0,0 0,0 1,0-1,0 0,0 0,0 0,0 0,0 0,0 0,0 0,0-1,0 1,0 0,0-1,0 1,0 0,0-1,0 1,-1-1,1 1,0-1,0 0,0 1,-1-1,1 0,0 1,-1-1,1 0,-1 0,1 0,-1 0,1 0,-1 0,27-48,-17 24,-1-1,-2 0,0-1,-2 0,-1 0,-1 0,-1 0,-1-6,-1 64,-2-14,1-1,1 0,0 1,1-1,1 1,1-1,0 0,1 0,1 0,0 0,1-1,1 0,0 0,1-1,8 11,-13-22,1 0,-1 0,0 0,1 0,0-1,-1 1,1-1,0 0,0 0,0 0,0-1,1 0,-1 0,0 0,1 0,-1 0,1-1,-1 0,0 0,1 0,-1 0,1-1,-1 0,0 0,1 0,-1 0,0-1,0 0,0 0,0 0,2-1,4-3,-1-1,1 0,-1 0,-1-1,1 0,-1 0,-1-1,1 0,-2-1,1 1,2-8,38-111,-49 135,0 1,1-1,0 1,0-1,1 1,-1-1,2 1,-1 0,1-1,0 1,1-1,-1 0,1 1,1-1,0 0,0 0,0 0,1-1,0 1,0-1,0 0,1 0,0 0,2 1,7-1,0 0,0 0,1-1,0-1,0-1,0 0,0-1,0 0,0-2,1 1,-1-2,0 0,1-1,-1 0,7-3,20 0,132 2,-172 2,0 1,0 0,0-1,-1 1,1-1,0 1,0-1,0 0,0 0,-1 0,1 0,-1 0,1 0,0 0,-1 0,0-1,1 1,-1-1,0 1,0-1,0 1,0-1,0 0,0 0,0 1,0-1,-1 0,1 0,-1 0,1 0,-1 0,0 0,0 0,0 0,0 0,0 0,0 1,-1-1,1-1,-28-73,22 67,0 0,-1 1,0 0,0 0,-1 1,0 0,-1 0,1 1,-1 0,0 0,-1 1,0 0,-1 0,7 4,-1-1,1 0,-1 1,1 0,-1 0,1 0,-1 1,1 0,-1-1,0 2,1-1,-1 0,1 1,-1 0,1 0,-1 0,1 1,-1-1,1 1,0 0,0 1,0-1,0 1,0-1,1 1,-1 0,1 0,0 1,0-1,0 1,-1 1,0 1,0 1,0 0,1 0,-1 0,1 0,1 0,0 1,0-1,0 1,1 0,0 0,0-1,1 1,0 0,1 0,0 0,0-1,0 1,1 0,0-1,1 1,-1-1,2 0,-1 0,1 0,0 0,0-1,1 1,0-1,0 0,0 0,1-1,-1 0,2 0,-1 0,0-1,1 0,0 0,0 0,0-1,0 0,1-1,-1 0,1 0,-1 0,1-1,0 0,2 0,29-8,-3-4</inkml:trace>
  <inkml:trace contextRef="#ctx0" brushRef="#br0" timeOffset="1190.359">2607 20,'-16'-5,"-12"-1,-5 0,-3 3,4 6,6 5,8 7,7 7,10 7,12 5,11 4,6 4,-1-4</inkml:trace>
  <inkml:trace contextRef="#ctx0" brushRef="#br0" timeOffset="2533.968">2647 567,'4'13,"0"0,1 0,0-1,0 1,2-2,0 1,0-1,1 0,0 0,2 1,-7-8,1 0,0 0,0 0,1-1,-1 1,1-1,0 0,0 0,0-1,0 1,0-1,1-1,-1 1,1-1,-1 1,1-1,-1-1,1 1,0-1,-1 0,1-1,0 1,-1-1,1 0,0-1,-1 1,-1-1,1 0,-1 0,0-1,1 1,-1-1,-1 0,1 0,0-1,-1 1,1-1,-1 1,0-1,0 0,-1 0,1-1,-1 1,0 0,0-1,0 1,0-3,15-101,-17 95,0 0,0 1,-1-1,-1 1,0-1,0 1,-1 0,-1 0,0 0,-1 0,0 1,-1 0,0 0,-1 0,0 1,-1 0,-3-4,-17-2,49 26,283 27,-301-37,1 1,-1 1,1-1,-1 0,0 1,1 0,-1 0,0 0,0 0,0 0,0 0,-1 1,1 0,-1-1,1 1,-1 0,0 0,0 0,0 1,-1-1,1 0,-1 1,0-1,0 1,0-1,0 1,0-1,-1 1,0 0,1-1,-1 1,-1 0,1-1,-1 1,1 0,-29 148,29-150,0 1,0-1,0 1,0-1,1 1,-1-1,1 0,0 1,0-1,0 0,0 1,0-1,0 0,1 0,-1 0,1 0,-1 0,1 0,0-1,0 1,0 0,0-1,0 1,0-1,0 0,0 0,0 0,1 0,-1 0,0 0,1-1,-1 1,1-1,-1 0,89 4,-90-4,25 0,-1-1,1-2,-1 0,0-2,0-1,0 0,-1-2,0-1,0-1,-1-1,-1-1,1-1,-2-1,15-12,-33 24,0 0,0 0,0 0,-1-1,1 1,-1-1,1 0,-1 1,0-1,0 0,0-1,0 1,-1 0,1 0,-1-1,0 1,0-1,0 1,0-1,-1 1,1-1,-1 0,0 1,0-1,0 1,-1-1,1 0,-1 1,0-1,0 1,0-1,-1 1,1 0,-1 0,1-1,-1 1,0 0,-1 0,1 1,0-1,-1 0,1 1,-2-1,-1 0,0 0,0 1,0-1,0 1,-1 1,1-1,-1 1,1 0,-1 0,1 0,-1 1,1 0,-1 0,0 1,1-1,-1 1,1 0,-1 1,1-1,0 1,-1 0,1 0,0 1,0 0,0 0,1 0,-1 0,1 1,0-1,0 1,0 0,0 1,1-1,-1 1,1-1,0 1,1 0,-3 4,3-4,0 0,0 0,0 1,0-1,1 1,0-1,0 1,0-1,1 1,0-1,0 1,0-1,1 1,-1 0,1-1,1 1,-1-1,1 0,0 0,0 1,1-1,-1 0,1-1,0 1,1 0,-1-1,1 0,0 0,0 0,0 0,0-1,1 1,-1-1,1 0,0 0,0-1,0 0,0 0,1 0,-1 0,0-1,1 0,4 1,-4-3,0 1,0-1,-1 0,1 0,0-1,-1 0,1 0,-1 0,0-1,0 0,0 0,0 0,0 0,-1-1,1 0,-1 0,0 0,0 0,1-2,59-94,-63 96,15-9,-12 41,-4-13,1 1,0 0,2 0,-1-1,2 1,0-1,4 7,-6-16,0 0,1-1,0 0,1 1,-1-1,1 0,0-1,0 1,0-1,1 1,-1-1,1 0,0-1,0 0,0 1,1-1,-1-1,1 1,0-1,5 1,-7-2,0 1,0-1,0-1,-1 1,1-1,0 1,0-1,0 0,0-1,0 1,0-1,0 0,0 0,0 0,0 0,-1 0,1-1,0 0,-1 0,0 0,1 0,-1 0,0-1,0 0,0 1,0-1,-1 0,1 0,-1-1,0 1,0 0,0-1,0 1,0-1,-1-1,6-19,-2-1,-1 0,-2 0,0 0,-1 0,-1 0,-2 0,-1 0,0 0,-2-1,-13-54,19 79,0 0,-1 0,1-1,0 1,1 0,-1 0,0 0,0 0,0 0,1 1,-1-1,0 0,1 0,-1 1,1-1,-1 1,1 0,-1-1,1 1,-1 0,1 0,-1 0,1 0,-1 0,1 0,-1 0,1 0,-1 1,1-1,-1 0,1 1,-1 0,1-1,-1 1,0 0,0 0,1-1,-1 1,4 1,13 2,0 1,-1 1,0 0,0 2,0 0,12 8,-23-12,0 0,0 1,0-1,-1 1,0 0,0 1,0-1,-1 1,0 0,0 0,0 0,-1 1,0-1,0 1,-1 0,0 0,0 0,1 6,0 27,-4-35,1 0,0 0,0 0,0 0,0 0,1 0,0 0,0 0,1 0,-1 0,1 0,0-1,0 1,0 0,1-1,0 0,0 0,0 0,0 0,1 0,-1 0,1-1,2 1,6 2,0-2,0 0,1 0,0-1,0-1,0 0,0-1,0 0,0-1,0 0,0-1,0-1,10-2,-10 3,0 0,-1-1,1-1,0 0,-1-1,0 0,0-1,0-1,-1 0,0 0,0-1,0 0,-1-1,0 0,-1-1,0 0,0 0,0-1,-2 0,1 0,-1-1,-1 0,5-11,-10 19,0 0,0 0,0 0,0 0,-1-1,1 1,-1 0,0 0,0-1,0 1,-1 0,1-1,-1 1,0 0,0 0,0 0,0 0,0 0,-1 0,1 0,-1 0,0 0,0 1,0-1,0 1,0-1,-1 1,1 0,-1 0,0 0,1 0,-1 0,0 1,0-1,0 1,0 0,0 0,0 0,-1 0,1 0,-1 1,0-1,-1-1,1 2,0-1,0 0,-1 1,1 0,0 0,-1 0,1 1,0-1,0 1,-1 0,1 0,0 1,0-1,0 1,0 0,1 0,-1 0,0 0,1 1,-1 0,1-1,0 1,0 0,0 1,1-1,-1 0,1 1,-1 0,1-1,0 1,0 0,1 0,-1 0,1 0,0 1,0-1,1 0,-1 0,1 1,0-1,0 0,0 0,0 1,1 0,4 6,1-1,0 1,1-1,0-1,0 1,1-1,0 0,0-1,1 0,1 0,-1-1,1 0,0-1,1 0,-1-1,1 0,0 0,1-1,-1-1,1 0,8 1,135 21,-82-20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14T06:30:12.411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43 1,'-9'9,"-3"5,0 3,3-2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14T06:30:12.671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0 0,'7'14,"4"4,1-1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14T06:30:13.940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1 11,'7'0,"9"0,10 0,14 0,12-5,-2 0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14T06:30:14.501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145 1,'-4'47,"-1"1,-3-1,-2-1,-2 0,-2 0,-11 23,7-18,-25 85,43-135,-1 0,0 0,1 0,-1 1,1-1,-1 0,1 0,0 1,-1-1,1 0,0 1,0-1,0 0,0 1,0-1,0 0,0 1,1-1,-1 0,0 0,1 1,-1-1,1 0,-1 0,1 0,0 1,0-1,-1 0,1 0,0 0,0 0,0 0,0-1,0 1,0 0,0 0,0-1,0 1,1 0,-1-1,1 1,11 0,0 0,0-1,0-1,-1 0,1 0,0-2,0 1,6-4,8 0,239-58,-262 63,0 0,0 0,-1-1,1 1,0-1,-1 0,1 0,-1 0,0 0,0 0,0-1,0 0,0 1,0-1,-1 0,1 0,-1-1,0 1,0 0,0-1,0 1,-1-1,1 0,-1 0,0 1,0-1,0 0,-1 0,0 0,1 0,-1-2,0 2,0 0,0 0,0 1,-1-1,1 0,-1 1,0-1,0 0,0 1,-1-1,1 1,-1 0,0-1,0 1,0 0,0 0,-1-1,1 4,1 0,-1 0,0 0,1 0,-1 0,1 1,-1-1,1 1,-1-1,1 1,-1-1,1 1,0 0,-1 0,1-1,0 1,0 0,-1 0,1 1,0-1,0 0,0 0,0 0,0 1,1-1,-1 0,0 1,1-1,-1 1,0-1,1 1,0-1,-1 2,-7 21,1 1,1 0,1 1,1-1,1 1,1 0,2 0,0 0,2-1,2 10,5 37,2-9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14T06:30:15.778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0 0,'3'38,"1"0,1-1,2 0,10 28,-2-2,59 350,-71-388,-2-11,0 0,1-1,0 1,1 0,1-1,0 0,0 0,2 0,0 0,0-1,2 2,-6-12,1 0,-1 0,0 0,1 0,-1 0,1-1,0 1,0-1,-1 0,1 1,0-1,0-1,0 1,0 0,0-1,0 0,0 1,1-1,-1 0,0-1,0 1,0 0,0-1,0 0,0 0,0 0,0 0,2-1,78-45,-53 23,-1 0,-1-2,-1-1,13-17,-5 9,-34 35,-1 0,1 0,-1 0,1 1,-1-1,1 0,-1 0,1 0,-1 1,1-1,-1 0,1 0,-1 1,0-1,1 0,-1 1,1-1,-1 0,0 1,1-1,-1 1,0-1,0 1,1-1,-1 1,0-1,0 1,0-1,0 1,1-1,-1 1,0-1,0 1,0-1,0 1,0-1,0 1,-1-1,1 1,0-1,0 1,0-1,0 2,1 29,-2-26,1 1,-1-1,1 1,0-1,1 1,-1-1,1 1,0-1,1 1,-1-1,1 0,0 1,0-1,1 0,0 0,-1-1,2 1,-1-1,0 1,1-1,0 0,0 0,0-1,1 1,0-1,1-1,0 1,0-1,0 0,0-1,1 1,-1-1,0-1,1 1,-1-1,0 0,1 0,-1-1,0 0,1 0,0-1,30-8</inkml:trace>
  <inkml:trace contextRef="#ctx0" brushRef="#br0" timeOffset="169.061">843 468,'-16'-7,"-9"-4,-6-3,3 1</inkml:trace>
  <inkml:trace contextRef="#ctx0" brushRef="#br0" timeOffset="341.121">41 201,'25'-11,"29"-9,27-3,24-2,16 1,10 4,1 6,-21 6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14T06:30:15.236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0 1,'14'700,"-14"-679,16-50,-13 19,1 0,-1 0,2 0,-1 1,1-1,1 1,0 0,0 0,1 1,0 0,0 0,1 1,0-1,0 2,1-1,0 1,0 1,0-1,1 2,-1-1,1 1,0 1,1 0,-1 0,1 1,3 0,-7 1,0 1,0 0,0 1,0-1,0 1,0 1,0-1,0 1,0 1,-1-1,1 1,-1 0,1 0,-1 1,0 0,0 0,-1 1,0-1,1 1,-1 0,-1 1,1-1,-1 1,0 0,0 0,-1 0,0 0,0 1,0-1,-1 1,0 0,0 0,0 0,-2-3,-1 0,1 0,0 0,-1 0,0-1,0 1,0 0,-1 0,1-1,-1 1,1-1,-1 1,-1-1,1 0,0 0,-1 0,1 0,-1 0,0-1,0 1,0-1,0 0,0 1,-1-1,1-1,-1 1,1-1,-1 1,0-1,0 0,1 0,-1-1,0 1,0-1,-2 1,0 0,0-1,1 1,-1-1,0 0,0 0,0-1,1 1,-1-1,0-1,1 1,-1-1,1 0,-1 0,1-1,0 1,0-1,0 0,0-1,1 1,-1-1,1 0,0 0,0 0,0-1,3 1,0 1,1-1,-1 0,1 0,0 0,0 0,0 1,0-1,1 0,0 0,0 0,0 1,0-1,0 0,1 1,0-1,-1 1,1 0,0 0,1-1,-1 1,1 1,-1-1,1 0,0 1,0-1,0 1,0 0,1 0,-1 0,0 0,1 1,-1-1,5 0,13-9,1 2,0 0,1 2,0 0,1 1,-1 2,1 0,0 2,0 0,-1 2,9 1,-25-2,0 1,0 0,0 0,0 1,1 0,-1 0,0 1,0 0,-1 0,1 0,0 1,-1 0,1 0,-1 1,0 0,0 0,-1 0,1 1,-1 0,0 0,0 0,0 1,-1-1,0 1,0 0,0 1,-1-1,0 0,0 1,0 3,1 47,-4-56,0-1,0 1,0-1,0 0,1 1,-1-1,0 0,0 1,0-1,1 1,-1-1,0 0,0 0,1 1,-1-1,0 0,1 0,-1 1,0-1,1 0,-1 0,1 0,-1 1,0-1,1 0,-1 0,0 0,1 0,-1 0,1 0,-1 0,1 0,-1 0,0 0,1 0,-1 0,1 0,-1 0,0 0,1-1,-1 1,0 0,1 0,-1 0,1-1,-1 1,0 0,0 0,1-1,-1 1,13-8</inkml:trace>
  <inkml:trace contextRef="#ctx0" brushRef="#br0" timeOffset="158.576">549 121,'-14'0,"3"0,14-3,20-2,6-1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14T06:30:12.829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94 67,'-7'18,"-2"18,-2 13,-1 13,1 7,2 3,4-2,1-3,5-9,2-14</inkml:trace>
  <inkml:trace contextRef="#ctx0" brushRef="#br0" timeOffset="217.417">0 187,'0'19,"7"14,9 11,13 8,11 0,7 0,8-8,2-8,0-9,-4-8,-10-8</inkml:trace>
  <inkml:trace contextRef="#ctx0" brushRef="#br0" timeOffset="478.234">388 0,'-4'23,"-3"21,4 19,3 14,5 9,4 0,2-5,-1-17</inkml:trace>
  <inkml:trace contextRef="#ctx0" brushRef="#br0" timeOffset="848.824">642 616,'-2'-37,"-2"1,-1 0,-1 0,-2 1,-8-19,16 54,-1-1,1 1,-1-1,1 0,0 0,-1 1,1-1,0 0,-1 0,1 1,0-1,0 0,0 0,0 0,0 1,0-1,0 0,0 0,0 0,0 1,0-1,0 0,0 0,1 0,-1 1,0-1,1 0,-1 1,1-1,-1 0,1 1,-1-1,1 0,-1 1,1-1,-1 1,1-1,0 1,-1-1,1 1,0-1,0 1,-1 0,1-1,0 1,0 0,-1 0,1 0,0 0,0-1,0 1,137 17,-85-12,94 18,-145-22,0-1,0 1,1 0,-1 0,0 1,0-1,0 0,-1 1,1-1,0 1,0-1,-1 1,1 0,-1 0,0 0,1 0,-1 0,0 0,0 0,0 0,0 0,-1 0,1 1,-1-1,1 0,-1 1,0-1,0 0,0 1,0-1,0 0,0 0,-1 1,1-1,-1 0,1 1,-1-1,0 0,0 0,0 0,0 0,-1 0,0 2,-76 147,77-150,1 1,0-1,-1 1,1-1,0 0,-1 1,1-1,0 1,0-1,0 1,1-1,-1 1,0-1,0 0,1 1,-1-1,1 0,-1 1,1-1,0 0,-1 1,1-1,0 0,0 0,0 0,0 0,0 0,0 0,0 0,0 0,0 0,1 0,-1-1,0 1,0 0,1-1,-1 1,1-1,57 3,95-42,-104 21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14T06:30:11.157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97 140,'12'339,"-10"-145,-3-187,1 0,0-1,0 1,0 0,1-1,0 1,0 0,1-1,0 1,0-1,0 0,1 0,0 0,0 0,0 0,1 0,0-1,0 0,0 0,1 0,0 0,0-1,0 0,0 0,3 1,4-2,0-1,1 0,-1-1,1 0,-1-1,1-1,-1 0,0 0,1-1,-1-1,0 0,0-1,0 0,-1-1,1 0,-1-1,13-5,-1 0,0-1,-1-2,0 0,-2-1,12-11,5-9</inkml:trace>
  <inkml:trace contextRef="#ctx0" brushRef="#br0" timeOffset="260.635">3 447,'-2'-14,"3"-6,7-3,6-1,7 0,10 3,6 2,4 5,1 4,1 2,-5 0,-8 1</inkml:trace>
  <inkml:trace contextRef="#ctx0" brushRef="#br0" timeOffset="517.454">84 59,'25'-5,"26"-5,23-4,17-2,-7 2</inkml:trace>
  <inkml:trace contextRef="#ctx0" brushRef="#br0" timeOffset="688.004">752 313,'2'16,"8"10,9 5,10 1,12-2,10-1,5-2,0 0,-2-1,-6 0,-9 1,-11-1,-11-2,-7-5</inkml:trace>
  <inkml:trace contextRef="#ctx0" brushRef="#br0" timeOffset="854.56">1140 313,'-14'-16,"-7"-5,-3 1,-4 8,-1 16,-4 20,-4 22,-2 22,1 19,2 11,3 3,6-16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14T06:30:44.713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232 494,'-26'13,"0"1,1 1,1 1,0 1,-5 6,22-17,0 1,1 0,-1 0,2 0,-1 1,1 0,0 0,0 1,1-1,0 1,1 0,-1 0,2 0,0 0,0 1,0-1,1 9,1-8,0-1,1 1,0-1,0 1,1-1,1 1,0-1,0 0,1 0,0 0,0-1,1 1,0-1,0 0,1-1,0 1,1-1,-1 0,1-1,1 1,-1-1,7 3,3 2,0-2,1 1,0-2,0-1,1 0,0-1,0-1,1-1,-1 0,13 0,-12-3,1 0,-1-2,0 0,0-1,0-1,0-1,0-1,-1 0,0-2,0 0,0-1,2-2,-10 4,-1 0,1-1,-1 0,-1-1,1 0,-1 0,-1-1,0 0,0 0,0-1,-1 0,-1-1,0 1,0-1,-1-1,-1 1,0-1,0 1,-1-1,1-7,-3 6,0 0,-1 0,-1 0,0 1,0-1,-1 0,-1 1,0-1,-1 1,-1 0,1 0,-2 0,0 1,0 0,-1 0,0 0,-1 1,0 0,-1 1,-5-5,7 6,-1 1,0 0,-1 0,1 1,-1 1,-1-1,1 1,-1 1,0 0,0 0,0 1,0 0,0 1,-1 0,1 0,-1 1,0 1,1 0,-1 0,1 1,-1 1,1-1,-1 2,-7 2,-2 5,1 0,0 2,1 0,0 1,1 1,1 0,0 1,1 1,0 0,2 2,0-1,0 1,2 1,1 0,0 1,1 0,1 1,-4 18,6-19,1 0,1 0,1 1,0-1,2 1,0 4,5 31</inkml:trace>
  <inkml:trace contextRef="#ctx0" brushRef="#br0" timeOffset="319.144">419 54,'-2'20,"-1"21,-2 21,-1 19,0 18,-1 12,0 11,0 4,0 0,0-7,2-9,2-14,1-15,1-12,1-12,-2-15,-1-14</inkml:trace>
  <inkml:trace contextRef="#ctx0" brushRef="#br0" timeOffset="547.534">285 1524,'19'0,"16"-4,15-5,9-4,4-3,1 2,-6 0,-11 3,-13 4</inkml:trace>
  <inkml:trace contextRef="#ctx0" brushRef="#br0" timeOffset="850.751">379 13,'7'0,"9"0,13 0,15 0,14 0,11 0,4-2,-2-3,-14-1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14T06:30:46.275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1 9,'15'5,"18"1,16 0,13-6,10-3,7-3,3-1,-4 2,-14 0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14T06:30:49.793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183 395,'-8'-1,"0"2,0-1,1 1,-1 0,0 1,0 0,1 0,-1 0,1 1,0 0,0 1,0 0,0 0,1 0,-1 1,1 0,0 0,0 1,1-1,0 1,0 0,0 1,1-1,0 1,0 0,-2 5,5-10,0 0,0 0,0 0,0 0,0 1,0-1,1 0,-1 1,1-1,0 0,-1 1,1-1,0 1,0-1,1 0,-1 1,0-1,1 0,0 1,-1-1,1 0,0 0,0 0,0 1,0-1,1 0,-1 0,0-1,1 1,0 0,-1 0,1-1,0 1,0-1,0 1,0-1,0 0,0 0,0 0,0 0,1 0,0 0,8 0,0-1,0-1,0 1,0-2,0 1,-1-2,1 1,0-1,-1-1,0 0,0-1,0 1,0-2,-1 0,0 0,0 0,0-1,-1-1,0 1,4-6,1-4,0 0,-1-1,-1 0,-1-1,-1 0,0-1,-1 0,-2 0,0 0,0-1,-2 0,-1 0,-1-1,0 1,-2 0,0-1,-2 1,-2-12,4 26,-1-1,0 1,0-1,0 1,-1 0,0 0,-1 0,1 0,-2 0,1 0,-1 1,0-1,-4-5,6 12,0-1,0 0,0 0,0 1,0-1,0 1,0 0,0 0,-1 0,1 0,0 0,0 0,0 0,0 1,0-1,0 1,0-1,0 1,0 0,0 0,0 0,0 0,0 0,1 0,-1 1,0-1,1 1,-1-1,1 1,-1-1,1 1,0 0,0 0,0 0,0-1,0 1,-1 2,-11 18,0 0,2 1,0 0,2 1,0 0,2 0,1 1,0 0,2 0,1 1,1-1,1 10,0-23,1 0,0 0,1 0,1 0,-1 0,2 0,0 0,0-1,1 1,0-1,1 0,1 0,-1-1,2 0,-1 0,1 0,1 0,0-1,0-1,1 1,0-2,0 1,1-1,9 5,-10-7,0 0,0-1,1 0,0-1,0 0,0 0,0-1,0 0,0-1,0 0,1-1,-1 0,0 0,1-1,-1-1,0 0,0 0,0-1,0 0,0-1,-1 0,1 0,-1-1,0 0,-1-1,1 0,-1 0,0-1,-1 0,0 0,0-1,4-5,-5 2,1 0,-2 0,0 0,0-1,-1 0,-1 0,0 0,0-1,-1 1,-1-1,0 1,-1-1,0 1,-1-1,0 1,-1-1,-3-8,5 18,0 1,0 0,0 0,-1 0,1 0,0 0,-1 0,0 0,1 0,-1 0,0 1,0-1,0 0,-1 0,1 1,0-1,0 0,-1 1,1-1,-1 1,0 0,1 0,-1-1,0 1,0 0,0 1,1-1,-1 0,0 0,0 1,0-1,0 1,-1 0,1-1,0 1,0 0,0 0,0 0,0 1,0-1,0 0,0 1,0 0,0-1,-1 1,-2 5,1 0,0-1,0 1,0 1,0-1,1 1,0-1,0 1,1 0,0 0,0 0,1 0,0 0,0 1,1-1,-1 0,2 1,-1-1,2 5,0-1,1 0,0-1,0 0,1 1,1-1,0-1,0 1,1-1,0 0,1 0,0-1,0 0,1 0,-1 0,2-1,-1-1,1 1,0-1,1-1,-1 0,1 0,0-1,0 0,1 0,9 1,45 13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14T06:30:46.934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174 461,'-7'16,"-4"14,-1 9,2 7,3 3,2-1,3-1,0-7,2-9</inkml:trace>
  <inkml:trace contextRef="#ctx0" brushRef="#br0" timeOffset="692.67">0 207,'32'-2,"-1"1,0 2,1 0,-1 3,0 0,0 2,0 1,-1 2,0 1,-1 1,-17-6,-1 0,0 0,0 1,0 0,-1 1,0 0,0 1,-1 0,0 1,0 0,-1 0,0 1,-1 0,0 0,0 0,-1 1,-1 0,0 1,0-1,-1 1,-1 0,0 0,0 0,-1 0,-1 1,0 9,-2 1,-1-1,-1 1,-1-1,0 0,-2 0,-1 1,-9 38,15-60,0 0,1 1,-1 0,1-1,-1 1,1-1,-1 1,1 0,0-1,0 1,0-1,0 1,0 0,0-1,0 1,0 0,1-1,-1 1,1 0,-1-1,1 1,0-1,0 1,-1-1,1 0,0 1,0-1,0 0,0 0,1 1,-1-1,0 0,1 0,-1 0,0 0,1-1,-1 1,1 0,-1-1,1 1,-1 0,1-1,0 0,-1 1,1-1,0 0,-1 0,1 0,0 0,-1 0,2-1,11-3,-1-1,0-1,-1 1,1-2,-1 0,-1-1,1 0,-1 0,-1-1,0-1,0 0,0 0,-2-1,1 0,-1-1,-1 1,5-12,-10 21,-3 2,1-1,0 1,0-1,0 1,0-1,0 1,0-1,0 1,0 0,0-1,0 1,0-1,0 1,0-1,1 1,-1-1,0 1,0-1,0 1,1 0,-1-1,0 1,0 0,1-1,-1 1,0-1,1 1,-1 0,1 0,-1-1,0 1,1 0,-1 0,1-1,-1 1,0 0,1 0,-1 0,1 0,-1 0,1 0,-1 0,1 0,-1 0,1 0,-1 0,1 0,-1 0,1 0,-1 0,0 0,1 0,-1 1,1-1,-1 0,1 0,-1 1,0-1,1 0,-1 0,0 1,1-1,1 17,-2-8,1 0,0 0,0 0,0-1,1 1,1 0,-1-1,2 0,-1 1,1-1,0 0,0-1,1 1,0-1,1 0,0 0,0-1,0 1,1-1,5 3,-9-6,1-1,1 0,-1 0,0-1,0 1,1-1,-1 0,1 0,-1 0,1-1,-1 0,1 1,-1-2,1 1,-1 0,1-1,-1 0,1 0,-1 0,1-1,-1 0,0 1,0-1,0-1,0 1,0-1,-1 1,1-1,-1 0,1 0,-1-1,1 0,7-9,-1 0,0-1,-1 0,0-1,-1 0,-1 0,0-1,0-5,17-60,-4-1,-3 0,-4-2,-2-18,1-93,-12 195,0 0,-1 0,1 1,-1-1,1 0,0 0,-1 0,1 0,-1 1,1-1,-1 0,1 0,0 0,-1 0,1 0,-1 0,1 0,-1 0,1 0,-1 0,1-1,0 1,-1 0,1 0,-1 0,1 0,0-1,-1 1,1 0,0 0,-1-1,1 1,0 0,-1-1,1 1,0 0,-1-1,1 1,0-1,0 1,0 0,-1-1,1 1,0-1,0 1,0-1,0 1,0 0,0-1,0 1,0-1,0 1,0-1,0 1,0-1,0 1,0 0,0-1,1 1,-1-1,0 1,0 0,0-1,1 1,-1-1,0 1,0 0,1-1,-1 1,1 0,-18 30,-1 30,2 2,4 0,1 1,4 0,2 5,5-66,-5 33,1-1,3 0,0 1,2-1,2 0,1 1,1-1,3-1,0 1,3 2,-8-29,0 0,1 0,0 0,0-1,1 0,-1 1,1-2,1 1,-1 0,1-1,0 0,0-1,0 1,1-1,-1 0,1-1,0 0,0 0,1 0,4 1,18 1</inkml:trace>
  <inkml:trace contextRef="#ctx0" brushRef="#br0" timeOffset="954.482">816 274,'-16'0,"-10"0,0 2,9 4,15 2,26 0,28-1,28-2,23-2,13-1,-14-1</inkml:trace>
  <inkml:trace contextRef="#ctx0" brushRef="#br0" timeOffset="2129.508">1417 916,'13'-99,"-3"0,-5-48,-5 137,0 8,-1 1,1-1,-1 0,1 0,0 0,0 0,0 0,0 0,0 0,1 0,-1 0,0 0,1 0,0 1,-1-1,1 0,0 0,0 0,0 1,0-1,0 1,0-1,1 1,-1-1,0 1,1-1,-1 1,1 0,0 0,111 2,-75-1,-26-1,1 0,-1 2,0-1,0 1,0 1,0 0,0 1,0 0,0 1,-1 0,0 1,1 0,-8-2,-1 0,1 0,-1 0,0 1,0-1,-1 1,1 0,-1-1,1 1,-1 0,0 0,-1 1,1-1,-1 0,0 0,0 1,0-1,0 1,-1-1,0 1,0 2,-15 100,6-65,9-39,-1-1,1 0,0 1,0-1,0 0,0 1,0-1,0 0,1 1,-1-1,1 0,-1 1,1-1,0 0,0 0,0 1,0-1,0 0,1 0,-1 0,1-1,-1 1,1 0,0-1,-1 1,1 0,0-1,0 0,0 0,0 1,1-1,-1 0,0-1,0 1,1 0,-1-1,0 1,1-1,1 1,22 2,-1-1,1-2,0 0,0-1,0-2,-1-1,1 0,-1-2,0-1,17-8,-21 9,-1 0,0-2,0-1,0-1,-1 0,0-1,-1-1,-1-1,17-15,-32 27,0-1,0 0,0 1,0-1,0 0,0 0,0-1,-1 1,1 0,-1-1,1 1,-1 0,0-1,0 0,0 1,0-1,-1 0,1 1,-1-1,0 0,1 0,-1 1,0-1,-1 0,1 0,0 1,-1-1,0 0,1 1,-1-1,0 1,-1-1,1 1,0-1,-1 1,1-1,-1 1,0 0,1 0,-1 0,0 0,0 0,-1 1,1-1,0 1,-1-1,-1 0,-8 0,0 0,0 0,0 2,0-1,0 2,0 0,0 0,0 1,0 0,0 1,1 0,-1 1,1 1,0 0,0 0,0 1,1 0,-3 3,7-5,0 1,0 0,0 0,1 0,0 1,0 0,1 0,-1 0,1 0,0 1,-1 4,4-9,0 1,0-1,0 1,1-1,-1 1,1-1,-1 1,1 0,0-1,0 1,0-1,0 1,1 0,-1-1,1 1,0-1,0 1,-1-1,1 0,1 1,-1-1,0 0,1 1,-1-1,1 0,-1 0,1 0,0-1,0 1,0 0,0-1,0 1,1-1,1 1,7 4,1-1,0 0,1-1,-1 0,1-1,0 0,-1-1,1-1,0 0,0-1,0 0,0-1,0 0,0-1,0-1,0 0,-1-1,1 0,-1 0,0-2,-1 1,2-2,36-33,-41 65,-9-22,1 0,0 0,0 0,0 0,0 0,1 0,-1 0,1 0,-1 0,1 0,0 0,0-1,1 1,-1 0,1-1,-1 1,1-1,0 1,0-1,0 0,0 0,0 1,0-2,0 1,1 0,-1 0,1-1,0 1,-1-1,1 0,0 0,0 0,0 0,0 0,-1-1,1 0,0 1,0-1,0 0,0 0,0 0,0-1,2 0,4-3,-1-1,0 0,0 0,-1-1,1 0,-1 0,-1-1,1 0,-1 0,0 0,-1-1,0 0,0 0,0 0,-1-1,-1 0,1 1,-1-1,-1-1,1-2,52-201,-54 210,0 0,0 0,1 0,-1 0,0 0,1 0,0 0,0 0,-1 1,2-1,-1 1,0 0,0-1,1 1,-1 0,1 1,0-1,0 0,-1 1,1-1,0 1,0 0,0 0,1 0,-1 0,0 1,0-1,0 1,1 0,-1 0,0 0,0 0,1 1,-1-1,0 1,0 0,0 0,0 0,0 0,0 0,0 1,0-1,0 1,1 1,5 6,0 0,-1 0,-1 1,1 0,-1 0,-1 1,0-1,0 2,-1-1,-1 0,0 1,0 0,-1 0,-1 0,0 1,0-1,-1 12,10 42,-10-61,0-1,0 0,0 1,1-1,-1 0,1 0,0 0,0 0,1 0,-1-1,1 1,0 0,0-1,0 0,0 0,0 0,1 0,-1-1,1 1,0-1,0 0,0 0,0 0,0 0,0-1,1 0,-1 0,0 0,1 0,-1-1,12 1,-1-1,1-1,-1-1,0 0,0-1,0 0,0-1,0-1,-1 0,1-1,-1-1,-1 0,0-1,0 0,0-1,-1-1,0 0,-1 0,0-1,-1-1,0 0,-1 0,0-1,-1 0,5-10,-11 21,0 0,-1-1,1 1,0-1,-1 1,0-1,1 0,-1 1,0-1,-1 0,1 0,0 0,-1 0,1 0,-1 0,0 1,0-1,0 0,-1 0,1 0,-1 0,1 0,-1 0,0 0,0 1,0-1,-1 0,1 1,-1-1,1 1,-1-1,0 1,0 0,0-1,0 1,-3 2,1 0,0 0,0 1,-1-1,1 1,0 0,0 0,0 1,0-1,0 1,0 0,0 0,1 0,-1 0,1 1,-1-1,1 1,0 0,0 0,0 0,0 1,1-1,-1 1,1-1,0 1,-2 3,0-2,1 0,-1 0,1 1,0-1,0 1,1-1,-1 1,1 0,0 0,1 0,0 0,0 0,0 0,0 1,1-1,0 0,1 0,-1 1,1-1,0 0,1 0,-1 0,1 0,1 0,-1-1,1 1,0 0,0-1,1 0,5 3,2 0,-1-1,1 0,0-1,0-1,1 1,0-2,0 0,0 0,0-1,1 0,-1-1,12 0,68 9,-2-4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14T06:30:50.844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0 431,'15'10,"-1"0,-1 1,0 0,-1 1,0 1,-1 0,0 1,-1 0,0 0,-1 1,-1 0,-1 1,0-1,-1 2,0-1,-2 1,0-1,0 1,-1 4,-3-21,0-1,0 1,1 0,-1-1,0 1,1 0,-1 0,0 0,1-1,-1 1,0 0,1 0,-1 0,0 0,1 0,-1 0,1 0,-1 0,0 0,1 0,-1 0,0 0,1 0,-1 0,1 0,-1 0,0 0,1 0,-1 1,0-1,1 0,-1 0,0 0,1 1,-1-1,0 0,1 0,-1 1,0-1,20-42,1 2,2 0,1 1,2 1,25-26,-19 37,-31 27,0-1,0 1,-1 0,1-1,0 1,-1 0,1 0,0 0,0-1,-1 1,1 0,0 0,0 0,0 1,-1-1,1 0,0 0,0 0,-1 0,1 1,0-1,-1 0,1 1,0-1,-1 0,1 1,0-1,-1 1,1-1,-1 1,1-1,-1 1,1 0,-1-1,1 1,-1 0,0-1,1 1,-1 0,0-1,1 1,-1 0,0 0,0-1,0 1,0 0,0 0,0-1,0 1,9 56,-9-49,0-1,0 1,1-1,0 1,0-1,1 0,0 1,0-1,1 0,0 0,0 0,1-1,-1 1,1-1,1 0,-1 0,1 0,0-1,1 1,-1-1,1-1,3 3,1-3,0-1,0 0,0-1,0 0,0-1,0 0,0 0,1-1,-1 0,0-1,0 0,1-1,-1 0,0-1,-1 0,1 0,0-1,-1 0,0-1,0 0,0 0,-1-1,1 0,-1-1,-1 0,1 0,-1 0,-1-1,1 0,-1-1,-1 1,0-1,0 0,0 0,-1-1,-1 0,1 1,-2-1,1 0,-1 0,-1-2,-1 12,0 0,0 0,0 0,-1 0,1 0,0 0,0 0,0 0,0 0,0 0,-1 0,1 0,0 0,0 0,0 0,0-1,0 1,-1 0,1 0,0 0,0 0,0 0,0 0,0 0,0 0,-1 0,1-1,0 1,0 0,0 0,0 0,-5 19,3-7,0 0,1 1,1-1,0 1,1-1,0 1,1-1,0 0,3 8,-4-16,1 1,0-1,-1 0,2 0,-1 1,0-2,1 1,0 0,0 0,0-1,0 1,0-1,1 0,0 0,-1-1,1 1,0-1,0 1,0-1,1-1,-1 1,1 0,-1-1,1 0,-1 0,1 0,1-1,2 0,-1 0,1 0,-1-1,0-1,1 1,-1-1,0 0,0 0,0-1,0 0,0-1,-1 1,0-1,1 0,-1-1,-1 1,1-1,4-6,4-4,0 0,-2-1,0 0,-1-1,0 0,3-10,34-95,-41 110,-5 21,-3 23,-1-22,0 0,0 0,1 0,0 0,1 1,0-1,1 0,0 0,1 0,0 0,0 0,1 0,1 0,-1-1,2 1,-1-1,1 0,1 0,-1-1,1 0,1 0,0 0,0-1,0 0,9 6,62 10,-41-21</inkml:trace>
  <inkml:trace contextRef="#ctx0" brushRef="#br0" timeOffset="910.61">1646 337,'-7'18,"2"0,1 0,0 0,1 1,1 0,1 0,0-1,2 3,-1-14,1-1,-1 0,2 1,-1-1,1 0,0 0,0 0,0 0,1 0,0 0,0-1,1 1,-1-1,1 0,0 0,1-1,-1 1,1-1,0 0,0 0,0 0,1-1,-1 1,1-2,1 2,-2-2,0-1,0 1,0-1,0 0,0 0,0 0,0-1,0 1,0-1,0-1,0 1,1-1,-1 0,0 0,0 0,-1-1,1 1,0-1,0 0,-1-1,1 1,-1-1,0 0,0 0,0-1,0 1,0-1,-1 1,0-1,3-4,5-6,-1-1,-1-1,0 1,-1-2,0 1,-2-1,0 0,0-4,17-73,-26 88,-5 22,2-3,1-1,0 1,1 0,0 1,1-1,0 0,1 1,1 0,0-1,1 1,1 4,0-15,0 0,0 0,0 1,0-1,1 0,-1 0,1 0,0-1,0 1,0 0,0-1,0 1,0-1,1 1,0-1,-1 0,1 0,0 0,0-1,0 1,0-1,0 0,0 1,0-1,1-1,-1 1,0 0,1-1,-1 0,2 1,6-1,0 0,0 0,0-1,0 0,0-1,0-1,-1 1,10-5,0-1,0-1,0 0,-1-2,-1 0,0-2,0 0,-1 0,-1-2,0 0,-1-1,-1 0,4-7,-21 26,1 0,0 1,0 0,0-1,1 1,-1 0,1 0,0 0,0 0,0 0,0 0,1 0,0 0,0 0,0 0,0 0,0 0,1 0,0 0,0 0,0 0,0 0,1 0,-1-1,1 1,0 0,0-1,1 0,-1 1,2 1,7 0,0 0,0 0,1-1,-1 0,1-1,0-1,0 0,0 0,0-1,0-1,0 0,0 0,3-2,11 0,-1-1,0-2,0 0,0-2,0-1,-1 0,-1-2,1-1,3-3,-27 13,1 0,0 1,-1-1,1 0,0 1,-1-1,1 1,0-1,0 1,0-1,-1 1,1 0,0-1,0 1,0 0,0 0,0-1,0 1,0 0,-1 0,1 0,0 0,0 0,0 1,0-1,0 0,0 0,0 0,-1 1,1-1,0 1,0-1,0 0,-1 1,1 0,0-1,0 1,-1-1,1 1,0 0,-1-1,1 1,-1 0,1 0,-1-1,1 1,-1 0,0 0,1 0,-1 0,0 0,0-1,0 1,0 0,1 0,0 3,0 0,1-1,-1 1,1-1,0 0,0 0,0 1,1-1,-1-1,1 1,-1 0,1 0,0-1,0 0,0 0,1 0,-1 0,0 0,1 0,-1-1,1 0,0 0,-1 0,1 0,0 0,0-1,0 1,-1-1,7 1,-1-1,1 0,-1 0,1-1,-1 0,1-1,-1 0,0 0,0-1,0 0,1-1,-6 2,-1 1,1-1,0 0,-1 0,1-1,-1 1,0-1,0 0,0 0,0 0,-1 0,1 0,-1 0,1-1,-1 1,0-1,-1 0,1 0,-1 1,1-1,-1 0,0 0,-1 0,1-1,-1 1,1 0,-1 0,-1 0,1 0,0 0,-1 0,0 0,0 0,0 0,-1 0,1 0,-1 0,0 1,0-1,0 0,0 1,-1 0,1 0,-1 0,0 0,0 0,0 0,-1 1,1-1,-7-2,1 1,-1 0,0 1,0 0,0 0,0 1,0 0,-1 1,1 0,-1 1,1 0,0 1,-1 0,1 0,0 1,-1 0,1 1,1 0,-1 1,0 0,1 1,0 0,0 0,0 1,0 0,1 0,0 1,1 0,-1 1,1-1,1 2,0-1,0 1,0-1,1 1,0 1,-1 5,5-11,0 0,0 0,1 0,-1 0,1 1,0-1,0 0,1 0,-1 1,1-1,0 0,0 0,0 0,1 0,-1 0,1 0,0 0,0-1,1 1,-1-1,1 1,-1-1,1 0,0 0,0 0,1 0,-1-1,0 1,1-1,0 0,-1 0,1 0,0-1,3 2,39 11,-1-5</inkml:trace>
  <inkml:trace contextRef="#ctx0" brushRef="#br0" timeOffset="2301.363">3089 3,'-7'-1,"1"0,0 1,-1-1,1 1,-1 0,1 1,0 0,-1 0,1 0,0 1,0 0,-1 0,2 0,-1 1,0 0,0 0,1 0,0 1,0 0,0 0,0 0,0 1,1-1,0 1,0 0,0 0,0 1,1-1,0 1,-1 3,0 4,0-1,1 1,0 0,1 0,0 1,1-1,1 0,0 0,1 1,0-1,1 0,1 0,0 0,4 12,7 14,1-1,2 0,2-1,5 6,-15-27,2 6,2-1,0 0,1 0,1-2,1 0,1 0,4 2,-19-19,-1-1,0 0,1 0,-1 0,1 0,0 0,-1 0,1 0,0 0,-1-1,1 1,0-1,0 1,0-1,-1 0,1 1,0-1,0 0,0 0,0-1,0 1,-1 0,1-1,0 1,0-1,0 1,-1-1,1 0,0 0,-1 0,1 0,-1 0,1 0,-1 0,1 0,-1-1,0 1,0 0,1-2,11-14,-2-1,0 0,-1 0,0-2,-2 1,0-1,-1 0,-1 0,-1-1,-1 0,-1-2,15-143,-18 165,0 0,-1 0,1 0,0 0,0 0,0 0,0 0,0-1,0 1,0 0,0 0,0 0,1 0,-1 0,0 0,1 0,-1 0,1 0,-1 0,1 0,-1 1,1-1,0 0,-1 0,1 0,0 1,0-1,-1 0,1 1,0-1,0 0,0 1,0-1,0 1,0 0,0-1,0 1,0 0,0 0,0-1,0 1,0 0,0 0,0 0,0 0,0 0,0 1,0-1,1 0,-1 0,0 1,0-1,0 0,-1 1,1-1,0 1,0 0,0-1,0 1,237 110,-170-65,-66-44,0 0,0 0,0 0,-1 1,1-1,0 0,-1 1,0-1,1 1,-1 0,0-1,0 1,-1 0,1-1,0 1,-1 0,0 0,0 0,1 0,-2 0,1-1,0 1,-1 0,1 0,-1 0,0-1,0 1,-63 99,64-100,0 0,1 0,0 0,-1 0,1-1,0 1,0 0,0 0,0-1,0 1,0-1,0 1,0-1,1 1,-1-1,1 0,-1 0,1 1,0-1,-1 0,1-1,0 1,0 0,-1 0,1-1,0 1,0-1,0 1,0-1,0 0,0 0,0 0,0 0,0 0,-1 0,1-1,0 1,0-1,1 0,1 2,34-1,-1-1,0-1,0-3,0 0,-1-3,0-1,0-1,16-9,-37 14,0-1,0-1,-1 0,0-1,0 0,-1-1,0 0,-1-2,1 1,-2-1,8-11,-17 21,0-1,-1 0,1 0,-1 0,1 0,-1 0,0 0,0-1,0 1,0 0,0-1,-1 1,1-1,-1 1,1 0,-1-1,0 1,0-1,0 1,0-1,-1 1,1-1,-1 1,1-1,-1 1,0 0,0-1,0 1,0 0,0 0,-1 0,1 0,0 0,-1 0,0 0,0 0,1 1,-1-1,0 0,0 1,0 0,0-1,-1 1,-7-2,0-1,-1 2,1-1,-1 2,1-1,-1 1,0 1,1 0,-1 0,1 1,-1 1,0 0,1 0,0 1,0 0,0 1,0 0,0 0,1 1,-1 1,1-1,1 2,-2 0,6-4,0 0,1 0,-1 0,1 1,0-1,0 1,0-1,1 1,-1 0,1 0,0 0,0 0,0 1,1-1,0 1,-1-1,1 1,1-1,-1 1,1-1,0 1,0 0,0-1,1 1,-1-1,1 1,0 0,0-1,1 0,0 1,-1-1,1 0,1 0,-1 0,0 0,1 0,0-1,0 1,0-1,1 1,-1-1,3 1,2 1,0 0,0 0,0-1,1-1,-1 1,1-2,0 1,0-1,0 0,0-1,1 0,-1 0,0-1,0 0,1-1,-1 0,0-1,0 0,0 0,0 0,0-1,-1-1,1 0,-1 0,0 0,0-1,0 0,-1-1,0 0,1-1,14-19,-14 53,-8-21,1 0,0 0,0 0,1 0,0 0,0 0,0 0,1 0,0-1,0 1,1-1,-1 0,1 0,0 0,0-1,1 1,-1-1,1 0,0 0,0-1,0 1,1-1,-1 0,1-1,0 1,0-1,0 0,0-1,0 1,0-1,0-1,0 1,1-1,-1 0,0 0,0-1,0 1,1-2,3 0,-5 0,0 0,-1-1,1 1,-1-1,1 0,-1 0,0-1,0 1,-1-1,1 0,-1 0,0 0,0 0,0-1,0 1,-1-1,0 1,0-1,0 0,0-2,19-104,-17-67,-4 174,0 3,-1 0,1 0,-1-1,1 1,0-1,0 1,-1 0,1-1,0 1,0-1,0 1,0-1,1 1,-1 0,0-1,0 1,1 0,-1-1,1 1,0 0,-1-1,1 1,0 0,0 0,-1 0,1-1,0 1,0 0,0 0,0 1,1-1,-1 0,0 0,0 0,0 1,1-1,-1 1,0-1,1 1,-1-1,1 1,-1 0,1 0,70 40,-35-23,-19-10,0 2,-1 0,0 1,-1 0,0 1,12 12,-25-19,0 0,-1 0,1 0,-1 0,0 1,0-1,0 1,-1 0,1 0,-1-1,-1 1,1 0,0 0,-1 0,0 0,0 0,-1 0,1 0,-1 0,0 0,-1-1,1 1,-2 2,1-3,1 0,0 0,-1 0,1 1,0-1,1 0,-1 0,1 1,0-1,0 0,0 0,1 1,-1-1,1 0,0 0,0 0,1 0,-1 1,1-2,0 1,0 0,0 0,1-1,-1 1,1-1,0 0,0 0,0 0,2 2,7 0,0 0,0 0,1-2,0 1,0-1,0-1,0-1,0 0,0 0,0-1,1-1,-1 0,0-1,0 0,0-1,0-1,-1 0,10-4,-9 2,-1 0,1-1,-1 0,0-1,-1 0,0-1,0 0,-1 0,0-2,0 1,-1-1,-1 0,0-1,-1 0,0 0,0-1,-2 0,1 0,-2 0,0-1,1-6,-4 18,0 0,-1 0,1 0,-1 0,0 1,1-1,-1 0,0 0,0 0,0 0,-1 0,1 0,0 0,-1 0,1 0,-1 0,0 0,0 0,1 1,-1-1,0 0,0 1,-1-1,1 0,0 1,-1 0,1-1,-1 1,1 0,-1-1,1 1,-1 0,0 0,0 0,1 1,-1-1,0 0,0 1,0-1,0 1,0 0,0-1,0 1,0 0,0 0,0 0,0 1,0-1,0 0,-1 1,-9 2,1 0,-1 1,1 0,0 1,0 0,0 0,1 1,0 1,0 0,0 0,1 1,0 0,1 1,0 0,0 0,1 1,-6 10,10-17,1 1,0-1,0 1,1 0,-1 0,1-1,0 1,0 0,0 0,1 1,-1-1,1 0,0 0,0 0,1 0,-1 0,1 0,0 0,0 0,0 0,0 0,1 0,0 0,-1-1,1 1,1-1,-1 1,0-1,1 1,11 7,-1-1,1 0,1-1,0 0,0-1,1-1,0-1,0 0,0-1,1 0,0-2,0 0,0-1,13 1,53 5,-8-4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14T06:30:18.062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3544 41,'0'52,"1"179,12 15,110 655,-35-318,-39-144,-20 1,-19 66,-11-427</inkml:trace>
  <inkml:trace contextRef="#ctx0" brushRef="#br0" timeOffset="1867.776">3597 0,'19'9,"0"-1,0 0,1-2,-1 0,1-1,0-1,1-1,-1-1,1 0,-1-2,5-1,-13 2,912 5,106 76,-681-51,168-13,536 20,626 16,-811-69,-551 3,46-19,-202 16,-27 8,-72 5,0-3,0-3,5-3,-33-7,-28 42,16 329,31 105,-40-349,187 1367,-156-1212,-15-111,-6 0,-7 2,-7 0,-7 57,-22 27,23-193,1-50,1-16,-1-6</inkml:trace>
  <inkml:trace contextRef="#ctx0" brushRef="#br0" timeOffset="4517.992">3784 3449,'7'20,"-1"-1,0 1,-2 1,-1-1,0 0,-2 1,0 0,-1-1,-2 10,2 9,-1 29,-1-29,2-1,2 0,1 0,2 2,-4-36,-1 0,1-1,0 1,0 0,0 0,1-1,-1 1,1-1,0 1,0-1,0 0,0 0,1 0,0 0,-1 0,1 0,0-1,0 1,0-1,0 0,1 0,-1 0,1 0,-1-1,1 1,0-1,-1 0,1 0,0 0,3 0,12-1,0 0,0-2,0 0,0-1,-1-1,1 0,-1-2,1 0,24-6,89-13,1 5,1 6,0 7,1 5,33 8,-14-4,678-35,-219 14,225 37,-209-17,-512-3,1 6,-1 4,63 16,-19 2,146 3,-8-12,217 5,-301-19,79 16,-91 1,35-8,525-13,-563-13,-110 1,31 14,-71 14,-48-16,-1 0,1 0,-1 0,0-1,1 1,-1 0,0-1,0 1,0-1,0 1,0-1,0 1,0-1,0 0,-1 0,1 1,-1-1,1 0,-1 0,0 0,0 1,0-1,0 0,0 0,0 0,0 0,0 0,-1 1,1-1,-1 0,1-3,0-2,0-17,-3 31,1 3,-1 0</inkml:trace>
  <inkml:trace contextRef="#ctx0" brushRef="#br0" timeOffset="7199.198">1378 2059,'7'4,"-1"0,0 0,1 0,0-1,0 0,0-1,0 1,1-1,-1-1,0 1,8 0,-1 0,53 8,-1-3,1-4,40-3,-44-1,0 3,-1 2,0 3,21 7,-6 4,145 26,-133-40,0-5,28-5,64-1,736 7,-887 8,-25-3</inkml:trace>
  <inkml:trace contextRef="#ctx0" brushRef="#br0" timeOffset="8646.608">3798 1845,'0'0,"0"-1,0 1,0-1,0 0,0 1,0-1,1 1,-1-1,0 1,1-1,-1 1,0-1,1 1,-1-1,0 1,1-1,-1 1,1-1,-1 1,1 0,-1-1,1 1,-1 0,1 0,-1-1,1 1,0 0,-1 0,1 0,-1-1,1 1,0 0,-1 0,1 0,-1 0,1 0,0 0,-1 1,1-1,-1 0,1 0,0 0,-1 0,1 1,-1-1,1 0,-1 1,1-1,-1 1,25 5,-1 1,0 2,-1 0,0 2,-1 0,0 2,9 7,-14-11,3 4,28 13,-2 2,-1 3,-2 1,-1 2,11 14,-49-45,0 0,1 0,-2 1,1-1,0 1,-1 0,0 0,1 0,-2 1,1-1,0 1,-1 0,0-1,0 1,0 0,-1 0,0 0,0 0,0 1,0-1,-1 0,0 0,0 0,0 1,-1-1,0 0,0 0,0 0,-1 0,1 0,-1 0,0 0,-1 0,-8 6,0-1,-1-1,0 0,-1 0,0-1,0-1,-8 3,-9 6,-80 46,3 5,-14 16,76-42,46-35,8-7</inkml:trace>
  <inkml:trace contextRef="#ctx0" brushRef="#br0" timeOffset="9316.362">4801 1966,'-11'7,"1"1,0 1,0 0,1 0,0 1,1 0,0 0,0 1,1 0,1 1,0 0,0 0,1 0,1 0,0 1,1-1,0 1,1 0,0 0,1 0,0 0,1 1,1-1,1 3,-1-8,0-1,1 1,0-1,1 0,0 1,0-1,0-1,1 1,0 0,0-1,1 0,0 0,0 0,0 0,1-1,0 0,0 0,0-1,1 1,-1-1,1-1,0 1,0-1,7 2,4 1,-1-2,1 1,1-2,-1-1,0 0,1-1,-1-1,1 0,-1-2,0 0,-4 1,0-1,0 0,0-1,-1 0,1-1,-1 0,0-2,0 1,-1-1,0-1,0-1,0 1,-1-2,0 1,-1-2,0 1,0-1,-1-1,0 0,-1 0,0-1,-1 0,-1 0,1-1,-2 1,0-1,0-1,-2 1,1-1,-2 1,0-1,0-2,-3 2,0 0,-1 0,-1 0,0 0,-1 0,0 1,-1 0,-1 0,0 0,-1 0,0 1,-1 0,0 1,-1 0,0 0,0 1,-2 0,-9-8,12 11,-1 0,-1 1,1 0,-1 0,0 1,0 0,-1 1,1 0,-1 1,0 0,0 0,0 1,-1 1,1 0,0 1,0 0,-1 0,1 1,0 1,0 0,0 0,0 1,-8 3,4 2,-1 0,1 1,1 1,0 0,0 1,1 1,0 0,1 0,0 2,1-1,1 1,0 1,1 0,1 0,0 1,1 0,0 0,2 0,0 1,0 0,2 0,0 1,1-1,1 11,0-18,1 1,1-1,0 0,0 0,1 0,0-1,1 1,0 0,1-1,3 7,16 23</inkml:trace>
  <inkml:trace contextRef="#ctx0" brushRef="#br0" timeOffset="9616.978">5135 1404,'-7'18,"-2"20,0 19,3 20,1 16,2 12,1 9,1 3,1 0,-2-4,-3-6,-3-6,0-10,2-12,-1-9,-2-12,2-16</inkml:trace>
  <inkml:trace contextRef="#ctx0" brushRef="#br0" timeOffset="9870.558">4868 2955,'16'-2,"14"-4,11-4,10-4,8-1,5-1,3 3,-3 4,-8 2,-11 4,-13 1</inkml:trace>
  <inkml:trace contextRef="#ctx0" brushRef="#br0" timeOffset="10173.749">5042 1498,'-7'-5,"-2"-3,2-1,8 1,12 0,15 0,15 0,13-1,9 2,4 1,-2 3,-13 0</inkml:trace>
  <inkml:trace contextRef="#ctx0" brushRef="#br0" timeOffset="12413.341">6258 3142,'-18'6,"1"2,0 0,0 0,1 2,0 0,1 1,0 0,0 1,1 1,1 1,0-1,1 2,1 0,0 0,1 1,0 1,2-1,0 1,0 1,2 0,0 0,1 0,1 0,1 1,0 3,12 62,-8-82,0 1,-1-1,2 1,-1-1,0 0,0 0,1 1,-1-1,1 0,0 0,0-1,-1 1,1 0,1-1,-1 1,0-1,0 1,0-1,1 0,-1 0,0 0,1 0,-1-1,1 1,-1 0,1-1,0 0,-1 0,1 0,-1 0,1 0,6-4,0 0,0 0,-1 0,1-2,-1 1,0-1,-1 0,1 0,-1-1,-1 0,1 0,-1-1,-1 0,1 0,-1 0,-1-1,1 1,-1-1,-1-1,24-43,-3-1,-2-1,-3-1,-2 0,-3-1,-2-1,-3-1,-2 1,-3-1,-2-18,-17-19,14 94,0 1,1-1,-1 1,0-1,1 1,-1-1,0 1,0 0,0-1,-1 1,1 0,0 0,0 0,-1 0,1 0,0 0,-1 0,1 0,-1 1,1-1,-1 0,1 1,-1-1,0 1,1 0,-1 0,0-1,1 1,-1 0,0 0,1 1,-1-1,0 0,1 0,-1 1,0-1,-1 2,-52 37,42-24,-1 1,2 0,0 0,2 1,-1 1,2 0,0 0,2 1,0 0,1 0,0 1,2 0,-2 15,7-19,1 0,0-1,1 0,1 1,0-1,1-1,1 1,0-1,1 0,1 0,0-1,1 0,0 0,1-1,0 0,1-1,0 0,2 0,59 77,-57-64,-1 1,-1 0,-1 1,-1 1,-2-1,0 2,-2-1,-1 1,-2 1,2 26,-3-19</inkml:trace>
  <inkml:trace contextRef="#ctx0" brushRef="#br0" timeOffset="13217.449">6686 3529,'5'89,"-4"-86,0 0,0 0,0 0,0 0,0 0,1 0,0 0,0 0,-1-1,1 1,1-1,-1 1,0-1,1 0,-1 0,1 0,-1 0,1-1,0 1,0-1,0 1,0-1,0 0,0 0,0 0,1-1,1-1,1 0,-1 0,0-1,0 0,0 0,0-1,0 1,0-1,-1 0,1 0,-1-1,0 1,0-1,0 0,-1 0,1 0,-1-1,0 1,0-1,0 1,-1-1,0 0,0 0,0-1,0 1,-1 0,1-5,1 0,0 0,-1 0,0 0,0-1,-1 1,0-1,-1 1,-1 0,1-1,-1 0,0 7,0 0,0 0,0 0,0 0,-1 0,1 1,-1-1,0 0,0 1,-1-1,1 1,-1-1,1 1,-1 0,0 0,0 1,0-1,-1 0,1 1,-1 0,1 0,-1 0,0 0,0 1,0-1,-1 1,0 0,0 0,0 0,-1 1,1 0,0 0,0 0,0 0,0 1,0 0,0 0,0 1,0-1,0 1,0 0,0 0,1 1,-1-1,1 1,0 0,0 0,0 1,0-1,0 1,1 0,0 0,0 0,0 0,0 0,0 1,-1 2,-1 0,1 1,1-1,0 1,0 0,0 0,1 0,0 0,0 0,1 0,0 0,1 1,0-1,0 0,1 1,0-1,1 7,18 26,4-8</inkml:trace>
  <inkml:trace contextRef="#ctx0" brushRef="#br0" timeOffset="13757.522">7621 2821,'-31'24,"0"2,1 1,2 2,0 1,3 1,0 1,-9 18,18-28,0 1,2 0,1 1,0 1,2 0,1 1,1 0,2 0,0 1,0 7,7-29,0 0,-1 0,2 1,-1-1,1 0,-1 0,1 0,1 0,-1 0,1 0,0 0,0 0,0-1,1 1,-1-1,1 1,1-1,-1 0,0 0,1-1,0 1,0-1,0 1,0-1,0 0,1-1,-1 1,1-1,0 0,0 0,0 0,0-1,0 0,0 0,0 0,4 0,10-2,-1 0,0-1,1-1,-1-1,-1-1,1 0,-1-1,1-1,-2 0,1-1,-1-1,0-1,-1 0,0-1,-1-1,0 0,-1-1,0-1,-1 0,-1 0,6-9,-8 9,-1 1,0-1,-1 0,0 0,-1-1,-1 0,0 0,-1 0,-1-1,0 1,-2-1,1 0,-2 0,0 1,-1-1,0 0,-1 0,-1 1,-1-1,-3-10,2 10,-1 0,0 0,-1 0,0 1,-2 0,1 1,-2 0,0 0,-12-11,22 24,-1 0,0 0,0 0,0 0,0 0,0 1,0-1,0 0,0 1,0-1,0 0,0 1,0 0,-1-1,1 1,0-1,0 1,-1 0,1 0,0 0,0 0,-1 0,1 0,0 0,0 0,-1 1,1-1,0 0,0 1,0-1,0 1,-1-1,1 1,0 0,0-1,0 1,0 0,0 0,0-1,1 1,-1 0,0 1,-23 50,8 16,4 0,3 1,2 16,2-32,3-34,-4 29,3 0,2 0,2 0,2 10,-1-44,0-1,1 0,0 0,0 0,2 0,0 0,0-1,1 0,1 0,-1-1,2 1,0-1,0-1,1 0,1 0,-1-1,5 3,44 25,-35-27</inkml:trace>
  <inkml:trace contextRef="#ctx0" brushRef="#br0" timeOffset="13964.964">8036 3288,'0'21,"-2"18,-4 13,-2 12,-2 5,-3-2,2-2,3-8,2-11,3-13</inkml:trace>
  <inkml:trace contextRef="#ctx0" brushRef="#br0" timeOffset="14485.567">8557 2968,'-11'33,"1"0,2 0,1 1,1-1,2 2,1 31,1-50,1 0,0 0,1-1,1 1,1 0,0 0,1 0,1-1,0 1,1-1,4 9,-7-22,-1 0,0 0,1 1,0-1,-1 0,1-1,0 1,0 0,0 0,0-1,0 1,0-1,1 0,-1 0,0 0,1 0,-1 0,1 0,-1-1,1 1,0-1,-1 1,1-1,-1 0,1 0,0 0,-1-1,1 1,-1-1,1 1,-1-1,1 0,-1 0,3-1,73-52,-49 23,-1-1,-2-2,-1 0,-2-1,-2-2,-1 0,-1-1,-3-1,-1 0,-1-1,-3-1,5-32,-12 59,-1-1,-1 0,0 1,0-1,-2 0,0 0,0 0,-2 0,0 0,0 0,-2 1,1-1,-2 1,0 0,-1 0,-6-11,10 22,0 0,-1 1,1-1,-1 0,0 1,1 0,-1-1,0 1,0 0,0 0,-1 1,1-1,0 1,-1 0,1 0,-1 0,1 0,-1 0,1 1,-1-1,0 1,1 0,-1 0,0 1,1-1,-1 1,1 0,-1 0,1 0,-1 0,-1 1,-3 2,0 0,0 1,0 0,0 1,1-1,0 1,0 0,1 1,-1 0,2 0,-6 8,1 4,0 0,2 1,0 0,2 1,0 0,1 0,1 0,1 0,1 1,1-1,1 1,1 0,0-1,2 0,0 1,2-1,0 0,2-1,0 1,1-1,1-1,3 5,149 324,-140-309,-12-32</inkml:trace>
  <inkml:trace contextRef="#ctx0" brushRef="#br0" timeOffset="14828.446">9145 3155,'149'3,"-147"-2,1-1,-1 1,1-1,-1 1,0 0,1 0,-1 0,0 1,1-1,-1 0,0 1,0 0,0-1,-1 1,1 0,0 0,0 0,-1 0,0 0,1 0,-1 1,0-1,0 0,0 1,0-1,0 1,-1-1,1 1,-1-1,0 1,1-1,-1 1,0-1,-1 1,1 1,-27 89,-90 97,116-189,1 0,-1-1,1 1,-1 0,1 0,-1 0,1 0,0 0,-1-1,1 1,0 0,0 0,0 0,0 0,0 0,0 0,0 0,0 0,0 0,0 0,0 0,1 0,-1 0,0 0,1-1,-1 1,0 0,1 0,-1 0,1 0,0-1,-1 1,1 0,0-1,-1 1,1 0,0-1,0 1,-1-1,2 1,41 5,202-34,-164 18,-7 1</inkml:trace>
  <inkml:trace contextRef="#ctx0" brushRef="#br0" timeOffset="15385.561">10268 2835,'-31'27,"2"1,0 2,2 0,-6 12,24-30,1 0,0 1,1 0,0 1,1 0,1 0,0 0,1 1,0-1,1 1,1 0,0 0,1 3,1-10,0 0,1 1,0-1,0 0,1 0,0 0,0 0,1 0,0 0,1 0,-1-1,1 0,1 0,-1 0,1 0,1-1,-1 1,1-1,0-1,0 1,1-1,0 0,0-1,0 1,0-1,1-1,-1 0,1 0,0 0,0-1,0 0,0 0,1-1,-1 0,0-1,1 0,-1 0,0-1,1 0,5-1,-2-2,0-1,0 0,0-1,0 0,-1-1,0 0,-1-1,1 0,-2-1,1 0,-1 0,0-1,-1 0,0-1,-1 0,0 0,-1-1,5-10,2-9,-1 0,-2 0,-1-2,-1 1,-2-1,2-31,-4 33,-2 0,-1-1,-1 1,-2 0,-1 0,-1 0,-2 1,-1-1,-2 1,-11-27,19 54,0-1,0 0,0 1,0-1,-1 1,0-1,0 1,0 0,0-1,0 1,-1 0,1 1,-1-1,0 0,0 1,0-1,0 1,0 0,0 0,-1 0,1 1,-1-1,1 1,-1 0,0 0,1 0,-1 0,0 1,0-1,0 1,0 0,1 0,-1 0,0 1,0 0,0-1,1 1,-3 1,-3 6,0 0,1 0,0 1,0 0,1 0,0 1,0 0,1 0,1 1,0 0,0 0,1 0,1 0,-1 1,2-1,-2 10,-1 5,1 1,1-1,1 1,1 0,2 0,1 0,1 0,1-1,1 1,1-1,1 0,2-1,1 0,1 0,0-1,2 0,9 11,58 79,43 71,-113-165</inkml:trace>
  <inkml:trace contextRef="#ctx0" brushRef="#br0" timeOffset="15787.484">10710 3115,'28'-16,"0"2,1 1,1 2,0 0,1 2,30-4,-59 12,1 0,-1 0,1 0,-1 0,1 1,0-1,-1 1,1 0,0 0,-1 0,1 0,0 0,-1 1,1-1,0 1,-1-1,1 1,-1 0,1 0,-1 0,1 1,-1-1,0 1,0-1,0 1,0 0,0-1,0 1,0 0,0 0,-1 1,1-1,-1 0,0 0,1 1,-1 1,-1 3,-1 1,-1-1,1 0,-1 1,0-1,-1 0,0 0,0 0,0-1,-1 1,0-1,0 0,-1 0,0 0,-2 2,-8 12,-18 37,34-55,0 0,0 0,0 0,1 0,-1-1,1 1,-1 0,1-1,0 1,-1-1,1 1,0-1,0 0,0 0,0 0,0 0,0 0,1 0,-1-1,0 1,0-1,0 1,1-1,-1 0,0 0,1 0,-1 0,0 0,0-1,2 1,-1 0,38 0,-34-1,1 0,0 1,-1 0,1 0,0 1,-1-1,1 2,-1-1,1 1,-1 0,1 1,-1 0,0 0,0 0,-1 1,1 0,4 4,-9-4,0 0,-1 0,1 0,-1 0,0 0,0 0,0 0,-1 1,1-1,-1 0,0 0,0 1,-1-1,1 0,-1 0,0 1,0-1,0 0,-1 0,0 0,1 0,-1 0,-1-1,1 1,0-1,-1 1,0-1,0 0,-1 2,-90 89,38-49</inkml:trace>
  <inkml:trace contextRef="#ctx0" brushRef="#br0" timeOffset="16485.148">6338 4037,'-2'12,"-1"14,0 17,1 22,0 27,1 25,1 26,-3 22,-2 13,-6 7,-2-1,0-11,3-19,5-23,4-33</inkml:trace>
  <inkml:trace contextRef="#ctx0" brushRef="#br0" timeOffset="17065.598">7701 4131,'-2'-9,"-1"-1,0 11,1 18,0 27,1 30,-1 32,-4 30,-2 22,-3 17,-3 7,-2 0,0-11,2-35</inkml:trace>
  <inkml:trace contextRef="#ctx0" brushRef="#br0" timeOffset="17746.775">9038 4050,'-2'19,"-3"21,-1 22,-1 24,-3 24,-3 21,-2 17,-1 9,3-1,3-8,3-15,3-30</inkml:trace>
  <inkml:trace contextRef="#ctx0" brushRef="#br0" timeOffset="18336.715">10362 4198,'0'7,"0"13,0 20,0 23,0 23,0 23,0 15,0 12,0 3,0-2,0-6,0-25</inkml:trace>
  <inkml:trace contextRef="#ctx0" brushRef="#br0" timeOffset="19417.891">6645 1284,'0'16,"0"16,0 15,0 10,0 7,-2 4,-1-1,0-2,1-8,0-13</inkml:trace>
  <inkml:trace contextRef="#ctx0" brushRef="#br0" timeOffset="19667.689">6619 1337,'7'18,"8"16,10 10,7 7,6 2,7-1,2-6,0-7,-3-9,-8-9,-9-8</inkml:trace>
  <inkml:trace contextRef="#ctx0" brushRef="#br0" timeOffset="19935.558">6953 1123,'-2'16,"-1"19,0 19,0 17,2 11,0 7,0-2,1-3,0-10,0-17</inkml:trace>
  <inkml:trace contextRef="#ctx0" brushRef="#br0" timeOffset="20275.648">7167 1725,'-11'-230,"11"223,-1 5,0 0,1 0,-1 0,1 0,0 0,-1 0,1 0,0 0,0 0,0 0,0 0,0 1,1-1,-1 0,1 0,-1 0,1 0,0 0,0 0,-1 1,1-1,0 0,1 1,-1-1,0 0,0 1,1 0,-1-1,1 1,-1 0,1-1,7 4,-1 1,1-1,-1 1,0 1,0-1,0 1,0 1,-1-1,1 1,1 3,2-1,-4-4,0 1,0 0,-1 1,1-1,-1 1,0 1,0-1,-1 1,1 0,-1 0,-1 0,1 1,-1 0,0 0,-1 0,1 0,-2 1,1-1,-1 1,0 0,0-1,-1 1,0 0,0 0,-1 0,0 0,-1 4,-4 2,0 0,0-1,-1 0,-1 0,0-1,-1 0,-1 1,-10 16,18-28,0 0,0 0,0 0,0 0,1 0,-1 0,0 0,0 0,1 0,-1 0,1 1,-1-1,1 0,-1 0,1 1,0-1,0 0,-1 1,1-1,0 0,0 1,1-1,-1 0,0 1,0-1,0 0,1 1,-1-1,1 0,-1 0,1 1,0-1,-1 0,1 0,0 0,0 0,0 0,-1 0,1 0,0 0,1 0,-1-1,0 1,0 0,0 0,0-1,0 1,1-1,-1 1,0-1,1 0,-1 1,1-1,15 1,1-1,-1-1,1-1,-1 0,1-1,-1-1,0 0,0-1,14-7,-25 10,48-17</inkml:trace>
  <inkml:trace contextRef="#ctx0" brushRef="#br0" timeOffset="20468.135">7875 1792,'5'0,"1"0</inkml:trace>
  <inkml:trace contextRef="#ctx0" brushRef="#br0" timeOffset="21135.861">8343 1097,'-13'214,"10"-105,-12 67,-17 52,30-208,12-30,7-22,-13 22,1-1,0 1,0 0,1 0,1 0,0 1,0 0,1 0,0 1,0 0,1 0,0 1,7-4,-13 9,1 1,-1 0,0 0,0 1,1-1,-1 1,0 0,1 0,-1 0,0 0,1 0,-1 1,0-1,1 1,-1 0,0 0,0 0,0 1,0-1,0 1,0 0,0-1,0 1,-1 1,1-1,-1 0,1 0,-1 1,0 0,0-1,2 4,2 3,0 0,0 1,-1 0,0 0,0 0,-2 0,1 1,-1 0,0 1,-2-8,0-1,0 0,-1 1,1-1,-1 1,0-1,0 1,0 0,0-1,0 1,-1-1,0 1,0-1,0 0,0 1,0-1,-1 0,1 0,-1 0,0 0,0 0,0 0,0 0,-1 0,1-1,-1 1,0-1,1 0,-1 0,0 0,0 0,0-1,-1 1,1-1,0 1,-1-1,1 0,0-1,-1 1,1 0,-1-1,1 0,-4 0,4 0,0 0,0 0,-1 0,1-1,0 1,0-1,-1 0,1 0,0 0,0 0,0 0,0-1,0 0,1 1,-1-1,0 0,1 0,-1-1,1 1,0 0,0-1,0 1,0-1,0 0,0 0,1 0,-1 1,1-2,0 1,0 0,0 0,0 0,1 0,-1-1,1 1,0 0,0 0,0-1,0 1,1 0,-1 0,1-1,0 1,0 0,0 0,0 0,1 0,-1 0,1 0,-1 0,2-1,9-8,1 1,1 0,-1 0,1 2,1 0,0 0,0 1,1 1,0 0,0 2,1 0,-1 0,1 2,9-1,-22 2,-1 1,0 0,1 0,0 0,-1 0,1 1,0-1,-1 1,1 0,0 0,-1 1,1-1,0 1,-1-1,1 1,-1 0,1 1,-1-1,0 1,1-1,-1 1,0 0,0 0,0 0,0 1,0-1,-1 1,1-1,-1 1,1 4,-1 0,0 1,-1-1,0 0,0 1,0-1,-1 1,0-1,0 1,-1-1,0 2,1 55,1-62,0 0,-1 0,1 0,0 0,0 0,1-1,-1 1,0 0,1-1,-1 1,0-1,1 0,0 1,-1-1,1 0,0 0,0 0,0 0,-1 0,1 0,0-1,0 1,0-1,0 1,0-1,1 0,-1 1,0-1,0 0,0-1,0 1,2-1,14 0</inkml:trace>
  <inkml:trace contextRef="#ctx0" brushRef="#br0" timeOffset="21382.721">8611 1284,'16'2,"16"3,13 5,7 6,-5 0</inkml:trace>
  <inkml:trace contextRef="#ctx0" brushRef="#br0" timeOffset="21603.201">8985 1471,'46'289,"-46"-286,0 1,0-1,1 1,0-1,-1 1,1-1,0 1,1-1,-1 0,1 0,-1 1,1-1,0 0,0 0,0-1,0 1,1 0,-1-1,1 1,0-1,0 0,0 0,0 0,0 0,0-1,0 1,0-1,1 0,-1 0,1 0,-1 0,1 0,-1-1,1 0,-1 0,1 0,-1 0,1 0,-1-1,4 0,4-5,-1-1,-1-1,1 1,-1-1,-1-1,1 0,-2 0,1 0,-1-1,0 0,-1-1,-1 1,1-1,-2 0,1-1,-2 1,1-1,-2 0,1 1,-2-1,1 0,-2-5,-2 40,1-1,1 1,1-1,0 1,2-1,4 16,-5-33,0 1,1-1,-1 0,1 0,0 0,1 0,-1-1,1 1,0-1,0 0,0 0,1 0,-1-1,1 1,0-1,0 0,2 0,22 10</inkml:trace>
  <inkml:trace contextRef="#ctx0" brushRef="#br0" timeOffset="22314.815">9720 1698,'-5'-3,"0"0,-1 0,0 1,0 0,1 0,-1 0,0 1,0 0,-1 0,1 0,0 1,0 0,0 0,0 0,0 1,-1 0,1 0,0 1,0 0,1 0,-1 0,0 1,1-1,-1 1,1 1,0-1,0 1,0 0,1 0,-3 3,5-5,-1 0,1 0,-1 0,1 1,0-1,0 1,0-1,0 1,1 0,-1 0,1 0,0 0,0 0,0 0,0 0,0 0,0 0,1 0,0 1,0-1,0 0,0 0,0 0,0 1,1-1,0 0,-1 0,1 0,0 0,1 0,-1 0,0 0,1 0,0 0,0-1,0 1,0-1,0 1,0-1,1 1,4-1,0 0,0-1,0 1,0-1,1-1,-1 1,0-1,1-1,-1 1,0-1,0-1,0 1,0-1,0 0,0-1,0 0,-1 0,1 0,-1-1,0 0,0 0,0 0,-1-1,1 0,-1 0,0 0,0-1,-1 0,0 0,0 0,0 0,2-7,10-23,-11 76,-5-32,1 0,0 0,0-1,1 1,0 0,0 0,1-1,0 1,0-1,2 3,-4-7,1-1,-1 1,1-1,0 0,0 1,0-1,0 0,0 0,1 0,-1-1,0 1,1 0,0-1,-1 1,1-1,0 0,-1 0,1 0,0-1,0 1,0 0,0-1,0 0,0 0,0 0,0 0,0 0,0-1,1 0,4-2,0-1,-1-1,0 1,0-1,0-1,0 1,-1-1,0 0,0-1,0 1,-1-1,0 0,-1-1,1 1,-1-1,-1 0,1 0,-1 0,1-6,38-180,-40 192,0-1,0 1,1 0,-1 0,1 0,-1 0,1 0,-1 0,1 1,0-1,0 1,0 0,0 0,0 0,0 0,0 0,0 1,0 0,0-1,0 1,1 0,-1 0,0 1,0-1,0 1,0-1,0 1,0 0,0 0,0 1,0-1,0 1,1 0,5 0,-4-1,1-1,-1 0,0 1,0 0,0 1,0-1,0 1,0 0,0 0,-1 0,1 1,0-1,-1 1,0 0,0 1,0-1,0 1,-1-1,1 1,-1 1,0-1,0 0,0 1,-1-1,1 1,-1 0,0 0,-1 0,1 0,-1 0,0 0,0 2,-3 9,-1-1,-1 1,0-1,-1 0,-1 0,0-1,-1 0,-1 1,-36 103,44-116,-1 0,1 1,-1-1,1 0,0 0,0 1,0-1,0 0,0 1,1-1,-1 0,1 1,0-1,-1 0,1 0,0 0,0 0,0 0,0 0,1 0,-1 0,1 0,-1 0,1-1,0 1,-1-1,1 1,0-1,0 0,0 1,0-1,0 0,0 0,0-1,1 1,13 2,0 0,0-2,0 0,1-1,-1 0,0-2,0 0,0 0,0-2,-1 0,1-1,4-2,36-11</inkml:trace>
  <inkml:trace contextRef="#ctx0" brushRef="#br0" timeOffset="40599.689">1 1404,'16'7,"1"0,-1-1,1-1,1 0,-1-2,1 0,-1 0,1-2,6 0,-22-1,0 0,0 0,0 1,0-2,0 1,0 0,0 0,0-1,0 1,0-1,0 1,-1-1,1 0,0 0,0 0,0 0,-1 0,1 0,-1 0,1-1,-1 1,1 0,-1-1,0 1,1-1,-1 0,0 1,0-1,0 0,-1 0,1 0,0 0,-1 0,1 0,-1 1,1-1,-1 0,0 0,0 0,0 0,0 0,0 0,-1 0,1 0,-1 0,0-2,-5-18,-1 0,-1 0,-1 1,-1 0,0 0,-2 1,-5-6,-24-44,3-15,38 84,0 1,-1-1,1 1,0-1,0 1,0-1,-1 1,1-1,0 1,0-1,0 1,0-1,0 1,0-1,0 1,0-1,0 1,0-1,1 1,-1 0,0-1,0 1,0-1,1 1,-1-1,0 1,0-1,1 1,-1 0,0-1,1 1,-1 0,0-1,1 1,-1 0,1-1,-1 1,0 0,1 0,-1 0,1-1,-1 1,1 0,-1 0,1 0,-1 0,1 0,-1 0,1 0,0 0,28 8,-20-5,19 3,0 0,0-2,0-1,19-1,17 1,-60-2,-1-1,0 0,1 1,-1 0,0 0,1 0,-1 0,0 0,0 1,0 0,0-1,0 1,0 0,0 0,-1 1,1-1,-1 0,0 1,1 0,-1-1,0 1,-1 0,1 0,0 0,-1 0,0 0,0 1,0-1,0 0,0 1,0-1,-1 0,0 1,0-1,0 1,0-1,0 2,-17 250,17-252,-1-1,0 0,1 0,-1 0,1 1,0-1,0 0,0 0,0 1,0-1,0 0,1 0,-1 1,1-1,-1 0,1 0,0 0,0 0,0 0,0 0,0 0,1 0,-1 0,0 0,1-1,0 1,-1-1,1 1,0-1,0 1,-1-1,1 0,0 0,0 0,1 0,-1 0,0-1,0 1,0-1,0 1,1-1,10 0,0-1,0 0,-1-1,1-1,-1 0,1 0,-1-1,0-1,0 0,-1-1,0 0,0 0,0-1,-1-1,2-1,-7 2,-1 1,1-1,-1 0,0 0,-1-1,0 1,0-1,0 0,-1 1,-1-1,1 0,-1-1,0 1,-1 0,0 0,0 0,-1 0,0 0,0 0,-2-1,1-35,2 43,0-37,-1-1,-2 1,-2-1,-7-28,11 61,11 21,-5-12,-1 1,1-1,0 0,0 0,0-1,1 1,-1-1,1 0,-1-1,1 1,-1-1,1-1,3 1,19 4,-25-4,0 1,1-1,-1 0,0 1,0 0,0 0,0 0,0 0,0 0,0 0,-1 1,1 0,-1-1,0 1,0 0,0 0,0 0,0 0,-1 0,1 1,-1-1,0 1,0-1,0 3,10 90,-11-88,-1 269,1-275,0 0,0-1,0 1,0 0,0 0,0 0,1-1,-1 1,1 0,-1 0,1-1,0 1,0 0,0-1,0 1,0-1,0 1,0-1,0 1,0-1,1 0,-1 0,0 1,1-1,0 0,-1 0,1-1,-1 1,1 0,0 0,0-1,-1 1,1-1,0 0,0 1,-1-1,1 0,0 0,0 0,0 0,0 0,-1-1,1 1,173-37,-170 36,0 1,0-1,0 0,0 0,0 0,-1 0,1-1,-1 0,1 0,-1-1,1 1,-1-1,0 0,0 0,-1 0,1 0,0-1,-1 1,0-1,0 0,0 0,-1-1,1 1,0-2,0-11,-1-1,0 0,-2 1,0-1,-1 0,0 1,-2-1,0 1,-1-1,0 1,-2 0,0 1,-1-1,0 1,-2 0,-2-3,10 18,0 0,0 0,0 0,0 0,0 0,1 0,-1 0,0 0,1-1,-1 1,0 0,1 0,0-1,-1 1,1 0,0-1,0 1,-1 0,1-1,0 1,0 0,1-1,-1 1,0-1,0 1,1 0,-1 0,1-1,-1 1,1 0,-1 0,1-1,0 1,0 0,-1 0,1 0,0 0,0 0,0 0,0 0,0 0,0 1,1-1,-1 0,0 1,0-1,0 1,1-1,-1 1,0-1,1 1,150-16,-150 15,1 1,0-1,0 1,-1 0,1-1,0 1,0 1,-1-1,1 0,0 1,0-1,-1 1,1 0,0 0,-1 0,1 0,-1 0,1 1,-1-1,0 1,0-1,1 1,-1 0,0 0,-1 0,1 0,0 0,0 1,-1-1,0 0,1 1,-1-1,0 2,3 13,-1 1,-1-1,0 1,-1-1,-2 1,-1 13,1 10,0 142,2-181,-1 0,0 0,0-1,1 1,-1 0,1 0,0 0,-1 0,1-1,0 1,0 0,0-1,0 1,1-1,-1 1,0-1,1 0,-1 1,1-1,-1 0,1 0,-1 0,1 0,0 0,0 0,-1-1,1 1,0-1,0 1,0-1,0 1,0-1,-1 0,1 0,0 0,1 0,74-11,-71 10,1 1,0-1,0 0,0 0,0 0,0-1,0 0,-1 0,1-1,-1 0,1 0,-1 0,0-1,0 0,-1 0,1-1,-1 1,0-1,0 0,-1-1,1 1,-1-1,0 0,-1 0,1 0,-1 0,2-7,-4-11,-1-1,-1 1,-1 0,-1-1,-1 1,-6-18,-11-78,21 117,-1 0,1 1,-1-1,1 0,0 0,0 0,0 1,0-1,0 0,1 0,-1 1,1-1,0 0,0 1,0-1,0 1,0-1,0 1,1-1,-1 1,1 0,0 0,0 0,0 0,0 0,0 0,0 0,0 0,1 1,-1 0,0-1,1 1,-1 0,1 0,0 0,1 0,3 0,0 0,-1 0,1 1,0-1,0 2,0-1,0 1,-1 0,1 0,0 1,-1 0,1 0,-1 1,0 0,0 0,0 0,0 1,0 0,-1 0,1 0,-1 1,0-1,-1 1,1 1,-1-1,0 0,0 1,-1 0,0 0,0 0,0 1,0-1,-1 0,0 1,-1 0,0-1,1 3,1 14,-1 0,-1 1,-2-1,0 0,-1 0,-1 1,-1-1,-5 13,8-32,-1 0,1 0,-1 0,1 0,0 0,0 0,1 0,-1 0,1 0,0 1,0-1,1 0,-1 0,1 0,0 0,0 1,0-1,0 0,1-1,0 1,0 0,0 0,0-1,0 1,1-1,0 0,0 1,5 1,-1 0,1-1,-1 0,1 0,0-1,0 0,1 0,-1-1,1 0,-1 0,1-1,0-1,-1 1,1-1,0-1,-1 0,1 0,0 0,-1-1,0 0,1-1,-1 0,0 0,0-1,0 0,-1-1,5-3,6-3,-4 2</inkml:trace>
  <inkml:trace contextRef="#ctx0" brushRef="#br0" timeOffset="41403.59">2114 1190,'-2'4,"1"2,5 0,5-1,1-2</inkml:trace>
  <inkml:trace contextRef="#ctx0" brushRef="#br0" timeOffset="41632.977">2368 1243,'11'7,"9"2,3 0,1-2,-2-2</inkml:trace>
  <inkml:trace contextRef="#ctx0" brushRef="#br0" timeOffset="41815.49">2635 1284,'16'-3,"8"0,1 1,-1-1,-4 4,-6 3,-5 1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14T06:31:07.061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0 1,'18'9,"20"5,19 1,19-3,13-3,11-4,2-1,-3-3,-19-1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14T06:31:03.043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320 272,'-36'27,"-18"35,2 2,2 2,-3 14,40-60,1 0,1 1,1 0,0 0,-4 18,13-37,1 0,-1 0,0 0,1 1,-1-1,1 0,0 0,-1 0,1 0,0 0,0 0,1 1,-1-1,0 0,1 0,-1 0,1 0,0 0,-1 0,1 0,0 0,0 0,0-1,1 1,-1 0,0 0,1-1,-1 1,1-1,0 0,-1 1,1-1,0 0,0 0,0 0,-1 0,1 0,0 0,1-1,-1 1,0-1,0 1,0-1,0 0,0 0,1 0,10-2,0 0,0-1,0-1,-1 0,1 0,-1-1,0-1,-1 0,1-1,-1 0,0-1,-1 0,0-1,0 0,-1 0,4-6,14-13,-1-1,-1-2,-1 0,-2-2,-2 0,0-1,-3-1,-1-1,-1-1,-2 0,-2 0,6-37,-12-26,-5 97,0 0,-1-1,1 1,-1 0,0 0,0 0,0 0,0 0,0 0,-1 0,0 0,1 0,-1 1,0-1,0 1,0-1,-1 1,1 0,-1 0,1 0,-1 0,0 0,1 0,-1 1,0 0,0-1,0 1,0 0,-1 0,-2 1,1-1,0 1,0 0,0 1,0-1,-1 1,1 0,0 0,0 1,0-1,0 1,1 0,-1 1,0-1,1 1,0 0,-1 0,1 0,0 0,-2 3,-4 4,1 0,0 0,0 1,1 1,1-1,0 1,-2 4,4-3,-1 0,2 1,0-1,0 1,2 0,-1 0,2 0,0 0,1 1,0-1,1 0,0 0,1 0,1 0,1 0,0 0,0-1,1 1,1-1,0 0,1-1,7 10,38 59,-35-59,-1 1,-1 0,-2 2,0-1,-2 2,0-1,-2 2,-1-1,0 7,-2 37,-6-46</inkml:trace>
  <inkml:trace contextRef="#ctx0" brushRef="#br0" timeOffset="468.559">653 539,'26'-1,"-19"0,-1 0,1 0,-1 1,1 0,-1 0,1 0,-1 1,1 0,-1 1,1-1,-1 1,0 0,0 1,0-1,0 1,0 1,-1-1,1 1,-5-2,0 0,0 0,1 0,-1 0,-1 1,1-1,0 0,-1 1,1-1,-1 0,1 1,-1-1,0 0,0 1,0-1,-1 1,1-1,0 0,-1 1,0-1,1 0,-1 0,0 1,0-1,0 0,-1 1,-37 53,-8-5,47-50,0 0,0-1,0 1,1 0,-1-1,0 1,0-1,1 1,-1 0,0-1,1 1,-1-1,1 1,-1 0,0-1,1 1,-1-1,1 0,0 1,-1-1,1 1,-1-1,1 0,0 1,-1-1,1 0,0 0,-1 0,1 1,0-1,-1 0,1 0,0 0,-1 0,1 0,0 0,-1 0,1-1,0 1,-1 0,1 0,0 0,-1-1,1 1,0 0,-1-1,2 1,117 17,-115-16,1 1,-1 0,0 0,1 0,-1 0,0 1,-1 0,1-1,0 2,-1-1,1 0,-1 1,0-1,0 1,-1 0,1 0,-1 0,0 0,0 1,0-1,0 1,-1-1,0 1,0 1,0 0,0 0,-1 0,0 1,0-1,-1 0,0 0,0 0,0 0,-1 0,0 0,0 0,0 0,-1 0,0-1,0 1,0-1,-1 0,1 0,-1 0,-2 0,-4 6,-1 0,0-1,-1-1,0 0,-1 0,1-2,-13 7,-6-3,31-11,-1 0,1 0,-1 1,1-1,-1 0,1 0,-1 1,1-1,-1 0,1 0,-1 0,1 0,-1 0,1 0,-1 0,1 0,-1 0,1 0,-1 0,1 0,-1 0,1-1,-1 1,1 0,0 0,-1 0,1-1,-1 1,1 0,-1-1,1 1,0 0,-1-1,1 1,0 0,-1-1,1 1,0-1,-1 1,1-1,0 1,0 0,0-1,0 1,-1-1,1 1,0-1,0 1,0-1,0 1,0-1,0 1,0-1,0 0,0 1,7-16,4 0</inkml:trace>
  <inkml:trace contextRef="#ctx0" brushRef="#br0" timeOffset="1251.389">1496 178,'-33'38,"2"1,2 2,1 1,3 1,1 1,2 1,3 1,1 1,2 1,13-36,1 0,0 0,1 1,0-1,1 0,0 0,1 1,1 1,-2-12,0 1,1-1,-1 1,1-1,0 1,0-1,0 1,0-1,0 0,0 0,1 1,-1-1,1 0,-1 0,1 0,0-1,0 1,0 0,0-1,0 1,0-1,0 1,0-1,1 0,-1 0,0 0,1 0,-1-1,1 1,-1-1,1 1,0-1,-1 0,1 0,-1 0,1 0,-1 0,1-1,-1 1,1-1,0 0,9-4,-1 0,1-1,-1 0,-1-1,1 0,-1-1,0 0,-1 0,0-1,0 0,-1-1,0 0,-1 0,4-8,9-11,-2 0,-1-1,-2-1,-1 0,-1-1,-2-1,-1 0,-1 0,-2-1,-2 0,-1 0,0-34,-4 62,1 1,-1-1,0 0,-1 0,1 1,-1-1,0 0,-1 1,1-1,-1 1,0-1,-1 1,1 0,-1 0,0 0,0 0,-1 1,-1-3,3 6,-1 1,0-1,1 1,-1-1,0 1,1 0,-1 0,0 0,0 0,1 1,-1-1,0 1,1 0,-1-1,1 1,-1 0,1 1,-1-1,1 0,0 1,-1-1,1 1,0 0,0 0,0 0,0 0,1 0,-1 0,0 0,1 0,-1 2,-12 15,0 1,1 0,1 1,1 0,1 1,1 0,1 1,1 0,1 0,0 1,2-1,1 1,1 0,1 12,4-7,1 1,2-1,1 0,1 0,1-1,1 0,2-1,1 0,1 0,1-2,2 0,0-1,1 0,7 4,-15-15,-4-5,1 0,-1 0,-1 1,0-1,0 1,-1 0,0 1,0-1,-1 1,-2 1</inkml:trace>
  <inkml:trace contextRef="#ctx0" brushRef="#br0" timeOffset="1551.591">1750 619,'6'1,"1"0,0 0,0 0,-1 1,1 0,-1 0,1 1,-1 0,0 0,0 0,0 1,-1 0,1 0,-1 0,0 1,0 0,-1 0,1 0,-1 0,0 1,0 0,-1-1,0 1,0 1,0-1,-1 0,1 3,-4 4,-1 0,0 1,-1-1,-1 0,0 0,0-1,-1 1,-1-1,0 0,-1 0,0-1,-1 0,0 0,-9 8,-10 19,22-31,3-5,-1 0,1 0,0 0,0 1,0-1,0 1,0-1,1 1,-1 0,1 0,0 0,-1 0,1 0,1 0,-1 0,0 0,1 0,-1 0,1 0,0 0,0 0,1 1,-1-1,0 0,1 0,0 0,0 0,0 0,0 0,1 1,4-1,1-1,0 1,-1-1,1-1,0 1,0-1,0 0,0-1,1 0,-1 0,0 0,0-1,0 0,0-1,4-1,-10 3,126-33,-65 11</inkml:trace>
  <inkml:trace contextRef="#ctx0" brushRef="#br0" timeOffset="2171.511">2646 191,'-16'2,"0"0,0 1,1 1,-1 0,1 1,0 1,0 0,1 1,0 1,0 0,1 1,0 0,0 1,1 0,0 1,-3 5,-1 0,2 1,0 1,1 0,1 0,1 1,0 1,1 0,2 1,0-1,1 2,1-1,1 1,1 0,1 0,1 0,0 3,1-19,1-1,-1 1,1 0,0 0,1-1,-1 1,1 0,0-1,1 1,-1-1,1 1,0-1,0 1,1-1,0 0,0 0,0-1,0 1,1 0,-1-1,1 0,1 0,-1 0,0-1,1 1,0-1,0 0,0 0,0-1,0 1,0-1,1 0,-1-1,1 1,-1-1,1 0,0-1,0 1,-1-1,2 0,6-5,-1 1,1-2,-1 0,1 0,-2-1,1-1,-1 0,0 0,-1-1,0 0,0-1,-1 0,0-1,-1 0,0 0,-1-1,0 0,0-2,12-24,-1-2,-2 0,-2-1,-2 0,-1-1,-2-1,-2 0,-2 0,-2 0,-2 0,-2-13,-14-43,15 98,-1-1,1 1,-1-1,1 1,-1-1,0 1,1-1,-1 1,0 0,0 0,0-1,0 1,0 0,0 0,-1 0,1 0,0 0,-1 0,1 0,0 1,-1-1,1 0,-1 1,1-1,-1 1,1 0,-1-1,1 1,-1 0,1 0,-1 0,0 0,1 0,-1 0,1 1,-1-1,1 0,-1 1,1-1,-1 1,-52 39,40-25,0 0,2 1,0 0,0 1,1 0,2 1,-1 0,2 1,1 0,0 0,1 0,1 1,1 0,1 0,1 0,0 0,1 0,2 1,0-1,1 0,1 0,1 0,0 0,2 0,3 6,49 78,-44-85,-2 1,-1 0,0 1,-2 0,0 0,-2 1,0 0,3 18,-14 96,4-135,-1-1,1 1,-1 0,1-1,0 1,-1 0,1-1,0 1,0 0,0 0,0-1,-1 1,1 0,0 0,0-1,0 1,0 0,0 0,1-1,-1 1,0 0,0-1,0 1,1 0,-1-1,0 1,1 0,-1-1,1 1,-1 0,0-1,1 1,-1-1,1 1,0-1,-1 1,1-1,-1 1,1-1,0 0,-1 1,1-1,0 0,-1 0,1 1,0-1,0 0,-1 0,1 0,0 0,0 0,-1 0,1 0,0 0,0 0,-1 0,1-1,19-8,0-5</inkml:trace>
  <inkml:trace contextRef="#ctx0" brushRef="#br0" timeOffset="2831.321">2913 633,'-9'22,"-6"22,1 17,2 11,3 8,3 3,3-1,1-3,2-8,0-16</inkml:trace>
  <inkml:trace contextRef="#ctx0" brushRef="#br0" timeOffset="3719.946">3488 298,'-26'19,"1"0,1 2,1 1,0 0,2 2,1 1,1 0,1 1,1 1,2 1,1 0,0 1,3 1,0 0,2 0,-4 27,12 33,1-88,0 1,1-1,-1 0,1 0,-1 0,1 0,0 0,0 0,0 0,0 0,0 0,0-1,1 1,-1 0,1-1,-1 1,1-1,-1 1,1-1,0 0,0 1,0-1,-1 0,1 0,0-1,1 1,-1 0,0-1,0 1,0-1,0 0,0 1,0-1,1 0,-1 0,0-1,0 1,0 0,1-1,9-4,0 0,-1-1,0 0,0-1,0 0,-1-1,0 0,0-1,-1 0,-1 0,1-1,-1 0,-1-1,6-9,12-19,-1 0,-3-1,-1-1,-2-1,-1-1,-3-1,-1 0,-3 0,-1-1,-2-1,-1-33,-4 67,-1 0,-1-1,0 1,0-1,-2 1,1 0,-2-1,1 1,-2 0,1 0,-2 1,0-1,0 1,4 9,-1 0,1 0,0 1,-1-1,1 1,-1-1,1 1,-1 0,0 0,1-1,-1 1,0 0,0 1,0-1,0 0,0 0,0 1,0-1,0 1,0 0,0 0,0 0,0 0,-1 0,1 0,0 0,0 0,0 1,0-1,0 1,0 0,0 0,0-1,0 1,1 1,-1-1,0 0,-1 1,-59 60,49-41,0 2,1 0,1 0,2 1,0 0,2 0,0 1,2 0,0 1,2-1,1 1,1-1,1 1,1-1,2 1,0-1,7 24,2-17,2-1,1 0,1 0,1-2,2 0,1-1,1-1,17 16,8 14,-40-50,-6-5,1 0,0-1,-1 1,1-1,0 1,0-1,0 1,0-1,0 1,0-1,1 0,-1 0,0 1,1-1,-1 0,1 0,-1-1,1 1,-1 0,1 0,0-1,-1 1,1-1,0 1,-1-1,1 0,0 0,0 0,-1 0,1 0,0 0,0 0,-1 0,1-1,1 1,98-115,-100 115,-1-1,1 1,-1-1,1 1,-1-1,1 1,0-1,-1 1,1-1,0 1,-1 0,1-1,0 1,0 0,-1 0,1-1,0 1,0 0,-1 0,1 0,0 0,0 0,0 0,-1 0,1 0,0 1,0-1,-1 0,1 0,0 1,0-1,-1 0,1 1,0-1,-1 0,1 1,0-1,-1 1,1 0,-1-1,1 1,-1-1,1 1,-1 0,0-1,1 2,12 37,-12-35,0 4,0-1,0 1,1 0,0 0,1-1,-1 0,1 1,1-1,-1 0,1 0,1-1,-1 1,1-1,0 0,0 0,1 0,0-1,0 0,0 0,1-1,-1 1,1-2,0 1,0-1,1 0,-1 0,3 0,-3-2,1-1,-1 0,0-1,0 1,0-1,0-1,-1 1,1-1,0 0,0-1,-1 0,0 0,1 0,-1-1,0 0,-1 0,1 0,-1-1,0 1,0-2,0 1,-1 0,1-1,-1 0,-1 0,1 0,1-5,0 2,-1 0,0-1,0 1,-1-1,-1 1,1-1,-2 0,1 0,-1 0,-1 0,0-1,0 1,-1 0,0 0,-1 0,0 0,-1 1,0-1,-1-2,2 8,0 1,0-1,0 0,0 1,0-1,-1 1,0 0,0 0,0 0,0 0,0 0,0 1,-1-1,1 1,-1 0,0 0,0 0,0 1,0-1,0 1,0 0,0 0,0 0,0 1,0 0,-1-1,1 1,0 1,0-1,0 1,-1-1,1 1,0 0,0 1,0-1,0 1,1 0,-1 0,0 0,0 0,0 0,0 0,0 0,0 1,1 0,-1-1,1 1,-1 1,1-1,0 0,0 1,1 0,-1 0,1-1,-1 1,1 1,1-1,-1 0,0 0,1 1,0-1,0 1,1-1,-1 1,1-1,0 1,0 0,0-1,1 1,-1-1,1 1,0-1,1 1,-1-1,2 3,15 14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14T06:31:10.398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289 568,'-3'-4,"0"0,0 0,-1 0,1 0,-1 0,0 0,0 1,0 0,0 0,0 0,-1 0,0 1,1-1,-1 1,0 1,0-1,0 1,0-1,0 1,-1 1,1-1,0 1,0 0,-1 0,-5 3,1 1,0 0,0 1,0 0,1 0,-1 1,1 1,1-1,-1 1,1 1,0-1,1 1,0 1,0 0,1 0,0 0,1 0,0 1,0 0,1 0,0 0,1 1,-2 6,5-14,-1 1,1-1,0 0,0 0,0 0,0 0,0 1,1-1,-1 0,1 0,0 0,0 0,0 0,1 0,-1 0,1-1,-1 1,1 0,0-1,0 1,0-1,0 0,1 1,-1-1,0 0,1-1,0 1,-1 0,1-1,0 1,0-1,0 0,0 0,0 0,0 0,0-1,0 1,1-1,-1 0,0 0,3 0,9-1,0-2,0 0,-1 0,1-1,0-1,-1-1,0 0,-1 0,1-2,-1 0,-1 0,1-1,-1 0,-1-1,0-1,0 0,-1 0,0-3,2-1,-1-1,-1-1,0 0,-1 0,-1-1,-1 0,0 0,-2-1,0 1,-1-1,1-10,1-29,-3 0,-2-1,-2-7,0 46,2 5,-2-1,1 1,-2 0,0-1,-1 1,-1 0,0 0,-3-6,6 19,1 1,0 0,-1-1,0 1,1 0,-1 0,0 0,1-1,-1 1,0 0,0 0,0 0,0 0,0 0,0 1,0-1,0 0,-1 0,1 1,0-1,0 1,-1-1,1 1,0-1,-1 1,1 0,0 0,-1 0,1-1,0 1,-1 1,1-1,-1 0,1 0,0 0,-1 1,1-1,0 1,-1-1,1 1,0-1,0 1,0 0,0 0,-1-1,1 1,0 0,0 0,-46 55,33-31,2 1,0 0,2 0,1 1,1 1,1-1,2 1,0 0,2 1,1-1,2 1,1 12,-1-30,1 1,0 0,1-1,0 1,0-1,1 0,1 0,0 0,1 0,0 0,0-1,1 0,0 0,1-1,0 1,1-2,0 1,0-1,1 0,0-1,0 0,1 0,-1-1,2 0,-1-1,1 0,-1 0,1-1,1-1,-1 0,0-1,1 0,-1 0,5-1,-8-2,1 0,-1 0,0-1,0 0,0 0,-1-1,1 0,-1-1,1 1,-1-1,0-1,0 1,-1-1,1-1,-1 1,-1-1,1 0,-1 0,0-1,0 1,0-1,1-3,0-1,-1-1,0 0,0 0,-1 0,0 0,-1-1,-1 0,0 1,-1-1,0 0,-1 0,0 0,-2-12,2 24,0 0,1 0,-1 0,0 0,0 1,1-1,-1 0,0 0,0 0,0 0,0 0,-1 0,1 0,0 0,0 0,0 0,-1 1,1-1,0 0,-1 0,1 0,-1 0,1 1,-1-1,1 0,-1 0,0 1,1-1,-1 0,0 1,0-1,1 1,-1-1,0 1,0-1,0 1,1 0,-1-1,0 1,0 0,0 0,0 0,0 0,0 0,0 0,0 0,0 0,0 0,0 0,1 0,-1 0,0 1,-1-1,-3 8,0 1,1-1,0 1,1 0,0 0,0 0,0 1,2-1,-1 0,1 1,0 0,1-1,0 1,1-1,0 2,0-2,1 1,1-1,0 1,0-1,1 0,0 0,0-1,1 1,0-1,1 0,0 0,0 0,1-1,0 0,0-1,0 1,1-1,0-1,0 1,0-2,1 1,4 1,44 20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14T06:31:11.793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1 504,'-1'40,"2"1,1-1,3 0,0-1,3 1,3 4,-11-41,0-1,0 0,0 1,0-1,1 0,-1 1,1-1,0 0,-1 0,1 0,0 1,0-1,0 0,1 0,-1 0,0-1,1 1,0 0,-1 0,1-1,0 1,0-1,-1 0,1 1,0-1,1 0,-1 0,0 0,0 0,0-1,0 1,1-1,-1 1,0-1,1 0,-1 0,0 0,1 0,-1 0,0 0,1-1,-1 1,0-1,0 1,1-1,11-9,-1-1,0 0,-1 0,0-1,0-1,-2 0,0 0,0-1,-1-1,-1 1,0-1,-1-1,0-1,14-47,-24 77,1-1,1 1,0 0,1-1,0 1,1 0,0 0,2 6,-2-15,1 1,-1-1,0 0,1 1,0-1,0 0,0 0,1-1,-1 1,1 0,0-1,0 1,0-1,1 0,-1 0,1 0,-1-1,1 1,0-1,0 0,0 0,0 0,1-1,-1 1,4 0,-1-1,0 0,0 0,0-1,0 0,0 0,0-1,-1 0,1 0,0-1,0 1,-1-1,1-1,-1 1,0-1,1 0,-1-1,-1 0,1 0,0 0,-1 0,1-2,4-3,-1-1,0 0,0 0,-1-1,0-1,-1 1,-1-1,0 0,0 0,1-6,21-94,-28 151,0-22,0 0,1-1,0 1,2 0,0-1,0 0,2 1,-4-13,1 1,0-1,0 1,0-1,0 0,1 1,0-1,0-1,0 1,0 0,0-1,1 1,0-1,-1 0,1 0,1-1,-1 1,0-1,0 0,1 0,-1 0,1-1,0 1,-1-1,1 0,3-1,-2 1,1-1,-1 0,1-1,0 0,-1 0,1 0,-1-1,0 0,1 0,-1 0,0-1,0 0,0 0,-1-1,1 0,-1 0,0 0,0 0,0-1,-1 0,1 0,-1 0,2-5,5-5,-1-1,-1-1,-1 0,0 0,-1-1,-1 0,3-15,6-50,-14 119,-3-28,1 1,0-1,1 1,0-1,0 1,1-1,0 1,0-1,1 1,0-1,1 0,0 0,0 0,1 0,-1 0,2-1,-1 0,1 0,0 0,1 0,0-1,0 0,0 0,2 0,2-1,1-2,0 1,0-1,0-1,1 0,-1-1,0 0,1 0,-1-1,1-1,-1 0,0-1,1 0,-1 0,0-1,0-1,0 0,-1 0,0-1,1-1,-2 0,1 0,-1 0,0-1,0-1,-1 0,0 0,0 0,-1-1,0 0,0-1,4-9,14-63,-28 78,-3 20,4-11,0 1,1 0,-1 0,1 0,0 0,0 0,1 0,0 0,0 1,1-1,-1 0,1 0,1 0,-1 0,1 0,0-1,0 1,1 0,-1-1,1 1,1-1,-1 0,1 0,0 0,0-1,0 1,0-1,1 0,0 0,4 2,0-3,1-1,-1 0,1 0,-1-1,1-1,0 1,-1-1,1-1,-1 0,1 0,-1-1,1 0,-1-1,0 0,0 0,0-1,0 0,-1-1,0 0,1 0,-2-1,1 0,-1 0,0-1,0 0,-1 0,0 0,0-1,3-5,6 0,-12 34,-3-15,0-3,0 1,0-1,1 1,0-1,0 1,0-1,0 0,0 1,1-1,0 0,-1 0,1 0,0 0,0 0,1-1,-1 1,1 0,-1-1,1 0,0 0,0 0,0 0,0 0,0 0,0-1,0 1,1-1,-1 0,0 0,1 0,-1-1,1 1,-1-1,3 0,2 2,1 0,-1-1,1 0,0 0,-1-1,1 0,0 0,-1-1,1 0,-1-1,1 0,-1 0,0-1,1 0,-2 0,1-1,0 0,-1-1,1 1,-1-1,0-1,-1 1,0-1,0-1,0 1,0-1,-1 0,0 0,3-7,-3 0,-1 0,-1 0,0 0,-1-1,0 1,-1 0,-1-10,0 22,0 0,0 0,-1 1,1-1,0 0,-1 0,1 0,-1 0,0 0,1 1,-1-1,0 0,0 1,0-1,0 0,0 1,-1-1,1 1,0 0,-1-1,1 1,-1 0,1 0,-1 0,0 0,1 0,-1 0,0 1,0-1,0 1,1-1,-1 1,0-1,-2 1,-65 13,55-8,1 0,0 1,0 1,1 0,0 1,0 0,0 1,1 0,1 1,-1 0,2 1,-1 0,2 0,-1 1,2 0,-1 1,2 0,0 0,0 0,0 4,6-13,0 0,0 0,0 0,0-1,1 1,0 0,0 0,0-1,0 1,0 0,1-1,-1 1,1-1,0 0,0 1,1-1,-1 0,1 0,-1-1,1 1,0 0,0-1,0 0,0 0,0 0,1 0,-1 0,1 0,-1-1,1 0,0 0,-1 0,1 0,0 0,0-1,1 0,35 8</inkml:trace>
  <inkml:trace contextRef="#ctx0" brushRef="#br0" timeOffset="1454.187">2127 9,'-7'-2,"-1"0,1 1,0-1,-1 1,1 1,-1 0,1 0,0 0,-1 1,1 0,0 0,-1 1,1 0,0 0,0 1,0 0,1 0,-1 1,1-1,-1 1,1 1,1-1,-1 1,0 0,1 1,0-1,1 1,-1 0,1 0,0 0,0 1,1-1,0 1,0 0,-1 7,4 1,1 1,1-1,0 0,1 0,1 0,0 0,1-1,1 0,0 0,1 0,0-1,1 1,2 0,-3-1,180 333,-187-344,1 0,-1 0,0 0,1 0,0 0,-1 0,1 0,0 0,0 0,0 0,0-1,0 1,0 0,1-1,-1 1,1 0,-1-1,1 0,-1 1,1-1,0 0,-1 0,1 0,0 0,0 0,0 0,0-1,0 1,0-1,0 1,0-1,0 0,0 0,0 0,1 0,-1 0,0 0,0 0,0-1,0 1,0-1,0 0,0 1,0-1,1-1,6-8,0 0,0-1,-1 0,0-1,-1 1,0-1,-1-1,-1 1,0-1,0 0,-2-1,1 1,-1-5,8-37,-3 0,-3 0,-1-13,-3 57,4-3,3 31,-5-8,4 5,1-1,0 1,1-2,0 1,1-1,1-1,0 1,11 7,27 30,-45-44,1 1,-1 1,-1-1,1 0,-1 1,0 0,0-1,-1 1,0 0,0 0,-1 1,0-1,0 0,-1 0,0 1,0-1,0 0,-1 1,-1-1,0 4,1-9,0 1,1-1,-1 1,1-1,-1 0,1 1,0-1,0 1,0-1,0 1,0-1,1 1,-1-1,1 0,0 1,0-1,-1 0,1 1,1-1,-1 0,0 0,0 0,1 0,0 0,-1 0,1 0,0-1,0 1,-1-1,1 1,1-1,-1 0,0 1,0-1,1 0,11 2,1 0,-1-1,1-1,0 0,0-1,0 0,0-1,0-1,-1 0,1-2,-1 1,1-2,6-3,-10 5,0 0,-1-1,1 0,-1-1,0-1,-1 1,1-1,-1-1,0 0,-1 0,0-1,0 0,0 0,-1-1,0 0,-1 0,0-1,-1 1,0-1,0-1,-1 1,0-1,-1 1,2-11,-5 18,-1 0,1 0,-1 0,1 0,-1 1,0-1,-1 0,1 0,0 1,-1-1,1 1,-1-1,0 1,0 0,0 0,0 0,0 0,0 0,-1 0,1 0,-1 1,1-1,-1 1,1 0,-1-1,0 1,0 1,0-1,1 0,-1 1,0-1,0 1,0 0,0 0,0 0,0 0,0 1,0-1,0 1,0 0,1 0,-1 0,0 0,0 0,1 0,-1 1,1 0,-2 0,-5 3,1 0,-1 0,1 0,1 1,-1 0,1 0,0 1,0 0,1 1,0-1,0 1,1 0,0 0,1 1,-1 0,2 0,-2 4,4-11,0 1,0-1,1 1,-1-1,1 1,0-1,0 1,0-1,0 1,0 0,0-1,1 1,-1-1,1 1,0-1,0 1,0-1,0 0,0 1,0-1,1 0,-1 0,1 0,-1 0,1 0,0 0,0-1,0 1,0 0,0-1,0 0,0 1,1-1,-1 0,0 0,1 0,-1 0,1-1,0 1,7 1,-1 0,1 0,0-1,0 0,1-1,-1 0,0-1,0 0,6-2,-7 2,1-2,-1 1,0-1,0-1,0 0,0 0,0-1,-1 0,0 0,0-1,0 0,-1 0,0-1,0 0,-1 0,0-1,0 0,1-6,-25 29,15-11,0 0,1-1,-1 1,1 0,0 0,0 0,0 1,0-1,1 0,0 1,0-1,0 1,0-1,1 1,0-1,0 1,0-1,0 1,1-1,0 1,0-1,0 1,0-1,1 1,0-1,0 0,0 0,0 0,1 0,-1-1,1 1,0 0,0-1,0 0,1 0,-1 0,1 0,-1 0,1-1,0 0,0 1,0-2,3 2,-2-2,1 1,-1-1,1-1,0 1,-1-1,1 0,0 0,-1-1,1 0,0 0,-1 0,1 0,-1-1,0 0,1 0,-1-1,0 1,0-1,-1 0,1-1,-1 1,1-1,-1 1,0-2,0 1,3-4,1-4,1-1,-2 0,0 0,0 0,-1-1,-1 0,0 0,-1-1,2-10,9-149,7 189,6 9,-22-21,0 1,0 0,-1 1,0-1,0 1,0 0,0 0,-1 1,1-1,-2 1,1 0,-1 0,1 1,-2-1,1 0,-1 1,0 0,0 0,-1-1,1 1,-1 2,-13 56,1 29,12-91,0 0,0 0,0 0,0 0,0 0,1-1,-1 1,1 0,-1-1,1 1,0-1,0 0,1 0,-1 0,0 0,1 0,-1 0,1 0,-1-1,1 1,0-1,0 0,0 0,0 0,1 0,78 9,-72-11,-1 0,1 0,-1-1,0-1,0 0,0 0,0 0,0-1,-1-1,0 1,0-1,0-1,0 0,-1 0,0 0,0-1,-1 0,1 0,-2 0,1-1,-1 0,0 0,-1-1,0 1,0-1,-1 0,0 0,0 0,-1 0,0-1,-1-1,0 9,4-51,-5 52,0-1,0 1,0 0,-1-1,1 1,0 0,-1 0,1-1,0 1,-1 0,0 0,1 0,-1-1,0 1,1 0,-1 0,0 0,0 0,0 0,0 1,0-1,0 0,0 0,0 1,0-1,0 0,-1 1,1-1,0 1,0 0,-1-1,1 1,0 0,-1 0,1 0,0-1,-1 2,-3 0,-1 1,1 0,0 0,0 0,0 1,0-1,0 1,0 1,1-1,0 1,0-1,0 1,0 0,0 1,1-1,-1 1,1-1,1 1,-1 0,1 0,-1 0,1 1,1-1,-1 0,1 1,0-1,0 1,1 0,-1-1,2 5,-1-2,1-1,0 0,1 1,-1-1,1 0,1 0,0 0,0 0,0-1,0 1,1-1,0 0,1 0,0 0,-1-1,2 1,-1-1,1 0,2 1,8 7,1-2,0 0,1-2,0 1,0-2,13 4,92 20,-72-24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14T06:31:07.743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42 468,'-2'19,"-3"14,-3 13,-1 9,2 3,2-1,2-6,1-7,1-9,3-9,4-13,1-8</inkml:trace>
  <inkml:trace contextRef="#ctx0" brushRef="#br0" timeOffset="262.3">69 94,'-11'14,"0"11,10 6,4-3</inkml:trace>
  <inkml:trace contextRef="#ctx0" brushRef="#br0" timeOffset="509.151">296 696,'16'-6,"1"0,-2-1,1 0,-1-2,0 1,0-2,-1 0,-1-1,1 0,-2-1,0-1,0 0,-1 0,-1-1,3-6,-12 19,0 0,0 0,0 0,0 0,0 0,-1-1,1 1,-1 0,1 0,-1-1,1 1,-1 0,0-1,1 1,-1-1,0 1,0 0,0-1,0 1,0-1,0 1,-1 0,1-1,0 1,-1 0,1-1,-1 1,1 0,-1-1,0 1,0 0,1 0,-1 0,0 0,0 0,0 0,0 0,0 0,0 0,-1 0,1 0,0 1,0-1,-1 0,1 1,0 0,-1-1,1 1,0-1,-1 1,1 0,-1 0,-7 2,0 0,0 1,1 0,-1 0,1 1,0 0,0 0,0 1,1 0,0 1,0 0,0 0,0 0,1 1,-4 4,0-1,1-1,0 2,0-1,1 1,0 0,1 1,0 0,1 0,0 0,1 1,1 0,0 0,-1 5,5-14,0 0,0 0,0-1,1 1,-1 0,1 0,0-1,0 1,0 0,0-1,1 1,0-1,-1 0,1 1,1-1,-1 0,0 0,1 0,-1-1,1 1,0 0,0-1,0 0,0 0,0 0,1 0,-1 0,1-1,-1 1,3 0,112 20,-56-20</inkml:trace>
  <inkml:trace contextRef="#ctx0" brushRef="#br0" timeOffset="1019.232">978 374,'-19'4,"-1"0,1 1,0 1,1 0,0 2,0 0,0 1,1 1,1 0,-1 1,-10 10,25-20,0 1,1-1,-1 0,0 1,0-1,0 1,1 0,-1-1,1 1,0 0,-1 0,1 0,0 0,0 0,0 0,0 1,0-1,1 0,-1 0,1 1,0-1,-1 0,1 0,0 1,0-1,0 0,1 1,-1-1,0 0,1 1,0-1,-1 0,1 0,0 0,0 0,0 0,1 0,-1 0,0 0,1 0,-1 0,1-1,0 1,1 1,13 8,0-1,1-1,0 0,1-1,0-1,8 2,88 43,-111-51,0 0,-1 1,1-1,-1 1,1 0,-1 0,1 0,-1 0,0 0,0 0,0 1,0-1,-1 1,1-1,0 1,-1 0,0-1,0 1,0 0,0 0,0 0,0 0,-1 0,0 0,1 0,-1 0,0 0,-1 0,1 0,0 0,-1 0,0 0,1 0,-1 0,0 0,-1 0,1 0,0-1,-1 1,0-1,0 1,-1 1,-3 1,0 0,0 0,0-1,-1 0,0 0,0-1,0 1,0-2,-1 1,1-1,-1 0,0 0,1-1,-6 0,11 0,1-1,0 0,0 0,-1 0,1 0,0 0,-1 0,1 0,0 0,0 0,-1 0,1-1,0 1,0 0,0-1,-1 1,1-1,0 0,0 1,0-1,0 0,0 0,0 0,0 1,0-1,0 0,1 0,-1 0,0 0,0-1,1 1,-1 0,1 0,-1 0,1 0,0-1,-1 1,1 0,0 0,0-1,0 1,0 0,0-1,0 1,0 0,0 0,1-1,-1 1,27-59,-8 36,1 0,1 2,1 0,1 2,1 0,1 2,0 1,1 0,21-8,-40 22,-1-1,0 1,0 0,0 0,0 1,0 0,0 0,1 0,-1 1,1 0,-1 0,4 1,-8 1,0 1,0 0,0 0,0-1,0 1,0 0,-1 1,1-1,-1 0,1 0,-1 1,0-1,0 1,0-1,0 1,-1-1,1 1,-1 0,1-1,-1 1,0-1,0 1,0 0,0-1,-1 1,1 0,-1-1,1 1,-1-1,0 2,0 6,9 98,-7-104,0 0,0 1,1-1,0 0,0 0,0 0,0 0,1 0,-1 0,1-1,0 1,0-1,0 0,1 0,-1 0,1 0,0 0,0-1,-1 0,2 0,-1 0,1 0,12 3</inkml:trace>
  <inkml:trace contextRef="#ctx0" brushRef="#br0" timeOffset="1264.091">1326 80,'-7'14,"-2"13,4 14,9 9,3-4</inkml:trace>
  <inkml:trace contextRef="#ctx0" brushRef="#br0" timeOffset="1836.562">1499 696,'6'-11,"-1"0,-1 0,0 0,-1 0,0-1,0 1,-1-1,-1 0,0-4,0 10,9-214,-10 216,-1 4,1-1,0 0,0 0,-1 0,1 0,0 0,0 1,0-1,0 0,0 0,0 0,0 0,0 0,0 0,1 1,-1-1,0 0,1 0,-1 0,0 0,1 1,-1-1,1 0,-1 0,1 1,-1-1,1 0,0 1,-1-1,1 1,0-1,-1 1,1-1,0 1,0-1,0 1,-1 0,1-1,0 1,0 0,0 0,0 0,0 0,0 0,109 48,-87-38,-15-9,0 2,0-1,-1 1,1 0,0 1,-1 0,0 0,0 0,0 1,0 0,-1 1,0-1,0 1,0 0,-1 1,0-1,0 1,-1 0,0 0,0 1,0-1,-1 1,0 1,0 147,-3-154,0 1,1 0,-1-1,1 1,-1-1,1 1,0 0,0-1,0 1,0-1,0 0,1 1,-1-1,1 0,-1 0,1 0,0 0,0 0,0 0,0-1,0 1,0 0,0-1,1 0,-1 0,1 1,-1-1,1-1,-1 1,1 0,-1-1,1 1,1-1,10 0,0-2,0 1,0-2,0 0,0-1,-1 0,1-1,-1 0,0-1,-1-1,0 0,0 0,0-2,-1 1,0-1,-1-1,0 0,0 0,-1-1,1-2,69-104,-79 118,0-1,0 0,0 1,0-1,0 0,0 0,0 1,0-1,0 0,0 0,0 1,1-1,-1 0,0 1,0-1,0 0,0 0,1 0,-1 1,0-1,0 0,0 0,1 0,-1 1,0-1,0 0,0 0,1 0,-1 0,0 0,1 1,-1-1,0 0,0 0,1 0,-1 0,0 0,1 0,-1 0,0 0,0 0,1 0,-1 0,0 0,0 0,1-1,-1 1,0 0,1 0,-1 0,0 0,0 0,1 0,-1-1,0 1,0 0,0 0,1 0,-1-1,0 1,0 0,0 0,0-1,0 1,1 0,-1 0,0-1,4 30,-4-24,2 13,-2-2,2-1,0 0,0 1,1-1,1 0,1 0,0-1,1 1,3 5,-8-18,0 0,0-1,0 1,0 0,0-1,0 1,0-1,1 1,-1-1,0 0,1 0,-1 0,1 1,0-1,-1-1,1 1,0 0,-1 0,1-1,0 1,0-1,0 1,0-1,0 0,-1 0,1 1,0-1,0-1,0 1,0 0,0 0,0-1,-1 1,1-1,0 0,0 1,0-1,-1 0,1 0,-1 0,1 0,0-1,13-10</inkml:trace>
  <inkml:trace contextRef="#ctx0" brushRef="#br0" timeOffset="2018.076">2409 0,'-14'0,"-11"3,-4 2,4 8,5 5,13 8,17 5,7-2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14T06:31:28.910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555 103,'-46'0,"0"2,0 2,0 2,1 3,-8 3,33-7,-1 2,1 0,0 2,1 0,0 1,0 1,1 1,0 0,1 1,1 1,0 1,0 1,14-14,-1-1,1 1,0 0,0 0,0 0,0 0,0 0,0 0,0 1,0-1,1 0,0 1,-1 0,1-1,0 1,0 0,0 0,1-1,-1 1,0 0,1 0,0 0,0 0,0 0,0 0,0-1,1 1,-1 0,1 0,0 0,0 0,0-1,0 1,0 0,1-1,-1 1,1-1,-1 0,1 1,2 0,6 3,1 0,0-1,1 0,-1-1,1-1,0 0,0 0,0-1,11 0,-2 1,24 4,-3-1,-1 1,0 2,-1 1,26 12,-59-20,-1 0,1 1,-1 0,0 1,0-1,0 1,0 0,0 0,-1 1,0 0,0 0,0 0,-1 0,1 1,-1 0,-1 0,1 0,-1 0,0 1,0-1,-1 1,0 0,0 0,-1-1,1 1,-2 0,1 0,-1 0,0 1,0-1,-1 4,-1-3,0-1,-1 1,1 0,-1-1,-1 1,0-1,0 0,0 0,-1 0,1-1,-2 1,1-1,-1 0,0-1,0 0,-1 0,1 0,-1-1,0 1,0-2,-1 1,1-1,-1 0,0-1,1 1,-1-2,-1 1,5-2,0-1,0 1,0-1,0 0,1 0,-1-1,0 1,1-1,-1 0,1 1,-1-2,1 1,0 0,0-1,0 1,0-1,0 0,1 0,-1 0,1 0,0 0,0-1,0 1,0-1,1 0,-1 1,1-1,0 0,0 0,0 0,1 1,0-1,-1 0,1 0,0 0,1 0,-1 0,1 0,0 0,0 0,0 1,0-1,1 0,1-3,6-16,1 1,2-1,0 2,1-1,1 2,9-11,7-10,23-32,-3-2,-4-3,-3-1,26-69,-62 128,-4 65,-5 26,1 317,4-348,1 0,3-1,0 1,3-2,1 1,2-1,4 5,-1-12,-2-10</inkml:trace>
  <inkml:trace contextRef="#ctx0" brushRef="#br0" timeOffset="250.331">461 464,'20'-2,"25"-1,26 0,21-2,13-2,6 0,-14 1</inkml:trace>
  <inkml:trace contextRef="#ctx0" brushRef="#br0" timeOffset="1017.281">1317 451,'-16'-2,"0"1,0 0,0 1,1 1,-1 1,0 0,1 1,-1 0,1 2,0 0,0 0,1 2,-1-1,1 2,1 0,-1 1,2 0,-12 11,16-11,0 2,1-1,0 1,1 0,0 0,1 1,1 0,-1 0,2 0,0 0,0 1,1-1,1 1,0-1,1 1,0 0,1 3,-1-13,0 1,1-1,0 1,0-1,0 0,0 1,0-1,1 0,-1 0,1 0,0 0,0 0,0 0,0 0,1 0,-1-1,1 0,-1 1,1-1,0 0,0 0,0 0,0-1,0 1,1-1,-1 1,0-1,1 0,-1-1,1 1,-1 0,1-1,-1 0,1 0,-1 0,1 0,2-1,7-3,0 0,0-1,-1-1,0 0,0-1,0 0,-1-1,0 0,0 0,-1-1,0-1,0 0,-1 0,-1-1,0 0,0 0,-1-1,-1 0,0 0,4-10,-4 12,-5 23,-1-8,0 3,-1 1,1-1,0 1,1-1,0 1,1-1,-1 0,1 1,1-1,0 0,0 0,1-1,-1 1,2-1,-1 1,1-1,0-1,1 1,-1-1,1 0,1 0,-1-1,1 1,0-1,5 3,-9-8,0 1,0-1,0 1,0-1,0 0,0 0,0 0,0 0,0-1,0 1,0-1,0 0,0 0,0 0,0 0,0 0,-1-1,1 1,-1-1,1 0,-1 0,1 1,-1-2,0 1,0 0,0 0,0-1,0 1,-1-1,1 0,36-87,-31 56,-1-1,-2 0,-2-1,-1-29,0 27,-1 37,-1 0,1 0,-1 0,1-1,0 1,0 0,0 0,0-1,0 1,0 0,0-1,0 1,1 0,-1 0,0-1,1 1,-1 0,1 0,-1-1,1 1,0 0,-1 0,1 0,0 0,0 0,0 0,0 0,0 0,0 1,0-1,0 0,0 1,0-1,0 0,0 1,1-1,-1 1,0 0,0-1,1 1,0 0,19 2,0 1,0 0,-1 2,1 0,-1 2,0 0,0 1,1 2,-14-8,0 1,0-1,0 1,-1 1,1-1,-1 1,0 0,0 0,0 1,-1 0,1 0,-1 0,0 1,-1-1,1 1,-1 0,0 1,-1-1,0 1,0 0,0-1,-1 1,0 0,0 1,0-1,-1 0,0 5,-13 160,12-169,1-1,-1 1,1 0,0 0,0 0,0-1,0 1,1-1,-1 1,1-1,-1 1,1-1,0 0,0 0,0 0,0 0,0 0,1 0,-1 0,0-1,1 1,-1-1,1 0,0 0,-1 0,1 0,0 0,0 0,0-1,0 0,-1 1,2-1,4 0,0 0,1 0,-1-1,0 0,0 0,0-1,0 0,-1-1,1 1,0-1,-1-1,3-1,0-1,-1 1,0-2,0 1,0-1,-1-1,0 0,-1 0,1 0,-2-1,1 0,-1 0,0-1,-1 0,0 0,-1 0,0 0,-1-1,0 0,0 1,-1-1,-1 0,0 0,0 0,-1 0,-1-6,1 15,0 0,1 0,-1-1,-1 1,1 0,0 0,0-1,-1 1,0 0,1 0,-1 0,0 0,0 0,0 0,0 0,0 0,0 0,-1 0,1 1,-1-1,1 0,-1 1,0-1,0 1,1 0,-1 0,0-1,0 1,0 0,0 1,0-1,-1 0,1 1,0-1,0 1,0-1,-1 1,1 0,0 0,0 0,-1 0,1 1,0-1,0 1,0-1,0 1,-1 0,1 0,0 0,0 0,-1 1,-1 2,0 1,1 0,0-1,0 1,0 0,1 1,0-1,0 0,0 1,1-1,-1 1,1 0,1-1,-1 1,1 0,0 0,0-1,1 1,-1 0,1 0,1-1,-1 1,1-1,0 1,0-1,0 0,1 0,0 0,0 0,0 0,1-1,0 2,7 4,0-1,0 1,1-2,0 0,0 0,1-1,0 0,0-2,1 1,-1-1,1-1,0-1,9 2,58 12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14T06:31:34.280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1 51,'18'-5,"22"-1,22-2,17-2,10 1,0 2,-16 2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14T06:31:34.437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0 0,'23'9,"21"3,17 0,13-3,7-2,-3-3,-14-2</inkml:trace>
</inkml:ink>
</file>

<file path=ppt/ink/ink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14T06:31:30.896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1 672,'137'263,"-135"-260,-2-2,0 0,0 1,1-1,-1 0,1 0,-1 1,1-1,-1 0,1 0,0 0,0 0,-1 0,1 0,0 0,0 0,0 0,0 0,0 0,0-1,1 1,-1 0,0-1,0 1,0-1,1 1,-1-1,0 0,1 1,-1-1,0 0,1 0,-1 0,0 0,1 0,-1 0,0 0,1-1,-1 1,0 0,1-1,11-9,-1-1,0 0,-1-1,-1 0,0 0,7-12,3-3,58-63,-77 89,-1 0,0 1,1-1,-1 1,0 0,1-1,-1 1,1-1,-1 1,1 0,-1-1,1 1,-1 0,1-1,-1 1,1 0,-1 0,1-1,-1 1,1 0,0 0,-1 0,1 0,-1 0,1 0,0 0,-1 0,1 0,-1 0,1 0,-1 0,1 0,0 1,-1-1,1 0,-1 0,1 1,-1-1,1 0,-1 1,1-1,-1 0,1 1,-1-1,0 1,1-1,-1 1,0-1,1 1,-1-1,0 1,0-1,1 1,-1 0,0-1,4 37,-4-36,1 15,9 79,-9-91,0-1,0 0,1 1,-1-1,1 0,0 0,0 0,0 0,0 0,0 0,1-1,-1 1,1-1,0 1,0-1,0 0,0 0,0-1,0 1,0 0,0-1,1 0,-1 0,1 0,0 0,3 0,0 0,0-1,-1 0,1 0,0-1,0 0,0 0,-1 0,1-1,0 0,-1 0,0-1,1 0,-1 0,0 0,0-1,-1 0,1 0,-1 0,0-1,0 0,2-2,1-2,-1 0,0 0,0 0,-1-1,0 0,-1-1,0 1,-1-1,0 0,0 0,-1 0,1-11,-2 4,-2 20,-2 17,2 0,1 0,0 1,1-1,1 0,1 0,1-1,6 16,-11-31,1-1,0 1,0 0,0 0,1-1,-1 1,0-1,1 1,0-1,0 0,0 1,0-1,0 0,0 0,0-1,1 1,-1 0,0-1,1 1,0-1,-1 0,1 0,0 0,0 0,-1 0,1-1,0 1,0-1,0 0,0 0,0 0,0 0,0 0,0-1,-1 1,1-1,0 0,0 0,0 0,-1 0,1 0,-1-1,1 1,-1-1,1 0,1-1,5-8,0 0,-1 0,-1-1,0 0,0 0,-1-1,-1 0,0 0,0 0,-2 0,1-1,-2 0,0 0,-1 0,0 1,-1-1,0 0,-2-5,1 9,1 20,-2 22,2-25,-1-1,1 0,0 0,1 1,-1-1,1 0,1 0,-1 0,1 0,0 0,0 0,1 0,-1-1,1 1,1-1,-1 0,1 0,0 0,0 0,0-1,1 1,-1-1,1 0,0-1,1 1,-1-1,0 0,1 0,22 3,-2-5</inkml:trace>
  <inkml:trace contextRef="#ctx0" brushRef="#br0" timeOffset="758.035">1191 698,'-3'7,"0"0,1 0,-1 1,1-1,1 0,-1 1,1 0,1-1,-1 1,1 0,1-1,0 1,0 0,0-1,1 1,0-1,0 0,1 1,0-1,0 0,0-1,1 1,0 0,1-1,0 0,0 0,3 3,-3-6,0 1,1-1,0 0,-1-1,1 1,0-1,0 0,0 0,0-1,1 0,-1 0,0-1,0 1,1-1,-1-1,0 1,1-1,-1 0,0 0,0-1,0 0,0 0,0-1,0 1,-1-1,1 0,-1-1,0 1,0-1,0 0,0 0,-1-1,1 0,-1 1,0-1,-1-1,1 1,-1 0,0-2,2-7,-1 0,-1 0,0 0,-1 0,0-1,-1 1,-1-1,0-6,5 94,-5-67,1-1,1 1,-1-1,1 1,0-1,0 0,0 1,1-1,0 0,0-1,0 1,1 0,0-1,-1 0,1 0,1 0,-1 0,1-1,-1 1,1-1,0 0,0-1,0 1,1-1,-1 0,1-1,-1 1,1-1,-1 0,1 0,1-1,7 0,-1-1,0 0,1-1,-1-1,0 0,0-1,0 0,0-1,-1 0,0-1,0-1,0 0,-1 0,24-13,-33 20,-1 0,0 0,1-1,-1 1,0 0,1 0,-1 0,0 0,1 1,-1-1,0 0,1 1,-1-1,0 0,1 1,-1 0,0-1,0 1,0 0,0-1,1 1,-1 0,0 0,0 0,-1 0,1 0,0 0,0 0,0 0,-1 1,1-1,0 0,-1 0,0 1,1-1,-1 0,1 1,-1-1,0 0,0 1,0-1,0 1,9 18,-6-15,1-1,0 0,0-1,0 1,0-1,0 0,1 0,-1 0,1 0,0-1,0 0,0 0,0 0,1 0,-1-1,0 0,0 0,1-1,-1 1,1-1,109-10,-96 7,-1-1,1-1,-1-1,-1 0,1-2,-1 0,13-8,-27 14,-1-1,1 1,-1-1,0 0,0 0,0 1,0-1,-1 0,1-1,-1 1,0 0,0 0,0-1,0 1,0-1,-1 1,1 0,-1-1,0 1,0-1,-1 1,1-1,-1 1,1-1,-1 1,0 0,0-1,-1 1,1 0,-1 0,1 0,-1 0,0 0,0 0,0 1,-1-1,1 0,-1 1,1 0,-1 0,0 0,0 0,0 0,-1 0,-2 0,1 0,-1 0,0 1,0 0,0 0,0 0,0 1,0 0,0 0,0 0,0 1,1 0,-1 0,0 1,0-1,1 1,-1 0,1 1,-1 0,1-1,0 2,0-1,0 1,0-1,1 1,0 0,0 1,0-1,0 1,0 0,1 0,0 0,0 1,-1-1,1 0,0 0,0 0,0 0,1 1,-1 0,1-1,1 1,-1 0,1 0,0 0,0 0,1 0,0 0,0 0,0 0,1 0,-1 0,1 0,1-1,-1 1,1 0,0 0,1-1,-1 1,1-1,0 0,1 0,-1 0,1 0,0-1,0 1,1-1,1 1,0-1,1 0,0 0,0 0,0-1,0-1,0 1,1-1,-1 0,1 0,-1-1,1 0,0-1,4 0,25-2</inkml:trace>
  <inkml:trace contextRef="#ctx0" brushRef="#br0" timeOffset="1013.353">2234 244,'-16'-7,"-12"-2,-6 3,-1 6,0 11,6 10,8 8,13 6,13 4,16 2,14-1,0-8</inkml:trace>
  <inkml:trace contextRef="#ctx0" brushRef="#br0" timeOffset="1703.022">2394 751,'0'1,"3"15,0-1,1 0,1 0,1 0,0 0,1-1,0 0,1-1,0 1,2-2,-1 1,-6-11,0 1,0-1,0 0,0 0,0 0,0 0,0-1,1 1,-1-1,1 0,-1 0,1 0,0-1,-1 1,1-1,-1 0,1 0,0 0,-1 0,1-1,0 1,-1-1,1 0,-1 0,1 0,-1-1,0 1,1-1,-1 0,0 0,0 0,0 0,0 0,-1-1,1 1,-1-1,1 0,-1 0,0 0,0 0,0 0,0 0,-1-1,1 1,-1 0,0-1,0-1,4-15,0 0,-2 0,0 0,-2 0,0 0,-1-1,-1 1,-1 0,-1 0,-1 0,-6-19,-13-19,36 64,1-1,-1-1,1 0,0-1,0 0,0-1,14 0,37 6,-61-8,1 1,-1-1,0 1,0 0,0 0,0 0,0 0,0 0,0 1,-1 0,1 0,0 0,-1 0,0 1,1-1,-1 1,0 0,0 0,0 0,-1 0,1 1,-1-1,0 1,0-1,0 1,0 0,-1 0,1 0,-1 2,-5 132,5-135,-1 0,1 0,-1 0,1-1,0 1,0 0,0-1,0 1,0 0,1-1,-1 1,1-1,0 0,0 0,0 1,0-1,0 0,0-1,0 1,1 0,-1-1,1 1,-1-1,1 0,0 0,-1 0,1 0,0 0,1 0,85 12,-66-12,1-1,-1 0,0-2,0-1,0-1,0 0,-1-2,1-1,-2-1,1 0,-1-2,8-5,-27 14,1 0,-1 0,0-1,1 1,-1-1,0 0,0 0,0 1,0-1,0 0,-1-1,1 1,-1 0,1 0,-1-1,0 1,0-1,0 1,0-1,1-2,-23 21,19-13,1 0,0-1,0 1,0 0,0 0,0 0,0 0,1 0,-1 0,1 0,0 0,0 0,0 0,0 0,1 0,-1 0,1 0,-1 0,1 0,0 0,1 0,-1-1,0 1,1 0,-1-1,1 1,0-1,0 1,0-1,0 0,0 0,1 0,-1 0,1 0,-1-1,1 1,-1-1,1 1,0-1,0 0,0 0,0 0,0-1,0 1,0-1,2 1,1 0,0 0,1 0,-1-1,0 0,0 0,1 0,-1-1,0 0,1 0,-1-1,0 1,0-1,0 0,0-1,-1 0,1 0,-1 0,1-1,-1 1,0-1,-1 0,1-1,-1 1,1-1,-1 0,-1 0,1 0,-1-1,0 1,0-1,0 0,-1 1,0-1,0-1,0 1,-1 0,0 0,0-6,0 6,-1 0,0 1,1-1,-2 0,1 0,-1 1,0-1,0 1,-1-1,1 1,-1-1,0 1,-1 0,1 0,-1 0,0 0,-1 0,1 1,-1-1,0 1,0 0,0 0,0 1,-1-1,1 1,-1 0,0 0,0 0,0 1,-1 0,1 0,-1 0,1 0,-1 1,1 0,-1 0,0 1,1 0,-1 0,0 0,1 0,-1 1,0 0,1 0,-3 1,0 2,1-1,-1 2,1-1,-1 1,1 0,1 0,-1 1,1-1,0 2,0-1,1 1,0 0,0 0,0 0,1 0,0 1,1 0,-2 3,3-7,1 1,-1-1,1 1,0 0,0-1,1 1,-1 0,1-1,0 1,1 0,-1-1,1 1,-1 0,2-1,-1 1,0-1,1 1,0-1,0 1,0-1,0 0,1 0,0 0,-1-1,2 1,-1-1,0 1,1-1,-1 0,1 0,0 0,0-1,3 2,73 19,-41-21</inkml:trace>
  <inkml:trace contextRef="#ctx0" brushRef="#br0" timeOffset="2259.629">3597 311,'-6'5,"0"0,0 0,1 1,0-1,0 2,0-1,0 0,1 1,0 0,1 0,-1 0,1 0,1 1,-1-1,1 1,1-1,-1 1,1 7,-1 2,2 1,0-1,1 1,0-1,2 0,0 0,1 0,0 1,4 5,0 1,1-1,2 0,0-1,1 0,2-1,0-1,1 0,1-1,1 0,0-1,15 10,-30-26,-1 0,0-1,1 1,-1-1,1 0,0 1,0-1,-1 0,1 0,0 0,0 0,0 0,0-1,0 1,0-1,0 1,0-1,0 0,0 0,1 0,-1 0,0 0,0 0,0 0,0-1,0 1,0-1,0 1,0-1,0 0,0 0,0 0,0 0,-1 0,1 0,0-1,-1 1,1-1,-1 1,1-1,-1 1,1-2,6-13,0 0,-1 0,0-1,-2 0,0-1,-1 1,0-1,-2-1,53-412,-22 149,-32 269,-3 22,1 0,-19 91,5 1,4 1,4 69,5-145,3-1,0 1,1 0,2 0,0-1,2 0,1 0,1 0,0-1,2 0,1-1,1 0,1-1,10 13,-18-30,-1-1,1 1,-1-1,1 0,1 0,-1-1,0 0,1 0,0 0,-1 0,4 0,-7-2,0-1,-1 0,1 1,0-1,0 0,0 0,-1 0,1 0,0 0,0 0,-1 0,1-1,0 1,0-1,-1 1,1-1,0 0,-1 0,1 0,-1 1,1-2,-1 1,1 0,-1 0,0 0,0-1,0 1,1 0,-1-1,0 1,-1-1,1 1,0-1,0 0,-1 1,1-1,-1 0,1 1,-1-1,0 0,1-1,3-29,-4-1</inkml:trace>
  <inkml:trace contextRef="#ctx0" brushRef="#br0" timeOffset="2414.75">3798 364,'16'-2,"19"-1,24 0,24 0,21 2,16-1,5 4,-18 1</inkml:trace>
  <inkml:trace contextRef="#ctx0" brushRef="#br0" timeOffset="2717.458">4507 698,'-6'11,"1"1,0 0,1 0,1 0,0 1,0-1,1 1,1 0,0-1,1 1,0 0,1 0,0 0,1-1,1 1,0-1,3 9,-4-17,1 0,0 0,-1-1,1 1,0-1,1 0,-1 1,1-2,-1 1,1 0,0-1,0 1,0-1,0 0,1-1,-1 1,0-1,1 1,-1-1,1-1,-1 1,1-1,0 0,-1 0,1 0,-1 0,1-1,0 0,-1 0,1 0,-1 0,0-1,1 0,-1 0,0 0,0 0,0-1,-1 1,1-1,0 0,-1 0,0-1,0 1,0 0,0-1,0 0,-1 0,2-2,0-1,-1 0,1-1,-1 1,0 0,-1-1,0 0,0 0,0 0,-1 0,-1 0,1 0,-1 0,0 0,-1 0,0 0,0 0,-1 0,0 1,-1-1,1 0,-1 1,-1 0,1 0,-1 0,-1 0,1 0,-1 1,0 0,-1 0,1 0,-1 0,0 1,-1 0,1 1,-1-1,0 1,0 0,0 1,-1 0,-5-2,8 4,0 0,0 1,0-1,0 1,0 0,0 0,0 1,-1-1,1 1,0 0,0 1,0-1,1 1,-1 0,0 0,1 1,-1-1,1 1,-1 0,1 0,0 0,1 1,-1-1,1 1,-1 0,1 0,0 0,0 1,1-1,-1 1,1 0,0-1,0 1,1 0,0 0,-1 0,2 0,-1 0,0 0,1 1,0-1,0 0,1 0,-1 0,2 4,1-2,0 0,1-1,0 1,0 0,0-1,1 0,0 0,0 0,0-1,1 0,4 4,30 22</inkml:trace>
  <inkml:trace contextRef="#ctx0" brushRef="#br0" timeOffset="3129.356">4894 966,'-4'-105,"-4"0,-13-52,1-4,20 161,1-1,-1 1,0-1,1 0,-1 1,1-1,-1 1,0-1,1 1,-1-1,1 1,-1-1,1 1,0 0,-1-1,1 1,-1 0,1 0,0-1,-1 1,1 0,0 0,-1 0,1 0,0 0,-1-1,1 2,0-1,0 0,-1 0,1 0,0 0,-1 0,1 0,-1 1,1-1,0 0,-1 0,1 1,0-1,-1 1,1-1,-1 0,1 1,-1-1,1 1,-1-1,0 1,1 0,-1-1,1 1,-1-1,0 1,0 0,1-1,-1 1,3 2,216 137,-215-138,0 1,0-1,-1 0,1 1,-1 0,0 0,0 0,0 0,0 0,0 1,-1-1,1 1,-1 0,0 0,0 0,-1 0,1 0,-1 0,0 0,0 1,0-1,0 0,-1 0,0 1,0 1,-75 177,75-180,-1 0,1-1,0 1,0 0,0 0,1 0,-1 0,0-1,1 1,0 0,0 0,0-1,0 1,0 0,1-1,-1 1,1-1,-1 0,1 1,0-1,0 0,0 0,0 0,0-1,1 1,-1 0,0-1,1 1,0-1,-1 0,1 0,-1 0,1 0,2 0,104 14,-107-15,88 0,0-4</inkml:trace>
</inkml:ink>
</file>

<file path=ppt/ink/ink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14T06:31:35.148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  <inkml:brush xml:id="br1">
      <inkml:brushProperty name="width" value="0.1" units="cm"/>
      <inkml:brushProperty name="height" value="0.1" units="cm"/>
      <inkml:brushProperty name="color" value="#33CCFF"/>
      <inkml:brushProperty name="ignorePressure" value="1"/>
    </inkml:brush>
  </inkml:definitions>
  <inkml:trace contextRef="#ctx0" brushRef="#br0">802 335,'-16'2,"0"1,0 1,0 0,1 1,-1 0,1 1,1 1,-1 1,1 0,1 1,-1 0,1 1,1 0,0 1,0 1,-4 6,-3 2,1 1,1 0,0 1,2 1,1 1,1 0,1 0,1 1,1 1,1 0,1 0,2 1,-3 26,7-46,1 1,0-1,1 1,-1-1,2 1,-1-1,1 1,0-1,0 0,1 1,0-1,1 0,-1 0,1 0,1 0,-1-1,1 1,0-1,1 0,-1 0,1-1,0 1,1-1,-1 0,1 0,0-1,0 0,1 0,-1 0,1-1,0 0,7 2,-6-3,0 0,0-1,0 0,0-1,0 1,0-2,0 1,0-1,0 0,0-1,0 0,0 0,-1-1,1 0,-1 0,0-1,0 0,0 0,0 0,-1-1,1 0,-1-1,0 1,7-9,-1 1,-1-1,0-1,-1 0,-1 0,0-1,-1 0,0-1,4-15,0-11,-2 0,-1 0,-3-1,-1 0,-2 0,-3-28,-16-96,14 158,0-1,-1 1,-1 0,0 0,0 0,-1 1,0-1,0 1,-1 0,0 1,-1-1,0 1,-1 1,-5-5,9 8,0 1,-1 0,1 0,-1 1,0-1,0 1,0 0,0 1,0-1,0 1,-1 0,1 0,0 0,-1 1,1 0,0 0,-1 1,1-1,0 1,-1 0,1 0,0 1,0 0,0 0,0 0,0 0,0 1,1 0,-1 0,1 0,0 0,0 1,0-1,0 1,1 0,-1 1,1-1,0 0,1 1,-1 0,1 0,0-1,0 1,-2 5,0 14,1-1,1 1,1 0,1-1,2 1,0-1,1 1,1-1,1 0,1 0,8 18,46 145,8-2,40 66,-98-227,-2-2,1-1,1 0,0-1,2 0,0-1,1 0,14 15,-1-14,-4-8</inkml:trace>
  <inkml:trace contextRef="#ctx0" brushRef="#br0" timeOffset="494.678">1164 990,'18'-3,"0"2,1-1,-1 2,1 1,-1 0,1 1,-1 1,0 1,0 0,0 1,13 7,-29-12,0 1,0 0,0 0,0 0,0 0,0 0,0 0,0 0,0 1,-1-1,1 0,0 1,-1 0,0-1,1 1,-1 0,0 0,0 0,0 0,0 0,0 0,0 0,0 0,-1 0,1 0,-1 1,0-1,0 0,1 0,-1 0,-1 1,1-1,0 0,0 0,-1 0,1 0,-1 1,0-1,0 0,0 0,0 0,0 0,0-1,-1 3,-6 5,0 0,-1-1,0 0,0 0,-1-1,0 0,0 0,-10 4,-33 23,52-34,1 0,-1 0,1 0,-1 1,1-1,-1 0,1 0,-1 1,1-1,-1 0,1 1,-1-1,1 0,0 1,-1-1,1 1,0-1,-1 1,1-1,0 0,-1 1,1-1,0 1,0 0,0-1,-1 1,1-1,0 1,0-1,0 1,0-1,0 1,0 0,0-1,0 1,0-1,0 1,1-1,-1 1,0-1,0 1,0-1,1 1,-1-1,0 1,1-1,-1 1,0-1,1 1,-1-1,0 0,1 1,-1-1,1 0,-1 1,1-1,-1 0,1 1,-1-1,1 0,-1 0,1 0,40 9,-35-8,31 4,-18-4,0 1,-1 2,1-1,-1 2,0 0,0 2,-1 0,3 1,-18-6,0-1,1 0,-1 0,0 1,0 0,0-1,0 1,0 0,0 0,0 0,0 0,-1 0,1 1,-1-1,0 0,0 1,1-1,-2 1,1-1,0 1,0 0,-1-1,0 1,1 0,-1-1,0 1,0 0,0-1,-1 1,1 0,-1-1,1 1,-1 0,0-1,0 1,0-1,-1 0,1 1,0-1,-1 0,1 0,-1 1,0-1,0-1,0 1,-2 1,-19 17,-2-2,0-1,-1-1,-1-1,-1-1,0-1,-15 3,32-11,-63 25,55-21</inkml:trace>
  <inkml:trace contextRef="#ctx0" brushRef="#br0" timeOffset="1268.137">2019 309,'-73'123,"42"-64,4 0,1 2,4 2,2 0,-4 31,21-85,1-1,-1 1,1 0,1-1,0 1,0 0,1 0,0 0,0 0,1 0,0 0,1-1,0 1,0 0,1-1,0 1,0-1,1 0,0 0,1 0,0-1,0 0,0 0,1 0,3 3,-1-6,0 1,0-2,0 1,0-1,0-1,1 1,0-2,-1 1,1-1,0 0,-1-1,1 0,0 0,0-1,-1 0,1-1,0 0,-1 0,2-1,4-2,1 0,-2-1,1 0,-1-1,0-1,0 0,-1-1,0 0,-1-1,11-10,-3-6,-2-1,0-1,-2-1,0 0,-3 0,0-2,-2 1,-1-1,-1-1,-2 0,-1 0,-1-20,4-9,-2 0,-4 0,-1 0,-4 0,-5-21,6 68,-1-1,-1 1,0 1,-1-1,0 0,-1 1,0 0,-4-4,8 13,-1 1,1-1,-1 1,0-1,0 1,0 0,0 0,0 0,-1 0,1 1,-1-1,0 1,0 0,0 0,0 0,0 1,0-1,0 1,0 0,-1 1,1-1,0 0,-1 1,1 0,-1 0,1 1,0-1,-1 1,0 0,-5 4,1 0,-1 1,1 0,0 0,0 1,1 0,0 1,0 0,1 0,0 1,0-1,1 2,0-1,1 1,0-1,0 1,1 1,1-1,0 1,0-1,-1 9,-4 15,2 2,1-1,2 0,1 1,2 0,1-1,2 1,2-1,1 1,1-1,3-1,9 26,8 9,3 0,3-2,2-1,4-2,28 34,21 28,-74-103</inkml:trace>
  <inkml:trace contextRef="#ctx0" brushRef="#br0" timeOffset="2537.428">2580 1138,'11'-6,"0"0,0 1,1 0,0 1,-1 0,1 1,0 0,1 1,-1 1,0 0,1 0,-1 1,0 1,1 0,-11-1,-1 0,1 0,0 0,-1 0,1 0,0 1,-1-1,1 0,0 1,-1 0,1-1,-1 1,1 0,-1 0,1-1,-1 1,1 1,-1-1,0 0,0 0,0 0,1 1,-1-1,0 0,-1 1,1-1,0 1,0-1,-1 1,1-1,-1 1,1 0,-1-1,1 1,-1 0,0-1,0 1,0 0,0-1,0 1,0 0,-1 0,1-1,-1 1,1-1,-1 1,1 0,-1-1,0 1,0 0,-9 16,0-1,-1-1,0 0,-2 0,0-2,0 1,-1-1,-7 3,-16 19,23-21,4-6,0 0,1 0,0 1,1 0,0 0,1 1,0 0,1 1,0-1,-4 13,10-22,-1 0,1 0,0 0,0 0,0 0,0 0,0 0,0 0,0 0,1 0,-1 0,1 0,0 0,-1 0,1 0,0 0,0 0,0-1,0 1,1 0,-1-1,0 1,1-1,-1 1,1-1,-1 0,1 0,0 0,0 0,-1 0,1 0,0 0,0 0,1 0,72 14,-19-13,0-3,-1-2,1-3,-1-2,8-4,20-5</inkml:trace>
  <inkml:trace contextRef="#ctx0" brushRef="#br0" timeOffset="3141.808">3583 456,'-13'2,"0"1,0 1,0 0,1 1,0 0,-1 1,2 0,-1 1,1 0,0 1,1 0,0 1,0 0,1 0,0 1,0 1,1-1,1 1,0 1,0-1,-7 15,2 0,0 0,2 1,1 0,1 1,2 0,0 0,0 23,4-34,1 1,1-1,1 0,0 1,1-1,1 0,4 14,-6-26,1 0,0 0,-1 0,2-1,-1 1,0 0,1-1,0 1,0-1,0 0,1 0,-1 0,1-1,0 1,0-1,0 0,1 0,-1 0,1 0,-1-1,1 0,0 0,0 0,0-1,0 1,0-1,3 0,5-2,0 0,-1-1,1-1,-1 0,1 0,-1-1,0-1,0 0,-1 0,0-2,0 1,0-1,0-1,-1 0,-1 0,1-1,-1 0,-1-1,0 0,0 0,14-24,-1 0,-1 0,-2-2,-2-1,-1 0,-2-1,-2 0,-1-1,-2 0,-1 0,-1-31,-2 45,-1 0,-1 0,-1-1,-1 1,-2-1,-1 1,0 0,-2 0,-1 0,-1 0,-3-5,8 26,1-1,-1 1,0 0,0 0,0 1,-1-1,1 0,-1 1,0 0,0-1,0 1,0 0,0 1,-1-1,0 0,1 1,-1 0,0 0,0 0,0 0,0 1,0 0,-1 0,1 0,0 0,-1 0,1 1,0 0,-1 0,1 0,-1 0,1 1,0 0,-1 0,1 0,0 0,-1 1,-4 6,-1 0,2 0,-1 1,1 0,0 0,1 1,0 0,1 1,0-1,0 1,1 0,1 1,0-1,0 1,1 0,1 0,0 0,0 6,-3 33,1 0,3-1,3 1,1 0,3-1,2 0,2 0,2-1,2 0,3-1,1-1,3 0,1-2,3 0,1-2,18 20,-14-22,1 0,3-3,23 21,-38-42</inkml:trace>
  <inkml:trace contextRef="#ctx0" brushRef="#br0" timeOffset="3397.638">4145 951,'-5'18,"-1"18,-2 13,0 10,2 7,2 3,1-1,4-3,3-6,4-10,3-14,0-13</inkml:trace>
  <inkml:trace contextRef="#ctx0" brushRef="#br0" timeOffset="4111.465">4639 469,'-13'13,"0"1,2 1,-1 0,2 0,0 1,1 1,1-1,-5 15,-1-5,3 1,0 1,1 0,2 0,1 1,1 0,2 0,0 0,2 1,2-1,0 1,4 20,-3-43,1 1,0-1,0 1,0-1,1 0,0 0,0 0,1 0,0 0,0-1,1 1,-1-1,2-1,-1 1,0-1,1 1,0-2,0 1,1-1,-1 0,1 0,0 0,0-1,0 0,0-1,1 0,-1 0,1 0,0-1,-1 0,1-1,0 1,-1-1,8-2,-3 0,-1 0,1-2,0 1,-1-1,0-1,0 0,0-1,-1 0,0 0,0-1,0-1,-1 1,0-2,-1 1,1-1,-2 0,5-7,4-7,-2-1,0 0,-2-1,0 0,-2-1,-1 0,1-7,6-34,-2-1,-3 0,-3-1,-3 0,-4-52,-1 99,0 1,-1-1,-1 0,-1 0,-1 1,-1 0,-1 0,-1 0,-1 0,0 1,-2 1,-1-3,7 17,0 0,1 0,-1 0,-1 0,1 1,-1 0,0 0,0 0,0 1,0-1,-1 1,1 0,-1 1,0-1,0 1,0 1,0-1,0 1,0 0,0 0,-1 0,1 1,0 0,0 1,-1-1,1 1,0 0,0 1,0-1,-3 2,-4 3,1 0,-1 0,1 1,0 0,1 1,0 1,0 0,1 0,0 1,1 0,0 1,0 0,1 0,1 1,0 0,0 0,-1 7,-1 1,1 1,1 0,1 1,0 0,2 0,1 0,1 0,0 0,2 0,1 16,3-12,0-1,2 0,1 1,1-2,1 1,1-2,1 1,1-1,1-1,1 0,1-1,1 0,13 11,2 1,2-1,1-2,1-1,2-2,0-2,2-1,17 6,-48-24,1-1,-1 0,1-1,0 0,0 0,1-1,-1 0,1 0,-1-1,1-1,0 0,0 0,0 0,0-2,-1 1,1-1,0 0,0-1,-1-1,1 1,-5-1,-4 2,0 0,0 0,0 1,0-1,0 0,0 0,0 1,0-1,0 1,0-1,0 1,0-1,1 1,-1 0,0-1,0 1,1 0,-1 0,0 0,0 0,1 0,-1 0,0 0,0 1,1-1,-1 0,0 1,0-1,0 1,0-1,0 1,0-1,1 1,-1 0,0 0,-1-1,1 1,0 0,0 0,0 0,0 0,-1 0,1 1,23 38,-21-32,0 0,1 0,0-1,1 1,0-1,0 0,0-1,1 1,0-1,0 0,1-1,-1 1,1-1,0 0,1-1,-1 0,1 0,0-1,0 0,0-1,-1-1,1 0,-1-1,1 0,0 0,-1-1,1 0,-1 0,1-1,-1 0,0 0,0 0,0-1,0 0,0-1,0 0,-1 0,0 0,0-1,0 1,0-2,-1 1,1 0,0-4,5-3,-2 0,0-1,0-1,-1 1,-1-2,0 1,-1-1,0 0,-1 0,-1 0,0-5,-2 8,0-1,-1 0,-1 0,0 0,0 0,-1 0,-1 0,-1-2,2 10,0 1,0 0,0 0,-1 0,0 0,0 0,0 0,0 0,0 0,-1 1,1-1,-1 1,0 0,0 0,-1 0,1 0,0 1,-1-1,0 1,0 0,1 0,-1 0,0 0,-1 1,1 0,0-1,-7 3,0-1,0 1,0 1,1 0,-1 0,1 1,0 1,-1-1,1 2,1-1,-1 1,1 1,0 0,0 0,0 1,1 0,0 1,1-1,-1 1,2 1,-5 5,-7 8,2 1,0 0,2 1,1 1,0 0,2 0,0 3,-7 28</inkml:trace>
  <inkml:trace contextRef="#ctx0" brushRef="#br1" timeOffset="17409.516">121 2447,'20'9,"1"-2,0 0,0-1,0-1,1-2,0 0,0-1,0-1,0-1,0-1,-1-1,1 0,0-2,-1-1,1-1,-1 0,-1-2,12-5,-25 10,0 0,0-1,0 0,0 0,-1 0,0-1,0 0,0 0,0-1,-1 0,0 0,0 0,0 0,-1-1,0 0,-1 0,1 0,-1 0,0 0,-1-1,0 1,0-1,-1 0,0 0,0 1,-1-1,0 0,0 0,0 0,-1 0,-1 1,0-2,1 4,0 1,-1-1,0 0,0 0,-1 1,1-1,-1 1,0 0,0 0,0 0,0 0,-1 1,0-1,0 1,0 0,0 0,0 0,-1 1,1-1,-1 1,1 0,-1 0,0 1,0-1,0 1,0 0,0 1,0-1,0 1,0 0,0 0,0 1,0-1,0 1,0 0,0 1,0-1,0 1,0 0,1 0,-1 0,1 1,-3 1,-5 8,1 0,0 0,1 1,0 0,1 1,1 0,0 1,1-1,0 2,1-1,1 1,1-1,-2 11,-12 67,4 1,4 0,4 1,4 0,5 0,3 0,7 16,-1 31,-3 9,-7-101</inkml:trace>
  <inkml:trace contextRef="#ctx0" brushRef="#br1" timeOffset="17847.871">1 2889,'80'-26,"2"4,1 3,22 0,-62 11,-1 0,1 1,1 2,25 1,-66 4,-1 0,0 0,0 1,0-1,0 0,0 1,0-1,0 1,0 0,0 0,0-1,0 1,0 1,0-1,0 0,-1 0,1 1,0-1,-1 1,1-1,-1 1,0 0,0-1,1 1,-1 0,0 0,0 0,-1 0,1 0,0 0,-1 0,1 0,-1 0,0 1,1-1,-1 0,0 0,-1 0,1 0,0 1,1 15,-1-13,-1-1,1 1,0 0,1-1,-1 1,1-1,0 1,0-1,0 0,1 1,-1-1,1 0,0 0,1 0,-1 0,1 0,-1-1,1 1,0-1,0 1,3 1,-2-3,1 1,0-1,0 0,0-1,0 1,0-1,0 0,0 0,0 0,1-1,-1 1,0-1,1-1,-1 1,0-1,0 0,0 0,0 0,0-1,0 0,0 0,0 0,0-1,-1 1,1-1,-1 0,0 0,0-1,0 1,0-1,-1 0,1 0,-1 0,0-1,0 1,-1-1,1 1,-1-1,0 0,0 0,-1 0,0 0,1 0,-2-1,1 1,0-5,-2 3,-1 0,1 0,-1 0,-1 1,1-1,-1 0,0 1,0 0,-1 0,0 0,0 0,-1 0,1 1,-1 0,0 0,-1 0,1 1,-1-1,0 1,0 1,0-1,-1 1,1 0,-4-1,5 2,-1 0,0 0,1 0,-1 1,0 0,0 0,0 0,0 1,0 0,0 0,0 0,0 1,0 0,0 0,0 0,1 1,-1 0,1 0,-1 0,1 1,-1 0,1 0,0 0,0 1,1 0,-1 0,1 0,-4 5,5-6,1 1,-1 0,1 0,0 0,0 0,0 1,1-1,-1 0,1 1,0-1,0 1,1-1,0 1,-1-1,1 1,1 0,-1-1,1 1,0-1,0 1,0-1,0 1,1-1,0 0,0 0,0 0,0 0,1 0,-1 0,1-1,0 1,0-1,1 1,-1-1,1 0,-1-1,1 1,0-1,0 1,0-1,1 0,101 29,-51-25</inkml:trace>
  <inkml:trace contextRef="#ctx0" brushRef="#br1" timeOffset="18155.051">936 2314,'-8'-3,"0"1,0 0,-1 0,1 1,0 0,-1 0,1 1,-1 0,1 1,-1-1,1 2,-1-1,1 1,0 1,0-1,0 1,0 1,0 0,1 0,-1 0,1 1,0 0,1 0,-1 1,1-1,0 2,1-1,-1 1,1-1,0 1,-2 6,2-2,0 1,2-1,-1 1,1 0,1 0,0 0,1 0,0 0,0 0,2 0,0 0,0 0,1 0,0 0,1 0,0 0,1-1,1 1,-1-1,6 8,14 23,2-1,2-1,1-2,24 23,-16-16,46 78,-82-120,1 1,0-1,0 0,0 1,1-1,-1 0,1 0,0 0,0-1,0 1,0-1,0 1,0-1,1 0,-1 0,1-1,-1 1,1-1,0 1,0-1,-1 0,1-1,0 1,3-1,13 1,-1-2,0-1,1 0,-1-1,0-1,-1-1,10-3,30-10</inkml:trace>
  <inkml:trace contextRef="#ctx0" brushRef="#br1" timeOffset="18897.052">1752 2756,'-11'-6,"0"1,0 1,-1 0,1 1,-1 0,0 0,0 2,0-1,-1 1,9 1,-1 0,0 0,0 1,0-1,1 1,-1 0,0 0,1 1,-1 0,1-1,-1 1,1 1,0-1,0 1,0-1,0 1,0 0,1 1,-1-1,1 1,0-1,0 1,-2 3,2-1,0 0,1 0,-1 0,1 0,0 0,1 0,-1 1,1-1,1 1,-1-1,1 1,0-1,0 1,1-1,0 0,0 1,1-1,-1 0,1 1,1-1,-1 0,1 0,0-1,1 1,-1-1,1 1,0-1,0 0,1-1,-1 1,1-1,0 0,1 0,-1 0,0-1,1 0,1 1,4 0,0 0,0 0,0-1,0-1,0 0,0 0,1-1,-1 0,1-1,-1-1,1 0,-1 0,0-1,0-1,1 0,-2 0,1-1,0 0,-1-1,6-4,2 0,-1-2,-1 0,0-1,0 0,-1-1,-1-1,0-1,-1 0,-1 0,0-2,3-6,-19 88,3-61,1 0,1 0,-1 0,0 0,1 0,0-1,0 1,0 0,0 0,1-1,0 1,-1-1,1 1,0-1,1 0,-1 0,0 0,1 0,0 0,0-1,0 1,0-1,0 1,0-1,1 0,-1-1,1 1,-1 0,1-1,0 0,-1 0,1 0,0 0,1-1,11 2,0-1,0-1,0 0,0-1,-1-1,1-1,0 0,-1-1,0 0,0-2,0 0,0 0,-1-1,0-1,-1 0,0-1,0-1,5-5,-18 16,0 0,0 0,0-1,0 1,0 0,0 0,0-1,0 1,0 0,0 0,0-1,0 1,0 0,1-1,-1 1,0 0,1 0,-1-1,0 1,1-1,-1 1,1 0,-1-1,1 1,-1-1,1 1,0-1,-1 1,1-1,-1 0,1 1,0-1,0 0,-1 0,1 1,0-1,-1 0,1 0,0 0,0 0,-1 0,1 0,0 0,0 0,-1 0,1 0,0 0,0 0,-1-1,1 1,0 0,-1 0,1-1,0 1,-1-1,1 1,-1 0,1-1,0 1,-1-1,1 1,-1-1,1 0,-1 1,0-1,1 0,-1 1,0-1,1 0,-1 0,1 21,-2-16,1-1,-1 1,1 0,0 0,1-1,-1 1,1 0,-1-1,1 1,0 0,0-1,1 1,-1-1,1 1,0-1,0 0,0 0,0 0,0 0,1 0,-1 0,1-1,1 1,1 0,1 0,0 0,0-1,1 0,-1 0,0-1,1 1,-1-1,1-1,-1 1,1-1,0 0,-1-1,1 0,-1 0,1 0,-1-1,0 1,0-2,1 1,-1-1,-1 0,1 0,0 0,-1-1,1 0,-1 0,0 0,-1-1,1 0,-1 0,0 0,0 0,0-1,2-5,3-12,0-1,-2 0,-1 0,-1-1,-1 1,-1-1,-1 0,-1-22,0 24,3-506,-15 380,-1 113,11 36,1-1,-1 1,0 0,0-1,0 1,0 0,0-1,0 1,0 0,0 0,0 0,0 0,0 0,0 0,0 0,0 0,0 0,0 0,0 1,0-1,0 0,0 1,1-1,-1 1,0-1,0 1,0-1,0 1,1 0,-1-1,0 1,0 0,1 0,-1-1,1 1,-1 0,1 0,-1 0,1 0,-1 0,1 0,0 0,0-1,-1 1,1 0,0 0,0 0,0 0,0 0,0 1,-14 35,1 2,2-1,2 2,1-1,3 1,1 0,1 10,-1-10,1 0,2 0,2 0,1 1,3-1,1-1,1 1,3-1,1 0,2-1,1-1,3 0,0-1,9 10,30 17,-35-48</inkml:trace>
  <inkml:trace contextRef="#ctx0" brushRef="#br1" timeOffset="19148.378">2366 2408,'28'0,"28"0,27 2,18 3,13 3,-12 1</inkml:trace>
  <inkml:trace contextRef="#ctx0" brushRef="#br1" timeOffset="19384.746">3209 2715,'-4'7,"-2"3,1 0,0 0,0 0,1 0,0 1,1-1,0 1,1 0,0 0,1 0,0 1,0 9,2-19,0 1,0-1,0 1,0-1,0 0,1 1,-1-1,1 0,-1 0,1 0,0 0,0-1,0 1,0 0,0-1,0 1,0-1,0 0,1 1,-1-1,0 0,1-1,-1 1,1 0,-1-1,1 1,1-1,72-4,-70 3,0-1,0-1,0 1,0-1,0 0,-1 0,1-1,-1 1,0-1,0-1,0 1,-1-1,1 1,-1-1,0 0,-1-1,1 1,-1-1,0 0,-1 1,1-1,-1-1,0 1,0 0,-1 0,0-1,0 1,-1 0,1-1,-1 1,-1-1,1 1,-1-1,0 1,-1 0,0 0,0-1,0 1,0 0,-4-5,3 6,0 0,0 0,-1 1,0-1,0 1,0 0,0 0,-1 0,1 1,-1-1,0 1,0 0,0 1,-1-1,1 1,-1 0,1 0,-1 1,0 0,1 0,-1 0,0 0,0 1,0 0,1 0,-1 1,0 0,-3 0,0 1,1 0,-1 0,0 1,1 0,0 1,0 0,0 0,0 1,1-1,-1 2,1-1,1 1,-1 0,1 0,0 1,0 0,1 0,-2 4,4-8,1 1,0-1,0 1,0 0,0 0,1 0,-1 0,1 0,0 0,1 1,-1-1,1 0,-1 0,1 1,0-1,1 0,-1 0,1 1,0-1,0 0,0 0,1 0,-1 0,1 0,0 0,0-1,0 1,1-1,-1 1,1-1,0 0,0 0,0 0,1 0,4 3,0-1,1 0,0-1,0 0,0 0,0-1,1 0,-1-1,1 0,0-1,-1 0,1 0,5-1,32-1</inkml:trace>
  <inkml:trace contextRef="#ctx0" brushRef="#br1" timeOffset="19689.931">3450 2220,'-13'-6,"0"0,0 1,0 1,0 0,-1 1,0 0,1 1,-1 0,0 2,-12 0,20 0,0 0,0 1,0 1,0-1,0 1,0 0,0 0,1 0,-1 1,1 0,-1 0,1 0,0 1,0 0,1 0,-1 0,1 0,0 1,0 0,0 0,1 0,0 0,0 0,0 1,0 2,-1 1,1 1,1-1,0 1,0 0,1 0,0-1,1 1,0 0,0 0,1 0,1 0,-1 0,2-1,-1 1,1-1,1 1,0-1,0 0,0-1,3 3,8 14,1-1,1-1,1 0,2-1,0-1,8 5,-13-9,1-2,1 0,0-1,0-1,2-1,0 0,0-1,1-1,0-1,0-1,1-1,0-1,21 4,-6-7</inkml:trace>
  <inkml:trace contextRef="#ctx0" brushRef="#br1" timeOffset="20165.566">4572 2394,'-10'0,"-1"1,1 0,-1 1,1 0,-1 1,1 0,0 1,0 0,1 0,-1 1,1 0,0 1,-6 4,11-7,0 0,1 1,-1-1,1 1,-1-1,1 1,0 0,0 0,1 1,-1-1,1 1,0-1,0 1,0 0,1-1,0 1,0 0,0 0,1 0,-1 0,1 0,0 0,0 0,1 0,0 0,0 0,0 0,0 0,2 2,4 7,0-2,0 1,2-1,-1 0,2-1,-1 0,2-1,-1 0,1 0,1-1,5 3,58 55,-74-67,-1 1,1-1,0 1,-1-1,1 1,-1-1,1 1,0-1,-1 1,1 0,-1-1,1 1,-1 0,0-1,1 1,-1 0,0 0,0 0,1-1,-1 1,0 0,0 0,0 0,0-1,0 1,0 0,0 0,0 0,0-1,0 1,-1 0,1 0,0 0,0-1,-1 1,1 0,-1 0,1-1,-1 1,1 0,-1-1,1 1,-1-1,1 1,-1-1,0 1,1-1,-1 1,0-1,1 1,-1-1,0 0,0 0,1 1,-1-1,0 0,0 0,0 0,-7 3,1-2,-1 1,0-1,1 0,-1 0,0-1,0 0,1-1,-1 0,0 0,1 0,-1-1,1 0,-1-1,1 1,0-1,-3-2,9 3,-1 0,1-1,0 1,0 0,0 0,0-1,0 1,0-1,1 1,-1-1,1 1,0-1,0 1,-1-1,2 1,-1-1,0 1,0-1,1 1,0-1,-1 1,1-1,0 1,0 0,0-1,0 1,1 0,-1 0,1 0,-1 0,1 0,0 0,0 0,0 1,0-1,0 1,0-1,0 1,0 0,0 0,2-1,36-27,0 2,2 2,1 2,0 1,15-2,24-5,-81 29,1 0,0 0,0 1,0-1,-1 0,1 1,0-1,0 1,-1 0,1 0,-1-1,1 1,0 0,-1 0,0 1,1-1,-1 0,0 0,1 1,-1-1,0 0,0 1,0-1,0 1,0 0,-1-1,1 1,0 0,-1-1,1 1,-1 0,0 0,0 0,1-1,-1 1,0 0,0 0,-1 0,1-1,0 1,-1 0,1 0,-1-1,1 1,-1 0,0-1,0 2,0 1,3 117,-1-116,0 1,0-1,1 0,0 1,0-1,0 0,1 0,0 0,0-1,0 1,0-1,1 0,0 1,-1-2,2 1,-1 0,0-1,1 0,-1 0,5 2,18 5,-2-6</inkml:trace>
  <inkml:trace contextRef="#ctx0" brushRef="#br1" timeOffset="22504.486">4840 2181,'30'16,"-1"1,0 1,-2 2,0 1,-1 1,-1 1,-2 1,0 1,-1 2,-2 0,-1 1,-1 0,-1 2,-2 0,0 1,8 32,10 49,-31-110,-1-1,1 1,-1-1,1 1,-1-1,1 1,0-1,0 0,0 0,0 0,0 0,0 0,0 0,0-1,0 1,0-1,0 1,0-1,1 0,-1 0,0 0,0 0,0 0,1-1,-1 1,0 0,0-1,0 0,2 0,57-31,-51 22,0-1,-1 0,1 0,-2-1,0 0,0 0,-2-1,1 0,-1 0,-1 0,2-8,-2 6,-1 47,-4-24,-1 0,1 0,1 0,0-1,0 1,0 0,1-1,0 1,0-1,1 0,0 1,0-1,1-1,0 1,0 0,1-1,0 0,0 0,0 0,1-1,-1 0,1 0,1 0,-1-1,1 0,-1 0,1 0,0-1,1 0,-1-1,0 1,7 0,-10-3,1 0,0 0,-1-1,1 1,0-1,-1 0,1 0,-1-1,1 1,-1-1,0 0,0 0,0-1,0 1,0-1,0 0,-1 0,1 0,-1 0,0-1,0 1,2-4,48-95,-36 62,-17 41,1-1,-1 0,0 0,0 0,0 1,0-1,0 0,0 0,0 0,0 1,0-1,1 0,-1 0,0 0,0 1,0-1,0 0,1 0,-1 0,0 0,0 0,0 0,1 1,-1-1,0 0,0 0,0 0,1 0,-1 0,0 0,0 0,0 0,1 0,-1 0,0 0,0 0,1 0,-1 0,0 0,0 0,0 0,1-1,-1 1,0 0,0 0,0 0,1 0,-1 0,0 0,0-1,1 29,-1-27,0 14,7 74,-6-86,0-1,-1 1,1-1,0 0,0 1,0-1,0 0,0 0,1 0,-1 0,1 0,0 0,-1 0,1 0,0-1,0 1,0-1,0 1,0-1,0 0,1 0,-1 0,0 0,1 0,-1 0,0-1,1 1,-1-1,1 1,-1-1,1 0,1 0,7-3,-1 0,0 0,0-1,0-1,-1 1,1-2,-1 1,0-1,0-1,-1 1,0-1,0-1,-1 0,0 0,6-8,-6 8,43-50,-50 58,0 0,0 0,0 0,0 1,0-1,0 0,0 0,0 0,0 1,0-1,0 0,0 0,1 0,-1 1,0-1,0 0,0 0,0 0,1 0,-1 1,0-1,0 0,0 0,0 0,1 0,-1 0,0 0,0 0,0 0,1 0,-1 1,0-1,0 0,1 0,-1 0,0 0,0 0,0 0,1-1,-1 1,0 0,0 0,1 0,-1 0,0 0,0 0,0 0,1 0,-1 0,0-1,0 1,0 0,0 0,1 0,-1 0,0 0,0-1,0 1,0 0,-3 23,2-21,-2 12,2-13,0 1,0 0,0 1,0-1,0 0,1 0,-1 0,1 0,-1 1,1-1,0 0,0 0,0 1,0-1,0 0,0 1,1-1,-1 0,1 0,0 0,-1 0,1 1,0-1,0 0,1 0,-1-1,0 1,1 0,-1 0,1 0,-1-1,1 1,0-1,0 1,8-1,-1-1,1 0,0 0,-1-1,1 0,-1-1,1 0,-1 0,0-1,0 0,0-1,0 0,0 0,-1-1,2-1,86-61,-95 67,-1 0,1 0,0 0,0 0,0 1,0-1,0 0,0 0,-1 1,1-1,0 1,0-1,-1 1,1-1,0 1,0 0,-1-1,1 1,-1 0,1-1,-1 1,1 0,-1 0,1 0,-1-1,0 1,1 0,-1 0,0 0,0 0,1 0,-1 0,0 0,0-1,0 1,0 0,0 0,-1 0,1 0,0 0,0 0,-1 0,1-1,0 1,-1 0,1 0,-1 0,1 3,0 9,11 87,-10-97,0 1,0-1,1 1,0-1,-1 0,1 0,0 1,1-1,-1-1,1 1,-1 0,1-1,0 1,0-1,0 0,0 0,0 0,0 0,1 0,-1-1,1 0,-1 1,1-1,0-1,2 1,1 0,0 0,0 0,-1-1,1 0,0-1,0 0,0 0,0 0,0-1,-1 0,1 0,0 0,-1-1,0 0,0-1,0 1,0-1,0 0,-1-1,0 1,0-1,0 0,4-5,2-5,-1 0,0 0,-1 0,-1-1,0-1,-1 1,-1-1,3-15,18-92,-5 0,1-74,-20 166,13-144,-17 125,1 52,0-1,0 1,-1 0,1-1,0 1,-1-1,1 1,0 0,-1-1,1 1,-1-1,1 1,-1-1,0 1,1-1,-1 0,1 1,-1-1,0 0,1 1,-1-1,0 0,1 0,-1 0,0 1,1-1,-1 0,0 0,0 0,1 0,-1 0,0 0,1-1,-1 1,0 0,1 0,-1 0,0-1,1 1,-1 0,0-1,1 1,-1 0,1-1,-1 1,0-1,1 1,0-1,-1 1,1-1,-1 0,1 1,-1-1,1 1,0-1,0 0,-1 1,1-1,0 0,0 1,0-1,0 0,-1 0,1 1,0-1,0 0,1 1,-1-1,0 0,0 0,-13 18,1 1,0 0,1 1,2 0,-1 1,2-1,1 2,-3 12,-3 7,1 1,2 1,2 0,2 0,1 0,2 21,3-43,1 0,1 0,0 0,2-1,0 1,1-1,1 1,1-2,0 1,2-1,0 0,1 0,0-1,12 12,-12-17,1 0,0-1,1 0,0 0,1-2,0 1,0-2,1 0,0 0,1-2,12 5,-20-8,1-1,0 0,0-1,0 1,0-1,0-1,0 0,0 0,0 0,0-1,-1 0,1-1,0 0,0 0,-1 0,1-1,-1-1,1 1,-1-1,-1 0,1-1,0 1,-1-1,1-2,9-11,-1-1,-1-1,-1 0,-1-1,-1-1,0 0,-2 0,0-1,-2 0,-1 0,1-5,39-150,-8-1,10-138,-39 187,-14 108,-10 29,-27 98,20-22,4 1,4 1,3 0,4 0,4 1,4 20,0-52,3 0,2 0,3-1,1 1,9 20,-9-49,-5-18,-5-13,-4-15,-18-32,-2 2,-2 1,-2 2,-29-39,41 63,-10-13,-32-63,57 99,1 0,-1 1,1-1,-1 0,1 0,0 1,0-1,-1 0,1 0,0 1,0-1,0 0,0 0,0 0,0 1,0-1,0 0,0 0,0 0,0 1,0-1,1 0,-1 0,0 0,1 1,-1-1,0 0,1 1,-1-1,1 0,-1 1,1-1,0 1,-1-1,1 1,-1-1,1 1,0-1,-1 1,1-1,0 1,0 0,-1-1,1 1,0 0,0 0,0 0,-1 0,1 0,0 0,0 0,0 0,-1 0,1 0,1 0,107 15,436 80,-529-94,-36-3,-1 0,-1 0,0 2,0 1,0 1,1 0,-7 3,20-3,1 0,0 0,-1 1,1 0,0 0,1 1,-1 0,1 0,-1 0,1 1,1 0,-1 0,1 0,-1 1,2 0,-1 0,1 0,0 1,-3 5,4-6,0 0,1 0,0 0,1 0,-1 0,1 1,0-1,1 0,-1 0,1 1,0-1,1 1,0-1,0 0,0 0,1 0,0 0,0 0,0 0,1 0,0 0,0-1,0 1,1-1,0 0,0 0,0 0,1-1,-1 0,1 0,0 0,0 0,1-1,-1 1,1-1,3 1,-5-2,1 0,0 0,0 0,0-1,0 1,0-1,0 0,0-1,0 1,0-1,0 0,1-1,-1 1,0-1,0 0,0 0,0 0,0-1,-1 0,1 0,0 0,-1 0,1-1,-1 0,0 0,0 0,0 0,0-1,0 0,-1 1,0-1,0-1,0 1,0 0,0-1,0-2,8-17,-2-1,0 0,-2 0,-1 0,-1-1,-1 0,0-19,-5 41,-2 16,-6 22,6-18,1-1,0 1,1-1,1 1,1 0,0-1,2 12,-2-23,0 0,-1 0,2 0,-1 0,0 0,1 0,0 0,0-1,0 1,0-1,1 1,-1-1,1 0,0 0,0 0,0 0,0 0,1-1,-1 0,1 1,-1-1,1 0,0-1,0 1,-1-1,1 0,1 0,-1 0,0 0,0-1,2 1,3-2,0 0,0-1,-1 0,1-1,0 1,-1-2,1 1,-1-1,0 0,0-1,-1 0,1 0,-1-1,0 0,-1 0,1-1,-1 1,0-1,-1-1,0 1,0-1,-1 0,1 0,-2 0,1-1,-1 1,0-3,-3 11,1 0,-1 0,0 0,1-1,-1 1,1 0,-1 0,0-1,1 1,-1 0,0-1,1 1,-1 0,0-1,0 1,1-1,-1 1,0 0,0-1,0 1,0-1,1 1,-1-1,0 1,0 0,0-1,0 1,0-1,0 1,0-1,0 1,0-1,0 1,-1 0,1-1,0 1,0-1,0 1,0-1,-1 1,1 0,0-1,0 1,-1 0,1-1,0 1,-1 0,1-1,0 1,-1 0,1-1,-1 1,1 0,0 0,-1 0,1 0,-1-1,1 1,-1 0,1 0,-1 0,1 0,0 0,-1 0,1 0,-1 0,1 0,-1 0,1 0,-4 4,1 0,-1 0,1 0,0 0,0 1,1-1,-1 1,1 0,0 0,1 0,-1 0,1 0,0 0,0 0,0 0,1 0,0 1,0-1,0 0,1 3,1-5,0-1,1 0,-1-1,1 1,-1 0,1-1,0 1,0-1,-1 0,1 0,0 0,0 0,0 0,0-1,0 0,0 1,1-1,-1 0,0 0,0-1,0 1,0-1,0 1,0-1,0 0,0 0,-1 0,3-2,9-3,1-2,-1 0,-1 0,0-2,0 1,-1-2,0 1,-1-2,0 0,-1 0,0-1,5-8,-4 6,-10 15,-1-1,0 0,0 1,0-1,0 0,0 1,0-1,1 0,-1 1,0-1,0 0,1 1,-1-1,0 1,1-1,-1 0,0 1,1-1,-1 1,1-1,-1 1,1 0,-1-1,1 1,0-1,-1 1,1 0,-1-1,1 1,0 0,-1 0,1 0,0-1,-1 1,1 0,0 0,-1 0,1 0,0 0,-1 0,1 0,0 1,-1-1,1 0,0 0,-1 0,1 1,0-1,-1 0,1 1,-1-1,1 0,0 1,-19 89,16-78,-2 0,1 0,1 0,0 1,1-1,0 0,1 1,0 0,1-1,0 0,1 1,1-1,2 10,-4-19,0-1,0 0,1 0,-1 0,0 0,1 0,-1-1,1 1,-1 0,1-1,0 1,0-1,0 1,0-1,0 0,0 0,0 0,0 0,0 0,1 0,-1-1,0 1,1-1,-1 0,0 1,1-1,-1 0,0 0,1-1,-1 1,0 0,1-1,-1 1,2-2,14-6</inkml:trace>
  <inkml:trace contextRef="#ctx0" brushRef="#br1" timeOffset="22759.804">8422 1498,'0'-13,"0"-1,-2 17,-3 25,-1 33,-1 38,0 37,1 28,4 24,5 13,2 7,-3 0,-12-8,-26-14,-42-19,-9-39</inkml:trace>
</inkml:ink>
</file>

<file path=ppt/ink/ink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14T06:31:49.928"/>
    </inkml:context>
    <inkml:brush xml:id="br0">
      <inkml:brushProperty name="width" value="0.1" units="cm"/>
      <inkml:brushProperty name="height" value="0.1" units="cm"/>
      <inkml:brushProperty name="color" value="#33CCFF"/>
      <inkml:brushProperty name="ignorePressure" value="1"/>
    </inkml:brush>
  </inkml:definitions>
  <inkml:trace contextRef="#ctx0" brushRef="#br0">442 0,'-9'510,"8"-472,-2-17,2 0,1 1,0-1,1 1,2-1,0 1,1-1,1 0,1-1,2 2,-5-16,1 1,1-1,-1 0,1 0,0-1,0 1,1-1,0 0,0-1,0 1,0-1,1 0,-1-1,1 0,0 0,0 0,0-1,1 0,-1 0,0-1,1 0,1 0,10 1,0-2,0 0,0 0,0-2,0-1,0 0,-1-1,7-3,31-15,-9-1</inkml:trace>
  <inkml:trace contextRef="#ctx0" brushRef="#br0" timeOffset="186.499">0 415,'21'-3,"24"-2,26-3,23-3,18 1,9 3,-17 1</inkml:trace>
  <inkml:trace contextRef="#ctx0" brushRef="#br0" timeOffset="785.415">790 909,'8'-20,"0"0,-1-1,-1 0,-1 0,-1 0,0-1,-2 0,-1 1,0-1,-2 0,0 0,-2 1,0-1,-1 1,-2 0,-4-12,10 30,-1 1,0 0,1 0,-1 0,0 0,0 0,0 0,-1 0,1 0,0 1,-1-1,1 0,-1 1,0-1,1 1,-1-1,0 1,0 0,0 0,0 0,0 0,0 0,0 0,0 1,-1-1,1 1,0-1,0 1,-2 0,3 1,1 0,0 0,-1 0,1 0,0 0,0 0,0 0,0 0,0 1,0-1,1 0,-1 0,0 0,0 0,1 0,-1 0,1 0,-1 0,1 0,-1 0,1 0,-1 0,1 0,0-1,0 1,-1 0,1 0,0-1,0 1,0 0,0-1,0 1,0-1,0 1,0-1,0 0,1 1,13 6,1-1,1-1,-1 0,1-1,0-1,0-1,0 0,5-1,11 3,-4-1,114 24,-137-25,0 0,0 0,-1 1,1 0,-1 0,0 0,0 1,0 0,-1 0,1 0,-1 0,0 1,0 0,0 0,-1 0,1 0,-1 0,-1 1,1-1,-1 1,2 6,4 41,-9-47,1-1,0 1,0-1,0 1,1-1,-1 0,1 1,1-1,-1 0,1 1,0-1,0 0,0 0,1-1,0 1,0 0,0-1,0 0,1 0,0 0,0 0,0 0,0-1,0 1,1-1,-1 0,5 1,-2-3,0 1,0-2,0 1,0-1,0 0,0-1,1 1,-1-2,0 1,0-1,-1 0,1 0,0 0,-1-1,1 0,-1-1,0 0,0 0,0 0,4-4,-1 0,-1 1,0-1,0-1,0 1,-1-1,-1-1,0 1,0-1,0 0,-2 0,1-1,2-9,-5 12,0 1,-1-1,0 0,0 0,0-1,-1 1,0 0,-1 0,0 0,0 0,-1 0,0 0,0 1,-1-1,0 0,-1 0,4 7,0 0,0 1,-1-1,1 0,0 0,-1 1,1-1,-1 0,1 1,-1-1,1 0,-1 1,1-1,-1 0,0 1,1-1,-1 1,0 0,1-1,-1 1,0-1,0 1,0 0,1 0,-1-1,0 1,0 0,0 0,1 0,-1 0,0 0,0 0,0 0,0 0,1 0,-1 1,0-1,0 0,0 0,1 1,-1-1,-18 32,17-23,0 0,1 0,0 0,0 0,1 0,0 0,1 0,0 0,0 0,1-1,0 1,1 0,0-1,0 1,1-1,0 0,0 0,1 0,0-1,0 0,1 0,0 0,0 0,1-1,0 0,0-1,0 1,0-1,1-1,0 1,0-1,9 2,9 4,0-2,1-1,0-1,0-1,1-1,-1-2,11-1,32 0</inkml:trace>
  <inkml:trace contextRef="#ctx0" brushRef="#br0" timeOffset="1718.016">2046 201,'-47'-80,"46"79,1 1,-1 0,1 0,-1 0,0 0,1 0,-1 0,1 0,-1 0,0 0,1 1,-1-1,1 0,-1 0,1 0,-1 1,1-1,-1 0,0 1,1-1,0 0,-1 1,1-1,-1 1,1-1,-1 0,1 1,0-1,-1 1,1-1,0 1,0 0,-1-1,1 1,0-1,0 1,0-1,0 1,0 0,0-1,0 1,0-1,0 1,0 0,0-1,0 1,0-1,0 1,0 0,1-1,-1 1,0-1,-3 36,1 0,2 0,2 0,4 21,-2-3,26 285,-30-336,0 0,0-1,-1 1,1-1,0 1,1-1,-1 1,0 0,1-1,-1 1,1-1,0 0,0 1,0-1,0 1,0-1,0 0,1 0,-1 0,1 0,-1 0,1 0,0 0,0 0,0-1,0 1,0-1,0 1,0-1,1 0,-1 0,1 0,-1 0,0 0,3 0,58-42,-47 27,-1 1,0-1,0 2,1 0,0 0,1 2,0 0,6-2,-22 11,1 1,1-1,-1 0,0 1,0-1,0 1,0 0,0 0,0 0,1 0,-1 0,0 0,0 0,0 1,0-1,0 1,0-1,0 1,0 0,0 0,0 0,0 0,0 0,-1 1,1-1,0 0,-1 1,1-1,-1 1,1 0,-1 0,0-1,0 1,0 0,0 0,0 0,0 0,0 0,-1 0,1 0,-1 0,0 0,1 1,-1-1,0 1,2 5,-1 1,0-1,0 0,0 0,-1 1,0-1,-1 0,0 0,0 0,-1 1,0-1,0-1,-1 1,0 0,-1 0,1-1,-1 0,-1 0,1 0,-1 0,-1-1,1 0,-1 0,0 0,0-1,-1 0,1 0,-2 0,6-4,0 1,0-1,0 0,-1-1,1 1,0 0,0-1,0 1,-1-1,1 0,0 1,0-1,-1 0,1 0,0-1,0 1,-1 0,1-1,0 0,0 1,0-1,0 0,0 0,0 0,0 0,0 0,0-1,0 1,0-1,1 1,-1-1,1 0,-1 1,1-1,-1 0,1 0,0 0,0 0,0 0,0 0,1 0,-1-1,0 1,1 0,0 0,-1 0,1-1,0 1,0-2,3-7,0 0,1 0,0 0,0 0,1 1,1 0,0 0,0 0,1 1,0 0,0 0,1 1,1 0,-1 0,1 1,0 0,1 0,0 1,7-3,-6 1,0 0,0 1,0 1,1 0,0 0,1 1,-1 1,1 0,0 1,0 0,0 1,9 0,-20 2,1 0,-1 0,0 1,0-1,1 1,-1 0,0 0,0 0,0 0,0 0,0 0,0 0,0 0,-1 1,1-1,0 1,-1 0,1-1,-1 1,1 0,-1 0,0 0,0 0,0 0,0 0,0 0,0 0,-1 1,9 69,-6-22,-2-47,0-1,0 1,0 0,0 0,1 0,-1-1,1 1,0-1,-1 1,1-1,0 0,0 0,1 0,-1 0,0 0,1 0,-1 0,1-1,-1 1,1-1,0 0,0 0,0 0,-1 0,1 0,0-1,0 1,0-1,0 0,0 0,1 0,6 0,-1-1,1 0,-1 0,1-1,-1 0,0-1,0 0,0-1,4-2,-3 1,1 0,-1-1,0-1,0 0,-1 0,0-1,0 0,-1-1,0 0,0 0,-1 0,-1-1,1 0,-2-1,1 1,-1-1,-1 0,0 0,-1-1,0 1,1-10,12 100,-14-69,1 1,0-1,1 0,0 0,1 0,0 0,1-1,0 1,5 4,-9-11,0 0,1 0,0-1,-1 1,1-1,0 0,0 0,0 0,1 0,-1 0,0-1,1 1,-1-1,1 0,0 0,-1 0,1-1,0 1,-1-1,1 0,0 0,-1 0,1-1,0 1,-1-1,1 0,0 0,-1 0,1 0,0-1,14-9,0 0,-1 0,0-2,-1 0,0-1,-1 0,-1-1,0-1,-1-1,-1 0,0-2,28-48,-47 79,1 0,1 0,0 1,1 0,0 0,0 0,2 0,0 1,1-11,0 1,1 0,0 0,0 0,0 0,0 0,1 0,-1 0,1 0,0-1,1 1,-1 0,0 0,1-1,0 1,0-1,0 0,0 1,1-1,-1 0,1 0,0-1,0 1,0 0,0-1,0 0,0 0,1 0,1 1,2 0,-1-1,1 0,0-1,0 1,0-1,0-1,0 1,0-1,0 0,0-1,0 0,0 0,-1 0,6-3,24-7</inkml:trace>
  <inkml:trace contextRef="#ctx0" brushRef="#br0" timeOffset="1967.348">3396 267,'-16'-13,"-10"-8,-2-1,5 7,12 10,14 13,6 6</inkml:trace>
  <inkml:trace contextRef="#ctx0" brushRef="#br0" timeOffset="2226.169">3704 695,'19'-9,"-1"-1,0 0,-1-1,0-1,-1 0,0-2,-1 0,-1 0,7-9,-19 20,0 1,0-1,0 0,0 0,0 1,-1-1,1 0,-1-1,0 1,0 0,0 0,0 0,0-1,-1 1,1 0,-1-1,0 1,0-1,0 1,-1 0,1-1,-1 1,0 0,0 0,0-1,0 1,-1 0,1 0,-1 0,0 0,0 1,0-1,0 0,0 1,0-1,-1 1,1 0,-1 0,0 0,0 0,-2-1,-1 1,1 1,-1 0,0 0,1 0,-1 1,0 0,1 0,-1 0,0 1,0 0,1 0,-1 0,1 1,-1 0,1 0,0 0,0 1,0-1,0 1,0 0,0 1,1-1,0 1,0 0,0 0,0 1,0-1,1 1,0 0,0-1,0 1,0 1,1-1,0 0,0 1,1-1,-1 1,1-1,0 1,1 0,-1-1,1 1,0 0,1 0,-1-1,1 1,0 0,1-1,-1 1,1-1,1 2,1 0,1 0,-1 0,2-1,-1 1,1-1,0 0,0 0,0-1,1 0,0 0,0-1,0 0,1 0,-1 0,1-1,1 0,136 33,-33-23,-4-5</inkml:trace>
</inkml:ink>
</file>

<file path=ppt/ink/ink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14T06:31:46.696"/>
    </inkml:context>
    <inkml:brush xml:id="br0">
      <inkml:brushProperty name="width" value="0.1" units="cm"/>
      <inkml:brushProperty name="height" value="0.1" units="cm"/>
      <inkml:brushProperty name="color" value="#33CCFF"/>
      <inkml:brushProperty name="ignorePressure" value="1"/>
    </inkml:brush>
  </inkml:definitions>
  <inkml:trace contextRef="#ctx0" brushRef="#br0">517 1,'-17'2,"1"0,-1 1,0 1,1 0,0 2,0 0,0 0,1 2,0 0,0 0,1 2,0 0,0 0,1 1,1 1,-3 3,-13 18,1 2,2 0,1 2,2 0,1 2,3 0,1 1,1 1,3 0,1 1,2 1,2 0,2 0,2 0,2 5,-1-16,1 1,1 0,2 0,2 0,0 0,3 0,0-1,3 0,0 0,2-1,1-1,2 0,1 0,1-1,1-1,2-1,0-1,8 7,57 38,-5-18</inkml:trace>
  <inkml:trace contextRef="#ctx0" brushRef="#br0" timeOffset="822.435">1252 535,'1'37,"-1"-32,-1-20,0 7,1-6,-2 0,0 0,0 0,-1 0,-1 0,-1 1,0 0,0-1,-1 2,-1-1,0 1,-1 0,0 0,-1 1,0 0,-1 1,0 0,0 0,-1 1,-1 1,1 0,-1 0,-6-1,12 7,0 0,0 1,0-1,0 2,0-1,-1 1,1 0,0 0,0 0,0 1,-1 0,1 0,0 1,0 0,0 0,1 0,-1 1,0-1,1 1,-1 1,1-1,0 1,0 0,1 0,-1 1,1-1,-3 4,-5 8,0 0,0 0,2 1,0 0,1 1,1 0,0 0,1 5,-2 1,1 1,1 0,1 0,1 0,2 0,0 1,2 0,1-1,1 1,1 0,1-1,1 1,1-1,2 0,4 10,-4-22,0-1,1 0,0-1,1 0,0 0,1-1,0 0,0-1,1 0,0 0,1-1,0-1,0 0,1-1,0 0,0-1,0 0,1-1,-1-1,1 0,0 0,0-2,0 0,5 0,-2-1,0 1,0-2,0-1,-1 0,1-1,-1 0,1-1,-1-1,0-1,-1 0,1-2,-1 1,-1-2,0 0,0 0,0-1,-1-1,-1 0,0-1,3-5,-3 1,-1-1,-1-1,-1 0,-1 0,0 0,0-5,-8 23,0 0,0-1,0 1,0 0,-1-1,1 1,0 0,0-1,0 1,0 0,0-1,0 1,0 0,0-1,0 1,0 0,0-1,0 1,0 0,0-1,1 1,-1 0,0-1,0 1,0 0,0 0,0-1,1 1,-1 0,0-1,0 1,1 0,-1 0,0 0,0-1,1 1,-1 0,0 0,1 0,-1 0,0-1,0 1,1 0,-1 0,0 0,1 0,-1 0,0 0,1 0,-1 0,0 0,1 0,-1 0,0 0,1 0,-1 0,0 1,1-1,-1 0,0 0,1 0,-1 0,0 0,1 1,-1-1,0 0,0 0,0 1,1-1,-1 0,7 26,-3-5,-3-8,0 0,1 0,1 0,0 0,0-1,1 1,1-1,0 0,1 0,0-1,1 1,0-1,1-1,0 1,0-2,1 1,10 7,-1-9</inkml:trace>
  <inkml:trace contextRef="#ctx0" brushRef="#br0" timeOffset="1079.407">1640 389,'5'16,"7"7,3 0</inkml:trace>
  <inkml:trace contextRef="#ctx0" brushRef="#br0" timeOffset="1438.448">1960 121,'11'302,"-4"173,-7-472,14 120,-13-116,1 0,0 0,0 0,1 0,0-1,0 1,0-1,1 0,0 0,0 0,1 0,-1-1,1 0,0 0,6 4,-7-7,0 0,0 0,0 0,0-1,0 1,0-1,0 0,1 0,-1-1,1 1,-1-1,0 0,1 0,-1-1,0 1,1-1,-1 0,0 0,0 0,1-1,-1 0,2-1,82-53,-59 30,-1-1,-1-1,-1-1,16-25,-8 20,-25 65,-9 17,-2-41,1 1,0-1,0 1,1-1,0 0,0 1,1-1,0 1,0-1,1 1,0-1,0 0,0 0,1 0,0 0,1-1,0 1,-1-1,2 0,-1 0,1 0,0 0,0-1,1 0,0 0,0 0,69 10,-37-18</inkml:trace>
  <inkml:trace contextRef="#ctx0" brushRef="#br0" timeOffset="1604.006">2550 589,'-16'-7,"-8"-4,-1-3,-2 1,4 3</inkml:trace>
  <inkml:trace contextRef="#ctx0" brushRef="#br0" timeOffset="1798.485">1894 415,'25'-7,"29"-4,30-3,23-1,19 2,-12 3</inkml:trace>
  <inkml:trace contextRef="#ctx0" brushRef="#br0" timeOffset="2498.384">2950 1124,'43'-118,"-25"74,-1-1,-3 0,-1-1,-2-1,-3 0,-1 0,-2-3,-5 48,1-1,-1 1,1-1,-1 1,0-1,0 1,0-1,0 1,0-1,0 1,-1-1,1 1,-1-1,0 1,0-1,0 1,0 0,0 0,0-1,-1 1,1 0,-1 0,1 0,-1 1,0-1,0 0,0 0,0 1,0 0,0-1,0 1,0 0,-1 0,1 0,-1 0,1 0,0 1,-1-1,1 1,-1-1,1 1,-2 0,2 1,0 0,0 0,0 0,0 0,0 0,0 1,0-1,1 0,-1 1,0 0,1-1,-1 1,1 0,0 0,0 0,0 0,-1 0,2 0,-1 0,0 0,0 0,1 0,-1 1,1-1,0 0,0 0,0 1,0-1,0 0,0 0,0 1,1-1,-1 0,1 0,0 0,-1 1,1-1,0 0,0 0,0 0,1-1,-1 1,0 0,2 1,4 2,1-1,0 0,0 0,0 0,1-1,-1 0,1-1,0 1,0-2,-1 1,1-2,0 1,2-1,-4 1,249 13,-251-14,0 0,0 0,0 1,-1 0,1 0,0 0,0 0,-1 1,1 0,-1 0,1 0,-1 0,0 1,0 0,0 0,0 0,-1 0,1 0,-1 1,0 0,1-1,-2 1,1 1,0-1,-1 0,0 0,0 1,0 0,0 3,-5 95,-3-26,7-75,-1 1,0-1,1 0,-1 0,1 0,0 0,0 0,0 0,0 0,0 0,0 0,0 0,0-1,1 1,-1 0,1-1,-1 1,1-1,0 0,0 1,-1-1,1 0,0 0,0 0,0 0,0-1,0 1,0 0,1-1,-1 0,0 1,2-1,71-3,-61 1,0-1,-1-1,1 0,-1-1,0 0,-1-1,1 0,-1-1,0 0,-1-1,0 0,0-1,-1 0,0-1,0 0,-1-1,-1 0,1 0,-2-1,0 0,0 0,-1-2,-4 8,-1 0,0 1,-1-1,1 0,-1 0,0 0,-1 0,1 0,-1 0,0 0,-1 0,1 1,-1-2,1 5,0-1,0 1,0 0,0-1,0 1,0 0,-1-1,1 1,-1 0,0 0,1 0,-1 0,0 1,0-1,0 0,-1 1,1-1,0 1,0 0,-1 0,1 0,-1 0,1 0,-1 1,1-1,-1 1,1-1,-1 1,0 0,0 0,0 0,1 1,-1 0,0 0,1 0,-1 0,1 0,-1 0,1 0,0 1,-1 0,1-1,0 1,0 0,0 0,0 0,1 0,-1 0,0 0,1 1,0-1,-1 1,1-1,0 1,0-1,0 1,1-1,-1 2,-6 74,9-70,-1-1,1 0,1 1,-1-1,1 0,1 0,-1-1,1 1,0-1,1 0,-1 0,1 0,0-1,1 1,-1-1,1 0,0-1,1 0,-1 0,1 0,-1 0,3-1,13 7,1-1,0-2,0 0,1-1,0-2,9 1,55 3,0-3,1-4,5-5,-20 0</inkml:trace>
  <inkml:trace contextRef="#ctx0" brushRef="#br0" timeOffset="2839.984">4662 924,'-1'-8,"0"1,0-1,0 1,-1 0,0 0,0-1,-1 1,0 1,0-1,-1 0,1 1,-2 0,1 0,-1 0,1 0,-2 1,1-1,-1 2,1-1,-1 0,0 1,-1 0,1 1,-1-1,0 1,0 0,0 1,0 0,0 0,-1 1,1-1,0 2,-1-1,1 1,-1 0,1 0,-1 1,1 0,0 1,-1-1,-5 3,6-1,1 1,-1 0,1 0,0 0,0 1,0-1,0 2,1-1,0 0,0 1,0 0,1 0,0 1,0-1,0 1,1 0,0 0,1 0,-1 0,1 0,1 1,-1-1,1 5,1-9,0 0,0 0,1-1,-1 1,1 0,0-1,0 1,0-1,0 1,0-1,0 1,1-1,-1 0,1 1,0-1,-1 0,1 0,0 0,0 0,0-1,1 1,-1-1,0 1,1-1,-1 0,1 1,-1-1,1-1,0 1,0 0,4 1,-1-1,1 0,0 0,-1-1,1 0,0 0,-1 0,1-1,0 0,-1 0,1-1,0 0,6-4,-1 0,-1 0,1-1,-1-1,0 0,-1-1,0 0,0 0,-1-1,0 0,-1 0,3-6,1 2,-12 14,0 0,1 0,-1 0,0 0,1 0,-1 0,0 0,1 0,-1 0,0 0,0 0,1 0,-1 0,0 0,1 0,-1 0,0 1,1-1,-1 0,0 0,0 0,1 1,-1-1,0 0,0 0,1 0,-1 1,0-1,0 0,0 1,0-1,1 0,-1 0,0 1,0-1,0 0,0 1,0-1,0 0,0 1,0-1,0 0,0 1,0-1,0 0,0 1,0-1,0 0,0 1,0-1,0 0,-1 0,1 1,0-1,0 0,0 1,0-1,-1 0,1 0,0 1,0-1,-1 19,-1-11,1 0,0 0,1 0,-1 0,2 0,-1 0,1 0,0 0,1 0,0 0,0 0,1-1,0 1,0-1,1 1,0-1,0 0,1-1,4 6,3-2,1-1,0-1,0 0,1-1,0 0,1-1,-1-1,1 0,0-1,0-1,1 0,-1-1,1 0,1-2,92 9,-4-6</inkml:trace>
</inkml:ink>
</file>

<file path=ppt/ink/ink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14T06:27:44.502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1 69,'22'-13,"195"-25,-129 28,0 4,47 5,-95 7,-33-3</inkml:trace>
</inkml:ink>
</file>

<file path=ppt/ink/ink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14T06:27:49.181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214 523,'0'18,"0"16,0 8,0 4,0-1,0-4,0-7,2-8,1-10</inkml:trace>
  <inkml:trace contextRef="#ctx0" brushRef="#br0" timeOffset="391.957">0 297,'8'-1,"0"0,-1 0,1-1,-1 0,1 0,-1-1,0 0,0 0,0 0,0-1,0 0,-1-1,0 1,0-1,0-1,-1 1,1-1,-1 0,-1 0,1 0,-1-1,0 1,-1-1,1 0,0-2,0-12,-1 0,-1 1,-1-1,-1 0,0 0,-3-12,-6 9,-5 39,11-5,1 1,1-1,-1 1,2 0,0-1,0 1,1 0,0-1,0 1,2-1,-1 1,1-1,1 0,0 0,0 0,1-1,0 0,0 1,1-2,1 1,-1-1,1 0,1 0,0-1,0 0,0 0,27 24</inkml:trace>
  <inkml:trace contextRef="#ctx0" brushRef="#br0" timeOffset="849.769">602 577,'5'2,"0"0,1 0,-1 1,0 0,0 0,-1 0,1 1,-1 0,1 0,-1 0,-1 0,1 0,0 1,-1 0,0 0,0 0,0 0,-1 0,0 0,1 2,20 119,-9-39,-14-85,0 0,0 0,0-1,1 1,-1 0,1-1,-1 1,1 0,-1-1,1 1,0-1,0 1,0-1,0 1,0-1,0 0,0 0,1 1,-1-1,0 0,1 0,-1 0,0 0,1 0,0-1,-1 1,1 0,-1-1,1 1,0-1,-1 0,1 1,0-1,0 0,-1 0,1 0,0 0,-1 0,1 0,0-1,0 1,1-1,4-6,0 0,-1 0,1 0,-2-1,1 0,-1 0,0 0,0-1,-1 1,-1-1,2-4,0 1,86-205,-73 194,-10 43,-11 20,1-33,1 1,0 0,0 0,0 0,1 0,1 0,-1 0,1 0,0 0,1-1,0 1,0 0,1-1,0 1,0-1,1 0,0 0,0 0,0-1,8 2,0 0,1-1,0 0,0-1,0-1,1 0,-1-1,1 0,0-1,0-1,1 0,-1-1,0 0,1-1,-1-1,0 0,1-1,-10 2,57-2</inkml:trace>
  <inkml:trace contextRef="#ctx0" brushRef="#br0" timeOffset="1442.186">1698 658,'-23'-11,"-1"2,0 1,0 1,-1 1,0 1,0 1,0 1,-1 2,-1 0,24 0,0 1,0-1,0 1,-1 0,1 0,0 0,0 0,0 1,0-1,0 1,0-1,0 1,0 0,0 1,0-1,0 0,0 1,1-1,-1 1,1 0,-1 0,1 0,-1 0,1 1,0-1,0 0,0 1,1 0,-1-1,1 1,-1 0,1 0,0 0,0 0,-1 3,2-2,1 1,-1-1,1 1,-1 0,2-1,-1 1,0-1,1 0,0 1,-1-1,2 0,-1 0,0 0,1-1,0 1,0 0,0-1,0 0,1 0,-1 0,1 0,0 0,0-1,2 2,1 0,1 0,0 0,0 0,1-1,-1 0,1-1,0 1,-1-2,1 1,0-1,0-1,3 0,2-2,-1-1,1-1,-1 0,1 0,-1-2,-1 1,1-2,-1 0,0 0,0-1,-1 0,0-1,-1-1,0 0,0 0,-1-1,4-6,-9 12,-4 4,0 0,0 0,1 0,-1 0,0 0,1 0,-1 0,1 0,-1 0,1 1,0-1,-1 0,1 0,0 0,-1 1,1-1,0 0,0 1,0-1,0 1,-1-1,1 1,0-1,0 1,0 0,0-1,0 1,0 0,0 0,0 0,0 0,0 0,1 0,-1 0,0 0,0 0,0 0,0 0,0 1,0-1,0 0,0 1,-1-1,1 1,0-1,0 1,0 0,0-1,0 1,-1 0,2 0,91 131,-88-127,0 0,0-1,0 1,0-1,1 0,-1 0,1 0,0-1,0 0,1 0,-1-1,0 0,1 0,0 0,-1-1,1 0,0 0,0-1,0 1,-1-2,1 1,0-1,0 0,0 0,-1-1,1 0,-1 0,1 0,-1-1,3-2,2-4,-1 0,0 0,0-1,-1-1,0 0,-1 0,0 0,-1-1,-1 0,0-1,0 1,-1-1,-1 0,0 0,0-1,-2 1,0-1,0 0,-1-7,-7-4,6 25,-1 0,1-1,-1 1,1 0,0 0,-1 0,1-1,-1 1,1 0,-1 0,1 0,-1 0,1 0,0 0,-1 0,1 0,-1 0,1 0,-1 0,1 0,-1 0,1 0,0 1,-1-1,1 0,-1 0,1 0,-1 1,1-1,0 0,-1 1,1-1,0 0,-1 1,1-1,0 0,0 1,-1-1,1 1,0-1,0 0,0 1,-1-1,1 1,0-1,0 1,0-1,0 0,0 1,0 0,-3 7,1 1,-1 0,2 1,-1-1,2 0,-1 0,1 1,0-1,1 0,0 0,1 0,0 1,0-1,1-1,0 1,0 0,1-1,0 1,1-1,0-1,0 1,0 0,1-1,3 3,51 32,-44-37</inkml:trace>
  <inkml:trace contextRef="#ctx0" brushRef="#br0" timeOffset="1695.059">2246 216,'-7'0,"2"2,7 4,3 0</inkml:trace>
  <inkml:trace contextRef="#ctx0" brushRef="#br0" timeOffset="2567.239">2460 430,'156'285,"-155"-284,-1 1,0-1,1 0,-1 0,0 1,1-1,0 0,-1 0,1 0,0 0,-1 0,1 0,0 0,0 0,0 0,0 0,0 0,0 0,0-1,0 1,0-1,1 1,-1 0,0-1,0 0,0 1,1-1,-1 0,0 0,1 1,-1-1,0 0,0 0,1 0,-1-1,0 1,1 0,-1 0,0-1,0 1,0-1,1 1,-1-1,0 1,0-1,0 0,0 0,0 0,11-11,-1-1,0-1,-1 0,0 0,-1-1,-1 0,1-4,19-32,-28 52,0-1,0 0,1 0,-1 0,0 0,0 1,0-1,0 0,1 0,-1 0,0 0,0 0,0 0,1 1,-1-1,0 0,0 0,1 0,-1 0,0 0,0 0,1 0,-1 0,0 0,0 0,0 0,1 0,-1 0,0 0,0-1,1 1,-1 0,0 0,0 0,0 0,1 0,-1 0,0 0,0-1,0 1,0 0,1 0,-1 0,0-1,0 1,0 0,-3 30,1-23,1-2,0 0,0 0,0 1,0-1,1 0,0 0,0 1,0-1,1 0,-1 0,1 1,1-1,-1 0,1 0,0 0,0 0,0 0,1-1,0 1,-1-1,2 0,-1 1,0-1,1-1,2 3,5-2,1 0,-1 0,1-1,0-1,0 0,0 0,0-1,0-1,0 0,0-1,0 0,0-1,0 0,0-1,0 0,-1-1,5-2,-2 1,0 0,0-1,-1 0,1-2,-1 1,-1-2,0 0,0 0,0-1,-1 0,-1-1,0 0,0-1,-1 0,-1 0,0-1,0 0,-2-1,0 0,0 0,-1 0,-1-1,6-37,-3 0,-2-1,-2 0,-3 0,-5-35,-3-14,1 77,7 25,0-1,-1 1,1 0,0-1,0 1,-1 0,1-1,0 1,-1 0,1 0,0 0,-1-1,1 1,-1 0,1 0,0 0,-1 0,1 0,0-1,-1 1,1 0,-1 0,1 0,-1 0,1 0,0 0,-1 1,1-1,-1 0,1 0,0 0,-1 0,1 0,0 1,-1-1,1 0,0 0,-1 0,1 1,0-1,-1 0,1 1,0-1,-1 0,1 1,0-1,0 0,0 1,-1-1,1 0,0 1,0-1,0 1,0-1,0 0,0 1,0-1,0 1,0-1,0 0,0 1,0-1,0 1,0-1,0 0,0 1,0-1,1 1,-12 37,2 1,2 0,2 0,1 1,2 28,1-39,1-1,1 0,1 0,2 0,1 0,1-1,7 20,-9-38,-1 0,1 0,0 0,1 0,0-1,0 0,1 0,0 0,0-1,1 0,0 0,0-1,1 1,0-2,0 1,0-1,0 0,1-1,0 0,0 0,0-1,1 0,8 1,5 0,1-2,0 0,-1-1,1-2,0 0,0-1,20-6,-39 7,0-1,0 0,0 0,0 0,-1 0,1-1,-1 0,1 0,-1 0,0 0,0-1,0 1,-1-1,1 0,-1-1,0 1,0 0,0-1,-1 0,0 1,1-1,-2 0,1 0,-1 0,1 0,-1-1,-1 1,1 0,-1-1,0 1,0-2,0 2,0 1,0 0,0 0,0-1,-1 1,1 0,-1 0,0 0,0-1,-1 1,1 1,-1-1,0 0,0 0,-1 0,1 1,0 0,-1-1,0 1,0 0,0 0,0 0,-1 1,1 2,0 0,0 0,1 0,-1 1,0-1,0 1,0 0,1 0,-1 0,1 0,-1 0,0 1,1-1,0 1,-1 0,1 0,0 0,0 0,0 0,0 0,1 0,-1 0,0 1,1-1,0 1,-1 0,1-1,0 1,0 0,1-1,-1 1,0 0,1 1,-2 3,0 1,0-1,1 1,0 0,1-1,0 1,0 0,0 0,1-1,0 1,1 0,0-1,0 1,0-1,1 0,0 0,1 0,-1 0,1 0,1-1,-1 1,1-1,0 0,1-1,-1 1,1-1,0 0,0-1,3 2,13 9,-1 0,2-2,0-1,0-1,1 0,0-2,1-1,0-1,0-1,1-1,-1-2,12 1,3-6,-9-3</inkml:trace>
  <inkml:trace contextRef="#ctx0" brushRef="#br0" timeOffset="3000.082">2780 176,'14'-3,"20"3,27 2,29 4,25 3,22 0,9 0,-2 0,-11-3,-17-2,-24-1,-23-2,-21-1,-19 0</inkml:trace>
</inkml:ink>
</file>

<file path=ppt/ink/ink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14T06:27:46.244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1 340,'6'-1,"0"1,0-1,0 1,0 1,0-1,-1 1,1 0,0 0,0 1,0 0,-1 0,1 0,-1 0,1 1,-1 0,0 0,0 1,-1-1,1 1,-1 0,1 1,-1-1,0 1,-1-1,1 1,-1 0,0 0,2 6,4 8,0 0,-1 1,-1 0,-2 1,0-1,0 1,-1 12,6 74,-3-140,-6 31,1-24,1 1,2 0,0 0,2 0,1 0,0 1,2 0,1 1,1 0,10-14,-17 31,0 1,1-1,0 1,0 0,0 0,0 1,1 0,0 0,6-3,-10 6,-1 0,1 0,-1 0,1 0,-1 1,1-1,0 1,-1 0,1-1,0 1,-1 0,1 1,0-1,-1 0,1 1,-1 0,1-1,-1 1,1 0,-1 0,1 0,-1 1,0-1,1 1,-1-1,0 1,0 0,0-1,0 1,-1 1,5 7,-1 0,0 1,-1 0,0 0,-1 0,0 0,-1 0,-1 1,1-1,-2 1,1 0,-2-1,0 6,1 12,1-4,-2-11,2 1,-1 0,2 0,0 0,1-1,0 1,2 0,-4-12,0-1,0 0,0 0,0 1,0-1,1 0,-1 0,1 0,0-1,-1 1,1 0,0-1,0 1,0-1,0 1,0-1,1 0,-1 0,0 0,0 0,1 0,-1-1,1 1,-1-1,1 1,-1-1,1 0,-1 0,0 0,1 0,-1-1,1 1,-1-1,1 1,0-2,79-41,-69 32,0 0,-1-2,0 1,0-1,-2-1,1 0,-2-1,0 0,-1 0,0-1,-2 0,1 0,-2-1,0 1,-1-1,-1 0,0-8,-1 47,1 1,2 0,0-1,1 0,1 0,1-1,4 7,-9-19,1-1,0 0,1 1,0-2,1 1,-1 0,1-1,1 0,4 3,-9-7,1-1,0 0,0 0,-1-1,1 1,1-1,-1 1,0-1,0 0,0 0,1 0,-1-1,0 1,1-1,-1 0,0 1,1-2,-1 1,1 0,-1-1,0 1,0-1,1 0,-1 0,0-1,0 1,0 0,0-1,8-7,-1 0,0-1,-1 0,0 0,0-1,-1 0,-1 0,0-1,0 0,-2 0,1-1,-1 0,-1 0,0 0,-1 0,1-11,15-103,-27 162,4-15,2 0,0-1,2 1,0 0,1 0,1 0,1 0,1-1,0 1,2-1,0 0,3 4,-6-18,0 0,1 0,0-1,0 1,0-1,1 0,-1 0,1 0,0 0,0-1,0 0,1 0,-1 0,1-1,0 0,4 1,21 5</inkml:trace>
  <inkml:trace contextRef="#ctx0" brushRef="#br0" timeOffset="986.903">1418 367,'141'248,"-100"-165,-41-83,1 1,-1 0,1 0,0 0,0-1,-1 1,1-1,0 1,0 0,0-1,0 1,-1-1,1 0,0 1,0-1,0 0,0 0,0 1,0-1,0 0,0 0,0 0,0 0,0 0,0 0,0 0,0-1,0 1,0 0,0-1,0 1,0 0,0-1,0 1,-1-1,1 1,0-1,0 0,0 1,-1-1,1 0,0 1,-1-1,1 0,-1 0,1 0,-1 0,1 0,-1 0,27-48,-17 24,-1-1,-2 0,0-1,-2 0,-1 0,-1 0,-1 0,-1-6,-1 64,-2-14,1-1,1 0,0 1,1-1,1 1,1-1,0 0,1 0,1 0,0 0,1-1,1 0,0 0,1-1,8 11,-13-22,1 0,-1 0,0 0,1 0,0-1,-1 1,1-1,0 0,0 0,0 0,0-1,1 0,-1 0,0 0,1 0,-1 0,1-1,-1 0,0 0,1 0,-1 0,1-1,-1 0,0 0,1 0,-1 0,0-1,0 0,0 0,0 0,2-1,4-3,-1-1,1 0,-1 0,-1-1,1 0,-1 0,-1-1,1 0,-2-1,1 1,2-8,38-111,-49 135,0 1,1-1,0 1,0-1,1 1,-1-1,2 1,-1 0,1-1,0 1,1-1,-1 0,1 1,1-1,0 0,0 0,0 0,1-1,0 1,0-1,0 0,1 0,0 0,2 1,7-1,0 0,0 0,1-1,0-1,0-1,0 0,0-1,0 0,0-2,1 1,-1-2,0 0,1-1,-1 0,7-3,20 0,132 2,-172 2,0 1,0 0,0-1,-1 1,1-1,0 1,0-1,0 0,0 0,-1 0,1 0,-1 0,1 0,0 0,-1 0,0-1,1 1,-1-1,0 1,0-1,0 1,0-1,0 0,0 0,0 1,0-1,-1 0,1 0,-1 0,1 0,-1 0,0 0,0 0,0 0,0 0,0 0,0 1,-1-1,1-1,-28-73,22 67,0 0,-1 1,0 0,0 0,-1 1,0 0,-1 0,1 1,-1 0,0 0,-1 1,0 0,-1 0,7 4,-1-1,1 0,-1 1,1 0,-1 0,1 0,-1 1,1 0,-1-1,0 2,1-1,-1 0,1 1,-1 0,1 0,-1 0,1 1,-1-1,1 1,0 0,0 1,0-1,0 1,0-1,1 1,-1 0,1 0,0 1,0-1,0 1,-1 1,0 1,0 1,0 0,1 0,-1 0,1 0,1 0,0 1,0-1,0 1,1 0,0 0,0-1,1 1,0 0,1 0,0 0,0-1,0 1,1 0,0-1,1 1,-1-1,2 0,-1 0,1 0,0 0,0-1,1 1,0-1,0 0,0 0,1-1,-1 0,2 0,-1 0,0-1,1 0,0 0,0 0,0-1,0 0,1-1,-1 0,1 0,-1 0,1-1,0 0,2 0,29-8,-3-4</inkml:trace>
  <inkml:trace contextRef="#ctx0" brushRef="#br0" timeOffset="1190.359">2607 20,'-16'-5,"-12"-1,-5 0,-3 3,4 6,6 5,8 7,7 7,10 7,12 5,11 4,6 4,-1-4</inkml:trace>
  <inkml:trace contextRef="#ctx0" brushRef="#br0" timeOffset="2533.968">2647 567,'4'13,"0"0,1 0,0-1,0 1,2-2,0 1,0-1,1 0,0 0,2 1,-7-8,1 0,0 0,0 0,1-1,-1 1,1-1,0 0,0 0,0-1,0 1,0-1,1-1,-1 1,1-1,-1 1,1-1,-1-1,1 1,0-1,-1 0,1-1,0 1,-1-1,1 0,0-1,-1 1,-1-1,1 0,-1 0,0-1,1 1,-1-1,-1 0,1 0,0-1,-1 1,1-1,-1 1,0-1,0 0,-1 0,1-1,-1 1,0 0,0-1,0 1,0-3,15-101,-17 95,0 0,0 1,-1-1,-1 1,0-1,0 1,-1 0,-1 0,0 0,-1 0,0 1,-1 0,0 0,-1 0,0 1,-1 0,-3-4,-17-2,49 26,283 27,-301-37,1 1,-1 1,1-1,-1 0,0 1,1 0,-1 0,0 0,0 0,0 0,0 0,-1 1,1 0,-1-1,1 1,-1 0,0 0,0 0,0 1,-1-1,1 0,-1 1,0-1,0 1,0-1,0 1,0-1,-1 1,0 0,1-1,-1 1,-1 0,1-1,-1 1,1 0,-29 148,29-150,0 1,0-1,0 1,0-1,1 1,-1-1,1 0,0 1,0-1,0 0,0 1,0-1,0 0,1 0,-1 0,1 0,-1 0,1 0,0-1,0 1,0 0,0-1,0 1,0-1,0 0,0 0,0 0,1 0,-1 0,0 0,1-1,-1 1,1-1,-1 0,89 4,-90-4,25 0,-1-1,1-2,-1 0,0-2,0-1,0 0,-1-2,0-1,0-1,-1-1,-1-1,1-1,-2-1,15-12,-33 24,0 0,0 0,0 0,-1-1,1 1,-1-1,1 0,-1 1,0-1,0 0,0-1,0 1,-1 0,1 0,-1-1,0 1,0-1,0 1,0-1,-1 1,1-1,-1 0,0 1,0-1,0 1,-1-1,1 0,-1 1,0-1,0 1,0-1,-1 1,1 0,-1 0,1-1,-1 1,0 0,-1 0,1 1,0-1,-1 0,1 1,-2-1,-1 0,0 0,0 1,0-1,0 1,-1 1,1-1,-1 1,1 0,-1 0,1 0,-1 1,1 0,-1 0,0 1,1-1,-1 1,1 0,-1 1,1-1,0 1,-1 0,1 0,0 1,0 0,0 0,1 0,-1 0,1 1,0-1,0 1,0 0,0 1,1-1,-1 1,1-1,0 1,1 0,-3 4,3-4,0 0,0 0,0 1,0-1,1 1,0-1,0 1,0-1,1 1,0-1,0 1,0-1,1 1,-1 0,1-1,1 1,-1-1,1 0,0 0,0 1,1-1,-1 0,1-1,0 1,1 0,-1-1,1 0,0 0,0 0,0 0,0-1,1 1,-1-1,1 0,0 0,0-1,0 0,0 0,1 0,-1 0,0-1,1 0,4 1,-4-3,0 1,0-1,-1 0,1 0,0-1,-1 0,1 0,-1 0,0-1,0 0,0 0,0 0,0 0,-1-1,1 0,-1 0,0 0,0 0,1-2,59-94,-63 96,15-9,-12 41,-4-13,1 1,0 0,2 0,-1-1,2 1,0-1,4 7,-6-16,0 0,1-1,0 0,1 1,-1-1,1 0,0-1,0 1,0-1,1 1,-1-1,1 0,0-1,0 0,0 1,1-1,-1-1,1 1,0-1,5 1,-7-2,0 1,0-1,0-1,-1 1,1-1,0 1,0-1,0 0,0-1,0 1,0-1,0 0,0 0,0 0,0 0,-1 0,1-1,0 0,-1 0,0 0,1 0,-1 0,0-1,0 0,0 1,0-1,-1 0,1 0,-1-1,0 1,0 0,0-1,0 1,0-1,-1-1,6-19,-2-1,-1 0,-2 0,0 0,-1 0,-1 0,-2 0,-1 0,0 0,-2-1,-13-54,19 79,0 0,-1 0,1-1,0 1,1 0,-1 0,0 0,0 0,0 0,1 1,-1-1,0 0,1 0,-1 1,1-1,-1 1,1 0,-1-1,1 1,-1 0,1 0,-1 0,1 0,-1 0,1 0,-1 0,1 0,-1 1,1-1,-1 0,1 1,-1 0,1-1,-1 1,0 0,0 0,1-1,-1 1,4 1,13 2,0 1,-1 1,0 0,0 2,0 0,12 8,-23-12,0 0,0 1,0-1,-1 1,0 0,0 1,0-1,-1 1,0 0,0 0,0 0,-1 1,0-1,0 1,-1 0,0 0,0 0,1 6,0 27,-4-35,1 0,0 0,0 0,0 0,0 0,1 0,0 0,0 0,1 0,-1 0,1 0,0-1,0 1,0 0,1-1,0 0,0 0,0 0,0 0,1 0,-1 0,1-1,2 1,6 2,0-2,0 0,1 0,0-1,0-1,0 0,0-1,0 0,0-1,0 0,0-1,0-1,10-2,-10 3,0 0,-1-1,1-1,0 0,-1-1,0 0,0-1,0-1,-1 0,0 0,0-1,0 0,-1-1,0 0,-1-1,0 0,0 0,0-1,-2 0,1 0,-1-1,-1 0,5-11,-10 19,0 0,0 0,0 0,0 0,-1-1,1 1,-1 0,0 0,0-1,0 1,-1 0,1-1,-1 1,0 0,0 0,0 0,0 0,0 0,-1 0,1 0,-1 0,0 0,0 1,0-1,0 1,0-1,-1 1,1 0,-1 0,0 0,1 0,-1 0,0 1,0-1,0 1,0 0,0 0,0 0,-1 0,1 0,-1 1,0-1,-1-1,1 2,0-1,0 0,-1 1,1 0,0 0,-1 0,1 1,0-1,0 1,-1 0,1 0,0 1,0-1,0 1,0 0,1 0,-1 0,0 0,1 1,-1 0,1-1,0 1,0 0,0 1,1-1,-1 0,1 1,-1 0,1-1,0 1,0 0,1 0,-1 0,1 0,0 1,0-1,1 0,-1 0,1 1,0-1,0 0,0 0,0 1,1 0,4 6,1-1,0 1,1-1,0-1,0 1,1-1,0 0,0-1,1 0,1 0,-1-1,1 0,0-1,1 0,-1-1,1 0,0 0,1-1,-1-1,1 0,8 1,135 21,-82-20</inkml:trace>
</inkml:ink>
</file>

<file path=ppt/ink/ink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14T06:33:00.714"/>
    </inkml:context>
    <inkml:brush xml:id="br0">
      <inkml:brushProperty name="width" value="0.1" units="cm"/>
      <inkml:brushProperty name="height" value="0.1" units="cm"/>
      <inkml:brushProperty name="color" value="#33CCFF"/>
      <inkml:brushProperty name="ignorePressure" value="1"/>
    </inkml:brush>
    <inkml:brush xml:id="br1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54 200,'9'4,"12"2,14 0,12-1,13-2,8-1,5 0,1-2,0 2,-9 5,-10 7,-16-1</inkml:trace>
  <inkml:trace contextRef="#ctx0" brushRef="#br1" timeOffset="5329.519">0 360,'17'-8,"161"-6,-29-2,-21 0,-1 6,36 6,-121 6,-42-2,1-1,-1 1,0-1,1 1,-1-1,0 1,0-1,0 0,1 1,-1-1,0 1,0-1,0 0,0 1,0-1,0 0,0 1,0-1,0 1,0-1,-1 0,1 1,0-1,0 1,-1-1,1 0,0 1,0-1,-1 1,1-1,-1 1,1-1,0 1,-1 0,1-1,-1 1,1-1,-1 1,0 0,1 0,-1-1,0-1,-52-64,35 43</inkml:trace>
  <inkml:trace contextRef="#ctx0" brushRef="#br1" timeOffset="5634.702">575 13,'-19'-13,"33"15,302 109,-203-51,-108-57,0 1,-1-1,0 1,0 1,0-1,-1 0,1 1,-1 0,0 0,0 0,-1 0,1 0,-1 0,0 1,-1-1,1 1,-1-1,0 1,-1 0,1 0,-1 1,-4 9,0 0,-1-1,0 1,-2-1,0 0,0-1,-1 0,-1 0,-1-1,0 0,0 0,-1-1,-1 0,0-1,-4 2,-175 157,175-149,11-8</inkml:trace>
</inkml:ink>
</file>

<file path=ppt/ink/ink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14T06:33:09.878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364 257,'-11'1,"0"0,0 1,1 0,-1 1,1 0,-1 0,1 1,0 0,1 1,-1 0,1 1,0 0,0 0,0 1,1 0,0 1,-10 10,0 1,2 1,0 0,1 1,1 1,-1 4,2-4,1-1,2 1,0 1,1 0,2 1,0-1,1 1,2 1,0-1,2 1,0-1,2 17,1-35,0 1,0 0,1-1,0 1,0-1,0 0,1 1,0-1,0 0,0-1,1 1,0-1,0 1,1-1,-1 0,1-1,0 1,0-1,1 0,-1 0,1 0,0-1,0 0,0 0,0-1,1 0,-1 0,1 0,-1-1,1 0,-1 0,7 0,-1-1,0-1,0-1,0 1,0-2,0 0,-1 0,1-1,-1 0,0-1,0 0,-1-1,0 0,0-1,0 0,-1-1,0 0,7-8,3-3,-2-1,-1-1,0 0,-2-2,0 1,-2-2,8-17,-4 1,-2 0,-2-1,-1 0,-2-1,-2 0,-2-1,-1 1,-3-1,-1 0,-3-7,3 39,-1 0,0 0,-1 1,0-1,-1 0,0 1,-1 0,0-1,0 1,-1 1,-1-1,1 1,-2 0,1 0,-1 1,-5-6,9 12,0 0,0 0,-1 0,1 1,0-1,-1 1,1 0,-1 0,1 0,-1 0,0 0,1 1,-1 0,0 0,1 0,-1 0,0 0,1 1,-1-1,1 1,-1 0,1 0,-1 1,1-1,-1 1,1 0,0 0,-3 2,-5 3,1 1,-1 1,2 0,-1 0,1 1,1 1,-5 6,-4 7,1 1,2 1,0 1,2 0,1 0,1 1,2 0,0 1,2 0,1 0,2 1,0-1,2 1,1 0,2-1,1 1,1-1,1 0,2 0,1 0,5 8,7 5,2-2,2 0,1-2,3-1,0-1,3-1,0-1,3-2,0-2,15 9,-45-36,-2 0,0-1,1 1,-1-1,0 0,1 0,-1 0,1-1,0 1,-1 0,1-1,0 0,0 1,0-1,0-1,0 1,0 0,1-1,-1 1,0-1,0 0,0 0,1 0,-1-1,0 1,0-1,2 0,10-10</inkml:trace>
  <inkml:trace contextRef="#ctx0" brushRef="#br0" timeOffset="267.284">711 1006,'59'93,"-56"-85,-1-1,1 0,0 0,0 0,1 0,0-1,0 1,1-1,0 0,0 0,0-1,0 0,1 1,0-2,0 1,1-1,-1 0,1 0,0-1,0 0,0 0,0 0,1-1,-1 0,5 0,-2-2,0-1,0 0,0 0,0-1,-1 0,1-1,0 0,-1-1,0 1,0-2,0 1,0-2,-1 1,0-1,0 0,0 0,-1-1,0 0,0-1,-1 0,0 0,0 0,-1 0,0-2,0 3,-2 1,1-1,-1-1,0 1,0 0,-1-1,0 0,0 1,-1-1,0 0,0 0,-1 0,0 0,0 0,-1 0,0 1,-1-1,1 0,-1 1,-1-1,0 1,0-1,0 1,-1 0,0 0,0 1,-1-1,0 1,0 0,-3-2,2 2,-1 2,1-1,-1 1,-1 0,1 0,0 0,-1 1,0 1,0-1,0 1,0 1,0-1,0 1,0 1,-1 0,1 0,0 0,0 1,0 0,0 1,0 0,0 0,0 0,0 1,1 1,-1-1,1 1,0 0,0 1,0 0,1 0,-3 2,-12 11,1 1,1 1,1 0,0 1,2 1,-31 43</inkml:trace>
</inkml:ink>
</file>

<file path=ppt/ink/ink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14T06:33:08.953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333 118,'-17'4,"0"1,0 1,1 0,0 1,0 0,0 2,1 0,1 0,-1 2,1 0,1 0,0 1,1 1,0 0,1 0,1 1,0 1,0 0,2 0,0 1,1 0,0 0,1 2,-2 5,2 1,0 0,1 0,2 0,0 0,2 1,1 4,0-16,1-1,0 1,1 0,0-1,1 1,0-1,1 0,1 0,0-1,0 1,1-1,0 0,1 0,6 6,-8-12,-1 0,2 0,-1 0,0-1,1 0,0 0,0 0,0-1,0 0,1 0,-1-1,1 1,0-1,0-1,0 1,-1-1,1-1,0 1,1-1,-1 0,0-1,6 0,0-2,-1 0,1-1,-1 0,0-1,0 0,0 0,-1-2,0 1,0-2,-1 1,1-1,-1-2,10-11,-1-1,-1-2,-1 0,-2 0,0-2,-1 1,-2-2,-1 0,-1 0,-1-1,-1-1,-2 1,0-1,-2 0,-2 0,0 0,-2-1,-2-11,3 30,-1-1,0 0,-1 0,0 0,-1 0,0 1,-1-1,0 1,-1-1,0 1,0 0,-2 1,1-1,-1 1,-1 0,0 0,0 1,-1 0,-2-2,7 9,-1 1,0-1,1 0,-1 1,0 0,0 0,0 0,0 0,0 1,0-1,0 1,0 0,0 0,0 1,0-1,0 1,0 0,0 0,0 0,0 1,0-1,1 1,-1 0,-76 59,67-44,-1 2,2 0,1 0,0 1,1 0,1 1,2 0,0 0,0 1,2 0,1 0,1 0,1 0,1 1,0-1,2 1,1-1,0 1,2-1,1 0,0 0,2-1,0 0,7 13,13 21,3-1,31 43,-37-63,-2 0,-1 2,-2 1,-2 0,-1 1,-1 1,2 18,-5 26,-10-54</inkml:trace>
  <inkml:trace contextRef="#ctx0" brushRef="#br0" timeOffset="271.28">761 854,'-3'18,"0"13,1 10,-1 8,2 3,0 4,0 0,3 0,3-3,4-5,3-10,1-10</inkml:trace>
</inkml:ink>
</file>

<file path=ppt/ink/ink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14T06:33:08.009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266 52,'-20'14,"0"1,1 0,1 1,0 1,1 1,1 0,1 1,1 1,0 0,2 1,0 1,1 0,1 0,2 1,0 0,1 1,1-1,0 8,2-14,0 0,2 0,-1 1,2-1,1 1,0-1,1 1,0-1,2 1,0-1,1 0,1 0,0 0,1-1,1 0,1 0,7 11,-12-23,0 0,1 0,-1-1,1 1,0-1,0 0,0 0,1-1,-1 1,1-1,-1 0,1 0,0 0,-1-1,1 1,0-1,0-1,0 1,0-1,1 1,-1-1,0-1,0 1,0-1,0 0,0 0,0 0,-1-1,1 0,0 0,-1 0,1-1,11-9,0 0,-1-2,-1 0,0 0,-1-1,-1-1,0 0,-1-1,-1 0,-1-1,0 0,-1 0,-1-1,-1 0,4-20,1 0,-2 0,-2-1,-1 0,-2-1,-2 1,-2-1,-3-17,2 45,-1 1,0 0,-1-1,-1 1,0 0,0 0,-1 1,-1-1,0 1,4 8,0-1,0 1,0 0,0 0,0 1,-1-1,0 0,1 1,-1-1,0 1,0 0,0 0,-1 0,1 1,0-1,-1 1,1 0,-1 0,1 0,-1 0,1 0,-1 1,0 0,0-1,1 1,-1 1,0-1,1 1,-1-1,1 1,-1 0,-2 1,-3 2,1 0,-1 0,1 1,0 0,0 1,1 0,0 0,0 0,0 1,1 0,0 0,0 1,0 0,1 0,1 0,-1 2,-5 10,1-1,1 1,1 1,1 0,1 0,-1 15,3-12,1 0,1-1,2 1,0 0,2 0,0 0,2-1,0 0,2 0,8 21,9 10,2 0,3-1,27 37,-33-56,-2 0,-1 2,-1 0,-3 1,-1 0,7 28,-16-38</inkml:trace>
  <inkml:trace contextRef="#ctx0" brushRef="#br0" timeOffset="329.119">681 735,'5'-2,"-1"2,1-1,-1 0,1 1,-1 0,1 0,-1 0,1 1,-1-1,0 1,1 0,-1 0,0 1,1 0,-1-1,0 1,0 0,0 1,-1-1,1 1,-1 0,1 0,-1 0,0 0,0 0,0 1,0-1,-1 1,1 0,-1 0,0 0,1 2,-3 6,0 0,-1 0,0-1,-1 1,0-1,-1 1,0-1,-1 0,0 0,-1 0,0 0,-1-1,0 0,-3 3,7-8,-95 163,97-167,-1 0,0 1,0-1,1 0,-1 0,1 1,0-1,-1 0,1 1,0-1,0 0,-1 1,1-1,0 1,1-1,-1 0,0 1,0-1,0 0,1 1,-1-1,1 0,-1 1,1-1,0 0,-1 0,1 0,0 1,0-1,0 0,0 0,0 0,0 0,0-1,0 1,0 0,0 0,0-1,1 1,-1 0,0-1,0 1,1-1,-1 0,0 1,1-1,-1 0,1 0,0 0,23 2,1 0,-1-2,0-1,1-2,-1 0,0-1,0-2,16-5,-7 3,67-17,-6 2</inkml:trace>
</inkml:ink>
</file>

<file path=ppt/ink/ink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14T06:33:07.020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211 176,'-25'32,"0"2,2 1,1 0,3 2,0 0,3 2,1-1,1 2,3 0,-1 7,10-40,0-1,0 1,1 0,0 0,0 0,0 0,1 0,0 0,0 0,1 0,0 0,0 0,1 0,0 0,0-1,0 1,1 0,0-1,1 0,-1 0,1 0,0 0,0-1,1 1,0-1,0 0,1 0,-1-2,1-1,0 1,-1-1,1-1,0 1,0-1,0-1,0 1,0-1,0 1,0-2,0 1,0-1,0 0,0 0,0-1,-1 1,1-1,0 0,-1-1,1 0,-1 0,0 0,4-3,5-4,0-1,0-1,-1 0,-1-1,0 0,-1-1,9-14,-1-1,-2-1,-1 0,-1-2,-2 0,-1 0,-1-1,-2 0,-2-1,-1 0,-1 0,-2-1,-1-22,-3 42,0 0,-1 0,0 1,-1-1,-1 1,-1 0,-4-10,8 19,-1 1,0 0,0 0,-1-1,1 2,-1-1,0 0,0 0,0 1,-1 0,1 0,-1 0,0 0,1 0,-1 1,-1-1,1 1,0 0,0 1,-1-1,1 1,-1-1,0 1,1 1,-1-1,-1 1,0 0,0 1,0 0,0 0,0 1,0-1,0 1,0 1,0-1,1 1,-1 0,1 0,0 1,0-1,0 1,1 0,-1 0,1 1,0 0,0 0,0 0,0 0,-5 9,0 0,1 1,1 0,0 0,1 0,0 1,0 6,2-3,0-1,2 1,0 0,1 0,1 0,1 0,1-1,0 1,2 0,0-1,1 0,0 0,2 0,4 9,17 30,3-1,3-2,27 35,35 56,-81-118,-6-8</inkml:trace>
  <inkml:trace contextRef="#ctx0" brushRef="#br0" timeOffset="393.599">613 603,'96'-18,"-93"18,0 0,0 0,0 0,0 0,0 0,0 1,0-1,0 1,-1 0,1 0,0 0,0 0,-1 1,1-1,-1 1,1 0,-1-1,1 1,-1 0,0 0,0 1,0-1,0 0,-1 1,1-1,0 1,-1-1,0 1,0 0,1 2,-1 4,0-1,-1 1,0-1,0 1,-1-1,-1 1,1-1,-1 0,0 1,-1-1,0 0,0 0,-1-1,0 1,-1-1,1 0,-1 0,0 0,-2 0,7-6,0-1,0 1,0-1,0 1,0-1,0 1,0-1,0 0,1 1,-1-1,0 1,0-1,0 1,1-1,-1 0,0 1,0-1,1 0,-1 1,0-1,1 0,-1 1,0-1,1 0,-1 0,0 1,1-1,-1 0,1 0,-1 0,1 0,-1 1,0-1,1 0,-1 0,1 0,-1 0,1 0,-1 0,1 0,-1 0,1 0,-1 0,0-1,1 1,-1 0,1 0,-1 0,1 0,-1-1,0 1,1 0,-1-1,0 1,1 0,-1 0,0-1,1 1,-1-1,0 1,0 0,1-1,-1 1,0-1,0 1,0 0,1-1,5-1,9-3,1 0,-1 1,1 1,0 0,0 1,-1 1,1 1,0 0,0 1,0 0,0 2,0 0,0 0,-1 2,0 0,2 1,-13-4,-1 1,1 0,-1 0,1 0,-1 0,0 0,0 1,0-1,0 1,-1 0,0 0,0 0,0 0,0 0,0 1,-1-1,0 0,0 1,0-1,0 1,-1-1,0 1,0 0,0-1,0 1,-1-1,-1 5,0 2,-2 1,1-1,-2 0,1 0,-2-1,1 1,-1-1,-1 0,0 0,-2 1,-5 5,-1 0,0-1,-1-1,-1-1,0 0,-1-1,0-1,-1 0,0-2,0 0,-1-1,-4 0,-9-1,10-5</inkml:trace>
</inkml:ink>
</file>

<file path=ppt/ink/ink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14T06:33:15.013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0 65,'9'151,"-8"-98,2 1,3-1,10 41,-14-87,-1 0,1 0,0 0,1 0,-1 0,1-1,1 1,-1-1,1 0,1 0,-1 0,1 0,0-1,0 0,0 0,1 0,-1 0,1-1,0 0,1-1,-1 1,1-1,0 0,-1-1,1 0,0 0,4 1,28 1,1-1,0-2,0-2,0-1,16-4,-18 2,51-5,-7 1</inkml:trace>
  <inkml:trace contextRef="#ctx0" brushRef="#br0" timeOffset="552.218">1163 38,'-28'0,"0"2,0 1,0 1,0 2,1 0,0 2,0 1,1 1,0 1,-15 10,37-20,1 0,-1 1,1-1,0 1,0 0,-1 0,1 0,0 0,1 0,-1 1,0-1,1 1,-1 0,1 0,0 0,0 0,0 0,0 0,0 0,1 1,0-1,-1 1,1-1,1 1,-1 0,0-1,1 1,0 0,0-1,0 1,0 0,1-1,-1 1,1 0,0 1,6 2,0 0,0 0,1-1,0 0,0 0,0-1,1 0,0-1,0 0,0 0,0-1,1 0,-1-1,8 2,-11-3,140 33,-89-22,0 2,-2 2,4 4,6 17,-64-36,1 0,-1 0,1 1,-1-1,1 0,-1 1,0-1,0 1,0 0,0-1,0 1,0 0,0 0,-1-1,1 1,0 0,-1 0,0 0,1 0,-1 0,0 0,0 0,0 0,0 0,-1 0,1-1,0 1,-1 0,1 0,-1 0,0 0,1 0,-1-1,0 1,0 0,-9 7,0 0,-1 0,0-1,0 0,0-1,-1-1,-1 1,1-2,-1 0,1 0,-1-1,-1-1,1 0,-7 0,19-3,-31 9,-1-2,0-2,0-1,-1-1,1-2,-7-1,40 0,0-1,1 1,-1 0,0-1,1 1,-1 0,0-1,1 1,-1-1,0 1,0-1,1 1,-1 0,0-1,0 1,0-1,0 1,0-1,0 1,0-1,0 1,0-1,0 1,0-1,0 1,0-1,0 1,0-1,0 1,0-1,-1 1,1-1,0 1,0-1,-1 1,1 0,0-1,-1 1,1 0,0-1,-1 1,1 0,0-1,-1 1,1 0,-1-1,1 1,-1 0,1 0,-1 0,1 0,-1-1,1 1,-1 0,1 0,-1 0,1 0,-1 0,1 0,-1 0,1 0,-1 0,1 1,0-1,-1 0,0 0,21-15</inkml:trace>
  <inkml:trace contextRef="#ctx0" brushRef="#br0" timeOffset="1177.547">1685 239,'0'12,"-1"98,6 0,9 48,-10-134,-4-24,0 0,0 0,-1 0,1 0,0 1,0-1,0 0,0 0,-1 0,1 0,0 0,0 0,0 0,0 0,0 0,0 0,-1 0,1 0,0 1,0-1,0 0,0 0,0 0,0 0,-9-23,8 20,-21-61,4-1,2-1,3-1,3 0,3-1,1-39,6 101,7-69,-6 73,0-1,-1 1,1 0,0-1,1 1,-1 0,0 0,1 0,-1 0,1 0,-1 0,1 0,0 1,0-1,0 1,0-1,0 1,0 0,0 0,1 0,-1 0,0 0,1 0,-1 0,1 1,-1-1,0 1,1 0,15-1,0 2,-1 0,1 1,0 1,-1 0,0 1,1 1,-2 1,1 1,-1 0,0 1,0 0,-1 2,-11-9,0 1,0 0,-1 0,1 1,-1-1,1 1,-1 0,0 0,0 0,0 0,-1 0,1 0,-1 1,1 0,-1-1,-1 1,1 0,0 0,-1 0,0 0,0 0,0 0,0 0,-1 1,1-1,-1 0,0 0,0 0,-1 1,1-1,-1 0,0 0,0 0,-1 0,1 0,-1 0,0 0,0 0,0-1,0 1,-1-1,-10 10,-1-1,0 0,0-1,-2-1,1 0,-1-2,0 1,-1-2,-4 1,-10 7,11-5,20-10,0 0,1-1,-1 1,0 0,0 0,1 0,-1 0,0 0,1 0,-1 0,0 0,1 0,-1 0,0 0,1 0,-1 0,0 0,0 0,1 0,-1 0,0 0,1 0,-1 0,0 0,1 0,-1 1,0-1,0 0,1 0,-1 0,0 0,0 1,0-1,1 0,-1 0,0 1,0-1,0 0,1 0,-1 1,0-1,0 0,0 1,0-1,0 0,0 1,0-1,0 0,0 0,0 1,0-1,0 0,0 1,0-1,0 0,0 1,0-1,0 0,0 1,0-1,-1 0,1 0,0 1,0-1,82 6,-57-6,0 1,1 0,-1 2,0 1,-1 1,1 1,-1 2,0 0,-1 1,0 2,0 0,6 6,-25-15,-1 0,0 0,0 0,0 1,0-1,0 1,-1 0,1 0,-1 0,0 0,0 1,0-1,0 0,0 1,-1-1,0 1,0 0,0 0,0-1,0 1,-1 0,1 0,-1 0,0 0,0-1,-1 1,1 0,-1 0,0 0,0-1,0 1,0 0,-1-1,0 2,-9 8,0-1,-1 0,0-1,-1-1,0 0,-1 0,0-1,0-1,-1 0,0-1,-1-1,1 0,-13 2,-20 7,-1-2,0-2,-1-3,-10 0,-21 0</inkml:trace>
</inkml:ink>
</file>

<file path=ppt/ink/ink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14T06:33:14.434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1 787,'26'-3,"1"-1,-1-2,0 0,0-2,-1 0,0-2,0-1,-1-1,17-12,-35 21,5-2,0 0,0-1,-1-1,1 1,-2-1,1-1,-1 0,0-1,0 1,-1-2,-1 1,2-2,-9 10,0 0,1 0,-1 0,1 0,-1 0,0 0,0 0,0 0,1 0,-1 0,0 0,0 0,0 0,-1 1,1-1,0 0,0 0,0 0,-1 0,1 0,0 0,-1 0,1 0,-1 0,1 1,-1-1,0 0,1 0,-1 1,0-1,1 0,-1 1,0-1,0 0,0 1,1 0,-1-1,0 1,0-1,0 1,0 0,0-1,0 1,0 0,0 0,0 0,0 0,0 0,-50-1,46 2,0 0,0 0,0 1,0-1,0 1,0 1,0-1,1 1,-1-1,1 1,0 1,0-1,0 0,0 1,0 0,1 0,0 0,0 0,0 1,0-1,1 1,-1 0,1 0,1 0,-1 0,1 0,-1 0,1 0,1 0,-1 0,1 1,0-1,0 0,1 3,0 1,0 0,0 0,1 0,1 0,0 0,0-1,0 1,1-1,0 0,1 0,0 0,0-1,1 1,0-1,0-1,0 1,1-1,7 6,-8-8,-1-1,1 1,0-1,0 1,0-2,0 1,0-1,0 0,1 0,-1-1,1 0,0 0,-1 0,1-1,0 0,-1 0,1-1,0 0,-1 0,1 0,-1-1,1 0,-1 0,0-1,0 0,2-1,3-4,0 0,-1-1,0 0,-1-1,0 0,-1 0,0-1,0 0,-1 0,-1-1,0 0,0 0,1-7,15-26,-20 41,-1-1,1 1,0 0,0 0,1 0,-1 0,1 1,0-1,0 1,0 0,0-1,1 1,-1 1,1-1,0 0,-1 1,1 0,1 0,-1 0,0 0,0 1,1 0,-1 0,0 0,1 0,-1 0,1 1,0 0,-1 0,1 1,1-1,7 5,0 1,-1 0,1 0,-1 1,-1 1,1 0,-1 1,-1 0,0 0,0 1,-1 1,0 0,0 0,-1 0,-1 1,3 7,-8-16,0 0,0 0,-1 0,1 0,-1 0,0 1,0-1,0 0,0 1,0-1,-1 1,0-1,0 0,0 1,0-1,0 1,-1-1,1 0,-1 1,0-1,0 0,0 1,0-1,-1 0,1 0,-1 0,0 0,0 0,0-1,0 1,-1 0,1-1,-1 0,1 0,-1 1,0-1,0-1,-3 2,4-1,-1-1,0 0,0 1,1-1,-1-1,0 1,0 0,0-1,0 0,0 1,0-1,0 0,0-1,0 1,0 0,0-1,0 0,0 0,0 0,0 0,0 0,1 0,-1-1,0 1,1-1,-1 0,1 0,0 0,0 0,-1 0,1 0,1-1,-1 1,0-1,0 1,1-1,0 0,-1 1,1-1,0 0,1 0,-1 0,0 0,1 0,-1 0,1 0,0 0,0 0,1 0,-1-1,5-10,0 0,1 1,0-1,1 1,1 1,0-1,0 1,2 0,-1 1,1 0,4-2,11-16,1 1,-1-1,-1-1,-2-1,-1-2,-2 0,-1-1,-1 0,-3-1,1-6,-9 23,-1-1,0 1,-2-1,0 1,-2-1,0 0,-1 0,0 0,-2 0,0 0,-1 0,-1 1,-1-2,4 19,1 0,0-1,0 1,0 0,-1 0,1 0,-1 0,1 0,-1 0,1 0,-1 0,0 0,1 0,-1 0,0 0,0 1,1-1,-1 0,0 0,0 1,0-1,0 0,0 1,0-1,0 1,0 0,0-1,-1 1,1 0,0 0,0-1,0 1,0 0,0 0,0 0,-1 0,1 1,0-1,0 0,0 0,0 1,0-1,0 1,0-1,0 1,0-1,0 1,0-1,0 1,0 0,0 0,0-1,0 2,-6 8,0 1,1-1,0 1,0 1,2-1,-1 1,1-1,1 1,0 0,1 1,0 5,2-17,-9 38,2 1,2-1,2 1,2 0,1 0,2 0,2 0,1 0,3-1,1 0,1 0,2-1,2 0,3 0,-12-26,1 0,1 0,0-1,1 0,0 0,1-1,0 0,0-1,1 0,1 0,-1-1,1 0,0-1,1 0,0-1,0 0,1-1,-1 0,1-1,10 2,-17-6,1-1,-1 1,1-1,-1 0,1 0,-1-1,0 0,0 0,0-1,0 1,0-1,0-1,-1 1,1-1,-1 0,0 0,0 0,-1-1,1 0,-1 1,2-4,7-10,-1 0,0-1,-1 0,-1-1,5-15,-6 13,-1 0,-1-1,0 0,-2 0,1-20,-9 39,-3 15,-1 3,1 0,1 0,0 1,1 0,1 0,0 1,1-1,0 0,2 1,0-1,0 1,1-1,3 9,-1-15,1-1,0 1,1-1,0 0,0 0,1 0,0-1,0 0,1 0,0-1,0 1,1-1,-1-1,1 0,0 0,1 0,-1-1,1 0,0-1,0 0,0 0,1-1,-1 0,0-1,1 0,-1 0,1-1,-1-1,1 1,6-2,26-3</inkml:trace>
  <inkml:trace contextRef="#ctx0" brushRef="#br0" timeOffset="263.294">776 426,'22'-7,"31"-2,34-2,33-1,31 1,25 1,18 1,-24 3</inkml:trace>
</inkml:ink>
</file>

<file path=ppt/ink/ink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14T06:33:12.612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266 357,'-28'25,"2"1,1 1,2 1,0 1,2 1,1 1,1 1,2 0,1 1,2 1,-6 23,16-44,2-1,-1 0,1 1,1-1,0 1,1 0,0-1,1 1,1 0,0-1,-2-8,1 1,1-1,-1 0,0 0,1 0,0 0,0 0,0 0,0 0,1-1,0 1,-1-1,1 0,1 0,-1 0,0 0,1 0,-1-1,1 1,0-1,0 0,0 0,0 0,0-1,0 0,0 0,0 0,1 0,-1 0,2-1,9-1,0-1,1-1,-1 0,0-1,0 0,-1-1,1-1,-1-1,-1 0,1-1,-1 0,0-1,-1 0,0-1,-1 0,1-1,2-4,3-4,1 0,-2-1,-1 0,0-2,-2 1,0-2,-2 0,0 0,-2-1,0 0,-2-1,-1 1,0-1,-2-1,-1 1,-1-1,-2 1,0-1,-2-6,1 6,-2 1,-1-1,-1 1,-1 0,-1 1,-1 0,-1 0,-2 0,0 1,-1 1,-4-5,12 21,0 1,1 0,-2 0,1 0,0 0,-1 0,0 1,0 0,-1 0,1 0,-1 1,0 0,1 0,-2 0,1 1,0 0,0 0,-1 1,1-1,-1 1,1 1,-1-1,1 1,-1 0,1 1,-1 0,1 0,-1 0,1 0,-2 2,-2 1,0 1,0 1,0 0,1 0,0 0,1 1,-1 1,1-1,0 2,1-1,0 1,1 0,-1 0,2 1,-1-1,1 1,1 1,0-1,0 3,-2 5,1 0,1 1,1-1,0 1,1 0,2-1,-1 1,2 0,1 0,0-1,2 4,14 33,2 0,2-1,3-1,2-2,2 0,2-2,26 29,-54-72,178 249,-176-249,-3-3,0 1,0-1,0 0,1 0,0 0,-1 0,1-1,0 1,0-1,1 1,-1-1,0 0,1-1,2 2,5-2</inkml:trace>
  <inkml:trace contextRef="#ctx0" brushRef="#br0" timeOffset="308.697">774 919,'-5'122,"5"-118,1 0,0 1,0-1,0 0,1 0,0 0,-1 0,1-1,1 1,-1 0,0-1,1 1,0-1,0 0,0 0,0 0,0-1,1 1,-1-1,1 1,-1-1,1 0,0 0,0-1,0 1,4 0,1-1,0 0,-1 0,1-1,0 0,0 0,-1-1,1 0,0-1,-1 0,1 0,-1-1,0 0,0 0,0-1,0 0,0-1,-1 1,0-1,0-1,0 0,-1 0,1 0,-2 0,1-1,-1 0,0 0,0-1,-1 1,0-1,0 0,-1 0,0-1,0 1,-1-1,0 1,-1-1,0 0,0 1,-1-1,0 0,0 0,-1 1,0-1,-1 0,0 1,-1-2,1 4,-1 1,0 0,0-1,0 1,-1 1,0-1,0 0,0 1,-1 0,1 0,-1 0,0 1,0-1,0 1,0 0,-1 1,1-1,-1 1,0 0,0 1,0-1,0 1,0 1,0-1,0 1,0 0,0 0,0 0,0 1,-3 1,-4-1,1 2,-1 0,1 0,0 2,0-1,0 1,0 1,1 0,0 1,0 0,1 0,0 1,-9 10,15-16,1 1,0 0,0 1,0-1,1 0,-1 1,1-1,0 1,0 0,0 0,0 0,1 0,-1 0,1 0,0 0,1 1,-1-1,1 0,-1 0,1 1,1-1,-1 0,1 1,-1-1,1 0,0 0,1 0,0 2,17 23</inkml:trace>
</inkml:ink>
</file>

<file path=ppt/ink/ink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14T06:33:11.399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0 321,'25'0,"22"-2,19-3,12-4,8-1,4 0,-1 2,-5 3,-11 1,-11 3,-16 0</inkml:trace>
  <inkml:trace contextRef="#ctx0" brushRef="#br0" timeOffset="277.256">94 455,'16'0,"14"0,14 0,12-2,11-4,5-2,2-2,0 0,-6 2,-8 0,-14 2</inkml:trace>
  <inkml:trace contextRef="#ctx0" brushRef="#br0" timeOffset="582.978">602 0,'5'6,"0"-1,0 0,0-1,1 1,-1-1,1 0,0 0,1 0,-1-1,0 0,1-1,0 1,0-1,2 0,-7-1,67 19,-1-4,58 6,95 23,-202-39,0 0,0 1,0 1,-1 1,17 10,-30-16,0 0,0 1,-1-1,0 1,1 0,-1 0,-1 0,1 1,-1-1,1 1,-1 0,0 0,-1 0,0 0,1 1,-2-1,1 1,0-1,-1 1,0 0,-1-1,1 6,-4 3,0 0,-1 0,-1-1,0 0,0 0,-2 0,1 0,-2-1,0 0,0-1,-1 1,0-2,-1 1,0-1,-9 5,-61 59,-3-4,-58 35,88-67</inkml:trace>
</inkml:ink>
</file>

<file path=ppt/ink/ink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14T06:33:21.615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1 187,'2'0,"5"0,11 3,14 0,12 2,13 1,14-2,12 0,7-2,5-1,-1 0,-7-6,-9-4,-18 0</inkml:trace>
  <inkml:trace contextRef="#ctx0" brushRef="#br0" timeOffset="352.661">575 0,'22'0,"14"5,53 6,0 4,-1 4,-1 3,24 13,-97-30,-1 1,0 0,-1 1,0 0,0 1,0 1,8 7,-17-13,0 0,0 1,0-1,0 1,0-1,-1 1,1 0,-1 0,0 0,-1 0,1 0,-1 1,1-1,-1 0,0 1,-1-1,1 1,-1-1,0 1,0-1,0 1,-1-1,0 1,1-1,-2 1,1 0,-8 12,0 0,-1-1,0 0,-2 0,0-1,0-1,-2 0,1-1,-2 0,-10 7,14-11,-145 125,139-115</inkml:trace>
</inkml:ink>
</file>

<file path=ppt/ink/ink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14T06:33:22.615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258 361,'-32'41,"1"1,3 1,1 2,2 0,3 2,1 1,-12 45,25-72,1 1,0-1,2 1,1 0,1 1,0-1,2 1,1 9,0-28,0 0,0-1,0 1,1 0,0-1,-1 1,1-1,0 1,1-1,-1 0,1 1,-1-1,1 0,0 0,0 0,1 0,-1 0,0-1,1 1,0-1,0 1,-1-1,1 0,1 0,-1 0,0-1,0 1,1-1,-1 0,0 0,1 0,0 0,1 0,8-3,-1-1,1-1,-1 0,1 0,-1-1,0-1,-1 0,1-1,-1 0,-1 0,1-1,-1-1,-1 0,0 0,0-1,-1 0,7-10,12-14,-2-1,-1 0,-2-2,-1-1,-2 0,-2-2,-2 0,-1-1,-2 0,-2-1,-2 0,-2 0,-1-1,-3 0,-1 0,-2-2,1 32,0 0,0 0,-1 0,-1 0,0 0,-1 0,-1 0,1 1,-2 0,0 0,0 0,-1 0,-1 1,0 0,0 0,-1 1,-1 0,-4-4,9 11,0 1,-1-1,1 1,-1 0,0 0,1 1,-1-1,0 1,0 0,0 1,0-1,0 1,0 0,0 0,0 0,0 1,0 0,0 0,0 0,0 0,0 1,1 0,-1 0,0 0,1 1,0 0,0-1,-1 1,2 1,-1-1,-7 6,0 1,1 0,0 1,1 0,0 0,1 1,0 0,1 0,0 1,0 3,1 4,0 0,1 1,1 0,1-1,1 1,1 0,1 0,1 1,0-1,2-1,0 1,2 0,0-1,1 0,1 0,1 0,1-1,0 0,1-1,2 0,1 2,93 130,-64-93,-2 1,26 51,-57-91,0 1,-1 1,0 0,-2 0,0 0,-2 1,0 0,-1-1,-2 2,0-1,-1 8,-4 12</inkml:trace>
  <inkml:trace contextRef="#ctx0" brushRef="#br0" timeOffset="2495.602">820 936,'0'-2,"0"3,0 12,0 11,0 14,0 12,0 6,0 2,0-3,0-9,0-10,2-14,1-10</inkml:trace>
  <inkml:trace contextRef="#ctx0" brushRef="#br0" timeOffset="2781.917">726 869,'10'-1,"-1"0,1 1,0 0,-1 0,1 1,0 0,-1 1,1 0,-1 1,0 0,0 0,0 1,0 0,0 0,-1 1,0 0,0 1,0 0,0 1,10 6,0 1,0 1,-2 1,0 0,-1 1,0 1,-1 0,-2 1,0 0,-1 1,0 1,-2-1,0 2,-2-1,0 1,-2 0,2 11,-6-26,1-1,-1 1,0 0,-1 0,0 0,0 0,0 0,-1 0,0-1,0 1,-1 0,0 0,0-1,0 1,-1-1,0 0,0 0,-1 0,0 0,0 0,0-1,0 0,-1 0,0 0,0 0,-1-1,1 0,-6 3,-1-3,1 0,-1-1,1-1,-1 0,0-1,0 0,0-1,0 0,0 0,0-2,1 1,-1-2,0 1,1-2,0 1,-10-6,3-1,7 0</inkml:trace>
</inkml:ink>
</file>

<file path=ppt/ink/ink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14T06:33:26.018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270 354,'-21'14,"1"1,0 0,1 2,0 0,2 1,0 1,1 1,1 0,1 1,1 0,0 1,2 1,1 0,0 0,2 1,1 1,1-1,1 1,1 0,0 2,4-22,0 0,-1 0,1-1,1 1,-1 0,1-1,0 1,0 0,0-1,0 1,1-1,0 0,0 1,0-1,1 0,-1 0,1 0,0-1,0 1,0-1,1 1,-1-1,1 0,-1 0,1-1,0 1,0-1,1 0,-1 0,0 0,1 0,-1-1,1 0,0 0,-1 0,1 0,0-1,-1 0,5 0,4-4,-1-1,0 0,0 0,0-1,-1-1,0 0,0-1,0 0,-1 0,-1-1,1 0,-1-1,-1 0,0 0,0-1,-1 0,-1-1,0 1,3-8,11-19,-2-2,-1 0,-3-1,0 0,-3-1,-2-1,-1 0,-3 0,-1 0,-2-1,-2 1,-3-9,-15-56,17 103,-1 0,1 1,-1-1,0 0,-1 1,1-1,-1 1,0 0,0 0,0 0,0 0,-1 0,1 1,-1-1,0 1,0 0,-1 0,1 1,-4-2,3 3,-1 1,0 0,0 1,1 0,-1-1,0 2,1-1,-1 1,1 0,-1 0,1 0,0 1,0-1,0 1,0 1,1-1,-1 1,1-1,0 1,0 1,0-1,0 0,1 1,0 0,0 0,0 0,1 0,-1 0,0 4,-4 6,0-1,2 1,-1 0,2 0,0 1,1-1,0 1,2 0,-1 0,2 0,0 0,1 0,1 0,1 3,3 11,2-1,1 1,1-2,1 1,2-2,1 0,1 1,86 132,-68-112,-1 1,-3 1,-2 2,-2 1,5 23,-27-69,-1 0,0 0,0 0,-1 0,1 0,-2 0,1 0,-1 1,0-1,-1 6,-4 4</inkml:trace>
  <inkml:trace contextRef="#ctx0" brushRef="#br0" timeOffset="1512.86">1220 875,'-9'35,"-5"-43,7 1,0 0,0 1,-1-1,0 1,0 1,0-1,-1 2,0-1,0 1,0 0,0 1,0 0,-1 1,1 0,-1 0,0 1,0 0,0 0,1 2,-1-1,0 1,0 0,0 1,1 0,-1 1,1 0,0 0,-4 3,1 3,0 1,1 1,0 0,1 1,0 0,1 0,0 1,1 0,0 1,1-1,1 2,0-1,1 1,0-1,1 1,1 1,1-1,0 0,1 1,0-1,1 1,1-1,1 1,0-1,2 4,-3-10,1 0,0 0,1 0,0 0,1-1,0 1,0-1,1 0,-1 0,2 0,-1-1,1 0,1 0,-1 0,1-1,0 0,0 0,1-1,0 0,0 0,0-1,0 0,1 0,0-1,-1 0,1-1,0 0,9 1,12-4,0-1,-1-2,1-1,-1-1,0-2,-1 0,0-2,0-2,-1 0,0-1,9-8,-26 16,51-26,-12 4</inkml:trace>
</inkml:ink>
</file>

<file path=ppt/ink/ink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14T06:33:34.987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69 0,'6'64,"-3"-1,-2 1,-3 0,-3-1,-3 1,-3-1,-2-1,-6 12,13-57,4-14,0 1,1-1,-1 0,1 0,-1 0,1 1,0-1,0 1,1-1,-1 1,1-1,-1 1,1 0,0-1,1 1,-1-1,0 1,1-1,0 1,0-1,0 1,0-1,1 0,-1 1,1-1,0 0,0 0,0 0,0-1,1 1,-1 0,1-1,1 2,12 2,1-1,-1-1,1 0,-1-1,1-1,0 0,0-2,0 0,9-1,-11 1,89-5,101-17,-111 8</inkml:trace>
  <inkml:trace contextRef="#ctx0" brushRef="#br0" timeOffset="473.732">1031 54,'-29'0,"1"2,-1 1,1 2,0 0,0 2,0 1,1 1,1 1,-1 1,2 2,-15 9,-22 36,60-56,1 0,-1 0,1 1,0-1,0 0,0 1,0-1,0 1,0-1,1 1,0 0,-1-1,1 1,0-1,0 1,0 0,1-1,-1 1,0 0,1-1,0 1,0-1,0 1,0-1,0 0,0 1,0-1,1 0,-1 0,1 1,9 7,0-1,0 0,1 0,0-1,0-1,1 0,0 0,0-2,1 1,-1-2,12 3,-12-2,129 38,-71-22,-2 2,0 3,0 4,-67-29,3 0,1 2,0-1,-1 1,1-1,-1 2,0-1,0 0,0 1,0 0,-1 0,1 1,-1-1,0 1,-1 0,1 0,-1 0,0 0,0 1,1 4,-5-6,0-1,-1 1,1-1,-1 0,0 1,0-1,0 0,0 0,-1 0,1-1,-1 1,0 0,1-1,-1 0,0 0,-1 0,1 0,0 0,-1 0,1-1,0 0,-1 0,0 0,1 0,-1 0,0-1,1 1,-3-1,-26 7,0-2,0-1,-1-2,1-1,0-1,-1-2,-6-2,31 3,0 0,1 0,-1-1,0 0,1 0,-1 0,1-1,0-1,-7-3,14 7,-1-1,0 0,0 1,1-1,-1 0,0 0,1 0,-1 1,1-1,-1 0,1 0,-1 0,1 0,0 0,-1 0,1 0,0 0,0 0,0 0,0 0,0 0,0 0,0 0,0 0,0 0,0 0,1 0,-1 0,0 0,0 1,1-1,-1 0,1 0,-1 0,1 0,0 0,-1 1,1-1,-1 0,1 0,0 1,0-1,0 1,-1-1,2 0,22-19</inkml:trace>
  <inkml:trace contextRef="#ctx0" brushRef="#br0" timeOffset="1057.889">1633 348,'-14'30,"2"1,1 1,2 0,0 0,3 1,0-1,2 1,2 1,1-1,2 0,0 0,3 1,5 20,8-18,-5-61,-8-32,-3 0,-2 1,-4-11,2 8,-3-29,1-139,26 124,-19 100,-1-1,1 0,0 0,0 1,0-1,1 1,-1 0,1 0,0 0,0 0,0 0,0 0,0 1,0-1,1 1,-1 0,1 0,0 1,0-1,-1 1,1-1,0 1,0 0,1 1,4 0,1 0,-1 1,0 1,1 0,-1 0,0 1,0 0,0 0,0 1,-1 0,0 1,0 0,0 0,0 1,-1 0,1 0,-2 0,1 1,-1 0,0 1,0-1,-1 1,3 5,-6-8,0 0,0 0,-1 0,0 0,1 1,-2-1,1 0,-1 1,1-1,-1 0,-1 1,1-1,-1 0,0 1,0-1,-1 0,1 0,-1 0,0 0,-1 0,1 0,-1-1,0 1,0-1,0 0,-1 1,1-2,-1 1,0 0,0-1,-1 0,1 1,-2-1,-73 53,79-55,0-1,0 1,0-1,-1 1,1-1,0 1,0-1,0 1,0-1,0 0,0 1,0-1,0 1,0-1,0 1,0-1,1 1,-1-1,0 1,0-1,0 1,0-1,1 0,-1 1,0-1,1 0,-1 1,0-1,0 1,1-1,-1 0,1 0,-1 1,0-1,1 0,-1 0,1 1,-1-1,1 0,-1 0,0 0,1 0,-1 0,1 0,-1 0,1 0,-1 0,1 0,-1 0,1 0,-1 0,1 0,-1 0,1 0,-1 0,0-1,1 1,0 0,113 13,-91-12,1 0,0 2,-1 1,0 0,1 2,-2 1,1 1,14 7,-34-14,0 0,0 0,0 0,0 1,0-1,0 1,-1 0,1 0,-1 0,1 0,-1 0,0 1,0-1,0 1,0-1,0 1,0 0,-1-1,1 1,-1 0,0 0,0 0,0 0,0 0,-1 1,1-1,-1 0,0 0,0 0,0 1,0-1,0 0,-1 0,1 0,-1 1,0-1,0 0,0 0,-1 0,1-1,-1 1,1 0,-1 0,0-1,-1 1,-9 8,-2-1,1-1,-1 0,-1-1,0 0,0-1,0-1,-1 0,1-2,-7 2,-196 38,101-29</inkml:trace>
</inkml:ink>
</file>

<file path=ppt/ink/ink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14T06:33:34.364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1 966,'20'2,"0"0,0-1,1-1,-1-1,0-1,1-1,-1-1,0 0,-1-2,1 0,-1-1,-1-1,1-1,1-1,-2 2,0 0,0-1,-1 0,0-2,0 0,-1-1,-1 0,0-2,-1 1,0-2,-1 0,-1 0,-10 13,-1 1,0-1,0 0,0 1,1-1,-1 0,-1 0,1 1,0-1,0 0,-1 0,1 0,-1 0,1 0,-1 0,0 0,0 0,0 0,0 0,0 0,-1 0,1 0,-1 0,1 0,-1 0,1 0,-1 0,0 0,0 0,0 1,0-1,-1 0,1 1,0-1,-1 1,1-1,-1 1,1 0,-1-1,1 1,-1 0,0 0,0 0,-1 0,-7-1,0 1,0 0,1 1,-1 0,0 0,0 1,0 1,0-1,1 2,-1-1,1 1,0 1,-1 0,2 0,-1 0,0 1,1 1,0 0,0 0,1 0,-1 1,1 0,1 0,0 1,-3 4,3-7,1 1,1 0,-1 0,1 1,0-1,0 1,1 0,0 0,0 0,1 0,0 0,0 1,0-1,1 1,0-1,1 1,0 0,0-1,1 1,-1-1,2 1,-1-1,1 1,0-1,1 0,-1 0,1 0,1 1,5 1,0-1,1 1,0-1,1-1,0 0,0-1,0 0,0 0,1-1,0-1,1 0,-1-1,0 0,1-1,0 0,-1-1,1 0,0-1,11-1,-8 1,0 0,0 0,0-1,0-2,0 1,0-2,0 0,-1-1,0 0,0-1,0-1,-1 0,0-1,0-1,-1 0,0-1,-1 0,0-1,-1 0,0-1,0-1,-1 1,-1-1,0-1,-1 0,-1 0,3-7,24-110,-33 129,-1 0,0 0,1 0,-1 1,1-1,-1 0,1 0,0 0,0 0,0 1,0-1,0 1,0-1,1 0,-1 1,0 0,1-1,-1 1,1 0,-1 0,1 0,0 0,-1 0,1 0,0 0,0 1,0-1,0 0,0 1,0 0,0-1,-1 1,1 0,0 0,0 0,0 0,0 1,0-1,0 0,0 1,0 0,0-1,0 1,-1 0,1 0,0 0,0 0,7 6,0 0,0 1,-1-1,-1 1,1 1,-1 0,-1 0,0 0,0 0,0 1,-2 0,1 1,-1-1,0 1,-1-1,-1 1,0 0,0 0,-1 0,0 1,-1 6,-1-13,1 0,-1 0,-1 0,1 0,-1-1,0 1,0 0,0-1,-1 1,1-1,-1 0,0 0,0 0,-1 0,1-1,-1 1,0-1,0 0,0 0,0 0,0-1,-1 1,0-1,1 0,-1 0,0-1,0 1,1-1,-1 0,0-1,0 1,-2-1,5 0,0 0,0 0,0-1,0 1,0-1,1 1,-1-1,0 0,0 0,0 0,0 0,1 0,-1 0,0 0,1 0,-1-1,1 1,0-1,-1 1,1-1,0 1,0-1,0 0,0 0,0 1,0-1,1 0,-1 0,1 0,-1 0,1 0,-1 0,1 0,0 0,0 0,0 0,1 0,-1 0,0 0,1 0,-1 0,29-82,100-105,-52 84,-50 67,-1-1,-3-1,-1-1,-2-1,-1-1,-3 0,-1-1,-3-1,-1 0,1-24,-11 64,-1 0,1 0,-1 0,0 0,0-1,-1 1,1 0,-1 0,0 0,-1 0,1 0,-2-1,2 5,0 0,0 0,0 0,0 1,0-1,0 0,0 1,0-1,0 1,0-1,-1 1,1 0,0-1,0 1,-1 0,1 0,0 0,0 0,-1 0,1 0,0 0,0 0,-1 1,1-1,0 0,0 1,0-1,-1 1,1-1,0 1,0 0,0-1,0 1,0 0,0 0,0 0,0 0,1 0,-1 0,0 0,0 0,1 0,-1 0,1 0,-1 0,1 0,-1 1,1-1,0 0,0 0,-1 1,-10 24,1-1,1 2,2-1,0 1,2 0,0 0,2 1,1 0,2 3,-2 9,1 1,2 0,2 0,2 0,2-1,1 1,2-2,2 0,2 0,1-1,2 0,6 7,-17-34,0 0,1 0,0 0,1-1,0 0,1-1,0 1,0-2,1 1,0-1,0-1,1 0,0-1,1 0,-1 0,1-1,0-1,0 0,1 0,2-1,-10-3,-1 0,1 0,-1-1,1 0,-1 0,1 0,-1 0,0-1,0 0,0 0,0 0,0 0,0 0,0-1,-1 0,1 0,-1 0,0 0,0 0,0-1,0 1,-1-1,1 0,-1 0,0 0,0-2,4-6,-1-1,-1-1,0 1,0-1,-2 1,0-1,1-13,-2 13,-1 1,0-1,-1 1,0-1,-1 1,-1-1,0 1,-2-5,5 19,-1-1,1 1,0 0,-1 0,1-1,0 1,-1 0,1-1,-1 1,1 0,-1-1,1 1,-1-1,1 1,-1 0,0-1,1 0,-1 1,0-1,1 1,-1-1,0 0,0 0,1 1,-1-1,0 0,0 0,0 0,1 0,-1 0,0 0,0 0,0 0,1 0,-1 0,0 0,0 0,0-1,1 1,-1 0,0-1,1 1,-1-1,0 1,1 0,-1-1,0 1,1-1,-1 0,1 1,-1-1,1 1,-1-1,1 0,-1 0,1 1,0-1,-1 0,1 0,0 1,0-1,0 0,-1 0,1 1,0-1,0 0,0 0,0 0,-4 14,0 1,1-1,1 1,0 0,0 0,2 0,-1 0,2 0,0 0,1 0,0 0,1 0,1 0,0-1,0 0,7 11,-4-12,1 0,0-1,0 1,2-2,-1 0,1 0,1 0,-1-1,2-1,-1 0,1-1,0 0,1 0,0-2,0 1,0-2,0 0,1 0,0-1,0-1,0 0,0-1,11-1,19-6,-9-5</inkml:trace>
  <inkml:trace contextRef="#ctx0" brushRef="#br0" timeOffset="271.277">950 417,'24'-2,"37"-3,39-3,38-3,36-3,28-2,17-1,-30 3</inkml:trace>
</inkml:ink>
</file>

<file path=ppt/ink/ink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14T06:33:32.693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319 358,'-27'17,"1"2,0 1,2 0,0 2,2 1,0 1,2 1,-12 17,20-26,1 0,0 0,1 2,1-1,0 1,2 0,0 1,1 0,1 0,0 0,1 5,4-21,0 0,1 0,-1 0,1 0,0 0,0 0,0-1,0 1,0 0,1 0,-1-1,1 1,0 0,0-1,0 0,0 1,0-1,0 0,0 0,1 0,-1-1,1 1,0 0,-1-1,1 0,0 1,0-1,0 0,0-1,0 1,0 0,0-1,0 0,0 0,0 0,0 0,0 0,0-1,0 1,0-1,0 0,0 1,0-1,0-1,0 1,21-7,0-1,0-2,-1 0,0-1,-1-1,0-1,-2-1,1-1,-2-1,0-1,-1 0,12-18,-11 16,-2 0,0-2,-2 0,0-1,-2 0,0-1,-2-1,0 1,-2-2,-1 0,-1 0,-1 0,-1-1,-1 0,-2 1,-1-1,-1-14,0 33,-1-1,0 1,0-1,-1 1,0-1,0 1,-1 0,-1 0,1 0,-1 0,0 1,-1-1,0 1,0 0,0 0,-1 1,0 0,0 0,-1 0,0 1,0 0,0 0,0 1,-1-1,0 2,0-1,0 1,0 0,0 1,-1 0,1 0,-1 1,1 0,-2 1,1 1,0 1,0 0,0 0,1 1,-1 1,1-1,0 1,0 0,0 1,1 0,-1 0,1 1,0 0,1 0,-1 1,1-1,1 1,-1 1,1-1,0 1,1 1,-5 6,2 0,0 1,1 0,0 1,2-1,0 1,0 0,2 0,0 0,1 14,2-6,2 0,0-1,2 1,0-1,2 0,0 0,2-1,1 0,1 0,3 3,24 39,3-1,36 41,40 43,-90-112</inkml:trace>
  <inkml:trace contextRef="#ctx0" brushRef="#br0" timeOffset="465.784">800 652,'0'63,"-2"-1,-3 0,-3 0,-3 0,-2-1,-5 5,13-55,2-16,3-20,10-53,3 0,4 1,23-63,-34 119,1 0,0 0,2 0,1 1,0 0,6-6,-16 25,1-1,-1 1,1-1,0 1,-1 0,1-1,0 1,0 0,0-1,0 1,0 0,1 0,-1 0,0 0,0 0,1 0,-1 0,0 1,1-1,-1 0,1 1,-1-1,1 1,-1-1,1 1,0 0,-1 0,1 0,-1 0,1 0,0 0,-1 0,1 0,-1 1,1-1,-1 0,1 1,-1 0,1-1,-1 1,1 0,-1 0,0 0,1-1,0 2,5 8,-1-1,0 1,0 1,-1-1,-1 1,0 0,0 0,-1 0,1 5,1 1,97 408,-78-363,-16-48</inkml:trace>
  <inkml:trace contextRef="#ctx0" brushRef="#br0" timeOffset="721.096">733 865,'23'0,"25"0,24-4,21-9,18-6,-10-1</inkml:trace>
</inkml:ink>
</file>

<file path=ppt/ink/ink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14T06:33:31.261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0 321,'23'0,"23"-2,24-4,26-2,21-2,15 0,12 0,2-1,-2 2,-8 2,-13 2,-18 0,-28 1</inkml:trace>
  <inkml:trace contextRef="#ctx0" brushRef="#br0" timeOffset="373.52">869 1,'85'9,"-1"4,-1 4,11 6,-69-16,-1 1,0 2,0 0,-1 1,15 10,-30-16,-1 0,1 1,-1-1,-1 1,1 0,-1 1,0 0,0 0,-1 0,0 1,0-1,-1 1,0 0,0 1,-1-1,0 1,1 7,-3-9,0 1,-1-1,0 1,0-1,-1 0,0 1,0-1,-1 1,0-1,0 0,-1 0,0 0,0-1,-1 1,0 0,0-1,-3 4,-7 8,0-2,-1 0,-1-1,0 0,-10 6,-37 23,-3-2,-1-3,-14 3,24-12</inkml:trace>
</inkml:ink>
</file>

<file path=ppt/ink/ink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14T06:33:30.203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280 345,'-19'14,"1"0,1 1,1 1,0 1,1 0,1 1,0 0,1 1,2 1,0 0,1 1,-6 16,0-3,2 0,1 1,1 0,2 1,2 0,1 1,1 14,5-45,0 0,0-1,0 1,1 0,0-1,1 1,-1 0,1-1,0 1,0-1,1 1,0-1,0 1,0-1,0 0,1 0,0 0,0 0,0-1,1 1,-1-1,1 0,0 0,1 0,-1 0,0-1,1 0,0 0,0 0,1 0,3-2,1-1,-1-1,1 0,-1 0,1 0,-1-1,1-1,-1 0,0 0,0-1,-1 0,1 0,-1-1,0 0,0-1,0 1,-1-2,0 1,0-1,2-3,18-17,-2-1,-1-2,-1 0,-1-2,-2 0,-1-1,-2-1,-1-1,-2 0,-1-1,-2-1,-1 0,-3 0,0 0,-3-1,-1 0,-1-21,-2 33,-1 1,-1 0,-2-1,0 1,-8-23,10 39,-1 0,0 0,-1 1,0-1,0 1,-1 0,0 0,0 0,-1 1,0 0,-1 0,1 0,-1 1,-1 0,1 0,-1 1,-4-3,7 6,0-1,0 1,0 1,0-1,-1 1,1-1,0 2,-1-1,1 0,0 1,-1 0,1 1,-1-1,1 1,0 0,-1 0,1 1,0-1,0 1,0 0,0 1,0-1,1 1,-3 1,-1 2,0 1,0 0,1 0,-1 0,2 1,-1 1,1-1,0 1,1 0,0 0,0 0,0 4,-3 9,1 0,1 1,2 0,0 0,1 0,1 1,1-1,1 1,2-1,0 0,1 1,1-1,2 0,0-1,2 2,16 43,4-1,2-1,3-1,15 17,-28-48,-2 0,0 2,-3 0,-1 1,-2 0,-1 1,-1 1,-4-2,-2 0,-1 0,-1 1,-3-1,0 1,-6 24,3-38</inkml:trace>
  <inkml:trace contextRef="#ctx0" brushRef="#br0" timeOffset="443.379">814 813,'-146'556,"143"-544,3-21,17-86,4 2,4 0,4 1,23-45,-10 56,-42 80,1 0,-1 1,0-1,1 0,-1 0,1 0,-1 1,1-1,-1 0,1 1,0-1,-1 0,1 1,0-1,0 1,-1-1,1 1,0-1,0 1,0 0,-1-1,1 1,0 0,0 0,0-1,0 1,0 0,0 0,0 0,0 0,0 0,-1 0,1 1,0-1,0 0,0 0,0 1,0-1,-1 0,1 1,0-1,0 1,0-1,-1 1,1-1,0 1,-1 0,1-1,0 1,-1 0,1 0,-1-1,1 1,-1 0,1 0,19 52,-20-53,41 249,-28-140,-7-60,2 0,3 0,1-1,3-1,14 32,-19-62,-2-8</inkml:trace>
  <inkml:trace contextRef="#ctx0" brushRef="#br0" timeOffset="721.634">774 1240,'-5'0,"8"2,15 1,22-2,28-6,26-9,28-9,21-8,-12 2</inkml:trace>
</inkml:ink>
</file>

<file path=ppt/ink/ink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14T06:33:29.001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395 341,'-10'-3,"1"1,-1 0,0 1,1-1,-1 2,0 0,0 0,0 1,0 0,1 0,-1 1,0 0,1 1,0 0,-1 1,1 0,1 0,-4 3,-6 7,1 1,0 1,1 1,0 1,2 0,0 1,1 0,1 1,1 0,0 1,2 1,0-1,2 1,0 1,2-1,0 1,2 0,0 0,1 1,1-9,1 0,0 0,1 0,0 0,1 0,1 0,0-1,5 14,-6-23,0 1,0-1,1 0,-1 0,1 0,0 0,1-1,-1 1,1-1,0 0,0 0,0 0,0 0,1-1,0 1,0-1,0 0,0-1,0 1,0-1,0 0,1-1,-1 1,5 0,2-3,-1 0,1-1,-1 0,1-1,-1 0,0-1,0 0,0-1,-1 0,1-1,-1 0,-1 0,1-1,-1 0,0-1,-1 0,1-1,-2 1,1-2,1-3,14-18,-2-1,-1 0,-2-2,-1 0,-2-1,-1 0,-2-2,-1 1,-2-1,-2-1,-1 1,-2-1,-2 0,-1 0,-2 0,-2 0,-1 0,-5-15,7 31,-2 1,0-1,-2 2,0-1,-1 0,-7-11,14 30,-1 1,1 0,0 0,-1-1,1 1,-1 0,1 0,-1 0,0 0,1 0,-1 0,0 0,0 0,0 0,0 0,1 0,-1 1,-1-1,1 0,0 0,0 1,0-1,0 1,0-1,-1 1,1 0,0-1,0 1,0 0,-1 0,1 0,0 0,-1 0,1 0,0 0,0 0,-1 1,1-1,0 0,0 1,0-1,0 1,-1-1,1 1,0 0,0-1,0 1,0 0,0 0,0 0,1 0,-1 0,0 0,0 0,1 0,-2 1,-12 19,0 2,2-1,0 2,1-1,2 2,0-1,2 1,1 0,0 4,-4 6,2-1,2 1,1 0,1 1,3-1,0 1,2-1,2 1,2-1,0 0,3 0,1-1,1 0,2-1,1 0,2 0,14 21,-6-22,2-1,2-1,0-2,2 0,1-2,1-1,17 9,-16-12</inkml:trace>
  <inkml:trace contextRef="#ctx0" brushRef="#br0" timeOffset="615.381">890 796,'-25'402,"15"-356,3-50,-10-91,15 77,-2-20,2 1,1-1,2 0,1 0,2 1,2-1,5-13,25-18,-35 68,1-1,-1 1,1-1,-1 1,1-1,0 1,0 0,0 0,0-1,-1 2,1-1,1 0,-1 0,0 1,0-1,0 1,0-1,0 1,0 0,1 0,-1 0,0 0,0 0,0 1,0-1,1 1,-1-1,0 1,0 0,0-1,0 1,0 1,1-1,4 6,1 0,-1 0,0 0,-1 1,0 0,0 0,-1 1,0 0,0 0,-1 0,0 0,0 1,-1-1,-1 1,0 0,0 0,-1 0,0 0,0 4,-3-1,1-1,-2 1,1-1,-2 0,0 0,0 0,-1-1,0 1,-1-1,-1 0,1-1,-2 1,1-1,-2-1,1 0,-1 0,0 0,-1-1,0-1,-7 4,140-34,-112 24,-1-1,0 2,1-1,-1 1,0 1,0 0,0 0,0 1,-1 0,1 1,-1 0,6 5,-10-7,-1 0,1 0,-1 1,0 0,0 0,0 0,-1 0,0 1,1-1,-2 1,1 0,0 0,-1 0,0 0,0 0,0 0,-1 1,0-1,0 1,0-1,-1 1,0-1,0 1,0 3,-4 3,0 0,-1 0,-1 0,1 0,-2-1,0 0,0-1,-1 1,0-1,0-1,-1 1,-1-2,0 1,0-1,0-1,-1 0,-3 5,-1-1,0-1,0-1,-1 0,0-1,0 0,-1-2,0 0,-1 0,1-2,-3 0,-10-5,9-5</inkml:trace>
</inkml:ink>
</file>

<file path=ppt/ink/ink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14T06:33:44.647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1 201,'46'11,"7"-8,0-3,0-1,14-5,102-1,69 30,-52-38,-118 6,1 4,-1 3,65 6,7 8,0-6,106-11,433-5,-23-42,-266 44,275-10,-337 2,51 16,-149 2,941-2,-718 13,274 15,271-2,-206-18,33-2,-524-7,345-25,301-27,-7 12,-252 14,-187 8,241-3,831 23,-599 35,0 21,-282-16,503 21,-352-15,324 3,-630-21,-359-18,68 16,-168-16,-73-13</inkml:trace>
  <inkml:trace contextRef="#ctx0" brushRef="#br0" timeOffset="13705.091">8611 1699,'17'108,"-13"-72,1-1,2 0,2 0,1 0,14 32,25-3,-47-63,0 1,0-1,0 1,1-1,-1 0,0 0,1 0,-1 0,1 0,-1-1,1 1,-1-1,1 1,-1-1,1 0,-1 0,1 0,0 0,-1-1,1 1,-1-1,1 1,-1-1,1 0,-1 0,0 0,1 0,-1-1,2 0,5-8,0 0,-1 0,0 0,0-1,-1-1,-1 1,0-1,0 0,-1-1,-1 1,0-1,0 0,-2 0,1 0,-2 0,1-11,5-107,-7 121,-1 21,0 3,1 0,1 0,0 0,1 0,1 0,0 0,0-1,2 1,-1-1,2 0,0 0,0-1,1 0,1 0,0 0,1-1,0 0,0-1,2 1,-7-9,0 1,0-1,0 0,0 0,1-1,-1 1,1-1,-1 0,1 0,0 0,-1-1,1 0,0 0,-1 0,1 0,0-1,-1 1,1-1,0-1,-1 1,0-1,1 1,-1-1,0 0,0-1,0 1,1-2,8-4,-1-1,-1-1,0 0,0-1,-1 0,0 0,7-13,-9 13,-2 0,1 0,-1 0,-1-1,0 0,0 0,-1-1,-1 1,0-1,-1 0,0 0,-1 0,-1-8,-8 44,5-5,1 1,0-1,2 0,0 0,1 1,2 6,-3-19,2 0,-1-1,0 1,1 0,0-1,0 0,1 1,0-1,0 0,0-1,0 1,1 0,-1-1,1 0,0 0,1 0,-1 0,1 0,0-1,-1 0,1 0,2 0,5 2,0-2,-1 1,1-2,0 1,1-2,-1 1,0-2,0 0,1 0,-1-1,0 0,0-1,0-1,0 0,0-1,-1 0,1 0,-1-1,0-1,0 0,-1 0,0-1,0-1,-1 0,1 0,-2 0,9-10,-9 5,1 0,-2-1,0 0,0 0,-1 0,-1-1,0 0,-1 0,-1 0,-1 0,1-10,11 84,-10-43,1-1,1 1,0-1,1 0,1 0,0-1,9 12,-13-19,1-1,0-1,0 1,0-1,1 1,0-1,0-1,0 1,0-1,1-1,0 1,0-1,0 0,0 0,0-1,0 0,1 0,2 0,-5-2,0-1,1 1,-1-1,0 1,0-2,0 1,0 0,0-1,0 0,0 0,0-1,0 1,-1-1,0 0,1 0,-1-1,0 1,0-1,1-2,59-84,1-58,-56 131,-9 17,0 0,1 0,-1 0,0 0,0 0,1 0,-1 0,0 0,1 0,-1 0,0 0,1 0,-1 0,0 0,1 0,-1 1,0-1,1 0,-1 0,0 0,1 0,-1 0,0 1,0-1,1 0,-1 0,0 1,0-1,0 0,1 0,-1 1,0-1,0 0,0 1,0-1,0 0,1 1,-1-1,0 0,0 1,0-1,0 0,0 0,0 1,0-1,0 0,0 1,0-1,0 0,-1 1,1-1,0 0,0 1,0-1,0 0,0 1,-1-1,1 0,0 1,0 92,-1-73,0-1,1 1,2 0,-1-1,2 0,4 13,-7-29,1 0,0 0,0 0,1 0,-1-1,1 1,-1 0,1 0,0-1,0 0,0 1,0-1,1 0,-1 0,0 0,1 0,0 0,-1-1,1 1,0-1,0 1,0-1,0 0,0-1,0 1,0 0,0-1,0 1,0-1,1 0,-1 0,0-1,2 1,5-2,1 0,0-1,-1 0,1 0,-1-1,0-1,-1 0,1 0,1-2,25-18,-2-2,-1-1,-1-2,-1-1,25-34,-56 66,0-1,0 1,0 0,0-1,1 1,-1-1,0 1,0-1,1 1,-1-1,0 1,1-1,-1 1,0-1,1 1,-1-1,1 1,-1-1,1 0,-1 1,1-1,-1 0,1 1,-1-1,1 0,-1 0,1 0,0 1,-1-1,1 0,-1 0,1 0,0 0,-1 0,1 0,-1 0,1 0,-1 0,1-1,0 1,-1 0,1 0,-1 0,1-1,-1 1,1 0,-1-1,1 1,-1 0,1-1,-1 1,1 0,-1-1,1 1,-1-1,0 1,1-1,-1 1,0-1,0 1,1-1,-1 0,0 1,0-1,0 0,3 81,7 43,-8-113,1-1,0 0,0 0,0 0,2 0,-1 0,1-1,0 0,0 0,1 0,0 0,1-1,0 0,0 0,0-1,1 0,-1-1,2 1,2 0,-8-5,0 0,0 0,0 0,0 0,0-1,0 0,0 1,0-1,0-1,0 1,0 0,0-1,0 1,0-1,0 0,2 0,16-10</inkml:trace>
  <inkml:trace contextRef="#ctx0" brushRef="#br0" timeOffset="13997.31">10549 1351,'-18'-5,"-14"0,-4-1,0 4,7 6,9 7,13 9,18 5,16-1,4-5</inkml:trace>
  <inkml:trace contextRef="#ctx0" brushRef="#br0" timeOffset="18030.204">18663 1458,'23'0,"23"0,25 0,20 0,13-2,7-1,-2-2,-12-1,-23 2</inkml:trace>
  <inkml:trace contextRef="#ctx0" brushRef="#br0" timeOffset="18234.248">18810 1765,'25'9,"24"3,22-2,22-6,18-8,12-8,8-8,-17-1</inkml:trace>
  <inkml:trace contextRef="#ctx0" brushRef="#br0" timeOffset="15489.916">11564 1739,'1'-5,"-1"0,1 1,0-1,0 0,0 1,1-1,0 1,0-1,0 1,0 0,1 0,-1 0,1 0,0 0,0 1,1-1,-1 1,1 0,0 0,-1 0,1 0,1 1,-1 0,0 0,0 0,1 0,0 1,-1-1,1 1,-1 0,1 1,0-1,0 1,0 0,-1 0,1 0,0 1,0-1,1 2,4 5,0 0,-1 1,0 1,-1-1,1 1,-2 1,1-1,-1 1,-1 1,0-1,0 1,-1 0,-1 1,0-1,0 1,-1 0,0-1,0 13,24 100,-27-123,0 1,0-1,0 0,0 0,0 0,0 1,0-1,1 0,-1 0,0 0,1 0,-1 0,1 1,-1-1,1 0,0 0,-1 0,1-1,0 1,0 0,0 0,0 0,0 0,0-1,0 1,0 0,0-1,0 1,0-1,0 1,0-1,0 0,0 1,1-1,-1 0,0 0,0 0,0 0,0 0,1 0,-1 0,0 0,0-1,0 1,1 0,-1-1,0 1,0-1,0 1,74-78,-60 60,112-185,-125 200,-2 3,0 0,0 0,0 0,0 0,0 1,1-1,-1 0,0 0,0 0,0 0,0 1,1-1,-1 0,0 0,0 0,0 0,1 0,-1 0,0 0,0 0,1 0,-1 0,0 0,0 0,0 0,1 0,-1 0,0 0,0 0,1 0,-1 0,0 0,0 0,0 0,1 0,-1 0,0 0,0 0,0 0,1-1,-1 1,0 0,-4 35,3-25,-1-3,0 1,1-1,0 0,0 0,1 1,-1-1,2 1,-1-1,1 0,0 1,0-1,1 0,0 0,1 0,-1 0,1 0,1-1,-1 1,1-1,0 0,1 0,-1 0,1 0,0-1,4 3,-2-5,0 0,0 0,0-1,1 0,-1-1,0 1,1-1,0-1,-1 1,1-1,-1-1,1 1,-1-1,1-1,-1 1,1-1,0-1,10-3,0-1,0 0,-1-2,0 0,-1 0,4-4,-9 6,-1 0,0 0,0 0,-1-2,1 1,-2-1,0 0,0-1,0 0,-1 0,-1 0,0-1,0 0,-1-1,-1 1,0-1,0 0,-1 0,0-1,-3 11,0-1,1 0,-1 1,0-1,-1 1,1-1,0 0,-1 1,1-1,-1 1,0-1,0 1,0 0,0-1,0 1,-1 0,1 0,-1-1,1 1,-1 0,0 1,0-1,0 0,0 0,0 2,1 1,-1-1,1 0,0 1,-1-1,1 1,-1 0,1-1,0 1,0 0,-1 0,1 0,0 0,0 0,0 0,0 0,0 0,0 1,0-1,1 0,-1 0,0 1,1-1,-1 1,1-1,-1 0,1 1,0-1,-1 1,1-1,0 1,0-1,0 1,0-1,0 1,-2 12,1 0,0 0,0 0,2 0,0 0,0 0,1 0,1 0,0 0,1 0,4 9,-5-16,0 0,0 0,0 0,1-1,0 1,0-1,1 0,0 0,0-1,0 1,1-1,0 0,0-1,0 1,0-1,1 0,-1-1,1 0,0 0,0 0,0-1,6 2,-6-4,-1 1,0-1,0-1,1 1,-1-1,0 0,0 0,0-1,0 0,0 0,0 0,0-1,-1 0,1 0,-1 0,0-1,0 0,0 0,0 0,1-3,8-6,-1-2,-1 0,0 0,-1-1,-1-1,0-1,63-140,-73 158,0 1,0-1,1 0,-1 1,0-1,0 0,0 1,1-1,-1 0,0 1,1-1,-1 0,0 0,1 1,-1-1,0 0,1 0,-1 0,0 0,1 0,-1 1,1-1,-1 0,0 0,1 0,-1 0,1 0,-1 0,0 0,1 0,-1 0,1 0,-1-1,0 1,1 0,-1 0,0 0,1 0,-1-1,0 1,1 0,-1 0,0 0,1-1,-1 1,0 0,0-1,1 1,-1 0,0-1,0 1,0 0,1-1,-1 1,0 0,0-1,0 1,0-1,0 1,0 0,0-1,6 37,-2 15,-5-31,2 0,0-1,2 1,0 0,1-1,1 1,0-1,2 0,0-1,1 1,6 7,-10-21,1 0,0 0,0-1,0 1,0-1,1-1,0 1,0-1,0 0,0 0,0-1,0 0,1 0,-1 0,1-1,0 0,-1 0,1-1,0 1,-1-1,1-1,0 0,-1 0,1 0,0 0,-1-1,0 0,1-1,-1 0,0 0,0 0,0 0,-1-1,1 0,-1 0,0 0,4-5,6-4,0-1,-1 0,0-1,-1-1,-1 0,-1 0,0-1,-1 0,-1-1,-1-1,0 1,-1-1,-1 0,-1-1,-1 1,0-1,-1-13,-13 65,4-5,1 0,2 1,1-1,1 1,1 0,1 0,5 25,-4-47,-1 0,1-1,0 1,0 0,0-1,1 0,0 0,0 0,0 0,1 0,0 0,0-1,0 0,0 0,1 0,-1 0,1-1,0 1,0-1,0 0,1-1,-1 1,1-1,-1-1,1 1,0-1,-1 1,1-2,0 1,0-1,0 0,0 0,6-1,2-1,-1-1,1 0,-1-1,1-1,-1 0,0 0,-1-2,1 1,-1-2,-1 1,1-2,-1 0,-1 0,0-1,0 0,-1 0,0-1,-1-1,0 1,-1-1,0-1,-1 1,0-1,-1 0,3-12,-7 5,-16 45,13-18,0 1,0-1,1 1,0-1,1 1,0 0,0-1,0 1,1-1,0 1,1-1,0 1,0-1,0 0,1 0,0 0,0 0,1 0,0-1,0 1,1-1,-1 0,1 0,1-1,-1 0,1 0,0 0,0 0,0-1,1 0,-1 0,1-1,0 0,0 0,1-1,-1 0,0 0,6-1,-1-1,0-1,0 0,0 0,0-1,0-1,0 0,0-1,-1 0,0-1,0 0,0 0,0-2,-1 1,0-1,0 0,6-8,-15 14,0 0,0 0,-1 0,1 0,0 0,0 1,0-1,0 0,0 0,1 1,-1-1,0 0,0 1,0 0,1-1,-1 1,0 0,0-1,1 1,-1 0,0 0,1 0,-1 0,0 0,0 0,1 1,-1-1,0 0,0 1,1-1,-1 0,0 1,0 0,0-1,0 1,0 0,0-1,0 1,0 0,1 1,51 86,-46-84,0 0,0 0,0 0,0-1,1 0,0 0,-1-1,1 0,0-1,0 0,0 0,0 0,0-1,0 0,0-1,0 0,0 0,0 0,-1-1,1 0,0-1,-1 0,0 0,1-1,-1 0,-1 0,1 0,0-1,-1 0,0 0,0-1,-1 0,0 0,1 0,-2 0,1-1,-1 0,0-1,2-3,-1 0,0-1,-1 1,0-1,-1 0,0 0,-1 0,0 0,-1 0,0 0,-1 0,-1-1,0 1,0 0,-1 0,-1 0,0 0,-1 0,0 1,0-1,-1 1,-1 0,0 1,-1-1,0 1,0 0,-1 1,0 0,-1 0,-4-3,7 8,0 0,0 1,0-1,-1 2,1-1,-1 1,1 0,-1 0,0 0,0 1,1 0,-1 1,0 0,0 0,0 0,0 1,0 0,0 0,1 1,-1-1,0 2,1-1,-1 1,1 0,0 0,0 0,0 1,1 0,-1 1,-2 2,-8 6,1 1,0 0,1 1,0 1,1 0,1 1,1 0,0 1,2 1,0-1,1 1,0 1,2-1,0 1,1 0,1 3,3-20,0 0,0 1,1 0,-1-1,1 1,-1-1,1 1,0-1,0 1,1 0,-1-1,1 1,0-1,0 1,0-1,0 1,1-1,-1 0,1 0,0 0,0 0,0 0,0 0,1 0,-1 0,1-1,-1 0,1 1,0-1,0 0,0 0,1 0,33-1,1-9</inkml:trace>
  <inkml:trace contextRef="#ctx0" brushRef="#br0" timeOffset="16388.517">14399 1097,'-7'-1,"0"1,-1 0,1 0,0 0,0 1,0 0,0 0,0 1,0 0,0 0,0 0,1 1,-1 0,1 1,0-1,0 1,0 0,0 1,1-1,0 1,0 0,0 1,0-1,1 1,0 0,0 0,1 0,-1 0,1 1,1 0,-1-1,1 1,0 0,1 0,0 0,0 5,1 0,2 0,-1 0,2 0,0 0,0 0,1-1,0 0,1 1,1-1,0-1,0 1,7 8,102 110,-58-73,-28-31,-1 2,-1 0,-1 2,-2 1,-1 2,-1 0,11 24,-28-43,20 35,-25-46,1-1,0 0,-1 0,1 0,0 0,0 0,0 0,0 0,0 0,0-1,0 1,0 0,0-1,0 1,0 0,0-1,1 1,-1-1,0 0,0 1,1-1,-1 0,0 0,1 0,-1 0,0 0,0 0,1 0,-1 0,0-1,1 1,-1 0,0-1,1 1,4-5,0 0,1 0,-2-1,1 0,-1 0,0 0,0 0,0-1,-1 0,0 0,-1 0,1-1,10-23,-1 0,-1-1,-2 0,-1-1,-1 0,-2 0,-2-1,-1 1,-1-1,-2-11,0 37,0 0,0 1,0-1,-1 0,-1 0,1 0,-1 1,-1-1,1 1,-1-1,0 1,-3-3,6 9,0 1,0-1,0 1,-1-1,1 1,0-1,0 1,0 0,-1-1,1 1,0 0,-1-1,1 1,0 0,-1-1,1 1,0 0,-1-1,1 1,-1 0,1 0,0-1,-1 1,1 0,-1 0,1 0,-1 0,1 0,-1 0,1 0,-1 0,1 0,0 0,-1 0,1 0,-1 0,1 0,-1 0,1 0,-1 0,1 1,0-1,-1 0,1 0,-1 0,1 1,0-1,-1 0,1 1,0-1,-1 0,1 1,0-1,-1 0,1 1,0-1,0 1,-1-1,1 1,-3 28,8-22,-1 1,2-1,-1-1,1 1,0-1,0 0,0 0,1-1,0 0,0 0,1 0,-1-1,1 0,0-1,0 0,0 0,1 0,-1-1,1-1,-1 1,1-1,48 10,-45-10,0 0,-1 1,1 0,0 1,-1 0,1 1,-1 0,0 1,0 0,-1 1,1 0,-1 1,-1 0,1 0,-1 1,0 0,2 4,-8-4,0-1,0 1,0 0,-1 0,-1 0,1 0,-1 1,-1-1,1 0,-1 1,-1-1,1 0,-2 0,1 0,-1 1,0-1,-1 0,-5 34,8-40,-1 0,1 0,0 0,0-1,0 1,0 0,0 0,0 0,0 0,0 0,1 0,-1-1,1 1,-1 0,1 0,0-1,0 1,0 0,0-1,0 1,0-1,0 1,0-1,1 1,-1-1,0 0,1 0,-1 0,1 1,0-2,-1 1,1 0,0 0,-1 0,1-1,0 1,0-1,0 1,0-1,-1 0,1 0,0 0,0 0,0 0,0 0,2-1,16-3,1 0,-1-1,0-1,-1-1,1-1,-1-1,12-8,59-23,-89 39,0 1,-1-1,1 1,0-1,0 1,0-1,0 1,0 0,0 0,0-1,0 1,0 0,0 0,0 0,0 0,0 0,0 0,0 1,0-1,0 0,0 0,0 1,0-1,0 1,0-1,0 1,-1-1,1 1,0-1,0 1,0 0,-1-1,1 1,0 0,-1 0,1-1,-1 1,1 0,-1 0,1 0,-1 0,1 0,-1 0,0 0,0 0,1 0,-1 0,0 0,0 0,0 0,0 0,0 0,0 0,0 0,-1 0,1 0,0 0,0 2,0 0,1 0,0 0,-1 0,1 0,0 0,1 0,-1 0,0 0,1-1,0 1,-1 0,1-1,0 0,0 1,1-1,-1 0,0 0,1 0,-1 0,1-1,0 1,-1-1,1 0,0 1,0-1,0 0,0-1,0 1,0 0,0-1,0 0,0 0,1 0,-1 0,0 0,0-1,2 0,0 1,-1 0,1-1,-1 0,1 0,-1-1,1 1,-1-1,0 0,0 0,0 0,0 0,0-1,0 0,-1 0,1 0,-1 0,0 0,1-1,-2 0,1 1,0-1,-1 0,0 0,0 0,0-1,0 1,-1 0,1-1,-1 1,-1-1,1 1,0-1,-1 0,0 1,0-1,0 0,-1 1,0-1,0 1,0-1,-2-3,1 1,0 2,0-1,-1 0,0 0,0 1,-1 0,0 0,1 0,-2 0,1 0,0 1,-1-1,0 1,0 1,0-1,-1 1,1 0,-1 0,0 0,0 1,0 0,0 0,0 0,0 1,0 0,-1 0,1 1,0 0,-1 0,1 0,0 1,-1 0,1 0,0 0,0 1,0 0,0 0,0 1,0 0,-3 2,3 0,0 1,0 0,1 0,0 0,0 1,1 0,-1 0,2 0,-1 1,1-1,0 1,0 0,1-1,0 1,1 0,-1 1,1 4,1-8,-1 0,1 0,1 1,-1-1,1 0,0 0,0 0,0 0,1 0,-1 0,1 0,1 0,-1 0,1-1,-1 1,1-1,1 0,-1 0,0 0,1 0,0 0,0-1,0 0,0 0,1 0,-1 0,5 1,-2-1,1-1,0 0,-1 0,1-1,0 0,0 0,0-1,0 0,0 0,6-2,31-5</inkml:trace>
  <inkml:trace contextRef="#ctx0" brushRef="#br0" timeOffset="16951.576">15816 1124,'-6'-2,"0"0,0 1,1 0,-1 1,0-1,0 1,0 0,0 0,0 1,0 0,0 0,1 0,-1 1,0 0,1 0,-1 0,1 1,0 0,0 0,0 0,0 0,0 1,1 0,-1 0,1 0,0 1,1-1,-1 1,1 0,-3 4,2 8,1-1,1 1,0 0,1 0,1 0,0 0,1 0,1-1,1 1,1 0,0-1,1 0,0 0,1 0,1-1,8 12,23 53,3-3,4-1,3-2,19 18,-64-88,52 57,-53-60,0 1,1-1,-1 0,0 0,0 0,0 0,1 0,-1 0,1 0,-1-1,0 1,1-1,-1 0,1 1,-1-1,1 0,-1-1,1 1,-1 0,1-1,-1 1,1-1,-1 0,0 0,1 0,-1 0,0 0,0-1,0 1,0-1,0 1,14-14,-1-1,-1-1,-1 0,0-1,-2 0,0-1,0 0,-2 0,0-2,-5 11,37-87,-6-2,-3-2,-5-1,-5-1,-4-1,-4-1,-6 0,-3-28,-5 115,-1 25,-3 31,-79 804,83-831,-5 27,2-1,2 1,2 0,1 0,2-1,1 1,2-1,7 19,12-14,-25-42,0 1,-1 0,1-1,0 1,-1 0,1-1,0 1,0-1,0 0,-1 1,1-1,0 0,0 1,0-1,0 0,0 0,0 0,-1 0,1 0,0 0,0 0,0 0,0 0,0 0,0 0,0-1,0 1,-1 0,1-1,0 1,0 0,0-1,0 1,-1-1,1 0,0 1,-1-1,1 1,0-1,-1 0,1 0,-1 1,1-1,-1 0,1 0,-1 0,0 1,1-2,3-10,0 0,-1-1,0 1,-1-1,0 0,-1 1,-1-1,0 0,0 0,-2 0,1 1,-2-1,1 1,-5-11,-9-40</inkml:trace>
  <inkml:trace contextRef="#ctx0" brushRef="#br0" timeOffset="17197.92">15936 1378,'-21'-7,"-10"-4,3-1,19 2,29 5,33 4,33 1,27 1,19 0,10 1,-1-1,-24-1</inkml:trace>
  <inkml:trace contextRef="#ctx0" brushRef="#br0" timeOffset="17387.413">16738 1672,'-6'15,"1"0,0 0,1 0,1 1,0-1,1 1,1 0,1 0,0-1,1 1,0 0,1 0,1-1,1 1,0-1,1 0,0 0,1-1,1 0,1 0,1 3,-7-13,0-1,0 1,1 0,-1-1,1 0,-1 1,1-1,0 0,1 0,-1-1,0 1,1-1,0 0,-1 1,1-1,0-1,0 1,0-1,0 0,0 1,0-2,1 1,-1 0,0-1,0 0,1 0,-1 0,0-1,0 1,1-1,-1 0,0 0,0-1,0 1,0-1,0 0,0 0,-1 0,1 0,-1-1,1 1,0-2,2-7,0 1,-1-1,0 0,-1-1,0 1,-1-1,0 1,-1-1,0 0,-1 0,-1 0,1 0,-2 0,0-1,0 1,-1 1,-1-1,0 0,0 1,-1-1,-1 0,1 0,0 0,0 1,-1-1,-1 1,0 1,0-1,-1 1,0 0,-1 0,0 1,-1 0,0 0,0 1,-1 0,-9-5,17 12,0-1,-1 1,0 0,1 0,-1 0,1 1,-1-1,0 0,0 1,1 0,-1 0,0 0,0 0,1 0,-1 0,0 1,1-1,-1 1,0 0,1 0,-1 0,1 0,-1 0,1 0,-1 1,1-1,0 1,0 0,0 0,0 0,-2 2,0 1,1 0,-1 0,1 0,0 1,1-1,-1 1,1 0,0 0,0 0,1 0,0 0,0 0,0 5,1-2,1 0,0 0,0-1,0 1,1 0,1-1,0 1,0-1,0 0,1 0,0 0,1 0,0-1,0 1,0-1,4 3,27 28</inkml:trace>
  <inkml:trace contextRef="#ctx0" brushRef="#br0" timeOffset="17748.964">17206 1953,'-7'-55,"-2"-1,3 0,2 0,3 0,2 0,5-29,17 7,-22 76,0-1,0 1,1 0,-1 0,1 0,-1 0,1 0,0 0,-1 0,1 0,0 0,0 1,0-1,1 1,-1 0,0-1,1 1,-1 0,0 1,1-1,-1 0,1 1,-1-1,1 1,0 0,-1-1,1 1,-1 1,3-1,5 3,-1-1,0 2,0-1,0 2,0-1,0 1,-1 0,8 6,-1 0,19 11,-1 1,0 1,-2 2,12 15,-34-32,-1 0,0 1,0 0,-1 0,-1 1,0 0,0 0,-1 0,0 1,-1 0,0 0,-1 0,-1 0,0 0,0 1,-1 7,-2 1,-2 1,0 0,-1-1,-2 1,-4 12,-9 38,18-71,0 1,1-1,-1 1,1-1,-1 1,1-1,0 1,0-1,0 1,0 0,0-1,0 1,0 0,0-1,0 1,1-1,-1 1,1-1,-1 1,1-1,0 1,0-1,-1 1,1-1,0 0,0 1,0-1,0 0,1 0,-1 0,0 0,0 0,1 0,-1 0,1 0,-1-1,1 1,-1 0,1-1,1 1,7 0,1 0,-1 0,1-1,-1-1,1 1,-1-2,1 0,6-2,162-50,-86 17</inkml:trace>
  <inkml:trace contextRef="#ctx0" brushRef="#br0" timeOffset="9476.454">1057 1244,'1'0,"0"0,1 0,-1 1,0-1,1 1,-1-1,0 1,0-1,0 1,1-1,-1 1,0 0,0 0,0 0,0 0,0 0,0 0,0 0,-1 0,1 0,0 0,-1 0,1 0,0 1,-1-1,1 1,4 8,-5-9,1-1,-1 0,0 0,0 0,1 1,-1-1,0 0,0 0,1 0,-1 0,0 1,1-1,-1 0,0 0,1 0,-1 0,0 0,1 0,-1 0,0 0,0 0,1 0,-1 0,0 0,1 0,-1 0,0 0,1 0,-1 0,0-1,1 1,-1 0,0 0,0 0,1 0,-1-1,0 1,0 0,1 0,-1-1,0 1,0 0,0 0,1-1,-1 1,0 0,0-1,0 1,0 0,0 0,0-1,0 1,0 0,0-1,0 1,0 0,1 0,-1 0,0 1,0-1,0 0,0 0,0 0,0 0,0 1,0-1,0 0,0 0,1 0,-1 0,0 1,0-1,0 0,0 0,0 0,1 0,-1 0,0 0,0 1,0-1,1 0,-1 0,0 0,0 0,0 0,1 0,-1 0,0 0,0 0,0 0,1 0,-1 0,0 0,0 0,0 0,1 0,-1 0,0 0,0 0,0-1,1 1,-1 0,0 0,3 72,6-125,-7 92,0 16,-2-55,0-1,0 1,0 0,0 0,0-1,0 1,0 0,0 0,0-1,0 1,0 0,0 0,0-1,0 1,0 0,0 0,0-1,0 1,1 0,-1 0,0 0,0-1,0 1,0 0,1 0,-1 0,0-1,0 1,0 0,1 0,-1 0,0 0,0 0,1 0,-1 0,0 0,0-1,1 1,-1 0,0 0,0 0,1 0,-1 0,0 0,0 0,1 0,-1 0,0 1,0-1,1 0,1-15,0 0,-1 0,-1 0,0 0,-1 0,-1 1,0-1,-1 0,0 1,-1-1,-1 1,-1 0,0 1,0-1,-1 1,-1 0,0 1,-1 0,0 0,-1 1,0 0,-1 1,0 0,-1 0,0 1,-4-1,2 4,-1 0,0 1,-1 1,1 1,-1 0,1 1,-1 0,0 1,0 1,0 1,0 0,1 1,-1 1,1 0,-1 1,1 1,0 0,1 1,-1 1,1 0,0 1,1 0,0 1,0 1,1 0,0 0,-3 5,-4 6,0 0,1 1,2 1,0 1,1 0,1 1,2 0,0 1,2 1,1-1,1 2,1-1,2 1,0 0,2 0,1 13,1-16,1 1,1-1,2 0,0 0,2 0,0 0,2-1,1 0,0 0,2-1,1 0,1-1,1 0,0-1,2 0,0-1,2-1,10 10,-13-18,2 1,-1-2,1 0,1 0,0-2,0 0,1-1,-1-1,2 0,-1-2,0 0,1-1,0-1,0 0,0-2,0 0,-1-1,1-1,0-1,0 0,-1-2,11-3,60-20,-3-4,78-40,99-37,-20 46,-235 61,-3 1,1 1,-1-2,0 1,1-1,-1 0,0 0,0 0,0-1,0 1,0-1,0-1,-1 1,0-1,0 1,4-5,-8 5,0 0,0 0,0 0,-1 0,1 0,-1-1,1 1,-1 0,0 1,0-1,-1 0,1 0,0 0,-1 1,0-1,0 0,0 1,0 0,0-1,0 1,0 0,-1 0,1 0,-1 1,1-1,-1 0,0 1,0 0,0 0,0 0,-1-1,-3-2,0 1,0-1,0 1,-1 1,1-1,-1 1,0 0,0 1,0 0,0 0,0 1,0 0,0 0,0 1,0 0,0 0,1 1,-1 0,0 0,1 1,-1 0,1 0,0 1,0 0,0 0,1 1,-1 0,1 0,0 0,1 1,-2 1,-1 2,1 0,0 0,1 0,0 1,1 0,0 0,0 0,1 1,0 0,1 0,0 0,1 0,0 0,1 0,0 0,1 1,0 1,1-10,-1 0,1 0,-1 0,1 0,0 0,0 0,1 0,-1 0,1-1,-1 1,1 0,0-1,0 1,0-1,0 0,0 1,1-1,-1 0,1 0,-1-1,1 1,0 0,-1-1,1 0,0 0,0 0,0 0,0 0,0 0,0-1,1 0,-1 1,0-1,0 0,0 0,0-1,0 1,1-1,-1 0,0 1,1-2,8-4,-1 0,0-1,0 0,-1-1,0 0,0-1,-1 0,0-1,0 1,-1-2,-1 1,0-1,0 0,-1 0,0-1,-1 0,0 0,-1 0,-1-1,0 0,-1 1,1-4,1 56,-1 2,1 0,2 0,1 0,3-1,1-1,2 1,4 2,-17-40,1 0,0 1,1-1,-1 0,0 0,1 1,0-1,0 0,0-1,0 1,0 0,0-1,1 1,-1-1,1 1,0-1,0 0,0 0,0-1,0 1,0-1,0 1,0-1,1 0,-1 0,1 0,-1-1,0 1,1-1,-1 0,1 0,-1 0,1 0,-1-1,1 1,2-2,6-7,0-1,-1 0,-1-1,1 0,-2 0,0-1,0-1,-1 1,0-1,-1-1,-1 0,0 1,1-8,14-32,-2-1,-3-1,-2 0,-2-1,-3 0,1-39,-10 87,0 16,0 3,5 159,7 0,8 0,17 49,26 221,-58-341,-5-100,0 1,0 0,-1-1,1 1,0 0,0-1,-1 1,1 0,0 0,0-1,-1 1,1 0,0 0,-1 0,1 0,0-1,-1 1,1 0,-1 0,1 0,0 0,-1 0,1 0,0 0,-1 0,1 0,-1 0,1 0,0 0,-1 0,1 0,0 1,-1-1,1 0,0 0,-1 0,1 0,0 1,-1-1,1 0,0 0,0 1,-1-1,1 0,0 0,0 1,-1-1,-16-39,2-2,2 0,-5-28,4 17,-25-85,7-2,5-1,-2-82,26 201,2-1,0 1,1-1,1 1,2-1,0 1,1 0,1 0,6-18,-10 36,1-1,-1 0,1 0,0 1,0-1,0 1,1 0,-1-1,1 1,0 0,-1 1,1-1,1 0,-1 1,0 0,1-1,-1 1,1 1,-1-1,1 0,0 1,0 0,0 0,0 0,0 0,0 1,0-1,0 1,0 0,0 0,0 1,0-1,0 1,0 0,0 0,0 0,1 1,6 4,-1 0,1 1,-1 0,-1 1,1 0,-2 0,1 1,-1 0,0 1,-1-1,0 2,0-1,-1 1,-1 0,0 0,0 0,-1 1,-1-1,0 1,0 1,-2-6,-1-1,1 1,-1-1,-1 1,1-1,-1 1,0-1,-1 1,0-1,0 0,0 1,-1-1,1 0,-1-1,-1 1,1 0,-1-1,0 0,0 0,-1 0,0 0,1-1,-1 0,-1 0,1 0,-1-1,1 1,-1-1,0-1,0 1,-1-1,1 0,0 0,-1-1,-2 1,-39 6,36-7</inkml:trace>
  <inkml:trace contextRef="#ctx0" brushRef="#br0" timeOffset="9887.342">2941 1739,'-22'-12,"0"1,-2 1,1 1,-1 1,0 1,-1 1,0 2,1 0,-4 1,23 3,-1 0,1 0,0 1,-1 0,1 0,0 0,0 0,0 1,0 0,0 0,0 0,0 1,0-1,1 1,0 1,-1-1,1 0,0 1,1 0,-1 0,1 0,-1 0,1 1,1-1,-1 1,0 0,1 0,0 0,0 0,1 0,0 0,-1 0,1 4,-1 1,1 0,-1 1,2-1,0 1,0-1,1 0,0 1,0-1,1 0,1 0,0 0,0 0,1 0,0 0,1-1,0 0,0 0,1 0,1-1,-1 0,1 0,0-1,1 1,0-2,0 1,0-1,5 2,-10-7,0 0,0 0,0-1,1 1,-1-1,0 0,0 0,1 0,-1 0,0-1,0 1,1-1,-1 0,0 0,0 0,0 0,0 0,0-1,0 0,0 1,-1-1,1 0,-1 0,1-1,-1 1,0 0,1-1,-1 1,-1-1,1 0,0 0,47-94,-7-46,-37 232,-4-81,0-1,0 1,1-1,0 1,1-1,0 0,0 0,0 0,1 0,0 0,0-1,1 0,0 0,0 0,0 0,1-1,-1 0,1 0,1-1,-1 1,1-1,0 0,33 13</inkml:trace>
  <inkml:trace contextRef="#ctx0" brushRef="#br0" timeOffset="10300.238">3624 1685,'-10'-2,"1"0,-1 0,0 1,1 0,-1 0,0 1,1 1,-1-1,0 2,1-1,-1 1,1 1,-1 0,1 0,0 1,0 0,1 0,-1 1,1 0,0 1,0 0,1 0,0 0,0 1,0 0,1 1,0-1,0 1,-2 6,5-6,0-1,1 1,0 0,1 0,-1-1,2 1,-1 0,1 0,0 0,1 0,0 0,0 0,0 0,1-1,1 1,-1 0,1-1,0 0,1 0,0 0,0 0,0 0,1-1,0 0,0 0,1 0,0 0,0-1,0 0,0-1,1 1,0-1,0 0,0-1,0 0,1 0,6 2,0-2,-1 0,0-1,1-1,-1 0,1-1,0 0,-1-1,1-1,-1 0,0-1,1 0,-1-1,-1 0,1-1,0-1,-1 0,5-4,6-3,-2-2,0 0,0-1,-2-1,0-1,-1-1,0 0,9-17,27-61,-47 93,-7 25,0-16,-1 25,1 0,1 0,2-1,5 25,-7-46,1-1,0 1,0-1,0 0,1 0,0 0,1 0,0-1,0 1,0-1,1 0,-1 0,2 0,-1-1,0 0,1 0,0 0,0-1,1 0,-1 0,5 2,18 3</inkml:trace>
  <inkml:trace contextRef="#ctx0" brushRef="#br0" timeOffset="10571.047">3945 1351,'-9'16,"1"7,3 1</inkml:trace>
  <inkml:trace contextRef="#ctx0" brushRef="#br0" timeOffset="10750.562">4465 896,'-4'25,"-2"25,5 18,4 20,8 14,2 13,3 8,-2 2,-3 0,-4-5,-3-8,-2-15,-1-19,1-20,3-20,0-22,-1-13</inkml:trace>
  <inkml:trace contextRef="#ctx0" brushRef="#br0" timeOffset="11763.618">4252 1619,'179'-2,"45"1,144 19,-251 0,-89-8,-29-11,1 1,-1 0,1 0,0 0,-1 0,1 0,0 0,-1 0,1 0,-1 0,1 0,0 0,-1 0,1 0,-1 0,1 1,0-1,-1 0,1 0,0 0,-1 0,1 1,0-1,0 0,-1 0,1 1,0-1,-1 0,1 1,0-1,0 0,0 1,-1-1,1 0,0 1,0-1,0 0,0 1,0-1,0 0,0 1,0-1,0 1,0-1,0 0,0 1,0-1,0 0,0 1,0-1,0 1,0-1,0 0,0 1,1-1,-1 0,0 1,0-1,0 0,1 1,-1-1,0 0,1 0,-1 1,0-1,0 0,1 0,-1 1,-166 19,157-19,1 1,-1 0,0 0,1 1,-1 0,1 1,0 0,0 0,0 0,1 1,-1 0,1 1,0 0,1 0,0 0,0 1,0 0,0 0,1 0,1 1,-1 0,1 0,0 0,1 0,-2 8,2-8,2 0,-1 1,1-1,0 0,1 1,0-1,0 0,1 1,0-1,0 0,1 0,0 1,1-1,-1-1,2 1,-1 0,1-1,0 1,1-1,-1 0,1-1,1 1,-1-1,1 0,0-1,1 1,-1-1,1 0,0-1,1 1,-1-1,1-1,-1 0,1 0,0 0,0-1,4 1,-1-2,0 0,-1-1,1 0,0 0,0-1,-1-1,1 0,-1 0,1-1,-1 0,0-1,0 0,0-1,-1 0,1 0,-1-1,-1 0,1-1,-1 0,0 0,0-1,4-4,-1-1,0-1,-1 0,0-1,-1 1,-1-2,0 1,-1-1,-1-1,0 1,-2-1,3-12,1-78,-10 98,1 16,-1 16,1-5,-2-1,2 1,0 0,1 0,0 0,2 0,0-1,1 1,0-1,2 1,0-1,1 0,1-1,3 5,-8-17,1-1,-1 0,1 0,0 0,0 0,0-1,0 1,1-1,-1 0,1 0,0 0,-1 0,1-1,0 1,0-1,0 0,0 0,0 0,0-1,0 0,0 1,0-2,1 1,-1 0,0-1,0 1,0-1,0 0,0-1,-1 1,1-1,0 0,10-4,-1-1,0 0,0-1,-1-1,0 0,0 0,-1-1,3-4,6-9,-1-1,0 0,-2-1,-1-1,-2-1,0 0,-1-1,-2 0,-1-1,-1 0,-2-1,4-27,0-30,-4 0,-3-1,-8-75,-4 1,-15-64,15 181,-1 31,2 32,-7 63,4-1,4 1,3 10,1-48,0 0,-5 64,5 0,5 0,4 0,8 22,-13-114,0 0,1-1,0 1,1-1,1 0,0 0,1 0,0-1,1 0,0 0,2-1,-1 0,1 0,1-1,0 0,1-1,0 0,0-1,1 0,4 2,-7-7,1 1,1-1,-1-1,1 1,-1-2,1 0,0 0,0-1,0 0,0-1,-1 0,1-1,0 0,0 0,0-2,0 1,-1-1,0-1,1 0,-1 0,0-1,-1 0,1-1,-1 0,0 0,-1-1,0 0,0-1,0 0,5-8,0-4,-2 0,-1-1,0-1,-1 0,-2 0,0 0,-2-1,0 0,-1 0,-2-1,0 1,-2-18,-7-6,6 47,0-1,0 1,0 0,0 0,0 0,0 0,0 1,0-1,0 0,0 0,0 1,0-1,0 0,0 1,0-1,0 1,0-1,0 1,0 0,1-1,-1 1,0 0,0 0,1-1,-1 1,1 0,-1 0,0 0,1 0,0 0,-1 0,1 0,0 0,-1 0,-10 20,1 1,1 0,1 1,1 0,1 0,1 0,1 1,0 16,1-17,1-1,2 0,0 1,1-1,2 1,0-1,3 10,-3-23,-1 1,1-1,1 0,0 0,0 0,1 0,0-1,1 0,-1 0,2 0,-1-1,1 1,0-2,0 1,1-1,0 0,0-1,2 1,0 0,1-1,0-1,1 0,-1 0,1-1,-1 0,1-1,0-1,0 0,0 0,0-1,0-1,0 0,0 0,0-1,0-1,2-1,25-12</inkml:trace>
  <inkml:trace contextRef="#ctx0" brushRef="#br0" timeOffset="12017.947">5589 1391,'30'-2,"32"-6,33-5,32-3,26-4,15 0,-22 3</inkml:trace>
  <inkml:trace contextRef="#ctx0" brushRef="#br0" timeOffset="12506.238">7166 1966,'-2'-9,"0"0,-1 0,0 1,-1-1,0 1,-1-1,1 1,-1 1,-1-1,0 1,0 0,0 0,-1 0,0 1,0 0,-1 0,1 1,-1 0,0 1,-1-1,1 2,-1-1,0 1,0 0,0 1,-3 0,1 3,-1 1,1 0,-1 1,1 0,0 1,0 0,0 0,1 2,0-1,0 1,0 1,0 0,1 0,0 0,1 2,0-1,0 1,1 0,0 0,0 1,1 0,1 0,-1 1,2-1,-1 1,-1 9,4-17,0 1,0 0,0 0,1 0,0 0,-1 0,1 0,1 1,-1-1,1 0,-1 0,1 1,0-1,1 0,-1 1,1-1,0 0,0 0,0 0,1 0,-1 0,1 0,0 0,0 0,0-1,1 1,-1-1,1 1,0-1,0 0,0 0,0 0,1-1,-1 1,3 1,5-2,0-1,0 0,1 0,-1-1,0-1,0 0,0 0,0-1,0-1,0 1,-1-2,1 0,-1 0,0 0,0-2,0 1,-1-1,0-1,0 1,-1-1,1-1,6-8,-7 9,0 0,0-1,-1 0,0 0,0-1,-1 0,0 0,-1-1,0 1,0-1,-1-1,-1 1,1 0,-2-1,1 1,-1-1,-1 0,0 0,-1 0,0-4,-19-24,18 38,1 0,-1 0,1 0,-1 1,0-1,1 0,-1 1,0-1,0 0,0 1,1-1,-1 1,0-1,0 1,0 0,0-1,0 1,0 0,0 0,0-1,0 1,0 0,0 0,0 0,0 0,0 0,0 0,0 1,0-1,0 0,1 0,-1 1,0-1,0 1,0-1,0 1,0-1,0 1,1-1,-1 1,0 0,-2 3,0 1,0 0,1 1,0-1,0 0,0 1,0-1,1 1,0-1,0 1,1 0,-1-1,1 1,0 0,1 0,0 2,0 2,1 1,0 0,1-1,0 0,1 1,0-1,0-1,1 1,1-1,-1 1,1-2,1 1,0-1,0 0,1 0,0 0,0-1,0-1,1 0,0 0,0 0,1-1,0-1,0 1,0-2,0 1,8 1,68 14,-2-6</inkml:trace>
  <inkml:trace contextRef="#ctx0" brushRef="#br0" timeOffset="21228.863">24398 1591,'-10'0,"0"-1,0 2,0-1,-1 1,1 1,0 0,1 0,-1 1,0 0,1 1,-1 0,1 0,0 1,1 0,-1 1,1 0,0 0,0 1,1 0,0 0,0 1,1-1,0 2,0-1,1 1,0 0,0 0,1 0,0 0,1 2,2-9,0 1,0-1,0 1,0-1,1 1,-1-1,1 1,0 0,0-1,0 1,0-1,0 1,0 0,1-1,-1 1,1-1,0 1,0-1,0 1,0-1,0 0,1 1,-1-1,0 0,1 0,0 0,0 0,-1 0,1 0,0-1,0 1,1-1,-1 1,0-1,0 0,1 0,-1 0,1 0,-1 0,1 0,-1-1,1 1,-1-1,1 0,0 0,-1 0,3 0,11-3,0-1,0-1,-1 0,1-1,-1-1,-1 0,1-1,-1 0,0-1,-1-1,0 0,-1-1,0-1,-1 1,0-2,0 0,-2 0,8-8,-2-1,-1 0,0-2,-2 1,-1-1,-1-1,-1 0,-1-1,-1 1,-1-1,-1-1,-2 1,-1-1,-1 1,-1-1,-1 0,-1 1,-2 0,0-1,-3-3,-27-47,33 76,-1 0,1 0,0 0,-1 0,1 0,-1 0,1 1,-1-1,0 1,1-1,-1 1,1-1,-1 1,0 0,1 0,-1 0,0 0,0 0,1 0,-1 0,0 0,1 1,-1-1,1 1,-1-1,0 1,1 0,-1 0,1 0,-1-1,1 1,0 0,-1 1,1-1,0 0,0 0,0 1,0-1,0 0,0 1,0-1,0 1,1-1,-1 1,1-1,-1 1,1 0,-1 1,-15 30,2 1,2 1,1 0,1 0,2 1,1 0,3 1,0-1,2 22,1-32,0 0,1 0,2 0,1 0,5 20,-6-38,0 1,0-1,1 0,1 0,-1 0,1 0,0-1,1 0,0 0,0 0,1 0,0-1,0 0,0 0,1 0,-1-1,1 0,1 0,1 0,3 0,-1-1,2 0,-1 0,0-1,1-1,-1 0,1-1,-1 0,1-1,0 0,0-1,-1-1,1 0,-1-1,0 0,1 0,-1-2,-1 1,1-2,10-5,-8 3,-1 1,0-2,-1 1,0-2,0 0,-1 0,0-1,-1 0,0-1,-1 0,-1 0,1-1,-2-1,0 1,-1-1,0 0,1-6,-5 16,-1 0,1 0,-1 0,0 0,0 0,-1-1,1 1,-1 0,0 0,0-1,0 1,-1 0,1-1,-1 1,0 0,0 0,-1 0,1 0,-1 0,0 0,0 0,0 1,-1-1,1 1,-1-1,0 1,0 0,0 0,0 0,-2-1,1 5,-1-1,1 0,-1 1,1 0,0 0,0 1,-1-1,1 1,0 0,0 0,0 0,1 0,-1 1,0-1,1 1,0 0,0 0,0 1,0-1,0 0,0 1,1 0,0 0,0 0,0 0,0 0,0 0,1 0,-1 2,0 0,0-1,1 1,-1 0,1 0,0 0,0 0,1 0,0 0,0 0,0 0,1 0,0 0,0-1,1 1,-1 0,1 0,0-1,1 1,-1-1,1 0,0 1,1-1,-1-1,1 1,0 0,0-1,0 0,1 0,0 0,-1-1,1 1,3 0,15 7,1-2,1 0,-1-2,1 0,0-2,1-1,-1-1,1-1,24-2,-46 1,108 2</inkml:trace>
  <inkml:trace contextRef="#ctx0" brushRef="#br0" timeOffset="24782.495">20882 3263,'1'-11,"0"6,0 0,-1 0,1-1,-1 1,0 0,0 0,0-1,-1 1,0 0,0 0,0 0,-1 0,0 0,0 0,0 0,0 0,-1 1,1-1,-1 1,-1 0,1 0,0 0,-1 0,0 0,0 1,0 0,-2-2,2 5,0-1,1 1,-1 0,0 0,0 0,0 0,1 0,-1 1,0 0,1 0,-1 0,0 0,1 1,-1-1,1 1,0 0,0 0,-1 0,1 0,0 0,1 1,-1 0,0 0,-57 71,49-57,1 0,0 1,2 0,0 1,0 0,2 0,1 1,0 0,1 0,2 0,0 0,1 0,0 1,2-1,3 16,-4-32,1 0,0 1,0-1,0 0,0 0,1 0,-1-1,1 1,0 0,1-1,-1 1,0-1,1 1,0-1,0 0,0 0,0 0,0-1,1 1,-1-1,1 0,-1 0,1 0,0 0,0-1,0 1,0-1,0 0,0 0,0-1,1 1,-1-1,0 0,0 0,1 0,-1-1,2 0,2-2,0 0,0-1,0 0,0 0,-1-1,0 0,0-1,0 1,0-1,-1 0,0-1,0 0,-1 0,0 0,0 0,0-1,58-132,-43 64,-4 0,-3-1,-4 0,0-78,-2-171,-10 292,-5 29,-19 77,6 11,4 1,3 1,5 0,3 0,4 64,1-126,1 1,2-1,0 1,1-1,1 0,2 0,0 0,1-1,1 0,1 0,2-1,6 12,-13-28,1 1,-1-1,1 0,0 0,0 0,1 0,0-1,-1 0,2 0,-1-1,0 0,0 0,1 0,0-1,0 0,-1 0,1-1,0 0,0 0,0 0,1-1,-1 0,0 0,0-1,0 0,0-1,0 1,0-1,-1 0,1-1,-1 0,1 0,-1 0,0-1,5-3,4-7,-1-1,-1-1,0 0,-1 0,-1-1,0-1,-2 0,0 0,-1-1,0 0,-2 0,0-1,-1 0,-2 0,3-20,-2 120,-4-62,1 0,0 0,2 0,0 0,1 0,1 0,1-1,0 0,2 0,-1 0,2-1,9 13,-15-26,0 1,1 0,-1-1,1 1,0-1,0 0,0-1,1 1,-1-1,1 1,-1-1,1 0,1-1,21 4</inkml:trace>
  <inkml:trace contextRef="#ctx0" brushRef="#br0" timeOffset="25051.805">21457 2782,'-16'-3,"-9"5,-4 3,4 8,8 7,14 2,17 1,16-2,4-6</inkml:trace>
  <inkml:trace contextRef="#ctx0" brushRef="#br0" timeOffset="25367.473">22179 2995,'-36'8,"0"2,0 2,2 1,-1 2,2 1,-26 17,53-31,-19 11,0 1,0 2,1 0,1 1,1 1,-15 16,36-33,0 0,-1 0,1 1,0-1,0 0,0 1,0-1,1 1,-1-1,0 1,1-1,-1 1,1-1,-1 1,1 0,0-1,-1 1,1 0,0-1,0 1,1 0,-1-1,0 1,0 0,1-1,-1 1,1-1,-1 1,1-1,0 1,0-1,-1 1,1-1,0 1,0-1,0 0,1 0,-1 0,0 1,0-1,1 0,-1-1,1 1,-1 0,1 0,-1 0,1-1,-1 1,14 5,0 0,0 0,0-2,1 0,0 0,14 0,5 2,-19-3,5-1,0 2,0 0,0 1,0 1,0 1,-1 1,-1 0,1 2,-1 0,-1 1,13 11,-28-20,-1 1,1-1,-1 1,0 0,0-1,0 1,0 0,-1 0,1 0,-1 0,0 1,0-1,0 0,0 1,0-1,-1 0,1 1,-1-1,0 0,0 1,-1-1,1 1,-1-1,1 0,-1 1,0-1,0 0,-1 0,1 1,0-1,-1 0,0-1,0 1,0 0,0 0,0-1,-1 1,1-1,-1 1,-16 10,0-1,0-1,-1-1,-1 0,0-1,0-2,0 0,-1-1,0-1,0-1,0-1,-1-1,1-1,-1-1,-21-3,-24-8,52 1</inkml:trace>
  <inkml:trace contextRef="#ctx0" brushRef="#br0" timeOffset="25885.609">22500 2595,'14'55,"-2"0,-3 0,-2 1,-2 1,-3 25,-4 93,-20 138,22-305,-3 13,2-14,-1 1,1-1,1 0,-1 1,1-1,1 0,-1 1,1-1,0 0,1 0,0 1,0-1,0 0,1-1,0 1,1 1,-1-6,1 1,0-1,0 0,-1 0,1 0,1 0,-1-1,0 1,0-1,0 0,1-1,-1 1,1-1,-1 0,0 0,1 0,-1 0,0-1,1 0,-1 0,0 0,0 0,1-1,-1 1,0-1,1-1,34-15,-1-1,-2-2,0-1,-1-2,-1-1,-1-2,-2-1,0-2,12-16,-5 12,-37 35,0-1,-1 0,1 1,0-1,-1 1,1-1,0 1,-1-1,1 1,-1-1,1 1,-1 0,1-1,-1 1,1 0,-1-1,0 1,1 0,-1 0,0-1,0 1,1 0,-1 0,0 0,0-1,0 1,0 0,0 0,0 0,0 0,0-1,-1 1,1 0,0 1,0 65,-2-54,1 0,1 0,0 0,1 0,0 0,1 0,0 0,1-1,1 1,0-1,1 0,1 4,-3-13,-1 1,1-1,-1 1,1-1,0 0,0 0,0 0,1-1,-1 1,1-1,0 0,-1 0,1 0,0 0,0 0,0-1,0 0,0 0,1 0,-1 0,0-1,0 0,1 0,-1 0,31-3</inkml:trace>
  <inkml:trace contextRef="#ctx0" brushRef="#br0" timeOffset="26147.913">23235 3143,'-16'-12,"-5"-3</inkml:trace>
  <inkml:trace contextRef="#ctx0" brushRef="#br0" timeOffset="26536.39">22406 2835,'114'8,"1"-6,59-8,-81 2,-16 1,42-3,1 6,92 12,-199-11,0-1,0 2,0 0,0 0,-1 1,1 1,-1 0,0 1,0 0,0 1,-1 0,0 1,0 0,0 1,-1 0,0 1,-1 0,0 0,0 1,-1 0,-1 0,3 5,-2 6,-2 0,0 1,-1-1,-1 1,-1 0,-1 0,-1 1,-1-1,-3 15,8 96,-5-129,0 0,0 1,1-1,-1 0,1 0,0 0,0 0,1 0,-1 0,1-1,0 1,0 0,0-1,0 1,1-1,-1 0,1 0,0 0,0 0,0 0,0-1,1 1,-1-1,1 0,-1 0,1 0,0 0,0-1,0 0,2 1,4-3,0 0,0-1,0 0,-1 0,1-1,0-1,-1 0,0 0,0 0,0-1,-1-1,1 1,-1-2,0 1,-1-1,0 0,0 0,0-1,-1 0,0 0,1-5,17-23,-2-1,-2 0,-1-2,-2-1,-1-4,13-26,-29 71,0-1,0 0,0 0,1 0,-1 1,0-1,0 0,1 0,-1 0,0 0,0 1,1-1,-1 0,0 0,0 0,1 0,-1 0,0 0,1 0,-1 0,0 0,1 0,-1 0,0 0,0 0,1 0,-1 0,0 0,1 0,-1 0,0 0,0-1,1 1,-1 0,0 0,0 0,1-1,2 91,-3-58,1 0,1 0,2-1,7 25,-9-46,1-1,0 0,1 1,0-2,1 1,0 0,0-1,0 0,1 0,1-1,-1 0,1 0,0 0,1-1,0 0,0 0,7 4,1-3,1 0,-1 0,1-2,0 0,0-1,0-1,11 1,48 3</inkml:trace>
  <inkml:trace contextRef="#ctx0" brushRef="#br0" timeOffset="21948.225">26484 1632,'-2'-3,"0"0,1 1,-1-1,1 0,-1 0,1-1,0 1,0 0,1 0,-1 0,1-1,-1 1,1 0,0 0,0-1,1 1,-1 0,1-1,-1 1,1 0,0 0,0 0,1 0,-1 0,0 0,1 0,0-1,1-2,5-21,2 1,1 0,1 1,1 0,1 0,1 2,2 0,0 1,16-16,-31 36,0 0,0 0,-1 1,1-1,1 1,-1 0,0-1,0 1,0 0,1 0,-1 1,0-1,1 0,-1 1,1-1,-1 1,1 0,-1 0,1 0,-1 0,1 0,-1 1,1-1,-1 1,0 0,1-1,-1 1,0 0,1 0,-1 0,0 1,0-1,0 1,0-1,1 2,8 6,0 1,0 0,-1 1,0 0,-1 1,0 0,-1 0,-1 1,1 0,-2 0,0 1,-1 0,0 0,-1 0,-1 0,1 4,-4-14,0-1,0 0,0 1,0-1,0 0,-1 1,1-1,-1 0,0 1,0-1,0 0,0 0,-1 0,1 0,-1 0,0 0,0-1,0 1,0 0,0-1,-1 0,1 1,-1-1,1 0,-1 0,0 0,0-1,0 1,0-1,0 0,0 1,0-1,-1-1,1 1,0 0,-1-1,1 0,0 1,-1-1,-1-1,2 0,1-1,-1 0,1 0,0 0,0 0,0 0,0 0,0-1,1 1,-1-1,1 1,-1-1,1 0,0 1,0-1,0 0,1 0,-1 0,0 0,1 0,0 1,0-1,0 0,0 0,0 0,1 0,-1 0,1 0,0 0,0 1,0-1,0 0,1-1,10-29,2 1,1 0,2 2,19-29,-8 13,9-17,-2-1,-4-2,-2 0,-4-2,-2-2,-4 0,6-45,-17 75,-2 0,-2 0,-2 0,-2-1,-1 1,-2 0,-3-8,-20-18,25 64,0 1,0 0,0 0,1-1,-1 1,0 0,0 0,-1 0,1 0,0 0,0 0,0 1,-1-1,1 0,0 0,-1 1,1-1,-1 1,1 0,-1-1,1 1,0 0,-1 0,1 0,-1 0,1 0,-1 0,1 0,-1 0,1 0,-1 1,1-1,-1 1,1-1,0 1,-1 0,1-1,0 1,-1 0,1 0,0 0,0 0,-1 1,-4 5,0 0,0 0,1 1,0 0,0 0,1 0,0 1,1-1,0 1,0 0,1 0,-15 54,4 0,2 1,3 1,3-1,3 1,3 5,0-7,3 0,2 0,4 0,2-2,2 1,-5-29,2-1,1 0,1-1,2 0,1-1,1-1,2 0,0-2,2 0,3 1,-23-27,4 6,1-1,-1 1,1-1,1 0,-1-1,1 1,0-1,0-1,1 1,-1-1,1-1,0 1,0-1,0-1,4 2,12-11,-8-9</inkml:trace>
  <inkml:trace contextRef="#ctx0" brushRef="#br0" timeOffset="22448.886">26564 937,'143'16,"94"-8,-97-5,-1 6,87 18,-206-24,0 1,-1 1,1 2,-1-1,-1 2,18 9,-31-14,0 0,0 1,0-1,0 1,0 0,-1 0,0 1,0-1,0 1,0 0,-1 0,0 0,0 0,0 1,-1-1,0 1,0 0,0 0,0-1,-1 1,0 0,-1 0,1 0,-1 6,-2 9,-2 0,0 0,-1-1,-1 1,-6 13,5-17,1 0,1 0,1 0,0 1,2-1,-1 1,2 0,1 7,0-20,1-1,0 1,0-1,0 1,0 0,1-1,0 0,0 1,0-1,1 0,-1 0,1 0,0-1,0 1,0-1,1 1,-1-1,1 0,-1 0,1-1,0 1,0-1,1 0,-1 0,0 0,1-1,-1 1,1-1,-1 0,1 0,0-1,0 1,0-1,4 1,1-1,-1 0,1 0,0-1,-1 0,1-1,-1 0,0-1,1 0,-1 0,0-1,-1 0,1 0,-1-1,0 0,1-1,-2-1,0 0,-1 0,0-1,-1 1,0-1,0 0,0-1,-1 1,0-1,-1 0,0 0,0 0,-1 0,0 0,-1-1,0 1,0-1,-1 1,0-1,-2-9,1 12,1 0,-1 0,-1 0,0 1,1-1,-2 0,1 1,-1-1,0 1,-1 0,1 0,-1 0,0 0,-1 0,0 1,1 0,-2 0,1 1,0-1,-1 1,0 0,0 0,0 1,-1 0,1 0,-1 1,1-1,-3 1,-3 1,-1 0,1 2,0-1,0 2,0-1,0 2,0-1,0 2,1-1,-1 2,1 0,0 0,0 1,1 0,-1 1,2 0,-1 0,1 1,0 1,0-1,1 1,0 1,1 0,0 0,1 0,0 1,0 0,-1 5,5-12,0 0,1 0,-1 0,1 0,0 0,0 1,0-1,0 0,1 0,0 1,0-1,0 1,0-1,1 0,0 0,0 1,0-1,0 0,1 0,-1 0,1 0,0 0,0 0,1-1,-1 1,1-1,0 1,0-1,0 0,3 2,2 0,1 0,1 0,-1-1,0-1,1 1,0-1,0-1,0 0,0-1,3 1,48 3</inkml:trace>
  <inkml:trace contextRef="#ctx0" brushRef="#br0" timeOffset="23283.933">28155 816,'-5'-10,"0"0,-1 1,0-1,-1 1,0 0,-1 1,1 0,-2 0,1 0,-1 1,0 1,5 3,-1 0,1 1,-1 0,1 0,-1 0,0 1,0-1,0 1,1 0,-1 0,0 1,0 0,0 0,0 0,0 0,0 1,0 0,0 0,0 0,0 0,0 1,1 0,-1 0,1 0,-3 2,-2 2,0 1,1 0,0 0,1 1,-1 0,1 0,1 1,0 0,0 0,1 0,0 1,0 0,1 0,0 0,1 0,0 1,1-1,0 1,1 0,0-1,0 1,2 0,-1 0,1 0,0-1,1 1,1-1,0 1,0-1,1 0,2 6,14 22,1-1,2-1,1-1,2-1,1-1,1-2,19 15,85 104,-44-25,-86-123,-1 0,1 0,0 0,0 0,0 0,1 0,-1 0,0-1,0 0,1 1,-1-1,1 0,-1 0,1 0,0 0,-1-1,1 1,0-1,0 1,-1-1,1 0,0 0,0 0,0-1,-1 1,1-1,0 1,-1-1,1 0,0 0,-1 0,1-1,-1 1,0 0,1-1,-1 0,0 1,0-1,0 0,0 0,0 0,0-1,14-17,-2 1,0-2,-1 0,-1-1,-1 0,-1-1,-1 0,-1 0,-1-1,-1 0,-1 0,-2-1,0 1,-1-25,2-115,2 172,0 0,1-1,0 0,0 0,0 0,1-1,0 0,1-1,-1 1,1-2,0 1,0-1,0-1,6 2,175 34,-91-23,-94-16,-1 0,0 1,1 0,-1 0,0 0,1 0,-1 1,0 0,0-1,0 2,0-1,-1 0,1 1,0 0,-1-1,0 1,0 1,0-1,0 0,0 1,-1 0,1-1,-1 1,1 2,1 10,-1 1,-1-1,-1 1,0-1,-1 1,-1 0,-2 15,0 51,3-80,0 0,0 0,0 0,1-1,0 1,-1 0,1 0,0 0,1 0,-1-1,0 1,1 0,-1-1,1 0,0 1,0-1,0 0,0 0,0 0,1 0,-1 0,0 0,1-1,-1 1,1-1,0 0,0 1,-1-1,1-1,0 1,0 0,0-1,0 1,0-1,0 0,0 0,0 0,0 0,0-1,0 1,9-3,0 0,0 0,0-1,-1-1,1 0,-1 0,-1-1,1-1,-1 0,0 0,0-1,-1 0,5-6,100-126,-85 106,-20 59,-8 25,-2-37,1 0,0 0,1 0,0 0,1 0,0 0,1 0,1 0,0-1,1 0,0 0,1 0,0 0,1 0,-1-5,0 0,0-1,0 0,1 0,0 0,0-1,1 0,-1 0,1-1,0 0,0-1,0 0,1 0,-1 0,1-1,0 0,-1-1,1 0,0-1,0 1,0-2,0 1,0-1,-1-1,1 1,0-1,6-3,17-10</inkml:trace>
  <inkml:trace contextRef="#ctx0" brushRef="#br0" timeOffset="23537.298">29719 670,'-10'-16,"-6"-8,-4 1,0 4,-2 12,1 16,0 16,-2 10,-3 9,-7 1,3-7</inkml:trace>
  <inkml:trace contextRef="#ctx0" brushRef="#br0" timeOffset="18498.544">20655 1311,'-7'14,"-9"22,-10 24,-9 19,-4 15,-1 7,5 0,8-8,9-13,9-15,7-20</inkml:trace>
  <inkml:trace contextRef="#ctx0" brushRef="#br0" timeOffset="18752.862">20401 1391,'5'16,"8"17,11 16,12 13,15 10,14 4,11 1,8-4,2-10,-2-13,-6-15,-10-16,-15-12</inkml:trace>
  <inkml:trace contextRef="#ctx0" brushRef="#br0" timeOffset="19000.202">21256 857,'-6'18,"-6"24,-4 28,-2 27,2 22,2 15,0 11,3 1,3-7,4-13,1-18,5-24,1-26</inkml:trace>
  <inkml:trace contextRef="#ctx0" brushRef="#br0" timeOffset="20469.855">21711 2073,'-21'31,"21"-31,0 0,0 0,0-1,0 1,0 0,0 0,0 0,0-1,0 1,-1 0,1 0,0 0,0-1,0 1,0 0,-1 0,1 0,0 0,0 0,0-1,-1 1,1 0,0 0,0 0,0 0,-1 0,1 0,0 0,0 0,-1 0,1 0,0 0,0 0,0 0,-1 0,1 0,0 0,0 0,-1 0,1 0,0 0,0 0,0 1,-1-1,1 0,0 0,0 0,0 0,0 0,-1 1,1-1,0 0,0 0,0 0,0 0,0 1,-1-1,1 0,0 0,0 0,4-23,-4 20,15-61,20-138,-34 189,-1-1,0 0,-1 1,0-1,-1 1,-1-1,0 1,-1 0,0 0,-1 0,0 1,-1-1,-5-6,-38-28,61 39,20 5,0 2,0 1,0 2,0 1,-1 1,1 2,-1 1,2 2,-24-7,1 2,0-1,-1 1,0 0,0 1,0 0,0 1,-1-1,0 2,0-1,0 1,-1 0,0 1,-1 0,0 0,0 0,0 1,-1 0,0 0,-1 0,0 0,-1 1,0 0,0 0,-1-1,0 2,0 2,-3 13,-1 0,-1 0,-1 0,-1-1,-1 0,-2 0,0-1,-11 21,0 6,18-50,0 1,0-1,1 1,-1 0,0-1,0 1,1 0,-1 0,1-1,0 1,-1 0,1 0,0 0,0 0,0-1,0 1,1 0,-1 0,0 0,1 0,-1-1,1 1,0 0,-1-1,1 1,0 0,0-1,0 1,0-1,1 1,-1-1,0 0,1 1,-1-1,0 0,2 1,10 1,0 0,1-1,-1 0,0-1,1 0,-1-1,1-1,-1 0,0-1,0 0,1-1,-8 2,292-62,-230 47</inkml:trace>
  <inkml:trace contextRef="#ctx0" brushRef="#br0" timeOffset="28990.022">25027 3129,'-16'-4,"0"-1,1 2,-1 0,-1 1,1 0,0 1,0 1,0 1,-1 0,1 1,-14 4,22-4,0 0,0 1,0 0,0 0,1 0,-1 1,1 1,0-1,0 1,1 0,-1 1,1-1,0 1,0 1,1-1,0 1,0 0,1 0,0 0,0 1,0-1,1 1,-1 4,2-5,1 1,0-1,1 1,0-1,0 1,0-1,1 1,0-1,0 0,1 1,0-1,0 0,1 0,0 0,0 0,1-1,0 1,0-1,0 0,1 0,0 0,0-1,0 0,1 0,0 0,0 0,0-1,0 0,1-1,0 1,-1-1,1 0,6 1,7 3,2 0,-1-2,1 0,-1-1,1-1,1-2,-1 0,0-1,0-1,0-1,0-1,0-1,8-3,3-2,-1-2,-1 0,0-2,0-2,-2 0,0-2,0-1,13-13,-17 10,0-1,-2-1,0-1,-2-1,-1-1,-1-1,-1-1,-1 0,-2-1,0-1,-2 0,-2-1,-1 0,-1-1,-2 0,2-14,0-37,-3-1,-3 1,-5-1,-4-11,-6 9,11 86,1-1,-1 1,0 0,1-1,-1 1,0 0,0 0,1-1,-1 1,0 0,0 0,1 0,-1 0,0 0,0 0,1 0,-1 0,0 1,0-1,1 0,-1 0,0 1,0-1,1 0,-1 1,1-1,-1 0,0 1,1-1,-1 1,1-1,-1 1,1 0,-1-1,1 1,-1 0,1-1,0 1,-1 0,1-1,0 1,-1 0,1-1,0 1,0 0,0 0,0-1,0 1,0 0,0 0,0-1,0 1,0 0,-13 36,1-1,1 2,2-1,0 14,5-30,-13 69,4 0,4 1,3 1,5 6,2-73,1 1,1 0,1-1,2 0,0 0,1 0,9 17,-11-30,1 0,1 0,-1-1,2 0,0 0,0-1,1 0,0 0,0-1,1 0,1-1,-1 0,1-1,1 0,10 4,-5-3,2-2,-1 0,1-1,-1-1,1-1,0 0,1-2,-1 0,0-1,0-1,0-1,1 0,-2-2,1 0,0-1,-1-1,11-5,-14 5,0-1,-1 0,0-1,-1 0,0-1,0-1,-1 0,0 0,0-2,-1 1,-1-1,0-1,-1 0,0 0,-1-1,-1 0,0 0,-1-1,0 0,-1 0,1-5,2-50,-12 62,0 19,0 6,1 0,0 0,2 0,0 0,1 0,0 0,2 0,0 0,1 0,0 0,2 0,5 14,-4-19,2-1,-1 0,1 0,0-1,1 0,1-1,-1 0,1 0,1-1,0 0,0-1,0 0,1-1,0 0,0-1,1 0,-1-1,1 0,0-1,0-1,0 0,0-1,1 0,-1-1,5-1,-12 1,0 1,-1-2,1 1,0-1,-1 0,1 0,0-1,-1 1,1-1,-1 0,0-1,0 1,0-1,0 0,0-1,-1 1,1-1,-1 0,0 0,0 0,12-22</inkml:trace>
  <inkml:trace contextRef="#ctx0" brushRef="#br0" timeOffset="29250.325">25415 2621,'18'7,"31"4,39 3,43-1,45-5,38-9,28-10,9-11,-38-1</inkml:trace>
</inkml:ink>
</file>

<file path=ppt/ink/ink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14T06:34:48.084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401 68,'-27'18,"-23"17,-14 20,-6 15,3 17,10 16,15 13,19 7,23 4,25-2,23-11,23-16,17-17,12-23,-12-21</inkml:trace>
  <inkml:trace contextRef="#ctx0" brushRef="#br0" timeOffset="497.68">1203 537,'18'99,"-10"-125,-8 17,-1 1,1 0,-2-1,1 1,-1 0,0 0,0 0,-1 1,-1-1,1 0,-1 1,0 0,-1 0,1 0,-1 1,-1-1,1 1,-1 0,0 1,-1-1,1 1,-1 1,0-1,0 1,-1 0,1 1,-4-1,-2-2,-1 2,-1-1,1 2,0 0,-1 1,1 0,-1 1,0 1,0 0,1 1,-1 1,1 0,-1 1,1 1,-4 1,1 2,0 0,1 1,-1 1,2 1,0 0,0 1,1 1,0 0,1 0,0 2,1 0,1 0,0 1,1 0,0 1,2 0,0 0,0 1,2 0,0 1,1-1,1 1,0 0,1 0,2 0,-1 1,4-8,-1 0,1 0,1 0,0 0,1 0,0 0,0-1,1 0,1 0,0 0,0-1,1 0,0 0,0 0,1-1,0 0,0-1,1 0,0 0,1-1,-1 0,1 0,0-1,1-1,-1 0,1 0,7 1,22 7,1-1,0-2,0-3,1 0,-1-3,1-2,0-1,0-2,-1-2,1-2,14-5,-38 8,0-1,-1-1,0 0,0-1,0 0,-1-2,0 0,-1-1,1 0,-2-2,10-7,-6-3</inkml:trace>
  <inkml:trace contextRef="#ctx0" brushRef="#br0" timeOffset="848.57">1872 1,'24'25,"21"27,13 22,9 19,1 15,-6 9,-13 2,-16 0,-19 0,-22-2,-23-3,-22-5,-16-7,-10-14,3-20,13-22</inkml:trace>
</inkml:ink>
</file>

<file path=ppt/ink/ink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14T06:34:44.455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430 650,'7'24,"-2"-38,-6 1,0-1,0 1,-1 0,-1 0,0 0,-1 0,-1 0,0 1,0-1,-1 1,-1 1,0-1,0 1,-3-1,5 5,0 1,0 0,-1 1,1-1,-1 1,-1 0,1 1,-1-1,1 1,-1 1,-1-1,1 1,0 0,-1 1,0 0,1 0,-1 1,0 0,0 0,0 1,0-1,1 2,-1-1,-5 2,5 0,0 1,-1-1,1 2,0-1,1 1,-1 0,1 1,0 0,0 0,0 0,0 1,1 0,0 0,0 1,1 0,0 0,0 0,-3 6,-1 5,0 1,0 0,2 0,0 1,2 0,0 0,0 8,1-6,2 0,0 0,2 0,0 0,1 0,1-1,2 1,0 0,1 1,-1-12,-1 0,2 1,-1-2,1 1,1-1,0 1,1-1,-1-1,2 0,0 0,0 0,0-1,1 0,0 0,1-1,0-1,6 4,1-2,0-1,0-1,0 0,1-1,0-1,0-1,0-1,0 0,0-1,1-1,-1-1,0 0,14-4,18-4,-1-3,0-2,-1-2,17-10,4-1,-1-4,47-30,-85 35,-30 26,0-1,1 0,-1 1,0-1,0 0,1 1,-1-1,0 0,0 1,0-1,0 0,0 0,0 1,0-1,0 0,0 1,0-1,-1 0,1 0,0 1,0-1,-1 1,1-1,0 0,-1 1,1-1,0 0,-1 1,1-1,-1 1,1-1,-1 1,1-1,-1 1,0 0,1-1,-1 1,0 0,1-1,-1 1,0 0,1 0,-1 0,0-1,1 1,-1 0,0 0,1 0,-2 0,-8-2,-1 0,-1 0,1 1,0 1,0 0,0 0,0 1,0 1,0 0,0 0,0 1,0 0,1 1,0 0,-1 1,2 0,-1 1,0 0,1 0,0 1,1 0,0 1,0 0,-5 5,10-8,0 0,0 0,0 0,1 0,0 0,0 1,0-1,0 0,1 1,0 0,0-1,0 3,1-6,0 0,0 0,0 0,1 1,-1-1,0 0,1 0,0 0,-1 0,1 0,0 0,0 0,0-1,0 1,0 0,1 0,-1-1,0 1,1-1,-1 1,1-1,0 0,-1 1,1-1,0 0,0 0,0 0,0 0,0-1,0 1,0 0,0-1,0 0,0 1,8-1,0 0,1 0,-1-1,0 0,0-1,0 0,0-1,-1 0,1 0,-1-1,0 0,0-1,0 0,0 0,-1-1,0 0,0-1,0 0,4-5,-6 5,0 0,0 0,-1 0,0 0,-1-1,1 0,-1 0,-1 0,0 0,0-1,0 1,-1-1,0-1,-2 21,0 0,1 0,1-1,0 1,0-1,1 1,0-1,1 0,0 0,1 0,0-1,1 0,0 0,0 0,0 0,2 0,-3-4,-1 0,1-1,0 1,1-1,-1 0,1 0,0-1,0 0,0 0,0 0,1 0,-1-1,1 0,-1-1,1 0,0 0,-1 0,1 0,0-1,0-1,0 1,-1-1,1 0,0 0,-1-1,2 0,2-2,0 0,0-1,0 0,0 0,-1-1,0 0,0-1,-1 0,0 0,0-1,0 0,-1-1,-1 1,1-1,-1 0,-1-1,0 0,2-3,1-8,0-1,-1 0,-1 0,-1 0,-1-1,-1 0,-1 0,-1-5,-1 5,-7 41,0 66,5 1,3-1,3 1,4-1,4-1,4 0,19 57,-32-125,48 270,-50-249,-1-36,-1-1,1 1,0 0,0 0,-1 0,1 0,0 0,-1-1,1 1,0 0,-1 0,1 0,0 0,-1 0,1 0,0 0,-1 0,1 0,0 0,-1 1,1-1,0 0,-1 0,1 0,0 0,-1 0,1 1,0-1,0 0,-1 0,1 0,0 1,0-1,-1 0,1 0,0 1,0-1,0 0,-1 1,1-1,0 0,0 1,0-1,0 0,0 1,0-1,0 0,0 1,0-1,0 0,-12-24,2-2,1 1,1-1,2 0,0-1,1-8,-2 0,-23-111,7-1,6-1,3-134,14 270,-1 3,1 1,0-1,0 0,1 1,0-1,0 0,1 1,1 0,-1-1,1 1,0 0,1 0,0 0,4-4,-7 10,0 1,1 0,-1 0,1-1,0 1,-1 0,1 0,0 1,-1-1,1 0,0 1,0-1,0 1,0-1,0 1,0 0,0 0,0 0,-1 0,1 0,0 0,0 0,0 1,0-1,0 1,0-1,0 1,-1 0,1 0,1 1,48 37,-38-25,0 0,-1 2,0-1,-1 2,-1-1,-1 1,0 1,-1 0,1 5,-8-20,-1 0,1 0,-1 0,0 1,1-1,-1 0,-1 0,1 0,0 0,-1 0,1 0,-1 0,0 0,0 0,0 0,-1 0,1-1,-1 1,1 0,-1-1,0 1,0-1,0 0,0 1,0-1,-1 0,1 0,-1-1,1 1,-1 0,0-1,1 0,-1 1,0-1,0 0,0-1,0 1,-3 0,-56 16,36-11</inkml:trace>
  <inkml:trace contextRef="#ctx0" brushRef="#br0" timeOffset="696.208">2021 798,'-15'-6,"-3"-2,0 1,-1 1,0 0,0 2,-1 0,1 1,-1 0,-13 2,27 2,1 0,-1 0,1 1,-1-1,1 2,0-1,0 0,0 1,0 0,1 0,-1 0,1 1,-1 0,1 0,1 0,-1 0,0 0,1 1,0-1,0 1,0 0,1 0,0 0,-1 1,2-1,-1 0,1 1,0-1,0 1,0-1,1 1,0 0,0-1,1 5,-2-4,1 0,0 0,1 0,-1 1,1-1,0 0,1 0,-1 0,1 0,1-1,-1 1,1 0,0-1,0 0,0 0,1 0,0 0,0 0,0-1,0 1,1-1,0 0,0-1,0 1,0-1,0 0,1 0,0-1,-1 1,1-1,5 1,0-4,1 0,-1 0,0-1,0 0,0-1,-1 0,1-1,-1 0,1-1,-1 0,-1-1,1 0,-1 0,0-1,0 0,-1 0,0-1,0 0,-1-1,0 0,-1 0,0 0,0-1,-1 0,0 0,0-1,-1 0,19-84,-26 90,-2 24,3-8,1 0,0-1,0 1,1 0,1 0,-1 0,2 0,0 0,2 6,-3-12,0-1,1 1,0-1,0 0,0 0,1 0,-1 0,1-1,0 1,0-1,0 1,0-1,1 0,-1 0,1-1,0 1,0-1,0 1,0-1,0-1,0 1,1 0,-1-1,2 0,10 1,1-1,-1-1,0-1,0 0,0-1,0 0,-1-2,1 0,-1 0,1-2,-1 0,-1-1,1 0,-1-1,-1 0,1-1,-1-1,-1 0,0-1,-1 0,3-4,-7 9,-1-1,0 0,0 0,0-1,-1 1,0-1,-1-1,1 1,-2 0,1-1,-1 0,-1 0,2-5,-4-2</inkml:trace>
  <inkml:trace contextRef="#ctx0" brushRef="#br0" timeOffset="1379.105">2890 757,'-5'-4,"0"0,0 0,0 1,0-1,-1 1,0 0,1 1,-1-1,0 1,0 0,0 1,-1-1,1 1,0 0,-1 1,1 0,0 0,-1 0,1 1,0 0,0 0,-1 0,1 1,-5 1,0 0,1 1,-1 1,1-1,0 2,0-1,0 1,1 1,0 0,0 0,1 1,-4 4,7-8,0 1,1 0,0-1,0 1,0 1,0-1,1 1,-1-1,2 1,-1 0,0 0,1 0,0 1,1-1,0 0,0 1,0-1,0 1,1-1,0 1,1-1,-1 1,1-1,1 0,-1 1,1-1,0 0,0 0,1 0,0 0,0 0,0-1,3 4,4-2,0-1,1 0,0-1,0 0,0 0,1-1,-1-1,1 0,0 0,0-1,0-1,0 0,0-1,0 0,0-1,1 0,-1-1,-1 0,2-1,6-2,0 0,0-1,0-1,-1-1,-1-1,1 0,-1-1,-1-1,0-1,0 0,-1-1,-1 0,0-2,-1 1,-1-2,0 0,-1 0,0-1,-2 0,0-1,0-2,-9 76,0-42,-1 0,2 0,0 0,1 0,0-1,1 1,3 6,-5-15,0-1,1 0,0 0,0 0,0 0,1-1,-1 1,1 0,0-1,0 0,0 1,0-1,0-1,1 1,0 0,-1-1,1 0,0 0,0 0,0 0,0 0,1-1,-1 0,0 0,2 0,21 1</inkml:trace>
  <inkml:trace contextRef="#ctx0" brushRef="#br0" timeOffset="1629.437">3171 463,'4'16,"2"5</inkml:trace>
  <inkml:trace contextRef="#ctx0" brushRef="#br0" timeOffset="1845.858">4053 49,'-19'-6,"13"3,-1 1,0 0,1 0,-1 0,0 1,0 0,0 0,0 1,-1 0,1 0,-6 1,10 1,0 0,0 1,1-1,-1 0,1 1,0-1,0 1,0 0,0 0,0 0,0 0,1 0,0 0,-1 0,1 1,0-1,1 0,-1 1,1-1,-1 1,1-1,0 0,0 4,-1 42,1-1,2 1,8 38,-3-23,14 181,-8 102,-14-322</inkml:trace>
  <inkml:trace contextRef="#ctx0" brushRef="#br0" timeOffset="2796.484">3505 650,'116'0,"114"-2,1 11,115 23,-169-4,-244-26,53-3,0 1,0 1,0 0,0 0,0 2,0 0,1 0,-1 1,1 1,0 0,0 1,1 0,-1 1,1 1,1 0,0 0,0 1,0 1,1-1,1 2,-1-1,2 1,-1 2,7-9,0-1,0 1,1-1,-1 1,1-1,0 1,0 0,1 0,-1-1,1 1,0 0,0 0,0 0,0 0,1-1,-1 1,1 0,0 0,0-1,0 1,1 0,-1-1,1 0,0 1,0-1,0 0,1 0,-1 0,1 0,-1 0,1-1,0 1,0-1,0 0,1 0,-1 0,0 0,1 0,9 2,0 0,0-1,1 0,0-1,-1-1,1 0,0-1,0 0,0-1,-1-1,1 0,-1-1,1 0,-1-1,0 0,0-2,0 1,-1-1,0-1,0 0,9-9,-12 10,-2-1,1 0,-1 0,0-1,-1 0,0 0,0-1,-1 0,0 0,0 0,-1-1,3 42,-6-26,1 0,1 0,-1 0,1 0,0-1,0 1,0-1,1 1,0-1,0 0,1-1,-1 1,1-1,0 0,0 0,0 0,1-1,-1 0,1 0,0 0,0-1,0 1,6 0,1 0,0 0,1 0,-1-2,1 0,-1 0,1-1,0-1,-1 0,1-1,-1-1,1 0,3-2,1-1,-1-1,0 0,-1-1,0-1,0-1,-1 0,0-1,0 0,-2-2,1 1,-2-2,1 1,-2-2,0 0,3-6,4-10,-1-1,-1 0,-2-1,-2 0,-1-1,-1-1,-2 1,-1-3,6-51,-4-1,-3 0,-5-25,-10 11,-3 91,-1 31,-3 20,1 1,2 1,2 0,0 12,6-33,-11 48,3-1,3 2,3-1,3 1,3 43,3-92,0 1,1 0,1-1,1 0,0 0,2 0,1-1,3 8,-7-20,1 1,-1-1,1 1,0-1,1 0,0-1,0 0,0 0,1 0,0-1,0 1,0-2,1 1,-1-1,1 0,0-1,0 0,1 0,-1-1,9 2,-7-3,1 0,-1-1,0-1,1 0,-1 0,1-1,-1 0,0 0,0-2,0 1,0-1,-1 0,1-1,-1 0,0-1,-1 0,1 0,-1-1,-1 0,1 0,-1-1,0 0,-1 0,0-1,0 1,-1-2,0 1,0 0,-1-1,0 0,-1 0,0 0,-1 0,0 0,-1-1,0-2,-2-10,0 23,1 0,0 0,0-1,0 1,0 0,-1 0,1-1,0 1,0 0,0 0,-1-1,1 1,0 0,0 0,-1 0,1 0,0 0,0-1,-1 1,1 0,0 0,-1 0,1 0,0 0,-1 0,1 0,0 0,-1 0,1 0,0 0,0 0,-1 0,1 0,0 0,-1 0,1 1,0-1,0 0,-1 0,1 0,0 0,-1 1,1-1,0 0,0 0,0 0,-1 1,1-1,0 0,0 0,0 1,0-1,-1 0,1 0,0 1,0-1,0 0,0 1,0-1,0 0,0 1,0-1,0 0,0 1,0-1,-5 8,1 0,0 1,0-1,1 1,0 0,0 0,1 0,0 1,1-1,0 0,0 1,1-1,0 0,1 1,0-1,1 0,0 0,2 6,0-8,0 0,1 0,0 0,0-1,1 1,0-2,0 1,0 0,1-1,-1-1,1 1,1-1,-1 0,1 0,-1-1,1 0,0-1,0 1,0-1,0-1,1 0,-1 0,0-1,8 0,25 1</inkml:trace>
  <inkml:trace contextRef="#ctx0" brushRef="#br0" timeOffset="3007.943">5055 410,'7'0,"21"2,27 1,33 0,30-1,27-3,-11-1</inkml:trace>
</inkml:ink>
</file>

<file path=ppt/ink/ink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14T06:34:50.045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1 1,'23'7,"23"2,20-1,14-3,12-3,5-2,-2-1,-5 0,-9 2,-8 1,-18 1</inkml:trace>
</inkml:ink>
</file>

<file path=ppt/ink/ink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14T06:34:50.882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1 1,'11'23,"-1"1,-1 0,-1 0,-1 1,-1 0,2 22,20 73,-28-118,0 0,0 0,0 0,0 0,0-1,1 1,-1 0,1 0,0-1,-1 1,1 0,0 0,0-1,0 1,0-1,0 1,0-1,1 0,-1 1,0-1,1 0,-1 0,1 0,0 0,-1 0,1 0,0 0,-1 0,1-1,0 1,0-1,-1 1,1-1,0 0,0 0,0 0,0 0,1 0,4-6,0-1,-1 1,1-1,-2-1,1 1,-1-1,0 0,0 0,-1-1,1-1,2-3,47-102,-53 115,0-1,0 1,0 0,0 0,0 0,-1 0,1 0,0 0,0 0,0 0,0 0,0 0,0 0,0 1,-1-1,1 0,0 1,0-1,0 0,-1 1,1-1,0 1,0-1,-1 1,1 0,0-1,-1 1,1 0,-1-1,1 1,-1 0,1 0,-1-1,0 1,1 0,-1 0,0 0,1 0,-1 0,0 0,0-1,0 1,0 0,0 0,0 0,0 0,0 0,0 0,-1 0,2 2,2 7,6 18,2 0,0-1,2 0,0 0,6 4,-16-25,1 0,0-1,0 0,1 0,0 0,0 0,0 0,0-1,1 0,-1 0,1-1,0 1,0-1,0-1,1 1,-1-1,1 0,-1-1,1 1,0-1,0 0,-1-1,1 0,0 0,4-1,-5 0,-1 0,0 0,1 0,-1-1,0 0,0 0,0 0,0-1,0 1,-1-1,1 0,-1-1,0 1,0-1,0 0,0 0,-1 0,1 0,-1-1,0 1,-1-1,1 0,-1 0,0 0,0 0,0 0,-1-1,0 1,0 0,1-6,-1-2,0-1,-1 1,0 0,-1 0,-1 0,0 0,0 0,-2 0,1 1,-2-1,1 1,-5-7,5 10,-1 0,0 1,0 0,0 0,-1 0,-1 0,1 1,-1 0,-6-4,38 33,-4-11,0-1,1-1,0-1,1-1,-1-1,1 0,1-2,1-1,91 22,-113-25,1 1,-1-1,1 1,-1 0,1 0,-1 1,0-1,0 1,0-1,0 1,0 0,0 0,0 0,-1 1,1-1,-1 1,1-1,-1 1,0 0,0 0,0 0,-1 0,1 0,-1 1,1-1,-1 0,0 1,0-1,-1 0,1 2,-2 4,-1 0,0 0,-1 0,0-1,0 1,-1-1,0 0,0 0,-4 5,-23 53,31-65,-1 1,1-1,0 1,0-1,-1 1,1-1,0 0,0 1,0-1,0 1,1-1,-1 1,0-1,1 1,-1-1,0 0,1 1,0-1,-1 0,1 1,0-1,0 0,0 0,0 0,0 0,0 0,0 0,0 0,0 0,0 0,0 0,1 0,-1-1,0 1,1-1,-1 1,0-1,1 1,-1-1,1 0,0 0,66 3,-68-3,55-7,0-2</inkml:trace>
</inkml:ink>
</file>

<file path=ppt/ink/ink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14T06:34:51.145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1 1,'4'0,"7"0,3 0,0 0</inkml:trace>
</inkml:ink>
</file>

<file path=ppt/ink/ink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14T06:34:51.881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331 463,'-17'-8,"-1"2,0 0,0 0,-1 2,1 0,-1 1,-15 1,26 1,1 1,-1 0,0 1,1 0,-1 0,1 0,-1 1,1 0,0 1,0 0,0 0,0 0,0 1,1 0,-1 0,1 1,0-1,0 2,1-1,-2 3,4-6,1 0,0 1,0-1,0 1,1-1,-1 1,0 0,1 0,0 0,0 0,0 0,0 0,0 0,0 0,1 0,0 0,0 1,0-1,0 0,0 0,0 0,1 0,-1 1,1-1,0 0,0 0,0 0,1 0,-1-1,1 1,-1 0,1-1,0 1,0-1,0 1,1-1,-1 0,0 0,2 1,2 1,0-1,0 0,0-1,0 0,0 0,1 0,-1-1,0 1,1-2,-1 1,1-1,0 0,-1 0,1-1,-1 1,1-2,-1 1,0-1,1 0,-1 0,0 0,2-2,5-3,0 0,0 0,0-1,-1-1,0 0,0-1,-1-1,-1 1,4-5,-3-2,-1 1,0-2,-1 1,0-1,-2-1,0 1,-1-1,-1 0,-1-1,0 1,-2-1,0 0,-1 0,-1 1,-1-1,-1 0,-1 0,0 1,-1-1,-2 1,0 0,0 1,-5-6,-21-26,31 51,0-1,-1 1,1-1,0 1,0-1,0 1,0 0,0 0,0-1,0 1,0 0,0 0,0 0,1 0,-1 0,0 0,0 0,1 1,-1-1,1 0,-1 0,1 0,0 1,-1-1,1 0,0 0,0 1,0-1,0 0,0 0,0 2,0-1,-8 47,3 0,2 0,2 1,4 35,18 78,-18-153,-1-1,1 1,1-1,-1 0,2 0,-1 0,1-1,1 1,-1-1,1 0,1-1,-1 0,1 0,1 0,4 3,-6-6,0-1,0 0,1 0,-1-1,1 0,-1 0,1 0,0-1,0 0,0 0,0 0,0-1,0 0,0-1,-1 0,1 0,0 0,0-1,0 0,-1 0,1 0,-1-1,0 0,6-4,2-1,0-2,-1 1,0-1,-1-1,0 0,-1-1,0-1,-1 1,0-2,0-1,-5 8,0 0,0 0,-1-1,0 1,0-1,-1 0,0 0,-1 0,1-1,-2 1,1 0,-1-1,0 1,-1-1,0 1,0-1,-2-4,1 11,0 1,0-1,0 1,0 0,0-1,0 1,-1 0,1 0,-1 0,1 0,-1 0,1 0,-1 0,1 0,-1 1,0-1,1 1,-1-1,0 1,0 0,1-1,-1 1,0 0,0 0,0 0,1 1,-1-1,0 0,0 1,1-1,-1 1,0-1,1 1,-1 0,0 0,1 0,-1 0,1 0,0 0,-1 0,1 0,0 0,0 1,-1-1,1 1,0-1,0 1,1-1,-1 1,0-1,0 1,1 0,-4 3,1 1,0-1,0 1,1-1,0 1,0 0,0 0,0 0,1 0,0 0,1 0,-1 0,1 0,0 1,1-1,0 0,-1 0,2 0,-1 0,1 0,0 0,0 0,1-1,-1 1,1-1,1 1,-1-1,1 0,0-1,0 1,0 0,1-1,-1 0,1 0,0-1,0 1,4 1,8 4,2 0,-1-1,1-1,1-1,-1 0,21 2,43 7</inkml:trace>
</inkml:ink>
</file>

<file path=ppt/ink/ink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14T06:34:58.444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318 592,'-6'-9,"1"0,-1 1,-1-1,0 2,0-1,0 1,-1 0,0 0,-1 1,1 0,-1 1,-4-2,8 4,1 1,-1 0,0 0,0 1,-1-1,1 1,0 0,0 1,-1-1,1 1,0 0,-1 0,1 1,0 0,-1 0,1 0,0 0,0 1,0 0,0 0,0 0,1 0,-1 1,-3 3,0 0,0 2,1-1,0 1,1 0,-1 0,2 1,-1-1,1 1,0 1,1-1,0 1,1 0,0-1,1 1,-1 1,2-1,0 0,0 1,0-4,0 0,1 0,0 0,1 0,-1 0,1 0,1 0,-1 0,1 0,0-1,1 1,0-1,0 1,0-1,1 0,-1 0,2 0,-1-1,1 1,-1-1,1 0,1 0,-1-1,1 0,0 0,3 2,-4-4,0 0,0 0,1 0,-1-1,1 1,-1-1,1-1,-1 1,1-1,-1 0,1 0,0-1,-1 0,1 0,-1 0,1 0,-1-1,0 0,0 0,0-1,0 1,0-1,0 0,-1 0,1-1,-1 1,5-5,0 0,-1 0,0 0,-1-1,0 0,-1 0,1-1,-2 0,1 0,-2-1,1 1,0-6,-1 2,0 0,-2-1,1 1,-2-1,0 0,-1 0,-1-5,4 39,0 0,1 0,1 0,1-1,1 1,0-2,2 1,0-1,0 0,2-1,0 0,1-1,5 5,-14-17,-1 0,1 0,0 0,1 0,-1-1,0 1,1-1,-1 0,1 0,0-1,0 1,-1-1,1 1,0-1,0-1,0 1,0 0,1-1,-1 0,0 0,0 0,0-1,0 1,0-1,0 0,0 0,0 0,2-1,1-3,1 1,-1-1,0-1,-1 1,1-1,-1-1,0 1,-1-1,0 0,0 0,0 0,-1-1,0 1,0-1,2-8,29-130,-32 82,-3 0,-3 1,-2-1,-3 1,-3 0,-12-38,-4 5,20 80,6 27,49 203,-24-108,-5 2,-4 0,-6 0,-4 1,-5 0,-7 44,-17 14,-5-24</inkml:trace>
</inkml:ink>
</file>

<file path=ppt/ink/ink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14T06:35:00.207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497 330,'-7'-8,"0"-1,0 1,-1 0,0 0,-1 1,1 0,-1 0,-1 1,1 0,-1 1,0 0,-1 1,1 0,-1 0,1 1,-1 1,0 0,0 0,0 1,0 0,-1 1,1 1,0-1,0 2,0 0,0 0,0 1,-9 3,6 2,0 0,1 0,0 2,1-1,0 2,0-1,1 2,0 0,1 0,1 1,0 0,1 0,0 1,1 0,0 0,1 1,1 0,0 0,1 1,1-1,0 1,2-1,-1 1,2 0,0 9,2-16,0 0,1-1,0 1,0-1,1 0,0 0,0 0,1-1,0 1,0-1,0 0,1 0,1-1,-1 0,1 0,0 0,0-1,0 0,1-1,0 1,0-2,0 1,0-1,1 0,-1-1,1 1,0-2,0 1,5-1,25 2,0-1,1-3,-1 0,0-3,0-1,0-2,-1-2,0-1,0-2,-1-2,-1-1,-1-2,0-2,-20 12,-7 4,1-1,-1 0,0 0,0-1,0 0,0 0,-1-1,0 0,0-1,-1 1,0-1,2-3,-8 9,1 0,-1 0,0 0,1 1,-1-1,0 0,0 0,0 0,1 0,-1 0,0 0,-1 0,1 0,0 0,0 0,0 0,0 1,-1-1,1 0,0 0,-1 0,1 0,-1 0,1 1,-1-1,1 0,-1 0,0 1,1-1,-1 1,0-1,1 0,-1 1,0-1,0 1,0-1,1 1,-1 0,0-1,0 1,0 0,0 0,0 0,0-1,0 1,0 0,-47-5,37 6,1 0,-1 0,1 1,0 1,0 0,0 0,0 1,0 0,0 0,1 2,0-1,0 1,1 0,-1 1,1-1,1 2,-1-1,1 1,1 0,-1 1,1 0,1 0,0 0,0 0,1 1,0 0,0 0,1 0,-1 10,3-16,0-1,1 1,0-1,0 1,0-1,0 1,0-1,1 1,0-1,0 0,0 1,0-1,0 0,0 1,1-1,0 0,-1 0,1 0,0 0,1-1,-1 1,0 0,1-1,0 0,-1 1,1-1,0 0,0-1,0 1,0 0,1-1,-1 0,0 0,1 0,0 0,7 1,1-2,-1 0,0 0,1-1,-1 0,0-1,0-1,0 1,0-2,0 1,-1-2,0 1,0-1,0-1,0 0,-1 0,0-1,0 0,-1-1,0 0,0 0,-1-1,0 0,0 0,-1 0,0-1,2-6,-4 9,9-13,-6 32,-8-7,1-1,-1 0,1 1,0-1,0 0,1 1,0-1,-1 0,1 1,1-1,-1 0,0 0,1 0,0 0,0 0,0-1,1 1,-1 0,1-1,0 0,0 1,0-1,0 0,0-1,1 1,0-1,-1 1,1-1,0 0,0 0,0-1,0 1,0-1,1 0,-1 0,0 0,0-1,2 1,0-2,0 0,0-1,0 0,0 0,-1 0,1 0,-1-1,1 0,-1 0,0 0,0-1,0 0,-1 0,1 0,-1 0,0-1,0 1,2-5,56-103,-46 78,-7 14,2 1,0 0,1 1,1 1,12-14,-20 26,-1 0,1 0,0 1,0 0,1 0,-1 0,1 1,0-1,0 1,0 1,0-1,0 1,1 0,-1 1,1-1,-1 1,1 1,-1-1,1 1,0 0,0 1,1 2,-1 0,1 0,0 1,-1 0,0 1,0 0,0 0,-1 0,0 1,0 0,0 0,0 0,-1 1,0 0,-1 0,1 0,-1 1,-1-1,0 1,0 0,0 0,-1 0,0 0,0 1,-1 4,10 54,-3 1,-3 0,-3 0,-3 0,-2 1,-7 22,8-74,-5 57,2-35,1 0,2 1,2-1,1 0,2 0,4 11,-7-43,2-1,-1 1,1-1,0 1,0-1,0 1,1-1,0 0,1 0,-1 0,1-1,0 1,0-1,1 0,0 0,0-1,0 1,0-1,1 0,-1 0,1-1,0 0,0 0,1 0,-1-1,0 0,1 0,-1 0,1-1,0 0,0-1,-1 1,1-1,0 0,1-1,1-1,0 0,-1 0,1-1,-1 0,1-1,-1 1,0-2,0 1,0-1,-1 0,0-1,0 0,0 0,-1-1,0 1,0-1,0 0,-1-1,0 0,-1 0,0 0,1-1,1-7,0 0,-1 0,-1 0,0-1,-1 1,-1-1,0 0,-1 0,-1 0,-1 0,-2-10,-3-10,-3 0,-1 1,-1 0,-2 0,-2 1,-1 1,-2 1,-1 0,-1 1,-2 2,-1 0,-1 1,-17-14,-84-53,118 82,32 11,-19 3,489-54,-412 58,-81-4,0 0,1 1,-1 0,0 0,0-1,0 1,0 0,0 1,0-1,0 0,-1 0,1 1,0-1,-1 1,1 0,-1-1,1 1,-1 0,0 0,0 0,0 0,0 0,0 0,0 0,-1 0,1 1,0-1,-1 0,0 0,0 0,0 1,0-1,0 2,-9 49,7-46,0-1,1 1,-1 0,1 0,0 0,1-1,0 1,0 0,0 0,1 0,0 0,0 0,1-1,0 1,2 3,-3-7,1-1,0 0,0 1,0-1,0 0,0 0,1 0,-1 0,1 0,-1-1,1 1,0-1,-1 0,1 1,0-1,0-1,0 1,0 0,0-1,0 1,0-1,0 0,0 0,0 0,0-1,0 1,0-1,0 1,0-1,0 0,2-1,84-46,-76 37,0-1,-1 0,-1 0,0-1,-1 0,0-1,-1 0,0-1,-1 0,-1 0,0-3,0 0,-2 47,-6-20,0 0,1 0,0 0,1 0,0 0,1 0,-1-1,2 1,-1 0,1-1,0 0,1 1,0-1,0 0,1-1,0 1,1-1,-1 0,1 0,0-1,1 0,0 1,4-1,0 1,0-2,1 1,0-1,0-1,0 0,0-1,0 0,1-1,0-1,-1 1,1-2,0 0,-1-1,8-1,6-1,-1-2,1 0,-1-2,-1-1,1-1,-1-1,4-3,-10 4,0 0,-1-1,0-1,0-1,-1 0,-1-1,0-1,-1 0,0-1,-1-1,-1 0,-1-1,0 0,-1 0,-1-1,0-1,-2 1,6-20,-8 16,0 0,-1-1,-2 0,0 0,-2 1,0-1,-1 0,-2 0,0 0,-1 1,-2 0,0 0,-1 0,-1 0,-2 1,0 1,0 0,-2 0,-1 1,-7-8,17 23,0 0,0 0,-1 0,0 0,1 1,-2-1,1 1,0 0,0 0,-1 0,0 1,1 0,-1 0,0 0,0 0,0 1,0 0,-1 0,1 0,0 1,0 0,-1 0,1 0,0 0,0 1,-1 0,1 0,0 0,-1 1,-3 5,1 0,-1 0,1 1,0 0,1 0,0 1,0 0,1 0,0 0,1 1,0 0,0 0,1 0,1 1,0-1,0 1,0 5,-5 13,1 0,2 0,1 1,2-1,0 1,2 0,1 0,2-1,2 7,-3-20,2 1,0-1,1 0,0-1,1 1,1-1,1 0,0-1,1 0,0 0,1-1,1 0,0 0,1-1,0-1,0 0,5 2,7 1,0 0,1-2,1-1,0-1,0-1,1-1,21 3,73 12</inkml:trace>
</inkml:ink>
</file>

<file path=ppt/ink/ink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14T06:35:01.901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3 1,'-2'18,"14"13,32 6,34-2,4-6</inkml:trace>
</inkml:ink>
</file>

<file path=ppt/ink/ink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14T06:35:06.410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207 509,'-9'-91,"4"0,5-57,0 25,-9 479,9-328,2 0,1 1,1-1,2-1,0 1,2-1,8 13</inkml:trace>
  <inkml:trace contextRef="#ctx0" brushRef="#br0" timeOffset="357.559">581 295,'-6'13,"0"0,1 0,0 0,1 1,1 0,0 0,1 0,0 3,1-12,1 1,0-1,0 1,1-1,0 0,0 1,0-1,0 0,1 1,0-1,0 0,0 0,1 0,-1-1,1 1,0-1,1 1,-1-1,1 0,0 0,0-1,2 3,1-2,0 0,0 0,1 0,-1-1,1 0,0-1,0 0,0 0,0 0,0-1,0 0,0-1,1 0,-1 0,0-1,0 0,0 0,0-1,0 0,0-1,0 1,-1-2,1 1,-1-1,0 0,0 0,0-1,0 0,-1 0,0-1,0 1,-1-1,1-1,-1 1,0-1,-1 0,0 0,0 0,-1-1,1 1,-2-1,1 0,-1 0,0 0,-1 0,1 0,-1-7,-2 4,-1 1,0-1,0 0,-1 1,0 0,-1 0,-1 0,1 0,-1 0,-1 1,0 0,0 0,-1 1,-6-8,9 11,-1 1,1 0,-1 0,1 0,-1 0,0 1,-1 0,1 0,0 0,-1 0,0 1,0 0,1 0,-1 1,0 0,0 0,0 0,-1 1,1-1,0 1,0 1,0-1,0 1,0 1,0-1,-5 2,0 4,1 0,-1 0,1 1,0 0,1 1,0 0,0 1,1 0,0 0,1 1,0 0,1 0,0 0,0 1,1 0,1 0,0 0,1 1,0-1,1 1,1 0,0 0,0 0,2 5,2 44</inkml:trace>
  <inkml:trace contextRef="#ctx0" brushRef="#br0" timeOffset="2923.029">313 1,'-11'20,"-16"19,-16 18,-19 18,-24 9,2-9</inkml:trace>
</inkml:ink>
</file>

<file path=ppt/ink/ink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14T06:35:07.430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1 174,'21'223,"-8"-61,8-1,6-1,7 0,-11-94,-18-66,-7-88,2 77,1-1,-1 1,2-1,0 1,0 0,1 0,0 0,1 0,5-10,-7 17,0 0,1 0,-1 0,1 0,0 1,0-1,0 1,1-1,-1 1,1 0,0 0,0 1,0-1,0 1,0 0,0 0,1 0,-1 1,1 0,-1 0,1 0,0 0,-1 0,1 1,2 0,2 1,-1 0,1 0,-1 1,0 1,0-1,0 1,0 1,0-1,0 1,-1 1,0-1,0 1,0 1,-1-1,1 1,-1 0,0 0,-1 1,0 0,0 0,0 0,-1 1,0-1,-1 1,1 0,-2 0,1 0,-1 0,0 1,-1-5,-1 0,0-1,1 1,-1-1,-1 1,1 0,0-1,-1 1,0-1,0 1,0-1,0 1,0-1,-1 0,0 0,1 1,-1-1,0 0,-1-1,1 1,0 0,-1-1,0 1,1-1,-1 0,0 0,0 0,0 0,-3 1,-1 0,1 0,-1-1,0 0,1-1,-1 1,0-1,0 0,0-1,0 0,0 0,0 0,0-1,0 0,0-1,0 1,4 0,1 1,0 0,-1-1,1 0,0 1,-1-1,1 0,0 0,0 0,0 0,0-1,0 1,0-1,0 1,0-1,1 0,-1 1,1-1,-1 0,1 0,-1 0,1 0,0 0,0-1,0 1,0 0,1 0,-1-1,1 1,-1-1,1 1,0 0,0-1,0 1,0-1,0 1,0 0,1-1,-1 1,1 0,0-1,0 0,8-8,0 0,0 1,1 0,0 1,1 0,0 0,0 1,1 1,0 0,0 1,1 0,0 1,8-3,-12 4,41-17,1 2,1 2,19-3,-69 19,0 0,0 0,0 0,1 0,-1 1,0-1,0 1,1-1,-1 1,0 0,1 0,-1 0,0 0,1 0,-1 0,0 1,0-1,1 1,-1 0,0 0,0 0,0 0,0 0,0 0,0 0,0 0,0 1,0-1,-1 1,1 0,0-1,-1 1,0 0,1 0,-1 0,0 0,0 0,0 0,0 0,0 0,0 3,13 79,-14-70,1 0,1 0,1 0,0 0,0 0,1 0,1-1,1 0,0 0,0 0,1-1,6 7,-10-15,-1-1,1 0,0 0,0-1,1 1,-1-1,1 0,-1 1,1-1,0-1,-1 1,1-1,0 1,0-1,0 0,0 0,1-1,-1 0,0 1,0-1,3-1,19-3</inkml:trace>
  <inkml:trace contextRef="#ctx0" brushRef="#br0" timeOffset="276.287">750 481</inkml:trace>
  <inkml:trace contextRef="#ctx0" brushRef="#br0" timeOffset="598.495">1204 0,'-6'80,"3"0,3 1,4-1,3 0,6 10,-6-27,5 40,31 211,-43-309,0 1,1-1,-1 0,1 0,0 1,1-1,0 0,-1 0,1 0,1 0,-1-1,1 1,0 0,0-1,0 0,1 0,-1 0,1 0,0 0,0-1,1 0,-1 0,1 0,-1 0,1-1,0 0,0 0,0 0,0 0,0-1,0 0,2 0,10-4,-1-1,1-1,-1 0,-1-1,1-1,-1-1,0 0,0-1,-1 0,-1-1,1-1,-2 0,1-1,-2 0,0-1,6-9,50-60,-67 82,1 0,0 0,-1 0,1 0,0 0,0 1,-1-1,1 0,0 0,-1 1,1-1,-1 0,1 1,0-1,-1 1,1-1,-1 0,1 1,-1-1,1 1,-1 0,0-1,1 1,-1-1,0 1,1 0,-1-1,0 1,0 0,1-1,-1 1,0 0,0-1,0 1,0 0,0 0,0-1,0 1,0 0,0-1,0 1,-1 0,1-1,0 1,0 0,-1-1,1 1,0 0,-1-1,1 1,-1-1,1 1,-1 0,1 1,-2 18,1 0,1 0,0 0,2 0,0 0,1 0,-2-15,0-1,0 1,1-1,-1 0,1 0,0 1,0-1,0 0,1-1,-1 1,1 0,0-1,0 1,0-1,1 0,-1 0,1 0,-1 0,1-1,0 0,0 0,0 0,1 0,-1 0,0-1,1 0,-1 0,1 0,0 0,25 0</inkml:trace>
  <inkml:trace contextRef="#ctx0" brushRef="#br0" timeOffset="851.504">1885 629,'-13'-5,"-7"-1,-3-2,1-2,4 1</inkml:trace>
  <inkml:trace contextRef="#ctx0" brushRef="#br0" timeOffset="1116.312">1164 307,'18'-6,"22"-6,25 1,19 1,14 2,3 6,-8 7,-20 3</inkml:trace>
  <inkml:trace contextRef="#ctx0" brushRef="#br0" timeOffset="1288.888">1378 1204,'-2'18,"-4"15,-4 14,-4 9,-1 8,0 3,-1 0,-3-3,-9-5,2-12</inkml:trace>
</inkml:ink>
</file>

<file path=ppt/ink/ink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14T06:35:05.351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189 1,'0'27,"0"25,0 22,2 16,1 12,2 4,0-1,0-3,-2-9,-5-13,-3-20</inkml:trace>
  <inkml:trace contextRef="#ctx0" brushRef="#br0" timeOffset="458.772">1 269,'-1'-6,"1"1,0-1,1 1,-1-1,1 1,0-1,0 1,1 0,0-1,-1 1,2 0,-1 0,1 0,0 1,0-1,0 1,0-1,1 1,0 0,0 0,0 1,0-1,0 1,1 0,0 0,-1 0,2 1,9-2,1 0,-1 1,1 1,0 0,0 1,0 1,0 1,0 0,0 1,0 0,0 2,-1 0,0 0,0 2,0 0,0 0,-1 1,0 1,0 1,-1 0,2 2,38 42,-52-51,1-1,-1 1,0 0,0 0,0 0,0 0,0 0,0 0,-1 0,1 0,0 0,-1 0,0 0,0 0,1 1,-1-1,0 0,-1 0,1 0,0 0,-1 1,1-1,-1 0,0 0,1 0,-1 0,0 0,0 0,-1-1,1 1,-1 1,-7 3,0 0,-1-1,1-1,-1 0,0 0,-1-1,1 0,0-1,-1 0,1 0,-1-1,0-1,1 0,-1 0,-1-1,11 1,-10 1,0-1,0 0,0-1,1 0,-1-1,0 0,1 0,-1-2,-6-2,16 6,1 0,-1 0,0-1,0 1,1 0,-1-1,0 1,1-1,-1 1,0 0,1-1,-1 0,1 1,-1-1,1 1,-1-1,1 0,-1 1,1-1,-1 0,1 0,0 1,0-1,-1 0,1 0,0 1,0-1,0 0,0 0,0 0,0 1,0-1,0 0,0 0,0 0,0 1,0-1,1 0,-1 0,0 1,1-1,-1 0,1 0,-1 1,0-1,1 0,-1 1,1-1,0 1,-1-1,1 1,-1-1,1 1,0-1,0 1,-1 0,1-1,0 1,0 0,-1-1,1 1,0 0,0 0,-1 0,1 0,0 0,0 0,0 0,0 0,132-25,-97 21,13-1,9-1,-1-1,0-3,0-3,50-18,-101 30,-1-1,1 0,0 0,-1 0,0 0,0-1,1 0,-1 0,-1 0,1-1,0 1,-1-1,0 0,0-1,0 1,-1-1,1 0,-1 0,0 0,0 0,-1 0,0 0,0-1,0 1,0-2,-2 4,-1 1,1-1,-1 1,0-1,0 1,0 0,0 0,0-1,-1 1,1 0,-1 0,1 0,-1 0,0 1,0-1,1 0,-1 1,0-1,-1 1,1 0,0-1,0 1,-1 0,1 0,0 1,-1-1,1 0,-1 1,1 0,-1-1,1 1,-80 7,77-4,-1-1,0 1,1-1,-1 2,1-1,0 0,0 1,0 0,1 0,-1 1,1-1,0 1,0 0,1 0,0 0,-1 1,2-1,-1 1,1 0,-1 0,2-1,-1 1,1 1,0-1,0 0,0 0,1 0,0 0,0 1,1-1,0 0,0 0,0 0,1 0,0 1,2 1,1 0,0-1,0 1,1-1,0 0,0 0,0-1,1 0,0 0,1-1,-1 0,1 0,0 0,0-1,6 2,136 38,-42-31,-5-6</inkml:trace>
</inkml:ink>
</file>

<file path=ppt/ink/ink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14T06:35:03.822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12 1,'-9'165,"7"1,15 119,-11-248,20 118,-22-155,0 0,1 0,-1-1,0 1,0 0,0 0,1 0,-1 0,0 0,0 0,1-1,-1 1,0 0,0 0,1 0,-1 0,0 0,0 0,1 0,-1 0,0 0,1 0,-1 0,0 1,0-1,1 0,-1 0,0 0,0 0,1 0,-1 0,0 0,0 1,0-1,1 0,-1 0,0 0,0 1,0-1,0 0,1 0,-1 0,0 1,0-1,0 0,0 0,0 1,0-1,0 0,0 0,0 1,0-1,0 0,0 1,0-1,0 0,0 0,0 1,0-1,0 0,0 0,6-24,-5 17,-1 2,0 0,1-1,0 1,0-1,0 1,1 0,-1 0,1 0,0 0,1 0,-1 0,1 0,0 1,0-1,1 1,-1 0,1 0,0 0,0 1,0-1,1 1,-1 0,1 0,-1 0,1 1,0 0,0 0,1 0,-1 0,0 1,4-1,2 3,0 1,-1-1,1 2,0-1,-1 2,0-1,0 1,0 1,0 0,0 0,-1 1,0 0,-1 1,1 0,-1 0,0 1,-1 0,0 0,0 1,-1 0,0 0,2 5,-6-12,-1-1,0 1,0 0,0 0,0 1,0-1,0 0,-1 0,1 0,-1 1,1-1,-1 0,0 0,0 1,0-1,0 0,0 1,-1-1,1 0,-1 0,1 1,-1-1,0 0,0 0,0 0,0 0,0 0,-1 0,1 0,0 0,-1-1,0 1,1-1,-1 1,0-1,0 1,1-1,-1 0,0 0,-1 0,1 0,0 0,0 0,0-1,0 1,-1-1,1 1,-11 2,-1-1,1 0,0 0,-1-2,1 1,-1-2,1 0,0 0,-1-2,1 1,0-2,0 0,1 0,-1-1,-8-5,19 10,0-1,0 0,0 0,0 0,1 0,-1 0,0-1,0 1,1 0,-1-1,1 1,-1-1,1 0,-1 1,1-1,0 0,0 0,0 0,0 0,0 0,1 0,-1 0,0 0,1 0,0-1,-1 1,1 0,0 0,0 0,0 0,0-1,1 1,-1 0,1 0,-1 0,1 0,0 0,0 0,0 0,0 0,7-7,0 1,0 1,1-1,1 1,-1 1,1 0,0 0,0 1,1 0,-1 1,10-3,-6 1,37-14,0 3,1 1,1 3,0 2,38-2,-86 12,-1 0,1 0,0 0,-1 1,1 0,0 0,-1 0,1 0,0 1,0 0,-1 0,1 0,-1 1,1-1,-1 1,0 0,1 0,-1 1,0-1,-1 1,1 0,0 0,-1 0,1 1,-1-1,0 1,0-1,2 5,-3 1,0 0,0 1,0 0,-1-1,-1 1,0 0,0-1,-1 1,0 4,4 76,-2-88,-1 0,1 0,0 0,0 0,0 0,0 0,0 0,1-1,-1 1,1-1,-1 1,1-1,-1 1,1-1,0 0,0 1,-1-1,1 0,0 0,0 0,0-1,0 1,0 0,0-1,1 0,-1 1,0-1,0 0,2 0,17-2</inkml:trace>
  <inkml:trace contextRef="#ctx0" brushRef="#br0" timeOffset="1087.879">506 295,'193'80,"-139"-61,-1 2,-2 2,0 3,7 7,-46-25,-1 0,0 1,0 0,-1 0,-1 1,1 1,-1 0,-1 0,0 1,-1-1,0 2,-1-1,0 1,-1 0,0 0,-1 0,1 8,0 9,-6-26,1-1,0 1,0 0,0 0,0 0,1 0,-1-1,1 1,0 0,0-1,1 1,-1 0,1-1,0 0,0 1,0-1,0 0,0 0,1 0,-1 0,1 0,0-1,0 1,0-1,0 0,0 0,1 0,-1 0,0-1,1 1,0-1,1 1,4-3,-1-1,1 1,0-1,-1-1,0 0,0 0,0 0,0-1,0 0,0-1,-1 0,0 0,0-1,-1 1,1-1,-1-1,0 1,-1-1,0 0,0-1,0 1,-1-1,1-2,-1 3,1 0,-2-1,1 0,-1 0,0 0,-1 0,1 0,-2 0,1-1,-1 1,0 0,-1-3,0 10,-1 1,1-1,0 1,-1-1,1 1,0-1,-1 1,1 0,0-1,-1 1,1-1,-1 1,1 0,-1 0,1-1,-1 1,1 0,-1 0,1 0,-1-1,1 1,-1 0,0 0,1 0,-1 0,1 0,-1 0,1 0,-1 0,1 0,-1 0,0 1,1-1,-1 0,1 0,-1 0,1 1,-1-1,1 0,-1 1,1-1,0 0,-1 1,1-1,-1 1,1-1,0 0,-1 1,1-1,0 1,0-1,-1 1,1-1,0 1,0-1,0 1,0 0,-1-1,1 1,0-1,0 1,0-1,0 1,0-1,1 1,-1 0,-3 5,0 0,0 0,0 0,1 1,0-1,1 0,-1 1,1 0,1-1,-1 1,1 0,0-1,1 1,-1 0,1-1,1 1,-1-1,1 1,0-1,1 0,-1 0,1 0,0 0,1 0,0-1,0 1,0-1,0 0,1 0,0-1,0 1,0-1,4 2,9 3,0 0,1-2,0 0,1-1,0-1,0-1,0-1,0-1,0 0,0-2,1 0,2-2,1 2,-1-1,0-1,1-2,-1 0,0-1,-1-1,1-2,-1 0,-1-1,1-1,-2-1,14-9,-31 17,1 0,0 0,-1 0,0-1,0 1,0-1,0 1,0-1,-1 0,0 0,1 0,-2-1,1 1,0 0,-1-1,0 1,0-1,0 1,-1-1,1 0,-1 1,0-1,0 1,-1-1,1 0,-1 1,0-1,-1 1,1-1,-1 1,1 0,-1-1,-1 1,1 0,-1 0,1 1,-1-1,0 1,-4-4,2 2,-1 1,0 0,0 0,0 0,0 1,-1 0,0 0,0 0,1 1,-1 0,0 1,-1-1,1 2,0-1,0 1,0 0,-1 0,1 0,0 1,0 1,0-1,0 1,0 0,0 1,0-1,1 1,-1 1,1-1,0 1,0 0,0 1,1-1,-1 1,1 0,0 1,1-1,-5 7,8-10,-1 0,1 0,-1 0,1 1,0-1,0 0,0 1,0-1,1 1,-1-1,1 1,-1 0,1-1,0 1,0-1,0 1,1 0,-1-1,0 1,1-1,0 1,-1-1,1 1,0-1,0 0,1 1,-1-1,0 0,1 0,-1 0,1 0,0 0,0 0,0 0,0 0,0-1,0 1,0-1,0 0,1 0,-1 1,1-1,14 5,-1-2,1 1,-1-2,1 0,0-1,0-1,0 0,1-1,-1-1,0-1,0-1,0 0,65-19,-80 22,-1 1,0-1,1 1,-1-1,0 1,0-1,0 1,1 0,-1 0,0 0,0 0,0 0,0 0,0 0,-1 0,1 0,0 0,0 0,-1 0,1 1,-1-1,1 0,-1 1,1-1,-1 0,0 1,1-1,-1 0,0 1,0-1,0 0,0 1,-1-1,1 1,0-1,0 0,-1 1,1-1,-1 0,1 10,0-6,1-1,-1 1,1-1,0 1,0 0,0-1,1 0,0 1,-1-1,1 0,1 0,-1 0,1 0,0 0,-1-1,2 1,-1-1,0 0,1 0,-1 0,1 0,0 0,0-1,0 0,0 0,0 0,1 0,-1-1,1 1,-1-1,1 0,-1-1,1 1,0-1,-1 0,1 0,0 0,-1-1,4 0,-1-1,0 0,0-1,0 1,0-1,0-1,-1 1,1-1,-1-1,0 1,0-1,-1 0,1 0,-1 0,0-1,0 0,-1 0,0 0,0-1,0 1,-1-1,0 0,-1 0,1 0,1-7,1-9,0-1,-1 1,-1-1,-2 0,0 0,-1 0,-2-6,1 16,-1 0,0-1,-1 1,0 0,-1 0,-1 1,0-1,-6-10,12 24,-1-1,1 1,0-1,-1 1,1-1,0 1,-1 0,1-1,0 1,0 0,0-1,0 1,-1 0,1 0,0 0,0 0,0 0,0 0,-1 0,1 0,0 0,0 0,0 0,0 1,-1-1,1 0,0 1,0-1,0 0,-1 1,1-1,0 1,-1-1,1 1,0-1,-1 1,1 0,-1-1,1 2,12 2,52 13,-45-13,0 0,-1 2,1 0,-1 1,0 1,-1 1,0 1,9 6,-23-13,-1 0,1 0,-1 0,0 0,-1 0,1 1,0-1,-1 1,0 0,0 0,0 0,0 0,-1 0,1 0,-1 0,0 1,0-1,-1 0,1 1,-1-1,0 1,0 0,-26 96,9-50,17-50,-1 1,0 0,0 0,1 0,-1-1,1 1,0 0,0 0,0 0,-1 0,2 0,-1 0,0 0,0 0,1 0,-1 0,1-1,-1 1,1 0,0 0,0 0,0-1,0 1,0 0,0-1,0 1,0-1,1 0,-1 1,1-1,-1 0,1 0,-1 1,1-1,0-1,-1 1,2 1,106 13,-8-16,0-5,35-8,-13-1</inkml:trace>
</inkml:ink>
</file>

<file path=ppt/ink/ink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14T06:35:02.510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1 103,'142'371,"-142"-371,1-1,-1 1,0-1,1 1,-1-1,0 1,1 0,-1-1,0 1,1 0,-1-1,1 1,-1 0,1-1,-1 1,1 0,-1 0,1 0,-1-1,1 1,-1 0,1 0,-1 0,1 0,-1 0,1 0,0 0,-1 0,1 0,-1 0,1 0,-1 0,1 1,-1-1,1 0,-1 0,1 0,-1 1,1-1,-1 0,0 1,1-1,-1 0,1 1,-1-1,0 1,1-1,-1 1,0-1,1 0,-1 1,0-1,0 1,0-1,1 1,-1 0,0-1,0 1,0-1,0 1,0-1,0 1,0-1,0 1,0-1,0 1,0-1,-1 1,38-155,-35 140,1 0,1 0,0 1,1-1,0 1,1 0,1 0,0 0,0 1,1 0,1 1,0 0,5-4,-13 14,0 0,1 0,-1 0,0 0,0 1,1-1,-1 0,0 1,1-1,-1 1,1 0,-1-1,0 1,1 0,-1 0,1 0,-1 0,1 0,-1 0,1 0,-1 0,1 1,-1-1,0 1,1-1,-1 1,0-1,1 1,-1 0,0 0,0-1,1 1,-1 0,0 0,0 0,0 0,0 1,0-1,-1 0,1 0,0 1,0-1,-1 0,1 1,20 63,-13 11,-8-56,2 0,1 0,0 0,1-1,1 1,5 9,-8-25,1 1,-1 0,1-1,1 0,-1 1,0-1,1-1,0 1,0 0,0-1,0 0,1 0,-1 0,1 0,0-1,0 0,0 0,0 0,0-1,0 0,0 1,0-2,1 1,-1-1,4 0,27 1</inkml:trace>
  <inkml:trace contextRef="#ctx0" brushRef="#br0" timeOffset="449.007">776 464,'-13'-267,"12"151,1 114,0-4,0 0,0 0,-1 0,0 0,0 0,0 0,0 0,-1 0,0 1,0-1,-3-3,5 9,-1-1,1 1,-1-1,0 1,1-1,-1 1,0 0,0-1,1 1,-1 0,0 0,0-1,0 1,1 0,-1 0,0 0,0 0,0 0,1 0,-1 0,0 0,0 0,1 1,-1-1,0 0,0 0,1 1,-1-1,0 1,0-1,1 0,-1 1,1-1,-1 1,0 0,1-1,-1 1,1-1,-1 1,1 0,-1-1,1 1,0 0,-1 0,1-1,0 1,0 0,-1 0,1-1,0 1,0 0,0 0,0 0,0-1,0 1,0 0,0 0,1 0,-1 0,-1 2,1 1,-1-1,1 0,0 1,0-1,0 0,1 1,-1-1,1 0,0 1,0-1,0 0,0 0,0 0,1 0,0 0,-1 0,1 0,0-1,0 1,1-1,-1 1,0-1,1 0,-1 0,1 0,0 0,0 0,0 0,0-1,0 0,0 1,0-1,112 26,-115-27,29 3,69 17,-94-19,0 1,0-1,-1 1,1 0,-1 0,1 1,-1-1,0 1,0 0,0-1,0 1,0 1,-1-1,1 0,-1 1,0-1,0 1,0 0,0-1,-1 1,0 0,1 1,1 15,-1 0,0 0,-2 0,0 0,-1 0,-2 0,0 70,4-86,-1 1,0-1,1 1,0-1,0 0,0 1,0-1,1 0,-1 0,1 0,1 0,-1 0,0 0,1 0,0-1,-1 1,2-1,-1 0,0 0,1 0,-1 0,1-1,0 0,-1 1,1-1,1 0,-1-1,0 1,4 0,9 1,1 0,0-1,0-1,-1-1,1-1,0 0,0-1,-1-1,1-1,-1 0,14-6,22-8</inkml:trace>
  <inkml:trace contextRef="#ctx0" brushRef="#br0" timeOffset="702.882">1671 425,'5'0,"3"0,3 0,0 0</inkml:trace>
</inkml:ink>
</file>

<file path=ppt/ink/ink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14T06:35:00.979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2 28,'0'46,"-2"-9,2 0,2-1,1 1,2-1,8 29,-12-62,-1 0,1 0,0 0,0 0,0 0,0 0,0 0,1 0,-1-1,1 1,0-1,0 1,0-1,0 1,0-1,0 0,0 0,1 0,0 0,-1-1,1 1,0-1,-1 1,1-1,0 0,0 0,0 0,0-1,0 1,0-1,1 1,-1-1,0 0,0 0,0-1,0 1,1-1,12-6,-1 0,-1-1,1-1,-1 0,-1-1,0-1,0 0,-1 0,-1-1,0-1,5-7,-1 3,0-1,-2-1,0 0,-1-1,-1 0,-1-1,0 0,-2 0,5-19,-13 19,-11 26,7 2,1 0,0 0,0 1,0-1,1 1,0 0,1-1,0 1,0 0,0 0,1 0,1 0,-1 0,1 0,0 0,1 0,0-1,0 1,1-1,2 6,-1-8,0 0,1 0,-1-1,1 0,0 1,0-1,0-1,1 1,-1-1,1 0,0 0,0-1,0 0,0 0,1 0,-1-1,0 1,7-1,32 4</inkml:trace>
  <inkml:trace contextRef="#ctx0" brushRef="#br0" timeOffset="756.594">764 1,'-1'16,"0"0,1-1,0 1,2 0,0 0,0 0,2-1,0 0,0 1,2-1,6 13,-8-21,-1 0,2 0,-1 0,1-1,0 1,0-1,0-1,1 1,0-1,0 0,1 0,-1 0,1-1,0 0,0-1,0 1,1-1,-1-1,1 1,0-1,0-1,0 1,0-2,2 1,0-1,-1-1,1-1,-1 1,1-2,-1 1,0-1,0-1,0 1,0-1,-1-1,1 0,-1 0,0-1,-1 0,1 0,-1-1,-1 1,1-2,-1 1,0-1,-1 0,0 0,0 0,0-1,-1 0,-1 0,0 0,0 0,0 0,-1-1,-1 1,1-1,-2 0,1 1,-1-1,-1 0,0 1,-1-4,2 12,1 0,-1 1,0-1,0 0,0 1,0-1,0 0,0 1,0-1,0 0,0 1,0-1,0 0,0 1,0-1,-1 0,1 1,0-1,0 1,-1-1,1 0,0 1,-1-1,1 1,-1-1,1 1,-1-1,1 1,-1-1,1 1,-1 0,1-1,-1 1,0 0,1-1,-1 1,1 0,-1 0,0 0,1-1,-1 1,0 0,1 0,-1 0,0 0,1 0,-1 0,0 0,1 0,-1 1,0-1,1 0,-1 0,0 1,1-1,-1 0,1 1,-1-1,0 0,1 1,-1-1,-2 10,-1 0,1 0,1 0,-1 1,2-1,0 1,0-1,1 1,0-1,0 1,2 5,-1-11,0 0,0 0,1 0,-1 0,1 0,0 0,1 0,-1-1,1 1,-1-1,2 0,-1 0,0 0,1 0,-1 0,1-1,0 0,0 0,1 0,-1 0,1 0,-1-1,1 0,0 0,0 0,0-1,0 1,0-1,0-1,2 1,13 0,-1 0,0-2,1 0,-1-2,0 0,0-1,0 0,-1-2,1 0,-1-1,-1-1,1-1,-1 0,-1-2,13-9,34-38,-62 58,1 0,-1 0,0 0,0 0,0 1,0-1,0 0,0 0,0 0,0 1,0-1,-1 1,1-1,0 1,0-1,0 1,0-1,0 1,-1 0,1-1,0 1,-1 0,1 0,0 0,-1-1,1 1,-1 0,1 0,-1 0,0 0,1 0,-1 0,0 0,0 0,1 0,-1 0,0 0,0 1,4 7,0-2,1 0,0 0,0-1,1 1,0-1,0 0,0-1,1 1,-1-1,2-1,-1 1,0-1,1-1,-1 1,1-1,0 0,0-1,1 0,-1 0,0-1,1 0,-1-1,0 1,1-2,5 0,-2 0,1-1,-1 0,0-1,0 0,0-1,0 0,0-1,-1 0,0-1,0 0,-1-1,1 0,-1-1,-1 0,0-1,0 0,0 0,44-93,-51 140,-3-14,1 1,1 0,2-1,0 1,2 5,-3-23,0 0,0 0,1 0,-1 0,1 0,1-1,-1 1,1-1,0 0,1 0,0 0,0-1,0 1,0-1,1 0,0-1,0 0,0 0,5 3,-7-5,1-1,-1 1,1-1,0 1,0-2,-1 1,1 0,0-1,0 0,0 0,0 0,-1-1,1 1,3-2,25-9</inkml:trace>
</inkml:ink>
</file>

<file path=ppt/ink/ink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14T06:34:54.632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275 877,'-10'-2,"-1"0,1 2,-1-1,1 1,-1 0,1 1,-1 1,1 0,0 0,0 1,0 0,0 0,0 1,1 1,-1-1,1 2,0-1,1 1,0 1,-1-1,2 2,-1-1,1 1,0 0,1 0,0 1,0-1,-2 7,6-13,1 1,-1 0,1-1,0 1,0 0,-1-1,2 1,-1 0,0 0,1 0,-1 0,1 0,0 0,0 0,0 0,0 0,0 0,1-1,-1 1,1 0,0 0,0 0,0 0,0-1,1 1,-1 0,1-1,-1 1,1-1,0 0,0 0,0 1,0-1,1 0,-1-1,0 1,1 0,-1-1,1 1,0-1,-1 0,3 1,5-1,1 0,0-1,-1 0,1-1,-1 0,1 0,-1-1,1-1,-1 0,0 0,0-1,0 0,-1 0,1-1,-1-1,0 0,-1 0,1 0,0-2,8-7,-2-1,1 0,-2-1,0-1,-1 0,-1 0,-1-2,0 1,-2-1,0-1,-1 0,-1 0,-1 0,-1-1,-1 0,-1 0,-1 0,-1 0,-1-1,0 1,-2 0,-1 0,-1 0,0 0,-7-18,8 30,-1 0,0 0,0 0,-1 0,0 1,-1 0,0 0,-5-6,10 14,0-1,0 1,-1 0,1-1,0 1,-1 0,1 0,-1 0,1 0,-1 0,0 0,1 0,-1 0,0 1,1-1,-1 1,0-1,0 1,0 0,1 0,-1-1,0 1,0 1,0-1,0 0,1 0,-1 1,0-1,0 1,1-1,-1 1,0 0,1 0,-1-1,0 1,1 1,-1-1,1 0,0 0,-1 0,1 1,0-1,0 1,0-1,0 1,0-1,0 1,0 0,0 1,-7 14,2 0,0 1,1-1,1 1,0 1,1-1,1 0,1 1,1 12,-1 6,2 0,1-1,1 0,3 1,1-2,9 28,-11-44,2 0,1 0,0 0,1-1,1-1,1 1,0-2,2 1,-1-2,2 0,0 0,1-1,0-1,-10-9,0 1,0-1,0 0,0-1,0 1,1-1,0 0,-1 0,1-1,0 0,0 0,1 0,-1-1,0 0,1 0,-1 0,0-1,1 0,-1 0,1-1,-1 0,0 0,0 0,1-1,-1 0,0 0,0 0,-1-1,1 0,0 0,0-1,4-6,-1 0,0 0,-1-1,0 1,-1-2,0 1,-1-1,0 0,-1-1,0 1,-1-1,-1 0,0 0,0 0,-1-1,-1 1,0-13,1 47,2-1,0-1,1 1,1-1,1 0,1 0,0 0,11 15,-2-10,-2-7</inkml:trace>
  <inkml:trace contextRef="#ctx0" brushRef="#br0" timeOffset="265.287">717 556,'6'21,"17"11,4 0</inkml:trace>
  <inkml:trace contextRef="#ctx0" brushRef="#br0" timeOffset="785.449">1318 797,'-28'-7,"-1"2,0 0,1 3,-1 0,0 1,0 2,-10 2,36-3,-1 0,1 1,0-1,0 0,0 1,0 0,0 0,0 0,0 0,0 0,0 1,0-1,0 1,1 0,-1 0,1 0,-1 0,1 0,0 0,0 1,0-1,0 1,0-1,0 1,1 0,-1 0,1 0,0 0,0 0,0 0,0 0,1 0,-1 0,1 0,0 0,0 3,4 5,1-1,0 0,1 0,0 0,1-1,0 1,0-2,1 1,0-1,1 0,0-1,0 0,0 0,1-1,4 2,-11-6,179 121,-182-123,2 1,-1 0,1-1,0 1,-1 0,1 0,-1 0,1 0,-1 1,0-1,0 0,1 0,-1 1,0-1,0 1,0-1,0 1,-1 0,1-1,0 1,-1 0,1-1,-1 1,1 0,-1 0,0-1,0 1,0 0,0 0,0 0,0-1,0 1,-1 0,1 0,-1-1,1 1,-2 1,-3 1,-1-1,0 0,-1 0,1-1,0 0,-1 0,1 0,-1-1,0 0,1 0,-1-1,0 1,-1-2,7 1,-3 1,1 0,-1 0,0-1,1 1,-1-1,0 0,0 0,1 0,-1-1,0 0,1 1,-1-1,1 0,-1-1,1 1,-1-1,1 1,0-1,0 0,-1 0,2 0,-1-1,0 1,0-1,1 0,-1 1,1-1,0 0,0-1,0 1,-1-3,4-2,0 0,0 0,0 0,1 0,1 0,-1 0,1 1,1-1,0 1,-1 0,2 0,-1 0,1 0,0 1,1-1,6-9,74-110,-5-4,44-98,-96 168,-2-2,-3 0,-3-2,-2-1,-4 0,1-22,-19 24,2 63,0-1,1 1,-1 0,0-1,1 1,-1-1,0 1,0 0,1 0,-1-1,0 1,0 0,0 0,1 0,-1 0,0 0,0 0,0 0,1 0,-1 0,0 1,0-1,1 0,-1 0,0 1,0-1,1 0,-1 1,0-1,1 1,-1-1,0 1,1-1,-1 1,1-1,-1 1,1 0,-1-1,1 1,-1 0,1-1,0 1,-1 0,1 0,0-1,0 1,-12 19,1 0,2 0,0 1,1 1,1-1,1 1,1 0,1 1,1-1,-1 23,2 14,1 0,4 0,2 0,3 0,2-1,2-1,4 1,1-2,3-1,3 0,26 47,-45-96,58 89,-59-94,0 0,0 0,0 0,0 0,0 0,0-1,0 0,0 1,0-1,0 0,0 0,0-1,0 1,0-1,0 1,0-1,0 0,-1 0,1 0,0-1,0 1,-1 0,1-1,-1 0,1 0,-1 0,0 0,0 0,0 0,0 0,0-1,0 1,0-1,-1 0,0 1,2-3,5-4,55-65,-33 36</inkml:trace>
  <inkml:trace contextRef="#ctx0" brushRef="#br0" timeOffset="1051.769">2053 810,'-2'18,"-1"11,0 7,3 2,6-1,6-2,9-5,6-7,9-8,2-9,-5-5</inkml:trace>
  <inkml:trace contextRef="#ctx0" brushRef="#br0" timeOffset="1327.036">2227 677,'-16'-7,"-12"-5,-10 1,-8-1,-8-1,-6 0,-5 0,-7 0,9 1</inkml:trace>
  <inkml:trace contextRef="#ctx0" brushRef="#br0" timeOffset="1590.33">1465 490,'43'-13,"1"2,0 3,0 1,1 2,41 1,-68 3,39-4,1 3,-1 2,1 2,-1 3,0 3,0 2,32 11,-78-18,0 1,0 1,0 0,0 0,-1 1,0 1,0-1,0 2,-1-1,0 1,-1 1,0-1,0 1,-1 1,0 0,0 0,-1 0,-1 0,0 1,2 7,-1 7,0 0,-3 1,0-1,-1 1,-2 0,-1 17,1 42,0-76,1 0,1 0,-1 0,1 0,1 0,-1-1,2 1,-1-1,1 0,0 0,1 0,0 0,-3-5,1 0,-1 1,1-2,0 1,0 0,0 0,0-1,0 0,1 1,-1-1,1 0,0-1,-1 1,1-1,0 0,0 0,0 0,0 0,0-1,0 1,0-1,0 0,0 0,0-1,0 1,0-1,3 0,3-4,1-1,-1 1,0-2,0 1,0-1,-1-1,-1 0,1 0,-1-1,0 0,-1 0,0 0,-1-1,0 0,0-1,-1 1,0-1,-1 0,1-4,-5 19,-1 1,1 1,0-1,0 0,1 0,0 0,0 1,0-1,0 0,1 0,0 0,0 0,0 0,6 1,0-1,0 0,0 0,1 0,0-1,0 0,0-1,0 0,0 0,1-1,-1 0,1-1,-1 0,1-1,0 0,5 0,-3 1,46 1</inkml:trace>
  <inkml:trace contextRef="#ctx0" brushRef="#br0" timeOffset="2151.846">3483 864,'-19'-8,"-1"2,0 1,0 0,0 1,-1 1,1 2,-1 0,1 0,-1 2,0 1,1 1,-4 1,21-4,-1 1,0 0,1 0,-1 1,1-1,-1 1,1 0,0 0,0 0,-1 0,2 0,-1 1,0-1,0 1,1 0,-1 0,1 0,0 0,0 0,0 0,0 1,1-1,-1 1,1-1,0 1,0-1,0 1,1 0,-1 0,1-1,0 1,0 0,0 0,0 0,1 2,5 4,-1 0,1 0,1-1,0 0,0 0,1-1,0 0,0 0,1 0,0-1,0-1,1 0,-1 0,2-1,-1 0,0 0,1-1,0-1,0 0,0 0,0-1,5 0,-2 1,0-1,0 0,0-1,0 0,0-1,0-1,0 0,-1-1,1-1,0 0,-1-1,1 0,-1-1,0 0,0-1,-1-1,0 0,0 0,-1-1,0-1,0 0,-1 0,0-1,7-10,-1-11,-1 0,-2-2,-1 1,-2-2,-1 1,-2-1,-1 0,-1-1,-2 0,-2 1,-1-3,5-58,-4 0,-10-83,-15 83,23 94,0 0,0 0,0 0,-1 0,1 0,0 0,-1 0,1 0,-1 1,1-1,-1 1,1-1,-1 1,1-1,-1 1,0 0,1 0,-1 0,1 0,-1 0,0 0,1 0,-1 1,1-1,-1 0,1 1,-1-1,1 1,-1 0,1-1,-1 1,1 0,0 0,0 0,-1 0,1 0,0 0,0 1,0-1,0 0,0 0,0 1,1-1,-1 1,0-1,1 1,-1-1,1 1,-1-1,1 1,0-1,-1 1,-10 22,1-1,1 2,1-1,1 1,1 0,2 1,0-1,2 1,0 0,2 13,0-7,0 1,2-1,1 0,2 0,1 0,2 0,0-1,3 0,0-1,2 0,1-1,2-1,0 0,2-1,1 0,1-2,10 9,-25-28,1-1,-1 0,1 0,0 0,0-1,1 0,-1 0,1 0,0-1,0 0,0-1,1 1,-1-1,1-1,-1 1,1-1,-1-1,1 1,0-1,-1-1,1 1,-1-1,1 0,-1-1,1 0,5-3,-2-1,0-2,0 0,-1 0,0-1,0 0,-1 0,0-1,-1-1,0 1,-1-1,0-1,-1 1,0-1,0 0,-2-1,1 1,-2-1,0 0,2-11,-3-3,-2 28,0-1,-1 0,1 0,0 1,0-1,0 0,-1 0,1 0,0 1,0-1,-1 0,1 0,0 0,0 0,-1 0,1 0,0 0,-1 0,1 1,0-1,-1 0,1 0,0 0,0 0,-1 0,1-1,0 1,-1 0,1 0,0 0,0 0,-1 0,1 0,0 0,0 0,-1-1,1 1,0 0,0 0,-1 0,1-1,0 1,0 0,0 0,-1-1,1 1,0 0,0 0,0-1,0 1,0 0,0 0,0-1,-1 1,1 0,0-1,-4 9,0 0,0 0,1 1,0-1,0 1,1-1,0 1,0 0,1 0,0 0,1 0,0 0,0 0,1 0,0 0,1 0,0 0,0-1,1 1,0-1,1 1,0-1,0 0,0 0,1-1,0 0,1 1,0-2,0 1,4 3,-1-3,1-1,-1 1,2-2,-1 1,1-1,-1-1,1 0,0 0,1-1,-1-1,1 0,4 0,-10-1,0 0,0-1,0 0,0 0,0-1,0 1,0-1,0-1,0 1,-1-1,1 0,0 0,-1-1,1 1,-1-1,0 0,0-1,0 1,-1-1,1 0,-1 0,0-1,0 1,2-4,8-19</inkml:trace>
  <inkml:trace contextRef="#ctx0" brushRef="#br0" timeOffset="2403.679">3644 436,'-14'-7,"-15"-6,-8-4,0-1,14 2,21 7,32 6,36 7,36 2,33 3,18-1,8-1,-7 0,-19-1,-32-1</inkml:trace>
</inkml:ink>
</file>

<file path=ppt/ink/ink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14T06:34:52.570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1 1179,'5'-35,"2"1,2 0,0 1,3 0,0 1,2 0,2 1,12-18,-27 46,0-1,0 1,1 0,-1 0,1 0,0 0,0 0,0 0,0 0,1 1,-1-1,1 1,-1 0,1 0,0-1,0 2,0-1,0 0,0 1,1-1,-1 1,0 0,1 0,-1 0,1 1,-1-1,1 1,-1 0,1 0,-1 0,1 0,-1 0,1 1,-1 0,0 0,1 0,2 1,5 8,1 1,-2 1,0-1,0 2,-1-1,0 1,-1 1,-1-1,0 1,-1 1,0-1,-1 1,-1 2,0 37,-4-52,0-1,0 0,0 0,0 1,-1-1,1 0,0 0,-1 0,1 1,-1-1,1 0,-1 0,1 0,-1 0,0 0,0 0,1 0,-1 0,0 0,0 0,0-1,0 1,0 0,0-1,0 1,0 0,0-1,-1 1,1-1,0 0,0 1,0-1,-1 0,1 0,0 0,0 0,-1 0,1 0,0 0,0 0,-1 0,0-2,0 1,-1-1,1 0,0 1,0-1,0 0,0 0,1 0,-1-1,0 1,1 0,0-1,-1 1,1-1,0 1,0-1,1 0,-1 1,0-1,1 0,0 1,-1-1,1 0,0 0,1 0,-1-23,1 1,2-1,0 1,2 0,1 0,1 0,1 1,2-3,-3 7,21-64,8-21,-5-1,-4-1,2-38,-17-33,-23 131,10 47,0 0,0 0,0 0,0 0,0 0,0 0,-1 0,1 0,0 0,0 0,0 0,0 1,0-1,0 0,1 1,-1-1,0 1,0-1,0 1,0 0,0-1,1 1,-1 0,0-1,0 1,1 0,-1 0,1 0,-1 0,1-1,-1 1,1 0,-1 0,1 0,0 0,-1 1,-10 23,0 1,2 1,1-1,1 2,1-1,2 1,0-1,2 1,1 17,-2 1,2-1,2 1,1-1,3 0,2 0,2 0,1-1,3-1,1 0,3 0,1-1,2-2,4 4,-17-31,1-1,1 0,0 0,1-1,0 0,0-1,1 0,1 0,0-1,0-1,0 0,1-1,1 0,-1-1,3 0,-13-5,-1 0,0-1,1 1,-1-1,1 1,-1-1,0 0,1 0,-1-1,1 1,-1 0,1-1,-1 1,0-1,1 0,-1 0,0 0,0 0,1 0,-1 0,0-1,0 1,0-1,-1 1,1-1,0 0,-1 0,1 0,-1 0,1 0,-1 0,0 0,0 0,0-1,0 1,0-2,9-27</inkml:trace>
  <inkml:trace contextRef="#ctx0" brushRef="#br0" timeOffset="255.012">134 390,'25'3,"29"2,28 1,25-1,16 1,2 4,-20 1</inkml:trace>
  <inkml:trace contextRef="#ctx0" brushRef="#br0" timeOffset="510.842">843 992,'0'4,"1"1,0-1,0 1,0-1,1 0,0 0,0 1,0-1,0 0,0 0,1-1,0 1,0-1,0 1,0-1,0 0,1 0,-1 0,1 0,0-1,0 0,0 1,0-1,0-1,1 1,-1-1,0 1,1-1,-1-1,1 1,-1-1,1 1,0-1,-1 0,1-1,1 0,2 0,0-1,0 0,-1 0,1-1,-1 0,0 0,1-1,-2 0,1 0,0-1,-1 0,0 0,0 0,0-1,-1 1,0-2,0 1,0 0,2-6,-4 7,-1 1,0-1,0 0,0 0,0 0,-1 0,0 0,0 0,0 0,0 0,-1 0,0-1,0 1,0 0,-1 0,0 0,0 0,0 0,-1 0,1 0,-1 0,0 0,-1 0,1 1,-1-1,0 1,0 0,0 0,-1 0,0-1,-3 0,0-1,-1 1,0 1,1-1,-1 1,-1 1,1-1,-1 1,1 1,-1 0,0 0,0 0,1 1,-1 1,0 0,0 0,0 0,0 1,0 1,0-1,0 1,1 1,-1 0,1 0,-1 1,1-1,0 2,1-1,-1 1,1 1,0-1,0 1,1 0,-1 1,1 0,-1 3,4-7,1 0,0 0,0 0,0 1,1-1,-1 1,1 0,0-1,0 1,0 0,0 0,1 0,0-1,0 1,0 0,0 0,0 0,1 0,-1-1,1 1,0 0,1 0,-1-1,0 1,1-1,0 1,0-1,0 0,0 0,1 0,-1 0,1 0,-1 0,1 0,0-1,0 0,1 1,-1-1,0-1,1 1,0 0,10 4,-1-1,0-1,1 0,0-1,0-1,0 0,3 0,42 1</inkml:trace>
  <inkml:trace contextRef="#ctx0" brushRef="#br0" timeOffset="694.353">1244 483,'-11'-16,"-11"-7,-4 0,-2 4,2 7,2 13,6 15,6 17,9 13,10 11,11 7,2-8</inkml:trace>
  <inkml:trace contextRef="#ctx0" brushRef="#br0" timeOffset="1192.139">1418 1071,'7'-1,"0"-1,0 0,-1 0,1-1,0 0,-1 0,0-1,0 1,0-1,0-1,0 1,-1-1,0 0,0 0,0-1,-1 1,0-1,2-3,3-5,-1 0,-1-1,0 0,-1 0,0-1,-2 0,2-8,-1 1,-1 0,-1 1,-1-1,-1 0,-1 0,-3-21,-8 14,11 30,-1-1,1 1,0-1,0 1,0-1,0 1,-1 0,1-1,0 1,0-1,-1 1,1 0,0-1,0 1,-1 0,1 0,-1-1,1 1,0 0,-1 0,1-1,-1 1,1 0,0 0,-1 0,1 0,-1 0,1-1,-1 1,1 0,0 0,-1 0,1 0,-1 0,1 1,-1-1,1 0,-1 0,1 0,0 0,-1 0,1 1,-1-1,1 0,0 0,-1 0,1 1,0-1,-1 0,1 1,0-1,-1 0,1 1,0-1,0 0,-1 1,1-1,0 1,0-1,0 1,0-1,-1 1,1 1,0 1,0-1,0 1,0-1,0 0,0 1,0-1,1 1,0-1,-1 0,1 1,0-1,0 0,0 0,0 1,0-1,1 0,-1 0,1 0,-1-1,1 1,0 0,0-1,0 1,0-1,0 1,0-1,0 0,0 0,0 0,1 0,-1 0,1 0,19 7,0-1,1-1,0-1,0-1,0-1,0-1,1-1,18-2,23 3,-62-2,0 0,0-1,0 1,0 1,0-1,0 0,0 1,0-1,0 1,0 0,0 0,-1 0,1 0,0 1,-1-1,1 1,-1 0,1-1,-1 1,0 0,0 1,0-1,0 0,0 0,0 1,-1-1,1 1,-1 0,1-1,-1 1,0 0,0 0,-1 0,5 43,-6-42,1 1,-1 0,1-1,0 1,0-1,1 1,-1-1,1 1,0-1,0 1,1-1,-1 0,1 1,0-1,0 0,0 0,1 0,-1 0,1-1,0 1,0-1,1 0,-1 0,0 0,1 0,0 0,0-1,0 0,0 1,0-2,0 1,4 0,0-1,-1 0,1-1,0 1,0-2,0 1,-1-1,1 0,0-1,-1 0,1 0,-1 0,1-1,-1 0,0-1,0 1,-1-2,3-1,6-4,0-1,-1-1,0 0,-1-1,0-1,-1 0,2-4,41-76,-57 146,6 62,-3-109,0 0,0-1,1 1,-1-1,1 1,0-1,1 0,-1 0,1 0,0 0,-1 0,2-1,-1 1,0-1,1 0,0 0,-1 0,1 0,0 0,1-1,-1 0,4 2,26 3,-1-7</inkml:trace>
  <inkml:trace contextRef="#ctx0" brushRef="#br0" timeOffset="1440.477">2433 350,'-16'0,"-7"4,-2 7,3 8,12 7,17 6,7-2</inkml:trace>
</inkml:ink>
</file>

<file path=ppt/ink/ink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14T06:35:10.729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717 539,'-1'25,"8"50,5-89,-6-12,-1 0,-1 0,-1-1,-1 0,-2 1,0-1,-1 2,0 0,-2 1,0-1,-2 1,-1 0,-1 0,0 1,-2 0,-1 0,-8-13,11 24,0 1,0-1,-1 2,-1-1,0 1,0 0,-1 1,0 0,0 1,-1 0,0 1,-1 0,0 0,0 1,0 1,-1 0,1 1,-1 0,0 1,-5 0,3 1,0 1,0 1,0 1,0 0,0 1,1 0,-1 1,0 1,1 0,0 1,0 1,0 0,1 1,0 0,0 1,0 0,1 2,1-1,-4 4,-2 4,0 0,2 0,0 2,1 0,0 1,2 0,1 1,0 0,1 0,2 1,-7 23,9-21,1 0,1 1,1-1,1 1,2-1,0 1,1 0,2-1,0 1,2-1,0 0,2 0,1-1,0 1,2-2,1 1,0-2,2 1,1-2,0 0,1 0,1-2,1 1,1-2,0-1,1 0,1-1,1-1,14 7,-4-7,0-2,1-1,1-1,0-2,0-1,1-2,-1-1,1-1,0-2,0-2,0-1,0-1,0-2,-1-2,0-1,0-1,-1-2,9-5,43-19</inkml:trace>
</inkml:ink>
</file>

<file path=ppt/ink/ink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14T06:35:11.273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0 0,'23'2,"21"4,22 0,14-1,13-1,4-1,-3-1,-14 1,-19 0</inkml:trace>
</inkml:ink>
</file>

<file path=ppt/ink/ink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14T06:35:11.529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1 19,'11'4,"20"2,25 0,26-3,22-7,13-5,1-4,-20 2</inkml:trace>
</inkml:ink>
</file>

<file path=ppt/ink/ink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14T06:35:13.661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1 1,'22'5,"22"1,19 0,15-2,5 0,0-2,-9-1,-18-1</inkml:trace>
</inkml:ink>
</file>

<file path=ppt/ink/ink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14T06:35:13.914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0 1,'27'2,"26"1,23 0,19-3,13-3,-14-2</inkml:trace>
</inkml:ink>
</file>

<file path=ppt/ink/ink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14T06:35:12.194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567 897,'-4'6,"0"0,-1 0,1-1,-1 0,0 1,0-2,-1 1,1-1,-1 1,0-2,-6 4,10-6,0 0,0 0,0 0,0-1,-1 1,1 0,0-1,-1 1,1-1,0 0,-1 0,1 0,0 0,-1 0,1-1,0 1,-1-1,1 1,0-1,0 0,0 0,-1 0,1 0,0 0,0-1,0 1,1-1,-1 1,0-1,0 0,1 1,-1-1,1 0,0 0,-1 0,1-1,-2-2,1 0,0 0,0 0,0 0,1-1,-1 1,1-1,1 1,-1-1,1 1,0-1,0 1,0-1,1 1,0-1,0 1,0 0,1-1,0 1,0 0,0 0,1 0,0 0,0 0,4-6,1 0,-1 0,2 1,-1 1,2-1,-1 1,1 1,0 0,10-6,-6 6,0 0,0 1,0 1,1 0,0 1,0 1,0 0,0 1,1 0,5 1,-15 2,0-1,1 1,-1 1,0-1,0 1,0 0,0 1,0-1,0 1,-1 0,1 1,0-1,-1 1,0 0,0 0,0 1,0 0,0 0,-1 0,1 0,-1 1,0 0,-1-1,1 1,-1 1,0-1,2 4,-1 2,0-1,-1 1,0 0,-1 0,0 1,0-1,-1 0,-1 1,0-1,-1 0,0 1,0-1,-2 0,1 0,-1 0,-1 0,-2 5,-5 10,-1 0,-1-1,-2 0,0-1,-2-1,-9 10,-16 16,-2-2,-3-2,-1-1,-2-3,-2-2,-2-3,-1-1,-2-4,-52 22,-8-16,115-36,1-1,-1 1,1 0,-1-1,1 1,-1-1,1 0,-1 1,1-1,-1 0,1 0,-1 0,0 0,1 0,-1-1,1 1,-1 0,1-1,-1 1,1-1,-1 1,1-1,0 0,-1 0,1 0,0 1,-1-1,1 0,0-1,0 1,0 0,0 0,0 0,0-1,0 1,1 0,-1-1,0 1,1-1,-1 1,1-1,-1 1,1-1,0 1,0-1,-1 1,1-1,0 1,1-1,-1 0,4-6,0-1,1 1,0 0,0 0,1 0,0 1,0 0,1 0,0 0,0 1,0 0,1 1,0-1,0 1,1 1,-1 0,1 0,6-1,-3 1,0 0,1 1,-1 0,1 1,0 1,-1 0,1 0,0 2,0-1,0 2,-1 0,1 0,0 1,-1 0,0 1,0 1,0 0,-1 1,1 0,-1 0,-1 2,1-1,5 6,93 84,-78-67,0-1,2-2,31 19,-53-39,0-1,0 0,0-1,1 0,0-1,0 0,1-1,-1 0,1-1,-1 0,1-1,0-1,-1 0,13-2,-9 0,-1-1,0-1,1-1,-2 0,1-1,0 0,-1-1,0-1,-1 0,0-1,0-1,-1 0,0 0,-1-1,0-1,-1 1,0-2,-1 0,0 0,-1 0,0-1,-1-1,4-11,-9 19,0 0,-1 0,1 0,-1 0,-1 0,1 0,-1-1,0 1,-1 0,0 0,0 0,-1 0,1 0,-1 0,-1 0,1 1,-1-1,-1-1,-16-20</inkml:trace>
  <inkml:trace contextRef="#ctx0" brushRef="#br0" timeOffset="702.255">1314 443,'27'-426,"-27"409,-3 26,-3 29,-1 10,2 1,2-1,3 1,1 0,3-1,7 37,24 7,-16-62</inkml:trace>
  <inkml:trace contextRef="#ctx0" brushRef="#br0" timeOffset="1050.445">1689 283,'-7'17,"0"0,1 1,0 0,2 0,0 1,0 5,4-19,-1 0,1 0,0 0,0 0,1 0,-1 0,1-1,0 1,0 0,1 0,-1-1,1 1,0-1,1 1,-1-1,1 0,-1 0,1 0,0 0,1 0,-1-1,1 0,0 1,-1-1,1-1,2 2,1 0,0-1,0 0,1-1,-1 1,1-1,-1-1,1 1,0-1,0-1,-1 1,1-1,0-1,0 1,0-1,-1-1,1 0,-1 0,1 0,-1-1,0 0,0 0,0-1,0 0,0 0,-1 0,0-1,6-5,-4 3,0-1,0 1,-1-1,0-1,0 1,-1-1,0 0,-1-1,0 1,0-1,-1 0,0 0,-1 0,0-1,-1 1,0-1,-1 0,0 0,0 1,-1-3,-2 4,1 0,-1 1,-1-1,1 0,-2 1,1 0,-1 0,0 0,-1 0,0 1,0-1,0 1,-1 0,0 1,-1 0,1 0,-1 0,0 1,-1 0,1 0,-1 0,0 1,0 1,0-1,-1 1,1 1,-1-1,0 2,0-1,0 1,1 0,-1 1,0 0,0 0,0 1,0 1,0-1,0 1,1 1,-1-1,1 1,0 1,0 1,0 0,1 0,0 1,0 0,1 1,-1-1,1 1,1 0,-1 1,1 0,1-1,0 1,0 1,0-1,1 1,0-1,0 1,1 0,1 0,-1 0,1 8,2 28</inkml:trace>
</inkml:ink>
</file>

<file path=ppt/ink/ink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14T06:35:17.110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2 1149,'-1'-18,"0"0,2-1,0 1,1 0,1-1,0 1,2 0,0 1,1-1,0 1,2 0,0 1,0 0,6-6,-12 20,0-1,1 0,0 1,-1-1,1 1,0 0,0 0,0 0,1 0,-1 1,0-1,1 1,-1 0,1 0,-1 0,1 0,-1 1,1 0,0-1,-1 1,1 0,0 1,-1-1,1 1,-1-1,1 1,-1 0,1 1,-1-1,0 0,1 1,-1 0,0 0,0 0,0 0,0 0,13 11,-1 0,0 0,-1 1,-1 1,0 1,-1 0,-1 0,0 1,-1 0,-1 1,-1 0,0 1,3 15,-9-32,-1 0,0 0,-1 1,1-1,0 0,-1 0,1 0,-1 0,1 1,-1-1,0 0,0 0,0 1,-1-1,1 0,0 0,-1 0,1 1,-1-1,0 0,0 0,0 0,0 0,0 0,0 0,0 0,-1-1,1 1,-1 0,1-1,-1 1,0-1,1 1,-1-1,0 0,0 0,0 0,0 0,0 0,0 0,-1 0,1-1,0 1,0-1,0 0,-1 0,1 0,0 0,0 0,-1 0,-1 0,1-1,0 0,0 0,-1 0,1 0,0-1,0 1,0-1,0 0,0 1,1-1,-1-1,0 1,1 0,0-1,-1 1,1-1,0 0,1 1,-1-1,0 0,1 0,-1 0,1-1,0 1,0 0,0 0,1-1,-1 1,1 0,0-1,-1 1,2-1,-2-8,2 1,0-1,0 0,1 1,1 0,0-1,0 1,5-10,102-186,-75 149,-3-1,-3-1,0-6,-16 30,-2 0,-1-1,-2 0,-1-1,-2 1,-2-1,-1 0,-3 0,-2-26,3 57,-1 0,1 0,-1 0,0 0,-1 0,1 0,-1 0,-1 1,1-1,-1 1,-1 0,1-1,-1 1,0 1,0-1,-1 0,1 1,-1 0,-1 0,1 1,0-1,-3 0,6 5,-1-1,1 1,-1 0,1 0,-1 0,1 0,0 0,-1 0,1 1,-1-1,1 1,0 0,-1-1,1 1,0 0,-1 0,1 1,0-1,0 0,0 1,0 0,1-1,-1 1,0 0,0 0,1 0,0 0,-1 0,0 1,-30 71,23-32,3 1,1 0,2 1,2-1,1 1,3-1,2 0,1 0,3 0,4 10,5 21,3 0,4-2,3-1,3-1,2-1,4-2,29 37,-62-97,-1-2,0-1,0 1,0-1,1 0,-1 0,1 0,0 0,0-1,0 0,0 1,1-2,0 1,2 1,3-3</inkml:trace>
  <inkml:trace contextRef="#ctx0" brushRef="#br0" timeOffset="252.953">189 521,'25'7,"29"2,30-1,23-1,12-2,2-1,-11 2,-24 0</inkml:trace>
  <inkml:trace contextRef="#ctx0" brushRef="#br0" timeOffset="525.564">951 948,'-5'16,"2"0,0 1,0-1,1 1,2 0,-1-1,2 6,-1-18,0 0,1 0,-1 0,1-1,0 1,0 0,0 0,1 0,-1-1,1 1,0 0,0-1,0 0,1 1,-1-1,1 0,-1 0,1-1,0 1,0 0,0-1,1 0,-1 0,1 0,-1 0,1 0,0-1,-1 1,1-1,0 0,0 0,2 0,-2-1,0 0,0 0,1 0,-1 0,0 0,0-1,1 0,-1 0,0 0,0 0,0-1,0 1,0-1,-1 0,1 0,0-1,-1 1,0-1,1 1,-1-1,0 0,-1-1,1 1,0 0,-1-1,0 1,0-1,0 0,0 0,0 0,0-2,1-4,1 0,-2 0,0-1,0 1,-1 0,0-1,0 1,-1-1,-1 1,0-1,0 1,-2-6,2 11,0 0,0 0,-1 0,1 0,-1 0,0 1,0-1,0 0,-1 1,0 0,0-1,0 1,0 0,-1 1,1-1,-1 0,0 1,0 0,-1 0,1 0,0 1,-1-1,0 1,1 0,-1 1,0-1,0 1,0 0,0 0,0 0,-1 1,1-1,-1 1,-1 3,-1 0,1 0,-1 0,1 1,0 0,0 1,0-1,1 1,0 0,0 1,0 0,1 0,-1 0,1 0,1 1,-1 0,1 0,1 0,-1 0,1 1,0 0,1-1,0 1,0 0,1 0,0 0,0 0,1 0,0 1,0 0,1-4,0-1,0 1,1-1,-1 0,1 1,0-1,0 0,1 0,-1-1,1 1,0 0,0-1,0 0,0 1,0-1,1 0,0-1,-1 1,1-1,0 0,0 0,0 0,1 0,1 0,31 10</inkml:trace>
  <inkml:trace contextRef="#ctx0" brushRef="#br0" timeOffset="1288.338">1285 467,'-6'-2,"0"0,-1 1,1 0,-1 0,0 1,1-1,-1 1,0 1,1-1,-1 1,1 0,-1 1,1 0,-1 0,1 0,0 0,0 1,0 0,0 1,1-1,-1 1,1 0,0 1,0-1,1 1,-1 0,1 0,0 0,0 1,0-1,1 1,0 0,0 0,0 2,0 0,1 0,0 0,0 0,1 1,0-1,1 0,-1 1,1-1,1 1,0-1,0 0,1 1,0-1,0 0,1 0,0 0,0-1,1 1,0-1,0 1,9 11,0 0,2 0,0-1,1-1,1-1,0 0,2 0,79 58,-67-52,0 1,-2 1,0 2,-2 0,23 30,-46-51,-4-4,0 0,0 0,1 0,-1 0,1 0,-1 0,1 0,-1 0,1 0,0 0,-1 0,1 0,0 0,0-1,0 1,-1 0,1-1,0 1,0 0,0-1,0 0,0 1,0-1,0 1,0-1,0 0,0 0,1 1,-1-1,0 0,0 0,0 0,0 0,0-1,0 1,0 0,0 0,0-1,0 1,1 0,-1-1,-1 1,1-1,0 0,1 1,11-16,-1 0,0 0,-1-1,0 0,-1-1,-2 0,0 0,0-1,-2 0,0-1,-2 1,0-1,-1-3,5-10,-3-1,0 0,-3-1,0 1,-3-5,-8 1,9 38,0-1,-1 1,1-1,0 1,0-1,0 1,-1-1,1 1,0-1,0 1,-1-1,1 1,0-1,-1 1,1-1,-1 1,1 0,0-1,-1 1,1 0,-1-1,1 1,-1 0,1-1,-1 1,1 0,-1 0,0 0,1 0,-1 0,1-1,-1 1,1 0,-1 0,0 0,1 1,-1-1,1 0,-1 0,1 0,-1 0,1 0,-1 1,1-1,-1 0,1 0,-1 1,1-1,-1 1,1-1,-1 0,1 1,-1-1,1 1,0-1,-1 1,1-1,0 1,0-1,-2 3,0-1,0 1,1 0,-1-1,1 1,0 0,0 0,0 0,0 0,0 0,1 1,-1-1,1 0,0 0,0 0,0 0,1 0,-1 1,1-1,-1 0,1 0,0 0,0 0,1 0,-1 0,0-1,1 1,0 0,0-1,0 1,0-1,0 0,0 1,0-1,3 1,9 4,0-1,1 0,0-1,0-1,0 0,0-1,1-1,-1 0,1-1,0-1,3 0,-7 0,191 5,-200-4,-1-1,1 1,0-1,0 1,-1 0,1 0,-1 0,1 1,-1-1,1 1,-1-1,0 1,1 0,-1 0,0 0,0 0,-1 0,1 0,0 0,-1 1,1-1,-1 1,0-1,0 1,0-1,0 1,0 0,0-1,-1 1,0 0,1 0,-1 0,0-1,0 3,0 40,-1-37,1-1,-1 0,1 1,0-1,1 1,-1-1,1 0,1 1,0-1,0 0,0 0,1 0,0 0,0-1,1 1,0-1,0 0,0 0,1 0,0 0,0-1,2 2,-3-4,1 0,-1-1,0 1,1-1,0 0,-1 0,1-1,0 1,0-1,0 0,0 0,0-1,0 0,0 1,0-2,0 1,0 0,0-1,0 0,0 0,0-1,-1 0,1 1,0-1,-1-1,1 1,-1-1,0 0,0 0,3-2,5-5,0-1,-1 0,0 0,-1-1,0-1,-1 0,0 0,-1-1,2-4,31-84,-36 94,-4 13,-3 18,2-18,-2 7,-1 110,4-116,-1-1,1 1,0-1,1 0,-1 1,1-1,0 0,1 0,-1 0,1-1,0 1,0 0,0-1,1 0,-1 0,1 0,0 0,0-1,1 1,3 2,49 4,-30-16</inkml:trace>
  <inkml:trace contextRef="#ctx0" brushRef="#br0" timeOffset="1550.886">2569 467,'-14'0,"-4"2,7 8,18 7,25 4,30 4,4-2</inkml:trace>
</inkml:ink>
</file>

<file path=ppt/ink/ink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14T06:35:14.920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1 594,'16'-146,"-6"0,-9-144,-1 284,-1 3,1 0,0 11,-25 398,25-198,3-163</inkml:trace>
  <inkml:trace contextRef="#ctx0" brushRef="#br0" timeOffset="380.618">361 407,'-2'18,"-1"-2,0 0,1-1,0 1,1 0,1 0,1 0,0 0,2-1,-1 1,2-1,0 1,0-1,6 10,-8-22,0 1,1-1,-1 0,1 0,0 0,0 0,0 0,0 0,0-1,1 0,-1 0,1 0,-1 0,1 0,0-1,0 1,0-1,0 0,0 0,0-1,0 1,0-1,0 0,0 0,0 0,0-1,0 1,0-1,0 0,3-1,3-1,-1-1,0 0,-1 0,1 0,-1-1,0-1,0 0,-1 0,1 0,-1-1,-1 0,5-5,-2-1,0 0,-1 0,0-1,-1-1,-1 1,0-1,-1 0,-1 0,0-1,-1 1,-1-1,0 0,-1 0,-1 0,-1 1,0-1,0 0,-2 0,0 1,-1-1,0 1,-5-10,6 20,1 0,-1 0,1 1,-1-1,-1 0,1 1,0 0,-1 0,0 0,0 0,0 1,-1-1,1 1,-1 0,0 1,0-1,0 1,0 0,0 0,0 0,-1 1,1 0,0 0,-1 0,1 1,-1 0,1 0,-1 0,1 0,-1 1,1 0,-1 0,1 1,0 0,0-1,-1 2,2-1,-1 1,-4 2,1 1,1 0,-1 0,1 1,1 0,-1 1,1-1,1 1,-1 0,1 1,1-1,0 1,0 0,0 0,1 0,1 1,-1-1,1 1,1 0,0-1,1 1,-1 0,2-1,0 1,0 0,0-1,1 1,1-1,-1 1,4 5,20 34</inkml:trace>
  <inkml:trace contextRef="#ctx0" brushRef="#br0" timeOffset="787.727">1003 113,'14'-6,"0"1,0 0,1 1,0 1,0 1,-1 0,1 0,1 1,-1 1,0 1,0 0,1 2,-5-2,0 1,0 0,-1 1,1 0,-1 1,0 0,0 1,0 0,2 2,-8-4,0-1,-1 1,1-1,-1 1,0 1,0-1,0 0,0 1,0-1,-1 1,0 0,0 0,0 0,0 0,0 0,-1 0,0 0,0 1,0-1,0 1,-1-1,1 0,-1 1,-1 0,-3 9,-1 1,0-1,-1 0,-1 0,0-1,-1 0,0 0,-1-1,0 0,-1 0,-1-1,0-1,0 0,-1 0,-6 3,-253 202,270-214,0-1,-1 0,1 1,0-1,0 1,0 0,0-1,0 1,0 0,0 0,0-1,0 1,0 0,0 0,0 0,1 0,-1 0,0 0,1 1,-1-1,1 0,-1 0,1 0,0 1,-1-1,1 0,0 0,0 1,0-1,0 0,0 0,0 1,0-1,0 0,1 0,-1 1,0-1,1 0,-1 0,1 0,-1 1,1-1,0 0,-1 0,1 0,0 0,0 0,0 0,0 0,0-1,0 1,0 0,12 2,1-1,-1-1,1 0,-1-1,1-1,0 0,-1-1,0 0,4-2,2 1,457-107,-447 105</inkml:trace>
  <inkml:trace contextRef="#ctx0" brushRef="#br0" timeOffset="1144.484">1765 33,'-8'32,"-9"283,13-273,1-22,1 1,1-1,0 0,2 1,0-1,2 2,-3-19,1 0,0 0,0 0,0 0,0 0,1-1,-1 1,1 0,0-1,-1 1,1-1,0 0,0 0,1 0,-1 0,0 0,1 0,-1 0,1-1,-1 1,1-1,0 0,0 0,0 0,0 0,0 0,0-1,0 1,0-1,2 0,92-11,57-46,-129 45</inkml:trace>
  <inkml:trace contextRef="#ctx0" brushRef="#br0" timeOffset="1327.455">2139 420,'-7'-13,"-4"-1,-5 12,-2 15,-1 17,2 16,2 15,5 13,4 7,5 3,5 2,4-3,1-15</inkml:trace>
</inkml:ink>
</file>

<file path=ppt/ink/ink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14T06:35:19.329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304 1151,'-8'-4,"-1"-1,1 1,-1 0,1 1,-1 0,0 1,0 0,0 0,-1 1,1 0,0 0,-1 1,1 0,0 1,-1 0,1 1,0-1,0 2,0-1,0 2,1-1,-1 1,1 0,0 1,0 0,0 0,1 0,-1 1,-4 6,8-7,0-1,0 1,1 1,-1-1,1 0,1 1,-1 0,1-1,0 1,0 0,0 0,1 0,0 0,0 1,1-1,0 0,0 0,0 1,1-1,0 0,0 0,1 0,-1 0,1 0,0 0,1-1,0 1,0 0,0-1,0 0,1 0,0 0,2 2,0-2,0-2,1 1,-1 0,1-1,-1 0,1-1,0 0,0 0,0 0,0-1,1 0,-1 0,0-1,0 0,1 0,-1-1,0 1,0-2,1 1,7-3,1 0,-1-1,0 0,0-1,0-1,-1-1,0 0,2-2,-2-1,0 0,-1-1,0 0,-1-1,-1 0,0-1,-1-1,0 0,-1 0,-1 0,0-1,-1-1,-1 1,0-1,-2 0,0 0,0-1,-2 1,1-17,0-24,-3 0,-2 0,-3 0,-2 0,-3 1,-7-18,-15-21,32 96,0-1,0 0,-1 0,1 1,0-1,-1 0,1 1,0-1,-1 0,1 1,-1-1,1 0,-1 1,0-1,1 1,-1-1,1 1,-1 0,0-1,0 1,1 0,-1-1,0 1,1 0,-1 0,0-1,0 1,1 0,-1 0,0 0,0 0,0 0,1 0,-1 0,0 1,0-1,1 0,-1 0,0 0,0 1,1-1,-1 0,0 1,1-1,-1 1,0-1,1 1,-1-1,1 1,-1 0,-19 37,11-1,1 0,3 1,1-1,1 1,3 0,1 0,1 0,2 0,7 23,-5-24,1-1,2 0,1 0,2-1,2-1,1 0,2-1,1 0,5 5,-20-33,0 0,0 0,1 0,-1 0,1-1,0 1,1-1,-1 0,1 0,0-1,-1 1,2-1,-1 0,0-1,0 1,1-1,0 0,-1 0,1-1,0 1,0-1,0-1,0 1,0-1,0 0,0 0,0-1,-1 0,1 0,0 0,0-1,4-1,2-7,-1 0,0 0,-1-1,0 0,-1-1,0 0,-1 0,0-1,-1 0,-1-1,0 1,-1-1,0 0,-1-1,0 1,-1-1,-1 0,-1 1,0-14,2-24,-12 61,3 15,1 1,1 0,1 0,1 0,2 0,0 0,4 22,-4-41,0 1,1-1,0 0,1 0,-1 0,1 1,0-2,1 1,-1 0,1 0,0-1,1 0,-1 1,1-1,0 0,0-1,1 1,-1-1,1 0,0 0,0 0,1-1,2 2,17 2</inkml:trace>
  <inkml:trace contextRef="#ctx0" brushRef="#br0" timeOffset="248.334">825 737,'-14'0,"-11"2,-3 6,2 5,8 6,17 4,19 2,21 2,3-4</inkml:trace>
  <inkml:trace contextRef="#ctx0" brushRef="#br0" timeOffset="894.141">1400 938,'-31'0,"0"1,0 1,0 2,1 1,-30 9,58-14,-1 1,1-1,0 0,0 1,-1-1,1 1,0 0,0-1,0 1,0 0,0 1,0-1,0 0,0 0,0 1,1-1,-1 1,0 0,1-1,-1 1,1 0,0 0,0 0,-1 0,1 0,0 0,1 0,-1 0,0 1,1-1,-1 0,1 0,0 2,2 0,0 1,1 0,-1-1,1 0,0 0,1 1,-1-2,1 1,0 0,0-1,0 0,4 3,111 76,-85-61,0 1,-2 2,-1 1,19 21,-18-2,-32-43,1 0,0 0,-1 0,1 1,-1-1,0 0,1 0,-1 1,0-1,0 0,0 0,0 1,0-1,0 0,0 0,0 1,-1-1,1 0,0 0,-1 1,1-1,-1 0,1 0,-1 0,1 0,-1 0,0 0,0 0,0 0,1 0,-1 0,0 0,0 0,0-1,0 1,0 0,-1-1,1 1,0 0,-2 0,-1 0,1 0,0 1,0-2,-1 1,1 0,-1-1,1 0,-1 1,1-1,0-1,-1 1,1 0,-1-1,1 0,0 0,-1 0,1 0,0 0,0-1,0 1,0-1,0 0,0 0,0 0,0 0,1 0,-1-1,1 1,0-1,0 0,0 0,0 0,0 0,1 0,-1 0,1 0,0 0,-1-2,1-9,0 0,1 0,1 0,0-1,0 1,2 0,0 0,0 1,1-1,1 1,0 0,1 0,1 0,0 0,2-8,55-116,-7-2,-5-3,-7-2,-6-2,9-88,-48 232,2-8,-1 0,0 0,0 0,-1 0,-1 0,0 0,0 0,-2-6,3 15,0 0,0 1,-1-1,1 0,0 1,0-1,-1 0,1 1,-1-1,1 1,0-1,-1 0,1 1,-1-1,1 1,-1-1,0 1,1 0,-1-1,1 1,-1 0,0-1,1 1,-1 0,0 0,1-1,-1 1,0 0,0 0,1 0,-1 0,0 0,1 0,-1 0,0 0,0 0,1 0,-1 1,0-1,1 0,-1 0,0 1,1-1,-1 0,0 1,1-1,-1 1,1-1,-1 1,1-1,-1 1,1-1,-1 1,1-1,-1 1,1 0,0-1,-1 1,1 0,0-1,0 1,0 0,-1-1,-7 14,0-1,0 1,2 0,0 0,0 1,-2 11,-7 19,2 0,2 1,2 1,2 0,2 0,2 0,2 0,3 1,1-1,2 0,3 0,1-1,3 0,1 0,3-1,1-1,3-1,1-1,20 30,54 34,-89-101,1 0,-1 0,1 0,0-1,0 0,0-1,0 0,1 0,-1 0,1-1,0 0,0-1,-1 1,1-2,0 1,6-1,-8-1,0 0,1-1,-1 0,0 0,0-1,-1 1,1-1,0 0,-1-1,0 1,0-1,0 0,0-1,-1 1,1-1,-1 0,0 0,-1 0,3-4,4-8,-1 1,0-2,-1 1,-1-1,4-17,8-69,-29 160,7-47,1 1,1 0,0 0,0 0,1 0,1 0,-1 0,2 0,-1 0,1 0,1 0,0-1,0 1,1-1,0 0,0 0,1 0,0 0,1-1,0 0,0 0,1-1,0 1,0-1,6 3,-6-6,1 0,0 0,0-1,0 0,0-1,1 0,-1 0,1 0,-1-1,1-1,0 0,-1 0,1 0,-1-1,2 0,29-8</inkml:trace>
  <inkml:trace contextRef="#ctx0" brushRef="#br0" timeOffset="1404.792">2295 898,'-205'-92,"-3"10,-106-23,280 94,34 11,0 0,0-1,1 1,-1 0,0 0,0-1,0 1,0 0,0-1,1 1,-1 0,0-1,0 1,0 0,0 0,0-1,0 1,0 0,0-1,0 1,0 0,0-1,0 1,-1 0,1 0,0-1,0 1,0 0,0-1,0 1,-1 0,299 2,187 3,-471-4,7-2,0 1,0 0,0 2,-1 0,1 2,0 0,-1 1,0 2,0-1,-1 2,0 1,0 0,3 4,-15-5,0 0,0 0,-1 1,0 0,-1 0,0 1,0 0,-1 0,-1 0,1 0,-1 0,-1 1,0-1,-1 1,0 0,0-1,-1 1,0 0,-1-1,-2 10,2-1,1 0,0-1,2 1,0 0,1-1,3 6,-5-20,0-1,0 0,1 1,-1-1,1 0,0 0,0 0,0 0,0 0,1-1,-1 1,1-1,-1 1,1-1,0 0,0 0,0 0,0-1,0 1,1-1,-1 0,0 1,1-1,-1-1,1 1,-1-1,1 1,-1-1,1 0,0 0,-1 0,1-1,-1 1,1-1,-1 0,1 0,-1 0,1-1,12-6,0 0,0-2,-1 0,0 0,-1-2,0 1,-1-2,-1 0,0 0,0-2,-1 1,-1-1,-1-1,0 1,-1-2,0 1,4-18,-14 46,-1-1,2 1,0 0,0-1,1 1,1 0,-1 0,2-1,0 1,3 8,1-9,1 0,1 0,0 0,0-1,1 0,1-1,-1 0,2-1,-1 0,1 0,0-1,0 0,1-1,0-1,0 0,1 0,8 1,41 16</inkml:trace>
  <inkml:trace contextRef="#ctx0" brushRef="#br0" timeOffset="2095.005">3525 818,'-6'1,"0"1,0-1,0 1,0 0,0 1,1 0,-1 0,1 0,0 0,-1 1,2 0,-1 0,0 0,1 1,0 0,0-1,0 1,1 1,-1-1,1 0,0 1,1 0,0 0,-1 0,2 0,-1 0,1 1,-1 1,0 0,1 0,0 0,1 0,0 0,0 0,0 0,1 0,1 0,-1 0,1 0,0 0,1 0,0-1,0 1,1-1,0 0,0 0,1 0,4 5,-3-6,1 0,0 0,1-1,0 1,-1-2,1 1,1-1,-1 0,1-1,-1 0,1 0,0-1,0 0,0 0,1-1,-1-1,0 1,0-2,0 1,1-1,-1-1,5 0,-1 0,0-1,0-1,-1 0,1-1,-1-1,0 1,0-2,-1 0,0 0,0-1,0-1,-1 1,2-5,4-10,-1 0,-1-2,-1 0,-2 0,0-1,-2 0,-1-1,-1 0,-1-1,-1 1,-2-1,0 0,-2-8,15-160,-9 0,-9-27,2 210,0 8,1 0,-1 0,0 1,-1-1,1 0,-1 0,0 0,0 1,-1-1,1 1,-1-1,0 1,-2-3,-12 11,-32 88,28-35,2 1,3 1,2 0,3 1,3 1,2-1,3 1,2 0,6 32,-3-62,1 0,1 0,1-1,2 0,2 0,0-1,2 0,1-1,1 0,2-1,0-1,2 0,1 0,-14-20,0-1,0 1,1-1,-1 0,1 0,0-1,0 1,1-1,-1-1,1 1,0-1,0 0,0-1,1 0,-1 0,0 0,1-1,-1 0,1 0,-1-1,1 0,0-1,-1 1,1-2,-1 1,0-1,1 0,-1 0,0-1,1 0,1-3,1 0,-1-1,-1 0,1-1,-1 0,-1 0,1 0,-1-1,-1 0,0-1,0 0,0 0,-2 0,2-3,4-13,-1 0,-1-1,-1 0,-2 0,0-6,-3 22,0 1,0-1,-1 1,0-1,-1 1,0-1,-1 1,0-1,0 1,-1-1,-1-1,3 12,0-1,0 1,-1-1,1 0,0 1,0-1,-1 1,1-1,-1 1,1-1,0 1,-1-1,1 1,-1-1,1 1,-1 0,1-1,-1 1,0 0,1-1,-1 1,1 0,-1 0,0 0,1 0,-1-1,0 1,1 0,-1 0,0 0,1 0,-1 0,0 0,1 1,-1-1,1 0,-1 0,0 0,1 1,-1-1,1 0,-1 1,1-1,-1 0,0 1,1-1,-1 1,1-1,0 0,-1 1,1-1,-1 1,1 0,0-1,-1 1,1 0,-9 11,0 2,0-1,2 1,-1 1,2-1,0 1,1 0,0 1,1-1,1 1,1 0,0 0,0-5,0 0,1 0,0 0,1 0,0 0,1 0,0 0,1 0,0 0,0 0,1 0,1-1,0 1,1-1,-1 0,2 0,0-1,0 1,0-1,1-1,1 1,-1-1,1-1,1 1,-1-1,1-1,2 1,5 1,0 0,1-1,0-1,0-1,1 0,-1-1,1-1,0-1,0 0,0-1,1-1,-1-1,0-1,2-1,34-7</inkml:trace>
</inkml:ink>
</file>

<file path=ppt/ink/ink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14T06:35:23.808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99 221,'-5'11,"0"0,1 0,0 0,1 0,0 1,1 0,1-1,0 1,0 0,1 0,0-1,1 1,1 0,0-1,0 1,1-1,0 1,1-1,1 0,0-1,0 1,1-1,0 0,1 0,0-1,0 0,1 0,0 0,9 5,-6-4,1-1,0 0,0 0,1-2,0 0,1 0,-1-1,1-1,1 0,7 1,-14-4,0 0,-1-1,1 0,0-1,0 0,0 0,0 0,0-1,0 0,-1-1,1 0,0 0,-1-1,0 0,1 0,-1 0,0-1,-1 0,1-1,4-4,-2 2,-2-2,1 1,-1-1,-1 0,1-1,-2 0,1 0,-1 0,-1 0,0-1,0 0,-1 0,1-10,2-10,-2 0,-2 0,-1-1,-1-13,-1 26,0 0,-1-1,-1 1,-1 0,0 1,-2-1,0 1,-1 0,4 10,-1 1,1 0,-1 1,-1-1,1 1,-1 0,0 0,-1 0,1 1,-1 0,0 0,-1 0,1 1,-1 0,1 0,-1 0,-1 1,1 0,0 1,-8-3,-3 4,1 1,0 0,-1 1,1 1,0 0,0 1,0 1,0 1,1 0,-1 2,1-1,1 2,-1 0,2 1,-1 1,1 0,0 1,1 0,-5 6,10-10,0 0,1 0,0 1,0 0,1 0,0 1,0 0,1 0,0 0,1 0,0 1,0 0,1 0,0 0,1 0,0 1,1-1,0 0,1 1,0-1,0 1,1-1,0 1,1-1,1 0,17 45</inkml:trace>
</inkml:ink>
</file>

<file path=ppt/ink/ink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14T06:35:24.453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12 0,'-7'16,"3"8,8 4,6-1,2-5</inkml:trace>
</inkml:ink>
</file>

<file path=ppt/ink/ink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14T06:35:24.716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32 1,'-7'13,"-2"8,1 1,0-2</inkml:trace>
</inkml:ink>
</file>

<file path=ppt/ink/ink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14T06:35:24.976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1 0</inkml:trace>
</inkml:ink>
</file>

<file path=ppt/ink/ink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14T06:35:25.238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8 1,'-2'13,"-1"10,0 3,3-4,2-4</inkml:trace>
  <inkml:trace contextRef="#ctx0" brushRef="#br0" timeOffset="0.995">156 442,'4'9,"7"3,1-1</inkml:trace>
</inkml:ink>
</file>

<file path=ppt/ink/ink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14T06:35:22.691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1 322,'13'2,"21"1,23 0,20-1,17-2,8-2,1-1,-6 1,-10 3,-16 3,-14 1,-19 0</inkml:trace>
  <inkml:trace contextRef="#ctx0" brushRef="#br0" timeOffset="330.118">495 1,'126'31,"-79"-22,-1 2,0 2,-1 2,-1 2,0 2,-1 2,16 12,-51-29,0 0,0 1,0 0,-1 1,0 0,0 0,-1 0,0 1,0 0,0 0,-1 0,0 1,0 0,-1 0,0 0,0 1,-1-1,0 1,-1 0,0 0,0 0,-1 0,0 0,-1 0,1 0,-2 0,0 0,0 0,-1 4,-8 6,-1-1,0 0,-2-1,0 0,-1-1,0 0,-2-1,0-1,0-1,-1 0,-1-1,0 0,0-2,-9 3,-224 124,249-136,1 0,0-1,-1 1,1-1,0 1,0-1,0 1,0 0,0 0,0-1,0 1,0 0,0 0,0 0,0 0,0 0,1 0,-1 0,0 0,1 1,-1-1,1 0,0 0,-1 1,1-1,0 0,-1 0,1 1,0-1,0 0,0 2,10 6</inkml:trace>
</inkml:ink>
</file>

<file path=ppt/ink/ink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14T06:35:26.533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1 581,'2'-33,"2"1,2 0,1 0,1 0,1 1,3-2,-1-1,2-5,3-7,-2-1,-2 0,-2-1,3-47,4 433,-2-135,1 29,-10-205</inkml:trace>
  <inkml:trace contextRef="#ctx0" brushRef="#br0" timeOffset="388.35">522 367,'-3'13,"0"-2,-1-1,2 1,-1-1,1 1,1 0,0 0,1 0,0 0,0 0,1-1,1 1,0 0,0 0,1-1,4 10,-5-17,0 0,1 0,-1-1,1 1,-1-1,1 0,0 0,0 0,0 0,0 0,0 0,0-1,1 0,-1 1,1-1,-1 0,0-1,1 1,-1-1,1 1,0-1,-1 0,1-1,-1 1,1 0,-1-1,1 0,-1 0,2-1,4 0,0-2,0 1,0-1,-1-1,0 1,0-1,0-1,0 1,-1-1,5-5,-2-1,-1 0,0-1,0 0,-1 0,-1-1,0 0,-1 0,-1-1,0 0,0 0,-2 0,0 0,-1 0,0-1,-1 1,-1-1,-1 1,0-1,-2-9,2 20,0 0,0 0,0 0,0 0,-1 1,0-1,0 0,0 1,-1-1,1 1,-1 0,0 0,-1 0,1 0,0 0,-1 1,0 0,0 0,0 0,0 0,-1 0,1 1,-1 0,1 0,-1 0,0 0,0 1,0 0,0 0,0 0,0 1,0-1,0 1,0 0,0 1,0-1,0 1,0 0,-1 1,-3 3,1 0,-1 1,1 0,1 0,-1 1,1 0,0 0,1 1,-1-1,2 2,-1-1,1 1,0-1,1 1,0 1,0-1,1 0,1 1,-1 0,1 0,1 0,0 0,0 0,1 0,1 0,-1 0,2 0,-1 0,1-1,1 2,0-4,-1-1,1 0,1 0,-1 0,1 0,0 0,1-1,-1 1,1-1,0-1,0 1,1-1,1 2,31 17</inkml:trace>
  <inkml:trace contextRef="#ctx0" brushRef="#br0" timeOffset="725.476">1044 126,'15'-4,"0"0,1 1,-1 1,1 1,0 0,-1 1,1 0,0 1,-1 1,1 1,-1 0,0 1,0 0,3 3,-14-5,0 0,-1 0,1 0,0 1,-1 0,0 0,1 0,-1 0,0 0,-1 0,1 1,-1 0,1-1,-1 1,0 0,0 0,-1 0,1 0,-1 0,0 1,0-1,-1 0,1 1,-1-1,0 0,0 1,0-1,-1 3,-1 6,0-1,-1 1,-1-1,0 0,-1 0,0 0,-1-1,0 0,-3 3,-121 153,70-96,60-71,-29 44,29-43,0 1,-1-1,1 0,0 0,0 0,0 0,0 0,0 1,0-1,0 0,0 0,0 0,0 0,1 0,-1 0,1 1,-1-1,0 0,1 0,0 0,-1 0,1 0,0-1,-1 1,1 0,0 0,0 0,0 0,0-1,-1 1,1-1,0 1,0 0,0-1,1 1,-1-1,0 0,0 1,0-1,0 0,0 0,1 0,24 5,0-2,0-1,0-1,1-1,-1-1,0-1,14-4,101-21,-81 10</inkml:trace>
  <inkml:trace contextRef="#ctx0" brushRef="#br0" timeOffset="1181.139">1752 166,'28'-1,"165"13,-190-12,1 0,-1 0,0 0,0 1,0-1,1 1,-1 0,0-1,0 2,0-1,0 0,0 0,-1 1,1 0,0 0,-1-1,1 1,-1 1,1-1,-1 0,0 1,0-1,0 1,-1-1,1 1,0 0,-1 0,0 0,0 0,0 0,0 0,0 0,0 0,-1 0,1 1,-1-1,0 0,0 0,-1 0,1 1,0-1,-1 0,0 0,-6 9,-1 0,0-1,-1 0,0 0,-1-1,0 0,-1-1,-7 6,-34 32,51-47,1 1,-1-1,0 1,1-1,-1 0,1 1,-1-1,1 1,-1 0,1-1,-1 1,1-1,0 1,-1 0,1-1,0 1,-1 0,1-1,0 1,0 0,0 0,-1-1,1 1,0 0,0-1,0 1,0 0,0 0,1-1,-1 1,0 0,0-1,0 1,1 0,-1 0,0-1,1 1,-1 0,30 6,-2-6,-1 1,1 2,-1 1,26 7,-46-9,1-1,-1 1,0 0,0 0,0 1,-1 0,1 1,-1-1,0 1,0 0,0 0,-1 1,0 0,0 0,0 0,-1 1,0-1,0 1,-1 0,1 2,-2-2,-1-1,0 1,0 0,0 0,-1 0,0-1,-1 1,1 0,-1 0,-1 0,1-1,-1 1,0-1,-1 1,1-1,-1 0,-1 0,1 0,-1 0,0-1,0 1,-1-1,1 0,-1 0,0-1,-1 1,1-1,-1-1,1 1,-1-1,-1 0,1 0,0 0,-6 1,-2 2,-1 0,0-1,0-1,0 0,-1-1,1-1,-1 0,1-1,-1-1,0 0,-11-3,-7-2</inkml:trace>
</inkml:ink>
</file>

<file path=ppt/ink/ink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14T06:35:38.860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0 113,'2'624,"7"-546,-9-78,0 0,0 1,0-1,0 1,0-1,0 0,0 1,0-1,0 1,0-1,0 0,0 1,1-1,-1 0,0 1,0-1,0 0,1 1,-1-1,0 0,0 0,1 1,-1-1,0 0,1 0,-1 1,0-1,1 0,-1 0,0 0,1 0,-1 1,1-1,-1 0,0 0,1 0,-1 0,0 0,1 0,-1 0,1 0,-1 0,0 0,1 0,-1 0,0-1,1 1,-1 0,1 0,-1 0,0 0,1-1,-1 1,0 0,0 0,1-1,-1 1,1 0,15-22,-14 18,11-17,-6 8,0 0,0 1,2 0,0 0,0 1,1 0,0 0,0 1,2 1,-1 0,1 0,5-1,-14 8,1 1,0 0,0 0,0 0,0 0,0 0,0 1,0 0,0 0,0 0,0 1,0-1,0 1,0 0,-1 0,1 0,0 0,0 1,-1 0,1-1,-1 1,1 1,-1-1,0 0,0 1,0 0,0-1,0 1,-1 0,2 2,2 4,1 0,-1 1,-1-1,1 1,-2 1,0-1,0 0,0 1,-2 0,2 5,-3-4,0 0,0 0,-1-1,-1 1,0 0,-1 0,0-1,0 1,-2-1,1 1,-1-1,-1 0,0-1,-1 1,0-1,0 0,-1 0,0-1,-1 0,0 0,0-1,-1 0,0-1,-1 1,1-2,-2 1,9-5,-1 0,1 0,-1 0,0 0,1 0,-1-1,0 1,0-1,0 0,0 0,0 0,-1 0,1-1,0 1,0-1,0 0,-1 0,1 0,0 0,0-1,-1 1,1-1,0 0,0 1,0-2,0 1,0 0,0-1,0 1,1-1,-1 0,0 0,1 0,-1 0,1 0,0 0,0-1,0 0,-1-7,0-1,1 0,0-1,1 1,1 0,0 0,0-1,1 1,0 0,1 0,0 0,1 0,0 0,1 0,0 1,1 0,0 0,1 0,0 0,0 1,21-40</inkml:trace>
  <inkml:trace contextRef="#ctx0" brushRef="#br0" timeOffset="273.299">548 180,'25'-160,"-10"140,2 43,0 18,-3 0,-1 1,-2 1,3 31,-13-69,17 88,-5 1,-3 0,-5 1,-4 0,-4 0,-4 0,-4-1,-4-1,-5 0,-3-1,-16 35,-10-3</inkml:trace>
</inkml:ink>
</file>

<file path=ppt/ink/ink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14T06:35:41.876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1 0,'0'0</inkml:trace>
</inkml:ink>
</file>

<file path=ppt/ink/ink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14T06:35:45.942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116 0,'0'20,"-2"19,-1 13,-2 12,-5 7,-3 2,-6-2,-2-9,-2-12,3-15</inkml:trace>
</inkml:ink>
</file>

<file path=ppt/ink/ink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14T06:35:46.203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0 0,'0'14,"3"14,4 10,11 9,11 5,12 0,9-1,4-5,2-6,-3-8,-7-6,-11-8</inkml:trace>
</inkml:ink>
</file>

<file path=ppt/ink/ink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14T06:35:46.369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44 78,'-7'-14,"-2"-8,-2-4,1 10,4 17,6 21,7 24,3 21,-1 16,-2 12,-1 3,-3-4,-4-6,-1-18</inkml:trace>
</inkml:ink>
</file>

<file path=ppt/ink/ink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14T06:35:46.828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12 368,'-11'-276,"21"190,-9 85,-1 1,1-1,-1 1,1 0,-1-1,1 1,-1-1,1 1,-1 0,1-1,0 1,-1 0,1 0,0 0,-1-1,1 1,-1 0,1 0,0 0,-1 0,1 0,0 0,-1 0,1 0,0 0,-1 1,1-1,0 0,-1 0,1 1,0-1,-1 0,1 1,-1-1,1 0,-1 1,1-1,-1 1,1-1,-1 1,1-1,-1 1,0-1,1 1,-1-1,0 1,0 0,1-1,-1 1,0 0,4 2,10 9,1-1,0-1,1 0,0-1,0-1,1 0,0-2,1 0,0 0,-1-2,1 0,1-1,-1-1,0-1,-6 0,45 10,-56-10,1-1,-1 1,0-1,0 1,0-1,0 1,0 0,0-1,0 1,0 0,0 0,0 0,0 0,0 0,0 0,-1 0,1 0,0 0,-1 0,1 0,-1 0,1 1,-1-1,0 0,1 0,-1 1,0-1,0 0,0 1,0-1,0 0,0 0,0 1,-1-1,1 0,0 0,-1 1,1-1,-1 1,-5 11,-1-1,-1 0,1 0,-2-1,0 1,0-2,-9 8,-44 61,61-78,0 1,0-1,0 0,1 1,-1-1,0 1,1-1,-1 1,1 0,-1-1,1 1,0-1,0 1,0 0,0-1,0 1,0 0,0-1,0 1,1 0,-1-1,1 1,-1-1,1 1,0-1,-1 1,1-1,0 0,0 1,0-1,0 0,0 1,0-1,1 0,-1 0,0 0,1 0,-1 0,0 0,1-1,-1 1,1 0,-1-1,1 1,0-1,0 1,80 8,-29-14,-1-3,1-2,-1-2,20-9,-9 3</inkml:trace>
</inkml:ink>
</file>

<file path=ppt/ink/ink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14T06:35:53.773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286 1,'-19'14,"-14"17,-11 21,-5 21,1 18,7 18,10 12,13 3,16-2,18-12,17-14,16-18,1-22</inkml:trace>
</inkml:ink>
</file>

<file path=ppt/ink/ink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14T06:35:56.965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24 64,'-3'5,"0"0,0 1,1 0,0-1,0 1,0 0,0 0,1 0,0 0,1 0,-1 0,1 0,0 1,1-1,-1 0,1 0,0 0,1 0,0 0,0 0,0-1,0 1,1-1,0 1,0-1,1 0,-1 0,1 0,0 0,0-1,5 4,-1-4,1 1,-1-2,1 1,0-1,0-1,0 1,0-1,1-1,-1 0,0 0,1-1,-1 0,1-1,-1 0,0 0,1-1,-1-1,0 1,0-1,-1-1,1 1,0-2,-1 1,0-1,0 0,-1-1,1 0,-1 0,2-3,-6 5,-1 1,1-1,-1 0,0 0,-1 1,1-1,-1 0,1 0,-1-1,-1 1,1 0,0 0,-1 0,0-1,0 1,0 0,-1-1,1 1,-1 0,0 0,0 0,-1 0,1 0,-1 0,0 0,0 0,0 1,0-1,-1 1,-2-4,-1 0,-1 0,1 0,-2 1,1 0,-1 0,0 0,0 1,0 1,-1-1,0 1,1 1,-2-1,-3 0,7 2,0 0,0 1,-1-1,1 1,0 1,-1-1,1 1,-1 0,1 0,-1 1,1 0,-1 0,1 1,0-1,0 1,-1 1,1-1,1 1,-1 0,0 1,1-1,0 1,-1 0,1 0,1 1,-1-1,1 1,0 0,0 0,0 1,1-1,0 1,0 0,0 0,1 0,-1 0,1 1,4 42,9-3</inkml:trace>
</inkml:ink>
</file>

<file path=ppt/ink/ink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14T06:35:57.668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325 529,'-15'0,"-1"1,1 1,-1 1,1 0,0 1,0 1,0 0,1 1,0 1,0 0,0 0,1 2,0 0,-6 5,5-5,1 1,-1 0,2 1,0 0,0 1,-4 6,15-18,1 1,-1-1,0 1,1-1,-1 1,1 0,-1-1,1 1,-1 0,1-1,-1 1,1 0,0 0,-1-1,1 1,0 0,0 0,-1 0,1-1,0 1,0 0,0 0,0 0,0 0,0-1,0 1,1 0,-1 0,0 0,0-1,1 1,-1 0,0 0,1 0,-1-1,1 1,-1 0,1-1,-1 1,1-1,-1 1,1 0,0-1,-1 1,1-1,0 1,-1-1,1 0,0 1,0-1,-1 0,1 0,0 1,0-1,0 0,50 3,-32-4,0-1,0-1,0 0,0-2,-1 0,0-1,0-1,0-1,-1 0,0-1,-1-1,0-1,-1 0,0-1,0-1,-1 0,-1-1,0 0,-1-1,-1 0,0-1,5-13,-5 1,-3-1,0-1,-2 0,0 0,-3 0,0 0,-2-1,-1 1,-2-1,-1 1,-1-1,-21-78,25 107,-1 1,1 0,-1-1,1 1,-1-1,1 1,-1 0,0-1,1 1,-1 0,0-1,0 1,0 0,0 0,0 0,0 0,0 0,-1 0,1 0,0 1,0-1,-1 0,1 1,0-1,-1 0,1 1,-1 0,1-1,-1 1,1 0,-1 0,1 0,-1 0,1 0,-1 0,1 0,-1 1,1-1,-1 0,1 1,0-1,-1 1,1 0,0-1,-1 1,1 0,0 0,0 0,-1 0,1 0,0 0,0 0,0 0,0 0,1 1,-1-1,0 0,0 0,1 1,-1 0,-9 16,1 1,0 0,2 0,0 1,1 0,1 0,1 1,-2 19,0-1,1 1,2-1,2 1,1 0,3 0,1 5,-2-29,1 0,1 1,0-1,1-1,1 1,0-1,1 0,1 0,0-1,1 0,1 0,0-1,0 0,1-1,1 0,1-1,-5-4,0-1,0 0,0-1,1 0,-1 0,1-1,1 0,-1 0,0-1,1-1,0 1,-1-2,1 1,0-1,0-1,0 0,0 0,0-1,0 0,0-1,-1 0,1 0,-1-1,1 0,-1-1,0 0,0-1,0 0,-1 0,0 0,0-1,0-1,-1 1,1-1,-2-1,1 1,-1-1,0 0,2-4,0-4,-1-1,0 1,-1-1,-1 0,0 0,-1 0,-1-1,-1 0,0 1,-2-1,0 0,-1-6,1 23,1 0,-1 0,0-1,0 1,0 0,-1 0,1-1,0 1,0 0,-1 0,1-1,-1 1,1 0,-1 0,1 0,-1 0,0 0,1 0,-1 0,0 0,0 0,0 0,0 0,0 0,0 0,0 1,0-1,0 0,0 1,0-1,-1 1,1-1,0 1,0 0,-1-1,1 1,0 0,0 0,-1 0,1 0,0 0,0 0,-1 0,1 1,0-1,0 0,-1 1,1-1,0 1,0-1,-1 1,-5 4,0 1,0 0,0 0,1 0,0 1,0 0,1 0,0 0,0 1,0 0,1 0,0 0,1 0,0 1,0 0,1-1,0 1,1 0,-1 0,2 0,-1 0,1 0,2 7,-1-7,0-1,1 1,1 0,-1-1,2 0,-1 0,1 0,0 0,0 0,1-1,0 1,1-1,0-1,0 1,0-1,1 0,-1 0,2-1,-1 0,0 0,1-1,7 4,9 2,-1 0,1-2,1 0,-1-2,1 0,0-2,13 0,52 0,-8-6</inkml:trace>
  <inkml:trace contextRef="#ctx0" brushRef="#br0" timeOffset="264.174">1903 582,'-18'-7,"-13"-2,-11 3,-9 6,-5 9,1 9,4 6,11 6,13 4,15 2,21-2,25-1,25-5,22-6,19-7,12-7,-12-4</inkml:trace>
  <inkml:trace contextRef="#ctx0" brushRef="#br0" timeOffset="654.271">2638 649,'-19'-5,"1"1,-1 0,0 2,0 0,0 1,0 1,0 1,0 1,0 0,0 1,1 1,-1 1,1 1,0 0,1 2,-5 2,-34 34,55-43,0 0,0 0,0 0,0 0,0 0,0 1,0-1,0 0,0 1,1-1,-1 1,0-1,1 1,-1-1,1 1,0 0,0-1,-1 1,1-1,0 1,0-1,1 1,-1 0,0-1,0 1,1-1,-1 1,1-1,-1 1,1-1,0 1,-1-1,1 1,0-1,0 0,0 0,0 1,0-1,1 0,0 1,9 3,0 0,1 0,-1-1,1-1,0 0,0-1,0 0,0 0,1-1,-1-1,0 0,1-1,-1-1,107-17,-114 17,0 1,0-1,0 0,0 0,-1-1,1 1,-1-1,0 0,0 0,0-1,0 1,0-1,-1 0,0 0,1 0,-1 0,-1-1,1 1,-1-1,0 1,2-6,-4 16,0-1,0 0,0 0,1 0,0 0,0 0,0 0,1 0,-1 0,1-1,1 1,-1 0,0-1,1 0,0 1,3 2,6 3,0-1,0-1,1-1,0 1,1-2,-1 0,1-1,0 0,1-1,-1 0,1-1,9 0,105 10,-73-13</inkml:trace>
  <inkml:trace contextRef="#ctx0" brushRef="#br0" timeOffset="1400.045">3279 689,'-9'-3,"-1"0,0 1,0 0,0 0,0 1,0 1,0 0,0 0,0 0,0 2,0-1,0 1,0 1,0-1,1 2,-1-1,1 2,0-1,0 1,0 0,1 1,0 0,0 0,0 1,1 0,0 0,1 1,-7 8,12-14,-1 1,0 0,1 0,0 0,0 0,0 0,0 0,0 0,0 0,1 0,-1 1,1-1,0 0,0 0,0 0,1 0,-1 1,1-1,0 0,0 0,0 0,0 0,0 0,1 0,-1 0,1-1,0 1,-1 0,1-1,1 0,-1 1,0-1,0 0,1 0,0 0,2 1,7 2,0-1,1 0,0-1,0-1,-1 0,1 0,1-2,-1 1,0-2,0 0,0 0,0-1,-1-1,1 0,0-1,-1 0,0-1,0 0,0-1,-1 0,10-7,-11 6,0-1,-1-1,0 1,0-1,-1-1,0 0,0 0,-1 0,-1-1,0 0,0 0,-1-1,-1 1,0-1,1-3,4-24,-1-1,-2 0,-2 0,-1-4,4-315,-8 344,-11-60,11 74,0 0,0 1,0 0,-1-1,1 1,0 0,0 0,0-1,-1 1,1 0,0 0,0 0,-1 1,1-1,0 0,0 0,0 1,-1-1,1 0,0 1,0-1,0 1,0 0,0-1,0 1,0 0,0 0,0 0,0-1,0 1,1 0,-1 0,0 0,1 0,-1 0,0 1,1-1,0 0,-1 0,1 0,-1 1,-21 33,2 1,1 1,2 1,1 0,2 1,-7 36,11-42,2 2,2-1,1 1,1 0,2 0,2 13,1-31,1-1,0 1,1 0,1-1,0 1,1-1,1 0,1-1,0 0,1 0,0 0,2-1,-1 0,4 2,-4-6,0 1,1-2,1 1,-1-1,2-1,-1 0,1-1,0 0,0 0,1-2,0 1,0-2,1 0,-1 0,1-1,-1-1,1 0,0-1,0-1,0 0,0 0,0-2,0 0,0 0,-1-1,1-1,-1 0,0-1,0-1,-1 0,1 0,-1-1,-1-1,1 0,-1-1,-1 0,7-7,13-22,-26 59,0-17,1 1,0-1,0 0,0 0,0-1,1 1,0-1,0 0,-1-1,1 1,1-1,-1 0,0-1,0 0,1 0,-1 0,1-1,-1 1,1-2,-1 1,1-1,-1 0,0 0,1-1,-1 1,3-2,-4 1,1 1,-1 0,1-1,-1 0,0-1,0 1,0-1,0 0,0 0,0 0,-1-1,0 0,0 1,0-2,0 1,0 0,-1-1,0 0,0 1,0-1,0-1,-1 1,0 0,0 0,-1-1,1 1,-1-1,0 0,-1 1,1-1,-1 0,0 1,-1-1,1 0,-1 1,0-1,0 1,-1-2,0 3,0-1,0 1,0 0,0 0,-1 0,1 0,-1 1,0-1,0 1,-1 0,1 0,-1 0,1 0,-1 0,0 1,0 0,0-1,0 1,-1 1,1-1,0 1,-1 0,1 0,-1 0,1 0,-1 1,0 0,1 0,-1 0,-3 1,-2 0,0 1,0 0,0 0,0 1,0 0,0 1,1 0,0 0,0 1,0 1,0-1,1 1,-3 3,7-6,-1 1,1-1,0 1,0 0,0 0,0 1,1-1,-1 1,1 0,1 0,-1 0,1 0,-1 0,1 1,1-1,-1 0,1 1,0 0,0-1,1 1,0 0,0-1,0 1,0 0,1-1,0 1,0 0,1-1,0 0,0 1,0-1,0 0,1 0,0 0,1 2,2-2,0 0,1-1,-1 1,1-1,0 0,0-1,1 0,-1 0,1 0,-1-1,1 0,0-1,0 0,0 0,4 0,32 1</inkml:trace>
  <inkml:trace contextRef="#ctx0" brushRef="#br0" timeOffset="1703.511">4282 314,'-7'-3,"1"0,-1 0,0 0,0 1,0 0,-1 0,1 1,0-1,-1 2,1-1,0 1,-1 0,1 1,0 0,-1 0,1 0,0 1,0 0,0 1,0-1,0 1,0 1,1-1,0 1,0 0,0 1,0 0,0-1,1 2,0-1,0 1,0-1,1 1,0 1,0-1,1 1,-1 3,0 1,1 0,1 0,0 0,0 0,1 0,1 0,0 0,0 0,1 0,0 0,1 0,1 0,-1 0,2 0,0-1,0 1,0-1,1 0,4 5,14 22,1-1,2-2,2 0,19 18,-40-45,2 6,1-1,1 0,0-1,0 0,1-1,0 0,1-1,0-1,1 0,0 0,0-1,0-1,1-1,15 4,3-5,-1-1,1-3,0 0,0-2,0-1,-1-2,1-1,-1-2,-1-1,6-4,10-6</inkml:trace>
</inkml:ink>
</file>

<file path=ppt/ink/ink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14T06:35:56.011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158 186,'-4'25,"-5"24,0 19,2 15,3 11,6 5,2 0,0-5,-2-11,-9-14,-3-19</inkml:trace>
  <inkml:trace contextRef="#ctx0" brushRef="#br0" timeOffset="503.424">11 252,'-5'-24,"2"-1,1 1,1-1,1 0,1 0,3-8,-3 29,0 0,0 1,0-1,0 0,1 1,0 0,0-1,0 1,0 0,0 0,1 0,-1 0,1 1,0-1,0 1,0-1,0 1,0 0,0 0,0 0,1 1,-1-1,1 1,0 0,-1 0,1 0,0 0,-1 1,1 0,0-1,0 1,0 1,-1-1,1 0,0 1,0 0,-1 0,3 1,11 2,1 1,0 1,-1 1,0 0,-1 1,0 1,0 1,0 0,-2 1,1 1,-1 0,-1 1,0 0,10 15,-20-25,-1 0,1 0,-1 0,0 0,-1 0,1 0,0 1,-1-1,0 0,0 1,0 0,0-1,0 1,-1-1,1 1,-1 0,0 0,0-1,-1 1,1 0,-1-1,0 1,0-1,0 1,0-1,0 1,-1-1,0 0,0 1,0-1,0 0,-9 5,1 0,-2-1,1 0,-1-1,0 0,0-1,0-1,-1 0,0 0,0-1,0-1,0 0,0-1,0 0,-1-1,1-1,-6-1,-36-8,55 3,59-4,325-27,-347 34,0-3,0-1,-1-1,0-2,-1-2,0-1,5-5,25-41,-63 59,-1-1,1 0,-1 0,0 0,0 0,0 0,0 0,0 0,-1 0,1-1,-1 1,1 0,-1 0,0-1,0 1,0 0,0-1,0 1,0 0,-1 0,1-1,-1 1,1 0,-1 0,0 0,0 0,0 0,0 0,0 0,-1 0,1 0,-1 0,1 1,-1-1,1 1,-2-1,0-1,-1 1,1-1,-1 1,0 0,0 0,0 1,0-1,0 1,0 0,0 0,-1 1,1-1,0 1,0 0,-1 0,1 0,0 0,-1 1,1 0,0 0,0 0,0 0,0 1,0-1,-3 2,0 1,0 0,-1 0,2 1,-1 0,0 0,1 1,0 0,0 0,1 0,0 0,0 1,-4 7,5-7,0-1,1 1,0 0,1 0,-1 1,1-1,1 0,-1 1,1-1,0 1,1-1,0 1,0-1,1 1,0-1,0 1,1-1,0 1,0-1,0 0,1 0,0 0,1 0,0-1,0 1,0-1,2 2,7 3,1 0,0-1,0 0,1-1,0-1,1 0,0-1,0-1,1-1,-1 0,1-1,0 0,0-2,3 0,93 12,-7-8</inkml:trace>
</inkml:ink>
</file>

<file path=ppt/ink/ink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14T06:35:54.914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1 375,'2'23,"3"18,6 14,2 12,2 5,1 0,-1-4,-2-6,-4-9,0-10,-3-13,0-20,2-20,-1-8</inkml:trace>
  <inkml:trace contextRef="#ctx0" brushRef="#br0" timeOffset="282.247">81 294,'9'29,"1"-1,1 0,1 0,2-1,1-1,1-1,1 0,1-1,1 0,1-2,1 0,1-2,21 16,197 152,-237-186,0 0,0 0,0 0,0 1,0-1,0 1,-1-1,0 1,1 0,-1 0,0 0,0 0,-1 0,1 1,-1-1,1 0,-1 1,0-1,0 1,-1-1,1 1,-1 0,0-1,1 1,-2 0,1-1,0 1,-1-1,0 1,1-1,-2 2,-6 4,1 0,-2-1,1 0,-1-1,-1 1,1-2,-1 0,0 0,0 0,-1-2,0 1,0-1,-4 0,8-1,-33 12,0-1,-1-3,0-1,-1-2,-32 1,33-7</inkml:trace>
  <inkml:trace contextRef="#ctx0" brushRef="#br0" timeOffset="536.805">789 0,'16'7,"15"14,8 18,7 20,2 17,0 14,-3 10,-6 6,-8 1,-10-1,-14-4,-18-3,-29 1,-32-2,-29-4,3-17</inkml:trace>
</inkml:ink>
</file>

<file path=ppt/ink/ink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14T06:35:54.394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69 126,'-4'132,"-6"1,-11 34,3-74,12-80,1-20,2-25,2-22,2 0,2 1,3-1,3 1,1 0,3 0,16-38,25-20,-52 108,1-1,-1 1,1 0,0-1,0 1,0 0,0 0,0 1,1-1,-1 1,1 0,-1 0,1 0,0 0,0 0,0 1,0 0,0 0,0 0,1 0,-1 1,0-1,0 1,1 0,-1 1,0-1,2 1,1 2,0 1,-1 0,1 0,-1 1,0-1,0 1,-1 1,1-1,-1 1,0 0,-1 0,1 0,-1 1,0 0,-1 0,0 0,0 0,0 0,-1 0,0 1,-1-1,1 1,-2 0,1-1,-1 1,0 5,-2-1,-1 1,0-1,0 0,-1-1,-1 1,0 0,-1-1,0 0,0-1,-1 1,-1-1,0 0,0-1,-1 0,0-1,0 1,-1-2,0 1,-1-1,-8 4,137-45,-108 33,0-1,0 2,0-1,0 1,1 1,-1 0,0 0,0 1,0 0,0 1,2 1,-8-2,1 0,-1 0,0 0,0 0,0 1,0 0,-1 0,1 0,-1 0,0 1,0-1,0 1,0 0,0 0,-1 0,0 0,0 0,0 0,0 1,-1-1,1 0,-1 1,0 0,-1-1,1 4,-2 4,-1-1,-1 1,0 0,0-1,-1 0,0 0,-1 0,0 0,-1-1,0 0,-1 0,0-1,0 1,-1-1,-1-1,1 0,-1 0,0-1,-1 0,0 0,0-1,-3 1,-2 3,-1 0,-1-1,0-1,0 0,0-1,-1-1,0-1,0 0,-1-2,-13 2,30-5,0 0,0 1,0-1,0 0,0 0,0-1,0 1,0 0,0-1,0 1,0-1,1 0,-1 0,0 1,0-1,0 0,1-1,-1 1,0 0,1 0,-1-1,1 1,0-1,-1 0,-5-16</inkml:trace>
  <inkml:trace contextRef="#ctx0" brushRef="#br0" timeOffset="291.352">1085 220,'1'-4,"-1"0,1 1,0-1,-1 0,0 1,0-1,0 0,-1 1,1-1,-1 0,0 1,0-1,0 1,0-1,0 1,-1-1,0 1,0 0,0 0,0 0,0 0,0 0,-1 0,1 1,-1-1,0 1,0 0,0 0,0 0,0 0,-1 0,1 0,0 1,-1 0,1 0,-1 0,0 0,0 0,-7 4,0-1,0 2,0-1,0 2,1-1,0 1,-1 1,2 0,-1 0,1 1,0 1,0-1,1 1,0 1,1-1,0 1,-3 4,-1 1,0 1,0 0,2 1,0 0,1 0,0 1,-4 13,10-23,0 0,0-1,1 1,0 0,0 0,0 0,1 0,0 0,0 0,1 0,0 0,0 0,1-1,0 1,0 0,0-1,1 1,0-1,0 0,1 0,2 4,5 0,1 0,0-1,0-1,1 0,0 0,0-1,1-1,0-1,0 0,0 0,1-1,0-1,-1-1,1 0,0-1,0 0,0-1,14-2,58-6,-10-6</inkml:trace>
</inkml:ink>
</file>

<file path=ppt/ink/ink1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14T06:35:47.599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0 496,'6'-6,"0"1,1 1,-1-1,1 1,0 0,0 1,1 0,-1 0,1 0,-1 1,1 0,0 1,0-1,0 2,0-1,0 1,4 0,-8 1,-1 0,0 0,1 0,-1 0,0 0,1 1,-1-1,0 1,0 0,0 0,-1 0,1 1,0-1,-1 1,0-1,1 1,-1 0,0 0,0 0,-1 0,1 0,0 0,-1 0,0 1,1 2,11 90,-16-59,-1-1,-2 0,-2 0,-1-1,-1 0,-3 0,0-1,-5 3,-5 22,19-50,2-7,0 1,0 0,1 0,-1 0,1 0,-1 0,1 0,0 0,0 0,0 0,1 1,-1-1,1 0,0 0,0 1,0-1,0 0,0 1,1-1,0 0,-1 1,1-1,0 0,1 0,-1 0,0 0,1 0,0 0,0-1,0 1,1 2,8-2,0 0,-1-1,1 0,0 0,0-1,0-1,0 0,0 0,4-2,5 1,86-6,-1-6,71-18,-140 23,-10 1</inkml:trace>
  <inkml:trace contextRef="#ctx0" brushRef="#br0" timeOffset="562.55">13 683,'666'-1,"-659"2,1 0,0-1,0 0,0 0,0-1,0 0,-1 0,1-1,0 0,-1 0,1-1,-1 0,0 0,0-1,0 0,0 0,-1 0,1-1,-1 0,-1-1,1 1,-1-1,1-1,16-55,-22 60,1 0,-1 0,0 0,0 0,0 0,0 0,-1 0,1 1,0-1,-1 0,1 0,-1 0,0 0,0 1,1-1,-1 0,0 1,0-1,-1 0,1 1,0-1,0 1,-1 0,1 0,-1-1,1 1,-1 0,0 0,1 0,-1 0,0 1,0-1,-7-1,1 2,0-1,-1 1,1 0,0 1,0 0,-1 0,1 0,0 1,0 1,0-1,1 2,-1-1,1 1,-1 0,1 0,0 1,1-1,-1 2,1-1,0 1,-3 4,4-6,1 1,-1 0,1 0,1 0,-1 0,1 0,0 1,0-1,0 1,1 0,0 0,0 0,1 0,-1 1,1-1,1 0,-1 0,1 1,0-1,1 0,-1 1,1-1,0 0,1 0,0 0,0 0,0 0,1 0,-1 0,1-1,1 1,-1-1,1 0,3 4,4-2,1 0,0 0,1-1,-1-1,1 0,0-1,0 0,1-1,-1 0,1-1,-1-1,1 0,0-1,-1-1,1 0,0 0,52-4</inkml:trace>
  <inkml:trace contextRef="#ctx0" brushRef="#br0" timeOffset="1011.924">1725 562,'-21'-5,"-1"1,0 1,1 1,-1 0,0 2,0 1,0 0,0 2,0 0,1 2,0 0,0 1,0 2,-5 2,18-6,0 0,0 0,1 1,-1 0,1 1,0-1,1 1,-1 1,1-1,0 2,4-6,0 0,1 1,-1-1,1 1,-1-1,1 1,0-1,0 1,0-1,1 1,-1 0,0 0,1-1,0 1,0 0,0 0,0 0,0-1,0 1,1 0,0 0,-1-1,1 1,0 0,0-1,0 1,1-1,-1 1,1-1,-1 1,1-1,0 0,2 2,8 4,0 0,1 0,0-1,0-1,1-1,-1 1,1-2,1 0,-1-1,1 0,-1-1,1-1,-1 0,1-1,9-2,2 3,1-1,0-2,-1 0,0-2,1-1,-1-1,-1-2,0 0,0-1,0-2,-1-1,-1 0,0-2,8-6,-23 13,0-1,0 1,-1-1,0 0,0-1,-1 0,0 0,-1 0,0 0,0-1,2-8,0 1,-7 17,1 1,0-1,0 0,0 0,-1 1,1-1,0 1,0-1,-1 0,1 1,0-1,-1 1,1 0,-1-1,1 1,-1-1,1 1,-1 0,1 0,-1-1,1 1,-1 0,0 0,1-1,-1 1,0 0,0 0,0 0,0-1,0 1,0 0,0 0,0 0,0 0,0-1,0 1,0 0,0 0,-1 0,1-1,5 27,-3-10,0-1,1 0,1 0,0 0,1-1,1 1,0-1,2-1,-1 1,6 5,23 2,-19-22</inkml:trace>
  <inkml:trace contextRef="#ctx0" brushRef="#br0" timeOffset="1702.026">2045 1,'23'21,"0"0,1-1,1-1,0-2,2 0,0-2,23 9,25 17,-51-29,-1 1,-1 1,0 1,-1 2,-1 0,0 0,-2 2,0 1,-1 0,-1 1,-1 1,0 0,8 21,57 169,-79-209,-1-1,1 0,0 0,0 0,0 0,0 0,0 0,0 0,1 0,-1-1,0 1,1 0,0-1,-1 1,1-1,0 0,0 0,0 1,0-1,0 0,0 0,0-1,0 1,0 0,0-1,1 1,-1-1,0 0,0 0,1 0,-1 0,0 0,0 0,1-1,-1 1,0-1,0 1,0-1,0 0,0 0,0 0,0 0,0 0,0 0,1-2,9-9,-2-1,0-1,-1 0,0 0,-1-1,0 0,-1 0,-1-1,2-10,7-12,-6 20,-8 19,0-1,0 1,0 0,0 0,0 0,0 0,0 0,0 0,0 0,-1 0,1 0,0 0,-1 1,1-1,-1 0,0 0,1 1,-1-1,0 0,0 0,1 1,-1-1,0 0,0 1,-1-1,1 0,0 1,0-1,0 2,33 129,-32-127,1 0,0 0,1 0,-1 0,1-1,0 1,0-1,0 0,1 0,0 0,-1 0,2 0,-1-1,0 0,0 0,1 0,0 0,0-1,0 0,0 0,0 0,0 0,5 0,-5-2,0 0,0 0,0-1,-1 1,1-1,0 0,0-1,0 1,-1-1,1 0,-1 0,1 0,-1-1,0 0,0 0,0 0,0 0,-1 0,1-1,0-1,57-84,-5-46,-62 150,0-2,1 0,0 1,1 0,1 0,0 0,0 0,2 0,0 1,0-1,1 0,2 7,-1-17,0-1,1 0,0 1,0-1,0 0,0 0,0 0,1 0,-1 0,1-1,0 1,0-1,0 0,0 0,0 0,0 0,1 0,-1-1,0 1,1-1,0 0,-1 0,2 0,87 4,9-24,-56 8</inkml:trace>
  <inkml:trace contextRef="#ctx0" brushRef="#br0" timeOffset="5871.307">3944 548,'-9'-5,"0"-1,-1 1,1 1,-1 0,0 0,0 1,0 1,-1-1,1 2,-1-1,0 1,1 1,-1 0,1 1,-1 0,0 0,1 1,0 0,-1 1,1 0,0 1,1 0,-1 1,1 0,-1 0,1 1,1 0,-1 1,1-1,0 2,1-1,0 1,0 0,1 1,0-1,-3 7,8-13,0 0,-1 0,1 0,1 1,-1-1,0 0,1 1,-1-1,1 1,-1-1,1 1,0-1,0 1,0-1,1 0,-1 1,1-1,-1 1,1-1,0 0,0 1,0-1,0 0,0 0,0 0,1 1,-1-1,1-1,-1 1,1 0,0 0,0-1,0 1,0-1,0 1,0-1,0 0,0 0,1 0,12 3,0-1,0 0,0-1,0-1,1 0,-1-1,1-1,-1-1,0 0,0-1,0 0,0-1,0-1,-1 0,0-1,0-1,7-4,-14 8,0 0,0 0,0 0,0-1,-1 0,1 0,-1-1,0 0,0 0,-1 0,0-1,0 0,0 0,0 0,-1-1,0 1,-1-1,1 0,-1 0,-1 0,1-1,-1 1,0-4,-2 12,0 0,-1 0,1-1,-1 1,1-1,-1 1,1 0,-1-1,1 1,-1-1,1 1,-1-1,0 1,1-1,-1 0,0 1,0-1,1 0,-1 1,0-1,1 0,-1 0,0 0,0 0,0 0,1 0,-1 0,0 0,0 0,1 0,-1 0,0 0,0-1,1 1,-1 0,0 0,0-1,1 1,-1-1,0 1,1-1,-1 1,1-1,-1 1,1-1,-1 1,1-1,-1 1,1-1,-1 0,1 0,0 1,-1-1,1 0,0 1,0-1,-1 0,1 0,0 1,0-1,0 0,0 0,0 0,0 1,0-1,0 0,0 0,1 1,-1-2,-2 8,-1 1,1-1,1 0,-1 1,1-1,0 0,1 1,-1-1,1 1,1 0,-1-1,1 0,0 1,0-1,1 1,0-1,0 0,1 0,0 0,0 0,0-1,0 1,1-1,0 0,0 0,1 0,-1 0,1-1,0 1,0-1,1-1,-1 1,1-1,-1 0,1 0,0-1,1 1,-1-1,0-1,0 1,1-1,1 0,7-2,1-1,-2-1,1 0,0-1,0 0,-1-1,0-1,0 0,-1-1,1 0,-2-1,1-1,-1 0,0-1,-1 0,0-1,-1 0,0 0,-1-1,0-1,7-11,-1-5,-1-1,-1 0,-2 0,-1-1,-1-1,-2 0,-1 0,-1 0,-2 0,-1-1,-3-32,-11-34,12 97,-1 1,1 0,-1 0,1-1,-1 1,1 0,-1 0,1 0,-1 0,0 0,0 0,0 0,1 0,-1 0,0 0,0 0,0 0,-1 1,1-1,0 0,0 1,0-1,0 1,-1-1,1 1,0 0,0-1,-1 1,1 0,0 0,-1 0,1 0,0 0,0 0,-1 0,1 1,-1-1,-42 32,22-4,1 2,1 0,2 1,1 1,2 1,1 0,1 1,2 0,-5 30,9-37,2 1,0 0,2 0,1 1,1 23,2-41,0 1,0-1,1 0,1 0,0 0,0 0,1 0,0 0,1-1,0 0,1 0,0 0,1-1,-1 0,9 7,-3-5,1-1,0 0,0-1,1-1,0 0,1-1,0 0,0-2,0 1,8 0,66 15</inkml:trace>
</inkml:ink>
</file>

<file path=ppt/ink/ink1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14T06:36:01.433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849 294,'-5'14,"1"-1,0 1,1 0,1 0,0 1,1-1,0 0,1 0,1 1,1 4,-2-18,0 0,1 0,-1 1,0-1,1 0,-1 0,0 0,1 0,0 1,-1-1,1 0,0 0,-1 0,1 0,0 0,0-1,0 1,0 0,0 0,0 0,0-1,0 1,0-1,0 1,0 0,0-1,1 0,-1 1,0-1,0 0,0 0,1 0,-1 0,0 1,0-2,1 1,-1 0,0 0,0 0,1-1,-1 1,0 0,0-1,0 1,0-1,0 0,0 1,0-1,0 0,0 1,0-1,0 0,0 0,0 0,0 0,-1 0,1 0,0 0,-1 0,1 0,-1-1,1 0,4-8,-1 0,0-1,0 0,-2 1,1-1,-1-1,0 1,-1 0,-1 0,0 0,0-1,-1 1,-1 0,1 0,-2 0,0 0,-2-4,-2-2,0 1,-2 0,0 1,-1 0,0 0,-1 1,-1 1,0-1,-1 2,0 0,-1 1,0 0,-1 1,0 0,-1 1,0 1,0 1,-1 0,1 1,-2 1,1 0,0 2,-1 0,0 1,0 0,0 2,0 0,1 1,-1 1,0 0,0 1,-15 6,9 2,0 2,1 1,0 1,1 0,1 2,1 1,0 0,1 1,1 1,1 1,1 1,1 0,1 1,1 0,0 1,2 1,1 0,-5 23,0-4,2 2,3-1,1 2,2-1,3 1,1 0,3 0,1 0,5 20,-4-46,1-1,1 0,1 0,0 0,2-1,0 0,1 0,1 0,1-1,1-1,0 0,1 0,1-1,0-1,1 0,1 0,0-2,1 0,1-1,0 0,0-2,1 0,1 0,10 0,0 0,0-3,1 0,-1-2,2 0,-1-3,0 0,0-2,1-1,-1-2,23-5,8-4,-1-2,-1-3,0-2,-2-4,14-7,12-11</inkml:trace>
</inkml:ink>
</file>

<file path=ppt/ink/ink1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14T06:36:01.883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1 1,'2'2,"13"1,18 0,21-1,19 0,15-1,6-1,1 3,-8 2,-18 6,-20 0</inkml:trace>
</inkml:ink>
</file>

<file path=ppt/ink/ink1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14T06:36:02.062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1 0,'20'7,"21"5,21-1,21-1,16-5,13-8,2-3,-18-1</inkml:trace>
</inkml:ink>
</file>

<file path=ppt/ink/ink1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14T06:36:09.969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0 408,'127'-309,"-86"210,-41 100,0-1,0 0,0 0,0 0,0 1,0-1,0 0,1 0,-1 0,0 1,0-1,0 0,0 0,0 0,0 1,0-1,1 0,-1 0,0 0,0 0,0 1,0-1,1 0,-1 0,0 0,0 0,0 0,1 0,-1 0,0 0,0 1,1-1,-1 0,0 0,0 0,0 0,1 0,-1 0,0 0,0 0,1-1,-1 1,0 0,0 0,0 0,1 0,-1 0,0 0,0 28,-6 43,3 0,3 0,3 1,4-1,2-1,12 39,10-15,-18-62</inkml:trace>
</inkml:ink>
</file>

<file path=ppt/ink/ink1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14T06:36:10.203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85 1,'2'16,"4"14,0 11,1 10,0 8,-1 5,-7 3,-12-1,-12-2,-15-5,1-14</inkml:trace>
</inkml:ink>
</file>

<file path=ppt/ink/ink1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14T06:36:10.464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1 1,'22'6,"20"4,14-2,-4-1</inkml:trace>
</inkml:ink>
</file>

<file path=ppt/ink/ink1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14T06:36:10.706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0 1,'16'0,"15"0,10 0,6 0,1 0,-5 0,-10 0</inkml:trace>
</inkml:ink>
</file>

<file path=ppt/ink/ink1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14T06:36:10.982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0 1,'0'0</inkml:trace>
  <inkml:trace contextRef="#ctx0" brushRef="#br0" timeOffset="1">549 15,'2'0,"3"0,6 2,7 1,10 0,0-1</inkml:trace>
</inkml:ink>
</file>

<file path=ppt/ink/ink1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14T06:36:11.559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671 228,'-6'-14,"0"1,-2 0,1 0,-1 0,-1 1,-1 0,1 0,-2 1,1 1,-2 0,1 0,-1 1,-1 1,0 0,0 0,0 1,-1 1,0 0,-13-2,10 2,-1 1,0 1,0 0,-1 2,1 0,-1 1,1 0,-1 2,1 0,0 2,-1 0,1 0,0 2,1 0,-1 1,1 1,0 1,1 0,0 1,0 1,-8 7,20-14,0 1,0 0,0 0,0 0,1 0,0 0,0 1,0 0,0-1,1 1,0 0,0 0,0 0,0 1,1-1,0 0,0 1,1-1,-1 1,1-1,0 1,1-1,-1 0,1 1,0-1,0 1,1-1,0 0,0 0,0 0,0 0,1 0,0-1,0 1,3 3,6 2,1 1,1-2,-1 1,2-2,-1 0,1-1,0 0,1-1,-1-1,1-1,1 0,-1-1,0 0,1-1,-1-1,1-1,-1-1,1 0,11-2,-18 2,1 0,-1-1,0 0,1 0,-1-1,0 0,0-1,-1 0,1-1,-1 0,0-1,0 1,-1-2,0 1,0-1,0 0,-1-1,0 0,0 0,-1 0,0-1,-1 0,0 0,0-1,2-5,7-123,-13 139,1-1,-1 0,0 1,1-1,-1 1,0 0,1-1,-1 1,0 0,0 0,0 0,0 0,0 0,0 0,0 0,0 0,0 0,0 0,-1 1,1-1,0 0,-1 0,1 1,-1-1,1 1,-1 0,2 1,83 116,-52-76,-1 2,-3 1,-2 1,5 15,-29-56,1 0,-2 0,1 0,-1 0,0 0,0 1,0-1,-1 1,0 0,-1-1,1 1,-1-1,0 1,-1 0,0-1,0 1,0-1,-1 1,0-1,0 0,-1 1,1-1,-1 0,-1-1,1 1,-1-1,-4 5,-5 1,0 0,-1-1,0-1,-1 0,0-1,0-1,-1 0,0-1,-13 3,-238 53,130-39</inkml:trace>
</inkml:ink>
</file>

<file path=ppt/ink/ink1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14T06:36:09.030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138 143,'-6'10,"1"0,-1 1,2-1,0 1,0 0,1 1,0-1,1 0,0 1,1 0,0-1,1 1,1 0,-1-1,2 1,0-1,0 1,1-1,0 0,1 0,0 0,1 0,0-1,1 0,0 0,1 0,0-1,0 0,1 0,0 0,1-1,1 0,-1 0,1-1,-1 0,1-1,1-1,-1 1,1-1,0-1,0 0,1-1,-1 0,1 0,0-2,-1 1,1-1,0-1,0 0,0-1,0 0,-1-1,1 0,0-1,-1 0,0-1,0 0,0-1,0 0,-1-1,0 0,0 0,0-1,-1-1,0 1,0-2,-1 1,7-10,-9 7,0 0,-1-1,0 0,-1 0,0 0,-1 0,-1-1,0 0,0 1,-1-1,-1 0,0 0,-1 1,0-1,-1 0,-1 1,0-1,0 1,-1 0,-1 0,0 0,0 1,-1-1,-1 2,0-1,-1 1,1-1,-2 2,0 0,0 0,0 0,-1 1,-1 1,1-1,-1 2,0-1,-1 2,1 0,-5-2,0 1,-1 1,0 0,0 2,0-1,-1 2,1 1,-1 0,1 1,-1 0,1 2,-1 0,1 1,-17 5,24-5,1 0,0 0,-1 1,1 0,0 1,1 0,-1 0,1 1,0 0,1 1,-1-1,1 1,1 1,-1-1,1 1,0 1,1-1,0 1,0-1,1 2,0-1,1 0,0 1,1-1,-1 2,2-2,0-1,1 1,0-1,0 0,1 1,0-1,0 1,1-1,0 0,1 0,0 0,0 0,0 0,3 3,27 42</inkml:trace>
  <inkml:trace contextRef="#ctx0" brushRef="#br0" timeOffset="573.449">954 397,'9'16,"3"14,2 14,-2 10,-3 8,-5 4,-10 1,-10-1,-13-3,-9-10,1-12</inkml:trace>
</inkml:ink>
</file>

<file path=ppt/ink/ink1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14T06:36:08.196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0 295,'14'2,"15"3,20 1,16-1,16-1,12 1,7-1,-1 2,-3 0,-7-1,-11-2,-15-1,-22-1,-19 0</inkml:trace>
  <inkml:trace contextRef="#ctx0" brushRef="#br0" timeOffset="242.353">709 1,'0'0,"0"0,1 0,-1 0,0 1,1-1,-1 0,0 0,0 1,1-1,-1 0,0 1,0-1,1 0,-1 1,0-1,0 0,0 1,0-1,0 0,0 1,1-1,-1 0,0 1,0-1,0 0,0 1,0-1,0 1,0-1,-1 0,1 1,0-1,0 0,0 1,0-1,0 0,-1 1,1-1,0 0,0 1,0-1,-1 0,1 0,0 1,0-1,-1 0,1 0,0 1,-1-1,1 0,0 0,-1 0,1 0,0 0,-1 1,1-1,0 0,15 9,2 0,-1 0,2-2,-1 0,1-1,0 0,13 4,75 25,-27-10,-1 4,-1 3,35 21,-99-45,0 0,0 1,-1 0,0 1,0 0,-1 1,4 5,-12-13,-1 0,1 0,-1 1,0-1,0 1,0-1,0 1,0 0,-1 0,0 0,0-1,0 1,0 0,-1 1,1-1,-1 0,0 0,0 0,0 0,-1 0,0 0,1 0,-2 0,1 0,0 0,-1 0,1-1,-1 1,-2 3,-10 9,0-1,-1-1,-1 0,0 0,-1-2,-1 0,1-1,-2-1,-15 7,12-5,-165 84,176-85,10-5</inkml:trace>
</inkml:ink>
</file>

<file path=ppt/ink/ink1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14T06:36:02.483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235 491,'12'-461,"-11"437,-4 19,-1 17,-14 73,3 2,4-1,3 2,5 6,2-73,-3 17,1 0,2 0,2 1,2-1,1 0,2 0,1 0,2-1,2-1,2 4,-8-32,-1 1,2-1,-1 0,1 0,0-1,0 0,1 0,0 0,1-1,6 5,25 11</inkml:trace>
  <inkml:trace contextRef="#ctx0" brushRef="#br0" timeOffset="361.171">677 545,'9'27,"2"0,0-1,2 0,1-1,1 0,1-1,1-1,1 0,10 8,-22-25,-1-1,1 0,0 0,1-1,-1 1,1-1,0-1,0 1,0-1,1-1,-1 1,1-1,-1 0,1-1,0 0,-1 0,1-1,0 0,0 0,0-1,-1 1,1-2,0 1,-1-1,1-1,3-1,1-2,-1-1,0 0,0-1,0 0,-1-1,0 0,-1 0,0-1,-1-1,0 1,0-1,-1 0,-1-1,0 0,1-3,3-10,0 0,-2-1,-1 0,-1 0,-1-1,-2 0,0-1,-2 7,-1 0,0 0,-2 0,0 0,-1 0,-2 0,-1-3,4 15,-1 0,0 1,0-1,-1 1,0 0,-1 0,0 0,0 1,-1-1,0 1,0 1,0-1,-1 1,0 0,0 1,-1 0,-5-4,6 6,1 1,-1 0,1 0,-1 0,0 1,1 0,-1 0,0 1,0 0,0 0,0 1,1-1,-1 1,0 1,0 0,1-1,-1 2,1-1,0 1,-1 0,0 1,-10 6,1 0,0 2,1-1,0 2,1 0,0 1,0 2,-13 18,1 0,2 2,1 1,3 1,0 1,3 1,1 0,-18 56</inkml:trace>
  <inkml:trace contextRef="#ctx0" brushRef="#br0" timeOffset="5204.595">209 50,'2'-2,"-1"1,-6 3,-8 6,-10 9,-9 5,-4 4,-3 2,4-1,6-6</inkml:trace>
  <inkml:trace contextRef="#ctx0" brushRef="#br0" timeOffset="5461.431">169 1013,'253'-37,"-248"38,-13 3,-15 1,-201 9,364-4,-113-9</inkml:trace>
  <inkml:trace contextRef="#ctx0" brushRef="#br0" timeOffset="5462.431">276 103,'0'0,"0"1,-1-1,1 0,0 0,0 0,0 0,-1 0,1 0,0 0,0 0,0 0,-1 0,1 0,0 0,0 1,0-1,-1-1,1 1,0 0,0 0,0 0,-1 0,1 0,0 0,0 0,0 0,-1 0,1 0,0 0,0 0,0-1,0 1,-1 0,1 0,0 0,0 0,0 0,0-1,0 1,0 0,-1 0,1 0,0-1,0 1,-2 26,-10 422,-21 53,32-489,-1-27,1 5,1-16,1 15</inkml:trace>
</inkml:ink>
</file>

<file path=ppt/ink/ink1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14T06:36:50.475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1 223,'47'168,"2"4,-48-168,0-1,1 1,-1 0,0-1,1 1,0-1,0 1,0-1,1 0,-1 0,0 0,1 0,0-1,0 1,0 0,0-1,0 0,1 0,-1 0,0 0,1-1,0 1,-1-1,1 0,0 0,0 0,0-1,-1 1,1-1,0 0,0 0,0 0,0 0,0-1,0 0,-1 0,1 0,0 0,0 0,7-8,1 0,-2 0,1-1,-1 0,-1 0,0-1,0-1,-1 0,0 0,-1 0,-1-1,0 0,-1 0,0-1,-1 1,3-14,0-31,-7 58,-1 0,1 0,0 0,0 1,0-1,-1 0,1 0,0 0,0 0,0 0,-1 0,1 0,0 0,0 0,-1 0,1 0,0 0,0 0,0 0,-1 0,1 0,0 0,0 0,0 0,-1 0,1-1,0 1,0 0,0 0,-1 0,1 0,0 0,0 0,0-1,0 1,-1 0,1 0,0 0,0-1,0 1,0 0,0 0,0 0,0-1,0 1,0 0,0 0,0 0,-1-1,1 1,0 0,0 0,0-1,1 1,-1 0,-8 19,6-11,0-1,1 1,0-1,0 1,0-1,1 1,0 0,1-1,0 1,0-1,1 1,0-1,0 0,0 1,1-1,0 0,1-1,-1 1,1 0,1-1,-1 0,1 0,0 0,1-1,-1 0,1 0,0 0,3 1,2 0,1-2,0 1,0-1,1-1,-1 0,1-1,0 0,0-1,-1-1,1 0,0 0,0-2,-1 1,1-1,0-1,-1-1,0 1,0-2,0 0,0 0,8-6,-13 6,-1 0,0 0,0 0,-1-1,1 1,-1-2,0 1,-1 0,0-1,0 0,0 0,-1 0,0 0,0-1,0 1,-1-1,-1 0,1 1,-1-1,-1 0,1-5,-1 12,0 0,1 0,-1 0,0 0,0 0,0 0,0 0,0 0,0 0,0 0,0 0,0-1,0 1,-1 0,1 0,0 0,-1 0,1 1,-1-1,1 0,-1 0,1 0,-1 0,0 0,1 1,-1-1,0 0,0 0,0 1,1-1,-1 1,0-1,0 1,0-1,0 1,0-1,0 1,0 0,0 0,0 0,0-1,0 1,0 0,0 0,0 0,-1 0,1 1,0-1,0 0,0 0,0 1,0-1,0 0,0 1,1-1,-1 1,0-1,-1 2,-2 3,1 0,0 1,0-1,0 1,1 0,0 0,0 0,0 0,0 0,1 0,1 1,-1-1,1 0,0 1,0-1,0 0,1 1,0-1,1 0,-1 0,1 0,0 0,2 4,0-3,1-1,-1 0,1 0,0 0,0-1,1 0,0 0,0 0,0-1,0 0,1 0,-1 0,1-1,0 0,0 0,0-1,1 0,3 1,8 1,0-1,0-1,0 0,0-1,0-2,17-1,-26 2,1-1,-1 0,0-1,1 0,-1 0,0-1,0-1,-1 0,1 0,-1 0,0-1,0-1,0 0,-1 0,0 0,0-1,-1 0,1-1,-2 0,1 0,-1 0,0-1,-1 0,0 0,0 0,3-10,-8-13,0 32,0-1,0 1,0-1,0 1,0 0,0-1,0 1,0 0,0-1,0 1,0-1,0 1,0 0,0-1,0 1,0-1,0 1,-1 0,1-1,0 1,0 0,0-1,-1 1,1 0,0-1,0 1,-1 0,1-1,0 1,-1 0,1 0,0 0,-1-1,1 1,0 0,-1 0,1 0,0 0,-1 0,1-1,-1 1,1 0,0 0,-1 0,1 0,-1 0,1 0,0 0,-1 0,1 1,-1-1,1 0,0 0,-1 0,1 0,0 0,-1 1,1-1,0 0,-1 0,1 1,0-1,-1 0,1 0,0 1,0-1,-1 0,1 1,-2 3,-1-1,1 1,0 0,1 0,-1 1,1-1,-1 0,1 0,0 1,1-1,-1 1,1-1,0 1,0-1,0 1,1-1,0 0,0 1,0-1,0 0,0 1,1-1,0 0,0 0,0 0,0-1,1 1,-1 0,1-1,0 0,0 1,2 0,6 2,0 0,0-1,0 0,1-1,0 0,0 0,0-2,0 1,1-2,-1 0,0 0,1-1,-1 0,1-1,-1-1,0 0,0-1,0 0,3-1,-6 1,1 0,-1 0,1-1,-1 0,-1 0,1-1,0 0,-1-1,0 0,0 0,-1 0,0-1,0-1,0 1,-1-1,0 0,-1 0,0-1,0 0,-1 0,0 0,0 0,-1 0,0-1,-1 0,0 1,0-9,-2 32,0 0,1 0,0 0,1 0,1-1,0 1,3 6,-4-14,0 0,1 1,-1-1,1 0,0 0,1-1,-1 1,1-1,0 1,1-1,-1 0,1-1,0 1,0-1,1 0,-1 0,1-1,0 0,0 1,11-1,1 1,0-2,0-1,-1 0,1-1,0-1,0 0,0-2,0 0,-1-1,0 0,0-2,0 0,29-6,-41 11,-1 1,0 0,0 0,0 0,1 0,-1 1,0-1,0 1,0 0,0 1,0-1,0 0,0 1,-1 0,1 0,-1 0,1 1,-1-1,0 1,1 0,-1 0,-1 0,1 0,0 0,-1 1,1 0,8 8,19 13,-18-18</inkml:trace>
  <inkml:trace contextRef="#ctx0" brushRef="#br0" timeOffset="252.357">2059 9,'-18'-2,"-13"-1,-6 0,2 3,6 6,10 6,18 6,23 5,7-2</inkml:trace>
</inkml:ink>
</file>

<file path=ppt/ink/ink1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14T06:36:46.613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36 95,'-31'406,"29"-368,0 168,3-197,0-1,1 0,0 1,0-1,1 0,0 0,1 0,0-1,0 1,0-1,2 1,-4-5,0-1,0 1,1-1,-1 1,1-1,-1 0,1 0,0 0,0-1,0 1,0-1,0 1,1-1,-1 0,0 0,1 0,-1-1,0 1,1-1,-1 0,1 0,-1 0,0 0,1-1,-1 1,0-1,1 0,1-1,10-5,0-2,-1 0,1 0,-2-1,1-1,-2-1,1 1,-2-2,1 0,-2 0,0-1,0 0,-2-1,1 0,-2 0,0-2,16-36,-3-1,-2-2,-2 1,-3-2,-3 0,-2 0,-2-1,-2-41,-6 13,-6 82,-18 77,13-14,2 0,3 0,2 1,3 0,3 0,2 0,3 0,4 12,-6-54,1 0,0 0,1-1,1 0,1 0,1 0,0-1,1 0,0-1,9 10,14 9</inkml:trace>
  <inkml:trace contextRef="#ctx0" brushRef="#br0" timeOffset="2513.412">691 563,'-3'18,"1"0,0 1,2-1,0 0,1 1,1-1,1 0,1 0,0 0,1 0,1-1,0 1,2-1,8 13,-14-25,0 0,0-1,1 1,0-1,0 0,0 0,0 0,1-1,0 1,0-1,-1 1,2-1,-1-1,0 1,1 0,-1-1,1 0,0 0,0-1,0 1,0-1,0 0,0 0,0-1,0 1,4-1,2-4,0 0,-1-1,1 0,-1-1,0 0,0-1,-1 0,0 0,0-1,-1 0,0-1,0 0,-1 0,0 0,0-1,-1 0,-1 0,0-1,3-7,1-2,-1 0,0-1,-2 0,0 0,-2 0,0-1,0-8,-8-4,4 34,0-1,0 1,0-1,0 1,0-1,0 1,0-1,0 1,0-1,-1 1,1-1,0 1,0 0,0-1,-1 1,1-1,0 1,0 0,-1-1,1 1,0-1,-1 1,1 0,-1 0,1-1,0 1,-1 0,1 0,-1-1,1 1,-1 0,1 0,-1 0,1 0,-1 0,1 0,-1 0,1 0,0 0,-1 0,1 0,-1 0,1 0,-1 0,1 0,-1 0,1 0,-1 1,1-1,-1 0,1 0,0 1,-1-1,1 0,-1 0,1 1,0-1,-1 0,1 1,0-1,-1 1,-2 5,-1 0,1 0,0 0,0 1,1-1,0 1,0 0,0-1,1 1,0 0,0 0,1 0,0 0,1 6,-1-5,0-1,1 1,0 0,0-1,1 1,0-1,0 1,1-1,0 0,0 0,1 0,-1-1,2 1,-1-1,1 0,0 0,0 0,0-1,1 0,0 0,0 0,1-1,-1 0,1 0,0 0,0-1,0 0,0 0,0-1,1 0,-1 0,1-1,0 0,-1-1,1 1,0-1,-1-1,1 1,0-1,4-2,-4 0,-1-1,1 0,-1 0,0-1,0 0,-1 0,0-1,0 0,0 0,0 0,-1 0,0-1,-1 0,1 0,-1-1,-1 1,1-1,-1 0,-1 0,1 0,-1 0,-1 0,1 0,-1-1,-1 1,0 0,0-1,-1-2,2 20,0-1,1 1,0 0,0-1,1 0,0 1,0-1,1 0,0-1,1 1,0-1,0 0,0 0,1 0,0-1,0 0,1 0,-1 0,1-1,1 0,-1 0,1-1,0 0,0-1,0 1,2-1,6-2,-1-1,0-1,1-1,-1 0,0-1,0 0,0-2,0 1,0-2,-1 0,0-1,-1 0,1-1,-1 0,-1-1,0-1,5-4,-11 9,1 0,-1 0,0-1,0 0,-1 0,0-1,0 1,0-1,-1 0,0 0,0-1,-1 1,0-1,0 0,-1 0,0 0,0 0,-1 0,0 0,0 0,-1-1,0 1,-1 0,1 7,0-1,0 1,-1 0,1 0,0 0,-1-1,1 1,-1 0,0 0,1 0,-1 0,0 0,0 0,1 0,-1 0,0 1,0-1,0 0,0 0,0 1,0-1,0 0,0 1,0-1,-1 1,1 0,0-1,0 1,0 0,-1 0,1 0,0-1,0 1,-1 0,1 1,0-1,0 0,0 0,-1 1,1-1,0 0,0 1,0-1,0 1,0-1,0 1,0 0,0 0,0-1,0 1,0 0,0 0,0 0,0 0,1 0,-1 0,0 0,1 0,-1 0,1 0,-1 2,-5 12,0 0,1 0,1 1,1 0,0 0,1 0,1 0,0 1,1-1,1 0,0 0,1 0,1 0,12 81,4-2,15 42,-2-14,3 29,-6 1,-6 1,1 144,-31-185,7-114,0 0,-1 0,1 0,0 1,-1-1,1 0,-1 1,1-1,-1 0,0 1,1-1,-1 0,1 1,-1-1,0 1,0-1,1 1,-1 0,0-1,0 1,0 0,1-1,-1 1,0 0,0 0,0 0,0 0,0 0,1 0,-1 0,0 0,0 0,0 0,0 0,0 1,1-1,-1 0,0 0,0 1,0-1,1 1,-1-1,0 1,1-1,-1 1,0-1,1 1,-1 0,0-1,1 1,-1 0,1 0,0-1,-1 1,1 0,0 0,-1 0,1-1,0 1,0 1,-13-35,1 0,2-1,2 0,1 0,1-1,2 1,1-22,2 46,-9-190,8 0,10 0,30-182,-13 225,-14 122,-10 35,-1-1,1 1,-1-1,1 1,-1-1,1 1,-1 0,1-1,-1 1,1 0,0-1,-1 1,1 0,-1 0,1-1,0 1,-1 0,1 0,0 0,-1 0,1 0,0 0,-1 0,1 0,0 0,-1 0,1 1,0-1,-1 0,1 0,-1 1,1-1,0 0,-1 1,1-1,-1 0,1 1,-1-1,1 1,-1-1,0 1,1-1,-1 1,1-1,-1 1,0-1,1 1,-1 0,0-1,0 1,0 0,1-1,-1 1,0 0,0-1,0 1,0 0,0-1,100 203,-92-185,2 0,-1 1,-2-1,0 1,0 1,-2-1,-1 1,0 0,-1 6,-3-22,0 0,-1 0,1 0,-1 0,0 0,0 0,-1 0,1-1,-1 1,0 0,0-1,0 1,0-1,-1 0,0 0,1 0,-1 0,0 0,0 0,0-1,-1 0,1 1,-1-1,1-1,-1 1,0 0,1-1,-1 0,-3 1,2 0,-1-1,1 0,-1 0,0 0,0-1,1 1,-1-1,0-1,0 1,1-1,-1 0,0-1,1 1,-1-1,1 0,0 0,-1-1,1 1,0-1,-2-3,5 5,0-1,0 0,0 0,0 0,0 0,1-1,-1 1,1 0,0-1,0 1,0-1,0 1,0-1,0 1,1-1,-1 0,1 1,-1-1,1 0,0 0,0 1,1-1,-1 0,1 1,-1-1,1 0,0 1,0-1,0 1,0-1,0 1,0-1,56-70,200-124,-229 176,-2-1,0-1,-1-2,-2 0,0-1,-2-1,-1-2,-1 0,-2 0,-1-2,-1 0,0-3,-8 12,0 0,-1 0,-2 0,0-1,-1 1,-1-1,-1 0,-2 0,0 0,-1 0,-1 1,-1-1,-4-10,7 30,1 1,-1-1,0 1,1 0,-1 0,0-1,0 1,-1 0,1 0,0 0,-1 0,1 0,-1 0,0 1,1-1,-1 0,0 1,0-1,0 1,0 0,-1 0,1 0,0 0,0 0,-1 0,1 0,0 1,-1-1,1 1,-1 0,1 0,0 0,-1 0,1 0,-1 0,1 1,0-1,-1 1,1-1,0 1,-1 0,1 0,0 0,0 1,0-1,0 0,0 1,0-1,0 1,-9 11,0 0,1 0,1 1,0 1,1-1,1 1,0 1,1-1,1 1,0 0,2 0,-1 1,2-1,-1 11,-2 20,3 1,1-1,2 0,3 1,1-1,3 0,1-1,3 0,1 0,3-1,1-1,21 36,-29-60,1 0,1-1,0-1,2 1,0-2,1 0,0-1,2 0,0-1,7 4,-20-16,1 0,0-1,1 1,-1-1,0 0,0 0,1-1,-1 0,1 1,0-1,-1-1,1 1,0-1,-1 0,1 0,0 0,0-1,-1 1,1-1,-1 0,1 0,-1-1,1 0,-1 1,0-2,1 1,-1 0,0-1,-1 0,1 1,1-3,9-11,-1 0,0-2,-1 1,-1-2,0 1,-2-2,0 1,-1-1,-1 0,-1-1,-1 0,-1 0,1-19,-7-23,1 62,-1 0,1 0,0 0,0 1,-1-1,1 0,0 1,-1-1,1 1,-1-1,1 1,-1 0,1 0,0-1,-1 1,1 0,-1 0,1 1,-1-1,1 0,-1 0,1 1,-1-1,1 1,0-1,-1 1,1 0,0-1,-1 1,1 0,0 0,0 0,0 0,0 0,0 0,0 0,0 0,0 1,0-1,0 0,1 0,-1 1,1-1,-1 1,1-1,-9 10,0-1,1 2,0-1,1 1,0 1,1-1,1 1,0 0,0 0,2 0,-1 1,2 0,0-1,0 1,2 0,-1 0,2 0,0 0,0 0,2-1,0 3,0-10,0 0,0 0,1 0,0-1,0 1,0-1,1 0,-1 0,1 0,1-1,-1 0,1 0,-1 0,1-1,0 0,0 0,1 0,-1-1,0 0,1 0,0 0,-1-1,1 0,6 0,2 0,-1-1,0 0,0 0,0-2,0 0,0 0,0-2,-1 1,1-2,-1 0,9-4,-11 2,-1 0,1 0,-1-1,-1-1,1 0,-1 0,-1 0,0-1,0-1,-1 1,0-1,-1 0,0-1,-1 0,0 1,-1-2,0 1,-1 0,-1-1,0 0,1-6,0 0,-2-1,0 1,-1 0,-1-1,-1 1,-1 0,0 0,-2 0,0 0,-1 1,-8-18,3 15,15 11,16 16,-13-4,274 78,-278-79,1 0,-1 1,1 0,-1-1,1 1,-1 0,0 1,0-1,0 0,0 1,0 0,0 0,-1 0,1 0,-1 0,0 0,0 1,0-1,-1 1,1-1,-1 1,0 0,0-1,0 1,0 0,-1 0,1 0,-1 0,0-1,-1 5,-42 139,44-143,0-1,0 0,0 0,1 0,-1 0,1 0,0 0,0 0,0 0,0-1,1 1,-1-1,1 0,-1 1,1-1,0 0,0-1,0 1,0 0,0-1,0 0,0 0,0 0,1 0,-1 0,1-1,-1 1,0-1,1 0,-1 0,1 0,1-1,39 5,-1-3,1-1,-1-2,1-2,-1-2,0-2,-1-2,39-14,50-33,-124 53,1-1,-1 0,0 0,-1 0,1-1,-1 0,0 0,-1-1,1 0,-1 0,-1 0,1 0,-1-1,-1 0,2-3,-4 7,0 0,-1-1,1 1,-1 0,0 0,0 0,0 0,-1-1,0 1,1 0,-1 0,-1 0,1 0,-1 0,1 0,-1 1,0-1,0 1,-1-1,1 1,-1 0,0-1,0 1,0 1,0-1,0 0,-1 1,1-1,-1 1,1 0,-1 1,0-1,0 0,0 1,0 0,0 0,0 0,0 1,0-1,-1 1,1 0,0 0,0 0,0 1,0 0,-1-1,1 2,-2 0,-5 1,1 1,0 0,1 1,-1 0,1 1,0 0,0 0,1 1,-1 0,1 0,1 1,0 0,0 0,0 1,1 0,1 0,-1 1,1-1,1 1,0 0,-1 5,3-11,1 1,0-1,0 0,0 0,0 1,1-1,-1 0,1 1,0-1,1 0,-1 1,1-1,0 0,0 1,0-1,0 0,1 0,0 0,0 0,0 0,0-1,1 1,-1 0,1-1,0 0,0 0,0 0,1 1,10 4,0 0,0-1,1 0,0-2,0 1,0-2,1 0,0-1,-1-1,1 0,0-1,3-1,-18 0,102 5,0-5,0-4,0-5,-1-4,88-24,-35-8,-152 44,0 0,0 0,0 0,0 0,0 0,0-1,0 0,-1 1,1-1,0 0,-1 0,0 0,1-1,-1 1,0-1,0 1,0-1,-1 0,1 1,0-1,-1 0,-2 0,0 1,1 0,-1 0,0 0,-1 0,1 0,0 1,-1-1,1 0,-1 0,1 1,-1-1,0 1,1 0,-1-1,0 1,0 0,0 0,0 0,0 0,0 1,0-1,-1 0,0 1,-17-7,-1 1,-1 2,1 0,0 1,-1 1,0 1,0 1,1 1,-1 1,1 0,-1 2,-1 1,-59 33,79-36,1-1,0 1,0 0,0 0,0-1,1 1,-1 1,0-1,1 0,0 0,-1 0,1 1,0-1,0 1,0-1,0 1,1-1,-1 1,1 0,0-1,-1 1,1 0,0-1,1 1,-1 0,0-1,1 1,-1-1,1 1,0 0,0-1,1 2,4 4,0-1,0 1,1-1,1 0,-1-1,1 1,0-1,0-1,1 0,0 0,0-1,0 0,0 0,0-1,1 0,0-1,0 0,-1-1,1 1,0-2,0 0,0 0,0-1,5 0,-6-1,0 1,0-1,0-1,0 0,-1 0,1 0,-1-1,0-1,0 1,0-1,-1-1,1 1,-1-1,-1 0,1-1,-1 0,0 0,0 0,-1-1,0 0,-1 0,0 0,0 0,0-1,-1 1,0-1,-1 0,0 0,-1 0,1 0,-1-2,-2 11,1 0,0 0,0 0,0 0,0 0,0 0,0 0,0 0,-1 1,1-1,0 0,0 0,0 0,0 0,0 0,0 0,-1 0,1 0,0 0,0 0,0 0,0 0,0 0,-1 0,1 0,0 0,0 0,0 0,0 0,0 0,-1 0,1 0,0 0,-4 19,3-12,1 0,0 1,1-1,-1 0,1 1,1-1,0 0,0 0,0 0,1 0,0 0,0-1,1 1,-1-1,2 0,-1 0,1 0,-1-1,1 1,1-1,-1 0,1-1,0 1,0-1,0-1,1 1,4 1,16 5,0 0,1-2,0-2,0 0,1-2,0-1,0-1,-1-1,1-2,29-4,32-5</inkml:trace>
</inkml:ink>
</file>

<file path=ppt/ink/ink1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14T06:37:06.483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11 9,'0'-2,"-4"-1,-2 0</inkml:trace>
</inkml:ink>
</file>

<file path=ppt/ink/ink1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14T06:37:04.250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1 367,'97'-141,"-95"139,-1 0,-1 0,1 1,0-1,0 1,0-1,0 1,0 0,0-1,0 1,0 0,0 0,1 0,-1 0,0 0,1 0,-1 0,1 0,-1 0,1 1,0-1,-1 1,1-1,0 1,-1 0,1-1,0 1,-1 0,1 0,0 0,0 0,-1 1,1-1,0 0,0 1,3 4,-1 1,0-1,-1 1,1 0,-1 0,0 0,-1 0,0 0,0 1,0-1,0 1,-1 5,3 5,14 58,-13-46,1 0,1-1,2 0,1-1,1 0,10 16,-21-42,1 1,-1 0,1 0,-1-1,1 1,0-1,0 1,-1 0,1-1,0 1,1-1,-1 0,0 1,0-1,0 0,1 0,-1 0,1 0,-1 0,1 0,-1 0,1 0,0-1,-1 1,1 0,0-1,0 0,-1 1,1-1,0 0,0 0,-1 0,1 0,0 0,0 0,0-1,-1 1,1 0,0-1,-1 0,1 1,0-1,-1 0,1 0,-1 0,1 0,-1 0,1 0,-1 0,0-1,0 1,1 0,6-15,0 1,0-1,-1-1,-2 1,1-1,-2 0,0 0,-1-1,0-7,5-19,14-51,-14 126,-8-13,1 0,1 0,0-1,2 1,0 0,1-1,1 2,-4-14,0 1,1-1,0 0,0 0,0 0,0 0,1 0,0-1,0 1,0-1,0 0,1 0,0-1,0 1,0-1,0 0,0-1,0 1,1-1,0 0,-1 0,1-1,2 1,0-1,-1-1,0 1,0-1,0-1,0 0,1 0,-1 0,0-1,0 1,0-2,-1 1,1-1,-1 0,1-1,-1 1,0-1,0 0,0-1,-1 0,0 1,0-2,0 1,3-5,1-1,0-2,-1 0,0 0,-1 0,0-1,-1 0,-1 0,0 0,-1-1,1-12,0-48,-24 101,15-20,1 0,0 1,0 0,1 0,-1-1,2 1,-1 1,1-1,0 0,0 0,1 0,0 1,1-1,-1 0,1 0,1 0,-1 0,1 0,0 0,1 0,0 0,0-1,0 1,1-1,0 0,0 0,2 2,12 3,0-1,1-1,0-1,1-1,-1 0,1-1,1-1,-1-1,1-1,-1-1,1-1,0 0,2-2,-17 1,51 4,-1-2,1-3,-1-3,0-2,0-2,12-6,-65 14,0 0,0 0,0 0,0-1,0 1,0-1,0 0,-1 0,1 0,0 0,0-1,-1 1,1-1,-1 1,1-1,-1 0,0 0,1 0,-1 0,0 0,-1-1,1 1,0 0,-1-1,1 0,-1 1,0-1,1 0,-1 0,-1 0,1 0,0 1,-1-1,0 0,1 0,-1 0,0 0,0 0,-1 0,1-2,-7-3,-1 1,1-1,-1 1,0 0,-1 1,1 0,-1 0,-1 1,1 0,-1 1,0 0,0 1,0-1,0 2,0 0,-1 0,1 1,-1 0,1-2,1 1,-1 1,1-1,-1 2,0-1,1 1,-1 1,0 0,1 0,-1 1,1 0,-1 1,1 0,0 0,0 1,0 0,1 1,-1 0,1 0,0 1,0 0,1 0,0 0,-6 8,11-11,1-1,0 1,0-1,-1 1,1-1,1 1,-1 0,0 0,1-1,-1 1,1 0,0 0,0-1,0 1,0 0,1 0,-1 0,1-1,0 1,0 0,-1-1,2 1,-1-1,0 1,0-1,1 1,0-1,-1 0,1 0,0 0,0 0,0 0,0 0,0 0,1-1,-1 1,1-1,-1 1,1-1,8 4,1 0,-1-1,1 0,0-1,-1 0,1-1,1 0,-1-1,0-1,0 0,0 0,0-1,0-1,0 0,0-1,0 0,0 0,-1-1,0-1,7-3,-13 5,0 0,0-1,0 1,0-1,-1 0,1 0,-1-1,0 1,0-1,-1 0,0 0,1 0,-1 0,-1-1,1 1,-1-1,0 0,-1 0,1 0,-1 0,0 1,0-2,-1 1,0 0,0 0,0-1,-1 8,1 0,0 0,0 0,-1 0,1 0,0 0,-1-1,1 1,-1 0,1 0,-1-1,1 1,-1 0,1 0,-1-1,0 1,1-1,-1 1,0 0,0-1,0 0,1 1,-1-1,0 1,0-1,0 0,0 0,0 1,0-1,0 0,1 0,-1 0,0 0,0 0,0 0,0 0,0-1,0 1,0 0,0 0,1-1,-1 1,0 0,0-1,0 1,0-1,1 1,-1-1,0 0,1 1,-1-1,0 0,1 1,-1-1,1 0,-1 0,1 1,-1-1,1 0,0 0,-1 0,1 0,0 0,0 1,-1-2,-1 7,-1 0,1 1,0-1,0 0,0 1,1-1,0 1,0 0,1-1,-1 1,1 0,0-1,1 1,-1 0,1-1,0 1,1 0,-1-1,1 0,0 1,0-1,1 0,0 0,0 0,0 0,0-1,1 1,0-1,-1 0,2 0,-1 0,26 9,0-6</inkml:trace>
  <inkml:trace contextRef="#ctx0" brushRef="#br0" timeOffset="204.414">1698 287,'5'14,"8"13,13 9,14 8,13 2,10-1,3-4,-1-7,-7-6,-9-9,-12-7</inkml:trace>
  <inkml:trace contextRef="#ctx0" brushRef="#br0" timeOffset="390.957">2127 327,'-16'-2,"-12"3,-11 7,-9 8,-7 9,-2 9,4 10,6 6,9 4,11 0,15-5,9-10</inkml:trace>
  <inkml:trace contextRef="#ctx0" brushRef="#br0" timeOffset="593.411">2340 421,'0'16,"2"14,4 11,2 6,3 1,3 0,5-7,2-9,-1-11</inkml:trace>
  <inkml:trace contextRef="#ctx0" brushRef="#br0" timeOffset="1612.498">2327 140,'7'-3,"0"0,0 0,0 1,0 0,0 0,1 1,-1 0,1 0,-1 1,1 0,-1 0,1 1,-1-1,1 2,2 0,-5-1,24 3,0 3,-1 0,1 1,-1 2,-1 1,0 1,-1 2,0 0,-1 2,0 1,-2 0,7 8,-19-15,-2-1,1 2,-1 0,-1 0,0 0,0 1,-1 0,-1 0,0 1,0 0,-1 0,-1 0,-1 1,0 0,0 3,2 21,-4-27,0 1,1 0,0 0,1-1,1 1,-1-1,2 0,3 7,-7-16,0 0,1 0,-1 0,0 0,1-1,-1 1,1 0,0-1,0 1,0-1,-1 0,1 0,0 0,0 0,1 0,-1 0,0 0,0-1,0 1,0-1,1 1,-1-1,0 0,0 0,1 0,-1 0,0-1,1 1,-1 0,0-1,0 0,0 1,0-1,0 0,1 0,0-1,66-53,21-79,-88 162,-4-22,0 1,1-1,0 0,0 0,0 0,1 1,0-1,0 0,1 1,0-1,0 0,0 0,1 0,0 0,0 0,1 0,-1 0,1-1,0 1,1-1,-1 0,1 0,0 0,1 0,-1-1,1 0,4 4,-2-5,1 0,0 0,0 0,0-1,0-1,1 1,-1-1,0 0,1-1,-1 0,0-1,1 1,-1-1,0-1,0 0,1 0,-1-1,-1 0,1 0,0 0,6-5,-4 2,1 0,-1-1,-1-1,1 1,-1-1,0-1,-1 0,0 0,-1-1,1 0,-2 0,0 0,0-1,3-8,-5 6,0 0,-3 23,-2-7,1 1,-1 0,1 0,0 1,0-1,0 0,1 0,0 0,-1-1,1 1,1 0,-1 0,0 0,1-1,0 1,0 0,0-1,0 0,1 1,-1-1,1 0,0-1,0 1,0 0,0-1,0 1,1-1,-1 0,1 0,-1 0,2 0,7 0,0 1,1-2,-1 0,1 0,-1-1,1 0,-1-1,0-1,1 0,-1 0,0-2,0 1,3-3,-13 5,0 1,0-1,0 0,0 1,0-1,0 1,0 0,0 0,0 0,0 0,0 0,1 0,-1 0,0 1,0-1,0 1,0 0,0-1,0 1,-1 0,1 0,0 0,0 0,-1 1,1-1,0 0,-1 1,1-1,0 2,8 5,0-1,0 0,1 0,0-1,1 0,-1-1,1-1,0 0,0 0,0-1,1-1,-1 0,1 0,-1-1,1-1,-1 0,1-1,0-1,6-1,-15 3,0-1,-1 1,1-1,-1 0,0 0,1 0,-1 0,0-1,1 1,-1-1,0 0,0 0,0 0,-1 0,1-1,0 1,-1-1,1 0,-1 1,0-1,0 0,0 0,-1-1,1 1,-1 0,1 0,-1-1,0 1,0-1,-1 1,1-1,-1-2,2-5,-2-1,1 0,-2 0,1 0,-2 0,0 0,0 1,-1-1,0 1,-4-9,5 15,0 1,0-1,0 1,-1 0,0 0,1 0,-1 0,0 1,-1-1,1 1,-1 0,0-1,1 2,-1-1,-1 0,1 1,0 0,-1 0,1 0,-1 0,1 1,-1 0,0 0,1 0,-1 1,0-1,-3 1,-6 2,1 1,0 0,0 1,1 0,-1 1,1 0,0 1,0 1,0 0,1 0,0 1,1 0,0 1,0 1,0-1,2 1,-1 1,1 0,1 0,0 0,0 1,-2 7,7-15,0 0,0 1,0-1,1 0,-1 1,1 0,0-1,0 1,1 0,-1-1,1 1,0 0,1-1,-1 1,1 0,0 0,0-1,0 1,0-1,1 1,0-1,0 0,0 0,1 0,-1 0,1 0,0 0,0 0,0-1,1 0,-1 0,1 0,0 1,6 1,0 0,1-1,-1 0,1-1,0 0,0-1,0 0,0 0,0-1,0-1,0 0,5 0,33-4</inkml:trace>
  <inkml:trace contextRef="#ctx0" brushRef="#br0" timeOffset="1838.895">4132 6,'-21'-4,"-13"2,-8 7,-1 9,2 9,8 7,10 6,13 3,15 2,18 1,15 0,9 0,-3-8</inkml:trace>
  <inkml:trace contextRef="#ctx0" brushRef="#br0" timeOffset="2005.448">4239 595,'4'13,"5"7,4 1,5-5,6-4,11-4,8-6,-4-3</inkml:trace>
</inkml:ink>
</file>

<file path=ppt/ink/ink1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14T06:37:00.859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1 1126,'147'-296,"-147"294,0 0,1 1,-1-1,0 0,1 0,0 1,-1-1,1 0,0 1,0-1,-1 1,1-1,0 1,1-1,-1 1,0 0,0-1,1 1,-1 0,0 0,1 0,-1 0,1 0,0 0,-1 1,1-1,0 0,-1 1,1-1,0 1,0 0,-1 0,1-1,0 1,0 0,0 1,-1-1,1 0,0 0,0 1,-1-1,1 1,0-1,-1 1,1 0,1 1,8 9,-1 1,-1 1,0 0,0 0,-2 1,1-1,-2 2,0-1,0 1,-2 0,0 0,0 2,-2-13,-1-1,1 1,-1 0,0 1,0-1,0 0,-1 0,0 0,1 0,-1 1,-1-1,1 0,-1 0,1 0,-1 0,0 1,-1-1,1-1,-1 1,0 0,0 0,0 0,0-1,-1 0,1 1,-1-1,0 0,0 0,0 0,0 0,-1-1,1 0,-1 1,1-1,-1 0,-4 1,6-2,0-1,-1 1,1-1,-1 1,0-1,1 0,-1 0,1 0,-1 0,1 0,-1-1,1 1,-1-1,1 0,-1 1,1-1,-1 0,1-1,0 1,0 0,0-1,0 1,0-1,0 0,0 1,0-1,0 0,1 0,-1 0,1 0,0-1,-1 1,1 0,0 0,0-1,1 1,-1-1,0 1,1-1,1-6,0 1,1 0,0 0,0 1,1-1,0 0,0 1,1-1,0 1,0 0,1 0,0 1,3-4,-2 1,79-105,-40 58,-4-2,27-51,-49 75,-1-1,-2-1,-2-1,-1 0,-2-1,-1 0,-3-1,0 0,-3 0,-1 0,-3-35,1 68,-1 0,0-1,-1 1,1 0,-1 0,-1 0,1 0,-1 0,0 1,0-1,0 0,-1 1,0-1,0 1,0 0,-1 0,0 0,0 1,0-1,0 1,-5-3,5 7,1 0,0 1,0 0,0 0,0 0,0 0,0 0,1 0,-1 1,0-1,1 1,-1 0,1 0,-1 0,1 0,0 0,0 1,0-1,0 1,0-1,1 1,-1 0,1-1,-1 1,1 0,0 0,0 0,0 2,-10 24,2 1,1-1,1 1,2 1,1-1,1 1,1 0,2 0,2 0,0-1,2 1,3 9,8 24,3 0,3-1,3-1,2-1,3-1,2-2,3-1,3-1,25 28,-50-70,-7-12,-5-6</inkml:trace>
  <inkml:trace contextRef="#ctx0" brushRef="#br0" timeOffset="1341.848">402 645,'-210'-114,"182"100,52 13,206 39,419 84,-526-86,-124-35,0-1,0 0,0 0,0 0,0 1,0-1,0 1,0-1,1 1,-1-1,0 1,0-1,0 1,1 0,-1-1,0 1,1 0,-1 0,1-1,-1 1,1 0,-1 0,1 0,-1 0,1 0,0 0,-1 0,1 0,0 0,0 0,0 0,0 0,0 0,0-1,0 1,0 0,0 0,0 0,1 0,-1 0,0 0,1 0,-1 0,1 0,-1 0,1 0,-1-1,1 1,0 0,-1 0,1-1,0 1,-1 0,1-1,0 1,0-1,0 1,0-1,-1 1,1-1,0 0,0 1,0-1,0 0,0 0,0 0,0 1,1-1,-92 40,68-32,1 1,1 0,-1 2,2 0,-1 1,2 1,-9 8,25-20,0 0,1 0,-1 0,1 1,-1-1,1 0,-1 0,1 1,0-1,0 1,0-1,0 1,0 0,0-1,0 1,0 0,1 0,-1-1,1 1,-1 0,1 0,0 0,-1 0,1 0,0 0,0 0,1 0,-1-1,0 1,1 0,-1 0,1 0,-1 0,1-1,0 1,0 0,0-1,0 1,0 0,0-1,0 1,0-1,1 0,-1 1,1-1,-1 0,1 0,0 1,8 2,-1-1,1 1,-1-1,1-1,0 0,0-1,0 1,0-2,0 0,1 0,-1 0,0-2,0 1,0-1,0 0,-1-1,1-1,-1 1,1-1,-1-1,0 0,7-5,-10 6,-1-1,1 0,-1 0,0-1,0 1,0-1,-1 0,0 0,0-1,-1 1,0-1,0 0,0 0,-1 0,0 0,1-5,-3 13,0-1,0 0,-1 0,1 1,0-1,0 0,0 0,0 1,0-1,0 0,0 0,-1 1,1-1,0 0,0 0,0 0,-1 1,1-1,0 0,0 0,0 0,-1 0,1 0,0 1,0-1,-1 0,1 0,0 0,0 0,-1 0,1 0,0 0,-1 0,1 0,0 0,0 0,-1 0,1 0,0 0,0 0,-1 0,1 0,0 0,0-1,-1 1,1 0,0 0,0 0,-1 0,1 0,0-1,0 1,0 0,-1 0,1 0,0-1,0 1,0 0,0 0,0-1,-1 1,1 0,0 0,0-1,0 1,-5 10,0-1,0 1,1 0,1 1,0-1,0 1,1 0,0-1,1 1,0 0,1 0,0 0,0 0,1 0,1 0,0-1,1 1,28 51,-30-60,0 0,1-1,-1 1,1-1,-1 1,1-1,0 0,-1 0,1 0,0 0,0 0,0 0,0 0,0-1,0 1,0-1,0 1,0-1,0 0,0 0,0 0,1 0,-1 0,0 0,0-1,0 1,0-1,0 1,0-1,0 0,1 0,14-11,0 0,-1-1,-1 0,0-2,-1 1,0-2,-1 0,-1 0,-1-1,6-13,-1 4,0 0,-2-2,-2 0,0 0,-2-1,-1-1,-1 0,0-13,-7 40,0 0,0-1,-1 1,0 0,0 0,1-1,-2 1,1 0,0 0,-1 0,1-1,-1 1,0 0,0 0,-1 0,1 0,0 0,-1 0,0 1,0-1,0 0,0 1,0 0,0-1,0 1,-1 0,1 0,-1 0,0 0,0 1,1-1,-1 1,0-1,0 1,-1 0,1 0,0 1,0-1,0 1,-3-1,5 1,-1-1,1 1,0 0,0-1,0 1,0 0,-1 0,1-1,0 1,0 0,-1 1,1-1,0 0,0 0,-1 0,1 1,0-1,0 0,0 1,0-1,0 1,0 0,-1-1,1 1,0 0,1 0,-1-1,0 1,0 0,0 0,0 0,1 0,-1 0,0 0,1 0,-1 1,1-1,-1 0,1 0,0 0,0 0,-1 1,1-1,0 0,0 0,0 1,0 0,4 2,1 0,-1 0,1-1,0 1,0-1,0 0,0 0,0-1,1 0,-1 1,1-2,2 2,1 0,59 19,-40-14,0 1,-1 2,0 0,-1 2,0 1,-22-12,0 0,-1 0,1 1,-1 0,1-1,-1 1,0 0,0 0,0 1,-1-1,1 1,-1-1,0 1,0 0,0 0,0 0,0 0,-1 0,0 0,0 0,0 0,-1 1,1-1,-1 0,0 0,0 1,0-1,-1 0,0 1,-38 84,32-78,1 1,0 1,1-1,0 1,0 0,2 0,-2 5,5-15,0 0,0 0,0 0,0 0,0 1,0-1,1 0,0 0,-1 0,1-1,0 1,0 0,1 0,-1 0,1-1,-1 1,1-1,0 1,0-1,0 0,0 1,1-1,-1 0,0-1,1 1,-1 0,1-1,0 1,0-1,-1 0,1 0,0 0,0 0,0 0,0-1,0 1,0-1,0 0,3 0,2 1,0 1,0-2,1 1,-1-1,0 0,1-1,-1 0,0 0,0-1,0 0,0-1,0 1,0-1,-1-1,1 0,-1 0,0 0,0-1,-1 0,1 0,-1-1,0 1,0-1,-1-1,0 1,0-1,-1 0,1 0,-1 0,-1-1,0 0,1-2,-2 4,0 1,0-1,-1 1,1-1,-1 0,-1 1,1-1,-1 0,0 0,-1 0,1 1,-1-1,0 0,0 1,-1-1,0 0,0 1,0 0,-1-1,-1-1,3 6,0-1,-1 1,1 0,-1 0,1 0,-1 1,1-1,-1 0,0 1,1-1,-1 1,0-1,1 1,-1 0,0-1,0 1,1 0,-1 0,0 0,0 1,1-1,-1 0,0 1,1-1,-1 1,0-1,1 1,-1 0,1 0,-1 0,1 0,-1 0,1 0,0 0,-1 0,1 1,0-1,-36 57,36-51,-1 0,2 1,-1-1,1 0,0 1,0-1,1 0,0 1,0-1,1 0,0 0,0 0,1 0,-1 0,2 0,-1-1,1 0,0 1,0-1,1-1,-1 1,1-1,6 5,0 1,1-1,-1-1,2 0,0-1,0 0,0-1,1 0,0-1,0-1,1 0,3 0,70 1,-53-10</inkml:trace>
  <inkml:trace contextRef="#ctx0" brushRef="#br0" timeOffset="1725.351">2394 992,'-6'-6,"1"1,-1-1,0 1,-1 0,1 0,-1 1,0-1,0 2,0-1,-1 1,1 0,-6-1,10 3,-1 0,1 0,0 0,-1 1,1-1,0 1,-1 0,1 0,-1 0,1 1,0-1,-1 1,1-1,0 1,-1 0,1 1,0-1,0 1,0-1,0 1,0 0,0 0,1 0,-1 0,0 0,1 1,0-1,0 1,0 0,-1 1,2-2,-1 1,1 0,0 0,0 0,0 0,0 0,1 0,-1 0,1 0,0 0,-1 0,2 0,-1 1,0-1,1 0,-1 0,1 0,0 0,0 0,0 0,0 0,1-1,-1 1,1 0,-1-1,1 1,0-1,0 1,0-1,1 0,-1 0,1 0,-1 0,1 0,-1-1,1 1,0-1,0 1,0-1,0 0,0 0,0-1,11 5,0-1,0 0,0-1,0-1,1 0,-1-1,1-1,0 0,-1-1,11-2,-23 3,0-1,-1 1,1 0,0-1,0 1,-1-1,1 1,0-1,-1 0,1 0,0 0,-1 0,1 0,-1 0,0 0,1 0,-1-1,0 1,0 0,0-1,0 1,0-1,0 1,0-1,0 0,0 1,-1-1,1 0,-1 0,0 1,1-1,-1 0,0 0,0 0,0 1,0-1,0 0,0 0,-1 0,1 1,-1-1,1 0,-1 0,0 1,1-1,-1 1,0-1,-1-1,2 3,0-1,-1 1,1-1,0 1,0-1,-1 1,1-1,0 1,-1-1,1 1,-1-1,1 1,0 0,-1-1,1 1,-1 0,1 0,-1-1,1 1,-1 0,1 0,-1-1,1 1,-1 0,0 0,1 0,-1 0,1 0,-1 0,1 0,-1 0,1 0,-1 0,0 0,1 1,-1-1,1 0,-1 0,1 0,-1 1,1-1,-1 0,1 1,0-1,-1 0,1 1,-1-1,1 1,0-1,-1 0,1 1,0-1,-1 1,1-1,0 1,0-1,0 1,-1-1,1 1,0 0,-9 35,9-27,0 1,1-1,0 1,0-1,1 1,0-1,1 0,0 1,0-1,1-1,0 1,1-1,0 1,0-1,1-1,0 1,0-1,1 0,0 0,0-1,0 0,1 0,0-1,8 4,12 7</inkml:trace>
</inkml:ink>
</file>

<file path=ppt/ink/ink1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14T06:36:58.977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192 335,'-11'52,"3"-1,1 1,3 0,2 0,2 1,3-1,4 22,-2-8,-4-45,4 21,-3 1,-2-1,-1 1,-2-1,-3 0,-2 9,-22 12,29-62,0 0,0 1,0-1,0 0,0 0,-1 0,1 0,0 0,0 0,-1-1,1 1,0 0,-1-1,1 1,-1-1,1 1,-1-1,1 1,-1-1,1 0,-1 0,1 0,-1 0,1 0,-1 0,1-1,-1 1,1 0,-1-1,1 1,0-1,-1 1,1-1,-1 0,1 0,0 1,0-1,-1 0,1 0,0 0,-1-1,-4-6,0 0,1-1,0 1,0-1,0 0,1 0,1-1,-1 1,2-1,-1 0,1 1,1-1,-1-7,2 12,-12-90,4-1,4 0,8-73,-4 155,0-15,1-1,1 1,2-1,1 1,1 0,2 1,0 0,4-4,-11 29,0 0,0 1,0-1,0 0,0 1,1 0,-1-1,1 1,0 0,0 0,0 0,0 0,0 0,0 0,0 0,1 1,-1-1,1 1,-1 0,1 0,-1-1,1 2,0-1,0 0,-1 1,1-1,0 1,0 0,0 0,-1 0,1 0,0 0,0 1,7 3,-1 2,-1-1,1 1,-1 0,0 1,0 0,0 0,-1 1,-1 0,1 0,-1 0,-1 1,1 0,-1 0,-1 1,28 84,-31-91,-1 0,0 1,0-1,0 0,0 1,0-1,0 0,-1 0,0 1,0-1,0 0,0 0,0 0,-1 0,1 0,-1 0,0 0,1 0,-1-1,-1 1,1-1,0 1,-1-1,1 0,-1 0,0 0,1 0,-2 0,-48 13,28-12</inkml:trace>
  <inkml:trace contextRef="#ctx0" brushRef="#br0" timeOffset="590.391">499 656,'8'-32,"-2"0,-1-1,-2 0,-1 1,-2-1,-1 0,-1 0,-2 1,-3-9,-22-15,28 54,0 1,1 0,-1 0,0 0,0 0,0 0,0 0,0 0,-1 0,1 1,0-1,0 0,-1 1,1-1,0 0,0 1,-1 0,1-1,-1 1,1 0,0 0,-1 0,1 0,-1 0,1 0,0 0,-1 0,1 0,-1 1,1-1,0 1,-1-1,1 1,0-1,0 1,0 0,-1 0,1-1,0 1,0 0,0 0,0 0,0 0,0 1,-1-1,1 1,0-1,-1 1,1-1,0 1,0 0,0-1,1 1,-1 0,0 0,1 0,-1 0,1 0,-1 0,1 0,0 0,0 0,0 0,0-1,0 1,0 0,1 0,-1 0,1 0,-1 0,1 0,0 0,0 0,-1-1,1 1,1 0,-1-1,0 1,0-1,1 1,-1-1,1 1,66 39,-32-34,1-1,0-1,0-2,0-2,20-2,34 2,-88-2,-1 1,1-1,-1 1,1 0,-1 0,0 0,1 0,-1 1,1-1,-1 1,1-1,-1 1,0 0,1 0,-1 0,0 0,0 0,0 0,0 1,0-1,0 1,0-1,0 1,0 0,-1 0,1 0,-1 0,0 0,1 0,-1 0,0 0,0 1,0-1,0 0,-1 1,1-1,-2 53,3 30,-1-82,0 0,0 0,0-1,0 1,0 0,1-1,-1 1,1-1,-1 1,1-1,0 0,0 0,0 0,1 0,-1 0,0 0,1-1,-1 1,1-1,-1 1,1-1,0 0,0 0,-1 0,1-1,2 1,3 1,0-2,0 1,0-1,0 0,0-1,-1 0,1 0,0-1,0 0,-1 0,1 0,-1-1,0-1,0 1,0-1,0 0,0 0,-1-1,0 0,0 0,0-1,1-2,6-6,-2 1,0-1,0-1,-2 0,0-1,0 0,-2 0,0 0,1-7,-2 5,-2 54,-5-26,1 0,1 0,-1 0,2 0,-1 0,2 0,-1 0,1-1,1 1,0-1,0 0,1 0,0 0,0 0,1-1,0 0,0 0,1-1,0 0,1 0,0 0,0-1,0 0,1-1,-1 0,1 0,7 2,16 1</inkml:trace>
  <inkml:trace contextRef="#ctx0" brushRef="#br0" timeOffset="1086.241">1302 1,'-38'14,"38"-14,-1 1,1 0,-1-1,1 1,0-1,-1 1,1 0,-1-1,1 1,0 0,0 0,-1-1,1 1,0 0,0 0,0-1,0 1,0 0,0 0,0-1,0 1,0 0,0 0,0-1,1 1,-1 0,0 0,1-1,-1 1,0 0,1-1,-1 1,1-1,-1 1,0 0,1-1,0 1,-1-1,1 1,-1-1,1 1,0-1,-1 0,1 1,0-1,-1 0,1 0,0 1,0-1,16 9,-1 0,2-2,-1 0,1-1,0 0,16 2,15 5,-38-12,0 1,0 1,0 0,-1 0,1 1,-1 1,0 0,0 0,-1 0,1 1,-1 1,-1 0,1 0,-1 1,0 0,-1 0,0 0,0 1,-1 1,0-1,-1 1,5 9,-11 87,0-7,2-95,0-1,1 0,-1 0,1 0,0 0,0 0,0 0,0 0,0 0,1-1,-1 1,1-1,0 0,0 0,0 0,0 0,0 0,0 0,0-1,1 0,-1 0,0 0,1 0,-1 0,1-1,-1 1,1-1,-1 0,1 0,-1 0,1-1,0 1,-1-1,0 0,1 0,-1 0,1 0,-1 0,0-1,0 0,0 0,0 0,0 0,0 0,-1 0,1-1,-1 1,1-1,10-11,0 0,-1-1,-1-1,0 1,-1-2,-1 1,-1-2,0 1,-1-1,-1 0,0-3,-1-3,-5 25,0-1,0 0,0 0,-1 0,1 0,0 1,0-1,0 0,-1 0,1 0,0 0,0 0,-1 0,1 0,0 0,0 0,-1 0,1 0,0 0,-1 0,1 0,0 0,0 0,-1 0,1 0,0 0,0 0,0 0,-1 0,1 0,0-1,0 1,-1 0,1 0,0 0,0 0,0 0,-1-1,1 1,0 0,0 0,0-1,0 1,0 0,-1 0,1 0,0-1,0 1,0 0,0 0,0-1,0 1,0 0,0 0,0-1,0 1,0 0,0 0,0-1,0 1,0 0,0 0,0-1,-4 7,0 0,-1 0,2 1,-1 0,1-1,0 1,0 0,1 0,0 1,1-1,-1 0,1 1,0-1,1 1,0-1,0-1,0-1,1 0,-1 0,1 1,0-1,1 0,-1 0,1 0,0 0,0 0,1-1,-1 1,1-1,0 1,0-1,1 0,-1 0,1 0,0-1,0 1,0-1,0 0,1 0,8 5,1 0,0-2,1 1,-1-2,1 0,0 0,1-1,49 10</inkml:trace>
</inkml:ink>
</file>

<file path=ppt/ink/ink1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14T06:36:56.728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343 845,'4'-72,"4"1,3 0,3 1,23-68,18-88,-50 199,-1 5,0 1,-1-1,-1 0,-1 1,-1-12,0 32,0 0,1 1,-1-1,0 0,0 0,1 1,-1-1,0 0,0 0,0 0,0 0,0 1,0-1,0 0,0 0,0 0,-1 1,1-1,0 0,0 0,-1 1,1-1,0 0,-1 0,1 1,-1-1,1 0,-1 1,1-1,-1 1,0-1,1 1,-1-1,0 1,1-1,-1 1,0-1,0 1,1 0,-1 0,0-1,0 1,1 0,-1 0,0 0,0 0,0 0,0 0,1 0,-1 0,0 0,0 0,0 0,1 1,-1-1,0 0,0 0,1 1,-1-1,0 1,1-1,-1 1,0-1,1 1,-1-1,0 1,1-1,-1 1,1 0,-9 15,1 1,1-1,0 1,1 1,1-1,1 1,1 0,0 0,1 0,1 0,1 1,-1-10,-4 63,2 0,4 0,3 1,3-2,4 1,7 20,-17-83,0 0,1 0,0 0,1 0,0 0,0-1,1 1,0-1,0 0,1 0,0 0,1-1,-1 0,2 0,-1 0,1-1,0 0,0 0,0-1,1 0,0 0,3 1,1-3,1-2,-1 0,0 0,0-1,0 0,0-1,0-1,0 0,0-1,0 0,0 0,-1-1,1-1,-1 0,-1-1,10-5,26-16</inkml:trace>
  <inkml:trace contextRef="#ctx0" brushRef="#br0" timeOffset="254.629">49 270,'-14'2,"-4"5,3 7,13 4,26 5,30-2,32-5,33-4,25-10,14-7,1-3,-28 1</inkml:trace>
  <inkml:trace contextRef="#ctx0" brushRef="#br0" timeOffset="853.279">890 1004,'10'-16,"-1"0,0-1,-2-1,0 1,-1-1,0 0,-2-1,0 1,-1-1,-1 0,-1 0,0 0,-2 0,-2-17,3 31,0 0,0 0,-1-1,0 1,0 0,0 0,-1 1,0-1,0 0,0 0,0 1,-1-1,0 1,0 0,0 0,0 0,0 0,-1 0,0 1,0 0,0-1,0 2,0-1,-1 0,1 1,-1 0,0 0,-3-1,8 3,1 0,-1 0,0 0,0 0,0 1,0-1,1 0,-1 0,0 0,0 0,0 0,0 1,0-1,0 0,0 0,0 0,1 0,-1 1,0-1,0 0,0 0,0 0,0 0,0 1,0-1,0 0,0 0,0 0,0 1,0-1,0 0,0 0,0 0,0 0,-1 1,1-1,0 0,0 0,0 0,0 0,0 1,0-1,0 0,0 0,-1 0,125 22,-87-18,-10-1,-1-2,0 2,0 1,0 1,0 1,-1 1,0 1,0 1,7 5,-27-10,-1 0,1 0,-1 0,0 1,0 0,0 0,-1 0,0 0,0 0,0 0,0 1,-1 0,0-1,0 1,0 0,-1 0,0 0,0 0,-1 0,0 0,0 0,0 0,0 1,-1-1,0 0,-1 0,1-1,-1 1,-1 1,0 15,3-20,0-1,0 1,-1 0,1 0,1-1,-1 1,0 0,0-1,1 1,-1 0,1-1,-1 1,1-1,-1 1,1-1,0 1,0-1,0 1,0-1,0 0,0 1,0-1,1 0,-1 0,0 0,1 0,-1 0,1 0,-1 0,1-1,-1 1,1 0,0-1,-1 1,1-1,0 0,-1 0,1 1,0-1,-1 0,1 0,0-1,-1 1,1 0,0 0,-1-1,2 0,15-2,-1 0,0-1,0-1,-1-1,0 0,0-1,0-1,-1 0,0-2,0 1,-1-2,0 0,-1 0,-1-1,7-9,-14 17,0-1,-1 0,0 0,0 0,0-1,-1 0,1 1,-1-1,-1 0,1-1,-1 1,0 0,-1-1,1 1,-1-1,-1 1,1-1,-1 1,0-1,0 0,-1 1,0-1,0 1,-2-3,3 7,-1 0,0 1,0-1,0 0,0 1,0-1,0 1,-1 0,1-1,-1 1,1 0,-1 0,1 0,-1 0,1 0,-1 0,0 0,1 0,-1 1,0-1,0 1,0-1,0 1,1 0,-1 0,0 0,0 0,0 0,0 0,0 0,0 1,1-1,-1 1,0-1,0 1,0 0,1-1,-1 1,0 1,-3 0,0 1,0 1,1-1,-1 1,1 0,0 0,0 0,0 1,1-1,0 1,0 0,-2 3,2-2,0-1,1 1,0 0,0 1,1-1,-1 0,1 0,1 1,-1-1,1 1,0-1,1 0,-1 1,1-1,0 0,1 1,0-1,0 0,0 0,1 0,-1 0,1-1,1 1,-1-1,1 0,0 0,0 0,1 0,-1-1,1 0,0 0,5 3,8 4,1-1,0-1,0-1,1-1,0 0,1-2,-1 0,1-1,4-1,46 6</inkml:trace>
  <inkml:trace contextRef="#ctx0" brushRef="#br0" timeOffset="1768.129">2388 657,'-8'-3,"0"1,0 0,0 0,0 1,0 0,0 0,0 1,-1 0,1 0,0 1,0 0,0 1,0 0,0 0,0 1,0-1,1 2,-1-1,1 1,0 0,0 1,0 0,1 0,0 0,0 1,0 0,0 0,0 1,3-3,1 0,-1 0,1 0,-1 0,1 0,0 0,1 1,-1-1,1 1,0-1,0 1,0-1,1 1,0 0,-1-1,2 1,-1 0,0-1,1 1,0 0,0-1,0 1,1-1,0 0,0 1,0-1,0 0,0 0,1 0,0-1,0 1,0 0,0-1,0 0,4 3,9 4,1-1,0-1,0 0,1-1,0-1,0-1,0 0,1-1,0-2,-1 1,1-2,0-1,15-1,-13 2,0-2,0 0,0-1,0-2,0 0,0-1,-1-1,0 0,0-2,0-1,-1 0,-1-1,0-1,0-1,-1 0,0-1,-1-1,11-13,-24 23,1 0,-1 0,1 0,-1-1,-1 0,1 1,-1-1,1 0,-1 0,-1 0,1-1,-1 1,0 0,0 0,0-1,-1 1,0-1,0 1,0-1,-1 1,0 0,0-1,-1-2,1 7,-1 0,1-1,-1 1,1 0,-1 0,1-1,-1 1,0 0,0 1,0-1,1 0,-1 1,0-1,0 1,0-1,0 1,0 0,0 0,0 0,0 0,0 0,0 0,0 0,0 1,0-1,0 1,0 0,0-1,1 1,-1 0,0 0,0 0,1 0,-1 0,1 1,-1-1,1 0,-1 1,1-1,0 1,0 0,0-1,0 1,0 0,0 0,0-1,0 1,1 0,-1 0,0 2,-1 1,0 0,0 0,0 0,0 0,1 0,0 0,0 0,0 1,1-1,-1 1,1-1,1 0,-1 1,1-1,0 0,0 1,0-1,1 0,0 0,0 0,0 0,1 0,0-1,-1 1,2-1,-1 0,0 1,1-1,0-1,0 1,0-1,0 1,1-1,-1 0,1-1,0 1,0-1,0 0,7 4,0-2,0 1,1-2,0 1,0-2,0 0,0 0,0-1,0-1,0 0,0-1,0 0,0-1,0 0,0-1,0-1,-1 0,1-1,-1 0,0-1,-6 1,0 0,0 0,0-1,-1 0,0 0,0 0,0-1,-1 0,0 1,0-2,-1 1,1 0,-2-1,1 1,-1-1,0 0,-1 0,0 0,0 0,-1 0,1-6,-1 1,0-1,-2 1,1-1,-2 1,1-1,-2 1,0 0,-1 1,0-1,-3-4,78 43,-37-15,-26-9,1-1,-1 1,1 0,-1 1,0 0,0 0,0 0,-1 1,1 0,-1 0,0 1,0 0,0 0,-1 0,0 1,0 0,0 0,0 0,-1 0,1 3,2 77,-8-81,0 1,0-1,0 1,1-1,0 1,0 0,1-1,0 1,-1-1,2 1,-1-1,1 1,0-1,0 0,0 0,1 0,0 0,0 0,0-1,0 1,1-1,0 0,0 0,0 0,0 0,0-1,2 1,5 0,1 0,0-1,0-1,0 1,1-2,-1 0,0 0,1-1,-1-1,0 0,1 0,-1-1,0-1,0 0,0-1,-1 0,1-1,-1 0,0-1,0 0,-1-1,0 0,0 0,0-1,-1-1,-1 1,1-2,-1 1,-1-1,0 0,0 0,-1-1,0 0,4-11,-8 18,0 0,-1 0,1 0,-1 0,0 0,0 0,0 0,0 0,-1-1,1 1,-1 0,0 0,-1 0,1-1,-1 1,0 0,0 0,0 0,0 0,-1 0,0 0,0 0,0 1,0-1,0 0,-1 1,1 0,-1 0,0 0,0 0,0 0,-1 0,1 1,-3-2,1 4,1 1,-1-1,1 1,-1 0,1 1,0-1,-1 1,1 0,0 0,0 0,0 0,0 1,0 0,1 0,-1 0,1 0,0 0,0 1,0-1,0 1,1 0,-1 0,1 0,0 0,0 0,1 0,-1 1,1-1,0 1,0-1,0 1,1 1,0 0,0 0,1 0,0 0,0 0,1 0,-1-1,1 1,0 0,1-1,0 1,-1-1,2 0,-1 0,0 0,1-1,0 1,0-1,1 0,-1 0,1 0,0-1,0 1,0-1,0 0,0-1,1 1,-1-1,1 0,0 0,2-1,177 51,-85-33</inkml:trace>
</inkml:ink>
</file>

<file path=ppt/ink/ink1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14T06:36:55.246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1 294,'27'0,"32"0,28 0,25 0,18-2,8-1,-2 0,-10 0,-20 1,-26 1,-25 1</inkml:trace>
  <inkml:trace contextRef="#ctx0" brushRef="#br0" timeOffset="323.679">616 0,'196'62,"38"25,-210-78,20 7,-1 3,0 1,26 17,-66-35,0-1,1 1,-1-1,0 1,0 0,0 0,0 0,-1 0,1 1,0-1,-1 1,0 0,0 0,1-1,-2 1,1 1,0-1,-1 0,1 0,-1 1,0-1,0 0,0 1,-1-1,1 1,-1 0,0-1,0 1,0-1,0 1,-1-1,1 1,-1-1,-1 4,-4 2,-1 1,-1-1,0-1,0 1,0-1,-1-1,-1 1,1-1,-5 1,-280 174,242-150</inkml:trace>
</inkml:ink>
</file>

<file path=ppt/ink/ink1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14T06:36:51.725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1 808,'12'4,"0"2,-1-1,0 2,0-1,0 1,0 1,-1 0,-1 1,1 0,-2 0,1 1,-1 0,0 0,-1 1,-1 0,1 0,-2 1,3 5,-7-15,23 44,43 59,-66-103,-1-1,1 0,0 0,0 0,0 0,0 0,0 0,0 0,1 0,-1-1,0 1,0 0,1-1,-1 1,0-1,1 1,-1-1,0 0,1 1,-1-1,0 0,1 0,-1 0,1 0,-1 0,1-1,-1 1,0 0,1 0,-1-1,0 1,1-1,-1 0,0 1,0-1,1 0,-1 0,0 1,0-1,0 0,0 0,1-1,32-54,-31 50,91-203,-84 191,-10 18,0 0,-1 0,1 0,0 0,0 1,0-1,-1 0,1 0,0 1,0-1,0 0,0 0,0 1,-1-1,1 0,0 1,0-1,0 0,0 0,0 1,0-1,0 0,0 1,0-1,0 0,0 1,0-1,0 0,0 0,1 1,-1-1,0 0,0 0,0 1,0-1,0 0,1 0,-1 1,0-1,0 0,0 0,1 0,-1 1,0-1,0 0,1 0,-1 0,0 0,0 0,1 1,-1-1,0 0,1 0,-1 0,0 0,0 0,1 0,-1 0,0 0,1 0,-1 0,0 0,1 0,-1 0,0 0,0-1,1 1,-1 0,0 0,1 0,-4 35,2-29,-1 0,1 1,0-1,0 1,0-1,1 1,0-1,1 1,-1 0,1-1,1 0,-1 1,1-1,0 0,0 1,1-1,0 0,0-1,0 1,1-1,0 1,0-1,0 0,1 0,0-1,0 1,0-1,0 0,6 0,-1-1,1 0,-1-1,1 0,0-1,0 0,0 0,0-2,0 1,0-1,0-1,0 0,-1 0,1-1,-1 0,1-1,-1 0,0-1,-1 0,1-1,-1 0,0 0,0-1,-1 0,0 0,0-1,-1 0,0-1,0 1,-1-1,0-1,-1 1,0-1,0 0,-1 0,0 0,-1-1,1-3,-3-57,-1 71,-1 0,1 0,-1-1,1 1,-1 0,1 0,-1 0,1 0,-1 0,1 0,-1 0,1 0,-1 0,1 1,-1-1,1 0,-1 0,1 0,-1 1,1-1,0 0,-1 0,1 1,-1-1,1 0,0 1,-1-1,1 0,0 1,-1-1,1 1,0-1,0 1,-1-1,1 0,0 1,0-1,0 1,0-1,-1 1,1-1,0 1,0-1,0 1,0-1,0 1,0-1,1 1,-1-1,0 1,0-1,0 1,0-1,0 1,1-1,-1 1,0-1,1 1,-1-1,0 0,1 1,-4 8,2 0,-1 0,1 0,1 1,0-1,0 0,0 0,1 1,1-1,0 0,0 0,1 0,0 0,0-1,1 1,0-1,0 0,1 0,0 0,1-1,0 0,0 0,0 0,1-1,0 0,0 0,1 0,0-1,-1 0,2-1,7 4,-8-5,1-1,-1 1,1-1,-1-1,1 0,-1 0,1 0,0-1,-1-1,1 1,0-1,-1-1,1 0,-1 0,1-1,-1 1,0-2,0 1,-1-1,1-1,-1 1,0-1,0-1,0 1,-1-1,1 0,-1 0,-1-1,1 0,-1 0,-1 0,3-6,1-4,-1 0,-1-1,-1 0,-1 0,0 0,-1-1,-1 1,-1-1,0 1,-2-12,0 118,2-80,1-1,0 1,0-1,1 0,0 1,1-1,-1 0,1-1,0 1,1-1,0 0,0 0,0 0,1-1,-1 1,2-1,-1-1,0 1,1-1,0 0,0-1,0 0,0 0,0 0,1-1,-1 0,5 0,41 6,-2-5</inkml:trace>
  <inkml:trace contextRef="#ctx0" brushRef="#br0" timeOffset="840.59">1738 714,'-9'11,"0"0,1 0,1 1,-1 0,2 0,0 1,0 0,2 0,-1 1,1 1,3-10,0 1,0 0,0 0,1-1,0 1,0 0,1-1,-1 1,1 0,0-1,1 1,0 0,0-1,0 0,0 1,1-1,-1 0,2 0,-1-1,0 1,1-1,0 1,0-1,0 0,3 2,3 0,0 0,1 0,-1-1,1 0,0-1,0 0,1-1,-1 0,1-1,-1 0,1-1,0-1,0 1,0-2,-1 0,1 0,0-1,-1 0,1-1,-1 0,0-1,0-1,0 0,-1 0,1-1,-1 0,-1 0,1-1,-1-1,0 0,-1 0,3-3,-5 2,0-1,0 1,-1-1,0 0,-1 0,0-1,0 1,-1-1,-1 0,0 0,0 0,-1 0,0 0,-1 0,-1-1,1 13,-1-1,1 1,0 0,-1-1,1 1,-1 0,0-1,1 1,-1-1,1 1,-1-1,0 0,0 1,1-1,-1 0,0 1,1-1,-1 0,0 0,0 1,0-1,1 0,-1 0,0 0,0 0,0 0,1 0,-1-1,0 1,0 0,1 0,-1 0,0-1,0 1,1 0,-1-1,0 1,1-1,-1 1,0-1,1 1,-1-1,1 1,-1-1,1 1,-1-1,1 0,-1 1,1-1,0 0,-1 0,1 1,0-1,0 0,-1 0,1 1,0-1,0 0,0 0,0 0,0 1,0-1,0 0,0 0,0 1,1-1,-1 0,0 0,0 0,1 1,-6 4,1 1,0-1,0 1,1 0,-1 1,1-1,0 1,1-1,-1 1,1 0,0 0,0 0,1 0,0 0,0 0,1 0,-1 1,1-1,1 0,-1 0,1 1,0-1,0 0,1 0,0 0,0 0,0 0,1-1,0 1,0-1,0 0,1 1,-1-1,4 3,5-2,0-1,0 0,0-1,0 0,0-1,1 0,0-1,-1 0,1-1,0-1,0 0,0 0,0-1,0-1,-1-1,1 1,-1-2,10-3,-3 1,0 0,0-1,-1-1,0-1,-1-1,1 0,-2-1,0-1,0-1,4-5,-19 18,0 0,0 0,-1 0,1 1,0-1,-1 0,1 0,0 1,-1-1,1 0,-1 1,1-1,0 0,-1 1,1-1,-1 1,1-1,-1 1,1-1,-1 1,0 0,1-1,-1 1,1 0,-1-1,0 1,0 0,0-1,1 1,-1 0,0-1,0 1,0 0,0-1,0 1,0 0,0 0,0-1,0 1,-1 0,1-1,0 1,0 0,-1-1,1 1,0 0,-1 0,4 14,-1-10,0 0,1 0,-1 0,1 0,0-1,1 0,-1 0,1 1,0-2,0 1,0 0,0-1,1 0,-1 0,1 0,0-1,0 0,0 1,0-2,0 1,1-1,-1 1,4-1,128 4,-10-26,-63 25,-61-2,1-1,-1 0,1 0,0 0,-1 0,1-1,0 1,0-1,0 0,-1 0,1 0,0-1,0 1,-1-1,1 0,0 0,-1 0,1 0,-1-1,1 0,-1 0,0 1,1-2,-1 1,0 0,0-1,-1 1,1-1,-1 0,1 0,0-2,-1 2,-1 0,1 0,-1 0,0 0,0-1,-1 1,1 0,-1-1,1 1,-1-1,0 1,0 0,0-1,-1 1,1 0,-1-1,0 1,0 0,0-1,-1 1,1 0,-1 0,1 0,-1 0,0 0,0 1,0-1,-1 1,1-1,-2-1,-4-2,1 0,-1 0,0 0,0 1,-1 1,1-1,-1 1,0 1,-1-1,-2 1,3 0,0 0,-1 1,1 0,0 0,-1 1,1 1,-1 0,1 0,-1 0,1 1,-1 1,1 0,0 0,-1 1,1 0,1 0,-1 1,0 0,1 1,0 0,0 0,0 1,1-1,0 2,0-1,0 1,-5 8,10-11,1 1,0 0,0-1,0 1,0 0,1 0,-1 0,1 0,1 0,-1 0,1-1,-1 1,2 0,-1 0,0 0,1-1,0 1,0-1,0 1,1-1,-1 0,1 0,0 0,0 0,0-1,1 1,0-1,-1 0,1 0,0 0,0 0,1-1,-1 0,0 0,1 0,0 0,-1-1,1 1,4 0,35 11</inkml:trace>
  <inkml:trace contextRef="#ctx0" brushRef="#br0" timeOffset="1112.867">3128 553,'-13'-18,"-10"-9,-2 4,0 9,4 14,7 19,4 15,8 13,7 10,4-5</inkml:trace>
  <inkml:trace contextRef="#ctx0" brushRef="#br0" timeOffset="1761.349">3156 1021,'10'1,"0"-1,0 0,0-1,0 0,0-1,0 0,-1 0,1-1,-1 0,1-1,-1 0,0 0,0-1,-1-1,1 1,-1-1,0 0,-1-1,0 0,0 0,0-1,-1 0,0 0,-1 0,1-1,-2 0,1 0,2-9,-2 7,-1-1,-1 1,0-1,-1 1,0-1,-1 0,0 0,-1 0,0 0,-1 0,0 0,-1 1,0-1,-1 0,-1 1,1-1,-3 0,6 10,-1 0,1 0,-1 0,0 1,0-1,1 0,-1 1,-1-1,1 1,0-1,0 1,0 0,-1-1,1 1,-1 0,1 0,-1 0,1 0,-1 0,0 0,0 1,1-1,-1 0,0 1,0-1,0 1,1 0,-1 0,0 0,0 0,0 0,0 0,0 0,1 0,-1 1,0-1,0 1,0-1,1 1,-1 0,0 0,1 0,-1 0,0 0,1 0,0 0,-1 0,1 1,0-1,-1 0,1 1,0 0,0 0,0 0,1 0,-1 0,0 0,1 0,0 1,0-1,-1 0,1 0,0 0,1 0,-1 1,0-1,1 0,-1 0,1 0,0 0,-1 0,1 0,0 0,0 0,0 0,1 0,-1 0,0-1,1 1,-1 0,1-1,0 1,-1-1,1 0,0 1,66 33,204 34,-267-68,-1 0,0 1,0 0,1-1,-1 1,-1 1,1-1,0 1,-1-1,1 1,-1 0,0 0,0 1,0-1,0 1,0-1,-1 1,0 0,0 0,0 0,0 0,0 0,-1 1,0-1,0 0,0 1,-1-1,1 1,-15 142,15-144,-1 0,1-1,0 1,0 0,0 0,0-1,1 1,-1-1,1 1,-1-1,1 1,0-1,0 0,0 0,0 0,0 0,1 0,-1-1,1 1,-1 0,1-1,-1 0,1 0,0 0,0 0,-1 0,1 0,2-1,83 4,-80-5,1 0,-1 0,0-1,0 0,1 0,-1-1,-1 0,1 0,0-1,-1 0,0-1,0 1,0-1,0-1,-1 1,0-1,0 0,-1-1,1 1,-2-1,1 0,-1-1,0 1,1-3,-4 9,0 0,-1 0,1-1,0 1,-1 0,1 0,-1-1,0 1,1 0,-1-1,0 1,0-1,0 1,0 0,0-1,0 1,0 0,0-1,-1 1,1-1,0 1,-1 0,1 0,-1-1,0 1,1 0,-1 0,0 0,0-1,0 1,0 0,0 0,0 0,0 0,0 1,0-1,0 0,0 0,-1 1,1-1,0 1,0-1,-1 1,1-1,0 1,-1 0,1 0,-1 0,1 0,0 0,-1 0,1 0,-1 0,0 0,-1 3,0-1,1 1,-1-1,1 1,0 0,0 0,0 0,0 0,0 0,1 1,-1-1,1 1,0-1,0 1,0-1,0 1,1-1,-1 1,1 0,0-1,0 1,1-1,-1 1,1 0,-1-1,1 1,0-1,1 1,-1-1,1 0,-1 1,1-1,0 0,0 0,0 0,1 0,0 1,3-1,-1 1,1-1,0-1,0 1,0-1,0 0,1 0,-1 0,1-1,-1 0,1 0,-1-1,1 0,-1 0,1-1,-1 1,1-1,-1-1,0 1,1-1,-1 0,0-1,0 1,0-1,0-1,-1 1,1-1,-1 0,0 0,0 0,-1-1,1 0,-1 1,0-2,0 1,0 0,-1-1,0 0,1-2,-2 3,0-1,0 1,-1 0,0 0,0 0,0-1,-1 1,0 0,0-1,0 1,-1-1,1 1,-1 0,-1 0,1 0,-1-1,0 1,0 0,0 1,-1-1,1 0,-1 1,0-1,-1 1,1 0,-1 0,0 0,0 1,0-1,0 1,0 0,-1 0,0 1,1-1,-1 1,0 0,0 0,-1 1,1-1,0 1,-3 0,0 1,0 0,0 1,0-1,1 2,-1-1,0 1,1 0,-1 1,1 0,0 0,0 0,0 1,0 0,1 1,-1-1,1 1,0 0,0 1,1-1,0 1,0 0,0 1,1-1,0 1,0 0,1 0,-1 0,2 1,-1-1,2-4,1 0,0 0,-1 0,1 0,0 0,0 0,1 0,-1 0,1 0,-1 0,1 0,0 0,0 0,0-1,0 1,1 0,-1-1,1 1,0-1,0 1,0-1,0 0,0 0,0 0,0 0,1 0,-1 0,1 0,80 26,-44-24</inkml:trace>
  <inkml:trace contextRef="#ctx0" brushRef="#br0" timeOffset="2019.708">4305 566,'-9'-18,"-10"-13,-6-3,-6 2,-2 5,0 11,4 12,4 14,6 14,6 10,11 10,9 8,14 3,9 1,-1-8</inkml:trace>
  <inkml:trace contextRef="#ctx0" brushRef="#br0" timeOffset="2302.47">4305 954,'4'5,"1"-1,-1 0,1 0,1-1,-1 1,0-1,1 0,-1 0,1-1,0 0,0 0,0 0,0-1,0 0,0 0,1 0,-1-1,0 0,0 0,0-1,1 0,-1 0,0 0,0-1,0 1,0-1,0-1,-1 1,1-1,9-9,-1-1,0 0,-1 0,-1-2,0 1,-1-2,0 1,-1-1,-1-1,-1 0,0 0,-1-1,1-6,13-39,-2-1,-4-1,-2 0,-3-1,-3 0,-3 0,-2-8,-2 62,1-12,-1 0,-1 0,-1 0,-1 0,-1 0,-1 0,-3-5,8 28,0 0,0 0,0 0,-1 0,1-1,0 1,-1 1,1-1,-1 0,1 0,-1 0,1 0,-1 0,1 0,-1 0,0 1,0-1,1 0,-1 0,0 1,0-1,0 1,0-1,0 1,0-1,0 1,0 0,0-1,0 1,0 0,0 0,0-1,0 1,0 0,0 0,0 0,0 0,0 1,-29 31,17-3,1 1,1 0,2 1,1 0,2 0,1 1,1 0,2 0,1 14,0 2,3 0,2 0,1-1,3 0,2 0,2-1,2 0,1-1,3-1,2 0,2-2,1 0,2-2,19 23,2-20,-45-43,0-1,0 1,0-1,0 1,-1-1,1 0,0 1,0-1,-1 0,1 0,-1 0,1 1,-1-1,1 0,-1 0,1 0,-1 0,0 0,1 0,-1 0,0 0,0 0,0 0,0 0,0 0,0 0,0 0,0 0,0 0,0 0,-1 0,1 0,0 0,-1 0,1 0,-1 0,1 0,0 1,-30-99,8 42</inkml:trace>
  <inkml:trace contextRef="#ctx0" brushRef="#br0" timeOffset="3073.918">4412 420,'77'36,"1"-3,2-3,58 12,130 50,-170-39,-94-51,-1 1,1-1,-1 1,0 0,0 1,0-1,0 0,0 1,-1 0,0 0,0-1,0 1,0 0,0 1,-1-1,0 0,0 0,0 1,0-1,-1 0,0 1,0-1,0 1,-2 7,-2 0,1-1,-2 1,1-1,-2 0,1 0,-1-1,-1 0,0 0,-3 3,-15 23,22-31,-40 83,42-85,0-1,0 1,1 0,-1-1,1 1,0 0,0-1,0 1,0 0,0-1,1 1,-1 0,1-1,-1 1,1-1,0 1,0 0,0-1,1 0,-1 1,1-1,-1 0,1 0,0 0,-1 0,1 0,0 0,0 0,1-1,-1 1,0-1,0 1,3 0,1 1,0-1,1 1,0-1,-1-1,1 1,0-1,0 0,0 0,0-1,-1 0,1 0,0-1,0 0,0 0,0-1,-1 0,1 0,0 0,-1-1,0 0,0 0,0 0,0-1,0 0,-1 0,1-1,-1 1,0-1,-1-1,1 1,-1 0,0-1,0 0,-1 0,0 0,0 0,0-1,-1 1,1-4,0 1,-1-1,0 0,-1 0,0 0,0 0,-1 0,0 0,-1 1,0-1,-2-7,2 13,0-1,-1 0,1 0,-1 0,0 1,0-1,0 1,-1 0,1-1,-1 1,0 0,0 1,-1-1,1 0,-1 1,0 0,0 0,0 0,0 0,0 1,-1 0,1 0,-1 0,0 0,1 1,0 0,-1 1,1-1,0 1,0 0,0 0,-1 0,1 1,0 0,0 0,0 0,0 0,0 0,0 1,0 0,0 0,1 0,-1 0,1 0,-1 1,1-1,0 1,0 0,0 0,0 1,1-1,-1 0,1 1,0-1,0 1,0 0,1 0,-1 0,1 0,0 0,0 0,0 0,0 0,1 0,0 1,0-1,0 0,0 0,1 0,-1 1,1-1,0 0,1 0,-1 0,1 0,1 2,7 7,0-1,1 0,0-1,1-1,1 1,-1-2,2 0,-1 0,1-2,0 0,1 0,-1-1,2-1,-1 0,0-1,1-1,0 0,-1-1,14-1,-25 0,0 0,0 0,1-1,-1 1,0-1,0 0,1-1,-1 1,0-1,1 0,-1 0,0 0,0 0,0-1,0 0,0 0,0 0,-1 0,1 0,-1-1,1 0,-1 1,0-1,0 0,0-1,0 1,-1-1,1 1,1-4,0-12,0 1,-1-1,-1 0,0 0,-2 0,0 0,-1 0,-1 0,-1 0,-1 0,-3-10,-29-109,36 139,1-1,-1 0,1 0,0 1,-1-1,1 0,-1 0,1 0,0 0,-1 0,1 1,0-1,-1 0,1-1,0 1,-1 0,1 0,0 0,-1 0,1 0,-1-1,1 1,0 0,-1-1,1 1,-1 0,1-1,-1 1,1 0,-1-1,1 1,-1-1,0 1,1-1,-1 1,1-1,-1 0,0 1,0-1,1 1,-1-1,0 0,0 1,0-1,0 0,0 1,0-1,1 1,-2-1,1 0,0 1,0-1,0 0,0 1,0-1,0 0,-1 1,1-1,0 1,-1-1,194 101,-177-93,65 39,-78-44,-1 1,1-1,-1 0,0 1,1 0,-1-1,0 1,-1 0,1 0,0 0,-1 0,0 1,0-1,0 0,0 1,0-1,-1 0,1 1,-1-1,0 1,0-1,0 1,-1-1,1 0,-1 1,-30 117,31-118,1-1,-1 1,1 0,0 0,-1-1,1 1,1 0,-1-1,0 1,1-1,-1 0,1 1,0-1,0 0,0 0,0 0,0 0,0 0,0-1,1 1,-1-1,0 1,1-1,0 0,-1 0,1 0,0 0,0 0,85 13,-83-13,143 1,-73-5</inkml:trace>
</inkml:ink>
</file>

<file path=ppt/ink/ink1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14T06:37:10.543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52 8,'-7'4,"4"-2,0-1,0 1,0 0,0 0,0 1,0-1,0 0,1 1,-1 0,1-1,0 1,0 0,0 0,0 0,0 1,1-1,-1 2,2-3,1-1,0 1,0-1,0 0,0 1,0-1,0 0,0 1,0-1,1 0,-1 0,0 0,1 0,-1 0,1 0,-1-1,1 1,-1 0,1-1,0 1,-1-1,1 1,0-1,-1 0,1 0,0 0,-1 0,1 0,0 0,0 0,-1-1,6 1,-1 0,1 0,0 0,-1-1,1-1,-1 1,0-1,1 0,-1 0,0-1,0 1,0-1,-1-1,1 1,-1-1,1 0,-1 0,2-4,-6 8,0-1,-1 0,1 1,0-1,-1 0,1 1,-1-1,1 0,-1 0,0 0,1 1,-1-1,0 0,1 0,-1 0,0 0,0 0,0 0,0 0,0 0,0 1,0-1,0 0,0 0,0 0,-1 0,1 0,0 0,-1 0,1 1,0-1,-1 0,1 0,-1 0,0 1,1-1,-1 0,1 1,-1-1,0 0,1 1,-1-1,0 1,0-1,0 1,1 0,-1-1,0 1,0 0,0-1,0 1,0 0,0 0,0 0,-52 0,48 2,0 1,0 0,0-1,0 2,0-1,1 0,-1 1,1 0,0 0,0 0,0 1,1-1,-1 1,-1 3,-11 21</inkml:trace>
</inkml:ink>
</file>

<file path=ppt/ink/ink1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14T06:37:10.798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165 116,'0'-11,"-3"-9,-4-3,-7 1,-4 3,-5 5,-2 8,0 9,3 8,4 9,9 9,14 3,17 1,6-5</inkml:trace>
</inkml:ink>
</file>

<file path=ppt/ink/ink1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14T06:37:12.337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80 1,'-4'63,"-2"-1,-3 1,-3-2,-6 13,-4 29,20-101,1 0,0 0,0 0,1 1,-1-1,0 0,1 1,-1-1,1 0,0 1,0-1,0 1,0-1,0 0,1 1,-1-1,1 1,-1-1,1 0,0 1,0-1,0 0,0 0,0 0,0 0,1 0,-1 0,1 0,0 0,-1-1,1 1,0 0,0-1,0 0,0 1,0-1,0 0,0 0,1 0,0 0,14 0,0 0,-1-1,1-1,0-1,-1 0,1-1,-1-1,0-1,0 0,7-4,-3 3,0-2,-1 0,0-1,0-1,-1 0,0-2,-1 0,-1-1,1 0,-2-1,3-4,-17 17,1-1,-1 1,1 0,-1 0,0 0,1-1,-1 1,0-1,0 1,0-1,0 0,0 1,0-1,0 0,-1 1,1-1,-1 0,1 0,-1 0,0 0,0 0,0 1,0-1,0 0,0 0,0 0,0 0,-1 0,1 1,-1-1,1 0,-1 0,0 1,0-1,0 0,0 1,0-1,0 1,0-1,0 1,-1-1,1 1,-1 0,1 0,-1 0,1 0,-1 0,0 0,-1-1,-1 3,0 0,0 0,0 0,0 1,0-1,0 1,1 0,-1 0,0 0,1 1,0-1,-1 1,1 0,0 0,1 0,-1 0,0 0,1 0,0 1,-1 0,1-1,1 1,-1 0,0 2,-9 20,2 0,0 1,2 0,1 0,1 1,2-1,0 1,2 0,1 0,1 0,2 0,0-1,8 28,1-4</inkml:trace>
</inkml:ink>
</file>

<file path=ppt/ink/ink1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14T06:37:21.178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205 550,'-123'15,"119"-14,-1 0,1 1,-1-1,1 1,0 0,0 0,0 1,0-1,0 1,0 0,1 0,-1 0,1 1,0-1,0 1,0-1,1 1,-1 0,1 0,0 1,0-1,0 0,1 1,-1 2,2-1,1 0,0 0,0-1,1 1,-1 0,1-1,1 1,-1-1,1 1,0-1,0 0,0 0,1-1,0 1,0-1,0 1,0-1,1 0,-1-1,1 1,0-1,0 0,0 0,1-1,-1 1,1-1,-1-1,1 1,4 0,21 9,1-2,0-2,1 0,0-2,0-2,0-1,0-1,0-2,0-1,28-6,42-26,-99 32,0 0,0 0,0 0,0-1,0 1,-1-1,1 0,-1 0,0-1,0 1,0-1,0 1,-1-1,0 0,1 0,-1 0,-1 0,1-1,0 1,-1 0,0-1,0-1,-1 5,1-1,-1 0,0 0,0 0,0 0,0 1,0-1,0 0,-1 0,1 0,-1 1,1-1,-1 0,0 0,1 1,-1-1,0 1,0-1,0 1,0-1,-1 1,1-1,0 1,-1 0,1 0,0 0,-1 0,0 0,1 0,-1 0,1 0,-1 0,0 1,0-1,1 1,-1-1,-1 1,2 1,-1 1,1-1,-1 0,1 1,-1-1,1 1,0 0,0-1,-1 1,1 0,0 0,1-1,-1 1,0 0,1 0,-1 0,1 0,-1 0,1 0,0 0,0 1,0-1,0 0,0 0,1 0,-1 0,0 0,1 0,0 0,-1 0,1 0,0-1,0 1,1 1,3 4,0 0,1 0,-1-1,2 0,-1 0,0-1,1 1,0-1,1-1,-1 0,1 0,0 0,-1-1,2 0,-1 0,0-1,0 0,1-1,-1 1,1-2,0 1,-1-1,1-1,0 0,-6 2,0-1,0 0,0 0,0 0,0 0,0 0,0-1,0 1,0-1,0 0,0 0,0 0,0 0,-1-1,1 1,0-1,-1 1,1-1,-1 0,0 0,1 0,-1-1,0 1,0 0,-1-1,1 1,0-1,-1 0,1 1,-1-1,0 0,0 0,0 0,-1 0,1 0,-1 0,1 0,-1 0,0 0,0 0,0-1,-4-3,0 0,0 1,0-1,-1 1,1 0,-2 0,1 0,-1 1,0 0,0 0,0 0,0 1,-1 0,0 0,0 0,0 1,0 0,-1 1,1 0,-1 0,0 0,1 1,-2 0,4-1,0 1,-1-1,1 1,-1 0,1 0,-1 1,0 0,1 0,-1 0,1 1,-1-1,0 1,1 1,-1-1,1 1,0 0,0 0,-1 0,1 1,1 0,-1 0,0 0,1 1,0-1,-1 1,1 0,1 0,-1 1,1-1,-1 1,1 0,1 0,-1 0,1 0,0 0,0 0,-1 5,3-5,1-1,-1 1,1 0,0 0,1-1,-1 1,1-1,0 1,0-1,0 0,1 0,-1 0,1 0,0 0,0-1,1 1,-1-1,1 0,0 0,-1 0,1 0,0-1,1 1,-1-1,0 0,1-1,-1 1,3 0,30 10</inkml:trace>
  <inkml:trace contextRef="#ctx0" brushRef="#br0" timeOffset="1012.111">766 336,'-57'-96,"56"95,0-1,1 1,-1 0,0 0,1 0,-1 0,1-1,-1 1,1 0,0 0,0-1,0 1,-1 0,1-1,0 1,0 0,1 0,-1-1,0 1,0 0,1-1,-1 1,1 0,-1 0,1 0,-1-1,1 1,0 0,-1 0,1 0,0 0,0 0,0 0,0 0,0 1,0-1,0 0,0 0,0 1,0-1,1 1,-1-1,0 1,0-1,0 1,2 0,19-4,0 0,0 2,1 1,-1 1,1 1,17 3,-40-4,2 0,-1-1,0 1,0 0,1 0,-1 0,0 0,1 0,-1 0,0 0,0 0,1 1,-1-1,0 0,0 1,1-1,-1 1,0-1,0 1,0 0,0-1,0 1,0 0,0 0,0 0,0 0,0 0,0 0,-1 0,1 0,0 0,-1 0,1 0,-1 0,1 1,-1-1,1 0,-1 0,0 1,0-1,0 1,-28 89,23-74,1 0,0 0,1 0,1 1,1-1,1 1,0-1,1 1,1-1,0 1,2-1,0 0,1 0,0 0,8 14,0-6,1 0,2 0,0-2,2 0,0-1,21 20,-37-41,-1 1,0 0,1 0,-1 0,1-1,-1 1,1-1,0 1,-1-1,1 0,0 1,0-1,0 0,0 0,0-1,0 1,1 0,-1-1,0 1,0-1,0 0,1 1,-1-1,0 0,0-1,1 1,-1 0,0-1,0 1,0-1,0 1,1-1,-1 0,0 0,0 0,-1 0,3-1,52-79,-54 80,1 1,-1 0,0-1,0 1,1 0,-1 0,0 1,0-1,1 0,-1 1,0-1,0 1,0 0,0 0,1 0,-1 0,0 0,-1 0,1 0,0 1,0-1,0 1,-1-1,1 1,-1 0,1-1,-1 1,0 0,0 0,0 0,0 0,0 0,0 0,0 1,-1-1,1 0,-1 1,2-1,57 102,-58-104,0 1,0 0,0-1,0 1,0 0,0-1,0 1,0-1,0 1,0-1,1 0,-1 0,0 1,0-1,0 0,1 0,-1 0,0 0,0 0,0-1,0 1,1 0,-1 0,0-1,0 1,0-1,0 1,0-1,0 1,0-1,0 0,0 1,0-1,0 0,0 0,-1 0,1 0,0 0,0 0,26-41,12-95,-39 135,2-1,-1 1,0-1,0 1,1 0,-1 0,1-1,0 1,0 0,0 0,0 1,0-1,0 0,0 1,1-1,-1 1,0 0,1-1,-1 1,1 1,0-1,-1 0,1 0,0 1,-1 0,1-1,0 1,0 0,-1 1,1-1,0 0,-1 1,3 0,0 0,0-1,0 2,0-1,0 0,0 1,-1 0,1 0,0 0,-1 1,0 0,0 0,0 0,0 0,0 0,0 1,-1 0,0-1,1 3,-1 1,-1 0,0 0,0 0,-1 0,0 1,0-1,-1 1,0-1,0 0,-1 1,1-1,-2 0,1 0,-2 4,-4 36,7-44,0-1,1 1,-1-1,0 0,1 1,-1-1,1 0,0 1,-1-1,1 0,0 0,0 0,1 0,-1 0,0 0,1 0,-1 0,1 0,0-1,0 1,-1-1,1 1,0-1,0 0,0 1,0-1,1 0,-1-1,0 1,0 0,2 0,75 9,-72-9,1-1,-1 0,1-1,-1 1,1-1,-1-1,0 1,1-1,-1-1,0 1,0-1,-1-1,1 1,-1-1,1 0,-1 0,0-1,-1 0,1 0,-1 0,4-5,-8 8,0-1,1 1,-1 0,1 0,-1 0,1 0,0 0,0 0,0 1,0-1,0 1,0-1,1 1,-1 0,0 0,1 0,-1 0,1 0,-1 0,1 1,-1-1,1 1,0 0,-1 0,1 0,-1 0,3 0,13 2</inkml:trace>
  <inkml:trace contextRef="#ctx0" brushRef="#br0" timeOffset="1485.517">2223 737,'-13'-6,"0"0,-1 1,1 1,-1 0,0 1,0 1,0 0,-1 1,1 0,0 1,-7 1,13 0,1 0,0 0,0 0,0 1,0 0,1 1,-1-1,1 1,-1 0,1 1,0 0,0 0,0 0,1 1,-1-1,1 1,0 1,1-1,-1 1,1 0,0 0,1 0,-2 3,3-6,1-1,0 1,0-1,0 1,0 0,0 0,0-1,1 1,0 0,-1 0,1 0,0 0,0 0,1-1,-1 1,0 0,1 0,0 0,0-1,0 1,0 0,0-1,0 1,1-1,-1 1,1-1,0 0,-1 1,1-1,0 0,1 0,-1 0,0-1,0 1,1 0,-1-1,1 0,-1 1,1-1,0 0,7 2,0 0,1-1,-1 0,1-1,-1 0,1-1,0 0,-1 0,1-1,-1-1,1 0,-1 0,1-1,-1 0,0-1,-1 0,1 0,0-1,-1-1,0 1,-1-1,1-1,-1 0,0 0,-1-1,0 1,0-2,0 1,-1-1,-1 0,3-4,3-15,-2 0,0 0,-2-1,-1 0,-2 0,0-1,-1-20,-1 27,28-408,-33 361,-7 70,-25 63,17-16,3 0,2 2,2-1,2 1,2 1,2-1,2 28,4-49,0 0,2 0,1 0,1-1,1 1,2-1,1-1,1 1,1-2,1 1,1-2,1 0,1 0,2-1,0-1,1-1,1 0,2-2,-1 0,19 12,114 56,-91-61</inkml:trace>
</inkml:ink>
</file>

<file path=ppt/ink/ink1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14T06:37:14.714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0 334,'21'0,"22"0,27 0,24-2,21-4,12 1,2-1,-7 3,-16 0,-20 4,-26 1</inkml:trace>
  <inkml:trace contextRef="#ctx0" brushRef="#br0" timeOffset="299.199">642 0,'189'54,"-131"-41,-1 2,-1 3,0 3,-2 1,-1 3,19 14,-66-36,1 0,-1 0,0 1,0 0,-1 1,1-1,-1 1,0 0,0 0,-1 0,0 1,1 0,-2 0,1 0,-1 0,0 0,0 1,-1 0,0-1,0 1,0 0,-1 0,0 0,0 0,-1 3,-4 1,0 1,-1-1,-1 0,0-1,0 1,-1-1,0 0,-1-1,0 1,0-2,-1 1,0-1,-1-1,1 1,-2-2,1 1,-1-1,-211 120,128-76,43-22</inkml:trace>
</inkml:ink>
</file>

<file path=ppt/ink/ink1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14T06:37:13.052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1 110,'12'24,"-1"1,-1 1,-1 0,-1 0,0 5,-1-4,23 92,-5 2,-5 0,2 109,-21-200,7-167,-7 132,0 0,0 0,0-1,1 1,0 0,0 0,0 1,1-1,0 0,0 1,0-1,0 1,1 0,-1 0,1 0,0 1,0-1,1 1,-1 0,1 0,-1 1,1-1,0 1,0 0,0 0,0 1,1 0,-1 0,0 0,1 0,0 1,2 0,0 2,0-1,-1 1,1 0,0 1,-1 0,1 0,-1 0,0 1,0 0,0 1,0-1,-1 1,0 1,0-1,-1 1,1 0,-1 0,0 1,-1 0,1-1,-2 1,1 1,-1-1,3 8,-6-10,-1 0,1 0,-1 0,0-1,0 1,-1 0,1 0,-1-1,0 1,-1-1,1 0,-1 0,1 1,-1-2,-1 1,1 0,0-1,-1 1,0-1,0 0,0 0,0 0,0-1,0 0,-1 1,1-2,-1 1,0 0,1-1,-1 0,0 0,0 0,0-1,0 0,0 0,-4 0,7 0,0 0,0 0,0 0,0 0,0 0,0 0,0 0,0-1,0 1,0-1,0 0,0 1,1-1,-1 0,0 0,0 0,1 0,-1 0,1-1,-1 1,1 0,-1-1,1 1,0-1,0 0,0 1,0-1,0 0,0 0,0 1,0-1,1 0,-1 0,1 0,-1 0,1 0,0 0,0 0,0 0,0 0,0 0,0 0,1 0,-1 0,1 0,-1 0,1 1,0-1,0-1,5-10,2-1,0 1,0 1,1-1,1 1,0 1,1 0,0 0,0 1,1 1,0 0,10-5,-10 5,0 0,1 1,0 0,0 1,1 1,-1 0,1 1,1 1,-1 0,1 0,-1 2,3 0,-15 2,1 0,0 0,0 1,0-1,0 1,0 0,-1 0,1 0,0 0,-1 1,1-1,-1 1,0-1,1 1,-1 0,0 0,0 0,0 0,0 1,0-1,-1 0,1 1,-1-1,1 1,-1-1,0 1,0 0,0 0,15 81,-16-83,2 27,-2-18,0 1,1 0,0-1,0 0,1 1,1-1,-1 0,2 0,-1 0,2 0,-1-1,1 0,0 0,2 1,-6-9,1 1,0-1,-1 1,1-1,0 0,0 0,0 0,0 0,0 0,0 0,0-1,1 1,-1-1,0 1,0-1,0 0,1 0,-1 0,0 0,0 0,20-4</inkml:trace>
  <inkml:trace contextRef="#ctx0" brushRef="#br0" timeOffset="263.126">589 284,'-3'15,"9"13,15 8,3-2</inkml:trace>
  <inkml:trace contextRef="#ctx0" brushRef="#br0" timeOffset="541.938">1137 738,'-14'-244,"12"132,-3-8,-17-95,8 168,9 53,1 103,5-89,11 140,7-2,13 31,-28-162,1-1,1 0,1-1,1 1,1-1,2-1,0 0,2 0,0-2,10 14,-16-30,0 1,-1-1,2 0,-1 0,1-1,0 0,0-1,0 0,1 0,-1 0,1-1,0 0,0-1,0 0,0-1,1 0,-1 0,0-1,1 0,7-1,-3-1,0 0,0-1,0 0,0-1,-1-1,1 0,-1-1,0 0,-1-1,0 0,0-1,0-1,1-2,12-12</inkml:trace>
  <inkml:trace contextRef="#ctx0" brushRef="#br0" timeOffset="766.387">963 310,'18'0,"22"0,25 0,24 0,17 0,9-2,-4-1,-21 0</inkml:trace>
  <inkml:trace contextRef="#ctx0" brushRef="#br0" timeOffset="1050.303">1858 751,'0'19,"0"12,3 5,2 0,3-5,3-5,1-7,1-9,-1-7</inkml:trace>
  <inkml:trace contextRef="#ctx0" brushRef="#br0" timeOffset="1314.11">1819 176,'0'3,"4"4,2 2</inkml:trace>
</inkml:ink>
</file>

<file path=ppt/ink/ink1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14T06:37:11.285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211 1,'-4'22,"-2"22,0 24,2 20,3 18,4 12,4 8,3 1,0-7,-2-13,-2-25</inkml:trace>
  <inkml:trace contextRef="#ctx0" brushRef="#br0" timeOffset="534.083">78 750,'-21'-75,"4"0,4-1,0-20,10 74,-7-150,9 169,2-1,-1 0,0 0,1 1,-1-1,1 0,0 1,0-1,1 1,-1-1,1 1,0 0,0-1,0 1,0 0,0 0,1 0,-1 1,1-1,0 0,0 1,0 0,0 0,0 0,0 0,1 0,-1 1,1-1,-1 1,1 0,0 0,-1 0,1 1,0-1,-1 1,1 0,0 0,2 1,16 2,-1 2,0 0,0 1,-1 2,1 0,-1 1,-1 1,0 1,0 0,-1 1,-1 2,6 5,35 47,-57-65,1 1,-1 0,0 0,0 0,0 1,0-1,0 0,-1 0,1 0,-1 1,1-1,-1 0,0 0,0 1,0-1,0 0,-1 1,1-1,0 0,-1 0,0 1,1-1,-1 0,0 0,0 0,0 0,0 0,-1 0,1 0,0 0,-1-1,0 1,1 0,-1-1,-1 2,-8 2,0 0,-1-1,0 0,1-1,-1 0,0-1,-1 0,1-1,0-1,0 1,-1-2,-9-1,10 2,-13-1,18-2,19 1,95-14,-23 5,-1-4,33-12,-92 22,-1-2,-1 0,0-2,0 0,0-2,-1 0,-1-1,0-2,-1 0,6-6,-22 19,-1-1,1 0,-1 0,0 0,0 0,0-1,0 1,0-1,0 1,-1-1,1 1,-1-1,0 0,1 0,-1 0,-1 0,1 0,0 0,-1 0,1 0,-1 0,0 0,0 0,0 0,-1 0,1 0,-1 0,0 0,1 0,-1 0,-1 0,1 0,0 1,-1-1,1 0,-1 1,0-1,0 1,0 0,-1-2,-3 1,-1 0,0 1,0-1,0 1,0 1,-1-1,1 1,0 0,-1 1,1 0,-1 0,1 1,0 0,-1 0,1 0,0 1,0 0,0 1,0-1,0 1,1 1,-1-1,1 1,0 0,0 1,0 0,1-1,-1 2,1-1,1 1,-1-1,1 1,0 1,-1 1,1-3,2 0,-1 0,1 1,0-1,0 1,0-1,1 1,-1-1,2 1,-1 0,0-1,1 1,0 0,1 0,-1-1,1 1,0 0,0-1,1 1,0-1,0 1,0-1,1 0,-1 0,1 0,1 0,-1 0,0-1,1 1,0-1,0 0,1 0,-1-1,1 1,4 2,9 4,1 0,0-1,0-1,1-1,0 0,16 2,46 9</inkml:trace>
</inkml:ink>
</file>

<file path=ppt/ink/ink1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14T06:37:09.116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133 161,'0'25,"0"22,0 17,0 13,0 7,0 1,-2-3,-1-8,0-18</inkml:trace>
  <inkml:trace contextRef="#ctx0" brushRef="#br0" timeOffset="249.846">0 175,'7'20,"13"19,18 13,17 10,16 6,12-3,7-2,0-8,-9-9,-13-9,-18-12</inkml:trace>
  <inkml:trace contextRef="#ctx0" brushRef="#br0" timeOffset="439.352">575 1,'-5'18,"2"22,2 23,5 16,5 12,4 8,4 0,0-17</inkml:trace>
  <inkml:trace contextRef="#ctx0" brushRef="#br0" timeOffset="855.27">842 657,'-25'-302,"24"285,32 29,214 109,-240-119,0 1,0-1,0 1,-1-1,1 1,-1 1,1-1,-1 1,0-1,-1 1,1 0,-1 1,1-1,-1 1,-1-1,1 1,0 0,-1 0,0 0,-1 0,1 0,-1 1,0-1,0 0,0 1,-1-1,0 1,0-1,0 1,-1 3,-86 169,86-176,1 0,-1 1,0-1,1 0,-1 1,1-1,-1 0,1 1,0-1,0 1,0-1,1 1,-1-1,1 0,-1 1,1-1,0 0,0 1,0-1,0 0,0 0,0 0,0 0,1 0,-1 0,1 0,0 0,-1-1,1 1,0-1,0 1,0-1,0 0,0 1,0-1,1 0,-1-1,0 1,1 0,-1-1,0 1,1-1,-1 1,1-1,0 0,17 2,0 0,0-1,0-1,0-1,0-1,0-1,0 0,0-2,-1 0,9-4,21-8</inkml:trace>
</inkml:ink>
</file>

<file path=ppt/ink/ink1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14T06:37:07.924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0 54,'5'20,"1"19,-1 16,2 12,-1 8,2 6,3 2,4-4,7-6,7-9,6-10,8-13,7-13,4-13,5-14,3-15,3-10,-10-2</inkml:trace>
  <inkml:trace contextRef="#ctx0" brushRef="#br0" timeOffset="262.314">120 429,'-16'2,"-5"3,-1 1,5-1,10 1,15 0,21-4,20-8,21-11,14-9,11-9,0-6,-6 0,-19 7</inkml:trace>
  <inkml:trace contextRef="#ctx0" brushRef="#br0" timeOffset="491.299">13 0,'23'0,"23"0,27 0,21 0,17 0,9 3,-17 0</inkml:trace>
  <inkml:trace contextRef="#ctx0" brushRef="#br0" timeOffset="660.843">1069 388,'7'16,"7"12,7 10,10 6,9 2,6 0,2-3,0-5,-3-3,-11-7,-7-4,-9-8</inkml:trace>
  <inkml:trace contextRef="#ctx0" brushRef="#br0" timeOffset="924.903">1391 281,'-16'-2,"-12"10,-11 18,-7 23,-8 22,-3 24,-2 14,4 6,10-17</inkml:trace>
</inkml:ink>
</file>

<file path=ppt/ink/ink1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14T06:37:31.071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228 40,'-18'178,"9"0,9 96,0-282,0-2</inkml:trace>
  <inkml:trace contextRef="#ctx0" brushRef="#br0" timeOffset="345.074">602 201,'4'15,"1"0,1 0,0-1,1 1,0-1,1-1,1 1,0-1,1-1,0 0,9 8,235 242,-221-214,-33-47,0 0,1 0,-1 1,0-1,0 0,0 0,0 0,0 0,0 0,-1 0,1 0,0 0,0 0,-1 0,1 0,-1 0,1 0,-1 0,1 0,-1 0,0 0,1-1,-1 1,0 0,0 0,1-1,-1 1,0 0,0-1,0 1,0-1,0 1,0-1,0 1,0-1,0 0,0 0,0 1,0-1,0 0,-1 0,-50 7,50-7,-13 1,0-2,-1 1,1-2,0 0,0 0,0-2,1 0,-1 0,1-2,0 0,-11-6,-10-10</inkml:trace>
  <inkml:trace contextRef="#ctx0" brushRef="#br0" timeOffset="623.263">763 147,'13'-9,"19"-5,17-1,14 1,12 2,7 3,-1 4,-8 2,-14 2,-14 0,-18 4,-15 1,-13-1,-10 0,-7-1,-2-1</inkml:trace>
  <inkml:trace contextRef="#ctx0" brushRef="#br0" timeOffset="1092.068">174 1,'-4'13,"-7"14,-8 12,-5 5,-3 3,1-3,2-6,6-7,5-7,5-8</inkml:trace>
</inkml:ink>
</file>

<file path=ppt/ink/ink1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14T06:37:39.651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116 183,'-1'130,"-1"23,7 1,13 67,-3-148,-15-73,0-1,1 1,-1-1,0 1,0-1,0 1,1-1,-1 1,0-1,0 1,1-1,-1 1,0-1,1 1,-1 0,1-1,-1 1,0-1,1 1,-1 0,1 0,-1-1,1 1,-1 0,1 0,-1 0,1-1,-1 1,1 0,0 0,-1 0,1 0,-1 0,1 0,-1 0,1 0,-1 0,1 0,0 1,-1-1,1 0,-1 0,1 0,-1 1,1-1,-1 0,0 1,1-1,-1 0,1 1,-1-1,1 0,-1 1,0-1,1 1,-1 0,10-37,-2 0,-2 0,-1-1,-2 0,-1 1,-2-5,0 28,3-19,-2-1,-2 1,-1-1,-1 1,-2 0,-1 0,-2 0,-1 1,-1 0,-2 1,0 0,-3 1,0 1,-17-24,-47-37,78 88,1 1,0-1,0 1,-1-1,1 1,0 0,0-1,-1 1,1-1,0 1,0-1,0 1,0-1,0 1,0-1,0 1,0-1,0 1,0-1,0 1,0-1,0 1,0-1,1 1,-1-1,0 1,0 0,0-1,1 1,-1-1,0 1,1 0,-1-1,0 1,1 0,-1-1,0 1,1 0,-1-1,1 1,-1 0,1 0,-1-1,1 1,-1 0,0 0,1 0,-1 0,1 0,-1 0,1 0,-1 0,1 0,-1 0,1 0,-1 0,1 0,-1 0,1 0,-1 0,1 1,-1-1,1 0,273-18,74-5,-310 25,-24 6,-15 3</inkml:trace>
  <inkml:trace contextRef="#ctx0" brushRef="#br0" timeOffset="261.3">22 464,'18'0,"22"0,23 0,18 0,14-2,4-1,-3-2,-11-3,-21 1</inkml:trace>
  <inkml:trace contextRef="#ctx0" brushRef="#br0" timeOffset="1109.8">530 1052,'60'-33,"-2"-3,-1-3,34-31,-84 65,0-1,-1 0,1 0,-1 0,0-1,-1 1,1-2,-1 1,-1 0,0-1,0 0,0 0,-1 0,0-1,-1 1,1-1,-2 1,2-8,-4 13,1 1,-1 0,1 0,-1 0,0-1,1 1,-1 0,0 0,-1 0,1 0,0 1,0-1,-1 0,1 0,-1 1,0-1,1 1,-1 0,0-1,0 1,0 0,0 0,0 0,0 0,0 0,0 1,-1-1,1 1,0-1,0 1,0 0,-1 0,1 0,0 0,0 0,-1 0,1 1,0-1,0 1,0-1,-1 1,1 0,0 0,0 0,0 0,0 0,1 1,-1-1,0 0,0 1,1 0,-1-1,1 1,-6 10,1 0,0 1,1-1,0 1,1 0,1 0,0 1,1-1,0 1,1-1,1 1,0 0,0-1,2 1,0 0,0 0,3 20,1 0,2-1,1 1,1-2,2 1,5 6,-17-37,0-1,0 0,1 0,-1 0,0 0,0 0,0 0,1 0,-1 0,0 0,1-1,-1 1,1 0,-1 0,1 0,0 0,-1-1,1 1,0 0,-1 0,1-1,0 1,0-1,0 1,0-1,-1 1,1-1,0 1,0-1,0 0,0 1,0-1,0 0,0 0,0 0,0 0,0 0,0 0,0 0,0 0,0 0,0 0,0-1,46-70,-36 55,1 0,1 0,1 1,0 1,0 0,2 1,-1 1,2 0,0 1,0 1,17-7,-33 17,0-1,0 1,0-1,1 1,-1 0,0-1,0 1,1 0,-1 0,0 0,1 0,-1 0,0 0,0 0,1 1,-1-1,0 0,0 1,1-1,-1 1,0-1,0 1,0 0,0-1,0 1,0 0,0 0,0 0,0 0,0 0,0 0,-1 0,1 0,0 0,-1 0,1 0,-1 0,1 1,-1-1,1 0,-1 0,0 1,0-1,1 0,-1 0,0 1,0-1,-3 64,-2-36,-3 75,9-100,0 0,-1 0,1 0,1 0,-1 0,0 0,1 0,0 0,0-1,0 1,0-1,1 1,0-1,-1 0,1 0,0 0,0 0,1-1,-1 1,1-1,-1 0,1 0,1 1,11 2,0 0,0-1,0-1,1-1,-1 0,1-1,-1-1,1 0,-1-1,1-1,-1-1,0 0,8-3,34-9</inkml:trace>
  <inkml:trace contextRef="#ctx0" brushRef="#br0" timeOffset="1408.997">1907 50,'16'7,"12"9,6 15,3 19,-1 20,-3 22,-7 18,-8 15,-9 12,-15 2,-18 1,-21-6,-23-9,-28-12,3-26</inkml:trace>
</inkml:ink>
</file>

<file path=ppt/ink/ink1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14T06:37:18.996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6310 1008,'2'-30,"2"0,0 1,2 0,2 0,0 1,2-1,1 2,1 0,11-18,32-28,-54 72,1-1,-1 1,1 0,0-1,0 1,0 0,0 0,0 0,0 0,0 1,0-1,0 0,0 1,0-1,0 1,0 0,1 0,-1 0,0 0,0 0,0 0,0 1,1-1,-1 1,0 0,0-1,0 1,0 0,0 0,0 0,-1 0,1 1,0-1,0 0,-1 1,1-1,-1 1,2 1,4 7,0 0,0 1,-1-1,0 1,-1 0,-1 1,0-1,0 1,-1 0,0 0,-1 0,-1 1,0-1,0 0,-1 0,-2 9,2-17,0-1,-1 0,0 1,0-1,0 1,0-1,0 0,0 0,-1 0,0 0,0 0,0 0,0 0,0 0,0-1,-1 1,1-1,-1 0,1 1,-1-1,0 0,0-1,0 1,0-1,-1 1,1-1,0 0,0 0,-1 0,1 0,-1-1,1 0,-1 1,1-1,-1 0,1-1,-1 1,1-1,0 1,-1-1,1 0,0 0,-1-1,1 1,0-1,-2-1,4 3,0-1,0 1,0-1,0 0,1 1,-1-1,0 0,0 1,1-1,-1 0,1 0,-1 0,1 0,-1 1,1-1,-1 0,1 0,0 0,-1 0,1 0,0 0,0 0,0 0,0 0,0 0,0 0,0 0,0 0,0 0,0 0,0 0,1 0,-1 0,0 0,1 0,-1 0,1 0,-1 1,1-1,0 0,-1 0,1 0,0 1,-1-1,1 0,0 1,0-1,0 1,-1-1,1 1,0-1,0 1,51-27,59-6,-82 27,-1-2,1-1,-2-2,1-1,16-10,6-25,-49 46,0-1,0 1,0-1,0 1,-1-1,1 0,0 1,-1-1,1 0,-1 0,0 0,1 1,-1-1,0 0,0 0,0 0,0 1,-1-1,1 0,0 0,-1 0,1 1,-1-1,0 0,0 1,1-1,-1 0,0 1,0-1,-1 1,1 0,0-1,0 1,-1 0,0-1,-1 0,-1-1,1 1,-1 0,1 0,-1 1,0-1,0 1,0 0,1 0,-1 0,0 0,-1 1,1-1,0 1,0 0,0 1,0-1,0 1,0-1,0 1,0 0,0 1,1-1,-1 1,0 0,1-1,-1 2,1-1,-1 0,1 1,0-1,0 1,0 0,1 0,-1 0,1 1,-1-1,1 0,0 1,0 0,1-1,-1 1,1 0,0 0,0 0,0 0,0 0,1 0,-1 0,1 0,0 0,3 6,-1 0,1 0,1 0,0-1,0 0,1 0,0 0,1 0,0-1,0 0,1 0,0-1,0 1,0-2,1 1,0-1,1 0,0-1,-1 1,2-2,-1 0,5 2,19 9,1-1,0-2,1-2,11 2,45 7</inkml:trace>
  <inkml:trace contextRef="#ctx0" brushRef="#br0" timeOffset="470.409">7874 312,'15'9,"0"0,1-2,-1 1,1-2,1 0,-1-2,1 1,0-2,0 0,10 0,2 1,0-1,0-1,1-1,-1-2,0-1,0-1,0-1,0-2,-1-1,0-1,0-2,19-8,-39 13,0-1,0 1,0-1,0-1,-1 1,0-1,0-1,-1 1,2-4,-6 9,0-1,-1 1,1-1,0 1,-1-1,0 1,0-1,0 0,0 0,0 0,0 0,-1 1,1-1,-1 0,0 0,0 0,0 0,0 0,-1 0,1 0,-1 0,0 0,0 0,0 0,0 1,0-1,0 0,-1 1,1-1,-1 1,0-1,0 1,-2-1,1 1,-1 0,0 0,0 1,0-1,1 1,-1 0,0 0,-1 0,1 0,0 1,0 0,0 0,0 0,0 0,0 0,-1 1,1 0,0 0,0 0,0 0,1 1,-1 0,0 0,0 0,1 0,-1 0,1 0,0 1,0 0,0 0,0 0,0 0,1 0,-1 0,1 1,-1 1,-15 23,1 1,2 0,1 0,1 2,2 0,1 0,1 1,2 0,1 0,-2 32,-12 136,9 2,8 0,12 57,-8-247,0 65,-1-18</inkml:trace>
  <inkml:trace contextRef="#ctx0" brushRef="#br0" timeOffset="998.08">7848 1021,'36'-14,"1"2,0 2,0 1,1 2,10 0,-43 6,558-58,-525 53,-38 5,0 1,0 0,-1 0,1-1,0 1,0 0,0 0,0-1,0 1,0 0,0-1,0 1,0 0,0 0,0-1,0 1,0 0,1-1,-1 1,0 0,0 0,0-1,0 1,0 0,1 0,-1-1,-28-1,1 0,-1 2,0 1,1 1,-1 2,1 0,0 2,0 1,-7 4,31-11,1 0,-1 1,1-1,-1 1,1 0,-1-1,1 1,0 0,0 0,-1 1,1-1,0 0,0 1,0-1,0 1,1 0,-1 0,0-1,1 1,-1 0,1 1,0-1,-1 0,1 0,0 0,0 1,1-1,-1 1,0-1,1 0,-1 1,1-1,0 1,0-1,0 1,0-1,0 1,1-1,-1 1,1-1,0 1,-1-1,1 0,0 1,1-1,-1 1,9 5,0-1,1 0,-1-1,1 0,0 0,1-1,0-1,-1 0,1 0,1-1,-1-1,0 0,1-1,11 0,-22-1,111 5,-107-5,0 0,0-1,0 0,0 0,0-1,0 1,0-1,-1-1,1 1,-1-1,1 0,-1 0,0 0,0-1,0 0,-1 0,2-1,-4 2,0 0,-1 0,1 0,0 0,-1 0,0-1,0 1,0 0,0-1,0 1,-1-1,0 1,1-1,-1 1,-1-1,1 1,0-1,-1 1,0-1,0 1,0 0,0-1,0 1,-1 0,1 0,-1 0,0 0,0 0,0 0,0 1,0-1,-1 0,1 1,-1 0,0 0,0 0,0 0,0 0,0 0,0 1,-3-2,5 3,-1 0,0-1,1 1,-1 0,1 0,-1 0,0 0,1 0,-1 0,1 0,-1 1,0-1,1 0,-1 1,1-1,-1 1,1 0,0 0,-1-1,1 1,0 0,-1 0,1 0,0 0,0 0,0 1,0-1,0 0,0 1,0-1,0 0,0 1,1-1,-1 1,1-1,-1 1,1 0,-6 61,8-57,0 0,0 0,0 0,1 0,0 0,0 0,0 0,1-1,0 0,0 0,0 0,1 0,0-1,0 1,0-1,0 0,0-1,5 3,6 2,0 0,0-1,0-1,1 0,0-2,5 1,36 6</inkml:trace>
  <inkml:trace contextRef="#ctx0" brushRef="#br0" timeOffset="1387.045">9292 834,'-7'-1,"0"1,1-1,-1 2,0-1,0 1,0 0,1 0,-1 1,1 0,-1 0,1 1,0-1,-1 1,1 1,1-1,-1 1,1 0,-1 0,1 1,0 0,0 0,1 0,0 0,0 1,0-1,0 1,-1 5,4-8,-1 1,1 0,1 0,-1-1,0 1,1 0,0 0,0 0,0 0,0 0,1 0,0 0,0 0,0-1,0 1,0 0,1-1,-1 1,1-1,0 1,0-1,0 0,1 0,-1 0,1 0,0 0,0 0,0-1,0 1,0-1,0 0,1 0,-1 0,4 1,18 7,-1-1,2-1,-1-1,1-1,0-2,0 0,1-2,-1-1,1-1,-1-1,11-3,-18 4,-1-1,0-1,0-1,-1 0,1-1,0-1,-1-1,0 0,-1-1,1-1,-1-1,-1 0,1-1,2-4,-16 13,1-1,-1 0,0 0,0-1,0 1,0 0,0-1,-1 1,1-1,-1 0,1 1,-1-1,0 0,0 0,0 0,-1 0,1 0,-1 0,1 0,-1 0,0 0,0 0,0 0,-1 0,1 0,-1 0,0 0,0 1,0-1,0 0,0 0,0 0,-1 1,1-1,-1 1,0-1,0 1,0 0,0-1,0 1,0 0,-1 1,1-1,-1 0,-2-1,-1 1,0-1,-1 1,1 0,-1 0,0 1,1 0,-1 0,0 1,0 0,0 0,1 0,-1 1,0 0,0 0,1 1,-1 0,-1 1,3-2,1 1,0 0,0 0,0 0,0 0,1 0,-1 1,0 0,1-1,0 1,0 1,0-1,0 0,0 1,1-1,-1 1,1 0,0 0,0 0,1 0,-1 0,1 0,0 1,0-1,0 0,0 1,1 0,0 1,1-1,0 0,0 0,0 0,0 0,1 0,0 0,0 0,0 0,1 0,-1-1,1 1,0-1,1 0,-1 0,1 0,0 0,0-1,0 0,1 2,98 52,-59-42,0-2,1-2,0-2,1-2,-1-2,1-2,13-2,22-1</inkml:trace>
  <inkml:trace contextRef="#ctx0" brushRef="#br0" timeOffset="-3156.21">94 647,'-5'33,"1"1,2-1,1 1,2 0,1 0,5 22,-4-42,0-1,1 1,1-1,0 0,1 0,0-1,1 1,0-1,1-1,6 8,-11-15,1 1,0-2,-1 1,1 0,1-1,-1 0,0 0,1 0,0 0,0-1,-1 0,1 0,1 0,-1 0,0-1,0 0,1 0,-1-1,0 1,1-1,-1 0,0-1,1 1,-1-1,0 0,1 0,-1-1,5-1,-1-2,0 1,0-1,0-1,0 0,-1 0,0 0,0-1,-1-1,0 1,0-1,-1 0,0-1,0 1,-1-1,0 0,-1-1,3-8,2-4,-2-1,-1 0,-1 0,-1 0,-1-1,-1 1,0-8,-9-31,7 61,0 1,0-1,0 1,0-1,0 1,0 0,0-1,0 1,-1-1,1 1,0-1,0 1,0 0,0-1,-1 1,1-1,0 1,0 0,-1-1,1 1,0 0,-1 0,1-1,0 1,-1 0,1-1,0 1,-1 0,1 0,-1 0,1 0,0-1,-1 1,1 0,-1 0,1 0,-1 0,1 0,-1 0,1 0,0 0,-1 0,1 0,-1 0,1 0,-1 1,1-1,0 0,-1 0,1 0,-1 1,1-1,0 0,-1 0,1 1,0-1,-14 24,10-11,1-1,1 0,0 1,0 0,1-1,1 1,0 0,1 0,0-1,1 1,1 0,0-1,0 0,1 0,4 8,-5-13,1 1,0 0,1-1,0 0,0 0,0 0,1 0,0-1,0 0,1-1,-1 1,1-1,0 0,1-1,-1 0,1 0,0 0,0-1,0 0,1-1,-1 0,1 0,4 0,33-2,-5-6</inkml:trace>
  <inkml:trace contextRef="#ctx0" brushRef="#br0" timeOffset="-893.34">829 713,'-5'7,"0"-1,0 1,1 0,0 0,0 0,1 0,0 1,0 0,1-1,0 1,0 0,1 0,0 0,0 0,1 0,0 1,0-1,1 0,0 0,1 0,0 0,0-1,0 1,1 0,0-1,1 0,0 1,0-1,0-1,1 1,1 1,1-3,-1-1,1 1,0-1,0-1,1 1,-1-1,1 0,-1-1,1 0,0 0,0 0,0-1,0-1,0 1,0-1,0-1,0 1,0-1,0-1,0 1,0-2,0 1,0-1,-1 0,0 0,1-1,-1 0,-1 0,1-1,0 0,-1 0,0 0,0-1,-1 0,0 0,0-1,0 1,2-6,-2 3,0 0,-1 0,0 0,0-1,-1 0,0 1,-1-1,0 0,0 0,-1 0,-1-1,0 1,0 0,-1 0,0 0,-1 0,0 0,0 0,-4-8,6 18,0-1,0 1,0-1,0 1,0-1,-1 1,1-1,0 0,0 1,-1-1,1 1,0-1,-1 1,1-1,0 1,-1 0,1-1,-1 1,1-1,0 1,-1 0,1-1,-1 1,1 0,-1 0,1-1,-1 1,0 0,1 0,-1 0,1 0,-1 0,1 0,-1 0,0 0,1 0,-1 0,1 0,-1 0,1 0,-1 0,0 0,1 0,-1 1,1-1,-1 0,1 1,-1-1,1 0,-1 1,1-1,0 0,-1 1,1-1,-1 1,1-1,0 1,-1-1,1 1,0-1,-16 35,14-27,-1-1,1 1,1-1,-1 1,1 0,1-1,-1 1,1 0,1 0,-1 0,1-1,1 1,-1 0,1-1,1 1,-1-1,1 0,1 0,-1 0,1 0,0-1,1 1,-1-1,1 0,1 0,-1-1,1 0,0 0,0 0,0 0,1-1,0 0,0-1,6 3,-5-3,1 0,1 0,-1-1,0 0,0-1,1 0,-1-1,1 0,-1 0,0-1,1 0,-1-1,0 0,0 0,0-1,0 0,0-1,0 0,-1 0,0-1,0 0,0 0,-1-1,1 0,-1 0,-1-1,1 0,-1 0,0 0,-1-1,0 0,0 0,-1-1,1 0,-2-1,0-1,-1 1,0-1,-1 0,0 0,-1 0,0 1,0-1,-1 0,0 0,-1 1,-1-1,0-2,2 13,1 1,0-1,0 1,0-1,-1 0,1 1,0-1,-1 0,1 0,0 1,-1-1,1 0,0 0,-1 1,1-1,0 0,-1 0,1 0,-1 0,1 0,0 1,-1-1,1 0,-1 0,1 0,-1 0,1 0,0 0,-1 0,1-1,-1 1,1 0,-1 0,1 0,0 0,-1 0,1-1,0 1,-1 0,1 0,0-1,-1 1,1 0,0 0,-1-1,1 1,0 0,0-1,-1 1,1-1,0 1,0 0,0-1,0 1,-1-1,1 1,0 0,0-1,0 1,0-1,0 1,0-1,0 1,0 0,0-1,0 1,0-1,1 1,-1 0,0-1,-12 34,9-22,0-1,1 1,0 0,1 0,0 1,1-1,0 0,1 0,0 0,1 0,0 0,0 0,1 0,1-1,0 1,0-1,1 0,1 0,-1-1,1 1,1-1,0-1,0 1,1-1,0 0,0-1,1 0,0 0,2 0,1-1,1-1,-1 0,1-1,0 0,1-1,-1-1,1 0,-1 0,1-2,-1 0,1 0,0-1,-1-1,1 0,-1-1,0 0,0-1,0-1,0 0,-1-1,2-1,1-1,0-1,0 0,-1-1,0-1,-1-1,0 1,-1-2,0 0,-1 0,0-1,-1-1,-1 1,-1-2,0 1,0-1,0-7,-3 13,-1-2,-1 1,0 0,-1-1,0 0,-1 1,0-1,-1 0,0 0,-1-4,1 16,0-1,0 1,0-1,0 1,0-1,0 1,0-1,0 1,0-1,0 1,0-1,0 1,0-1,0 1,-1-1,1 1,0-1,0 1,-1-1,1 1,0-1,0 1,-1 0,1-1,-1 1,1 0,0-1,-1 1,1 0,-1-1,1 1,-1 0,1 0,-1 0,1-1,-1 1,1 0,-1 0,1 0,-1 0,1 0,-1 0,1 0,-1 0,1 0,-1 0,1 0,-1 0,1 1,-1-1,1 0,-1 0,1 0,-1 1,1-1,0 0,-1 1,1-1,-1 0,1 1,0-1,-1 0,1 1,0-1,-1 1,1-1,0 1,0-1,-1 1,-7 10,1 1,0 0,1 0,0 0,1 1,0 0,1 0,1 0,0 1,-1 5,-7 64,4 1,3 0,4 1,4-1,3 0,4-1,17 62,-27-138,19 146,-27-146,-1-22,-6-28,2-1,2 0,2-1,1 0,3 0,2-33,1 73,-4-62,4 0,2 0,2 0,4 0,3 1,3-3,30-30,-42 96,1 1,-1 0,1-1,0 1,0 0,0 0,0 0,0 0,0 1,0-1,1 0,-1 1,1 0,-1-1,1 1,-1 0,1 0,0 1,0-1,-1 0,1 1,0 0,0 0,0 0,-1 0,1 0,0 0,0 1,0-1,-1 1,1 0,0 0,-1 0,1 0,1 1,5 4,0 1,0 1,-1-1,0 2,0-1,-1 1,0 0,-1 0,0 1,0 0,-1 0,0 1,-1-1,0 1,-1 0,0 0,0 0,-1 0,-1 1,0 9,0-17,-1-1,0 0,-1 0,1 1,0-1,-1 0,0 0,0 0,0 1,0-1,0 0,-1 0,1-1,-1 1,0 0,0 0,0-1,0 1,0-1,-1 0,1 1,-1-1,1 0,-1-1,0 1,0 0,0-1,0 1,0-1,0 0,0 0,0 0,0-1,-1 1,1-1,0 0,0 0,-1 0,1 0,0 0,0-1,-1 1,1-1,0 0,0 0,-1-1,2 1,0 0,0 0,0 0,1 0,-1 0,0 0,1-1,-1 1,1-1,0 1,-1-1,1 0,0 1,0-1,0 0,0 0,0 0,1 0,-1 0,0 0,1 0,0 0,-1 0,1 0,0 0,0 0,0 0,0 0,0 0,1 0,-1 0,1-2,35-58,163-140,-173 173,-1-2,-2-1,0-1,-3-1,-1-1,-1 0,-2-2,-1 1,-3-2,0 0,-3-1,-1 1,-2-2,0-22,-14-28,7 88,1 0,-1-1,1 1,-1 0,0-1,0 1,0 0,0 0,-1 0,1 0,0 0,-1 0,0 0,1 0,-1 1,0-1,0 0,0 1,0 0,0-1,0 1,0 0,-1 0,1 0,0 1,-1-1,1 0,0 1,-1 0,1-1,-1 1,1 0,0 0,-1 0,-5 3,0 0,0 0,0 1,0 0,1 0,0 1,0 0,0 0,0 0,1 1,0 0,0 0,0 1,1 0,0 0,1 0,-1 0,1 2,-9 16,2 0,1 0,1 1,1 1,1-1,2 1,0 0,2 1,1-1,1 0,1 1,2-1,1 1,1-1,1 0,1-1,2 1,0-1,2 0,1-1,1 0,1-1,3 4,-3-6,0 0,2-1,0-1,1 0,1-1,1-1,1 0,0-2,1 0,1-1,0-1,1-1,0-1,16 6,-32-16,0 0,0 0,1 0,-1-1,0 0,1 0,-1-1,0 0,1 0,-1 0,1-1,-1 0,0 0,1 0,-1-1,0 0,0 0,0-1,-1 0,1 0,0 0,-1-1,0 1,0-1,0 0,0-1,-1 1,0-1,0 0,0 0,0-1,-1 1,3-6,0-2,0-1,-2 0,1 0,-2 0,0 0,-1-1,0 1,-1-1,0 1,-1-1,-1 0,-1 1,0-1,-1 1,-1-5,4 17,0 0,0 1,-1-1,1 0,0 1,-1-1,1 0,-1 1,1-1,-1 1,0-1,1 1,-1-1,0 1,0-1,0 1,0 0,-1-1,1 1,0 0,0 0,-1 0,1 0,-1 0,1 0,-1 1,1-1,-1 0,1 1,-1-1,0 1,1 0,-1-1,0 1,1 0,-2 0,-1 4,1 0,0 1,-1 0,1-1,1 1,-1 0,1 0,0 1,0-1,0 0,1 1,-1-1,1 1,1-1,-1 6,0-6,-1 11,0 1,2-1,0 0,0 0,1 0,1 0,1 0,1 0,0-1,0 1,2 0,-3-8,0-1,1 1,0-1,0 0,0 0,1 0,0 0,0-1,1 0,0 0,0-1,0 0,1 0,-1 0,1 0,1-1,-1-1,0 1,1-1,0 0,0-1,4 1,-8-2,1 0,-1 0,1-1,-1 0,1 0,0 0,-1-1,1 1,-1-1,1 0,-1 0,0-1,1 1,-1-1,0 0,0 0,0 0,0-1,0 0,-1 1,1-1,-1 0,0-1,0 1,0-1,0 1,0-1,-1 0,2-4,3-5,-1-1,-1 0,0 0,-1 0,0-1,-2 1,1-1,-1-10,0-168,-2 192,-1-1,1 0,0 1,-1-1,1 0,0 1,0-1,0 0,0 1,0-1,1 0,-1 1,0-1,1 1,-1-1,1 0,0 1,-1-1,1 1,0-1,0 1,0 0,0-1,0 1,0 0,1 0,-1 0,0 0,1 0,-1 0,0 0,1 0,-1 0,1 1,0-1,-1 1,1-1,-1 1,1-1,0 1,-1 0,1 0,0 0,-1 0,1 0,0 0,-1 0,1 1,0-1,0 1,15 6,0 1,-1 1,0 0,0 1,-1 1,-1 1,0 0,0 0,-2 1,8 10,-12-14,-1 1,0 0,-1 0,0 1,0 0,-1 0,-1 1,0-1,0 1,-1 0,1 6,-4-13,1 0,0 0,0 0,1 0,0 0,0-1,0 1,0-1,1 1,-1-1,1 0,0 0,1 0,-1 0,0-1,1 0,0 1,0-1,0 0,0-1,1 1,-1-1,1 0,-1 0,1 0,1 0,6 0,1 0,-1 0,1-2,0 1,0-2,-1 1,1-2,0 0,-1 0,1-1,-1-1,0 0,0 0,0-1,-1-1,0 0,0-1,0 0,-1 0,0-1,0-1,-1 0,0 0,-1 0,0-1,0 0,-1-1,-1 0,1 0,-2-1,0 1,4-12,-8 21,0-1,1 0,-1 0,0 0,0 1,-1-1,1 0,-1 0,1 0,-1 0,0 0,0-1,0 1,-1 0,1 0,-1 0,1 1,-1-1,0 0,0 0,0 0,-1 0,1 1,-1-1,0 1,1-1,-1 1,0-1,0 1,0 0,-1 0,1 0,-1 0,1 1,-1-1,1 1,-1-1,0 1,0 0,-2-1,1 3,0-1,0 0,0 1,0 0,1 0,-1 0,0 1,1-1,-1 1,1 0,-1 0,1 0,0 0,-1 0,1 1,1 0,-1-1,0 1,1 0,-1 1,1-1,0 0,0 1,0-1,0 1,1-1,0 1,-1 0,1 0,1-1,-1 1,0 0,1 0,0 0,0 0,0 0,0 0,1 0,0 0,0 0,0 1,6 5,0-1,1 0,0-1,0 0,1 0,0-1,0 0,1 0,0-1,0 0,1-1,-1 0,1-1,0 0,0-1,1 0,7 1,44 11,0-2,1-3,1-2,-1-4,44-3,-96 0,0 0,0-1,0 0,0-1,0 0,-1-1,1-1,0 1,-1-2,0 0,0 0,0-1,0 0,-1-1,0 0,9-7,-17 10,0 1,0-1,-1 1,1-1,-1 0,1 1,-1-1,0 0,0 0,0 0,0 0,-1 0,1 0,-1 0,0 0,0 0,0 0,0 0,0-1,-1 1,0 0,1 0,-1 0,0 1,0-1,-1 0,1 0,0 0,-1 1,0-1,0 1,0-1,0 0,-4-3,0-1,-1 1,1 0,-1 1,-1-1,1 2,-1-1,1 1,-1 0,-1 0,-1 0,-4 0,0 0,-1 1,1 0,-1 1,0 0,0 2,0 0,-13 1,23-1,-1 1,1 0,0 0,0 0,0 0,0 1,0 0,0 0,0 0,0 0,1 1,-1 0,1 0,0 0,0 1,0-1,0 1,1 0,-1 0,1 0,0 1,0-1,1 1,-1 0,1-1,-1 4,2-4,0 1,0-1,1 1,-1 0,1-1,0 1,1 0,-1 0,1-1,0 1,0-1,0 1,0-1,1 1,0-1,0 0,0 0,1 0,-1 0,1 0,0 0,0-1,0 1,4 2,1 2,1-1,-1 0,1-1,1 0,-1 0,1-1,0 0,1-1,-1 0,2 0,-6-2,0 0,0 0,1 0,-1-1,0 0,1 0,-1 0,1-1,-1 0,1-1,-1 1,1-1,-1-1,0 1,1-1,-1 0,0 0,0-1,0 1,-1-2,1 1,-1 0,1-1,-1 0,0 0,-1-1,1 0,-1 1,0-1,0-1,0 1,0-1,0-7,0 1,0-1,-1 0,-1 0,0 0,-1 0,0-1,-1 1,-1 0,-1-13,2 75,2-43,0 1,0 0,1 0,0-1,1 1,0-1,0 0,0 0,0 0,1-1,0 0,0 0,1 0,-1 0,1-1,0 0,0 0,1-1,-1 1,1-1,-1-1,1 1,0-1,0 0,0-1,0 0,1 0,5 0,27 1</inkml:trace>
  <inkml:trace contextRef="#ctx0" brushRef="#br0" timeOffset="4657.791">361 1596,'-6'145,"-19"101,-1 18,24-234,1 0,1 0,2 0,4 22,-5-44,1 0,0-1,0 1,0-1,1 0,0 1,0-1,1-1,0 1,0 0,1-1,0 0,0 0,0-1,1 1,0-1,0 0,0-1,0 1,7 2,1-2,-1-1,1 0,0-1,0 0,0-2,1 1,-1-2,0 0,0-1,1 0,-1-1,0 0,0-2,-1 1,1-2,-1 0,0 0,0-1,3-3,29-15</inkml:trace>
  <inkml:trace contextRef="#ctx0" brushRef="#br0" timeOffset="4920.206">0 1997,'14'-2,"20"-1,27 0,26-2,21-2,13 1,1 0,-20 2</inkml:trace>
  <inkml:trace contextRef="#ctx0" brushRef="#br0" timeOffset="5449.814">723 2559,'11'-31,"0"0,-2-1,-1 0,-2-1,-1 1,-2-1,-1 0,-1 0,-2-1,2-12,-2 45,1-1,0 1,-1-1,1 0,0 1,0-1,0 0,0 1,0-1,0 0,1 1,-1-1,0 1,1-1,-1 0,1 1,0-1,0 1,-1-1,1 1,0 0,0-1,0 1,0 0,1 0,-1 0,0 0,0 0,1 0,-1 0,1 0,-1 0,1 0,-1 1,1-1,-1 1,1-1,-1 1,1 0,0-1,-1 1,1 0,0 0,-1 0,1 0,163 41,-154-40,-1 1,0 1,1 0,-1 1,0 0,0 0,-1 1,1 0,-1 1,0 0,-1 0,0 1,0 0,0 0,0 1,-1 0,-1 1,0-1,0 1,0 0,-1 1,1 2,4 40,-10-46,0 0,0 0,1 0,0 0,0 0,0 0,1-1,0 1,0 0,0-1,1 1,0-1,0 0,0 0,1 0,-1 0,1-1,0 1,1-1,-1 0,1-1,0 1,0-1,0 1,0-2,4 3,3-2,0 0,0 0,0-2,0 1,0-2,0 0,1 0,-1-1,0 0,0-1,0-1,0 0,-1 0,1-1,-1 0,5-4,-9 5,0 0,-1-1,1-1,-1 1,0-1,0 0,0 0,0-1,-1 1,0-1,0-1,-1 1,0-1,0 1,0-1,-1 0,0-1,0 1,-1 0,0-1,0 1,-1-1,0 0,0 0,-1-6,0 10,0 0,0 0,0 0,0 0,-1 0,0 0,0 0,0 1,0-1,-1 0,1 1,-1-1,0 1,0-1,0 1,-1 0,1 0,-1 0,1 0,-1 0,0 1,0-1,0 1,-1 0,1 0,-1 0,1 0,-1 1,1-1,-1 1,0 0,0 0,0 0,0 1,0 2,1 0,-1 0,1 1,0-1,-1 1,1 0,0 0,1 0,-1 0,0 0,1 1,0-1,0 1,0 0,0 0,0 0,1 0,0 0,0 0,0 0,0 0,1 0,-1 0,1 0,0 1,0-1,1 0,-1 0,1 4,-1 0,1-1,1 1,0 0,0-1,0 1,1-1,0 0,0 0,1 0,0-1,0 1,0-1,1 0,0 0,0 0,1-1,0 1,0-1,0-1,0 1,2 0,11 5,0 1,0-2,1-1,0 0,1-2,0 0,11 1,48 6,-7-6</inkml:trace>
  <inkml:trace contextRef="#ctx0" brushRef="#br0" timeOffset="5864.905">2313 2251,'-12'-1,"-1"0,0 0,1 2,-1-1,0 1,1 1,-1 0,1 1,0 1,0-1,0 2,0 0,1 0,0 1,0 1,0-1,1 2,0 0,0 0,1 0,0 1,-6 9,13-14,0 0,0 0,1 0,-1 0,1 0,0 0,0 1,1-1,0 0,-1 0,1 1,0-1,1 0,-1 1,1-1,0 0,0 0,1 0,-1 0,1 0,-1 0,1 0,1 0,-1 0,0-1,1 1,0-1,0 0,0 0,0 0,0 0,1-1,-1 1,1-1,0 0,-1 0,2 0,17 9,1 0,0-2,1-1,0-1,0-1,1-2,0 0,-1-1,1-1,10-2,-11 2,1-2,-1-1,0-1,-1 0,1-2,0-1,-1-1,0-1,0-1,-1 0,0-2,0-1,-1-1,-1 0,19-16,-32 21,-1 0,0 0,0-1,0 1,-1-1,0-1,-1 1,1-1,1-8,-4 14,-1 1,0-1,-1 1,1-1,0 0,-1 0,0 1,1-1,-1 0,0 0,-1 1,1-1,0 0,-1 0,1 1,-1-1,0 1,0-1,0 0,0 1,0-1,-1 1,1 0,-1 0,0-1,0 1,1 0,-1 0,0 0,-1 1,1-1,0 0,0 1,-1 0,-1-2,0 2,1 0,0 0,-1 0,1 0,-1 0,1 0,-1 1,1 0,-1 0,0 0,1 0,-1 0,1 1,-1 0,1 0,-1 0,1 0,0 0,-1 0,1 1,0 0,0 0,0 0,0 0,0 0,0 0,1 1,-1-1,1 1,0 0,0 0,-1 1,-1 1,1 0,0 0,0 0,1 1,-1-1,1 1,0 0,1 0,-1-1,1 1,0 0,1 0,-1 0,1 0,0 1,1-1,0 0,0 0,0 1,4 2,0 0,1 0,0-1,1 1,0-1,0-1,0 1,1-1,0-1,0 1,1-2,0 1,0-1,0 0,1-1,0 0,0 0,0-1,0-1,0 0,0 0,4 0,39 6,-1-1,1-3,0-2,32-4,8-3</inkml:trace>
  <inkml:trace contextRef="#ctx0" brushRef="#br0" timeOffset="8443.999">7567 2692,'6'-51,"2"0,3 1,6-15,-16 60,0 1,0 0,0-1,1 1,0 0,0 0,0 0,0 0,1 0,0 0,0 1,0-1,0 1,0 0,0 0,1 0,0 0,0 0,-1 1,1 0,1 0,-1 0,0 0,0 1,1 0,-1-1,1 2,-1-1,1 0,-1 1,1 0,0 0,-1 0,1 1,-1-1,5 2,3 3,-1-1,1 2,-1 0,0 0,0 1,-1 0,0 1,0 0,-1 0,0 1,-1 0,0 1,0 0,-1 0,0 1,-1 0,0 0,-1 1,5 11,-9-21,0 0,0 1,0-1,0 0,-1 0,1 1,-1-1,1 1,-1-1,0 1,0-1,0 0,0 1,0-1,-1 1,1-1,-1 1,1-1,-1 0,0 1,0-1,0 0,0 0,0 0,-1 0,1 0,-1 0,1 0,-1 0,0-1,0 1,0 0,0-1,0 0,0 1,0-1,0 0,0 0,-1 0,1 0,0-1,-1 1,1-1,0 1,-1-1,1 0,-1 0,1 0,-1-1,1 1,-1-1,1 0,0 0,0 0,0 0,0 0,-1-1,1 1,1 0,-1-1,0 0,0 1,1-1,-1 0,1 0,-1 0,1 0,0 0,0 0,0-1,0 1,0 0,0 0,0-1,1 1,0-1,-1 1,1 0,0-1,0 1,0-1,0 1,1 0,-1-1,1 1,-1-1,1 1,0 0,0 0,0-1,0 1,0 0,1 0,-1 0,1 0,119-185,-102 155,-1 0,-2-2,-1 1,-2-2,-1 0,-2 0,-1-1,-2 0,-2-1,-1 1,-1-22,-2 48,-1 0,0 0,-1 0,0 0,-1 0,0 0,0 1,-1-1,0 1,-1-1,0 1,-1 0,1 1,-4-4,7 10,-1 1,0-1,0 1,0-1,0 1,0 0,0 0,-1 0,1 0,0 0,0 0,-1 1,1-1,-1 1,1-1,0 1,-1 0,1 0,-1 0,1 0,-1 1,1-1,0 1,-1-1,1 1,0 0,-1 0,1 0,0 0,0 0,0 0,0 1,0-1,0 1,0 0,0-1,1 1,-1 0,1 0,-1 0,1 0,0 0,0 0,0 1,0-1,0 0,0 0,1 1,-1-1,1 1,-1-1,1 1,-5 20,1 0,0 0,2 0,1 0,0 1,2-1,1 1,1-1,1 0,0 0,2 0,1-1,1 0,1 0,9 17,28 55,4-2,41 55,-30-50,-43-68,-7-12</inkml:trace>
  <inkml:trace contextRef="#ctx0" brushRef="#br0" timeOffset="9747.725">7700 2130,'111'25,"0"-4,14-4,-60-8,576 80,-622-85,-11-4,0 1,0 1,-1-1,1 2,0-1,-1 1,0 0,0 0,6 4,-13 7,-73 17,51-24,-6 1,1 1,0 1,1 1,0 1,1 2,0 0,1 2,-1 2,23-17,0 0,0 0,0 0,1 0,-1 1,0-1,1 1,0-1,-1 1,1-1,0 1,-1 0,1 0,0 0,0 0,1 0,-1 0,0 0,1 0,-1 0,1 0,-1 0,1 0,0 0,0 1,0-1,0 0,1 0,-1 0,0 0,1 0,0 0,-1 0,1 0,0 0,0 0,0 0,7 4,0-1,0 0,0 0,0-1,1-1,-1 1,1-1,0-1,0 1,0-1,1-1,-1 0,0 0,1-1,-1 0,5-1,-3 1,-1 0,1 0,0-1,-1 0,1-1,-1 0,1-1,-1 0,0 0,0-1,0-1,-1 1,0-2,1 1,-2-1,1-1,-1 0,0 0,0 0,-1-1,0 0,0 0,-1-1,5-9,-8 7,-13 35,8-18,0 1,1-1,0 1,0 0,0-1,1 1,0 0,1 0,-1-1,1 1,1 0,-1-1,1 1,0-1,1 0,-1 1,1-1,0 0,1-1,0 1,0-1,0 1,0-1,1 0,0-1,0 1,0-1,0 0,1 0,0-1,0 1,0-1,0 0,0-1,0 0,1 0,-1 0,1-1,5 1,-7-2,0 0,0 0,0 0,0-1,-1 0,1 0,0 0,0 0,-1-1,1 0,-1 0,1 0,-1 0,0-1,0 1,0-1,0 0,0-1,-1 1,1-1,-1 1,0-1,0 0,0 0,-1-1,1-1,4-6,-2-1,0 0,0 0,-1-1,-1 1,0-1,-1 0,0-10,-1-154,-1 176,-1 1,1-1,-1 0,1 1,0-1,0 0,0 0,0 1,0-1,0 0,0 1,1-1,-1 0,0 0,1 1,-1-1,1 1,0-1,0 0,0 1,0-1,0 1,0 0,0-1,0 1,0 0,0 0,1 0,-1-1,1 1,-1 1,1-1,-1 0,1 0,-1 0,1 1,0-1,-1 1,1 0,0-1,-1 1,1 0,0 0,0 0,-1 0,1 0,20 6,-1 1,-1 1,1 0,-2 2,1 0,-1 1,-1 1,8 7,-17-13,-1-1,0 2,-1-1,1 1,-1 0,0 0,-1 1,0 0,0 0,-1 1,0 0,0 0,-1 0,0 0,-1 0,0 1,0 0,-1-1,0 1,0 6,-2-4,0-7,-1-1,1 1,0-1,1 0,-1 1,1-1,0 1,0-1,0 0,0 0,1 1,-1-1,1 0,1 0,-1-1,0 1,1 0,0-1,0 1,0-1,0 0,0 0,2 1,9 2,-1-1,1-1,0 0,0-1,0 0,0-1,1-1,-1 0,0-1,1 0,-1-1,0-1,1 0,-1-1,0-1,5-2,-2 1,0 0,0-2,0 0,0 0,-1-2,-1 0,13-9,-22 13,0 1,-1-1,1 0,-1 0,0-1,0 0,-1 1,0-2,0 1,0 0,-1-1,0 0,0 1,0-1,-1-1,0 1,-1 0,0 0,0-1,0-2,-1 7,-1 0,1 0,-1 0,0 0,0 0,0 0,0 0,0 1,-1-1,1 0,-1 1,1-1,-1 1,0-1,0 1,0 0,-1 0,1 0,-1 0,1 0,-1 0,1 1,-1-1,0 1,0 0,0 0,1 0,-1 0,0 0,0 1,-1-1,1 1,0 0,0 0,0 0,0 0,0 1,0-1,0 1,0 0,0-1,0 1,0 1,1-1,-1 0,0 1,0 0,1-1,0 1,-1 0,1 0,-1 1,-1 0,0 1,1-1,0 1,-1 0,1 0,0 0,1 0,-1 0,1 1,0-1,0 1,0 0,1-1,-1 1,1 0,0 0,1 0,-1 0,1 0,0 0,0 0,1 0,-1 0,1 0,0 0,0 0,1-1,0 1,0 0,0-1,0 1,0-1,1 0,0 0,0 0,0 0,4 3,10 8,0-2,1-1,1 0,0-1,0-1,1-1,0 0,1-2,0 0,0-2,0 0,1-1,-1-1,12-1,-12 1,-1-1,0-1,1-1,-1-1,0 0,0-2,0 0,0-1,0-2,5-1,-21 5,0 0,-1 1,1-1,0-1,-1 1,1 0,-1-1,0 0,0 1,0-1,0-1,-1 1,1 0,-1-1,0 1,1-1,-2 0,1 1,0-1,-1 0,0 0,0 0,0 0,0-1,-1 1,1 0,-1 0,0 0,-1 0,1-1,-1 1,1 0,-1 0,-1 0,1 0,0 0,-1 0,0 1,0-1,0 0,0 1,-1-1,1 1,-1 0,-2-2,1 0,-1 0,1 1,-1-1,0 1,-1 0,1 1,-1-1,1 1,-1 0,0 1,0-1,0 1,-1 0,1 1,0-1,-1 1,1 1,-1-1,1 1,-1 0,1 0,-1 1,1 0,-1 0,1 1,0 0,0 0,0 0,0 1,0-1,0 2,0-1,1 0,0 1,0 0,0 1,-2 1,5-4,1 1,-1 0,1-1,0 1,0 0,0-1,0 1,0 0,0 0,1 0,-1 0,1 0,0 0,0 0,0 0,0-1,1 1,-1 0,1 0,0 0,0 0,0 0,0-1,0 1,0 0,1-1,-1 1,1-1,0 0,0 1,0-1,1 1,4 4,-1-2,1 1,0-1,1 0,-1 0,1-1,0 0,0 0,0-1,5 1,-2-1,0 0,0-1,0 0,0 0,0-2,1 1,-1-2,9 0,-16 0,0 1,0-1,0 0,0 0,0 0,0-1,-1 1,1-1,-1 0,1 0,-1 0,0-1,1 1,-1-1,0 0,-1 0,1 0,-1 0,1 0,-1 0,0-1,0 1,0-1,-1 0,1 1,-1-2,6-80,-6 93,2-1,-1 0,1 0,0 0,0 0,1-1,0 1,0-1,1 0,-1 0,1-1,1 1,-1-1,1 0,0 0,0-1,0 0,1 0,-1 0,1-1,0 0,0 0,4 0,10 5,0-1,1-2,0 0,0-1,1-1,-1-1,0-1,1-1,1-1,25-4</inkml:trace>
  <inkml:trace contextRef="#ctx0" brushRef="#br0" timeOffset="7282.062">3998 2064,'-36'46,"33"81,5-86,4 126,-7 0,-7 0,-16 66,11-151,-3-1,-3-1,-19 42,21-84,17-38,1-1,-1 1,0-1,0 1,0-1,0 1,-1-1,1 1,0-1,0 1,0-1,0 1,0-1,-1 1,1 0,0-1,0 1,-1-1,1 1,0 0,0-1,-1 1,1 0,-1-1,1 1,0 0,-1 0,1-1,-1 1,1 0,0 0,-1 0,1-1,-1 1,1 0,-1 0,1 0,-1 0,1 0,-1 0,1 0,-1 0,1 0,0 0,-1 0,1 0,-1 1,1-1,-1 0,1 0,-1 0,1 1,0-1,-1 0,1 0,-1 1,1-1,0 0,-1 1,1-1,-5-177,5 54,-1-74,10 1,14-56,-22 236,0 0,1-1,1 1,1 0,1 1,0-1,0 1,2 0,0 0,1 1,0 0,1 0,0 1,6-6,-11 16,0 0,0 0,0 1,0-1,0 1,0 0,1 0,-1 0,1 1,-1 0,1-1,0 2,-1-1,1 0,0 1,0 0,0 0,-1 1,1-1,0 1,0 0,-1 0,1 1,-1-1,1 1,-1 0,0 0,0 0,1 1,0 1,3 1,-1 1,0 0,0 0,0 1,-1 0,0 0,0 0,-1 1,0 0,0 0,-1 0,0 1,-1 0,1-1,-1 3,-2-8,0 0,-1 0,1 0,-1 1,0-1,0 0,0 0,0 1,0-1,-1 0,1 0,-1 1,0-1,0 0,0 0,0 0,-1 0,1 0,-1-1,0 1,0 0,0-1,0 1,0-1,0 0,-1 1,1-1,-1 0,0 0,0-1,1 1,-1-1,0 1,-3 0,0 1,0-1,0 1,0-1,-1 0,1-1,0 1,-1-1,0-1,1 1,-1-1,1 0,-1-1,1 1,-1-1,1-1,-1 1,1-1,0 0,0 0,-2-2,7 4,0-1,1 1,-1 0,1 0,-1-1,1 1,0-1,-1 1,1 0,-1-1,1 1,0-1,-1 1,1-1,0 1,-1-1,1 1,0-1,0 0,0 1,-1-1,1 1,0-1,0 0,0 1,0-1,0 1,0-1,0 0,0 1,0-1,1 1,-1-1,0 1,0-1,0 0,1 1,-1-1,0 1,1-1,-1 1,0-1,1 1,-1-1,1 1,-1 0,0-1,1 1,-1 0,1-1,-1 1,1 0,0-1,34-10,100 11,-115 2,-1-1,0 0,0-1,1-1,-1-1,0-1,0 0,10-4,-24 5,0-1,0 1,0-1,0 0,0-1,-1 1,1-1,-1 0,0 0,0 0,-1 0,1-1,-1 0,0 1,0-1,-1 0,1-1,-1 1,0 0,0-1,-1 1,0-1,0 1,0-1,-1 0,1 1,-2-5,1-11,-1 0,-1-1,-1 1,-1 0,0 1,-7-17,9 29,0 0,-1 0,1 1,-2-1,1 1,-1-1,0 1,0 0,-1 1,0-1,0 1,-1 0,0 0,0 1,-1-1,6 5,0 1,0-1,0 1,-1-1,1 1,0 0,0 0,0 0,0-1,-1 1,1 0,0 0,0 1,0-1,0 0,-1 0,1 0,0 1,0-1,0 1,0-1,0 1,0-1,0 1,0 0,0-1,0 1,0 0,0 0,0 0,1 0,-1 0,0 0,1 0,-1 0,0 0,1 0,-1 0,1 0,0 0,-1 0,1 0,0 1,0-1,0 0,0 0,0 0,0 1,0-1,0 0,0 0,0 0,1 0,-1 0,1 1,0 0,3 4,1 0,0 0,0 0,1-1,0 0,0 0,0 0,0-1,1 0,0 0,0-1,0 1,0-2,0 1,1-1,-1 0,1 0,-1-1,1 0,6 0,53 7,0-3,1-2,-1-4,5-2,-65 2,8 0,-11 0,0 1,1-1,-1 1,1 0,-1 0,0 0,1 0,-1 1,0 0,1 0,-1 0,0 0,0 1,0 0,0 0,3 1,-6 0,0-1,0 0,-1 1,1-1,0 1,-1-1,0 1,0-1,1 1,-2-1,1 1,0-1,0 1,-1-1,1 1,-1-1,0 1,0-1,0 0,0 1,-1 1,-2 6,0-3,1 2,0-1,0 0,1 1,0-1,0 1,1 0,0 0,0-1,1 1,0 0,1 0,0 0,0-1,1 1,0 0,1-1,0 0,0 1,0-1,1 0,1-1,-1 1,1-1,4 4,-2-5,0-1,1 0,0 0,0 0,0-1,1-1,-1 1,1-2,0 1,0-1,0 0,0-1,0 0,1 0,-1-1,0 0,0-1,0 0,0-1,0 1,0-2,0 1,0-1,-1-1,1 1,-1-2,0 1,0-1,0 0,-1-1,0 1,0-1,0-1,-1 0,2-2,56-90,-38 52,-26 47,0 0,0 0,0 1,0-1,0 0,0 0,0 0,0 1,0-1,0 0,1 0,-1 0,0 0,0 1,0-1,0 0,0 0,0 0,1 0,-1 0,0 0,0 1,0-1,0 0,1 0,-1 0,0 0,0 0,0 0,0 0,1 0,-1 0,0 0,0 0,0 0,1 0,-1 0,0 0,0 0,0 0,1 0,-1 0,0 0,0 0,0 0,1 0,-1 0,0 0,0-1,0 1,0 0,1 0,-2 22,-4 23,2-22,0 1,2-1,0 1,2 0,1 0,0-1,5 14,-7-33,1-1,0 1,0-1,0 0,1 0,-1 0,1 0,-1 0,1 0,0 0,0 0,1-1,-1 1,0-1,1 1,0-1,-1 0,1 0,0 0,0 0,0-1,0 1,0-1,1 0,-1 0,0 0,1 0,-1-1,1 1,0-1,16-3</inkml:trace>
  <inkml:trace contextRef="#ctx0" brushRef="#br0" timeOffset="7753.319">5187 1877,'12'13,"1"1,0-1,1-1,0-1,1 0,0 0,1-2,0 0,15 6,0 1,-6-2,-12-10,-1 1,0 1,0 0,-1 1,1 0,-2 0,1 1,-1 1,0 0,-1 0,0 1,0 0,-1 0,-1 1,0 0,0 1,-1 0,0 0,-1 0,0 2,3 75,-8-74,0 0,1 0,1 0,0 0,1-1,1 1,0-1,1 0,0 0,7 11,-11-23,1 1,0-1,-1 0,1 0,0 0,0 0,0-1,0 1,0-1,0 1,0-1,1 1,-1-1,1 0,-1 0,1 0,-1-1,1 1,-1 0,1-1,0 0,-1 0,1 0,0 0,-1 0,1 0,0 0,-1-1,1 0,-1 1,1-1,-1 0,1 0,-1 0,1-1,-1 1,1-1,79-65,-68 53,0 0,-1-1,-1-1,-1 1,0-2,-1 0,-1 0,0-1,5-17,-13 35,-1 0,0 0,0-1,0 1,1 0,-1 0,0-1,0 1,0 0,1 0,-1-1,0 1,0 0,0-1,0 1,0 0,0 0,0-1,0 1,0 0,1-1,-1 1,0 0,-1-1,1 1,0 0,0-1,0 1,0 0,0 0,0-1,0 1,0 0,-1-1,1 1,0 0,0 0,0-1,0 1,-1 0,1 0,0-1,0 1,-1 0,1 0,0 0,0 0,-1-1,1 1,0 0,-1 0,1 0,0 0,-1 0,1 0,0 0,-1 0,1 0,0 0,0 0,-1 0,1 0,0 0,-1 0,1 0,0 0,-1 0,1 1,-18 13,14-10,1-1,-1 1,1 0,0 0,0 1,0-1,0 0,1 1,0 0,0 0,0-1,1 1,-1 0,1 0,0 1,1-1,-1 0,1 0,0 0,0 0,1 1,0-1,0 0,0 0,0 0,1 0,0 0,0-1,0 1,0 0,1-1,0 0,1 2,8 4,1-2,1 0,-1 0,1-1,0-1,1 0,-1-1,1-1,0 0,0-1,1-1,9 1,-16-2,83 12</inkml:trace>
  <inkml:trace contextRef="#ctx0" brushRef="#br0" timeOffset="15883.528">7460 3387,'-16'12,"-14"14,-11 20,-8 21,-3 21,4 17,7 15,11 6,15 3,19-3,18-6,17-13,15-13,9-16,4-18,-10-20</inkml:trace>
  <inkml:trace contextRef="#ctx0" brushRef="#br0" timeOffset="16252.54">7808 4136,'-3'-2,"0"0,0-1,0 1,1-1,-1 0,1 0,0 0,0 0,0 0,0 0,1-1,-1 1,1-1,0 1,0-1,0 1,0-1,1 0,-1 1,1-1,0 0,0 1,0-1,1 0,-1 1,1-1,0 0,0 1,0-1,1 1,-1-1,1 1,0 0,0-1,6-1,0 1,0 0,1 1,-1 0,1 0,0 1,-1 0,1 1,0 0,0 0,0 0,0 2,0-1,0 1,0 0,0 1,0 0,0 0,-1 1,1 0,-1 0,7 5,-6-4,0 0,-1 0,0 1,0 0,0 1,0 0,-1 0,0 0,0 1,-1 0,0 1,0-1,-1 1,0 0,0 0,-1 1,0 0,0-1,-1 1,0 0,-1 1,-1-6,-1 0,0-1,-1 1,1 0,-1-1,1 1,-1-1,0 1,0-1,-1 1,1-1,-1 1,1-1,-1 0,0 0,0 0,-1 0,1 0,-1-1,1 1,-1-1,0 1,0-1,0 0,0 0,0 0,-1-1,1 1,-2 0,-4 1,1 0,-1 0,0 0,0-2,0 1,0-1,0 0,0-1,0 0,0 0,-6-2,14 2,-1 1,0-1,0 0,1 0,-1-1,0 1,0 0,1-1,-1 1,0-1,1 1,-1-1,0 0,1 0,-1 1,1-1,0 0,-1 0,1-1,0 1,-1 0,1 0,0-1,0 1,0-1,0 1,0-1,1 1,-1-1,0 1,1-1,-1 0,1 1,-1-1,1 0,0 0,0 1,0-1,0 0,0 1,0-1,0 0,0 0,1 1,51-30,-16 18</inkml:trace>
  <inkml:trace contextRef="#ctx0" brushRef="#br0" timeOffset="18280.69">7687 4243,'-32'24,"32"-24,-1-1,1 1,-1-1,1 1,0-1,-1 1,1-1,0 0,0 1,-1-1,1 0,0 1,0-1,0 0,0 1,0-1,-1 0,1 1,1-1,-1 0,0 1,0-1,0 0,0 1,0-1,1 0,-1 1,0-1,1 0,-1 1,0-1,1 1,-1-1,1 1,-1-1,0 1,1-1,0 1,-1-1,1 1,-1-1,1 1,-1 0,1 0,0-1,0 1,160-248,-124 191,-38 57,1 1,0-1,0 1,0-1,-1 1,1-1,0 1,0-1,0 1,0-1,0 1,0 0,0-1,0 1,0-1,0 1,0-1,0 1,0 0,1-1,-1 1,0-1,0 1,1-1,-1 1,0-1,1 1,-1-1,0 0,1 1,-1-1,0 1,1-1,-1 0,1 1,-1-1,1 0,-1 0,1 1,-1-1,1 0,0 0,-1 0,1 0,-1 1,1-1,-1 0,1 0,0 0,-1 0,1 0,-1-1,1 1,-1 0,1 0,-1 0,1 0,-1-1,1 1,-1 0,1 0,-1-1,1 1,-1 0,1-1,-1 1,1-1,0 10,2 2,1 0,0-1,0 1,1-1,1 0,0-1,0 1,0-1,1 0,1-1,1 2,1 0</inkml:trace>
  <inkml:trace contextRef="#ctx0" brushRef="#br0" timeOffset="18748.475">8262 3454,'14'23,"6"18,5 17,-2 11,-3 6,-4 4,-6 0,-4-5,-5-6,-3-10,-1-9,0-12,0-12</inkml:trace>
  <inkml:trace contextRef="#ctx0" brushRef="#br0" timeOffset="19016.653">7995 3722,'20'0,"25"0,24 2,22 1,18 2,10 3,-1 4,-19 0</inkml:trace>
  <inkml:trace contextRef="#ctx0" brushRef="#br0" timeOffset="19786.808">8944 4003,'-12'-3,"0"0,0 1,0 1,-1 0,1 0,0 1,-1 1,1 0,0 1,0 0,0 1,0 0,0 1,0 0,1 1,0 1,0-1,0 2,1 0,0 0,0 0,-4 5,8-7,0 0,1 0,0 1,-1 0,2 0,-1 0,1 0,0 1,0 0,1 0,-1 0,2 0,-1 0,1 1,0-1,1 1,-1-1,2 1,-1 6,3-10,0-1,0 0,0 1,1-1,0 0,-1-1,1 1,0 0,0-1,0 0,1 1,-1-1,0-1,1 1,0 0,-1-1,1 0,0 0,0 0,-1 0,1 0,0-1,0 0,0 0,0 0,0 0,0 0,0-1,0 0,-1 0,1 0,0 0,2-1,9-3,1 0,0-1,-1-1,0 0,-1-1,1 0,-1-1,-1-1,0 0,0-1,-1 0,-1-1,0-1,3-4,-14 17,0 1,0 0,0-1,0 1,0 0,1-1,-1 1,0 0,0-1,0 1,1-1,-1 1,0 0,1-1,-1 1,0-1,1 1,-1-1,1 1,-1-1,0 1,1-1,-1 0,1 1,0-1,-1 0,1 1,-1-1,1 0,0 0,-1 1,1-1,-1 0,1 0,0 0,-1 0,1 0,0 0,-1 0,1 0,0 0,-1 0,1 0,-1 0,1-1,0 1,-1 0,1 0,-1-1,1 1,0 0,-1-1,1 1,-1-1,1 1,-1-1,0 1,1-1,0 1,0 8,1 0,0 0,1 0,0-1,0 1,1-1,-1 1,2-1,-1 0,1-1,1 1,-5-4,1-1,1 0,-1 0,0 0,0 0,1 0,-1 0,1-1,0 1,-1-1,1 0,0 0,0 0,0 0,0 0,0-1,0 1,0-1,0 0,0 1,0-2,0 1,0 0,0-1,0 1,0-1,0 0,0 0,0 0,-1 0,3-1,4-6,0 0,0 0,0-1,-1 0,-1-1,0 0,0 0,0 0,-2-1,1 0,-1 0,-1 0,0-1,-1 1,0-1,0 0,-2 0,1 0,-1 0,-1 0,9-78,-7 88,0 0,0 0,0 0,1 0,-1 0,1 1,-1-1,1 1,0 0,0-1,0 1,-1 1,1-1,0 0,0 1,0-1,0 1,0 0,0 0,0 0,0 0,0 1,0-1,0 1,0 0,0 0,0 0,0 0,0 0,0 1,7 0,26 6,0 1,0 2,-1 1,0 2,-2 2,13 7,-40-19,1-1,-1 1,-1 1,1-1,-1 1,1 0,-1 0,-1 0,1 1,-1 0,0 0,0 0,-1 0,1 1,-1-1,-1 1,1 0,-1 0,-1 0,1 0,-1 0,0 0,-1 0,0 6,-11 90,13-100,1 0,-1-1,1 1,0 0,0-1,0 0,0 0,0 0,0 0,1 0,-1 0,0-1,1 0,0 0,-1 0,1 0,0 0,-1-1,1 0,0 1,0-1,-1-1,1 1,0 0,-1-1,1 0,0 0,0 0,16-2,0-1,0 0,-1-1,0-2,0 0,0 0,-1-2,0 0,-1-1,0-1,-1-1,0 0,0-1,-2-1,1 0,-2-1,0 0,-1-2,6-10,-2-20,-16 46,0 0,0-1,0 1,0 0,0 0,-1 0,1 0,0 0,-1-1,1 1,0 0,-1 0,0 0,1 0,-1 0,1 0,-1 1,0-1,0 0,0 0,1 0,-1 1,0-1,0 0,0 1,0-1,0 1,0-1,0 1,-1-1,1 1,0 0,0 0,0-1,0 1,0 0,-1 0,1 0,0 0,-1 0,-5 2,0-1,0 1,0 0,0 0,0 1,1 0,-1 0,1 0,-1 1,1 0,0 0,1 1,-1 0,1 0,0 0,0 0,0 1,1 0,0 0,0 0,1 0,0 1,0 0,0-1,1 1,0 0,0 0,0 0,1 1,0 0,1-3,0-1,1 1,-1-1,1 1,0-1,0 1,1-1,-1 1,1-1,0 0,0 0,1 0,-1 0,1 0,0-1,-1 1,2-1,-1 0,0 1,1-1,-1-1,1 1,0-1,0 1,0-1,3 1,8 4,1-1,1 0,-1-1,1-1,0-1,8 1,46 3,-6-3</inkml:trace>
  <inkml:trace contextRef="#ctx0" brushRef="#br0" timeOffset="20123.912">10522 4029,'-14'2,"1"0,-1 1,1 0,0 1,0 1,0 0,1 0,0 1,0 1,0 0,1 1,0 0,0 1,1 0,0 0,-7 10,13-14,0-1,0 0,0 1,1 0,0 0,0 0,0 0,0 0,1 0,0 1,0-1,0 1,1 0,-1 1,2-5,1-1,-1 1,1 0,-1-1,1 1,0-1,-1 1,1-1,0 1,0-1,0 0,0 1,0-1,0 0,0 0,1 0,-1 0,0 0,1 0,-1 0,1 0,-1 0,1-1,-1 1,1-1,-1 1,1-1,0 0,-1 1,1-1,0 0,-1 0,1 0,59-1,-44-1,0-1,0 0,0-2,-1 0,0-1,0 0,0-2,-1 1,0-2,-1 0,0-1,0-1,10-9,-15 6,-12 17,1-1,1 0,-1-1,1 1,0 0,-1 1,1-1,0 0,0 0,1 0,-1 1,0-1,1 0,-1 1,1-1,0 0,0 1,0-1,0 1,0-1,0 0,1 1,-1-1,1 0,0 1,-1-1,1 0,0 0,0 0,1 0,-1 0,0 0,1 0,-1 0,1 0,0 0,-1-1,1 1,0-1,0 1,0-1,2 1,8 2,0 0,0-1,1 0,-1-1,1-1,-1 0,1-1,-1 0,1-1,2 0,-4 0,51-3</inkml:trace>
</inkml:ink>
</file>

<file path=ppt/ink/ink1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14T06:37:43.711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122 227,'-3'14,"-2"16,-1 14,0 13,2 8,2 3,0-2,1-5,3-11,1-18,0-14</inkml:trace>
  <inkml:trace contextRef="#ctx0" brushRef="#br0" timeOffset="416.884">54 414,'-9'-33,"-4"-12,2-1,2 0,-1-21,10 63,-1 0,1-1,-1 1,1 0,0-1,1 1,-1-1,1 1,0 0,0 0,0 0,0-1,1 1,-1 0,1 0,1 1,-1-1,0 0,1 1,-1-1,1 1,0 0,1 0,-1 0,0 0,1 1,0-1,9-2,0 1,0 1,0 0,1 0,-1 2,1-1,0 2,-1 0,1 0,-1 2,1-1,-1 2,1 0,-1 0,8 4,-7-2,0-1,0 2,-1 0,1 1,-2 0,1 1,-1 0,0 1,-1 0,3 3,-10-8,1 1,-1 0,0 0,0 0,0 1,-1-1,1 1,-1 0,-1 0,1 0,-1 0,0 0,-1 1,1-1,-1 1,-1-1,1 1,-1-1,0 1,0-1,-1 1,0 0,-2 5,-3 3,-2-1,0 0,0 0,-1-1,-1 0,0 0,-1-1,0 0,-1-1,0-1,-1 0,0 0,-1-1,1-1,-2 0,1-1,-13 4,17-5,22-9,-9 2,39-11,1 1,1 2,0 2,0 2,0 2,0 2,0 2,36 6,13 28,-90-33,0 0,0-1,-1 1,1 1,0-1,-1 0,0 1,0-1,0 1,0 0,0 0,0-1,-1 1,1 0,-1 1,0-1,0 0,0 0,0 0,-1 1,1-1,-1 0,0 1,0-1,0 0,0 1,-1 2,-1 0,0 1,-1-1,0 1,0-1,-1 0,1 0,-1 0,-1-1,1 1,-1-1,0 0,0 0,0-1,-1 0,-5 4,-95 50,78-45,-1-1,0-2,-1-1,0-1,0-1,0-2,-19 0,-8-11,56 5,0 1,0 0,0-1,0 1,0-1,0 1,0-1,0 0,0 1,0-1,1 0,-1 0,0 1,0-1,1 0,-1 0,1 0,-1 0,1 0,-1 0,1 0,-1 0,1 0,0 0,0 0,-1 0,1 0,0 0,0-1,0 1,0 0,0 0,1 0,-1 0,0 0,0 0,1 0,-1 0,1 0,-1 0,1 0,-1 0,1 0,-1 0,1 0,0 0,14-20</inkml:trace>
  <inkml:trace contextRef="#ctx0" brushRef="#br0" timeOffset="717.081">1364 255,'-4'-4,"-5"-8,-1 1,0 1,-1 0,0 0,0 1,-1 1,-1 0,1 0,-1 1,-1 1,1 0,-1 1,0 1,-5-1,13 4,0 2,0-1,0 1,0 0,0 0,0 0,0 1,0 0,1 0,-1 1,1-1,-1 1,1 0,0 1,0-1,0 1,1 0,-1 0,1 1,-3 4,-4 4,0 1,2 0,-1 0,2 1,0 1,-5 13,8-19,1 1,0 0,0-1,1 1,0 0,1 1,0-1,1 0,0 1,1-1,0 1,1-1,0 0,1 1,0-1,1 0,0 0,1 0,0 0,1-1,0 0,0 0,1 0,0 0,1-1,0 0,1-1,0 0,0 0,3 2,13 3,0-1,1-2,0 0,0-1,1-2,0-1,0 0,0-2,1-2,0 0,0-1,-1-2,1-1,0-1,-1-1,0-1,15-6,46-11</inkml:trace>
  <inkml:trace contextRef="#ctx0" brushRef="#br0" timeOffset="944.48">1979 94,'0'16,"-2"17,-4 16,1 11,-3 7,1 3,0-1,0-6,-1-8,1-12,2-20,2-13</inkml:trace>
  <inkml:trace contextRef="#ctx0" brushRef="#br0" timeOffset="1245.229">1925 0,'362'494,"-359"-490,10 14,0 0,-1 0,0 1,-2 1,-1 0,6 16,-14-33,0 0,0 0,0 0,-1 0,1 0,-1 0,0 1,0-1,0 0,0 0,-1 0,1 0,-1 0,1 0,-1 1,0-1,-1-1,1 1,0 0,-1 0,0 0,1-1,-1 1,0-1,0 1,-1-1,1 0,0 0,-1 0,1 0,-1 0,0-1,1 1,-1-1,0 0,0 1,0-1,0-1,0 1,-2 0,-28 4,1-1,-1-1,0-2,0-2,0 0,0-3,31 4,-32-4,7 0</inkml:trace>
</inkml:ink>
</file>

<file path=ppt/ink/ink1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14T06:37:42.413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54 108,'2'18,"1"22,0 20,0 18,-6 12,-5 4,-2-2,-1-11,3-18</inkml:trace>
  <inkml:trace contextRef="#ctx0" brushRef="#br0" timeOffset="250.33">1 161,'13'19,"17"18,16 18,9 15,8 7,1 2,-3-4,-6-7,-6-11,-11-15,-10-15</inkml:trace>
  <inkml:trace contextRef="#ctx0" brushRef="#br0" timeOffset="416.89">522 241,'0'-16,"0"-18,0-14,2-4,1 4,0 14,-1 25,-2 30,-2 29,-3 24,0 19,0 8,2 4,3-6,8-9,8-16,10-19,1-18</inkml:trace>
  <inkml:trace contextRef="#ctx0" brushRef="#br0" timeOffset="763.97">896 656,'1'-28,"-1"0,-2 0,0 0,-2 0,-1 0,-2 1,0 0,-2 0,-7-15,5 25,11 17,0 0,0 0,0 0,0 0,-1 0,1 1,0-1,0 0,0 0,0 0,0 0,12 9,0-1,1-1,0 0,1-1,-1 0,1-1,1-1,7 2,-17-4,181 54,-183-54,0-1,0 0,0 1,0 0,0 0,-1-1,1 2,-1-1,1 0,-1 0,0 1,0 0,0-1,0 1,0 0,-1 0,1 0,-1 0,0 0,0 0,0 0,0 0,-1 0,1 1,-1-1,0 0,0 1,0-1,0 0,0 0,-1 1,0-1,1 0,-1 0,0 0,-1 1,-102 199,104-202,-1 0,1 0,0 0,-1 0,1 0,0 0,0 0,0 0,0 0,0 1,0-1,0 0,0 0,0 0,1 0,-1 0,0 0,1 0,-1 0,1 0,-1 0,1 0,0 0,-1 0,1-1,0 1,-1 0,1 0,0-1,0 1,0 0,0-1,0 1,0-1,0 1,0-1,0 1,0-1,0 0,0 1,0-1,0 0,0 0,0 0,0 0,55-1,77-30,-64 10</inkml:trace>
</inkml:ink>
</file>

<file path=ppt/ink/ink1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14T06:37:46.124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1 0,'11'16,"6"15,3 10,-3 10,-3 8,-5 3,-9 2,-7-1,-9-6,-3-11,2-13</inkml:trace>
</inkml:ink>
</file>

<file path=ppt/ink/ink1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14T06:37:47.339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122 20,'-7'1,"0"1,1 0,0 0,-1 0,1 1,0 0,0 0,0 0,1 1,-1 0,1 0,0 0,0 1,0 0,1 0,0 0,-3 4,5-6,0 1,0-1,0 1,0-1,0 1,1 0,0 0,0 0,0 0,0 0,0 0,1 0,0 0,0 0,0 0,0 0,1 0,-1 0,1 0,0 0,1 0,-1-1,0 1,1 0,0-1,0 1,0-1,0 1,2 0,4 4,1 0,1-1,-1 0,1-1,0 0,1-1,-1 0,1 0,0-1,0-1,0 0,1 0,-1-1,1 0,0-1,-1-1,1 0,0 0,11-3,-18 3,1 0,-1 0,1-1,-1 0,1 0,-1-1,0 1,0-1,0 0,0-1,0 1,0-1,0 0,-1 0,1-1,-1 1,0-1,0 0,-1 0,1 0,-1 0,0-1,0 0,0 1,0-1,-1 0,0 0,0 0,0-1,-1 1,0 0,0-1,0 1,-1-1,1 1,-1-1,-1 1,1-1,-1 1,0-1,-1-2,-1 1,0 0,0 0,-1 1,0-1,-1 1,1 0,-1 0,0 0,-1 1,1 0,-1 0,0 0,0 1,-1 0,1 0,-1 0,0 1,0 0,0 1,0-1,0 1,-1 0,1 1,-1 0,1 0,-1 1,0 0,1 0,-1 1,1 0,-1 0,-3 2,7-2,1 1,0 0,-1 0,1 0,0 0,0 0,0 1,0 0,1-1,-1 1,1 0,-1 0,1 1,0-1,0 0,0 1,1-1,-1 1,1-1,0 1,0 0,0 0,1-1,-1 1,1 0,0 0,0 4,4 28</inkml:trace>
</inkml:ink>
</file>

<file path=ppt/ink/ink1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14T06:37:47.961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240 572,'-8'-2,"0"0,0 0,0 1,0 0,0 1,0-1,-1 2,1-1,0 1,0 0,0 1,0 0,0 0,0 1,1 0,-1 0,1 1,0 0,0 0,-5 4,5 0,1-1,-1 1,1 0,0 0,1 0,0 1,0 0,1 0,0 0,0 1,1-1,1 1,0 0,0 0,1 0,0 0,0 0,1 0,1 5,0-12,-1 0,1 0,0 0,0 0,0 0,0 0,0-1,1 1,0 0,-1-1,1 0,0 1,0-1,0 0,0 0,1 0,-1 0,0 0,1 0,0-1,-1 1,1-1,0 0,0 0,0 0,-1 0,1 0,0-1,3 1,3 0,0-1,-1 0,1 0,0-1,-1 0,1-1,-1 0,1 0,7-3,2-3,0 0,0-1,0-1,-1-1,-1 0,0-1,0-1,-1 0,-1-2,0 1,-1-1,-1-1,0-1,-1 1,-1-2,-1 1,0-2,-1 1,-1-1,-1 0,-1 0,0-1,-1 0,-2 1,0-1,0-7,-2 8,0-1,-2 0,0 1,-1 0,-1-1,0 1,-2 0,0 1,-2-1,1 2,-2-1,-1 1,-3-5,11 18,0 1,0 0,0-1,0 1,0 0,-1 0,1 0,-1 1,0-1,0 1,0-1,0 1,0 0,-1 0,1 0,-1 1,1-1,-1 1,0 0,1 0,-1 0,0 0,0 1,0-1,1 1,-1 0,0 0,0 1,0-1,0 1,-3 1,0 3,1 1,0 0,0 0,0 1,1 0,0 0,0 0,1 1,-1-1,2 1,-1 0,1 0,1 0,-1 1,1-1,1 1,-1-1,2 1,-1 3,-3 15,1 1,1 0,2 0,1-1,1 1,1 0,1-1,2 0,1 0,1 0,7 15,-7-23,1-1,0 0,1 0,1-1,1-1,0 0,2 0,-1-1,2-1,0-1,0 0,1 0,1-2,0 0,1-1,6 2,-10-6,0 0,1-1,0-1,-1 0,1-1,0 0,1-2,-1 1,0-2,0 0,14-2,-21 0,0 1,0-1,-1 0,1 0,0-1,-1 0,0-1,0 1,0-1,0-1,-1 1,1-1,-1 0,0-1,-1 1,1-1,-1-1,0 1,-1 0,1-1,-2 0,1 0,1-3,-2 2,0 0,0 0,-1 0,0 0,0 0,-1-1,0 1,-1 0,0-1,0 1,0 0,-1-1,-1 1,1 0,-1-1,-1 1,0 0,0 1,0-1,-1 0,0 1,0 0,-1 0,0 0,0 1,-3-2,6 5,-1 1,1 0,-1 0,0 0,0 0,0 1,0-1,0 1,-1-1,1 1,0 0,-1 1,1-1,0 0,-1 1,1 0,-1 0,1 0,-1 0,1 1,0-1,-1 1,1 0,0 0,-1 0,1 0,0 1,0-1,0 1,0 0,0 0,0 0,-2 2,1 0,-1 0,0 1,1 0,0 0,0 0,0 1,1-1,-1 1,2 0,-1 0,0 0,1 0,0 0,1 1,-1-1,1 1,0 4,1-4,1 0,0 1,0-1,0 0,1 0,0 0,0 0,1 0,0 0,0-1,1 1,-1-1,1 0,1 0,-1 0,1-1,0 0,0 0,1 0,0 0,-1-1,4 2,10 6,0-1,1-1,0 0,1-2,0 0,17 3,55 10,-5-7</inkml:trace>
  <inkml:trace contextRef="#ctx0" brushRef="#br0" timeOffset="247.852">1577 559,'-16'6,"-14"8,-7 5,-4 4,1 3,7 4,9 1,13 0,20-1,22-3,24-6,20-7,17-6,-8-4</inkml:trace>
  <inkml:trace contextRef="#ctx0" brushRef="#br0" timeOffset="592.444">2205 718,'-2'-6,"1"0,-1 0,-1 0,1 0,-1 0,0 0,0 1,0-1,-1 1,0 0,0 0,0 1,-1-1,0 1,0 0,0 0,0 0,0 1,-1 0,1 0,-1 0,0 0,0 1,0 0,-1 1,1-1,0 1,0 0,-1 1,1 0,-1 0,1 0,0 0,-1 1,1 0,0 1,-2 0,0 2,0-1,0 2,1-1,-1 1,1 0,0 0,1 1,0 0,0 0,0 1,0 0,1 0,0 0,1 0,-1 3,2-6,1 0,0 0,0 1,0-1,1 1,-1-1,1 1,0 0,1 0,-1-1,1 1,0 0,0 0,0-1,1 1,0 0,0 0,0-1,0 1,1-1,-1 1,1-1,1 1,-1-1,0 0,1 0,0 0,0 0,7 3,0 0,1 0,0-1,-1 0,2-1,-1 0,1-1,0 0,-1-1,2-1,-1 1,0-2,0 0,1 0,-1-1,0-1,1 0,-1-1,0 0,1-1,-1 2,0-1,-1 0,1-1,-1 0,1-1,-1 0,-1-1,1 0,0-1,-1 0,0-1,-1 0,1 0,-1-1,-1 0,0-1,0 0,0 0,-1-1,-1 0,1 0,-1-2,-1-33,-5 44,0 0,0 0,0 1,0-1,0 0,-1 0,1 0,0 0,0 0,-1 1,1-1,0 0,-1 0,1 0,-1 1,1-1,-1 0,1 0,-1 1,1-1,-1 1,0-1,0 1,1-1,-1 1,0-1,0 1,1-1,-1 1,0 0,0-1,0 1,0 0,1 0,-1 0,0 0,0 0,0 0,0 0,0 0,0 0,1 0,-1 0,0 0,0 1,0-1,0 0,-1 2,-1 0,0 0,1 0,0 0,-1 1,1-1,0 0,0 1,0 0,0-1,1 1,-1 0,1 0,0 0,0 0,0 0,0 0,0 1,1-1,-1 0,1 0,0 0,0 1,0-1,1 0,-1 0,1 1,-1-1,1 0,0 0,0 0,1 0,-1 0,0 0,1-1,0 1,0 0,0-1,45 29,-20-21</inkml:trace>
  <inkml:trace contextRef="#ctx0" brushRef="#br0" timeOffset="1386.422">3047 692,'-11'-11,"0"0,-1 1,0 0,-1 1,0 1,-1 0,0 1,0 0,0 1,-1 0,0 2,0 0,0 0,-4 1,13 3,1 1,0 0,0 0,-1 0,1 1,0-1,0 1,0 1,1-1,-1 1,1 0,-1 0,1 0,0 0,0 1,0-1,0 1,1 0,-1 1,1-1,0 0,1 1,-1 0,1 0,0 0,0 0,0 0,1 0,0 0,0 0,0 1,0-1,1 0,0 1,0-1,1 0,-1 1,1-1,0 0,1 0,-1 0,1 0,0 0,0 0,1 0,-1 0,2 1,2-1,-1 1,1-1,0 0,0 0,1-1,-1 0,1 0,0-1,0 0,1 0,-1 0,0-1,1 0,-1-1,1 1,0-2,0 1,-1-1,1 0,0 0,3-2,1 1,0-1,0 0,0-1,-1-1,1 0,-1 0,0-1,0-1,0 0,-1 0,0-1,0 0,3-4,-2-3,-1-1,0 0,-1-1,-1 0,-1 0,0 0,-1-1,0 0,-2 0,0-1,-1 1,0-1,-2 0,0 0,-1 0,-1 0,-1-1,3-59,-3 1,-4-1,-7-30,11 96,0 0,-1 1,0-1,-1 1,0-1,0 1,-7-10,11 20,-1 0,0 0,1 0,-1 0,0 0,1 0,-1 0,0 0,0 0,0 1,0-1,0 0,0 0,0 1,0-1,0 1,0-1,0 1,0 0,0-1,0 1,-1 0,1 0,0-1,0 1,0 0,0 0,-1 1,1-1,0 0,0 0,0 0,0 1,-1-1,1 1,0-1,0 1,0-1,0 1,0 0,0-1,0 1,-34 42,21-13,0 1,2 1,2 0,1 1,1 0,2 0,1 0,2 1,1 3,0-13,2 1,1-1,1 1,0-1,2 0,1 0,1-1,2 1,5 14,-7-26,-1 0,1-1,1 1,0-1,1 0,0-1,1 0,0 0,0-1,1 0,0-1,1 0,-1 0,2-1,-1-1,1 0,0 0,7 1,-10-4,0 0,-1 0,1-1,0-1,0 0,0 0,0 0,0-1,0 0,0-1,0 0,0-1,0 0,-1 0,1-1,0 0,-1 0,0-1,0 0,0 0,0-1,-1 0,0-1,0 1,4-5,-4 2,-7 9,0-1,0 1,0-1,0 1,0-1,0 1,1-1,-1 1,0-1,0 0,0 1,1-1,-1 1,0-1,1 0,-1 1,0-1,0 0,1 1,-1-1,1 0,-1 0,0 1,1-1,-1 0,1 0,-1 0,1 1,-1-1,1 0,-1 0,0 0,1 0,-1 0,1 0,-1 0,1 0,-1 0,1 0,-1 0,1 0,-1-1,1 1,-1 0,0 0,1 0,-1 0,1-1,-1 1,0 0,1-1,-1 1,0 0,1-1,-1 1,0 0,1-1,-1 1,0-1,0 1,1-1,-1 7,0 0,1 0,0 0,0-1,1 1,-1 0,1-1,1 1,-1-1,1 0,0 0,0 0,0 0,1 0,-1-1,1 1,0-1,1 0,-1 0,1-1,-1 1,1-1,0 0,1 0,-1-1,0 1,1-1,-1-1,1 1,0-1,0 0,-1 0,1 0,4-1,-5-1,-1 0,1 0,-1-1,0 1,1-1,-1 0,0-1,0 1,0-1,0 1,-1-1,1 0,-1-1,0 1,0-1,0 1,0-1,0 0,-1 0,0 0,0 0,0-1,0 1,0 0,-1-1,1-3,0 0,-1 0,0 1,0-1,0 0,-1 0,0 0,-1 0,1 1,-1-1,-1 0,0 0,0 1,0-1,-1 1,-3-5,4 7,-1 1,1-1,-1 1,0 0,-1 0,1 0,-1 0,0 1,0-1,0 1,0 0,0 0,-1 1,1-1,-1 1,0 0,0 0,0 1,0-1,0 1,0 0,0 0,0 1,0 0,-1 0,1 0,0 0,0 1,0 0,0 0,0 0,0 1,0-1,-4 3,1 1,0 0,0 1,1 0,-1 0,1 1,1 0,0 0,0 0,0 1,1 0,0 0,0 0,1 1,0-1,0 1,1 0,0 3,1-7,1 1,-1-1,1 1,0-1,1 1,-1-1,1 1,0 0,1-1,-1 1,1 0,0-1,1 1,-1-1,1 0,0 1,1-1,-1 0,1 0,0 0,0-1,0 1,1-1,0 0,0 0,0 0,0 0,0 0,3 0,-1 0,1-1,-1 0,1 0,0-1,0 0,0 0,0 0,0-1,1 0,6-1,28 0</inkml:trace>
  <inkml:trace contextRef="#ctx0" brushRef="#br0" timeOffset="1648.722">3782 250,'-13'0,"-15"5,-8 8,-3 9,1 9,6 9,10 7,7 2,14 2,7-8</inkml:trace>
  <inkml:trace contextRef="#ctx0" brushRef="#br0" timeOffset="1819.951">3876 825,'14'16,"8"8,6 1,5-3,3-5,3-6,1-4,-4-4,-8-2</inkml:trace>
</inkml:ink>
</file>

<file path=ppt/ink/ink1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14T06:37:46.378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28 140,'0'20,"0"21,2 19,3 13,4 8,1 4,2 0,-1-2,-3-6,-2-7,-5-14,-4-13,-5-15,-3-18,1-12</inkml:trace>
  <inkml:trace contextRef="#ctx0" brushRef="#br0" timeOffset="521.71">14 728,'-14'-482,"14"429,0 40,7-70,-7 81,1 0,-1 0,1 0,-1 0,1 0,0 0,0 0,0 0,0 1,1-1,-1 0,0 1,1-1,-1 0,1 1,-1 0,1-1,0 1,0 0,0 0,-1 0,1 0,0 0,0 1,0-1,0 0,1 1,-1 0,0-1,0 1,0 0,0 0,0 0,2 0,7 3,0 0,0 1,-1 0,1 0,-1 1,0 0,0 1,-1 0,0 1,0 0,0 0,-1 1,0 0,0 0,-1 1,5 9,-9-16,-1 1,1 0,-1 0,0 1,0-1,0 0,-1 1,1-1,-1 1,0-1,0 1,0 0,0-1,-1 1,0 0,1 0,-1 0,-1-1,1 1,0 0,-1 0,0-1,0 1,0 0,0-1,-1 1,1-1,-1 1,0-1,0 0,0 0,-1 0,1 0,-1 0,1-1,-1 1,0-1,0 1,0-1,0 0,-2 1,-1 0,0 0,1 0,-1 0,0-1,-1 0,1 0,0 0,-1-1,1 0,-1 0,1-1,-1 1,1-2,-1 1,1-1,-1 0,1 0,0 0,-1-1,1 0,0-1,0 1,0-1,0 0,1-1,-1 1,0-2,5 5,1 0,-1-1,1 1,-1 0,1-1,-1 1,1 0,-1-1,1 1,-1-1,1 1,0-1,-1 1,1 0,0-1,-1 0,1 1,0-1,0 1,-1-1,1 1,0-1,0 1,0-1,0 0,0 1,0-1,0 1,0-1,0 0,0 1,0-1,0 1,0-1,1 1,-1-1,0 0,0 1,1-1,-1 1,0-1,1 1,-1-1,0 1,1 0,-1-1,1 1,-1-1,1 1,-1 0,1-1,33-2,42 12,-44-3,0-2,1-1,-1-1,1-2,0-2,-1-1,1-1,6-3,-28 5,0 0,1-1,-1-1,0 0,-1 0,1-1,-1-1,0 0,0 0,0-1,-1 0,0 0,-1-1,0 0,0-1,0 0,-1 0,-1-1,1 1,-2-2,1 1,-1 0,-1-1,0 0,1-7,-4 15,0 0,-1 1,1-1,-1 0,0 1,0-1,0 0,0 0,-1 1,1-1,-1 0,1 1,-1-1,0 1,0-1,0 1,0-1,-1 1,1-1,-1 1,1 0,-1 0,0 0,0 0,0 0,0 0,0 1,0-1,-1 1,1-1,0 1,-1 0,1 0,-1 0,1 0,-1 0,0 1,1-1,-1 1,0-1,1 1,-1 0,0 0,0 1,1-1,-1 0,0 1,1 0,-1-1,1 1,-1 0,-1 1,-1 2,0 0,0 0,1 1,0-1,0 1,0 0,0 0,1 0,0 0,0 1,0 0,0-1,1 1,0 0,1 0,-1 0,1 0,0 1,1-1,-1 0,1 0,0 1,1-1,0 0,0 0,0 0,1 0,-1 0,1 0,1 0,-1 0,1-1,0 1,1-1,-1 0,1 0,0 0,2 2,13 6,0-1,1 0,1-2,0 0,0-1,1-1,0-1,1-2,-1 0,1-1,0-1,0-1,0-1,2-1,87 5,-11-5</inkml:trace>
</inkml:ink>
</file>

<file path=ppt/ink/ink1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14T06:37:57.050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8610 1103,'0'0</inkml:trace>
  <inkml:trace contextRef="#ctx0" brushRef="#br0" timeOffset="-5967.872">1 234,'20'9,"21"3,19 0,15-3,9-2,1-3,-4-2,-12-1,-18-1</inkml:trace>
  <inkml:trace contextRef="#ctx0" brushRef="#br0" timeOffset="-5709.558">68 474,'25'3,"21"0,23 2,16 0,14 2,10 0,-15-2</inkml:trace>
  <inkml:trace contextRef="#ctx0" brushRef="#br0" timeOffset="-5427.768">789 34,'-22'-21,"26"18,76 30,67 32,-3 6,118 74,-233-122,0 2,-1 1,-2 2,0 0,16 19,-38-37,1 0,-1 0,0 1,0-1,-1 1,1 0,-1 0,0 0,0 0,-1 1,0-1,0 1,0-1,0 1,-1 0,0 0,0 0,-1 0,1 0,-1 0,-1-1,1 1,-1 0,0 0,0 0,-1 0,1-1,-1 1,-1-1,1 1,-1-1,0 0,0 0,-4 4,-12 9,-1-1,-1-2,0 0,-2-1,1-1,-1-1,-1-1,0-1,-21 5,-200 71,196-69</inkml:trace>
  <inkml:trace contextRef="#ctx0" brushRef="#br0" timeOffset="-4364.208">2648 461,'-1'35,"0"-11,0-1,1 1,1-1,2 1,0-1,1 0,2 0,0-1,1 1,9 15,-14-33,1 0,0-1,0 1,0-1,1 1,0-1,0 0,0-1,0 1,0-1,1 1,-1-1,1-1,0 1,0-1,0 0,0 0,1 0,-1 0,0-1,1 0,-1-1,1 1,-1-1,1 0,-1 0,1 0,-1-1,1 0,-1 0,1-1,-1 1,0-1,0 0,0-1,0 1,0-1,0 0,1-1,3-7,0 0,-1 0,0-1,-1 0,-1 0,1-1,-2 0,0 0,0 0,-1-1,-1 0,-1 0,1 1,-2-2,0 1,-1 0,0 0,-3-13,-1-45,-2 57,-1 22,-2 29,8-27,-1 1,1-1,1 0,-1 0,2 1,-1-1,1 0,1 0,0 0,0 0,1 0,0 0,0 0,1-1,0 0,0 1,1-2,0 1,1 0,0-1,0 0,0-1,1 1,0-1,0 0,1-1,0 0,0 0,0-1,0 1,6 0,-7-2,1-1,0 0,0-1,0 1,0-2,1 1,-1-1,0 0,0-1,0 0,0 0,0-1,0 0,0 0,0-1,-1 0,1 0,-1-1,0 0,0 0,0-1,-1 0,1 0,-1 0,-1-1,1 0,-1 0,0 0,0-1,0 0,-1 0,0 0,-1 0,0-1,0 0,1-2,-1 0,0-1,-1 0,0-1,0 1,-1 0,-1 0,0-1,0 1,-1 0,-2-7,3 18,1-1,-1 1,0-1,0 1,0-1,0 1,0-1,0 1,0-1,0 1,-1-1,1 1,0-1,0 1,0-1,-1 1,1-1,0 1,0-1,-1 1,1 0,0-1,-1 1,1-1,0 1,-1 0,1-1,-1 1,1 0,0 0,-1-1,1 1,-1 0,1 0,-1 0,1 0,-1 0,1-1,-1 1,1 0,-1 0,1 0,-1 0,1 0,-1 1,1-1,-1 0,1 0,-1 0,1 0,-1 0,1 1,-1-1,1 0,-1 0,1 1,0-1,-1 0,1 1,0-1,-1 1,-17 28,16-21,-1-1,1 1,0 0,1 0,0 0,0 0,1 0,0 0,0 0,1 0,0 0,0-1,1 1,0 0,0 0,1-1,0 0,0 1,1-1,0 0,0-1,0 1,1-1,0 1,1-2,-1 1,1 0,0-1,1 0,-1-1,1 1,0-1,0-1,0 1,0-1,1 0,-1-1,1 0,0 0,0-1,0 0,3 0,-3-2,1 0,-1-1,0 0,0-1,0 1,0-2,0 1,0-1,-1 0,0-1,0 0,0 0,-1 0,1-1,-1 0,0 0,-1 0,0-1,0 0,0 0,-1-1,0 1,0-1,-1 0,0 0,0 0,-1 0,0 0,-1 0,0-1,0 1,0-1,-1 1,-1-1,1 1,-2-4,2 12,0 1,0-1,-1 0,1 0,0 1,0-1,0 0,-1 0,1 1,0-1,-1 0,1 0,0 0,0 1,-1-1,1 0,0 0,-1 0,1 0,0 0,-1 0,1 0,0 0,-1 0,1 0,0 0,-1 0,1 0,0 0,-1 0,1 0,0 0,-1 0,1 0,0 0,-1-1,1 1,0 0,-1 0,1 0,0-1,0 1,-1 0,1 0,0-1,0 1,-1 0,1 0,0-1,0 1,0 0,0-1,-1 1,1 0,-13 33,11-23,0 0,0 1,1-1,0 1,1-1,0 0,1 1,0-1,1 1,0 2,-1-9,0 0,0-1,0 1,1 0,-1 0,1 0,0-1,0 1,0-1,1 0,-1 1,1-1,0 0,0 0,0-1,0 1,0-1,1 1,-1-1,1 0,-1 0,1-1,0 1,0-1,0 0,0 0,2 0,-2 0,1-1,-1 0,0 0,1-1,-1 1,1-1,-1 0,0 0,0-1,0 1,0-1,0 0,0 0,0 0,0-1,-1 1,1-1,-1 0,0 0,0 0,0 0,0-1,0 1,-1-1,0 0,0 1,1-3,3-5,0-1,-1 1,-1-2,1 1,-2 0,0-1,-1 0,1-8,-3 5,0 24,1 0,0 1,0-1,0 0,1 0,0 0,1 0,0 0,0 0,1-1,-1 1,2-1,-1 0,1 0,0-1,0 0,1 1,0-2,0 1,1-1,-1 0,1 0,0-1,0 1,1-2,-1 1,1-1,0 0,7 1,21 6,0-1,0-2,1-2,0-1,0-2,5-1,4-1</inkml:trace>
  <inkml:trace contextRef="#ctx0" brushRef="#br0" timeOffset="-1069.486">4506 541,'0'136,"6"-1,12 47,68 288,-83-451,-1-13,-1 1,1 0,-1-1,-1 1,1 0,-1 0,0-1,-1 1,1 0,-1 0,-1-1,1 1,-1 0,0-1,-1 2,1-7,0-1,0 1,0 0,0-1,0 1,1-1,-1 1,0-1,0 0,0 0,0 0,0 0,0 0,0 0,0-1,0 1,0-1,0 1,0-1,1 0,-1 0,0 0,0 0,1 0,-1 0,0 0,1 0,0-1,-1 1,1-1,0 1,-1-1,1 1,0-1,0 0,0 1,1-1,-2-1,-14-23,0-1,2 0,1-1,1 0,1-1,2 0,1-1,1 0,2-1,-1-13,-6-46,4 0,4-1,5-41,-2 127,0 1,1 0,-1-1,1 1,0-1,1 1,-1 0,1-1,0 1,0-1,0 1,1 0,-1 0,1 0,0 0,0 0,0 0,1 1,-1-1,1 1,0-1,0 1,0 0,1 0,-1 0,1 1,-1-1,1 1,0 0,0 0,0 0,0 0,0 1,2-1,11 3,1 0,-1 1,0 1,0 0,0 1,-1 1,1 1,-1 0,0 1,-1 1,10 5,-13-7,0 1,-1 0,1 0,-1 1,-1 1,0 0,0 0,6 7,-16-15,1 0,0 0,0 0,-1 0,1 0,0 0,-1 0,1 0,-1 0,0 0,1 0,-1 0,0 0,1 1,-1-1,0 0,0 0,0 0,0 0,0 1,0-1,-1 0,1 0,0 0,-1 0,1 0,0 0,-1 1,1-1,-1 0,0 0,1 0,-1-1,0 1,0 0,1 0,-1 0,0 0,0-1,0 1,0 0,0-1,0 1,0-1,-1 1,-54 15,42-13,-1-1,0 0,1-2,-1 0,0 0,0-1,1-1,-1 0,1-1,-1-1,-2-2,15 6,0-1,0 1,1-1,-1 0,1 0,-1 0,0 0,1 0,0 0,-1 0,1-1,0 1,0 0,-1-1,1 1,0-1,0 1,1-1,-1 0,0 1,0-1,1 0,-1 1,1-1,0 0,-1 0,1 0,0 1,0-1,0 0,0 0,1 0,-1 0,0 1,1-1,-1 0,1 0,0 1,-1-1,1 0,0 1,0-1,0 1,0-1,0 1,1 0,-1-1,1 0,13-15,1 0,1 1,0 0,1 2,0 0,16-8,-1 0,-3 0,54-36,-3-4,13-18,-71 58,-1 0,-1-1,-2 0,0-2,-1-1,-2 0,0-1,-2 0,5-16,-15 37,-1-1,0 0,0-1,-1 1,0-1,0 1,-1-1,1 1,-2-1,1 0,-1 0,0 1,-1-1,0 0,0 0,-1 1,0-1,0 1,0 0,-1-1,0 1,-1 0,0 1,0-1,0 0,-1 5,0 0,1 0,-1 1,0-1,0 1,0 0,0 1,0-1,0 1,0 0,0 0,0 0,0 1,0 0,0 0,0 0,0 0,0 1,0 0,1 0,-1 0,1 1,0-1,-1 1,1 0,0 0,1 1,-1-1,0 1,1 0,0 0,0 0,-1 3,-13 17,1 1,1 1,1 0,1 1,2 0,1 1,1 0,1 1,2 0,0 0,3 1,0-1,2 1,2 23,-1-25,2-1,0 0,2-1,1 1,2 0,0-1,2-1,0 1,9 13,-11-26,0-1,0 1,1-1,1-1,0 0,1 0,0-1,1 0,0 0,0-1,1-1,0 0,0-1,1 0,0-1,0 0,1-1,10 3,-14-6,0 0,0 0,0-1,1 0,-1 0,0-1,0-1,1 0,-1 0,0-1,0 0,0-1,0 0,-1-1,1 0,-1 0,0-1,0 0,0-1,-1 0,0 0,0 0,0-1,-1-1,0 1,-1-1,0 0,0-1,3-5,-4 5,0 0,0-1,-1 0,0 1,0-1,-2 0,1-1,-1 1,0 0,-1-1,-1 1,1-1,-2 1,1-1,-2 1,1-1,-1 1,-2-4,4 12,0 1,-1-1,1 1,0 0,-1-1,0 1,1 0,-1-1,0 1,1 0,-1 0,0 0,0-1,0 1,0 0,0 0,0 0,0 1,-1-1,1 0,0 0,0 1,-1-1,1 0,0 1,-1 0,1-1,-1 1,1 0,0-1,-1 1,1 0,-1 0,1 0,-1 0,1 1,-1-1,1 0,0 1,-1-1,1 1,0-1,-1 1,1-1,0 1,-1 0,1 0,0 0,0 0,0 0,0 0,0 0,0 0,0 0,0 0,1 0,-1 1,-6 8,2 1,-1 0,2 0,-1 0,1 0,1 1,0-1,1 1,0 0,1 0,0 0,1 0,0 0,1 0,0 0,1 0,1 0,1 6,2-6,1 1,0-1,0 0,1-1,1 1,-1-2,2 1,0-1,0-1,1 0,0 0,0-1,1 0,0-1,1-1,-1 0,1 0,0-1,1-1,-1 0,1-1,0-1,0 0,0-1,0 0,0-1,0 0,7-2,-14 2,0-1,1 0,-1 0,0 0,0-1,0 0,0 0,0-1,-1 1,1-2,-1 1,1-1,-1 0,0 0,-1-1,1 1,-1-2,0 1,0 0,0-1,-1 0,0 0,0 0,-1 0,1-1,-1 0,-1 1,1-1,0-3,2-21,0 1,-2 0,-2-1,0 0,-3 1,-1-14,-3 5,12 45,0-1,0 1,1-1,-1-1,1 1,0-1,1 0,-1-1,1 0,0 0,-1-1,1 1,8 0,-10-1,206 46,-207-47,-1 0,1 0,-1 1,0 0,0 0,1 0,-1 0,-1 1,1-1,0 1,-1 0,1 0,-1 1,0-1,0 1,0-1,0 1,-1 0,0 0,1 0,-2 0,1 1,0-1,-1 0,0 1,0-1,0 1,0 0,-1-1,0 1,0-1,0 5,-11 38,8-41,1 1,0-1,1 0,-1 0,1 1,0-1,1 1,0-1,0 1,0-1,1 1,0-1,1 5,0-8,1 1,0-1,0 0,0 0,0 0,0-1,0 1,1-1,0 0,-1 0,1 0,0 0,0 0,0-1,0 0,0 0,0 0,0 0,0-1,1 0,-1 1,3-2,24 4,1-1,-1-2,0-1,0-2,0-1,0-1,0-1,-1-2,0-2,-1 0,0-2,0-1,25-16,28-40,-79 65,1 1,-1-1,-1 0,1 0,0 0,-1 0,0 0,0-1,0 1,0-1,-1 1,0-1,0 0,0 1,0-1,-1 0,0 0,0 0,0 0,-1-3,0 5,0 1,1-1,-1 1,0 0,0-1,-1 1,1 0,0 0,-1 0,1 0,-1 0,0 0,0 0,0 0,0 1,0-1,0 1,0-1,0 1,-1 0,1 0,0 0,-1 0,1 0,-1 1,1-1,-1 1,1-1,-1 1,1 0,-1 0,0 0,1 1,-3-1,-2 1,0 1,-1-1,1 1,0 1,0-1,0 1,0 0,0 1,1-1,0 1,-3 3,4-4,1 0,-1 0,1 0,-1 1,1 0,1-1,-1 2,0-1,1 0,0 1,0 0,0-1,1 1,0 0,-1 0,2 1,-1-1,1 0,-1 1,2-1,-1 1,0-1,1 1,0-1,1 1,-1-1,1 1,0-1,0 1,1-1,-1 0,1 0,1 0,-1 0,3 4,2-1,1 0,0 0,0 0,1-1,0-1,1 1,-1-2,1 1,0-1,0-1,1 0,0 0,6 1,148 21,-138-24,1-1,0-1,0-1,0-2,-1 0,1-2,-1-1,0-2,-1 0,1-2,-2 0,0-2,23-14,6-30,-52 55,-1-1,0 0,0 0,0 1,0-1,0 0,-1 0,1 0,0 0,-1 0,1 0,-1-1,0 1,0 0,0 0,0 0,0 0,0 0,-1 0,1 0,-1 0,1 0,-1 0,0 0,0 0,0 0,0 0,0 0,0 1,0-1,-1 0,1 1,0-1,-2 0,-7-4,0 1,0 1,-1 0,1 0,-1 1,0 0,0 1,0 0,0 1,-1 0,1 1,0 0,0 1,0 0,-2 1,7-2,0 0,0 1,1-1,-1 1,0 1,1-1,-1 1,1 0,-1 0,1 1,0-1,0 1,0 1,0-1,0 0,1 1,-2 2,6-5,-1 0,1 0,0 0,-1 0,1 0,0 1,0-1,0 0,0 0,0 0,0 0,0 1,1-1,-1 0,0 0,1 0,-1 0,1 0,-1 0,1 0,-1 0,1 0,0 0,-1 0,1 0,0 0,0-1,0 1,0 0,-1 0,1-1,0 1,0-1,0 1,1-1,-1 1,0-1,45 20,-46-20,228 41,-225-40,0 1,-1-1,1 0,-1 1,0-1,1 1,-1-1,0 1,0 0,0 0,0 0,0 0,-1 1,1-1,0 0,-1 1,0-1,0 1,0-1,0 1,0 0,0 0,-1-1,1 3,14 31,-6-27,1 0,0-1,0-1,1 1,-1-2,2 0,-1 0,1-1,0 0,0-1,0 0,0-1,1-1,-1 0,1 0,0-1,11-1,-18 1,165 10,-90-9</inkml:trace>
  <inkml:trace contextRef="#ctx0" brushRef="#br0" timeOffset="4801.946">2019 2079,'-11'-4,"1"1,-1 0,0 0,0 1,0 1,-1 0,1 0,0 1,0 0,-1 1,1 1,0 0,0 0,0 1,0 0,1 1,-1 0,1 1,0 0,0 0,1 1,-1 1,1 0,1 0,-1 0,1 1,1 0,-1 1,1 0,1 0,0 1,0-1,1 1,-2 5,6-12,0 0,-1 1,1-1,1 1,-1-1,1 1,-1-1,1 1,0-1,0 1,0 0,1-1,0 1,-1-1,1 1,0-1,0 0,1 1,-1-1,1 0,0 0,0 0,0 0,0 0,0 0,1 0,-1-1,1 1,-1-1,1 0,0 0,0 0,0 0,0 0,1-1,-1 1,2-1,8 3,-1-1,1-1,0 0,0-1,0 0,0-1,0-1,0 0,0 0,0-2,0 1,0-2,-1 1,1-2,-1 0,-1 0,1-1,-1-1,1 0,-2 0,3-3,-8 7,-1 0,1-1,-1 0,0 0,0 0,-1-1,1 1,-1-1,0 0,0 0,0 0,-1 0,0 0,0-1,0 1,0-1,-1 1,0-1,-1 0,1-2,0 49,0-34,0 0,1-1,0 1,0-1,1 0,-1 1,1-1,1 0,-1-1,1 1,0-1,1 1,-1-1,1-1,0 1,0-1,0 1,1-1,-1-1,1 1,0-1,0 0,1 0,-1-1,0 0,1 0,-1-1,1 1,0-1,0-1,-1 1,1-1,1-1,8-2,0-1,-1-1,0 0,0-1,-1-1,1 0,-2-1,1-1,-1 0,0-1,-1 0,0-1,0 0,-2-1,1 0,-1-1,-1 0,0 0,-1-1,-1 0,0-1,-1 0,0 0,-1 0,1-10,8-44,-3 0,-2-1,-4 0,-3 0,-5-44,2 86,-1-73,-2 94,1 25,-6 288,9-225,3 275,-3-347,-1 1,2-1,-1 0,1 1,1-1,0 0,0 0,1 0,0 0,0 0,1-1,0 1,1-1,0 0,0 0,1-1,0 1,5 4,12-5,-4-8</inkml:trace>
  <inkml:trace contextRef="#ctx0" brushRef="#br0" timeOffset="5075.817">2180 1811,'20'5,"26"1,26 0,28-1,18-2,8-1,-18-1</inkml:trace>
  <inkml:trace contextRef="#ctx0" brushRef="#br0" timeOffset="11616.549">2915 2199,'-16'-37,"13"39,3 14,1-1,0 0,1 1,0-1,1 0,1 0,1 1,-3-8,0 4,1 1,0-1,1 0,1 0,0 0,0 0,1-1,1 0,-1 0,2-1,2 3,-8-11,0-1,0 0,0 1,0-1,0 0,1 0,-1 0,0-1,0 1,1 0,-1-1,0 1,1-1,-1 0,1 0,-1 0,0 0,1-1,-1 1,1 0,-1-1,0 0,0 1,1-1,-1 0,0 0,0 0,0-1,0 1,0 0,0-1,0 0,54-56,-35 26,-1 0,-2-2,-2 0,11-30,-17 39,-2 9,-8 16,0 0,0-1,1 1,-1 0,0 0,0 0,1 0,-1 0,0 0,1-1,-1 1,0 0,0 0,1 0,-1 0,0 0,1 0,-1 0,0 0,1 1,-1-1,0 0,1 0,-1 0,0 0,0 0,1 0,-1 1,0-1,0 0,1 0,-1 0,0 1,0-1,0 0,1 0,-1 0,0 1,0-1,0 0,0 1,1-1,-1 0,0 0,0 1,0-1,0 0,0 1,0-1,0 0,0 1,0-1,0 0,0 0,0 1,0-1,0 0,0 1,0-1,-1 0,1 1,0-1,0 0,0 0,13 72,-12-57,1-1,0 0,1 0,0 0,1 0,1-1,0 1,1-1,1 0,0-1,0 0,1 0,5 6,10 2</inkml:trace>
  <inkml:trace contextRef="#ctx0" brushRef="#br0" timeOffset="11980.664">3543 2133,'85'259,"-82"-249,-2-4,1 0,0 1,0-1,0 0,1 0,0-1,0 1,1-1,-1 1,1-1,1 1,-2-5,0-1,-1 1,1-1,0 0,0 0,-1 0,1 0,0 0,0-1,-1 1,1-1,0 0,-1 0,1 0,0 0,-1 0,0 0,1-1,-1 1,0-1,1 0,-1 0,0 1,0-1,-1-1,1 1,0 0,-1 0,1-1,-1 1,0-1,0 1,1-1,0 0,111-177,-101 161,-11 19,-1 0,1 0,0 0,0 0,0 1,-1-1,1 0,0 1,0-1,-1 1,1-1,0 0,-1 1,1 0,0-1,-1 1,1-1,-1 1,1 0,-1-1,1 1,-1 0,0-1,1 1,-1 0,0 0,0 0,1-1,-1 1,0 0,0 0,0 0,0-1,0 1,0 0,0 0,0 0,0 0,0-1,-1 1,1 0,0 0,-1-1,1 1,1 5,2 5,1 0,0 0,0 0,1-1,1 0,0 0,0 0,1 0,0-1,1 0,0-1,0 0,1 0,0-1,0 0,1 0,0-1,0 0,0-1,1 0,0-1,0 0,0-1,0 0,10 1,51 10,-4-5</inkml:trace>
  <inkml:trace contextRef="#ctx0" brushRef="#br0" timeOffset="12378.314">4586 2213,'-9'0,"0"1,0 1,1-1,-1 1,1 1,-1 0,1 0,0 1,0 0,0 0,1 1,-1-1,1 2,0-1,1 1,-1 0,1 1,0-1,1 1,-1 1,2-1,-1 0,1 1,0 0,0 0,1 1,0-1,1 1,0-1,0 1,0 2,3-7,-1 0,1 1,-1-1,1 0,0 0,0 0,1 0,-1 0,1 0,0-1,0 1,1 0,-1-1,1 1,-1-1,1 0,0 0,0 0,0-1,1 1,-1-1,1 1,-1-1,1 0,2 1,6 2,0 0,1-1,-1-1,1 0,0 0,0-1,10 0,-3-2,0 0,1-2,-1 0,0-1,0-1,0-1,-1-1,0 0,0-2,0 0,-1-1,0-1,-1-1,0 0,-1-1,0-1,-1 0,0-1,-1-1,-1-1,0 1,-1-2,-1 0,4-7,8-19,-17 69,-7-7,-1-8,1 0,0 1,1-1,0 0,0 0,1 1,1-1,0 0,1 0,0 0,0-1,1 1,0-1,1 0,0 0,1 0,0-1,1 1,-5-8,0 0,1 0,-1-1,0 1,1 0,0-1,-1 0,1 1,0-1,0 0,0 0,0-1,-1 1,1 0,0-1,0 0,0 0,0 0,0 0,0 0,0-1,0 1,1-1,19-7</inkml:trace>
  <inkml:trace contextRef="#ctx0" brushRef="#br0" timeOffset="12646.145">4987 1865,'-7'11,"0"4,2 0</inkml:trace>
  <inkml:trace contextRef="#ctx0" brushRef="#br0" timeOffset="13660.554">6765 2333,'-4'-5,"-2"1,1-1,0 1,-1 1,0-1,0 1,0 0,0 0,-1 1,1 0,-1 0,1 0,-1 1,0 0,1 0,-1 1,0-1,0 2,0-1,1 1,-1 0,0 0,1 1,-1 0,1 0,-1 0,1 1,-4 3,4-1,1 0,0 0,1 1,-1-1,1 1,1 0,-1 1,1-1,0 1,0-1,1 1,0 0,0 0,0 0,1 0,0 0,1 0,-1 1,1-1,1 0,-1 0,1 0,1 0,-1 0,1 0,0 0,1 0,0-1,0 1,0-1,1 1,0-1,0-1,4 5,2 1,1 0,0-1,1 0,0-1,0 0,1-1,0 0,0-1,1-1,0 0,0-1,1 0,0-2,0 1,11 1,0-1,0-1,1-1,-1-1,1-1,-1-2,17-3,-27 3,0-2,0 1,-1-2,1 0,-1-1,0-1,-1 0,0-1,4-3,-12 7,0-1,0 1,0-1,-1-1,0 1,0-1,0 0,-1 0,0 0,0-1,0 1,-1-1,0 0,0 0,-1 0,0 0,0-1,-1 1,0 0,0-4,-3 6,-1 23,2-13,1 1,-1-1,1 0,1 1,-1-1,1 0,-1 1,1-1,1 0,-1 0,1 0,0 0,0 0,1 0,-1-1,1 1,0-1,0 1,1-1,-1 0,1 0,0-1,0 1,0-1,0 0,1 0,-1 0,1 0,0-1,0 0,0 0,0 0,0-1,0 0,0 0,1 0,-1 0,0-1,1 0,-1 0,0 0,5-2,-2-2,-1 0,0 0,0-1,0 0,0 0,-1-1,0 0,0 0,-1-1,0 1,0-1,0 0,-1 0,0-1,0 0,-1 1,0-1,-1 0,1 0,-1-1,-1 1,0 0,0-1,0 1,-1-1,-1 1,1 0,-1-1,-1 1,-1-7,1 10,0 0,0 0,0 0,-1 0,1 1,-1-1,0 1,-1 0,1 0,-1 0,0 0,0 1,0-1,0 1,0 0,-1 0,0 0,1 1,-1 0,0 0,0 0,0 1,0-1,-1 1,1 0,0 1,-1-1,1 1,0 0,-1 0,1 1,0 0,0 0,-1 0,1 0,0 1,-3 1,-7 2,-1 1,1 0,0 1,1 1,-1 1,2 0,-1 0,1 2,1-1,0 2,-7 7,-4 9</inkml:trace>
  <inkml:trace contextRef="#ctx0" brushRef="#br0" timeOffset="14040.084">7260 2052,'-3'-3,"1"-1,-1 1,1-1,0 1,0-1,0 0,1 1,0-1,-1 0,1 0,1 0,-1 0,0-1,1 1,0 0,0 0,0 0,1 0,-1 0,1 0,0 0,0 0,0 0,1 0,0 0,-1 0,1 1,0-1,1 1,-1-1,1 1,1-2,6-3,2 0,-1 1,1 0,0 0,0 1,1 1,-1 0,1 1,1 0,-1 1,0 0,1 1,0 1,-1 0,3 1,-13 0,0 0,1 0,-1 1,0-1,1 1,-1 0,0 0,0 0,0 1,0-1,0 1,0-1,0 1,0 0,-1 0,1 1,-1-1,1 0,-1 1,0-1,0 1,0 0,0 0,-1 0,1 0,-1 0,1 0,-1 0,0 0,0 0,-1 1,1-1,-1 0,1 4,1 176,-5-119,0-4,2-1,3 1,3-1,2 0,8 23,-12-70,1 0,0 0,1-1,0 0,1 1,0-1,1-1,0 0,2 3,-5-9,-1 0,1-1,-1 1,1-1,0 1,1-1,-1-1,0 1,1 0,0-1,0 0,-1 0,1-1,0 1,0-1,1 0,-1 0,0-1,0 0,0 0,0 0,1 0,-1-1,24-5</inkml:trace>
  <inkml:trace contextRef="#ctx0" brushRef="#br0" timeOffset="14394.138">7968 2320,'-1'16,"2"0,-1 0,2 0,0 0,1 0,1 0,0-1,1 1,0-1,2 0,0-1,0 1,1-2,1 1,0-1,1 0,1-1,4 4,-12-13,0 0,1-1,-1 1,1-1,-1 0,1 0,0-1,-1 1,1-1,0 0,0 0,0 0,0 0,0 0,0-1,1 0,-1 0,0 0,0-1,0 1,0-1,0 0,0 0,0 0,0-1,0 1,-1-1,1 0,-1 0,1 0,-1-1,0 1,1-1,-1 0,-1 0,1 0,0 0,1-3,8-11,-1-1,-1 0,-1-1,0 0,-1 0,-2-1,2-5,10-28,-18 54,0-1,1 0,-1 0,0 0,0 0,0 0,1 0,-1 0,0 0,0 0,0 0,1 0,-1 0,0 0,0 0,0 0,1 0,-1 0,0 0,0 0,0 0,1 0,-1 0,0 0,0 0,0 0,0 0,1 0,-1-1,0 1,0 0,0 0,0 0,1 0,-1 0,0-1,0 1,-1 24,-2 16,0-27,1 0,0 0,1 1,1-1,0 1,0-1,2 1,0-1,0 0,1 0,1 0,0 0,1-1,0 1,1-1,1-5,1-1,-1 0,1-1,1 0,-1 0,1-1,-1 0,2 0,-1-1,0 0,0 0,1-1,-1-1,1 0,0 0,-1-1,1 0,0 0,0-1,1-1,51-1</inkml:trace>
  <inkml:trace contextRef="#ctx0" brushRef="#br0" timeOffset="14868.429">9172 2494,'-15'-6,"0"1,0 1,-1 0,1 1,-1 1,0 1,1 0,-1 1,0 0,-1 1,9 0,0 1,0 0,0 0,0 0,0 1,1 0,-1 0,1 1,0 0,0 1,0-1,0 1,1 1,0-1,0 1,0 0,1 1,0-1,-4 6,7-10,1 1,-1-1,0 0,1 0,-1 1,1-1,-1 1,1-1,0 1,0-1,0 1,1 0,-1 0,1-1,-1 1,1 0,0 0,0 0,0-1,1 1,-1 0,1 0,-1-1,1 1,0 0,0-1,0 1,0 0,1-1,-1 0,1 1,-1-1,1 0,0 0,0 0,0 0,0 0,0 0,1 0,6 1,0-1,1 1,-1-2,1 0,-1 0,1 0,0-1,-1-1,1 1,0-2,-1 1,1-1,-1-1,0 0,0 0,0-1,0 0,0 0,-1-1,0 0,0-1,1-1,1-1,0-1,-1 0,0-1,-1 0,0 0,-1-1,0 0,0 0,-1-1,-1 0,0 0,0 0,-1-1,-1 1,0-2,5-30,-2 0,-2-1,-2-34,1-354,-2 393,-2 27,-4 28,-17 106,5 1,6 1,3 87,8-180,1 1,2-1,0 1,3-1,6 23,-8-40,0 0,1 0,1-1,0 0,0 0,1-1,1 0,0 0,1 0,0-1,0 0,1-1,0 0,4 1,6 3,0-2,1-1,0-1,1 0,0-2,0 0,1-2,-1 0,1-2,3 0,57 5</inkml:trace>
  <inkml:trace contextRef="#ctx0" brushRef="#br0" timeOffset="18985.36">10120 3670,'-8'-9,"-2"1,1 0,-1 0,-1 1,1 0,-1 1,0 0,0 1,-1 0,0 1,0 1,0-1,0 2,0 0,-1 0,1 1,-1 1,1 0,-1 0,1 1,0 1,-1 0,1 1,0 0,0 1,0 1,1-1,0 2,0 0,0 0,0 1,1 0,0 1,1 0,0 0,-7 9,13-15,0 1,1 0,-1 1,1-1,0 0,0 1,0-1,0 1,1 0,0 0,-1-1,1 1,1 0,-1 0,0 0,1 0,0 0,0 0,0 0,1 0,-1 0,1 0,0 0,0 0,0 0,0-1,1 1,0 0,0-1,0 1,0-1,0 0,1 0,-1 1,9 2,1 0,-1-1,1 0,0-1,0 0,1-1,-1 0,1-1,-1-1,1 0,0 0,-1-1,1-1,0 0,3-2,-1 2,0-1,0-1,-1-1,1 0,-1-1,0 0,0-1,0-1,-1 0,0-1,0 0,-1-1,0 0,-1-1,0-1,0 0,-1 0,0-1,7-12,9-16,-25 40,-1 0,0-1,1 1,-1 0,0 0,1 0,-1 0,0 0,1 0,-1 1,0-1,1 0,-1 0,0 0,1 0,-1 0,0 0,1 1,-1-1,0 0,0 0,1 0,-1 1,0-1,0 0,1 0,-1 1,0-1,0 0,0 0,1 1,-1-1,0 0,0 1,0-1,0 0,0 1,0-1,0 0,0 1,0-1,0 0,0 1,0-1,0 0,0 1,0-1,0 0,0 1,0-1,0 0,0 1,-1-1,1 0,0 1,0-1,0 0,0 2,41 413,-40-404,0 1,0 0,-1 0,-1 0,0 0,0 0,-1 0,-1 0,0-1,-1 1,0-1,0 0,-1 0,-1-1,0 1,0-1,-1 0,0-1,-1 0,0 0,-1 0,1-1,-6 3,-7 0,-1-2,1 0,-2-1,1-2,-1 0,0-1,0-1,-1-2,1 0,-1-1,1-1,-7-2,16 2,0-1,0 0,1-1,-1-1,0 0,1-1,-8-3,0-15,23 11</inkml:trace>
  <inkml:trace contextRef="#ctx0" brushRef="#br0" timeOffset="17365.808">6298 3643,'-216'564,"130"-298,75-239,11-27,-1 1,1-1,-1 0,1 0,-1 1,1-1,-1 0,1 0,-1 0,1 0,0 0,-1 0,1 0,-1 0,1 0,-1 0,1 0,-1 0,1 0,-1 0,1 0,-1-1,1 1,-1 0,1 0,-1 0,1-1,0 1,-1 0,1-1,0 1,-1 0,1-1,0 1,-1 0,1-1,0 1,0-1,-1 1,1-1,0 1,0 0,0-1,-1 1,1-1,0 1,0-1,0 1,0-1,0 1,0-1,0 1,0-1,0 1,1-1,-1 1,0-1,0 1,0-1,0 1,1 0,-1-1,0 1,0-1,-16-253,14 179,4 0,6-37,-5 87,1 0,1 0,1 0,2 1,0 0,1 0,2 1,0 0,5-5,-9 17,1 1,0 0,1 0,0 1,1 0,-1 1,2 0,8-5,-15 10,1 0,-1 0,1 1,0-1,0 1,0 1,1-1,-1 1,0 0,1 0,-1 0,1 1,-1-1,0 1,1 1,-1-1,1 1,-1 0,0 0,1 1,3 1,-5 0,0 0,-1 0,1 1,0 0,-1 0,0 0,0 0,0 0,-1 1,1-1,-1 1,0-1,0 1,-1 0,0 0,1 0,-1 0,-1 0,1 0,-1 0,0 0,0 0,-1 0,1 1,-1-1,0 0,0-1,-1 1,0 0,0 0,0-1,0 1,-1-1,1 1,-1-1,-2 2,-3 5,0 0,-1 0,0-1,-1-1,0 1,-1-2,0 1,0-2,0 1,-1-2,0 1,-1-2,1 1,-7 0,1-1</inkml:trace>
  <inkml:trace contextRef="#ctx0" brushRef="#br0" timeOffset="17897.414">6538 3964,'1'-67,"1"20,-3 1,-1-1,-2 1,-2 0,-8-25,15 71,-1 0,0 0,1 0,-1 0,0 0,0 0,1 0,-1 0,0 0,1 0,-1 0,0 0,1 0,-1 0,0-1,1 1,-1 0,0 0,0 0,1 0,-1 0,0-1,0 1,1 0,-1 0,0 0,0-1,0 1,1 0,-1 0,0-1,0 1,0 0,0-1,0 1,1 0,-1 0,0-1,0 1,0-1,8 8,12 6,0-2,1 0,0-2,1 0,0-1,0-1,1-1,-1-1,20 1,34 9,-72-14,-1-1,1 1,-1 0,1 0,-1 0,1 1,-1-1,0 1,0 0,0 0,0 0,0 0,0 0,0 1,-1-1,1 1,-1 0,0 0,1 0,-1 0,-1 0,1 0,0 0,-1 1,0-1,0 1,0-1,0 1,0-1,0 2,1 74,-4-71,1-1,0 1,1 0,0 0,0 0,0 0,1 0,0 0,1 0,0-1,0 1,1 0,0-1,0 0,1 0,-1 0,2 0,-1 0,1-1,0 0,0 0,5 4,0-4,-1-1,1 0,0-1,0 0,0-1,0 0,1 0,0-1,-1 0,1-1,0-1,-1 0,1 0,0-1,0 0,-1-1,1 0,-1 0,1-1,-1-1,0 0,0 0,0-1,-1 0,0-1,0 0,0 0,-1-1,0 0,0-1,-1 0,0 0,5-7,33-78,-41 89,-2 18,-3 25,1-37,-1 13,2 0,-1 0,2 0,0 0,1-1,0 1,4 9,-5-19,-1 0,2 0,-1 0,0-1,1 1,0-1,0 0,0 0,1 0,-1 0,1 0,0-1,0 1,0-1,0 0,1-1,-1 1,1-1,0 0,0 0,0 0,0 0,3 0,17 1</inkml:trace>
  <inkml:trace contextRef="#ctx0" brushRef="#br0" timeOffset="18377.186">7433 3363,'-2'4,"1"0,-1 0,1 1,0-1,0 1,0-1,0 1,1-1,0 1,0 0,0-1,0 1,1-1,-1 1,1 0,1-1,-1 0,1 1,-1-1,1 0,0 0,1 0,-1 0,1 0,0 0,0-1,0 1,0-1,0 0,1 0,0 0,17 14,1-2,0 0,1-2,1 0,19 7,-19-10,-1 2,0 0,-1 2,0 0,-1 1,5 6,-19-12,0-1,0 1,-1 1,0-1,-1 1,0 0,-1 1,1-1,-2 1,0 0,0 0,-1 0,0 0,0 10,9 39,-11-57,0-1,0 1,0-1,0 1,0-1,1 1,-1-1,1 1,0-1,0 0,0 1,0-1,0 0,0 0,1 0,-1 0,1 0,-1 0,1 0,0 0,0 0,0-1,0 1,0-1,0 1,0-1,0 0,0 0,1 0,-1 0,1-1,-1 1,0 0,1-1,-1 0,1 1,0-1,-1 0,1-1,-1 1,1 0,-1-1,0 1,1-1,-1 0,1 1,-1-1,0-1,11-8,0-1,-1-1,-1 0,0-1,-1 0,0 0,-1-1,0 0,-1-1,-1 0,0 0,2-11,1 2,-9 76,0-43,0 0,1 1,0-1,0 0,1 0,0 0,1-1,0 1,0-1,1 0,0 0,0 0,1-1,0 1,0-1,1-1,0 1,0-1,0-1,1 1,0-1,0 0,5 1,16 9,1-2,0-1,0-2,1-1,1-1,6 0,49 7</inkml:trace>
  <inkml:trace contextRef="#ctx0" brushRef="#br0" timeOffset="15645.844">1872 2921,'-17'51,"1"1,3 0,2 1,2 0,3 1,1-1,4 29,-1-50,-2 26,3 0,2 0,3 0,5 17,-9-68,1 0,1 1,0-1,0 0,0 0,0-1,1 1,1 0,-1-1,1 0,0 0,0 0,1 0,0-1,0 1,0-1,0 0,1-1,0 1,0-1,0-1,0 1,1-1,0 0,-1 0,1-1,2 1,3-2,0 0,0-1,-1 0,1-1,0 0,0 0,-1-2,1 1,-1-2,1 1,-1-2,-1 1,3-3,37-17</inkml:trace>
  <inkml:trace contextRef="#ctx0" brushRef="#br0" timeOffset="15903.16">1498 3242,'25'3,"28"-3,29-4,25-8,19-5,7 0,-20 3</inkml:trace>
  <inkml:trace contextRef="#ctx0" brushRef="#br0" timeOffset="16448.698">2327 3844,'13'-13,"0"0,-2-1,1-1,-2 1,0-2,-1 1,0-2,-1 1,-1-1,-1 0,0 0,-1-1,-1 1,-1-1,0 0,-1-1,-1 1,-1 0,-1 0,0-1,-24-67,61 91,226 27,-257-32,1 1,-1-1,-1 1,1 0,0 1,0-1,0 1,0 0,-1 0,1 0,-1 1,0-1,0 1,0 0,0 1,0-1,0 1,-1-1,0 1,0 0,0 0,0 1,0-1,-1 0,0 1,0 0,0-1,-1 1,5 213,-6-213,1 0,0 0,0 0,1 0,0 0,-1-1,1 1,1-1,-1 1,1-1,0 0,0 0,0 0,0 0,1-1,-1 1,1-1,0 0,0 0,0 0,1-1,-1 1,1-1,-1 0,1 0,0-1,0 1,-1-1,5 0,2 1,0-1,1-1,-1 0,0 0,1-1,-1-1,0 0,0 0,0-1,0 0,-1-1,1-1,-1 1,0-2,0 1,-1-1,1-1,5-5,-2 1,0 0,-1-1,-1-1,0 0,-1 0,0-1,-1 0,0 0,-1-1,-1-1,-1 1,2-6,-5 12,1 0,-2 0,1-1,-1 1,-1-1,0 0,0 1,-1-1,0 0,0 0,-1 1,-1-1,-2-8,4 17,0 0,0 1,-1-1,1 0,0 1,-1-1,1 0,0 1,-1-1,1 1,-1-1,1 1,-1-1,1 1,-1-1,1 1,-1-1,0 1,1-1,-1 1,0 0,1 0,-1-1,0 1,1 0,-1 0,0 0,1 0,-1 0,0-1,0 2,1-1,-1 0,0 0,1 0,-1 0,0 0,0 0,1 1,-1-1,0 0,1 1,-1-1,1 0,-1 1,0-1,1 1,-1-1,1 1,-1-1,1 1,-1-1,1 1,-25 35,19-22,0 0,1 0,1 1,0-1,1 1,0 0,2 0,-1 0,2 0,0 1,1-1,0 0,2 0,-1 0,2-1,3 10,-2-14,2-1,-1 0,1 0,0 0,1-1,0 0,1 0,-1-1,1 0,1 0,-1-1,1-1,0 0,1 0,-1-1,1 0,0 0,0-1,0-1,0 0,9 0,49 9</inkml:trace>
  <inkml:trace contextRef="#ctx0" brushRef="#br0" timeOffset="16876.108">3998 3576,'-18'2,"1"0,0 1,0 1,0 1,1 0,-1 1,1 1,0 1,1 0,0 1,0 0,1 1,1 1,-1 0,2 1,-8 9,17-18,1 0,-1 0,1 0,0 1,0-1,0 0,1 1,-1-1,1 1,0 0,0-1,0 1,0 0,1 0,0-1,-1 1,1 0,1 0,-1 0,0-1,1 1,0 0,0 0,0-1,0 1,1-1,0 1,-1-1,1 1,1-1,5 5,2-1,-1 0,1-1,0 0,0-1,0 0,1-1,0 0,0 0,0-1,0 0,0-1,1-1,11 1,15 3,-1-2,1-1,0-2,0-2,0-2,0-1,-1-1,0-2,0-2,-1-2,-1-1,29-15,-54 24,-1 0,0-1,-1 0,1-1,-1 0,0 0,0-1,-1 0,0 0,0-1,-1 0,1 0,-2 0,1-1,-1 0,-1 0,0 0,0-1,-1 0,0 1,0-1,-1 0,-1 0,0 8,-1 0,0 0,1 1,-1-1,0 0,0 0,0 0,-1 1,1-1,0 0,-1 0,1 1,-1-1,1 0,-1 1,0-1,0 0,0 1,0-1,0 1,0 0,0-1,0 1,-1 0,1 0,0 0,-1-1,1 1,-1 1,1-1,-1 0,0 0,1 1,-1-1,0 1,1-1,-1 1,0-1,0 1,0 0,1 0,-1 0,0 0,0 1,1-1,-1 0,0 1,0-1,1 1,-1-1,0 1,1 0,-1 0,1 0,-1 0,1 0,-1 0,0 1,-3 5,0 0,1 0,0 0,0 1,0-1,1 1,1 0,-1 0,1 0,0 0,1 0,0 1,1-1,-1 0,1 1,1-1,0 0,0 1,0-1,1 0,1 0,-1 0,1 0,1 1,6 2,-1 1,2-1,0-1,0 0,1 0,0-1,1-1,-1 0,2-1,-1 0,1-1,0 0,0-1,1-1,-1 0,1-1,0-1,0 0,1-1,215 21,-121-19</inkml:trace>
  <inkml:trace contextRef="#ctx0" brushRef="#br0" timeOffset="20047.944">10601 4578,'0'-327,"-3"314,-4 46,7-29,-13 79,4 0,3 0,4 17,12-49,-1-38</inkml:trace>
  <inkml:trace contextRef="#ctx0" brushRef="#br0" timeOffset="20395.22">10869 4472,'2'13,"0"0,0 0,2-1,-1 1,2-1,-1 0,2 0,-1 0,2-1,0 0,0 0,1-1,0 0,0 0,2-1,-1 0,-6-6,1-1,-1 0,1 0,-1 0,1 0,0-1,0 1,0-1,0 0,0 0,0-1,0 1,0-1,0 0,0 0,0 0,0 0,0-1,0 0,0 0,0 0,0 0,0 0,0-1,-1 0,1 0,-1 0,1 0,-1 0,0-1,0 0,0 1,0-1,0 0,0-1,-1 1,0 0,0-1,1-1,2-4,0-1,-1 1,0-1,-1 0,0 0,-1 0,0 0,0-1,-1 1,0-1,-1 1,0-1,-1 1,0-1,-1 1,0 0,-1 0,1 0,-4-7,4 15,1 0,0-1,-1 1,1 0,-1 0,0 0,0 0,0 0,0 0,0 1,0-1,0 1,-1-1,1 1,-1 0,1 0,-1 0,1 0,-1 0,1 1,-1-1,0 1,1-1,-1 1,0 0,1 0,-1 1,0-1,1 0,-1 1,0 0,1-1,-3 2,-81 41,35-9,4 0</inkml:trace>
</inkml:ink>
</file>

<file path=ppt/ink/ink1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14T06:38:23.599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1 1,'30'2,"0"1,0 2,0 0,27 10,-2-1,223 38,2-12,109-6,-235-21,1402 92,-1032-97,-488-8</inkml:trace>
</inkml:ink>
</file>

<file path=ppt/ink/ink1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14T06:38:24.002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43 76,'-13'82,"13"-79,0-1,0 1,0 0,0 0,1-1,0 1,-1-1,1 1,0 0,0-1,0 1,1-1,-1 0,0 1,1-1,0 0,-1 0,1 0,0 0,0 0,0-1,1 1,-1 0,0-1,0 0,1 1,-1-1,3 0,-3 0,0 0,1-1,-1 1,1-1,-1 0,1 0,-1 0,1 0,-1 0,1 0,-1-1,1 1,-1-1,0 0,1 0,-1 0,0 0,0 0,0 0,1-1,-1 1,0-1,-1 1,1-1,0 0,0 1,-1-1,1 0,-1 0,0 0,1-1,-1 1,0 0,0-2,2-1,-1-1,0 1,0-1,-1 0,1 1,-1-1,-1 0,1 0,-1 0,0 0,0 0,-1 0,1 1,-2-3,1 3,-1-1,0 1,0 0,0 0,-1 0,1 0,-1 0,-1 0,1 1,-1 0,1 0,-1 0,0 0,-1 0,1 1,-1 0,1-1,-1 2,0-1,0 1,-1 0,1 0,0 0,-1 0,-4 0,8 2,0 0,0 1,-1-1,1 0,0 1,0-1,0 1,0 0,0 0,0-1,0 1,1 1,-1-1,0 0,0 0,1 1,-1-1,1 1,-1-1,1 1,-1 0,1-1,0 1,0 0,0 0,0 0,0 0,1 0,-1 0,1 0,-1 0,1 0,-1 0,1 0,0 0,0 1,0 0,9 79,4-38</inkml:trace>
</inkml:ink>
</file>

<file path=ppt/ink/ink1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14T06:38:24.260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135 181,'10'-13,"2"-12,-1-6,-1 0,-8 3,-9 4,-9 6,-10 9,-4 7,-2 9,2 9,6 4,10 5,14 0,18 0,22-4,20-5,0-6</inkml:trace>
</inkml:ink>
</file>

<file path=ppt/ink/ink1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14T06:38:24.430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0 34,'21'0,"24"0,26-3,23-2,18-1,11-1,5 0,-19 2</inkml:trace>
</inkml:ink>
</file>

<file path=ppt/ink/ink1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14T06:38:25.241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275 558,'-12'-1,"0"0,0 1,0 0,0 1,0 0,0 1,0 1,0 0,1 0,-1 1,1 0,0 1,0 1,1-1,-1 2,1 0,1 0,-1 0,1 1,0 1,1-1,0 2,0 0,5-7,2 0,-1-1,0 1,0 0,1 0,-1 0,1 0,0 0,0 1,0-1,1 0,-1 0,1 1,0-1,0 0,0 1,0-1,0 0,1 1,-1-1,1 0,0 0,0 0,0 0,1 1,-1-1,1-1,-1 1,1 0,0 0,0-1,0 1,1-1,-1 1,1-1,-1 0,1 0,0 0,-1-1,1 1,0 0,2-1,20 7,-1-2,2-1,-1-1,0-1,1-1,0-1,-1-1,1-2,0 0,11-4,-3 2,-1-1,1-1,-1-2,-1-1,1-2,-2-1,28-15,-6-18,-52 44,0 0,0 0,-1 0,1-1,0 1,0 0,-1-1,1 1,-1-1,1 1,-1 0,0-1,1 1,-1-1,0 1,0-1,0 0,0 1,0-1,0 1,-1-1,1 1,-1 0,1-1,-1 1,1-1,-1 1,0 0,1-1,-1 1,0 0,0 0,0-1,0 1,0 0,0 0,0 0,-1 0,1 1,0-1,-1 0,1 0,0 0,0 0,-1 0,1 0,-1 0,1 0,-1 0,1 0,-1 0,1 0,-1 1,0-1,1 1,-1-1,0 1,0 0,1 0,-1-1,0 1,0 0,1 1,-1-1,0 0,0 0,1 1,-1-1,0 1,1 0,-1-1,1 1,-1 0,1 0,-1 0,1 0,-1 0,1 0,0 0,0 1,-1-1,1 0,0 1,0-1,0 1,1-1,-1 1,0 0,0-1,1 1,-1 0,1-1,0 1,-1 0,1 0,0-1,0 1,0 0,0 0,0-1,1 1,-1 0,1-1,-1 1,1 0,-1-1,1 1,0 0,0-1,0 1,0 0,5 4,1 0,0 0,0-1,1 0,-1-1,1 1,0-1,0-1,1 1,-1-1,1-1,-1 0,1 0,0-1,0 0,0 0,0-1,0 0,0 0,5-2,-9 1,1 1,-1-1,0 0,0 0,0 0,0-1,0 0,0 0,0 0,0-1,-1 1,1-1,-1 0,0-1,0 1,0-1,0 1,-1-1,1 0,-1-1,0 1,0-1,-1 1,1-1,-1 0,0 0,0 0,-1 0,1 0,-1 0,0 0,-1 0,1-1,-1 1,0-4,-1 6,1 0,-1 0,0 0,0 0,0 0,0 1,0-1,-1 0,1 1,-1-1,0 1,0-1,0 1,0 0,0 0,0 0,0 0,-1 0,1 0,-1 1,0-1,1 1,-1-1,0 1,0 0,0 0,1 1,-1-1,-2 0,-2 0,0 0,0 1,-1 0,1 0,0 0,0 1,0 0,0 0,0 1,0 0,0 0,0 1,0-1,0 1,1 0,-1 0,1 1,0 0,0 0,0 1,1-1,0 1,0 1,0-1,0 1,1-1,0 1,0 0,0 1,1-1,0 1,0 0,1-1,-1 1,2 0,-1 0,1 1,1-6,1 1,-1-1,1 0,-1 0,1 1,0-1,0 0,0 0,0 0,0 0,1 0,-1 0,1 0,-1 0,1-1,0 1,-1-1,1 1,0-1,0 1,0-1,0 0,24 12</inkml:trace>
  <inkml:trace contextRef="#ctx0" brushRef="#br0" timeOffset="382.176">702 211,'-1'-5,"0"0,0 0,1 0,-1 1,1-1,0 0,0 0,1 0,-1 0,1 1,0-1,1 0,-1 0,1 1,0-1,0 1,0 0,0-1,1 1,0 0,0 0,0 1,0-1,1 1,-1-1,3 0,9-8,0 1,1 1,1 0,-1 1,2 1,2 0,-9 3,-7 2,1 1,-1 0,1 0,0 0,-1 1,1-1,0 1,0 0,0 1,0-1,0 1,0 0,1 0,-4 1,-1 1,1-1,-1 0,1 1,-1-1,0 1,0 0,1-1,-1 1,0 0,-1-1,1 1,0 0,0 0,-1 0,1 0,-1 0,0 0,0 0,1 0,-1 0,0 0,-1 0,1 0,0 0,-1 0,1 0,-1-1,1 1,-1 0,0 0,0 1,1-2,-74 266,70-251,1 0,0 0,1 1,1-1,1 0,1 1,0-1,1 0,0 0,1 0,1 0,1 0,0-1,1 1,1-1,5 7,-3-8,2 0,0-1,0-1,1 0,1-1,0 0,0-1,1 0,0-1,1-1,3 1,16 6</inkml:trace>
  <inkml:trace contextRef="#ctx0" brushRef="#br0" timeOffset="766.18">1264 491,'1'32,"1"-1,1 1,1-1,2 0,1-1,10 25,-16-50,0-1,1 1,-1 0,1-1,0 0,1 1,-1-1,1 0,-1 0,1 0,1 0,-1-1,0 0,1 1,0-1,-1 0,1 0,1-1,-1 1,0-1,0 0,1 0,-1-1,1 1,0-1,0 0,-1 0,1-1,0 1,0-1,0 0,0 0,-1-1,1 1,0-1,0 0,-1-1,2 1,5-5,-1-1,1 0,-1 0,-1-1,1 0,-1 0,-1-1,1-1,-1 1,-1-2,0 1,-1-1,0 1,0-2,-1 1,0-1,-1 1,-1-1,0 0,0-1,-1 1,-1 0,0-1,-1 1,0-1,-1-3,-5 7,-1 25,5-8,0 0,0 0,1 1,0-1,1 0,-1 1,2-1,-1 1,1-1,1 0,-1 1,1-1,1 0,-1 0,2 0,-1-1,1 1,0-1,0 0,1 0,0 0,0 0,1-1,0 0,0 0,0-1,1 0,0 0,0 0,0-1,0 0,8 3,11 3,0 0,0-3,0 0,1-1,0-2,13 1,24 0</inkml:trace>
  <inkml:trace contextRef="#ctx0" brushRef="#br0" timeOffset="1164.37">2333 612,'-10'-1,"0"1,-1 1,1 0,0 0,-1 1,1 1,0-1,0 2,1-1,-1 1,1 1,-1 0,1 0,1 1,-1 0,1 0,0 1,0 0,1 0,0 1,1 0,-1 0,1 1,1 0,0 0,-2 4,6-10,0 1,0 0,0 0,0 0,0 0,1 0,0 0,0 0,0 0,0 0,1 0,-1-1,1 1,0 0,0 0,1 0,-1-1,1 1,0 0,0-1,0 0,0 1,0-1,1 0,0 0,-1 0,1 0,0-1,1 1,-1-1,0 0,1 0,-1 0,1 0,-1-1,1 1,0-1,0 0,0 0,0-1,-1 1,2-1,6 1,0-1,1-1,-1 0,0 0,0-1,0-1,0 0,0 0,0-1,-1 0,0-1,0 0,0-1,0 0,-1-1,0 0,-1 0,1-1,-1 0,-1 0,1-1,-2 0,1 0,-1 0,0-1,-1 0,-1-1,1 1,-1-1,-1 1,1-7,4-26,-1-1,-3 0,-2 0,-1-1,-3 1,-1 0,-2 0,-2 0,-4-6,-17-50,28 99,0 0,0 0,0 0,-1 0,1 0,0-1,-1 1,1 0,-1 0,1 0,-1 0,1 0,-1 0,0 0,1 1,-1-1,0 0,0 0,1 0,-1 1,0-1,0 0,0 1,0-1,0 1,0-1,0 1,0 0,0-1,-1 1,1 0,0 0,0 0,0 0,0 0,0 0,0 0,-1 0,1 0,0 0,0 0,0 1,0-1,0 1,0-1,0 1,0-1,0 1,0-1,0 1,0 0,0 0,1-1,-1 1,0 0,0 0,1 0,-1 0,0 0,1 0,-1 0,1 0,0 0,-1 0,1 1,-14 23,2 0,1 1,1 0,1 1,2 0,0 1,2-1,0 9,-3 13,1 1,3 0,2 0,2 0,3 7,-2-44,1-1,0 1,1-1,1 0,0 1,0-2,1 1,0 0,1-1,1 0,0 0,7 8,18 15</inkml:trace>
  <inkml:trace contextRef="#ctx0" brushRef="#br0" timeOffset="1805.537">3884 90,'-15'31,"2"0,2 1,1 1,1-1,1 2,1 8,5-33,-14 72,4 0,3 1,4 0,3 21,1-96,1 1,0 0,0 0,1 0,0-1,0 1,1 0,0-1,0 1,1-1,0 0,0 0,1 0,0 0,0 0,1-1,-1 0,1 0,1 0,-1-1,1 1,0-1,0-1,0 1,2 0,2-1,1-1,-1 0,1-1,-1 0,1-1,0 0,0 0,0-1,-1-1,1 0,0 0,0-1,-1-1,1 1,-1-2,0 1,3-3,29-13</inkml:trace>
  <inkml:trace contextRef="#ctx0" brushRef="#br0" timeOffset="1986.648">3497 384,'20'-2,"28"-1,30 0,27 1,18 0,9 1,-18 1</inkml:trace>
  <inkml:trace contextRef="#ctx0" brushRef="#br0" timeOffset="2589.98">4178 1026,'9'-12,"0"-1,-1 0,0 0,-1-1,0 0,-1 0,-1 0,0-1,-1 0,-1 0,0 0,-1 0,0-1,-2 1,0 0,0-1,-1 1,-1-1,-1 1,0 0,-1 0,-1 1,0-1,-1 1,5 9,0 5,0-1,1 0,-1 1,1-1,-1 0,1 0,-1 1,1-1,0 0,-1 0,1 0,0 0,-1 0,1 1,0-1,0 0,0 0,0 0,0 0,0 0,0 0,0 0,0 0,1 0,-1 1,0-1,1 0,-1 0,0 0,1 0,-1 1,1-1,-1 0,1 0,-1 1,1-1,0 0,-1 1,1-1,0 1,0-1,-1 1,1-1,0 1,0-1,0 1,0 0,-1 0,1-1,1 1,115 23,-92-17,-2-3,-1 2,0 0,0 2,0 0,-1 2,0 0,-1 1,0 1,-1 1,15 12,-28-17,-1 0,0 0,0 1,-1 0,0 0,-1 0,1 0,-2 1,1-1,-1 1,0-1,-1 1,0 0,0 0,-1 0,0 0,-1 0,0-1,0 1,-1 0,0 0,-1-1,-2 6,4-12,1 0,-1 0,0 0,0 0,1 1,-1-1,1 0,0 0,0 0,-1 1,1-1,1 0,-1 0,0 1,1-1,-1 0,1 0,-1 0,1 0,0 0,0 0,0 0,0 0,0 0,1 0,-1 0,1-1,-1 1,1-1,-1 1,1-1,0 1,0-1,0 0,-1 0,1 0,0 0,1 0,0 0,17 3,0-1,1-1,-1 0,1-2,-1 0,1-1,-1-2,7-1,-12 2,0-1,0-1,-1 0,0 0,0-2,0 0,0 0,-1-1,12-9,-19 12,0-1,0 0,-1 0,0 0,0 0,0-1,-1 0,0 0,0 0,0 0,-1-1,0 0,0 1,-1-1,0 0,0 0,0 0,-1-1,0 1,-1 0,1-3,-16-47,15 56,-1 0,1 0,-1-1,0 1,0 0,1 0,-1 0,0 0,0 0,0 0,0 0,0 0,0 0,-1 0,1 0,0 1,0-1,-1 1,1-1,0 1,-1-1,1 1,0 0,-1-1,1 1,0 0,-1 0,1 0,-1 0,1 0,0 0,-1 1,1-1,-1 0,1 1,0-1,-1 1,1-1,-1 1,-2 4,-1 0,1 0,0 1,0-1,1 1,-1-1,1 1,1 0,-1 0,1 1,0-1,0 1,1-1,0 1,0-1,0 1,1 5,-1-3,1-1,0 1,0-1,0 1,1-1,0 1,1-1,0 0,1 1,-1-1,1 0,1-1,0 1,0 0,0-1,1 0,0 0,0 0,1-1,0 0,0 0,0 0,1-1,0 0,0 0,0-1,1 1,-1-2,6 3,7 0,1 0,-1-2,1 0,0-1,1-1,11-1,19 0</inkml:trace>
  <inkml:trace contextRef="#ctx0" brushRef="#br0" timeOffset="3270.418">5916 745,'-9'-2,"1"1,-1 0,0 1,0 0,1 0,-1 1,0 0,0 0,1 1,-1 0,1 0,0 1,-1 0,1 1,1 0,-1 0,1 1,-1 0,1 0,0 0,1 1,0 0,0 1,0-1,0 1,1 0,0 1,1-1,0 1,0 0,-1 3,4-7,1 0,-1 0,1 0,0 0,0 0,1 0,-1 0,1 0,0-1,0 1,0 0,0 0,1-1,-1 1,1-1,0 1,0-1,0 0,1 1,-1-1,1 0,0-1,0 1,0 0,0-1,0 0,3 2,6 3,1 0,-1-1,1 0,1-1,-1-1,0 0,5 0,8 3,1-2,-1 0,1-2,1-1,-1-1,0-1,0-2,0-1,0 0,0-2,-1-2,1 0,-2-2,1 0,-1-2,2-2,-19 8,1-1,-1-1,0 1,0-1,-1-1,0 1,-1-1,1-1,-1 1,-1-1,0 0,0 0,-1 0,0-1,0 0,-1 0,-1 0,1 0,-2 0,1-8,-1 16,-1 1,0-1,1 1,-1 0,0-1,0 1,0-1,0 1,-1-1,1 1,0 0,0-1,-1 1,1-1,-1 1,1 0,-1-1,0 1,0 0,1 0,-1 0,0-1,0 1,0 0,0 0,0 0,0 1,-1-1,1 0,0 0,0 0,-1 1,1-1,0 1,-1-1,1 1,-1 0,1-1,0 1,-1 0,1 0,-1 0,1 0,-1 0,1 0,0 0,-1 1,1-1,-1 1,1-1,0 1,-2 0,-3 1,0 1,0 0,1 0,-1 1,0 0,1 0,0 0,0 1,0-1,1 1,0 1,-1-1,2 0,-1 1,1 0,0 0,0 0,0 0,1 0,0 1,0-1,1 1,0-1,0 1,0 0,1-1,0 1,0 0,1-1,0 1,0 0,0-1,1 0,0 1,0-1,3 5,6 0,1-1,0 0,1-1,0 0,0-1,1 0,0-1,0-1,1 0,0-1,0-1,0 0,0-1,1 0,0-2,-1 1,1-2,0 0,57 4,-7-3</inkml:trace>
  <inkml:trace contextRef="#ctx0" brushRef="#br0" timeOffset="3869.794">7854 719,'-12'376,"11"-249,-17 356,7-412,6-71,-7-123,-45-459,57 579,5-97,-5 97,1 0,0 1,-1-1,1 1,0-1,0 1,0-1,1 1,-1 0,1-1,-1 1,1 0,0 0,0 0,0 0,0 0,0 1,0-1,0 1,1-1,-1 1,0 0,1 0,-1 0,1 0,0 0,-1 0,1 1,-1 0,1-1,0 1,0 0,-1 0,2 0,9 3,0-1,0 2,-1-1,1 2,-1 0,0 0,0 1,-1 0,0 1,0 1,0 0,-1 0,0 1,-1 0,5 7,-12-15,0 1,0-1,0 1,-1-1,1 1,0 0,-1-1,0 1,1 0,-1 0,0 0,0 0,0 0,0 1,0-1,-1 0,1 0,-1 0,1 1,-1-1,0 0,0 1,0-1,0 0,0 1,0-1,-1 0,1 1,-1-1,0 0,0 0,1 0,-1 0,-1 0,1 0,0 0,0 0,-1 0,1 0,-1 0,0-1,1 1,-1-1,0 1,-13 4,0-1,0 0,0-1,-1-1,0 0,1-1,-1-1,0-1,-4 0,13 0,-28 1</inkml:trace>
  <inkml:trace contextRef="#ctx0" brushRef="#br0" timeOffset="4408.055">8189 1213,'40'-411,"-38"330,3 80,68 56,174 78,-242-130,-1 0,0 0,1 1,-1-1,0 1,-1 0,1 0,-1 0,0 0,0 1,0-1,0 1,-1 0,0 0,0 0,0 0,-1 0,1 0,-1 1,0-1,-1 0,1 1,-1-1,-1 1,1-1,0 0,-1 1,0-1,-1 0,-1 4,-8 25,8-30,1 0,-1 0,1 0,0 0,0 1,1-1,-1 0,1 1,0-1,0 1,1 0,-1-1,1 1,0 0,1-1,-1 1,1 0,-1-1,1 1,1-1,-1 1,1-1,0 0,0 0,0 1,0-1,1 0,-1-1,1 1,0 0,3 2,4 0,1-1,0 0,0 0,0-1,0-1,0 0,1 0,-1-1,1 0,0-1,0-1,0 0,-1 0,1-1,0-1,-1 0,4-1,-8 1,0 0,0 0,-1-1,1 0,-1 0,0-1,0 1,0-1,0-1,-1 1,1-1,-1 0,0 0,-1 0,1-1,-1 0,0 0,-1 0,1 0,-1 0,0-1,-1 0,0 1,0-1,1-7,-5 33,0 0,0-1,2 1,1 0,0-1,1 1,1 0,1-1,1 5,17 11,-11-25</inkml:trace>
  <inkml:trace contextRef="#ctx0" brushRef="#br0" timeOffset="4858.065">9017 745,'73'127,"-52"-95,-1 1,-2 1,-1 1,-2 0,8 29,-3 97,-20-159,0 0,-1 0,1 0,0 0,0 0,0 0,0 0,0 0,0 0,0 0,1 0,-1 0,1 0,-1 0,1 0,0 0,0-1,0 1,0 0,0 0,0-1,1 1,-1-1,0 1,1-1,-1 1,1-1,0 0,-1 0,1 0,0 0,0 0,0 0,0 0,10-1,0 0,0-1,0 0,0-1,0 0,0-1,-1-1,1 0,-1 0,0-1,0 0,-1-1,0 0,0-1,0 0,-1-1,1 0,2-1,-1-1,0 0,0 0,-1-1,0 0,-1-1,-1 0,0 0,0-1,3-10,-25 54,12-21,0 0,1-1,1 1,-1 0,2-1,-1 1,1 0,1-1,0 1,0-1,1 1,0-1,0 0,1 0,1 0,-1-1,1 1,1-1,0 0,0-1,0 1,1-1,0-1,0 1,1-1,0 0,0-1,6 4,22 13,1 0,0-3,2-1,2 0,16 4</inkml:trace>
  <inkml:trace contextRef="#ctx0" brushRef="#br0" timeOffset="6045.446">48 2350,'1'-42,"3"1,1-1,3 1,1 1,1 0,10-20,-17 50,2-1,-1 0,1 1,1 0,0 0,0 1,1 0,8-9,-13 16,0-1,0 1,1 0,0 0,-1 0,1 1,0-1,0 0,0 1,0 0,0 0,0 0,0 0,0 0,0 1,1-1,-1 1,0 0,0 0,1 0,-1 0,0 1,0-1,0 1,1 0,-1 0,0 0,0 0,0 1,0-1,-1 1,1 0,1 0,8 9,-1 0,0 0,-1 1,0 0,-1 1,0 0,-1 1,-1-1,0 2,-1-1,0 1,-1 0,-1 0,2 11,3 69,-9-93,0 1,-1 0,1-1,-1 1,0 0,0-1,0 1,0-1,0 1,0-1,-1 1,1-1,-1 0,0 0,1 0,-1 0,0 0,0 0,0 0,-1-1,1 1,0-1,-1 0,1 1,-1-1,1 0,-1 0,1-1,-1 1,0-1,1 1,-4-1,3 0,0-1,0 1,0-1,0 0,0 0,0 0,0 0,0-1,0 1,0-1,0 0,1 0,-1 0,1 0,0 0,-1-1,1 1,0-1,0 1,1-1,-1 0,0 0,1 1,0-1,0 0,0 0,0-1,0 1,0 0,1 0,0 0,-1-1,1 1,0 0,1 0,-1 0,1-1,-1 1,1 0,0 0,0 0,0 0,0 0,2-2,8-24,0 1,2 1,1 0,2 1,0 0,2 2,0 0,4-2,53-77,-63 84,-1 0,-1 0,0-1,-2 0,0-1,-1 0,-1 0,-2-1,0 1,-1-1,-1 0,-1 0,0 0,-2 0,-1 0,-4-19,-14-3,20 44,-1 0,0 0,1 1,-1-1,0 0,0 0,1 1,-1-1,0 0,1 1,-1-1,1 1,-1-1,1 1,-1-1,1 1,-1-1,1 1,-1 0,1-1,-1 1,1 0,0-1,0 1,-1 0,1 0,0-1,0 1,0 0,0-1,-1 1,1 0,0 0,1-1,-1 1,0 0,0 0,0 0,0-1,-8 191,9-136,1 379,13-326,-14-104,-1-1,1 0,0 0,1 0,-1 0,0 0,1-1,0 1,0 0,0 0,0-1,0 0,0 1,0-1,1 0,-1 0,1 0,0 0,0-1,-1 1,1-1,0 1,0-1,0 0,0 0,1-1,-1 1,0-1,0 1,0-1,2 0,26-7,-4-5</inkml:trace>
  <inkml:trace contextRef="#ctx0" brushRef="#br0" timeOffset="6305.789">114 1641,'16'-4,"23"-2,33 0,33 1,29 2,18 5,7 10,-25 2</inkml:trace>
  <inkml:trace contextRef="#ctx0" brushRef="#br0" timeOffset="7476.673">1277 2149,'-6'-18,"-1"1,0-1,-2 2,0-1,-1 1,-4-4,11 16,0 1,0-1,0 1,-1-1,0 1,0 0,0 0,0 1,0-1,0 1,-1 0,1 0,-1 0,1 1,-1 0,0 0,0 0,1 0,-1 1,0-1,0 1,0 1,0-1,1 1,-1-1,-4 2,1 1,-1 1,1-1,-1 1,1 0,1 1,-1 0,0 0,1 1,0 0,1 0,-1 1,1 0,0 0,1 0,0 1,0-1,0 1,1 1,1-1,-1 0,1 1,1 0,-1 0,1 0,1 0,0 0,0 0,1 0,0 8,1-12,1 0,-1 1,1-1,0 0,0 0,0 0,1 0,0-1,0 1,0 0,1-1,-1 0,1 0,0 0,0-1,0 1,1-1,-1 0,1 0,0 0,0-1,0 1,0-1,0-1,0 1,0-1,1 0,-1 0,1 0,1-1,2 2,0-2,1 1,-1-2,0 1,0-1,1 0,-1-1,0 0,0-1,-1 0,1 0,0 0,-1-1,0-1,0 0,0 0,5-4,-7 3,-1 0,0 0,0-1,-1 1,1-1,-1 0,-1 0,1-1,-1 1,-1-1,1 1,-2-1,1 0,-1 0,0 0,0 0,-1-4,5 70,35 25,-39-81,1 0,0 0,0 0,0 0,0 0,0 0,0 0,0 0,1-1,-1 0,1 1,-1-1,1 0,-1 0,1 0,0 0,0-1,-1 1,1-1,0 0,0 1,0-1,0-1,-1 1,1 0,0-1,0 1,-1-1,1 0,0 0,0 0,2-2,0 0,0 0,0 0,-1-1,1 1,-1-1,0 0,0-1,0 1,-1-1,1 1,-1-1,0 0,-1-1,1 1,-1 0,0-1,0 1,-1-1,1-3,11-122,-13 110,0 19,0 1,-1-1,1 0,-1 1,1-1,0 0,0 1,0-1,0 0,0 1,0-1,0 0,0 1,0-1,1 1,-1-1,1 0,0 1,-1-1,1 1,0-1,0 1,0 0,0-1,0 1,0 0,0 0,0-1,0 1,1 0,-1 0,0 0,1 1,-1-1,1 0,-1 0,1 1,-1-1,1 1,0-1,-1 1,1 0,0 0,-1 0,110 43,-75-25,-23-12,15 6,0 1,0 2,-1 1,-1 1,-1 1,7 7,-28-21,0 1,0 0,-1 0,1 0,-1 0,0 1,-1 0,1-1,-1 1,0 0,-1 0,1 0,-1 0,-1 0,1 0,-1 0,0 1,0-1,-1 0,1 0,-1 0,-1 0,-1 5,2-9,1-1,-1 1,1 0,-1 0,1-1,0 1,0 0,-1 0,1 0,1 0,-1-1,0 1,0 0,1 0,-1 0,1-1,-1 1,1 0,0-1,0 1,-1 0,1-1,0 1,1-1,-1 1,0-1,0 0,1 0,-1 1,0-1,1 0,-1 0,1 0,0 0,-1-1,1 1,0 0,-1-1,2 1,18 3,1-1,0-1,0-1,-1-1,1-1,0-1,0-1,-1-1,7-2,-9 2,0-1,0-2,0 1,-1-2,0-1,0 0,-1-1,2-2,-11 6,0 0,-1 0,0 0,0-1,0 0,-1 0,0-1,0 1,-1-1,0-1,-1 1,1-1,-2 0,1 0,-1 0,-1 0,2-8,-3 14,-1 0,1 0,-1 0,0 0,0 0,0-1,0 1,-1 0,1 0,-1 0,0 0,0 0,0 0,0 0,0 0,-1 0,1 0,-1 1,0-1,0 1,0-1,0 1,0 0,0-1,-1 1,1 0,-1 1,0-1,1 0,-1 1,0-1,0 1,0 0,0 0,0 0,0 1,0-1,0 1,-1-1,1 1,0 0,0 0,0 1,0-1,-1 1,-2 1,1 0,-1 0,0 1,1 0,0 0,-1 0,1 1,1 0,-1 0,0 0,1 0,0 1,0-1,0 1,1 0,-1 1,1-1,1 1,-1-1,1 1,0 0,0 0,0 0,1 0,0 0,0 0,1 0,0 0,0 0,0 1,0-1,1 0,0 0,1 0,0 0,-1 0,2-1,-1 1,1 0,0-1,0 1,0-1,3 2,1 3,2-1,-1 0,1-1,0 0,1 0,0-1,0 0,1-1,-1 0,2-1,-1 0,0 0,6 0,159 29,-113-29,0-2,0-4,1-2,-1-3,-1-2,5-4,-59 10,4 0,-1 0,0 0,0-1,0 0,-1-1,1-1,-1 0,0 0,0-1,0 0,-1 0,1-2,-8 6,-1 0,1 1,-1-1,1 0,-1 0,0-1,0 1,0 0,0 0,0 0,0-1,-1 1,1-1,-1 1,0 0,1-1,-1 1,0-1,-1 1,1 0,0-1,-1 1,1 0,-1-1,0 1,1 0,-1-1,0 1,-1 0,1 0,0 0,-1 0,1 0,-1 0,0 0,-68-53,61 50,-1 0,0 0,0 1,0 1,0 0,-1 0,0 1,1 0,-1 1,0 0,1 1,-1 0,0 0,0 2,1-1,-1 1,0 1,0 0,7-1,1 0,0 0,0 1,0-1,0 1,0-1,0 1,1 0,-1 0,1 1,0-1,0 0,0 1,0-1,1 1,0-1,-1 1,1 0,0 0,1 0,-1-1,1 1,0 0,0 0,0 0,0 0,1 0,-1 0,1-1,0 1,0 0,0 0,1-1,0 1,-1-1,1 1,0-1,1 0,-1 0,0 0,1 0,0 0,0 0,0-1,0 1,0-1,0 0,0 0,1 0,3 1,1 2,1-1,-1 0,1-1,0 0,0 0,0-1,1 0,-1 0,1-1,-1-1,0 1,1-2,-1 1,1-1,-1-1,0 1,1-2,-1 1,0-1,0-1,-1 1,1-2,-1 1,5-4,-11 6,0 1,0-1,0 0,-1 0,1 0,0-1,-1 1,1 0,-1-1,0 1,0 0,0-1,0 0,0 1,-1-1,1 1,-1-1,0 0,1 1,-1-1,0 0,-1 0,1 1,0-1,-7 11,9-4,-1 1,1-1,-1 1,1-1,1 0,-1 0,0 0,1 0,0 0,0-1,0 1,0-1,1 0,-1 0,1 0,0 0,0 0,0-1,0 0,0 0,1 0,-1 0,1-1,31 13,-1-2,2-1,-1-2,1-1,12-1,43 7</inkml:trace>
  <inkml:trace contextRef="#ctx0" brushRef="#br0" timeOffset="8510.819">4512 2149,'75'138,"32"47,-104-180,0-1,-1 0,2 1,-1-2,0 1,1 0,0 0,0-1,0 0,0 0,0 0,1-1,-1 1,1-1,0 0,-1 0,1-1,0 1,0-1,0 0,1 0,-1-1,0 0,0 0,0 0,0 0,0-1,0 0,5-1,-1-3,1 0,-1 0,0-1,-1-1,1 1,-1-1,-1-1,1 0,-1 0,0 0,-1-1,0 0,-1 0,0 0,0-1,-1 0,0 0,0 0,-1 0,-1-1,0 1,0-3,5 145,-6-128,0 1,1-1,0 1,0-1,0 1,1-1,-1 0,1 0,0 0,0-1,0 1,1-1,-1 1,1-1,0 0,0 0,0-1,0 1,1-1,-1 0,0 0,1-1,0 1,-1-1,1 0,0 0,0 0,-1-1,1 0,3 0,5 0,1 0,-1-1,0 0,0-1,0-1,0 0,-1-1,1 0,-1-1,0 0,0-1,8-5,-14 7,-1 1,1-1,-1 0,0 0,0 0,0-1,-1 0,0 0,1 0,-2 0,1-1,-1 1,1-1,-2 0,1 0,-1 0,0-1,0 1,0 0,-1-1,0 1,0-1,-1 0,0 1,0-1,-1 0,-7-16,8 23,0 0,0 1,0-1,0 0,0 0,0 1,0-1,0 0,0 1,0-1,0 0,0 0,0 1,0-1,0 0,-1 1,1-1,0 0,0 0,0 0,0 1,-1-1,1 0,0 0,0 1,-1-1,1 0,0 0,0 0,-1 0,1 0,0 1,0-1,-1 0,1 0,0 0,-1 0,1 0,0 0,0 0,-1 0,1 0,0 0,-1 0,1 0,0 0,0 0,-1 0,1-1,0 1,-1 0,1 0,0 0,0 0,-1 0,1-1,0 1,0 0,0 0,-1 0,1-1,0 1,0 0,0 0,0-1,-1 1,1 7,0 1,0-1,0 1,1-1,0 1,1-1,-1 0,2 1,-1-1,1 0,0 0,0-1,1 1,-1-1,2 0,-1 1,1-2,0 1,0-1,0 1,1-1,0-1,3 3,-1-1,0 0,1 0,0-1,-1-1,2 1,-1-1,0-1,1 0,0 0,-1-1,1 0,0-1,0 0,0 0,0-1,1 0,-1-1,0 0,0-1,-1 0,1-1,0 0,-1 0,1-1,-1 0,0-1,1-1,10-7,-2-2,1 0,-2-1,0 0,2-5,-11 13,17-12,-25 20,1 0,-1 0,1 0,0 0,-1 0,1 0,0 0,-1 0,1 0,-1 0,1 0,0 0,-1 0,1 1,-1-1,1 0,-1 0,1 1,0-1,-1 0,1 1,-1-1,1 0,-1 1,0-1,1 1,-1-1,1 1,-1-1,0 1,1-1,-1 1,0-1,0 1,0 0,1-1,-1 1,0-1,0 1,0 0,0-1,0 1,0 0,0-1,0 1,0 0,0-1,1 13,1-1,0 1,1-1,0 0,1 1,0-2,1 1,1 0,0-1,0 0,1-1,0 1,1-1,0 0,1-1,1-2,0 0,1-1,0-1,0 1,0-2,1 1,-1-2,1 0,0 0,1-1,-1 0,0-1,0-1,1 0,-1 0,0-1,0-1,0 0,0-1,0 0,0 0,0-2,-1 1,0-2,0 1,0-1,-1-1,0 0,0-1,-1 0,1 0,-2-1,8-9,49-99,-58 117,-7 19,0-17,0 0,-1 8,0 1,1 0,0-1,1 1,0 0,1-1,0 1,0-1,1 1,1-1,0 0,0 0,1-1,3 5,3-3</inkml:trace>
  <inkml:trace contextRef="#ctx0" brushRef="#br0" timeOffset="8756.669">6010 1855,'0'0</inkml:trace>
  <inkml:trace contextRef="#ctx0" brushRef="#br0" timeOffset="9181.531">6705 2269,'0'28,"0"0,2 0,2-1,0 1,3 6,-5-25,1-1,0 0,0 0,1 0,0 0,0-1,1 0,-1 1,2-2,-1 1,1 0,0-1,0 0,1-1,0 1,0-1,0-1,8 5,-8-6,1-1,0 0,-1 0,1 0,0-1,0 0,0 0,0-1,0 0,0 0,0-1,0 0,-1-1,1 0,0 0,0 0,-1-1,0 0,0-1,1 0,-2 0,1 0,0-1,-1 0,0 0,0 0,-1-1,1 0,-1 0,-1-1,5-5,71-111,-80 124,0-1,1 1,-1-1,0 1,0-1,0 1,1-1,-1 1,0-1,1 1,-1-1,0 1,1-1,-1 1,1-1,-1 0,1 1,-1-1,0 0,1 1,-1-1,1 0,0 0,-1 0,1 1,-1-1,1 0,-1 0,1 0,-1 0,1 0,0 0,-1 0,1 0,-1 0,1 0,-1 0,1-1,-1 1,1 0,-1 0,1 0,-1-1,1 1,-1 0,1-1,-1 1,1 0,-1-1,1 1,-1-1,0 1,1 0,-1-1,0 1,1-1,-1 1,0-1,0 1,0-1,1 0,-1 1,0-1,0 1,0 48,0-48,-3 27,2 81,2-105,0 1,0-1,0 1,0-1,0 0,1 1,-1-1,1 0,0 0,0 0,0 0,0-1,1 1,-1 0,1-1,0 0,-1 1,1-1,0 0,0-1,0 1,1 0,-1-1,0 0,1 0,-1 0,1 0,0 0,11-1,-1 0,0 0,1-2,-1 0,0 0,0-2,0 1,-1-2,1 0,-1 0,0-2,0 1,-1-2,0 1,0-2,-1 0,0 0,9-11,39-50,-59 71,0-1,-1 0,1 0,0 1,0-1,0 0,0 0,0 1,0-1,0 0,0 1,0-1,-1 0,1 0,0 1,0-1,1 0,-1 1,0-1,0 0,0 1,0-1,0 0,0 0,0 1,0-1,0 0,1 0,-1 1,0-1,0 0,0 0,1 0,-1 1,0-1,0 0,1 0,-1 0,0 1,0-1,1 0,-1 0,0 0,0 0,1 0,-1 0,0 0,1 0,-1 0,0 0,0 0,1 0,-1 0,0 0,1 0,-1 0,0 0,0 0,1 0,-1 0,0 0,1-1,-1 1,0 0,0 0,1 0,-1 0,0 32,-1-29,0 2,1 0,-1 1,1-1,0 0,0 1,1-1,-1 0,1 0,1 1,-1-1,1 0,-1 0,1 0,1 0,-1-1,1 1,0 0,0-1,0 0,0 0,1 0,0 0,0 0,0-1,0 0,0 0,1 0,0 0,2 1,12 0</inkml:trace>
  <inkml:trace contextRef="#ctx0" brushRef="#br0" timeOffset="9405.191">7467 1975,'14'5,"15"7,12 8,0-1</inkml:trace>
  <inkml:trace contextRef="#ctx0" brushRef="#br0" timeOffset="9688.974">7787 2189,'50'150,"14"31,-62-176,0 1,1 0,-1-1,1 0,0 1,1-1,-1-1,1 1,0 0,0-1,0 0,1 0,-1 0,1 0,0-1,0 0,0 0,1 0,-1 0,1-1,-1 0,1 0,0-1,0 0,0 0,0 0,0-1,0 1,0-1,0-1,0 1,0-1,0 0,0-1,0 0,4-4,-1 0,1-1,-1 0,-1-1,0 0,0 0,0-1,-1 0,-1 0,1-1,3-8,12-15,-22 34,0-1,0 0,1 1,-1-1,0 0,0 0,1 1,-1-1,0 0,0 0,1 1,-1-1,0 0,1 0,-1 0,0 0,1 1,-1-1,0 0,1 0,-1 0,0 0,1 0,-1 0,1 0,-1 0,0 0,1 0,-1 0,0 0,1 0,-1 0,0 0,1-1,-1 1,0 0,1 0,-1 0,0-1,1 1,-1 0,0 0,0-1,1 1,-1 0,0 0,0-1,1 1,-1 0,0-1,0 1,0 0,0-1,0 1,1 0,-1-1,0 1,0 0,0-1,-3 37,2-28,0-3,0-1,0 1,1-1,0 1,-1-1,2 1,-1-1,0 1,1-1,0 1,0-1,0 1,1-1,-1 0,1 0,0 0,0 0,1 0,-1 0,1 0,0-1,0 1,0-1,0 0,0 0,3 2,6-1,-1 0,1 0,-1-1,1 0,0-1,0-1,0 1,0-2,1 0,0-1,-10 1,29 0</inkml:trace>
  <inkml:trace contextRef="#ctx0" brushRef="#br0" timeOffset="10140.403">8523 2590,'1'7,"0"0,0 0,0 0,1-1,0 1,1-1,-1 1,1-1,1 0,-1 0,1 0,0-1,0 1,0-1,1 0,0 0,0-1,0 1,1-1,0 0,-1-1,7 4,141-3,-55 31,-82-33,0 1,0-2,0 0,0-1,0 0,1-2,3-1,-16 3,-1-1,0 0,0 0,1 0,-1-1,0 1,0-1,0 0,-1 0,1 0,0 0,-1 0,1-1,-1 1,0-1,0 1,0-1,0 0,0 0,0 0,-1 0,0 0,1 0,-1 0,0-1,-1 1,1 0,0-1,-1 1,0 0,0-1,0 1,0-1,-1 0,1-4,-1 1,-1-1,1 1,-1-1,0 1,-1 0,0 0,0 0,0 0,-1 0,0 1,0-1,-1 1,0 0,-1 0,-1 0,0 1,-1 0,0 0,0 0,0 1,0 0,-1 1,1 0,-1 0,0 1,0 0,0 1,0 0,-1 0,1 1,0 0,0 1,0 0,0 0,-1 1,2 0,-1 0,0 1,0 1,1-1,0 1,0 1,0-1,0 1,1 1,-1 0,1 0,1 0,-1 1,1-1,0 2,1-1,-2 3,5-7,1 0,-1 1,1-1,-1 0,1 1,0-1,1 1,-1-1,0 1,1 0,0-1,0 1,0-1,0 1,1 0,-1-1,1 1,0-1,0 1,0-1,1 0,-1 1,1-1,0 0,0 0,0 0,0 0,0 0,1-1,-1 1,1-1,0 1,-1-1,1 0,1 0,28 14,0-6</inkml:trace>
  <inkml:trace contextRef="#ctx0" brushRef="#br0" timeOffset="10406.581">9058 2176,'-14'-11,"-9"-4,-5 5,1 11,1 15,6 13,6 11,5-1</inkml:trace>
  <inkml:trace contextRef="#ctx0" brushRef="#br0" timeOffset="10687.826">8991 2724,'9'16,"8"7,7 3,9-4,8-5,9-6,4-5,2-5,-1-5,-10-3</inkml:trace>
</inkml:ink>
</file>

<file path=ppt/ink/ink1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14T06:38:21.034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792 264,'-59'13,"0"2,2 3,-1 2,2 2,1 4,-35 21,56-28,1 1,1 2,1 1,1 1,2 2,-18 19,33-30,0 0,2 1,-1 1,2 0,0 0,1 1,1 0,0 1,2 0,0 0,1 0,1 1,-1 14,3-18,1 1,1 0,0 0,1-1,1 1,0 0,2-1,0 1,0-1,2 0,0-1,1 1,0-1,1-1,1 1,0-1,1-1,1 1,0-2,0 0,1 0,1-1,0 0,1-1,0-1,0 0,1-1,0-1,0 0,1-1,0 0,6 0,-7-4,1 0,-1-1,1-1,-1 0,0-1,1-1,-1-1,0 0,0 0,0-2,0 0,-1 0,0-2,0 0,0 0,-5 2,1-1,-1 0,-1 0,0-1,0 0,0-1,0 1,-1-1,-1-1,1 0,-2 1,1-2,-1 1,0-1,-1 0,0 0,-1 0,0 0,0 0,-1-1,-1 1,1-1,-3 2,1 0,-1 0,0 0,-1 1,0-1,0 0,-1 1,0 0,0 0,-1 0,0 0,-1 0,0 1,0 0,0 0,-1 0,0 0,0 1,-1 0,0 1,0-1,-3-1,-10-6,0 1,0 1,-1 1,0 0,-1 2,0 0,-1 2,0 0,-33-4,474-23,-390 31,30-3,0 2,0 3,7 3,11 19,-74-21,0 1,0-1,-1 1,1-1,0 1,-1 0,1-1,-1 1,0 0,1 0,-1 0,0 0,0 0,-1 0,1 1,0-1,-1 0,1 0,-1 1,1-1,-1 0,0 1,0-1,0 0,-1 1,1-1,0 0,-1 0,0 1,1-1,-1 0,-7 17,0 0,-1-1,-1-1,-1 1,0-2,-12 14,-33 52,24-2,31-78,1 0,-1 1,1-1,0 1,0-1,0 1,0-1,1 1,-1-1,1 1,-1-1,1 0,0 1,0-1,0 0,0 0,0 1,0-1,1 0,-1 0,1 0,0-1,-1 1,1 0,0-1,0 1,0-1,0 1,0-1,1 0,-1 0,0 0,23 8</inkml:trace>
  <inkml:trace contextRef="#ctx0" brushRef="#br0" timeOffset="344.077">1206 1093,'-1'3,"0"1,1 0,-1-1,1 1,-1 0,1-1,0 1,0 0,1-1,-1 1,1 0,0-1,0 1,0-1,0 1,1-1,-1 0,1 1,0-1,0 0,0 0,0 0,1 0,-1-1,1 1,0-1,-1 1,1-1,0 0,1 0,-1 0,0 0,0-1,1 0,-1 1,1-1,-1 0,1-1,1 1,6 1,-1 0,1-1,-1 0,1-1,-1 0,1-1,-1 0,1-1,-1 0,0 0,0-1,0-1,0 0,0 0,-1-1,4-2,-7 4,0-1,0 0,0 0,0-1,-1 0,0 0,0 0,0-1,0 0,-1 0,0 0,0 0,-1 0,0-1,0 0,0 1,-1-1,0 0,-1 0,1-1,-1 1,-1 0,1 0,-1-1,-1 1,0 1,0 0,0-1,-1 1,0 0,0-1,-1 1,0 0,0 1,0-1,-1 0,0 1,0 0,0 0,0 0,-1 0,0 1,0 0,0 0,-1 0,1 1,-1-1,0 1,0 1,0-1,0 1,0 0,-1 0,1 1,-1 0,1 0,-1 1,1-1,-1 1,1 1,-1-1,1 1,-1 1,1-1,-1 1,1 0,0 0,0 1,0 0,0 0,0 0,-1 2,0 0,2-1,-1 2,1-1,-1 0,1 1,1 0,-1 0,1 1,0-1,1 1,-1 0,1-1,1 2,-1-1,1 0,1 0,-1 1,1-1,0 1,1 0,0-1,0 6,7 25</inkml:trace>
  <inkml:trace contextRef="#ctx0" brushRef="#br0" timeOffset="982.415">1622 1160,'31'-24,"0"0,-1-2,-2-1,-1-1,-1-2,-1 0,-2-2,-1-1,-2 0,-1-2,11-28,-1 10,-4-1,-1-1,-3-1,-2-1,-3 0,-2-2,-3 1,-3-2,-2-1,-5 45,-2-1,0 0,-1 1,0-1,-2 1,-2-8,5 19,0 1,-1 0,0-1,1 1,-2 0,1 0,0 0,-1 0,0 0,1 0,-2 1,1-1,0 1,-1 0,1 0,-1 0,0 1,0-1,0 1,0 0,-1 0,1 0,0 1,-4-1,1 2,-1 0,1 1,0 0,-1 1,1 0,0 0,0 0,0 1,0 0,0 0,1 1,0 0,-1 0,1 1,1-1,-1 1,1 0,0 1,0 0,0-1,1 1,0 1,0-1,0 1,-14 25,1 1,2 0,1 1,2 0,1 1,2 1,1 0,2 0,1 0,2 1,2-1,1 1,4 22,2-3,1 0,4-1,1 0,4 0,1-2,3 0,12 22,-23-56,0-1,1 0,1 0,1-1,0-1,2 1,-9-11,0-1,0 0,0-1,1 1,0-1,-1-1,1 1,1-1,-1 1,0-2,1 1,0-1,-1 0,1 0,0-1,0 0,0 0,0-1,3 0,3-2,0-1,0-1,-1 0,0 0,0-1,0-1,0 0,-1-1,0 0,-1-1,1 0,-1 0,-1-1,0 0,0-1,-1 0,0-1,0 0,-1 0,-1 0,0-1,-1 0,0 0,0 0,-2-1,3-9,-1 79,-4-39,0 0,1 0,1-1,1 1,0 0,2 2,-5-16,1 0,-1 0,1 0,0 0,0-1,1 1,-1 0,1-1,-1 0,1 1,0-1,0 0,1 0,-1-1,1 1,-1-1,1 0,0 0,0 0,0 0,0 0,0-1,0 0,0 0,1 0,-1-1,0 1,1-1,22-1</inkml:trace>
  <inkml:trace contextRef="#ctx0" brushRef="#br0" timeOffset="1208.346">2316 612,'9'18,"12"15,14 14,1-2</inkml:trace>
  <inkml:trace contextRef="#ctx0" brushRef="#br0" timeOffset="1664.889">2678 1226,'12'-294,"0"173,-12 120,1 0,-1-1,0 1,1 0,-1-1,1 1,-1 0,1 0,0 0,-1-1,1 1,0 0,0 0,0 0,0 0,0 0,0 0,0 1,0-1,0 0,0 0,0 1,1-1,-1 1,0-1,1 1,-1 0,0-1,1 1,-1 0,0 0,1 0,-1 0,0 0,1 0,-1 0,0 0,1 1,-1-1,0 0,1 1,-1-1,0 1,0 0,0-1,1 1,-1 0,0 0,0 0,0-1,0 2,148 93,-141-90,0-1,-1 1,0 0,0 0,-1 1,1-1,-1 2,0-1,-1 1,0 0,0 0,0 0,-1 1,0-1,0 1,-1 0,0 0,-1 1,1-1,-2 0,1 3,2 147,-3-155,0 1,0-1,0 0,0 1,1-1,-1 0,1 0,0 0,0 0,0 0,1-1,-1 1,1-1,-1 1,1-1,0 0,0 0,0 0,0 0,0-1,0 1,1-1,-1 0,0 0,1 0,-1 0,1 0,-1-1,1 0,105-3,-85-1,-1-2,0-1,-1-1,0-1,0 0,-1-2,0-1,-1 0,0-2,-1 0,1-2,-11 8,1 0,-2-1,1 0,-1-1,-1 1,1-2,-2 1,1-1,-2 0,1 0,-2-1,1 1,-2-1,1 0,-2 0,1 0,-2-1,0 1,0-1,-1 1,-1-11,0 17,0 1,0-1,-1 1,0 0,1 0,-2-1,1 1,-1 0,1 1,-1-1,-1 0,0 0,3 3,-1 1,1 0,0-1,-1 1,1 0,-1 0,1 0,-1 0,0 0,1 0,-1 1,0-1,0 1,1-1,-1 1,0-1,0 1,0 0,0 0,0 0,0 0,1 0,-1 1,0-1,0 0,0 1,0 0,1-1,-1 1,0 0,1 0,-1 0,0 0,1 0,-1 0,1 0,-1 1,-6 7,1 0,-1 0,2 1,-1 0,2 0,-1 0,1 1,1 0,0 0,0 0,1 0,1 1,0-1,0 1,1 0,1 0,-1 0,1 0,0 0,1-1,0 1,1 0,0-1,1 1,0-1,1 0,0 0,0 0,2 0,-1-1,1 0,1 0,0 0,0-1,1 0,0-1,0 1,1-2,0 1,6 2,75 38,-54-35</inkml:trace>
</inkml:ink>
</file>

<file path=ppt/ink/ink1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14T06:38:38.301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0 1,'21'9,"19"17,20 24,13 26,6 28,-2 25,-12 24,-21 16,-32 12,-43 5,-52 0,-56-9,-4-34</inkml:trace>
</inkml:ink>
</file>

<file path=ppt/ink/ink1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14T06:38:36.976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1197 441,'-18'18,"1"0,1 2,0 0,2 0,1 1,0 1,1 1,2-1,0 2,2-1,0 1,0 8,4-23,1 0,1 0,0 0,0 1,0-1,1 1,1-1,0 1,0-1,1 1,0-1,0 0,1 1,0-1,1 0,0 0,1 0,-1 0,2-1,-1 0,1 0,0 0,1 0,0-1,0 0,1 0,0 0,0-1,3 2,6-2,0-1,0 0,0-2,1 0,-1 0,1-2,0 0,0-1,0 0,-1-2,1 0,-1 0,1-2,-1 0,0-1,0-1,0 0,-1-1,11-7,-12 8,-1-1,1-1,-1 0,-1-1,0 0,0-1,0 0,-2-1,1 0,-1-1,-1 0,0-1,-1 0,0 0,-1-1,0 1,-1-2,-1 1,0-1,-1 1,-1-1,0-1,-1-1,-1 0,0 1,-2 0,0-1,-1 1,-1 0,0 0,-1 0,0 0,-2 1,0-1,0 1,-9-12,9 17,0 1,0 0,-1 0,0 0,0 1,-1 0,0 1,-1 0,1 0,-1 0,-1 2,1-1,-1 1,0 0,0 1,-1 0,1 1,-1 0,-6-1,5 3,-1 0,0 1,0 0,1 1,-1 1,0 0,1 0,0 1,-1 1,1 0,1 1,-1 0,1 1,-9 5,-9 7,2 2,0 1,1 1,1 1,0 2,-63 71,11-2</inkml:trace>
  <inkml:trace contextRef="#ctx0" brushRef="#br0" timeOffset="771.972">501 0,'-22'25,"-22"24,-19 25,-12 21,-6 21,3 15,12 12,18 8,25 2,35-2,39-8,37-12,36-16,29-17,17-20,-20-21</inkml:trace>
</inkml:ink>
</file>

<file path=ppt/ink/ink1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14T06:40:54.603"/>
    </inkml:context>
    <inkml:brush xml:id="br0">
      <inkml:brushProperty name="width" value="0.1" units="cm"/>
      <inkml:brushProperty name="height" value="0.1" units="cm"/>
      <inkml:brushProperty name="color" value="#33CCFF"/>
      <inkml:brushProperty name="ignorePressure" value="1"/>
    </inkml:brush>
  </inkml:definitions>
  <inkml:trace contextRef="#ctx0" brushRef="#br0">1 2183,'55'-31,"82"-75,107-109,-109 70,63-91,-165 195,115-149,-9-6,28-65,91-164,-188 254,-41 88,-28 80,-1 3,0 0,-1 0,1 0,0 0,-1 0,1 0,0 0,-1 0,1 0,0 0,0 0,-1 0,1 0,0 0,-1-1,1 1,0 0,-1 0,1 0,0 0,0 0,-1-1,1 1,0 0,0 0,-1-1,1 1,0 0,0 0,0-1,0 1,-1 0,1-1,-225 221,93-92,156-150,29-18,-2-2,44-48,14-13,27-9,-136 111,0 0,1 0,-1 0,1 1,-1-1,1 0,0 0,-1 1,1-1,0 0,-1 1,1-1,0 1,0-1,0 1,-1 0,1-1,0 1,0 0,0-1,0 1,0 0,0 0,0 0,0 0,0 0,0 0,0 0,-1 0,1 0,0 0,0 0,0 1,0-1,0 0,0 1,0-1,-1 1,1-1,0 1,0-1,-1 1,1 0,0-1,-1 1,1 0,0-1,-1 1,1 0,-1 0,1 0,-1-1,0 1,1 0,-1 0,0 0,0 0,1 0,-1 0,0 0,0 0,0 0,3 34,20 125,-5-77,-20-80,0 0,0 0,0 0,-1-1,1 1,-1-1,0 1,0-1,0 0,0 0,0 0,0-1,0 1,-1-1,1 0,0 1,-1-2,1 1,-1 0,1-1,-1 1,0-1,1 0,-1 0,1-1,-4 0,-134-18,47 1,80 16,4 0,0 1,0-1,1 2,-1-1,0 1,0 1,0 0,0 0,0 1,0 0,1 1,-1 0,-1 1,88-45,87-73,-161 112,0 0,0 0,0 0,-1 0,1 0,-1-1,0 1,1-1,-1 0,0 1,-1-1,1 0,0 0,-1 0,0-1,0 1,0 0,0 0,0-1,-1 1,1 0,-1-1,0 1,0-1,0 4,-1 0,0 0,1 0,-1-1,0 1,1 0,-1 0,1 0,-1 0,0 0,1 0,-1 0,0 1,1-1,-1 0,0 0,1 0,-1 1,1-1,-1 0,0 1,1-1,-1 0,1 1,-1-1,1 1,0-1,-1 1,1-1,-1 1,1-1,0 1,-1-1,1 1,0 0,0-1,-1 1,1-1,0 1,0 0,0-1,0 1,0 0,0-1,0 1,0 0,0-1,0 1,0 0,0 0,-27 75,36-125,19-48,-21 129,-8-3,-3 1,0-1,-2 0,0-1,-4 6,-3 8</inkml:trace>
  <inkml:trace contextRef="#ctx0" brushRef="#br0" timeOffset="1717.808">710 2424,'-27'-308,"26"301,1 6,3 14,0-9,1 0,-1-1,1 1,0-1,0 0,0 0,0-1,0 1,1-1,-1 0,1 0,0 0,0-1,-1 0,1 0,0 0,0 0,0-1,0 0,0 0,0 0,0 0,0-1,0 0,1-1,6 2,1 1,0 0,-1 1,1 0,-1 1,1 1,-1 0,0 0,-1 1,1 1,-1 0,0 0,0 1,-1 1,0 0,4 4,-7-4,-1 1,0-1,0 2,-1-1,0 0,-1 1,0 0,0 0,-1 0,-1 1,1-1,-2 1,0-1,0 1,0 0,-2-1,1 1,-1-1,-1 2,2 11,-3 283,3-297,-1 1,0-1,-1 0,0-1,-1 1,0 0,0-1,-1 1,0-1,0 0,-1 0,0-1,0 1,-1-1,0 0,0-1,-1 1,0-1,0 0,0-1,-1 0,0 0,0-1,0 0,0 0,-1-1,1 0,-1 0,0-1,0 0,0-1,0 0,0 0,0-1,-8 0,9-2,0 1,1-1,-1-1,1 1,-1-1,1 0,0-1,0 0,1 0,-1-1,1 1,0-1,0-1,0 1,1-1,0 0,0 0,0 0,1-1,0 0,0 0,1 0,0 0,0-1,0 1,1-1,1 1,-1-1,1 0,0 0,1 0,0 0,1-7,1 7,0 1,1-1,1 1,-1-1,1 1,1 0,-1 0,1 1,0-1,0 1,1 0,0 1,0-1,1 1,-1 0,1 1,0 0,0 0,0 0,4 0,-7 1,252-135,-217 115</inkml:trace>
  <inkml:trace contextRef="#ctx0" brushRef="#br0" timeOffset="2009.61">1405 2130,'0'7,"0"9,0 11,0 12,0 11,0 8,0 6,0 3,0-3,0-5,0-6,0-10,0-12</inkml:trace>
  <inkml:trace contextRef="#ctx0" brushRef="#br0" timeOffset="2413.916">1766 2063,'-22'44,"-3"-1,-1-2,-2 0,-2-2,-2-1,-1-2,-2-1,-16 11,-76 59,116-99,20-12,2-1,1 0,0 1,0 0,0 1,1 1,0 0,0 1,0 0,0 1,0 0,1 1,-1 0,0 2,1-1,-1 2,0-1,1 2,-1 0,0 0,-1 2,1-1,-1 1,0 1,2 2,9 9,0 0,-1 2,-1 1,12 17,22 18,-52-51,1 0,0-1,1 1,-1-1,1 0,-1 0,1 0,0-1,0 1,0-1,0 0,1-1,-1 1,0-1,1 0,-1-1,1 1,-1-1,1 0,0 0,-1-1,1 0,-1 0,0 0,1 0,-1-1,0 0,0 0,0 0,1-2,14-8,0-2,-2-1,1 0,-2-2,0 0,-1 0,-1-2,7-10,-3 4</inkml:trace>
  <inkml:trace contextRef="#ctx0" brushRef="#br0" timeOffset="2577.024">2528 2384,'-4'0,"-9"5,-2 1</inkml:trace>
</inkml:ink>
</file>

<file path=ppt/ink/ink1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14T06:41:00.023"/>
    </inkml:context>
    <inkml:brush xml:id="br0">
      <inkml:brushProperty name="width" value="0.1" units="cm"/>
      <inkml:brushProperty name="height" value="0.1" units="cm"/>
      <inkml:brushProperty name="color" value="#33CCFF"/>
      <inkml:brushProperty name="ignorePressure" value="1"/>
    </inkml:brush>
  </inkml:definitions>
  <inkml:trace contextRef="#ctx0" brushRef="#br0">136 310,'-13'29,"13"-29,-1 0,1 0,0 1,-1-1,1 0,-1 0,1 0,-1 0,1 0,-1 0,1 0,-1 0,1 0,0 0,-1 0,1 0,-1 0,1 0,-1 0,1 0,-1-1,1 1,0 0,-1 0,1 0,-1-1,1 1,0 0,-1-1,1 1,0 0,-1-1,1 1,0 0,0-1,-1 1,1-1,0 1,0 0,0-1,0 1,-1-1,1 1,0-1,0 1,0-1,0 1,0-1,0 1,0 0,0-1,0 1,0-1,0 1,1-1,-1 1,0-1,0 1,0 0,1-1,-1 1,0-1,-17-78,-32-111,25 137,29 65,4-9,0 0,0 0,0-1,0 0,0 0,1-1,-1 0,0-1,1 0,-1-1,9-1,130-20,-143 22,-1 1,1-1,-1 1,0 0,1 0,-1 0,0 1,0 0,0 0,0 0,0 0,0 0,-1 1,1-1,-1 1,0 0,1 0,-1 1,-1-1,1 0,0 1,-1 0,0 0,0-1,0 2,0-1,0 0,-1 0,0 0,0 1,0-1,-1 0,1 1,-1 2,26 206,-16-168,6 15,-3 2,-2-1,-4 2,-2-1,-2 1,-4 18,-1-65,0 0,-1 0,-1 0,-1-1,0 1,-1-1,0 0,-1-1,-1 0,-5 7,8-14,0 0,0-1,-1 1,1-1,-2-1,1 1,0-1,-1 0,0-1,-1 0,1 0,0 0,-1-1,0 0,0-1,0 1,0-1,0-1,-1 0,1 0,-1-1,1 0,-1-1,1 0,-1 0,1-1,-1 0,1-1,0 0,0 0,0-1,0 0,1 0,0-1,0 0,0 0,0 0,1-1,0 0,-8-8,0-1,2 0,0-1,0-1,2 1,-8-17,13 26,1 1,0-1,1 0,-1-1,1 1,1 0,0-1,0 0,0 1,1-1,0 0,0 0,1 0,0 0,0 0,1 0,0 0,1 1,-1-1,2 0,-1 1,1-1,0 1,4-7,7 1,0 1,0 1,1 0,1 1,-1 1,2 0,-1 1,5-1,-13 5,179-72,-126 53</inkml:trace>
</inkml:ink>
</file>

<file path=ppt/ink/ink1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14T06:41:01.584"/>
    </inkml:context>
    <inkml:brush xml:id="br0">
      <inkml:brushProperty name="width" value="0.1" units="cm"/>
      <inkml:brushProperty name="height" value="0.1" units="cm"/>
      <inkml:brushProperty name="color" value="#33CCFF"/>
      <inkml:brushProperty name="ignorePressure" value="1"/>
    </inkml:brush>
  </inkml:definitions>
  <inkml:trace contextRef="#ctx0" brushRef="#br0">0 319,'13'-50,"-3"-1,-2 0,-2 0,-3-1,-2-12,-12 526,11-452,-1 0,0 1,2-1,-1 1,1-1,1 1,0-1,0 0,1 1,2 5,6 2</inkml:trace>
</inkml:ink>
</file>

<file path=ppt/ink/ink1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14T06:41:01.951"/>
    </inkml:context>
    <inkml:brush xml:id="br0">
      <inkml:brushProperty name="width" value="0.1" units="cm"/>
      <inkml:brushProperty name="height" value="0.1" units="cm"/>
      <inkml:brushProperty name="color" value="#33CCFF"/>
      <inkml:brushProperty name="ignorePressure" value="1"/>
    </inkml:brush>
  </inkml:definitions>
  <inkml:trace contextRef="#ctx0" brushRef="#br0">0 376,'100'-335,"-84"301,-16 34,1 0,-1-1,0 1,1-1,-1 1,1-1,-1 1,0 0,1-1,-1 1,1 0,-1-1,1 1,0 0,-1 0,1-1,-1 1,1 0,-1 0,1 0,0 0,-1 0,1 0,-1 0,1 0,0 0,-1 0,1 0,-1 0,1 1,-1-1,1 0,0 0,-1 0,1 1,-1-1,1 0,-1 1,0-1,1 1,-1-1,1 0,-1 1,0-1,1 1,-1-1,0 1,1-1,-1 1,0-1,0 1,1 0,-1-1,0 1,0-1,0 1,0-1,0 1,5 14,-1 0,0 0,-2 1,0-1,0 0,-1 1,-1 0,-1-1,-1 6,2-12,-21 335,20-336,1-1,0 1,0-1,1 1,0-1,0 1,1-1,0 0,0 0,1 0,0 0,0 0,0-1,2 1,8 8</inkml:trace>
</inkml:ink>
</file>

<file path=ppt/ink/ink1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14T06:41:00.301"/>
    </inkml:context>
    <inkml:brush xml:id="br0">
      <inkml:brushProperty name="width" value="0.1" units="cm"/>
      <inkml:brushProperty name="height" value="0.1" units="cm"/>
      <inkml:brushProperty name="color" value="#33CCFF"/>
      <inkml:brushProperty name="ignorePressure" value="1"/>
    </inkml:brush>
  </inkml:definitions>
  <inkml:trace contextRef="#ctx0" brushRef="#br0">65 1,'0'13,"0"17,0 14,0 13,0 9,0 3,0 3,0-3,-2-6,-1-9,0-13</inkml:trace>
  <inkml:trace contextRef="#ctx0" brushRef="#br0" timeOffset="361.395">280 28,'2'14,"-1"1,0-1,-1 0,-1 1,0-1,-1 0,0 1,-1-1,-1 0,0-1,-1 1,0-1,-1 0,-1 0,0 0,-1-1,0 0,-1-1,0 0,-1 0,0-1,0 0,-1-1,-1 0,1-1,-1 0,-1-1,-10 5,21-11,-1 1,1-1,0 0,-1 0,1-1,-1 1,1-1,-1 1,1-1,-1 0,0 1,1-1,-1-1,1 1,-1 0,0-1,1 1,-1-1,1 0,-1 0,1 0,0 0,-1 0,1 0,0-1,0 1,0-1,0 1,0-1,0 0,0 0,1 0,-1 0,1 0,-1 0,1-1,0 1,0 0,0-1,0 1,0-1,0 1,1-1,-1 1,1-1,0 1,0-1,0 0,0 1,0-1,1-1,-1 3,0 0,0-1,1 1,-1-1,1 1,-1 0,1 0,0-1,-1 1,1 0,0 0,0 0,0-1,0 1,0 0,0 1,0-1,0 0,0 0,1 0,-1 1,0-1,0 0,1 1,-1-1,1 1,-1 0,0-1,1 1,-1 0,1 0,-1 0,0 0,1 0,-1 0,1 0,-1 0,1 1,-1-1,0 1,1-1,-1 1,1 0,51 39,0 33,-47-61,2 0,0 0,0-1,1 0,0-1,0 0,2 0,-1-1,1 0,0-1,1 0,0-1,2 1,7-1,0-2,0-1,1 0,-1-1,1-2,-1 0,1-1,0-2,18-2,0 0</inkml:trace>
  <inkml:trace contextRef="#ctx0" brushRef="#br0" timeOffset="679.543">734 148,'19'5,"14"3,13 1,9-1,5-5,2-3,-2-1,-8 0,-12 0</inkml:trace>
  <inkml:trace contextRef="#ctx0" brushRef="#br0" timeOffset="880.012">881 429,'16'0,"14"0,16-4,12-5,8-2,4-2,-11 2</inkml:trace>
</inkml:ink>
</file>

<file path=ppt/ink/ink1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14T06:41:04.170"/>
    </inkml:context>
    <inkml:brush xml:id="br0">
      <inkml:brushProperty name="width" value="0.1" units="cm"/>
      <inkml:brushProperty name="height" value="0.1" units="cm"/>
      <inkml:brushProperty name="color" value="#33CCFF"/>
      <inkml:brushProperty name="ignorePressure" value="1"/>
    </inkml:brush>
  </inkml:definitions>
  <inkml:trace contextRef="#ctx0" brushRef="#br0">72 71,'0'762,"0"-779,-1-9,1 1,1-1,2 0,0 1,2 0,5-16,-10 39,1-1,0 0,-1 1,2-1,-1 0,0 1,0-1,1 1,-1 0,1-1,0 1,-1 0,1 0,0 0,0 0,1 0,-1 1,0-1,1 1,-1-1,1 1,-1 0,1 0,-1 0,1 0,0 1,0-1,-1 1,1-1,0 1,0 0,0 0,-1 0,1 1,0-1,1 1,8 3,-1 0,0 1,0 1,0-1,-1 2,1 0,-2 0,1 0,-1 1,0 1,-1 0,0 0,0 0,-1 1,0 0,-1 1,0 0,1 2,-6-9,1 0,-1 0,0 0,0 0,0 0,0 0,-1 0,1 0,-1 0,0 0,-1 1,1-1,-1 0,1 0,-1 0,-1 0,1 0,0-1,-1 1,0 0,0 0,0-1,0 1,-1-1,1 0,-1 0,0 0,0 0,0 0,0-1,-3 3,-11 5,0-1,-1-1,0-1,0 0,-1-1,0-1,0-1,0-1,0 0,-1-1,1-1,0-1,-7-2,-15-5,43 1,102-30,-54 22</inkml:trace>
  <inkml:trace contextRef="#ctx0" brushRef="#br0" timeOffset="410.9">701 607,'-15'-11,"1"2,-2 0,1 0,-1 2,0 0,-1 0,-6 0,18 5,1 1,-1 0,0 0,1 0,-1 1,0 0,0 0,1 0,-1 0,0 1,0-1,1 1,-1 1,0-1,1 0,-1 1,1 0,0 0,0 1,0-1,0 1,0 0,0 0,1 0,-1 0,1 1,0-1,0 1,-1 1,1 1,-1 0,1 0,1 1,-1-1,1 1,0 0,0 0,1-1,0 1,0 0,1 0,0 0,0 0,0 0,1 0,0 0,1 0,-1 0,1 0,1-1,-1 1,1-1,0 0,1 1,-1-1,1-1,0 1,1 0,-1-1,1 0,0 0,1-1,-1 1,1-1,0 0,0-1,0 1,0-1,2 0,-5-2,1-1,-1 0,1 0,-1 0,1 0,-1 0,1-1,-1 1,1-1,-1 0,0 0,1-1,-1 1,0-1,0 1,0-1,0 0,0 0,0 0,-1 0,1-1,-1 1,1-1,-1 0,0 0,1 0,47-85,-48 82,52-138,-48 126,-2 30,-4 22,-1-17,0 0,1 1,1-1,1 0,0 0,1 0,1 0,1-1,0 0,1 1,1-2,0 1,6 8,-8-19,-1-1,1 0,0 0,0 0,0 0,1-1,-1 0,1 0,0 0,0-1,0 0,0 0,0-1,1 1,-1-1,0-1,4 1,31 1</inkml:trace>
  <inkml:trace contextRef="#ctx0" brushRef="#br0" timeOffset="809.875">1342 406,'-13'-2,"-1"2,1 0,-1 0,1 1,-1 1,1 0,0 1,0 1,0 0,0 0,1 2,-1-1,1 1,1 1,-1 0,1 1,0 0,1 1,0 0,0 1,-5 7,13-16,0 1,0-1,0 1,0 0,0 0,0 0,0 0,1 0,-1 0,1 0,-1 1,1-1,0 1,0-1,0 1,0-1,1 1,-1-1,1 1,-1 0,1-1,0 1,0 0,0-1,0 1,1 0,-1-1,1 1,0 0,-1-1,1 1,1 0,2 0,1 0,0 0,0 0,0-1,1 1,-1-1,1 0,-1-1,1 0,-1 1,1-2,5 1,4 2,45 5,-36-5,0 0,-1 1,0 2,0 0,13 6,-33-11,0 0,0 1,-1-1,1 1,0-1,0 1,-1 0,1 0,-1 0,1 0,-1 1,0-1,0 1,0-1,0 1,-1 0,1 0,-1-1,0 1,1 0,-1 0,0 1,-1-1,1 0,-1 0,1 0,-1 0,0 1,0-1,0 0,-1 0,1 0,-1 1,0-1,0 0,0 0,0 0,0 0,0 0,-1-1,0 1,1 0,-1-1,0 1,-1-1,0 2,-9 6,1-1,-1 0,-1-1,1-1,-1 0,0 0,-1-2,0 1,0-2,0 0,0 0,-1-2,1 0,-1 0,-8-1,0-8,24 1</inkml:trace>
  <inkml:trace contextRef="#ctx0" brushRef="#br0" timeOffset="2882.9">1836 472,'-5'-3,"-1"1,0-1,0 1,1 1,-2-1,1 1,0 0,0 0,0 0,0 1,-1 0,1 1,0-1,0 1,0 0,-1 1,1-1,1 1,-1 0,0 1,0-1,1 1,-1 1,1-1,0 1,0-1,0 2,1-1,0 0,-1 1,-3 6,-1 0,2 0,0 1,0 0,1 0,1 1,0 0,0 0,2 0,-1 0,2 1,0-1,0 1,1-1,1 1,1 0,0 3,0-11,0 0,1 0,0 0,0 0,1 0,0 0,0 0,0-1,1 0,-1 1,1-1,0-1,1 1,-1 0,1-1,0 0,0 0,0-1,1 1,-1-1,1 0,0-1,0 1,0-1,0-1,0 1,1-1,-1 0,1 0,17 2,-1-1,1-1,-1-2,1 0,-1-1,1-1,7-3,-31 6,12-1,0-1,0 1,0-2,-1 0,1 0,-1-1,1 0,-1-1,-1-1,1 1,-1-2,0 1,0-2,0 1,-1-1,-1-1,1 1,5-9,-5-1,0 0,-2-1,0 0,-1-1,-1 1,0-3,-4 22,-1 0,0 0,0 1,1-1,-1 0,0 0,1 0,-1 0,1 1,-1-1,0 0,1 0,-1 0,0 0,1 0,-1 0,1 0,-1 0,0 0,1 0,-1 0,0 0,1 0,-1-1,1 1,-1 0,0 0,1 0,-1 0,0-1,1 1,-1 0,0 0,0-1,1 1,-1 0,0 0,0-1,1 1,-1 0,0-1,0 1,0 0,0-1,1 1,-1 0,0-1,0 1,0-1,0 1,0 0,0-1,0 1,0 0,0-1,0 1,0-1,0 1,0 0,0-1,-1 1,1 0,0-1,0 1,-1-1,12 32,30 146,-41-174,1 0,0-1,-1 1,1 0,0-1,1 1,-1-1,0 0,1 1,-1-1,1 0,-1 0,1 0,0 0,0 0,0 0,0-1,1 1,-1 0,0-1,1 0,-1 0,1 0,-1 0,1 0,-1 0,1 0,0-1,-1 1,1-1,0 0,-1 0,1 0,0 0,0-1,-1 1,1-1,0 1,-1-1,1 0,-1 0,1 0,-1 0,1-1,0 0,11-10,-1 0,-1 0,0-1,0-1,-2 0,0 0,0-1,-1-1,-1 1,-1-1,0-1,-1 1,-1-1,0 0,-1 0,-1-1,1 105,16 39,-18-120,0-1,0 1,1-1,0 0,0 0,0 0,0-1,1 1,0-1,0 0,0 0,0 0,1 0,0-1,-1 0,1 0,0 0,1 0,-1-1,0 0,1 0,2 0,0 0,0-1,0 0,0-1,0 1,-1-2,1 1,0-1,0 0,0-1,0 1,0-2,-1 1,1-1,-1 0,0-1,0 1,0-2,0 1,2-3,8-6,-1-1,0-1,-1 0,0-1,-2-1,0 0,1-2,7-17,-1-1,-2 0,-1-2,-2 0,-2 0,-1-1,-3-1,-1 0,-1 0,-3-1,-2 0,-1 1,-2-1,-2-3,3 44,0-11,-1 0,0 0,-1 0,0 0,-1 0,-1 0,1 1,-2-1,0 1,5 10,-1 0,1 0,-1 0,1 1,-1-1,1 0,-1 0,1 1,-1-1,0 0,0 1,1-1,-1 1,0-1,0 1,1-1,-1 1,0 0,0-1,0 1,0 0,0 0,0 0,0-1,1 1,-1 0,0 0,0 0,0 0,0 1,0-1,0 0,0 0,0 0,1 1,-1-1,0 1,0-1,0 0,0 1,1 0,-1-1,0 1,1-1,-1 1,0 0,1-1,-1 1,1 0,-1 0,1-1,-1 1,1 0,-29 47,19-21,1 0,1 0,1 0,2 1,1 0,1 0,1 1,1-1,2 0,1 1,2 5,3 10,1 0,3 0,1-1,3-1,1 0,17 30,-26-53,2-1,0 1,1-2,1 0,1 0,0-1,1 0,1-1,1 0,0-2,0 0,1 0,1-1,13 6,-17-15,-1-1,1 0,0-1,0 0,0-1,-1 0,1-1,0-1,0 0,-1-1,0 0,1-1,-1 0,0-1,-1-1,1 1,-1-2,0 0,-1 0,1-1,-2 0,1 0,-1-1,0-1,-1 0,3-4,-9 12,0 0,1-1,-2 1,1 0,0-1,0 1,-1-1,1 0,-1 1,0-1,0 0,0 0,0 0,-1 0,1 0,-1 0,0 0,1 0,-1 0,-1 0,1 0,0 0,-1 0,1 0,-1 1,0-1,0 0,0 0,-1 0,1 1,0-1,-1 0,0 1,0 0,0-1,0 1,0 0,0 0,-2-1,-4-3,1 2,-1-1,0 1,0 1,0-1,-1 1,1 1,-1 0,0 0,0 0,0 1,1 1,-9-1,12 1,-1 0,1 1,0-1,-1 1,1 0,0 1,0-1,0 1,0 0,0 0,0 0,0 1,1 0,-1 0,1 0,0 0,0 1,0-1,0 1,1 0,-1 1,1-1,-1 2,1-2,1-1,0 1,0 0,0 0,0 0,1 0,-1 0,1 0,0 0,0 0,1 0,-1 1,1-1,0 0,0 1,0-1,1 0,-1 0,1 1,0-1,1 0,-1 0,1 0,-1 0,1 0,0 0,1-1,-1 1,0-1,1 1,0-1,0 0,0 0,0 0,1-1,-1 1,1-1,-1 0,1 0,3 2,3-1,-1-1,1 0,-1-1,1 0,0 0,-1-1,1 0,0-1,-1 0,1-1,-1 1,1-2,-1 1,0-2,0 1,0-1,0 0,-1-1,0 0,0 0,0-1,0 0,-1-1,0 1,0-1,-1-1,1 0,6 1,-11 27,-1-9,-1 1,1 0,1 1,0-1,0 0,1 0,1 0,0-1,0 1,2-1,-1 0,1 0,1-1,0 0,0 0,1 0,0-1,1 0,2 1,-9-9,0 1,0-1,0 0,0 1,0-1,0 0,1-1,-1 1,0 0,1-1,-1 1,1-1,-1 0,1 1,-1-1,1-1,-1 1,0 0,1 0,-1-1,1 0,-1 1,0-1,1 0,-1 0,0 0,0 0,0-1,0 1,0-1,0 1,0-1,0 0,-1 1,1-1,-1 0,1 0,-1 0,0 0,1-1,-1 1,0 0,-1 0,1-1,0 1,-1-1,6-20,-1 1,-1-1,-1-1,-1 1,-1 0,-1-1,-2 1,0 0,-1 0,-2-4,-1-26,5 51,0 0,0 0,0 0,1-1,-1 1,1 0,-1-1,1 1,0 0,0-1,0 1,0 0,1-1,-1 1,0 0,1-1,0 1,0 0,-1 0,1 0,1-1,-1 1,0 0,0 0,1 1,-1-1,1 0,-1 0,1 1,0-1,0 1,0-1,0 1,0 0,0 0,0 0,0 0,1 0,7 3,1 0,-1 0,0 1,1 0,-1 1,-1 0,1 1,-1 0,1 0,-2 1,4 2,-8-5,2 0,-1 1,1-1,-1 1,0 0,-1 0,1 0,-1 1,1 0,-1 0,-1 0,1 0,-1 1,0-1,0 1,0 0,-1 0,0 0,0 0,-1 0,1 0,-1 0,-1 1,1-1,-1 1,0 3,-9 68,6-60,0 1,2 0,0-1,1 1,2 18,-1-33,0-1,0 1,0-1,0 1,1-1,-1 0,1 0,0 1,0-1,0 0,0-1,1 1,-1 0,1-1,0 1,-1-1,1 0,0 0,1 0,-1 0,0 0,0-1,1 1,-1-1,1 0,-1 0,1 0,3 0,4 0,0 0,1 0,-1-1,0-1,1 0,-1 0,0-1,10-3,-11 2,-1 0,1-1,-1 0,0 0,0-1,-1 0,1 0,-1-1,0 0,-1-1,1 0,-1 0,0 0,-1-1,0 0,0-1,-1 1,0-1,-1 0,1 0,-2 0,1-1,-1 1,0-7,2-13,-1 0,-1 0,-2 0,-1 0,-1 0,-5-25,-2 26,8 27,0 1,0-1,0 1,0-1,0 1,-1-1,1 1,0 0,0-1,0 1,-1-1,1 1,0 0,0-1,-1 1,1 0,0-1,-1 1,1 0,0 0,-1-1,1 1,-1 0,1 0,0 0,-1-1,1 1,-1 0,1 0,-1 0,1 0,0 0,-1 0,1 0,-1 0,1 0,-1 0,1 0,-1 0,1 0,0 0,-1 0,1 1,-1-1,1 0,0 0,-1 0,1 1,-1-1,1 0,0 0,-1 1,1-1,0 0,0 1,-1-1,1 1,0-1,0 0,-1 1,-4 8,0 0,0 1,1 0,0 0,1 0,0 0,1 1,0-1,0 1,0-1,-1 6,0 0,1 1,1-1,0 1,1 0,1-1,1 1,1 9,-1-20,-1-1,1 1,0 0,0-1,0 0,1 1,0-1,0 0,0-1,1 1,-1 0,1-1,0 0,0 0,1 0,0 0,-1-1,1 0,0 0,0 0,1 0,-1-1,0 0,1 0,0 0,0-1,5 1,-1-1,1 0,0-1,0 0,0 0,0-1,0-1,0 0,0 0,-1-1,1-1,-1 1,0-2,0 1,0-1,0-2,26-15</inkml:trace>
</inkml:ink>
</file>

<file path=ppt/ink/ink1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14T06:41:02.733"/>
    </inkml:context>
    <inkml:brush xml:id="br0">
      <inkml:brushProperty name="width" value="0.1" units="cm"/>
      <inkml:brushProperty name="height" value="0.1" units="cm"/>
      <inkml:brushProperty name="color" value="#33CCFF"/>
      <inkml:brushProperty name="ignorePressure" value="1"/>
    </inkml:brush>
  </inkml:definitions>
  <inkml:trace contextRef="#ctx0" brushRef="#br0">80 277,'5'0,"4"0,2 0,1 0,2 0,3 0,2 0,3 0,3 0,3 0,4 0,4 0,1-2,1-1,-5 0,-6 1,-9 1,-9 0</inkml:trace>
  <inkml:trace contextRef="#ctx0" brushRef="#br0" timeOffset="802.459">428 24,'16'20,"1"-1,1-1,0 0,2-1,0-2,0 0,2 0,0-2,0-1,1-1,0-1,1-1,25 7,39 20,-66-27,-6-3,0 0,-1 1,0 1,0 1,-1 0,0 1,0 0,-1 1,0 1,-11-9,0 0,0-1,-1 1,1 0,-1 0,1 0,-1 1,0-1,0 0,0 0,-1 1,1-1,-1 0,0 1,0-1,0 0,0 1,-1-1,1 0,-1 1,0-1,0 0,0 0,0 0,-1 0,1 0,-1 0,0 0,-1 2,-68 75,70-79,-196 157,164-133</inkml:trace>
  <inkml:trace contextRef="#ctx0" brushRef="#br0" timeOffset="5645.951">1 318,'201'-1,"348"7,-502-4,-1 2,1 2,-1 2,7 4,-130-34,-1 4,-1 4,0 2,-41 2,-227 8,347 2,-25 1,25-1,0 0,0 1,0-1,0 0,0 0,0 0,1 1,-1-1,0 0,0 0,0 0,0 1,0-1,0 0,0 0,0 0,0 1,0-1,0 0,0 0,-1 0,1 1,0-1,0 0,0 0,0 0,0 1,0-1,0 0,0 0,-1 0,1 0,0 1,0-1,0 0,0 0,-1 0,1 0,0 0,0 0,0 0,-1 1,1-1,0 0,0 0,0 0,-1 0,1 0,0 0,0 0,-1 0,1 0,0 0,101 22,-79-19,145 11,85-7,-166-6,-74-1,114 15,-106-7</inkml:trace>
  <inkml:trace contextRef="#ctx0" brushRef="#br0" timeOffset="6823.847">482 11,'-20'-10,"26"17,18 7,0-1,1-1,1-1,0-1,0-1,10 0,-13-2,5 2,20 5,0 1,-1 3,-1 2,0 3,10 23,-55-44,1-1,0 1,-1 0,0 1,1-1,-1 0,0 0,0 0,0 1,0-1,-1 1,1-1,-1 0,1 1,-1-1,0 1,0-1,0 1,0-1,-1 1,1-1,-1 1,1-1,-1 0,0 1,0-1,0 2,-1-2,0-1,0 1,0 0,0-1,0 1,0-1,0 0,0 0,-1 0,1 0,0 0,-1 0,1-1,-1 1,1-1,0 0,-1 1,1-1,-1 0,1 0,-1-1,1 1,-2-1,-26 3,-50 41,55-26,-244 139,260-152,18-10,-3 3,84-55,4 4,78-32,-123 70,-48 16,-1 0,0 0,1 0,-1 1,0-1,0 0,1 0,-1 0,0 1,0-1,0 0,1 0,-1 1,0-1,0 0,0 0,1 1,-1-1,0 0,0 1,0-1,0 0,0 1,0-1,0 0,0 1,0-1,0 0,0 1,0-1,0 0,0 1,0-1,0 0,0 1,-1-1,1 0,0 0,0 1,0-1,0 0,-1 1,1-1,0 0,0 0,0 1,-1-1,1 0,0 0,-1 0,1 0,0 1,0-1,-1 0,1 0,0 0,-1 0,1 0,0 0,-1 0,1 0,0 0,-1 0,1 0,-1 0,1 0,-30 27,-2-1,-1-2,0-1,-5-1,-13 11,-111 71,153-98,17-10,100-60,-28 15,1 4,13-1,-81 42,-20 11,-281 170,154-96,160-98,-15 11,0-1,0-1,0 1,-1-1,-1-1,1 0,-1-1,-1 1,0-2,0 1,5-10,-7-40,-10 40</inkml:trace>
  <inkml:trace contextRef="#ctx0" brushRef="#br0" timeOffset="7086.145">629 251,'-7'-18,"-4"-13,-3-8,1-2,0 4,3 15,3 22,5 30,4 28,8 22,6 13,5 8,1-1,-4-6,-4-18</inkml:trace>
</inkml:ink>
</file>

<file path=ppt/ink/ink1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14T06:39:40.273"/>
    </inkml:context>
    <inkml:brush xml:id="br0">
      <inkml:brushProperty name="width" value="0.1" units="cm"/>
      <inkml:brushProperty name="height" value="0.1" units="cm"/>
      <inkml:brushProperty name="color" value="#33CCFF"/>
      <inkml:brushProperty name="ignorePressure" value="1"/>
    </inkml:brush>
    <inkml:brush xml:id="br1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11473 841,'10'25,"-7"327,-3 198,2-515,1-32,0-7</inkml:trace>
  <inkml:trace contextRef="#ctx0" brushRef="#br0" timeOffset="1729.287">11499 1362,'170'20,"267"-13,-200 19,110-25,-174 24,-53-22,102 10,-146-4,-1-4,1-3,24-4,11 1,184 1,-148 23,83-6,-83-3,45 9,-16-7,-74-14,-101-1,-7-5</inkml:trace>
  <inkml:trace contextRef="#ctx0" brushRef="#br0" timeOffset="2060.4">14668 1255,'-7'-4,"28"19,26 15,-1-1,-2 1,-1 2,35 35,-74-64,0-1,-1 1,0 0,1 0,-1 1,0-1,-1 1,1-1,-1 1,1 0,-1 0,0 0,-1 0,1 0,-1 0,1 0,-1 1,-1-1,1 1,0-1,-1 0,0 1,0-1,-1 1,1-1,-1 1,0-1,0 0,0 1,-1-1,1 0,-1 0,-1 2,-11 5,0 0,-1 0,0-1,0-1,-1-1,-1 0,1-1,-1 0,0-2,-1 0,1-1,-17 2,30-6,-98 22,2-4</inkml:trace>
  <inkml:trace contextRef="#ctx0" brushRef="#br0" timeOffset="2944.207">11927 1268,'-128'55,"-73"32,200-87,-1 0,1 0,0 0,0 0,-1 0,1 1,0-1,-1 0,1 1,0-1,0 1,-1-1,1 1,0-1,0 1,0 0,0 0,0-1,0 1,0 0,0 0,0 0,0 0,1 0,-1 0,0 0,1 1,-1-1,1 0,-1 0,1 0,-1 1,1-1,0 0,0 1,0-1,-1 0,1 1,0-1,1 0,-1 0,0 1,0-1,1 0,-1 1,0-1,1 0,-1 0,1 0,0 1,-1-1,1 0,13 8,0-1,0 0,0-1,1-1,0 0,9 2,0 0,259 89,-275-95,-5 0,-1 0,1-1,0 1,0-1,0 0,0 0,0 0,1 0,-1-1,0 1,0-1,1 0,-1 1,0-2,0 1,1 0,-1-1,0 1,0-1,0 0,0 0,1 0,-1-1,-1 1,1-1,0 1,0-1,-1 0,1 0,-1 0,1-1,-1 1,0 0,1-2,-2-7,0 1,-1-1,0 0,-1 0,0 1,0-1,-1 1,-1-1,0 1,0 0,-5-10,7 17,-14-38,-2 0,-2 2,-14-23,23 32,13 22</inkml:trace>
  <inkml:trace contextRef="#ctx0" brushRef="#br0" timeOffset="3328.219">12756 493,'-2'21,"-4"15,0 11,-1 7,0 3,1 1,0-3,1-6,1-6,1-9,1-10</inkml:trace>
  <inkml:trace contextRef="#ctx0" brushRef="#br0" timeOffset="3600.11">12475 399,'-7'-15,"1"-6,7 1,13 3,18 6,16 4,18 1,11 1,10 0,2 0,-6 1,-15 2,-19 0</inkml:trace>
  <inkml:trace contextRef="#ctx0" brushRef="#br0" timeOffset="3973.743">13050 747,'-5'16,"-3"10,-3 9,-2 6,2 3,2-2,3-1,2-5,2-5,4-4,3-8,2-6</inkml:trace>
  <inkml:trace contextRef="#ctx0" brushRef="#br0" timeOffset="4227.576">13250 801,'-2'9,"-1"7,-2 9,0 6,-2 2,1 1,1-1,1-5,4-3,2-5,1-6</inkml:trace>
  <inkml:trace contextRef="#ctx0" brushRef="#br0" timeOffset="4437.017">13224 815,'13'16,"12"9,9 6,2-1,2 0,-3-4,-2-6,-6-6,-6-6</inkml:trace>
  <inkml:trace contextRef="#ctx0" brushRef="#br0" timeOffset="4707.293">13558 721,'-4'-12,"-2"2,0 8,1 12,2 14,0 10,2 10,1 6,0 2,0-2,3-2,0-5,0-10</inkml:trace>
  <inkml:trace contextRef="#ctx0" brushRef="#br0" timeOffset="6206.307">15001 414,'0'6,"0"35,1 1,2 0,2 0,5 19,48 187,-53 105,34-80,-39 156,-5-418,-1-11</inkml:trace>
  <inkml:trace contextRef="#ctx0" brushRef="#br0" timeOffset="21118.148">15310 1175,'6'5,"0"-1,1-1,-1 1,1-1,0 0,0-1,1 0,-1 0,0-1,1 1,-1-1,0-1,1 0,2 0,3 1,113 3,1-5,99-15,-95 5,511-25,288-18,-341 41,-138 14,-398 3,1 3,-1 2,18 7,-56-12,15 2,76 27,-62-12,-36-21</inkml:trace>
  <inkml:trace contextRef="#ctx0" brushRef="#br0" timeOffset="21404.021">18879 881,'78'71,"-61"-59,-1 1,0 1,0 0,-1 1,-1 1,-1 0,0 1,-1 1,-1 0,-1 0,0 1,-2 0,7 19,-14-33,0 1,0-1,-1 1,0-1,0 1,0-1,0 1,-1-1,0 1,0-1,-1 0,1 1,-1-1,0 0,-1 0,1 0,-1-1,0 1,0 0,0-1,-1 0,0 0,1 0,-1 0,-1-1,1 1,-1-1,-20 13,-1-1,0-1,-1-1,0-2,-1-1,-16 3,-38 13</inkml:trace>
  <inkml:trace contextRef="#ctx0" brushRef="#br0" timeOffset="22259.393">15763 1068,'-35'3,"0"2,-1 1,2 1,-1 2,1 2,-15 7,34-13,6-2,-1 0,1-1,0 2,0-1,1 1,-1 1,1-1,0 1,0 1,0-1,1 2,-1-1,7-5,0 0,1 1,-1-1,0 0,0 0,0 1,1-1,-1 0,1 1,-1-1,1 1,0-1,-1 1,1-1,0 1,0-1,0 1,0-1,0 1,0-1,0 0,1 1,-1-1,1 1,-1-1,1 1,-1-1,1 0,0 1,-1-1,1 0,0 0,0 0,0 1,0-1,0 0,0 0,1 0,-1-1,0 1,0 0,1 0,-1-1,64 29,-61-27,242 93,-230-86,1-2,0 0,1-1,-1 0,1-1,12 1,-28-7,-1 1,1 0,0 0,-1-1,1 1,0-1,-1 1,1-1,-1 0,1 0,-1 1,1-1,-1 0,0 0,1-1,-1 1,0 0,0 0,0-1,0 1,0 0,0-1,0 1,0-1,0 1,-1-1,1 0,-1 1,1-1,-1 0,0 1,0-1,1 0,-1 0,0 1,-1-1,1 0,0 1,0-1,-1 0,1 1,-1-1,1 0,-1 1,0-1,0 1,1-1,-1 1,0 0,0-1,-1 1,1 0,0-1,0 1,-1 0,1 0,0 0,-1 0,-1-2,-1-1,0 1,0 0,1 0,-2 1,1-1,0 1,0 0,-1 0,1 0,-1 1,0 0,1-1,-5 1,-2 0</inkml:trace>
  <inkml:trace contextRef="#ctx0" brushRef="#br0" timeOffset="22716.851">16566 173,'0'9,"-2"14,-6 15,-3 15,-5 11,-1 7,-1 2,1-2,3-6,4-10,4-9,2-13</inkml:trace>
  <inkml:trace contextRef="#ctx0" brushRef="#br0" timeOffset="22994.5">16205 52,'23'-7,"23"-4,22-1,18 3,12 2,3 2,-6 5,-19 1</inkml:trace>
  <inkml:trace contextRef="#ctx0" brushRef="#br0" timeOffset="23251.844">16967 507,'-5'20,"-5"14,-4 10,-4 5,-4 2,1-2,0-5,5-6,7-9,5-9</inkml:trace>
  <inkml:trace contextRef="#ctx0" brushRef="#br0" timeOffset="23508.158">17154 507,'0'20,"-2"14,-4 10,-2 5,-2 0,0-3,0-8,1-9</inkml:trace>
  <inkml:trace contextRef="#ctx0" brushRef="#br0" timeOffset="23691.667">17141 547,'18'16,"18"12,13 8,8 5,4 0,-5-3,-5-5,-8-6,-10-8,-8-7,-8-10,-7-5</inkml:trace>
  <inkml:trace contextRef="#ctx0" brushRef="#br0" timeOffset="23963.941">17595 600,'0'-18,"0"-15,0-11,0-8,-2 2,-1 6,0 13,1 19,-2 22,0 22,0 20,4 16,6 9,4 6,3-3,0-14</inkml:trace>
  <inkml:trace contextRef="#ctx0" brushRef="#br0" timeOffset="24475.715">19146 173,'4'2,"5"15,4 22,3 30,1 32,-1 31,0 28,-3 22,-4 12,1 3,2-7,-2-36</inkml:trace>
  <inkml:trace contextRef="#ctx0" brushRef="#br1" timeOffset="-29608.453">19761 8207,'0'18,"0"15,2 10,6 3,8 1,8-6,0-9</inkml:trace>
  <inkml:trace contextRef="#ctx0" brushRef="#br1" timeOffset="-42908.849">7889 2526,'-6'15,"-8"13,-3 11,-1 9,1 6,2 5,5 0,3-4,3-6,3-12</inkml:trace>
  <inkml:trace contextRef="#ctx0" brushRef="#br1" timeOffset="-42640.847">8117 2659,'0'16,"-3"14,0 12,-2 7,0 2,1 0,-2-5,1-8,1-10</inkml:trace>
  <inkml:trace contextRef="#ctx0" brushRef="#br1" timeOffset="-42346.56">8144 2646,'4'24,"2"0,0 0,2-1,0 0,1 0,2-1,0 0,2-1,0 0,1-1,1-1,1 0,1-1,0-1,1 0,-15-14,0 0,0-1,1 1,-1-1,0 0,1 0,-1 0,1-1,-1 1,1-1,0 1,0-1,0-1,0 1,0 0,0-1,0 0,0 0,0 0,0 0,0-1,0 0,-1 1,1-2,0 1,0 0,-1-1,1 1,0-1,-1 0,0 0,1-1,-1 1,0-1,1-1,5-10,0-1,-1-1,-1 1,0-1,-1-1,-1 1,0-1,-2 0,0 0,-1 0,0 0,-1-10,4-33,-2 1,-2-1,-3 0,-4-10,-1 54,5 26</inkml:trace>
  <inkml:trace contextRef="#ctx0" brushRef="#br1" timeOffset="-41727.166">9842 3260,'16'5,"16"3,15 3,12 0,11 0,4-2,-2 0,-3-2,-9-1,-11-3,-13-1</inkml:trace>
  <inkml:trace contextRef="#ctx0" brushRef="#br1" timeOffset="-37465.724">10389 2232,'1'-1,"-1"0,0 1,0-1,0 1,0-1,0 0,0 1,0-1,0 1,0-1,-1 1,1-1,0 0,0 1,0-1,-1 1,1-1,0 1,-1-1,1 1,0-1,-1 1,1-1,0 1,-1 0,1-1,-1 1,1 0,-1-1,1 1,-1 0,1-1,-1 1,1 0,-1 0,0 0,1 0,-1 0,1-1,-1 1,0 0,1 0,-1 0,1 0,-1 1,1-1,-1 0,0 0,1 0,-1 0,1 1,-1-1,1 0,-1 0,1 1,-1-1,1 0,-1 1,1-1,-1 1,1-1,0 1,-1-1,1 1,0-1,-1 1,1-1,0 1,-3 10,0 1,1 0,0-1,1 1,0 0,1 0,1 10,-1-3,32 524,13-152,-46-379,-3-19,-6-21,-6-41,4-2,2 1,3-2,3-50,-8-80,6 147,-2-1,-3 1,-2 1,-2 0,-11-19,23 66,2 6,1 1,-1-1,0 0,0 0,1 0,-1 0,0 0,1-1,-1 1,1 0,-1 0,1 0,0 0,-1-1,1 1,0 0,0 0,0-1,0 1,0 0,0 0,0 0,1-1,-1 1,0 0,1 0,-1 0,1-1,-1 1,1 0,-1 0,1 0,0 0,0 0,-1 0,1 0,0 0,1 0,104 2,354 15,122-1,-568-16,40 9,-53-6,0 1,0-1,0 0,0 1,0-1,0 1,-1-1,1 1,-1-1,0 1,0-1,0 1,0-1,0 1,-1-1,1 1,-1-1,1 1,-1 0,-1 10,-11 453,-8 110,21-575,0-1,-1 1,1 0,0 0,0 0,-1 0,1 0,0 0,0 0,0 0,0 0,0 0,1 0,-1 0,0 0,0-1,1 1,-1 0,0 0,1 0,-1 0,1 0,-1-1,1 1,-1 0,1 0,0-1,-1 1,1 0,0-1,0 1,-1-1,1 1,0-1,0 1,0-1,0 0,0 1,0-1,-1 0,1 0,0 0,0 1,0-1,0 0,0 0,0 0,0-1,0 1,0 0,0 0,0 0,0-1,-1 1,2-1,139-29,139 17,-29-7,26 10,461 25,-45-16,-504 16,50-16,-238 2,0-1,0 1,0-1,0 0,0 0,0 0,0 0,0 1,0-1,0 0,0 0,0-1,0 1,-1 0,1 0,0 0,0-1,0 1,0 0,0-1,0 1,0-1,-1 1,1-1,0 1,0-1,-1 0,1 1,0-1,-1 0,1 0,-1 1,1-1,-1 0,1 0,-1 0,0 0,1 0,-1 0,0 0,0 1,1-1,-1 0,0 0,0 0,0 0,0 0,0 0,-1 0,1 0,0 0,0 0,-1 0,1 0,0 0,-1 1,1-1,-1 0,1 0,-29-81,3-1,4-1,4-1,-4-62,12-209,10 234,-11-17,21 161,0-15,0-1,1-1,-1 1,1-1,1-1,-1 0,0-1,1 0,0-1,11 1,-20-2,109 13,0-4,92-4,-26-2,-162-4,-10 0,0 0,1 0,-1 1,0-1,0 1,0 0,0 1,0 0,-1 0,1 0,2 2,-6-2,-1 0,0 0,1 0,-1 0,0 1,0-1,0 0,0 1,-1-1,1 1,-1-1,0 1,1-1,-1 1,0-1,0 1,-1-1,1 1,0-1,-1 1,0-1,1 1,-1-1,0 1,-1 1,0 3,-3 17,0 1,2 0,1 0,1 0,2 0,0 1,1-1,2 0,1 2,96 630,-95-543,-6-113,0 0,1 1,-1-1,0 0,1 0,-1 0,1 1,-1-1,1 0,-1 0,1 0,0 0,0 0,-1 0,1 0,0 0,0-1,0 1,0 0,0 0,0-1,0 1,1-1,-1 1,0-1,0 1,0-1,0 0,1 1,-1-1,0 0,0 0,1 0,-1 0,0 0,1 0,47-9,15-16,-51 18,0 1,1 1,0 0,1 1,-1 0,0 1,1 1,2 0,374 13,-217-3,913 16,-37-17,-440 12,-595-18,47-10,-61 7,0 1,-1-1,0 0,1 0,-1 1,0-1,0 0,0 0,0 0,0 0,0 0,0 1,-1-1,1 0,-1 0,1 0,-1 1,0-1,1 0,-1 1,0-1,0 1,0-1,-1 1,1-1,0 1,0 0,-1 0,0-1,-3-6,-11-19,0 0,2-1,2-1,0 0,2-1,1 0,-4-28,-1-56,5-1,5-55,1 49,-4 1,-8-20,-12 35,41 144,-7-33,-1-1,1 1,0-2,0 1,0-1,1 0,-1 0,1-1,0 0,0 0,0-1,0 0,1 0,-1-1,1-1,1 1,0 1,81 8,0-3,1-5,74-7,-158 4,-4 0,0 0,0 1,0-1,0 1,0 0,0 0,0 0,0 1,0 0,0-1,-1 1,1 0,0 1,0-1,-1 1,1 0,-1-1,1 2,-1-1,0 0,0 1,0-1,2 3,3 10,-1 0,0 0,-2 1,0 0,0 1,0 9,6 17,-4-20,-1 0,-1 1,-1 0,-2-1,0 8,-3 162,-2-71,14 121,-7-206,2-2,1 1,1-1,3 0,0-1,2 0,13 23,-23-55,0 1,0 0,1-1,-1 1,1-1,-1 0,1 0,0 0,-1-1,1 1,0-1,0 0,0 0,1-1,-1 1,0-1,0 0,0 0,0 0,0 0,1-1,-1 0,0 1,0-2,0 1,-1 0,5-2,14-2,110-7,1 6,0 5,0 7,109 18,148 26,-336-39,-83-15,-11-1</inkml:trace>
  <inkml:trace contextRef="#ctx0" brushRef="#br1" timeOffset="-36386.28">11258 2792,'-6'-12,"7"19,10 23,0-1,2 0,1-1,1 0,1-1,2-1,1 0,0-2,2 0,10 8,-28-29,0 0,0 0,-1 0,2-1,-1 1,0-1,1 1,-1-1,1-1,-1 1,1 0,0-1,0 0,0 0,0 0,0 0,0 0,0-1,0 0,0 0,0 0,0 0,0-1,0 1,0-1,0 0,0-1,-1 1,1 0,0-1,0 0,-1 0,0 0,2-1,11-13,-1 0,-1-1,-1-1,0 0,-1-1,-1 0,5-13,-3 8,7-12,1 0,2 1,2 1,1 2,1 0,21-17,6 3</inkml:trace>
  <inkml:trace contextRef="#ctx0" brushRef="#br1" timeOffset="-35463.968">14868 2846,'14'26,"0"-1,2-1,1-1,1 0,1-1,1 0,0-2,2-1,0 0,1-2,22 13,-43-29,0 0,-1 0,1 0,0 0,0 0,0 0,-1 0,1-1,0 1,0-1,0 1,0-1,0 0,0 0,0 0,0 0,0 0,0 0,0 0,0-1,0 1,0-1,0 0,0 1,0-1,0 0,-1 0,1 0,0 0,-1 0,1-1,-1 1,1 0,-1-1,1 1,-1-1,0 0,0 1,0-1,0 0,0 0,0-1,6-18,-1 1,-1-1,-1 0,-1 0,-1 0,-1-4,2-7,-2 27,-1-17,1 0,1 0,1 1,1-1,0 0,2 1,1 0,0 0,2 1,0 0,1 1,1 0,1 0,6-5,36-21,1 9</inkml:trace>
  <inkml:trace contextRef="#ctx0" brushRef="#br1" timeOffset="-34323.744">19186 2846,'19'39,"-12"-18,2-1,0 0,1 0,1-1,1 0,1-1,0 0,1-1,1-1,1 0,0-1,1 0,13 7,-26-20,0 0,0-1,0 1,0-1,0 1,1-1,-1 0,0-1,1 1,-1-1,1 0,-1 0,0 0,1-1,-1 0,1 1,-1-2,0 1,0 0,0-1,1 0,-2 0,1 0,0 0,0-1,-1 1,1-1,-1 0,0 0,0 0,0-1,0 1,0-1,0 0,12-21,-1 0,-1-1,-1 0,-1-1,5-22,17-41,-28 77,0 0,1 0,1 0,0 0,0 1,1 0,1 1,0 0,1 0,0 1,0 0,1 1,0 0,1 1,0 0,0 0,1 2,0-1,9-2,17 0</inkml:trace>
  <inkml:trace contextRef="#ctx0" brushRef="#br1" timeOffset="-33122.011">11499 4410,'0'16,"0"17,0 11,0 13,0 7,0 7,0 4,0 4,0-12</inkml:trace>
  <inkml:trace contextRef="#ctx0" brushRef="#br1" timeOffset="-32857.232">11593 5627,'2'16,"1"10,2 7,0 5,0 4,-4 6,-4 2,-4 1,-5-3,-3-2,1-8</inkml:trace>
  <inkml:trace contextRef="#ctx0" brushRef="#br1" timeOffset="-32677.711">11552 6416,'0'16,"-2"10,-1 7,-2 2,0 3,1 1,0 1,2-2,3 0,1-3,1-2,2-2,0-7</inkml:trace>
  <inkml:trace contextRef="#ctx0" brushRef="#br1" timeOffset="-32475.253">11633 7284,'0'18,"0"11,0 5,0 1,0-3,0-2,0-7</inkml:trace>
  <inkml:trace contextRef="#ctx0" brushRef="#br1" timeOffset="-32216.937">11606 7833,'-2'20,"-1"14,4 8,10 1,2-6</inkml:trace>
  <inkml:trace contextRef="#ctx0" brushRef="#br1" timeOffset="-31654.809">15282 4517,'0'21,"0"15,0 11,0 7,0 5,5 4,3 3,4-1,-2-11</inkml:trace>
  <inkml:trace contextRef="#ctx0" brushRef="#br1" timeOffset="-31450.289">15389 5681,'3'18,"2"10,5 8,4 5,1 1,-2 1,-3 0,-3-7</inkml:trace>
  <inkml:trace contextRef="#ctx0" brushRef="#br1" timeOffset="-31188.472">15443 6389,'-5'16,"-1"12,0 8,2 5,0 2,5 0,1-1,0-9</inkml:trace>
  <inkml:trace contextRef="#ctx0" brushRef="#br1" timeOffset="-30931.148">15363 7164,'-2'14,"-1"8,0 9,0 2,1 1,4-1,0-7</inkml:trace>
  <inkml:trace contextRef="#ctx0" brushRef="#br1" timeOffset="-30930.148">15403 7887,'-3'18,"3"13,2 5,8 2,3-6</inkml:trace>
  <inkml:trace contextRef="#ctx0" brushRef="#br1" timeOffset="-30305.038">19400 4303,'0'16,"3"14,2 12,7 9,7 8,4 7,6 5,1 0,-3-11</inkml:trace>
  <inkml:trace contextRef="#ctx0" brushRef="#br1" timeOffset="-30123.641">19641 5601,'4'18,"2"13,2 7,2 5,2 2,0 0,-1-1,0 1,-2 0,-3-8</inkml:trace>
  <inkml:trace contextRef="#ctx0" brushRef="#br1" timeOffset="-29958.628">19628 6496,'-3'16,"-2"12,-1 8,1 7,0 5,5 4,4 0,3-3,1-9</inkml:trace>
  <inkml:trace contextRef="#ctx0" brushRef="#br1" timeOffset="-29793.966">19694 7472,'-4'18,"-5"11,0 7,2 4,3 2,6-1,2-8</inkml:trace>
  <inkml:trace contextRef="#ctx0" brushRef="#br1" timeOffset="-27780.653">7702 6483,'-8'-1,"0"0,0 1,0 0,0 0,0 1,0 0,0 0,0 1,0 0,0 1,0-1,1 1,-1 1,1 0,0 0,0 0,1 1,-1 0,1 0,0 0,0 1,1 0,-1 0,1 1,1 0,-1-1,1 1,1 1,-1-1,0 3,-3 8,0 1,1-1,1 1,1 0,1 0,1 0,0 1,1-1,1 1,1-1,1 0,1 1,0-1,6 18,-7-31,0-1,0 1,0 0,0 0,1-1,0 0,0 1,1-1,-1 0,1-1,0 1,1-1,-1 1,1-1,-1 0,1-1,1 1,-1-1,0 0,1-1,-1 1,1-1,0 0,0 0,0-1,0 0,0 0,0 0,0-1,0 0,0 0,0 0,0-1,2 0,4-6,0 1,0-2,-1 0,0 0,-1-1,1 0,-2-1,0 0,0 0,0-1,-2 0,1-1,-1 0,-1 0,0 0,-1-1,0 0,-1 0,-1 0,0 0,0-4,1-3,0-1,-2 1,0-1,-1 1,-2-1,0 0,-1 1,-1-1,0 1,-4-9,4 18,0 0,-1 1,0 0,-1-1,0 1,-1 1,1-1,-2 1,0 0,0 0,0 1,-1 0,0 0,-1 1,0 0,0 0,0 1,-1 1,-9-5,13 8,1-1,-1 2,0-1,0 1,0 0,0 0,0 1,0-1,0 1,0 1,0-1,0 1,0 0,0 0,0 1,0 0,0 0,1 0,-1 1,1 0,0 0,-1 0,2 1,-1-1,0 1,1 0,-1 1,0 0,-3 4,1 1,0-1,0 1,1 1,0-1,1 1,0 0,0 1,1-1,1 1,0 0,1-1,-1 12,2-13,0-1,1 1,1-1,-1 1,2-1,-1 0,1 1,0-1,1 0,0 0,1 0,0-1,0 1,1-1,0 0,0 0,1-1,0 1,0-1,1 0,0-1,0 0,0 0,1 0,0-1,8 4,48 15,-1-10</inkml:trace>
  <inkml:trace contextRef="#ctx0" brushRef="#br1" timeOffset="-27378.131">8037 6522,'-5'4,"-1"-1,2 1,-1 0,0 0,1 1,0-1,0 1,0 0,0 0,1 0,0 1,0-1,0 1,1-1,0 1,0 0,0 0,1 0,-1 4,-2 5,0 0,0 0,2 0,0 1,0-1,2 1,0-1,0 1,2-1,0 1,0-1,2 0,0 0,1 0,0 0,1-1,0 0,2 0,-1-1,6 7,-9-16,-1 0,1-1,1 1,-1 0,0-1,1 0,-1 0,1-1,0 1,0-1,0 0,0 0,1-1,-1 1,0-1,1 0,-1-1,1 1,-1-1,1 0,-1-1,1 1,-1-1,1 0,-1-1,0 1,0-1,0 0,0 0,0 0,0-1,0 0,3-3,6-6,0-1,-2 0,1-1,-2-1,0 0,-1 0,0-1,-1 0,-1-1,0 0,-2 0,0-1,-1 1,0-1,-2-1,0 1,-1 0,-1-1,0 1,-3-18,-2-10,0 46,-5 94,8-77,2 1,0-1,1 0,1 1,0-1,1 0,5 12,-6-22,-1-1,1 0,0 0,1 0,0 0,-1-1,2 0,-1 1,1-1,-1-1,2 1,-1-1,0 0,1 0,-1 0,1-1,0 0,1 0,-1 0,0-1,4 1,38 3,-3-9</inkml:trace>
  <inkml:trace contextRef="#ctx0" brushRef="#br1" timeOffset="-27130.799">8799 6550,'-7'18,"-2"15,0 11,2 8,2 0,2 0,4-5,1-7,1-13,0-13</inkml:trace>
  <inkml:trace contextRef="#ctx0" brushRef="#br1" timeOffset="-26961.25">8545 6483,'-18'-16,"-9"-8,4 1,13 2,23 2,30 1,30 3,27 1,20-2,-11 2</inkml:trace>
  <inkml:trace contextRef="#ctx0" brushRef="#br1" timeOffset="-24685.589">9400 7419,'6'3,"0"0,0 0,1 0,-1-1,1 0,0 0,-1 0,1-1,0 0,0-1,0 1,0-1,5-1,-2 1,82-1,-1-4,29-9,-15 3,598-32,-329 25,121 7,-390 35,-104-24,0 0,0 0,0 0,0 0,1 0,-1 0,0 0,0 0,0-1,0 1,0 0,0-1,0 1,0-1,0 1,0-1,0 0,-1 1,1-1,0 0,0 0,0 1,-1-1,1 0,0 0,-1 0,1 0,-1 0,1 0,-1 0,0 0,1 0,-1 0,0 0,0 0,1 0,-1 0,0-1,0 1,-1-1,-4-48,5 46,-50-272,39 214,3-1,2 0,3-56,-4-88,-3-44,-11 82,20 164</inkml:trace>
  <inkml:trace contextRef="#ctx0" brushRef="#br1" timeOffset="-22693.106">11513 2539,'0'0,"0"1,0 0,0 0,0-1,0 1,0 0,0 0,0-1,1 1,-1 0,0 0,0-1,1 1,-1 0,0-1,1 1,-1 0,1-1,-1 1,1-1,-1 1,1-1,-1 1,1-1,-1 1,1-1,0 1,-1-1,1 0,0 1,0-1,-1 0,1 0,0 0,-1 1,2-1,-18-2,15 2,-1 0,1 1,0-1,-1 0,1 0,0 1,-1-1,1 1,0-1,0 1,-1-1,1 1,0 0,0 0,0 0,0-1,0 1,0 0,0 0,0 0,1 0,-1 1,0-1,1 0,-1 0,0 0,1 1,-1-1,1 0,0 1,0-1,-1 0,1 1,0-1,0 0,0 1,0-1,0 0,1 1,-1-1,0 0,0 1,1-1,-1 0,1 0,0 0,-1 1,1-1,0 0,-1 0,1 0,0 0,0 0,0 0,0 0,0 0,0 0,1 0,0 0,-1 0,1-1,0 1,0 0,0-1,-1 1,1-1,0 1,0-1,0 0,0 0,0 0,0 0,0 0,0 0,0-1,0 1,-1-1,1 1,0-1,0 0,0 0,-1 1,1-1,0 0,-1-1,1 1,-1 0,1 0,-1-1,0 1,0-1,1 1,-1-1,0 1,0-1,0 0,-1 1,1-1,0 0,-1 0,1 0,0-1,-2 2,0 0,1 0,-1 0,0-1,0 1,0 0,0 0,0 1,0-1,0 0,0 0,0 0,0 1,-1-1,1 1,0-1,0 1,-1-1,1 1,0-1,-1 1,1 0,0 0,-1 0,1 0,0 0,-1 0,1 0,0 0,-1 1,1-1,0 1,0-1,-1 1,1-1,0 1,0-1,0 1,-1 0,1 0,0 0,0-1,0 1,0 0,1 0,-1 1,0-1,0 0,1 0,-1 0,0 0,0 2,3-2,-1 1,1 0,-1-1,1 1,0-1,0 0,0 0,-1 1,1-1,0 0,0 0,0-1,1 1,-1 0,0-1,0 1,0-1,0 0,1 0,-1 0,0 0,0 0,0 0,1-1,-2 1,0 0,-1-1,1 1,0-1,0 1,0-1,0 1,-1-1,1 0,0 1,-1-1,1 0,0 0,-1 1,1-1,-1 0,1 0,-1 0,0 0,1 0,-1 1,0-1,1 0,-1 0,0 0,0 0,0 0,0 0,0 0,0 0,0 0,9-24,-4 21,1 1,0 0,0 0,0 0,1 1,-1 0,0 0,1 0,-1 1,1 0,0 1,1-1,6 0,32-7,-1 3,1 2,0 2,0 2,0 2,0 2,-1 2,0 2,0 2,-1 1,0 3,-1 2,-1 1,-1 2,0 2,-2 2,0 2,-21-11,0 2,-2 0,0 0,0 1,-2 1,-1 1,0 0,-1 1,-1 0,-1 1,-1 0,-1 0,-1 1,-1 0,-1 0,-1 1,-1-1,-1 1,-1 5,-2 22,-3 1,-1 0,-3-1,-3 0,-1-1,-3 0,-1-1,-3 0,-2-2,-16 26,6-20,-2-2,-2-1,-2-1,-2-3,-2-1,-2-1,-2-3,-2-2,-2-2,-10 5,-81 46,-4-6,-3-6,-24 3,1-5,23-11,-81 51,208-105,1 2,0 0,0 1,2 0,-1 2,1 0,1 1,1 1,0 0,1 1,1 1,0 0,2 1,0 0,1 1,1 0,0 0,2 1,-1 4,4 17,1 0,2-1,2 1,2-1,2 1,1-1,10 32,-5-12,2 12,10 57,28 85,-45-195,0 0,2 0,0-1,1 0,1-1,0 0,1 0,2-1,-1-1,2 0,0-1,1 0,1-1,0-1,0 0,9 3,18 7,0-3,2-1,0-3,1-1,1-2,7-1,-41-13,-29-11,4 4</inkml:trace>
  <inkml:trace contextRef="#ctx0" brushRef="#br1" timeOffset="-22357.002">11112 5948,'-3'1,"0"0,0-1,0 1,0 0,0 1,0-1,1 0,-1 1,0 0,1 0,-1-1,1 1,0 1,-1-1,1 0,0 1,0-1,1 1,-1-1,1 1,-1 0,1 0,0-1,0 1,0 0,0 0,0 0,1 0,-1 1,1-1,0 0,0 0,0 0,1 0,-1 0,1 0,-1 0,1 0,0 0,0 0,0 0,1 0,-1-1,1 2,10 10,1 0,0-1,1 0,0-1,1-1,0 0,1-1,0-1,6 2,17 13,-7-5,0 2,-1 1,-1 2,-2 0,3 5,-24-21,1 0,-1 0,-1 1,0 0,0 0,0 0,-1 1,-1 0,0 0,0 0,-1 0,0 1,-1-1,0 1,0 0,-2 0,1 0,-1-1,-1 1,0 2,-3 2,0-1,-2 1,0-1,0 0,-1-1,-1 0,0 0,-1 0,0-1,-1-1,0 1,-1-1,0-1,-1 0,0-1,-1 0,1-1,-2-1,1 0,-1 0,-1-1,-17 7</inkml:trace>
  <inkml:trace contextRef="#ctx0" brushRef="#br1" timeOffset="-21499.788">11552 6028,'7'-8,"139"11,322-6,76-26,-168 7,719-13,-1008 37,-86-2,-1 0,1 0,-1 0,1-1,-1 1,1 0,-1 0,1 0,-1 0,1 0,-1 0,1 0,-1 0,1 1,-1-1,1 0,-1 0,0 0,1 0,-1 1,1-1,-1 0,1 0,-1 1,0-1,1 0,-1 1,0-1,1 0,-1 1,0-1,1 1,-1-1,0 0,0 1,1-1,-1 1,0-1,0 1,0-1,0 1,0-1,0 1,0-1,0 1,0-1,0 1,0-1,0 1,0 0,-8 7</inkml:trace>
  <inkml:trace contextRef="#ctx0" brushRef="#br1" timeOffset="-20656.113">12636 6563,'119'-186,"-95"141,-24 45,0 1,0-1,-1 0,1 0,0 1,0-1,0 0,0 0,0 1,0-1,-1 0,1 0,0 1,0-1,0 0,0 1,0-1,0 0,0 0,0 1,0-1,0 0,0 0,1 1,-1-1,0 0,0 0,0 1,0-1,0 0,0 0,1 1,-1-1,0 0,0 0,0 0,1 1,-1-1,0 0,0 0,0 0,1 0,-1 1,0-1,0 0,1 0,-1 0,0 0,1 0,-1 0,0 0,0 0,1 0,-1 0,0 0,1 0,-1 0,0 0,0 0,1 0,-1 0,0 0,-12 206,18 251,-5-449,-7 86,5-91,0 0,-1 1,1-1,0 0,-1 0,1-1,-1 1,0 0,0 0,0-1,-1 1,1-1,0 0,-1 0,0 0,1 0,-1 0,0 0,0-1,0 1,0-1,0 0,-1 0,1 0,0 0,-2 0,1 0,1-1,-1 1,1 0,-1-1,1 0,-1 0,1 0,-1 0,0-1,1 1,-1-1,1 0,-1 0,1 0,0 0,-1-1,1 1,0-1,0 0,0 0,0 0,0 0,1-1,-1 1,-1-3,4 4,1-1,-1 1,1-1,-1 1,1-1,-1 1,1-1,0 1,0 0,0-1,0 1,0 0,0 0,0 0,0 0,0 0,0 0,1 0,-1 0,0 0,1 0,-1 1,1-1,-1 1,1-1,-1 1,1-1,-1 1,1 0,-1 0,1 0,0 0,1 0,198-18,-147 16,292-2,-315 7,-10 0</inkml:trace>
  <inkml:trace contextRef="#ctx0" brushRef="#br1" timeOffset="-18860.508">14026 5975,'30'-12,"-28"12,297-1,264 39,-418-36,-111 6,-46-4,-204 2,6 3,293-20,472-20,-523 28,-47-2,-254 0,360 6,-68-1</inkml:trace>
  <inkml:trace contextRef="#ctx0" brushRef="#br1" timeOffset="-15959.956">15069 2672,'-1'1,"-1"-1,1 1,-1 0,1-1,0 1,0 0,-1 0,1 0,0 0,0 0,0 0,0 0,0 0,0 1,0-1,0 0,1 1,-1-1,0 0,1 1,-1-1,1 1,0-1,-1 1,1-1,0 1,0-1,0 1,0 0,0-1,0 1,0-1,1 1,-1-1,0 1,1-1,0 1,-1-1,1 0,0 1,-1-1,1 0,0 0,0 1,0-1,0 0,0 0,1 0,-1 0,0 0,0 0,1-1,-1 1,0 0,1-1,-1 1,1-1,-1 1,1-1,-1 1,1-1,-1 0,2 0,-2 0,1 0,0 1,-1-1,1-1,-1 1,1 0,0 0,-1 0,1-1,0 1,-1-1,1 0,-1 1,1-1,-1 0,0 0,1 0,-1 0,0 0,1 0,-1 0,0 0,0 0,0-1,0 1,0 0,0-1,-1 1,1-1,0 1,-1-1,1 1,-1-1,1 0,-1 1,0-1,0 1,0-1,1 0,-2 1,1-1,0 0,0 1,0-1,-1 0,1 1,-1-1,0 1,1-1,-1 1,0-1,0 1,0 0,0-1,-2 0,0 0,0 0,0 0,0 0,0 1,0 0,-1-1,1 1,0 0,-1 1,1-1,-1 1,1-1,-1 1,1 0,-1 0,1 1,-1-1,1 1,0 0,-1 0,1 0,0 0,-1 0,1 1,0-1,0 1,0 0,0 0,1 0,-1 0,0 1,1-1,-1 1,1 0,0-1,0 1,0 0,1 0,-1 0,0 1,1-1,-1 3,2-4,0 0,0-1,0 1,0 0,0 0,0 0,0 0,1 0,-1-1,1 1,-1 0,1 0,0-1,0 1,0 0,0-1,0 1,0-1,0 1,0-1,0 0,1 1,-1-1,1 0,-1 0,1 0,-1 0,1 0,0 0,-1-1,1 1,0 0,1 0,63 8,-4-31,-61 21,0 0,0 0,1 0,-1 1,0-1,0-1,0 1,0 0,0 0,0 0,0 0,-1-1,1 1,0 0,-1-1,1 1,-1 0,1-1,-1 1,0-1,1 1,-1-1,0 1,0-1,0 1,0-1,0 1,-1-1,1 1,0 0,-1-1,1 1,-1-1,1 1,-1 0,0-1,0 1,1 0,-1 0,0-1,0 1,0 0,-2-2,1 1,-1-1,1 1,-1 0,0 0,0 0,0 0,0 0,0 1,0-1,0 1,-1 0,1 0,-1 0,1 0,0 1,-1-1,1 1,-1 0,1 0,-1 0,1 1,-1-1,1 1,-1 0,1 0,0 0,-1 0,1 1,0-1,0 1,-2 1,4-1,1 0,0 0,0-1,0 1,0 0,0 0,0 0,1-1,-1 1,1 0,-1 0,1-1,-1 1,1 0,0-1,0 1,0-1,0 1,0-1,0 1,0-1,1 0,-1 1,0-1,1 0,-1 0,1 0,-1 0,1 0,0 0,-1-1,1 1,0-1,0 1,-1-1,1 1,0-1,0 0,0 0,-1 0,1 0,1 0,66 5,-78-6,8 1,0-1,1 1,-1-1,0 1,0-1,0 1,0 0,0 0,1-1,-1 1,0 0,0 0,0 0,0 0,0 0,0 0,0 0,0 0,0 0,0 1,1-1,-1 0,0 1,0-1,0 0,0 1,1-1,-1 1,0-1,0 1,1 0,-1-1,0 1,1 0,-1-1,1 1,-1 0,1 0,-1 0,1-1,-1 1,1 0,0 0,0 0,-1 0,1 0,0 0,0 0,0-1,0 1,0 0,0 0,0 0,0 0,1 0,4 12,1-1,1 0,0 0,0-1,1 0,1 0,0-1,0 0,1-1,1 0,-1 0,1-1,3 1,475 333,-152-115,-289-194,-1 3,-2 2,-1 1,-2 3,-2 1,-2 2,-2 1,10 21,-4 1,-3 2,-4 2,-2 0,-4 3,-3 0,-4 2,-2 0,2 40,-14-51,-4 0,-2 0,-3 0,-3 0,-3 0,-3-1,-15 55,6-37,-4-1,-4 0,-3-2,-38 71,19-62,-4-2,-4-3,-34 37,48-75,-3-2,-1-2,-2-2,-1-2,-47 25,15-41,61-19,-16 5,34-11,2-1</inkml:trace>
  <inkml:trace contextRef="#ctx0" brushRef="#br1" timeOffset="-14092.868">15376 5867,'24'324,"-22"-306,39 599,-39-517,-4 0,-5 0,-4 2,6-81,1-34,-12-380,-9 127,-48-202,69 446,11 49,40 249,-11 3,-8 90,-16-147,18 68,-21-207,-21-93,-2-21,2-1,1 0,2 0,1-1,1 0,2-1,1-5,-7-152,11 182,1 29,-1 110,-1-46,3 0,9 40,7-58,-16-65,-1-1,1 0,-1 0,1 0,-1 0,1-1,-1 1,1 0,-1 0,1-1,-1 1,1-1,-1 0,0 1,1-1,-1 0,0 0,1 0,-1 0,0 0,0 0,0 0,0 0,0 0,0-1,0 0,4-3,8-6,0 0,0 1,1 1,0 0,1 1,0 0,0 1,1 1,0 0,0 1,0 1,1 1,9-1,192-14,95-2,96 14,-221 6,647-27,-353 12,128 3,-313-1,-163-7,22 13,-109 8,-77-11,4 1</inkml:trace>
  <inkml:trace contextRef="#ctx0" brushRef="#br1" timeOffset="-13181.049">15857 6001,'-5'26,"-2"0,-1 0,-1-1,-1 0,-1-1,-2 0,0 0,-1-2,-1 0,-4 3,-90 78,108-103,1 0,-1 0,1 0,0 0,-1 0,1 1,-1-1,1 0,-1 0,1 0,-1 0,1 0,0 1,-1-1,1 0,-1 0,1 1,0-1,-1 0,1 1,0-1,-1 0,1 1,0-1,-1 0,1 1,0-1,0 1,0-1,-1 0,1 1,0-1,0 1,0-1,0 1,0-1,0 1,0-1,0 1,0-1,0 0,0 1,0-1,0 1,0-1,0 1,1-1,-1 1,0-1,0 0,1 1,-1-1,0 1,0-1,1 0,-1 1,0-1,1 0,-1 0,0 1,1-1,-1 0,1 0,-1 1,0-1,1 0,-1 0,1 0,0 1,38-1,-26-1,316 23,-192-22,-136 1,0-1,0 0,0 1,0-1,0 0,0 0,0 0,0 0,0 0,0 0,0 0,0 0,0 0,0 0,0-1,-1 1,1 0,0-1,0 1,0-1,0 1,0-1,0 1,0-1,-1 0,1 1,0-1,-1 0,1 0,0 1,-1-1,1 0,-1 0,1 0,-1 0,1 0,-1 0,0 0,0 0,1 0,-1 0,0 0,0 0,0 0,0 0,0 0,0 0,0 0,-1 0,1 0,0 0,0 0,-1 0,1 0,-1 0,1 1,-1-1,1 0,-1 0,1 0,-2 0,-9-15,-1 2,-1-1,-1 1,0 1,-1 1,0 0,-9-5,15 10,-154-99,161 105,1 1,1-1,-1 1,1 0,-1 0,0 0,1 0,-1 0,1-1,-1 1,1 0,-1 0,1-1,-1 1,1 0,-1-1,1 1,0 0,-1-1,1 1,0-1,-1 1,1-1,0 1,-1-1,1 1,0-1,0 1,-1-1,1 1,0-1,0 1,0-1,0 0,0 1,0-1,0 1,0-1,0 1,0-1,0 0,0 1,1-1,-1 0,11-2</inkml:trace>
  <inkml:trace contextRef="#ctx0" brushRef="#br1" timeOffset="-11706.753">19360 2914,'23'3,"159"18,-2 9,32 16,-164-33,-1 1,-1 3,0 2,5 5,-35-16,-1 1,1 0,-2 1,0 1,0 0,-1 1,0 0,-1 1,-1 0,0 1,0 1,-2-1,3 6,-6-6,-1 0,0 0,-1 0,-1 1,0-1,-1 1,-1 0,0-1,-1 1,0 0,-1 0,-1-1,0 1,-2 0,-1 4,-7 23,-3-1,-1 0,-2-1,-15 22,-1 6,-4-2,-3-1,-2-3,-3-1,-2-2,-4-3,-1-1,-3-3,-2-3,-2-2,-49 27,-7-16,-3-5,-2-5,-2-6,-27 2,-32 12,-68 36,215-78,1 2,0 2,2 1,-18 13,40-25,1 0,-1 2,1-1,1 1,0 0,0 1,1 0,0 0,0 0,1 1,1 0,0 1,0-1,1 1,-2 8,4-3,0-1,1 0,0 0,1 1,1-1,1 0,0 0,1 0,1 0,0 0,2 0,4 11,14 24,2 0,2-2,4 0,-12-16,222 365,-220-362,2-1,0-1,3-1,0-2,2 0,2-2,0-1,2-2,1-1,1-2,22 11,70-2,-122-30,-18-6,1-6,0-1</inkml:trace>
  <inkml:trace contextRef="#ctx0" brushRef="#br1" timeOffset="-11405.045">19093 5921,'-3'2,"1"0,-1 0,1 0,0 0,-1 0,1 1,0-1,0 1,0-1,1 1,-1 0,1 0,-1-1,1 1,0 0,0 0,0 1,1-1,-1 0,1 0,0 0,0 0,0 1,0-1,0 0,1 0,-1 0,1 0,0 0,0 1,6 10,2-1,-1 0,1-1,1 0,0 0,1-1,0-1,1 0,0 0,1-1,0 0,16 14,-27-22,16 11,-1 0,-1 1,0 1,-1 0,0 2,-1-1,-1 2,0 0,-2 0,1 1,-2 1,-1-1,0 2,-1 2,-7-15,0 0,-1 0,0-1,0 1,-1 0,1 0,-2 0,1-1,-1 1,0-1,0 1,-1-1,0 0,0 0,0 0,-1 0,0 0,0-1,0 0,-1 0,0 0,0 0,-2 1,-16 13,-1-1,-1-2,-1 0,-19 8,39-21,-94 50,63-33</inkml:trace>
  <inkml:trace contextRef="#ctx0" brushRef="#br1" timeOffset="-7466.328">19240 7352,'49'7,"1"-2,0-3,30-2,-32 0,-32 0,-1 1,1-1,-1 0,0-2,1 1,-1-2,0 0,0-1,10-3,-21 3,0 0,0 1,0-1,0-1,-1 1,0-1,0 1,0-1,0 0,-1 0,0 0,0 0,0 0,0-1,-1 1,0-1,0 1,-1-1,1 1,-1-1,0 1,-1-1,1 0,-1 1,-2-5,3-13,-22-744,-10 347,29 228,3 189,1 1,0 0,0 0,0 0,0-1,0 1,1 0,-1 1,0-1,1 0,0 0,-1 1,1-1,0 1,0-1,0 1,0 0,0-1,0 1,0 0,0 0,0 1,1-1,-1 0,0 1,0 0,1-1,-1 1,1 0,-1 0,0 0,1 0,-1 1,0-1,0 1,1-1,-1 1,9-1,598 1,-350-2,537 16,-566 8,-209-15,-37-2,-56-3,0-3,-59-8,62 3,-213-19,36 3,-24 10,-89 2,54 6,108-23,195 26,0 0,0 1,0-1,0 0,0 1,0 0,0-1,1 1,-1 0,0 0,0 0,1 0,-1 1,1-1,-1 0,1 1,0-1,-1 1,1-1,0 1,0-1,0 1,0 0,0 0,0-1,1 1,-1 0,1 0,-1 0,1 0,0 0,-4 68,5-53,-1 80,-2-26,2 0,4 0,3-1,3 1,3-2,7 16,17 19,-21-65,-2 0,-2 1,-2 1,-1 0,2 30,-11-29,-1 0,-2 1,-2-1,-6 18,-1 15,10-63,1 0,1 0,0 1,0-1,1 0,1 0,0 0,1 0,0 0,1 0,0-1,1 1,0-1,2 2,-7-13,0 0,0 0,0-1,1 1,-1 0,0 0,0 0,0-1,1 1,-1 0,0 0,0 0,1 0,-1-1,0 1,0 0,1 0,-1 0,0 0,1 0,-1 0,0 0,0 0,1 0,-1 0,0 0,0 0,1 0,-1 0,0 0,1 0,-1 0,0 0,0 0,1 1,-1-1,0 0,0 0,1 0,-1 0,0 1,0-1,0 0,1 0,-1 0,0 1,0-1,0 0,0 0,1 1,-1-1,0 0,0 0,0 1,0-1,0 0,0 1,0-1,0 0,0 0,0 1,0-1,0 0,0 1,2-27,-2 25,-10-262,11 95,15-74,1-61,-15 273,-2-1,-2 1,-1-1,-1 1,-1 0,-6-16,-12 5,15 49,4 5,1 1,1-1,0 1,1-1,0 1,1-1,1 8,0 6,4 105,16 80,-9-126,-4 1,-4 1,-4-1,-3 0,-5 5,-6-5,-12 124,26-207,0-3,1 0,-1-1,0 1,1 0,-1 0,0 0,1 0,-1 0,0 0,0 0,0-1,0 1,0 0,0 0,0 0,0 0,-1 0,1 0,0 0,0 0,-1 0,1-1,-1 1,1 0,-1 0,1 0,-1-1,1 1,-1 0,1-1,-1 1,0 0,0-1,1 1,-1-1,0 1,0-1,0 1,1-1,-1 0,0 1,0-1,0 0,0 0,0 0,0 0,0 0,0 0,0 0,1 0,-1 0,0 0,0 0,0 0,-1-1,-140-56,45 43,-1 5,0 3,-1 5,1 5,0 3,-30 10,126-17,-599 38,337-16,-14 0,-40-11,251-12,1 3,-1 3,-4 3,-260 30,99-24,13 11,38-9,-64-9,-1-2,93 9,20-29,118 15,1 1</inkml:trace>
  <inkml:trace contextRef="#ctx0" brushRef="#br0" timeOffset="8939.309">11660 8541,'-3'0,"0"3,1 6,-1 15,4 15,3 21,4 19,4 20,3 20,4 15,0 12,0 6,-4 0,-4-4,-5-7,-2-16,-3-28</inkml:trace>
  <inkml:trace contextRef="#ctx0" brushRef="#br0" timeOffset="11293.43">11807 9316,'486'-27,"-201"1,-195 13,0 4,31 4,292 13,196-54,564 0,-312 26,-182 4,-399 7,46-16,819-32,-425 14,-290 29,-186 15,-200 8,-44-9,0 1,0-1,0 1,0-1,0 1,0 0,0-1,0 1,0-1,-1 1,1-1,0 1,0-1,0 1,-1-1,1 1,0-1,-1 1,1-1,0 1,-1-1,1 0,0 1,-1-1,1 0,-1 1,1-1,-1 0,1 1,-1-1,1 0,-1 0,1 0,-1 0,1 1,-1-1,1 0,-1 0,1 0,-1 0,0 0,1 0,-1 0,1 0,-1-1,1 1,-1 0,1 0,-1 0,1 0,-1-1,1 1,-1 0,1-1,-8 0</inkml:trace>
  <inkml:trace contextRef="#ctx0" brushRef="#br0" timeOffset="12207.268">19266 8795,'105'19,"-69"-14,0 1,0 2,-1 2,0 1,-1 1,0 2,-1 2,0 1,-2 1,0 2,-1 1,13 13,-41-33,-1 0,1-1,-1 1,0 0,0 0,1 0,-1 0,0 0,0 1,0-1,0 0,0 1,0-1,0 0,-1 1,1-1,0 1,-1-1,1 1,-1-1,0 1,1-1,-1 1,0 0,0-1,0 1,0-1,0 1,0 0,-1-1,1 1,0-1,-1 1,1-1,-1 1,0-1,0 1,1-1,-1 0,0 1,0-1,-1 1,-104 19,34 0,1 3,2 3,1 4,1 2,-36 25,39-20</inkml:trace>
  <inkml:trace contextRef="#ctx0" brushRef="#br0" timeOffset="13507.189">12301 9036,'-54'34,"-247"130,246-121,56-42,-1 0,1 0,-1 0,1 0,-1 0,1 0,-1 0,1 0,0 0,0 0,-1 0,1-1,0 1,0 0,0-1,0 1,0 0,0-1,0 1,0-1,0 0,0 1,0-1,0 0,0 0,0 0,1 1,-1-1,0 0,0-1,0 1,0 0,0 0,0 0,0-1,0 1,1-1,0 1,54-1,-42 0,0 0,0 0,0 2,0-1,-1 2,1 0,0 1,-1 0,1 1,-1 0,11 6,90 63,-113-72,0 0,-1 0,1-1,0 1,-1 0,1-1,0 1,0-1,0 1,0-1,0 1,0-1,-1 1,1-1,0 0,0 0,0 0,0 1,0-1,0 0,0 0,0 0,0 0,0-1,0 1,0 0,0 0,0 0,0-1,0 1,0-1,0 1,0-1,0 1,-1-1,1 1,0-1,0 0,-1 1,1-1,0 0,-1 0,1 1,0-1,-1 0,0 0,1 0,-1 0,1 0,1-16,0 0,-1 1,-1-1,-1 0,0 1,-1-1,-1 1,-1-2,-36-196,38 163,6 34</inkml:trace>
  <inkml:trace contextRef="#ctx0" brushRef="#br0" timeOffset="14495.242">19828 8408,'10'33,"-2"72,4-1,9 19,27 96,-5-34,-9 1,-3 43,-19 143,-9-319,2-15</inkml:trace>
  <inkml:trace contextRef="#ctx0" brushRef="#br0" timeOffset="15357.786">13411 10132,'0'-2,"0"1,0 10,0 15,0 15,-2 16,-1 16,0 8,-2 7,1 1,0-4,1-9,1-12,1-12,1-20,0-14</inkml:trace>
  <inkml:trace contextRef="#ctx0" brushRef="#br0" timeOffset="15627.063">12889 10065,'-18'0,"-8"0,0 3,6-1,13 4,15 1,20 1,24-4,21-5,21-6,17-8,10-2,3 1,-4 3,-13 9,-18 9,-24 4</inkml:trace>
  <inkml:trace contextRef="#ctx0" brushRef="#br0" timeOffset="16102.801">13692 10694,'-11'13,"1"0,1 1,0 1,1-1,1 1,0 1,1-1,0 1,2 0,0 0,0 1,2-1,-1 17,3-28,0-1,1 1,0 0,0-1,0 1,1-1,-1 0,1 1,0-1,0 0,1 0,-1 0,1-1,0 1,0 0,0-1,0 0,1 0,-1 0,1 0,0 0,0-1,0 0,0 0,0 0,1 0,-1-1,1 1,-1-1,1 0,5 1,0 0,0-1,0-1,-1 1,1-2,0 1,0-1,0-1,0 1,-1-2,1 0,-1 0,8-3,-12 3,1 1,0-1,-1 0,0-1,0 1,0-1,0 0,0 0,-1-1,1 1,-1-1,-1 0,1 0,-1 0,0-1,0 1,0-1,-1 1,1-1,-2 0,1 0,-1 0,1 0,-2-1,1 1,-1 0,0 0,0-1,0 1,-1 0,0 0,-1 0,1 0,-1 0,0 0,-1-2,-2-1,0 1,0-1,-1 1,0 0,-1 1,1-1,-2 1,1 0,-1 1,1 0,-2 0,1 1,-1 0,0 0,0 1,0 0,0 1,-1 0,1 0,-1 1,0 0,0 1,0 0,0 1,0 0,0 0,0 1,0 0,0 1,1 0,-1 1,0 0,1 0,0 1,0 0,0 1,0 0,1 0,0 1,0 0,0 1,1-1,-5 6,9-9,1 0,-1 0,1 0,0 0,0 0,0 0,0 1,1-1,-1 0,1 1,0 0,0-1,0 1,0 0,1-1,0 1,-1 0,1 0,1-1,-1 1,0 0,1 0,0-1,0 1,0 0,0-1,1 1,-1-1,1 0,0 1,0-1,0 0,0 0,1 0,-1 0,1-1,2 3,9 2,0-1,0 0,0-1,1-1,0 0,-1-1,2-1,-1 0,0-1,0-1,0 0,1-1,-1 0,5-2,42-5</inkml:trace>
  <inkml:trace contextRef="#ctx0" brushRef="#br0" timeOffset="16491.842">14080 10747,'-1'0,"1"0,-1-1,0 1,1-1,-1 1,0 0,1 0,-1-1,0 1,0 0,1 0,-1 0,0 0,0 0,1 0,-1 0,0 0,1 0,-1 0,0 0,0 0,1 1,-1-1,0 0,1 0,-1 1,0-1,1 1,-1-1,0 0,1 1,-1-1,1 1,-1 0,1-1,-1 1,1-1,0 1,-1 0,1-1,0 1,-1 0,1-1,0 1,0 0,-16 34,15-30,1 0,-1 0,1 0,0 0,0 0,0 0,0 0,1 1,0-1,0 0,1-1,-1 1,1 0,0 0,0-1,1 1,-1-1,1 1,0-1,0 0,1 0,-1-1,1 1,0-1,0 1,0-1,0 0,1-1,5 5,1 0,1-1,-1-1,1 0,0-1,0 0,0 0,1-2,-1 1,13 0,-15-2,0-1,1 1,-1-2,0 1,1-1,-1-1,0 0,0 0,0-1,-1 0,1-1,-1 0,1-1,-1 0,-1 0,1-1,-1 0,0 0,0-1,0 0,-1-1,-1 1,1-1,-1-1,0 1,-1-1,0 0,2-7,-3 6,-1-1,0 0,-1 0,0-1,0 1,-2 0,1 0,-1-1,-1 1,0 0,-1-1,0 1,-3-8,5 19,0-1,1 1,-1-1,0 1,0 0,0-1,0 1,0-1,0 1,0-1,0 1,-1-1,1 1,0 0,0-1,0 1,0-1,-1 1,1 0,0-1,0 1,-1 0,1-1,0 1,0 0,-1-1,1 1,0 0,-1 0,1-1,-1 1,1 0,0 0,-1 0,1-1,-1 1,1 0,0 0,-1 0,1 0,-1 0,1 0,-1 0,1 0,0 0,-1 0,1 0,-1 0,1 0,-1 0,1 1,0-1,-1 0,1 0,-1 0,1 1,0-1,-1 0,1 0,0 1,-1-1,1 0,0 1,-1-1,-11 29,9-19,-1-1,2 1,-1 0,1 0,1 0,0 0,0 0,1 0,1 0,-1 0,2 1,-1-1,1-1,1 1,0 0,0 0,1-1,0 0,1 0,0 0,0 0,1-1,0 0,0 0,1-1,0 1,1-1,-1-1,1 0,1 0,-1 0,1-1,0 0,8 3,80 0,-52-14</inkml:trace>
  <inkml:trace contextRef="#ctx0" brushRef="#br0" timeOffset="16654.977">14975 10720,'-4'14,"-5"11,0 6,2 4,1 2,2-2,4-2,5-5,5-6,4-8,-1-10,-3-6</inkml:trace>
  <inkml:trace contextRef="#ctx0" brushRef="#br0" timeOffset="16836.492">14694 10546,'-13'-2,"-3"-1,8 0,18 1,22 0,20-1,16-3,13 0,9-1,-11 0</inkml:trace>
  <inkml:trace contextRef="#ctx0" brushRef="#br0" timeOffset="17161.624">15804 10333,'22'0,"20"0,14 0,8 0,5 0,-3 0,-9 0,-16 2,-14 1</inkml:trace>
  <inkml:trace contextRef="#ctx0" brushRef="#br0" timeOffset="17358.128">15911 10614,'16'7,"16"2,17-1,16-3,13-6,6-6,3-5,-13 0</inkml:trace>
  <inkml:trace contextRef="#ctx0" brushRef="#br0" timeOffset="17939.942">16820 10280,'-52'17,"56"-33,15 1,0 1,0 1,1 1,1 0,18-7,-32 16,-2 0,8-5,1 1,-1 1,1 0,1 1,-1 0,1 1,0 1,-1 0,1 1,12 0,-24 2,0 1,-1-1,1 1,0 0,-1 0,1 0,-1 0,1 1,-1-1,1 0,-1 1,0 0,0 0,0 0,0 0,0 0,0 0,0 0,-1 0,1 1,-1-1,1 1,-1-1,0 1,0-1,0 1,-1 0,10 79,-15-46,-1 0,-1-1,-2 0,-2 0,-1-1,-2 0,-1-2,-1 1,-2-2,-1 0,-2-1,-1-1,-1-1,-9 7,16-16,0-1,-1 0,-1-2,-1 0,0-1,-21 12,40-27,0-1,0 1,0-1,0 1,0 0,0-1,0 1,0 0,0-1,-1 1,1 0,0-1,0 1,0 0,-1-1,1 1,0 0,0 0,-1-1,1 1,0 0,-1 0,1 0,0-1,-1 1,1 0,0 0,-1 0,1 0,0 0,-1 0,1-1,-1 1,1 0,0 0,-1 0,1 0,0 1,-1-1,1 0,0 0,-1 0,1 0,-1 0,1 0,0 0,-1 1,1-1,0 0,0 0,-1 0,1 1,0-1,-1 0,1 1,0-1,0 0,0 0,-1 1,1-1,0 1,17-27,-3 10,1 1,0 1,1 0,1 2,0-1,1 2,0 0,0 2,1 0,6-1,-22 9,0 0,0 0,0 0,1 0,-1 1,0 0,0 0,1 0,-1 0,0 0,1 0,-1 1,0 0,0 0,0 0,1 0,-1 0,0 0,0 1,-1 0,1-1,0 1,0 0,-1 0,0 1,1-1,-1 0,0 1,0 0,0-1,0 1,-1 0,1 0,17 27,-15-22,0 0,1 0,0-1,0 0,1 0,-1 0,2-1,-1 0,1 0,0 0,2 0,5 0,0-1,0 0,1-1,0-1,0 0,0-1,0 0,0-1,0-1,0-1,0 0,0-1,0 0,0-1,0-1,10-4,-13 5,-1-1,0-1,1 1,-2-2,1 0,-1 0,0 0,0-2,0 1,-1-1,0 0,-1-1,0 0,0-1,-1 1,-1-1,1-1,-1 1,-1-1,0 0,0-3,7-40,-9 32</inkml:trace>
  <inkml:trace contextRef="#ctx0" brushRef="#br0" timeOffset="18247.585">18104 10025,'-9'16,"-6"14,-2 16,2 11,3 10,4 5,3-1,5-1,4-5,2-8,0-8,-1-11,-6-11,-5-16,-2-8</inkml:trace>
  <inkml:trace contextRef="#ctx0" brushRef="#br0" timeOffset="18514.678">17636 9972,'18'-7,"20"-4,21-1,19 0,15 2,9 2,1 3,-8 2,-15 6,-22 3</inkml:trace>
  <inkml:trace contextRef="#ctx0" brushRef="#br0" timeOffset="18694.197">18544 10372,'-4'21,"-4"15,-4 14,0 6,0 4,3 0,1-2,1-8,3-7,1-9,4-10,3-9,2-7</inkml:trace>
  <inkml:trace contextRef="#ctx0" brushRef="#br0" timeOffset="18891.671">18759 10440,'-7'16,"-2"14,-2 11,-2 11,3 4,1 1,4-4,2-5,1-10,2-8,2-9,1-9</inkml:trace>
  <inkml:trace contextRef="#ctx0" brushRef="#br0" timeOffset="19107.095">18825 10493,'5'18,"5"15,7 9,4 5,5 0,6-1,1-3,0-7,-1-10,-3-9,-8-7</inkml:trace>
  <inkml:trace contextRef="#ctx0" brushRef="#br0" timeOffset="19354.434">19199 10426,'-11'20,"-4"21,0 17,4 10,5 4,8 3,7-6,1-8,-1-13</inkml:trace>
  <inkml:trace contextRef="#ctx0" brushRef="#br0" timeOffset="38143.913">11606 8702,'28'881,"-29"-518,10-591,22-113,-8 129,-6-191,-25 291,2 87,6 25,-1 0,1 0,-1 0,0 0,1 0,-1 0,1 0,-1 0,1 0,-1 0,1 0,-1 0,0 0,1 1,-1-1,1 0,-1 0,1 1,-1-1,1 0,0 1,-1-1,1 1,-1-1,1 0,0 1,-1-1,1 1,0-1,0 1,-1-1,1 1,0-1,0 1,0-1,-1 1,1 0,0-1,0 1,0-1,0 1,0-1,0 1,0-1,0 1,1 0,-1-1,0 1,0-1,0 1,0-1,1 1,-11 63,3 0,3 1,2 6,2-45,12 469,-9-449,-2-1,-2 1,-2 0,-2 0,-2-1,-2 0,-2 0,-6 13,8-39,9-19,-1 0,1 0,0 0,-1 0,1 0,-1 0,1 0,0 1,-1-1,1 0,0-1,-1 1,1 0,0 0,-1 0,1 0,-1 0,1 0,0 0,0-1,-1 1,1 0,0 0,-1 0,1-1,0 1,-1 0,1 0,0-1,0 1,0 0,-1 0,1-1,0 1,0 0,0-1,0 1,0 0,-1-1,1 1,0-1,0 1,0 0,0-1,0 1,0 0,0-1,0 1,0 0,0-1,0 1,1 0,-1-1,0 1,0 0,0-1,0 1,1 0,-1-1,0 1,-2-217,-9 35,-8 1,-8 1,-17-41,4 9,39 203,3 26,11 115,-7 0,-7 68,-35 490,40-635,1-56,10-58,-5-36,-5 0,-4-13,-1 65,1-184,-9 0,-22-92,23 272,2 29,1 31,7 317,9 318,-8-586,-1-16</inkml:trace>
  <inkml:trace contextRef="#ctx0" brushRef="#br0" timeOffset="40223.82">19988 8809,'-4'-38,"3"15,-2 1,-1-1,0 1,-2 0,0 0,-2 0,8 22,0 1,0-1,-1 0,1 0,0 0,0 1,0-1,-1 0,1 0,0 0,0 0,0 0,-1 1,1-1,0 0,0 0,-1 0,1 0,0 0,0 0,-1 0,1 0,0 0,0 0,-1 0,1 0,0 0,0 0,-1 0,1 0,0 0,0 0,-1 0,1-1,0 1,0 0,-1 0,1 0,0 0,0 0,0-1,-1 1,1 0,0 0,0 0,0-1,0 1,0 0,-1 0,1-1,0 1,0 0,0 0,0-1,0 1,0 0,0 0,0-1,0 1,0 0,0 0,0-1,0 1,-4 25,2 77,4 1,5-1,4 1,2 38,-11-125,9 102,-5 0,-5 1,-5-1,-6 5,-24 11,26-116,7-18,1 0,0 0,-1 0,1 0,0 0,0 1,-1-1,1 0,0 0,-1 0,1 0,0 0,-1 0,1 0,0 0,-1 0,1 0,0 0,-1 0,1-1,0 1,-1 0,1 0,0 0,0 0,-1 0,1-1,0 1,-1 0,1 0,0 0,0-1,0 1,-1 0,1 0,0-1,0 1,0 0,0-1,-1 1,1 0,0 0,0-1,0 1,0 0,0-1,0 1,0 0,0-1,0 1,0 0,0-1,0 1,0 0,0-1,0 1,0 0,0-1,1 1,-1 0,0 0,0-1,0 1,0 0,1-1,-1 1,0 0,-1-31,1 0,1 0,2 0,1 0,1-1,-1 5,35-268,-2-208,-25 161,-8 303,0 27,-1 28,2 299,-43 604,38-858,11-51,1-28,0-16,-1-1,-2 0,-2 0,-1-1,-1 0,-1 9,25-227,-10-1,-12-103,-19-28,10 379,2 23,0 1051,0-690,8-339,-2-44,13-100,-16 79,14-259,-15-113,-2 261,6-294,-2 406,-28 257,5-2,10 0,10 17,16-22,-2-165,-15-59,1 0,0 0,-1 0,1 0,0 0,-1-1,1 1,0 0,-1 0,1 0,-1-1,1 1,0 0,-1 0,1-1,-1 1,1-1,-1 1,1 0,-1-1,1 1,-1-1,1 1,-1-1,0 0,1 1,-1-1,0 1,1-1,-1 0,0 1,0-1,0 1,0-1,0 0,1 1,-1-1,0 0,0 1,-1-1,1 0,0 1,0-1,0 0,11-47,-3-1,-1-1,-3 1,-2-5,0 17,10-215,-11-1,-15-71,-4 217,7 105,-6 88,15-65,-3 93,5 0,5 1,5-1,5-1,22 78,-19-82,-16-79</inkml:trace>
  <inkml:trace contextRef="#ctx0" brushRef="#br0" timeOffset="100847.114">1687 10306,'1'11,"0"1,1-1,1 1,-1-1,2 0,0 0,0 0,3 2,0 5,454 1021,-331-763,11-6,164 230,-6-70,-271-385,-10-12</inkml:trace>
  <inkml:trace contextRef="#ctx0" brushRef="#br0" timeOffset="101896.149">1700 10266,'-1'0,"0"-1,0 0,1 0,-1 1,0-1,0 1,0-1,0 1,0-1,0 1,0 0,0-1,0 1,0 0,0 0,0 0,-1 0,1 0,0 0,0 0,0 0,0 0,0 0,0 0,0 1,0-1,0 1,0-1,0 1,0-1,0 1,0-1,0 1,0 0,1-1,-1 1,0 0,0 0,1 0,-1-1,1 1,-1 0,0 0,1 0,0 0,-1 0,-3 17,0-1,1 1,1 0,0 0,2 0,1 18,-1 7,-18 238,13-270,4-37,0-131,4 78,-5-1,-2 1,-4 0,-16-65,6 90,14 50,13 22,14 5,0-1,1-1,1-1,0-1,2-1,0-2,1-1,1-1,0-1,1-1,30 6,-23-4,-11-4,-9-5,-1 1,0 1,-1 0,0 1,0 1,9 7,-23-14,1 0,-1 1,0-1,0 0,0 1,0-1,-1 1,1-1,-1 1,1-1,-1 1,0-1,0 1,0 0,0-1,-1 1,1-1,-1 1,1-1,-1 1,0-1,0 0,0 1,0-1,0 0,-1 0,1 1,-1-1,1 0,-1-1,0 1,0 0,0 0,0-1,0 1,0-1,0 0,-1 1,-53 52,-3-2,-2-3,-32 18,-16 13,78-56</inkml:trace>
  <inkml:trace contextRef="#ctx0" brushRef="#br0" timeOffset="103112.67">4066 12378,'-2'19,"-1"12,0 7,1 6,1 3,2 0,3 2,2 0,1-3,0-2,-1-1,-2-4,-2-6,-3-8,-3-10,-2-6</inkml:trace>
  <inkml:trace contextRef="#ctx0" brushRef="#br0" timeOffset="103543.315">3585 12298,'-4'4,"4"2,13 0,19-6,22-9,26-11,18-10,17-8,5-3,0 2,-10 6,-15 9,-19 5,-19 7,-20 8,-19 3,-12 3</inkml:trace>
  <inkml:trace contextRef="#ctx0" brushRef="#br0" timeOffset="109163.587">4213 14691,'15'-23,"-1"-1,-1 0,-2 0,0-1,-1-1,-2 1,0-2,-2 1,-1-1,-1 0,-2 0,0 0,-2 0,-1 0,-1 0,-3-15,-1 19,6 23,-1 0,1 0,-1 0,1 0,0-1,-1 1,1 0,0 0,-1 0,1 0,-1 0,1 0,0 0,-1 1,1-1,0 0,-1 0,1 0,0 0,-1 0,1 1,0-1,-1 0,1 0,0 0,-1 1,1-1,0 0,0 0,-1 1,1-1,0 0,0 1,0-1,-1 0,1 1,0-1,0 0,0 1,0-1,0 1,0-1,0 0,0 1,0-1,0 0,0 1,0-1,0 1,0-1,0 0,0 1,0-1,0 0,0 1,1-1,-1 0,0 1,0-1,0 0,1 1,-1-1,0 0,-5 72,3 1,3-1,4 5,-1-4,13 121,-12-169</inkml:trace>
  <inkml:trace contextRef="#ctx0" brushRef="#br0" timeOffset="107657.549">2903 14304,'0'18,"0"15,0 14,0 7,0 6,-2 3,-1-4,-2-2,0-5,0-5,2-8,1-6,-2-11,1-8</inkml:trace>
  <inkml:trace contextRef="#ctx0" brushRef="#br0" timeOffset="108286.863">2502 14250,'2'0,"6"0,5 0,8 0,12 0,13 0,13-2,15-1,10-2,10-3,1 0,-3 2,-10 1,-13 5,-16 1,-14 1,-10 0,-9 0</inkml:trace>
  <inkml:trace contextRef="#ctx0" brushRef="#br0" timeOffset="108655.254">3331 14504,'-2'0,"1"0,6 2,8 1,9 0,10-3,11-4,7-1,2 1,-3 0,-8 1,-11 6,-10 2</inkml:trace>
  <inkml:trace contextRef="#ctx0" brushRef="#br0" timeOffset="108905.241">3318 14758,'22'0,"20"-2,16-4,13-4,10-4,1 1,-2 1,-14 2</inkml:trace>
  <inkml:trace contextRef="#ctx0" brushRef="#br0" timeOffset="47661.317">14842 14102,'-2'-3,"0"-1,0 1,1-1,-1 0,1 0,0 1,0-1,1 0,-1 0,1 0,0 0,0 0,0 0,0 0,1 0,-1 0,1 0,0 0,0 0,1 0,-1 1,1-1,0 1,0-1,0 1,0-1,1 1,-1 0,1 0,0 0,0 1,0-1,1 0,9-5,0 0,0 1,0 0,1 1,0 0,1 2,-1-1,1 2,0 0,-1 1,2 0,-1 1,0 1,0 0,0 1,11 3,-21-4,-1 1,1 0,-1 0,1 0,-1 1,0-1,1 1,-1 0,0 0,0 1,-1-1,1 1,0 0,-1 0,0 0,1 1,-1-1,-1 1,1-1,0 1,-1 0,0 0,0 0,0 1,0-1,-1 0,0 1,1-1,-2 1,1-1,0 1,-1-1,0 1,0 0,-1-1,1 1,-1 1,-8 18,0 0,-2 0,0-1,-2-1,0 0,-2-1,0 0,-1-1,-1-1,-18 16,34-34,-61 63,29-32,3 1,0 2,2 0,-4 11,31-45,-1 1,1 0,-1-1,1 1,-1 0,1 0,0 0,0 0,0 0,0 1,1-1,-1 0,0 0,1 1,-1-1,1 0,0 1,0-1,0 0,0 0,0 1,1-1,-1 0,1 1,-1-1,1 0,0 0,0 0,0 0,0 0,0 0,1 0,-1 0,0 0,1 0,0 0,-1-1,1 1,0-1,0 1,0-1,0 0,0 0,0 0,0 0,0 0,0 0,0-1,1 1,19 4,0-1,1-1,0-1,-1-1,1 0,0-2,-1-1,14-3,-22 3,43-3,-1-2,0-3,0-2,43-16,-59 10,-16 2</inkml:trace>
  <inkml:trace contextRef="#ctx0" brushRef="#br0" timeOffset="46687.979">13318 13314,'23'-2,"25"-1,23 0,20 1,12 2,3 2,-10 3,-22 0</inkml:trace>
  <inkml:trace contextRef="#ctx0" brushRef="#br0" timeOffset="46968.222">13411 13581,'20'0,"26"0,27 0,26 0,21 0,11 0,-17 0</inkml:trace>
  <inkml:trace contextRef="#ctx0" brushRef="#br0" timeOffset="46969.222">14574 13448,'23'0,"23"2,22 1,20 0,18 1,9 1,1 1,-6 0,-10 1,-18 0,-22-2</inkml:trace>
  <inkml:trace contextRef="#ctx0" brushRef="#br0" timeOffset="47268.942">14962 13074,'4'-69,"4"0,2 0,3 1,15-39,5-36,-12 38,-19 87,-10 29,-7 26,1 1,2 0,-7 39,16-63,-23 109,7 1,2 24,6-18</inkml:trace>
  <inkml:trace contextRef="#ctx0" brushRef="#br0" timeOffset="45005.919">9614 13154,'4'6,"1"1,-1-1,1 0,1 0,-1-1,1 0,-1 0,2 0,-1 0,0-1,1 0,0 0,0-1,0 0,0 0,1-1,-1 0,1 0,-1 0,1-1,6 0,6 0,1-1,0-1,0-1,-1-1,1 0,-1-2,13-4,25-11,-1-2,-1-3,-1-2,-1-3,-1-2,17-15,-41 26,-1-1,0-1,-2-2,0 0,-2-2,3-6,-19 24,-1-1,-1 1,0-1,0-1,-1 1,0-1,-1 0,0 0,-1 0,0 0,-1-1,0 1,0-1,-2 0,1 1,-2-1,1 0,-1 1,-1-1,-3-8,4 13,-1 1,1 0,-2 0,1 0,-1 0,0 1,0-1,0 1,-1-1,0 1,0 0,0 1,-1-1,0 1,1-1,-1 2,-1-1,1 0,-1 1,1 0,-1 0,0 1,0 0,0 0,0 0,-1 1,1 0,0 0,-1 0,1 1,-1 0,1 0,0 1,-1-1,1 2,0-1,0 1,-1-1,0 2,-1 4,-1 1,1 0,0 0,1 0,0 1,0 0,1 1,0-1,1 1,0 0,0 1,1-1,0 1,1 0,1 0,-1 0,2 0,-1 3,-9 76,4 0,4 1,4-1,4 1,4 2,-2 7,7 141,-12 91,-6-247,-3 0,-4 0,-4-1,-4-1,-20 55,16-74</inkml:trace>
  <inkml:trace contextRef="#ctx0" brushRef="#br0" timeOffset="45253.255">9829 13742,'-16'-9,"-10"-4,0 0,8 0,19 4,28 0,33 0,34-3,30-4,21-5,8 1,-23 2</inkml:trace>
  <inkml:trace contextRef="#ctx0" brushRef="#br0" timeOffset="45621.8">10911 13555,'-18'23,"3"-5,0 0,2 1,0 1,1 0,1 0,1 1,1 0,0 1,2 0,-2 13,8-31,1 0,-1 1,1-1,1 1,-1-1,1 0,-1 1,1-1,0 0,1 0,-1 1,1-1,0 0,0 0,0-1,0 1,1 0,-1-1,1 1,0-1,0 0,0 0,1 0,-1-1,1 1,0-1,-1 1,1-1,0 0,0-1,3 2,3 0,1 1,0-2,0 1,0-1,0-1,0 0,1-1,-1 0,0 0,0-1,11-3,-14 3,-1-1,1 0,-1 0,1-1,-1 1,0-2,0 1,0-1,-1 0,0 0,1-1,-1 0,-1 0,1-1,-1 1,0-1,0 0,0-1,-1 1,0-1,-1 0,1 0,-1 0,-1 0,1 0,-1-1,0 1,-1-1,0 0,0 1,-1-1,0 0,0 0,-1-4,-1 5,0-1,0 0,-1 1,0 0,-1-1,0 1,0 1,0-1,-1 0,0 1,0 0,0 0,-1 1,0-1,0 1,-1 1,1-1,-1 1,0 0,0 1,0-1,-1 1,1 1,-1-1,0 1,-6-1,-1-1,1 2,-1 0,1 1,-1 0,0 1,1 1,-1 0,1 1,-1 1,1 0,0 1,-4 1,8-1,1 1,0-1,0 1,0 1,1 0,-1 0,1 0,1 1,-1 1,5-6,1 1,0-1,-1 1,1 0,1-1,-1 1,0 0,1 0,-1 0,1 0,0 0,0 1,0-1,0 0,1 0,-1 1,1-1,0 0,0 1,0-1,1 0,-1 1,1-1,-1 0,1 0,0 1,0-1,1 0,-1 0,30 34,9-8</inkml:trace>
  <inkml:trace contextRef="#ctx0" brushRef="#br0" timeOffset="46026.216">11432 13608,'-8'9,"1"1,0 0,0 0,1 1,0-1,0 1,2 0,-1 1,1-1,1 1,0 0,1 0,0 0,1 0,0 0,1 0,0 1,2 10,-2-15,0-1,0 1,0 0,1 0,1-1,-1 1,1-1,0 1,1-1,0 0,0 0,0 0,1 0,0 0,0-1,1 0,0 0,0 0,0 0,1-1,0 0,0 0,4 2,-7-7,1 1,-1 0,1-1,0 1,0-1,-1 0,1-1,0 1,-1-1,1 1,0-1,-1 0,1 0,-1-1,1 1,-1-1,0 1,0-1,0 0,0-1,0 1,1-1,58-61,-45 42,0-2,-2 1,-1-2,-1 0,-1 0,-1-1,-1-1,-2 0,5-24,-34 118,17-58,1 1,1 0,0 0,0 0,1 0,1 0,-1 1,2-1,-1 0,1 0,1 0,0 0,0 0,1 0,0 0,1-1,0 0,1 1,0-2,0 1,3 3,3-3,0-1,1-1,0 0,0 0,1-1,-1-1,1 0,0-1,1 0,-1-1,1 0,0-2,-1 1,1-2,0 1,0-2,0 0,-1-1,1 0,9-3,42-8</inkml:trace>
  <inkml:trace contextRef="#ctx0" brushRef="#br0" timeOffset="46271.579">12329 13755,'0'-18,"-3"-6,-2 3,-6 12,-2 15,-3 17,3 14,3 10,3 6,5 3,6-1,4-6,2-8,1-12</inkml:trace>
  <inkml:trace contextRef="#ctx0" brushRef="#br0" timeOffset="46505.466">11981 13514,'7'-13,"15"-5,21-2,23 3,23 5,19 3,12 4,-15 3</inkml:trace>
  <inkml:trace contextRef="#ctx0" brushRef="#br0" timeOffset="49985.369">16138 13407,'23'1,"-1"-1,0-1,1-2,-1 0,0-1,0-1,-1-1,1-1,-1 0,-1-2,1-1,-2 0,1-2,6-5,19-8,-1-3,-1-1,-1-2,-2-2,-1-2,-1-1,-3-2,-1-1,-2-2,-1-1,-3-1,12-26,-32 54,-1-1,0-1,-1 0,0 1,-2-2,0 1,-1 0,-1-1,0 0,-2 1,0-1,-1 0,0 0,-2 1,0-1,-1 1,0-1,3 14,0 1,0-1,-1 0,1 1,-1-1,0 1,0 0,0-1,0 1,0 0,-1 0,1 0,-1 1,0-1,0 0,0 1,0 0,0 0,-1 0,1 0,-1 0,1 1,-1 0,0 0,1 0,-1 0,0 0,0 1,0-1,1 1,-1 0,0 0,-3 1,0 2,1 0,0 0,-1 1,2 0,-1 0,0 0,1 1,0-1,0 2,0-1,1 0,-1 1,1 0,1 0,-1 0,1 1,-13 26,1 2,2 0,2 0,1 1,2 1,1 0,2 0,0 29,-6 173,10 1,11-1,28 151,-30-305,15 245,-22-312,-2 0,0-1,0 1,-2 0,0-1,-3 5,-8 14</inkml:trace>
  <inkml:trace contextRef="#ctx0" brushRef="#br0" timeOffset="50243.678">16245 13849,'-13'-16,"-10"-10,-3-2,4 0,9 4,18 3,27 1,33-4,33-1,31-4,21 1,10 3,-2 5,-27 7</inkml:trace>
  <inkml:trace contextRef="#ctx0" brushRef="#br0" timeOffset="50517.604">17662 13755,'2'7,"4"4,-1 5,1 3,0 1,0 3,-2 4,-1 7,-1 8,-3 9,-6 7,-5 5,-3 3,-3 2,0-2,1-5,3-13</inkml:trace>
  <inkml:trace contextRef="#ctx0" brushRef="#br0" timeOffset="50781.363">17930 13875,'-5'18,"-3"18,-1 14,1 9,3 7,3 1,3 0,1-4,2-6,1-8,-1-13</inkml:trace>
  <inkml:trace contextRef="#ctx0" brushRef="#br0" timeOffset="51074.353">18010 13969,'-2'12,"1"-1,0 1,1 0,0 0,1-1,0 1,1 0,0-1,1 1,0-1,1 0,1 0,-1 0,2 0,-1-1,1 0,1 0,0-1,0 0,1 0,7 6,-8-8,0 1,0-1,1-1,-1 0,2 0,-1 0,1-1,0 0,0-1,0 0,0 0,1-1,0-1,0 1,-1-1,1-1,0 0,1 0,-1-1,4-1,-8-3,0 0,0 0,0-1,-1 0,1 0,-1 0,0-1,-1 0,0 0,1 0,-2 0,1-1,-1 1,0-1,0 0,-1 0,0 0,0 0,-1-1,0 1,0 0,-1-1,0 1,0-1,6-74,-4 0,-4 1,-3-1,-3 1,-11-35,13 78</inkml:trace>
  <inkml:trace contextRef="#ctx0" brushRef="#br0" timeOffset="53196.327">19413 12205,'8'143,"7"-1,5 0,36 124,-38-180,52 242,161 798,-192-922,52 331,-88-517,1 4,-2-1,0 1,-1 0,-1 0,-1 0,0 0,-6 19,6-36,-1 0,0 1,0-1,0-1,-1 1,0 0,0-1,0 1,0-1,-1 0,0 0,0 0,0-1,0 1,0-1,-1 0,1 0,-1-1,0 1,-1 0,-110 22,-11-21,0-5,-119-17,225 16,-1846-173,628 131,1093 41,-1135 11,-459 5,252 13,917-27,-466 7,408 41,192-10,404-35,-17 2,1-2,0-3,-46-5,92 6,0 0,0-1,0 1,0-1,1 0,-1 1,0-1,0-1,1 1,-1 0,0 0,1-1,-1 0,1 1,0-1,0 0,0 0,0 0,0-1,0 1,0 0,0-1,1 1,0-1,-1 0,1 1,0-1,0 0,0 0,0-2,-16-200,-76-536,6 286,-116-339,170 685,5-2,5-1,5-1,4 0,4-48,9 145,2 0,0 0,0-1,2 1,0 0,1 1,2-7,-5 19,1 0,-1 1,1-1,-1 1,1-1,0 1,0-1,0 1,0 0,0 0,0 0,1 0,-1 0,1 1,-1-1,1 1,0 0,0 0,0 0,-1 0,1 0,0 0,0 1,0-1,0 1,0 0,0 0,1 0,88 16,-81-13,105 26,0-4,98 7,44-23,1-12,0-10,55-19,-99 11,1599-124,1699-129,-1414 174,-202 134,-1619-24,-255-8,-18 1,-12-1</inkml:trace>
  <inkml:trace contextRef="#ctx0" brushRef="#br0" timeOffset="111206.102">5992 13969,'22'81,"-3"1,-4 0,-4 2,-3-1,-2 57,-6-28,-1-106,-2-15,-2-21,3 18,0-3,0 0,1 0,1 0,0 0,1 0,1 0,0 0,2-5,-3 18,0 0,0-1,0 1,0 0,0 0,1 0,-1 0,1 0,-1 0,1 0,0 1,0-1,0 1,0-1,0 1,0 0,0-1,0 1,0 0,1 1,-1-1,0 0,1 0,-1 1,1 0,-1-1,0 1,1 0,-1 0,1 0,-1 1,1-1,-1 1,0-1,1 1,-1 0,2 0,82 46,-79-41,0 0,-1 1,0 0,0 0,0 0,-1 1,0-1,0 1,3 9,-7-15,0 1,0-1,0 1,0-1,-1 1,1 0,-1-1,0 1,0-1,0 1,0 0,0-1,-1 1,1-1,-1 1,1 0,-1-1,0 1,0-1,0 0,0 1,-1-1,1 0,-1 0,1 0,-1 0,0 0,0 0,0 0,0 0,0-1,0 1,0-1,-1 0,1 1,-2-1,-10 5,0 0,0-2,-1 0,1 0,-1-1,0-1,0-1,0 0,0 0,-1-2,-8-1,23 2,0 1,0-1,0 0,0 0,0 0,0 0,0 0,0 0,0 0,0 0,0 0,0-1,0 1,0 0,0-1,0 1,0-1,0 1,0-1,0 1,0-1,0 0,1 1,-1-1,0 0,1 1,-1-1,0 0,1 0,-1 0,1 0,-1 0,1 0,-1 0,1 0,0 0,0 0,-1 0,1 0,0 0,0 0,0 0,0 0,0 0,0 0,0 0,1 0,-1 0,0-1,11-11</inkml:trace>
  <inkml:trace contextRef="#ctx0" brushRef="#br0" timeOffset="111611.017">6580 14370,'-143'-9,"141"10,0-1,0 1,0 0,0-1,1 1,-1 0,0 0,0 0,1 0,-1 0,1 1,-1-1,1 0,-1 1,1-1,0 1,0 0,0-1,0 1,0 0,0 0,0-1,0 1,1 0,-1 0,1 0,-1 0,1 0,0 0,0 0,0 0,0 0,0 0,0 0,1 1,17 70,-15-66,0 0,0 1,1-1,0-1,0 1,0-1,1 1,0-1,1-1,-1 1,1-1,0 0,0 0,1 0,-1-1,1 0,0-1,0 1,1-1,-4-4,1 0,-1 0,0 0,1-1,-1 0,0 1,0-1,0-1,-1 1,1-1,0 1,-1-1,0 0,0 0,1-1,-2 1,1-1,0 1,-1-1,0 0,0 0,0 0,0 0,0-2,1 1,7-11,0 0,-2-1,0 0,-1 0,0-1,-2 0,0 0,0-7,-15 52,6-11,1 1,0-1,1 0,1 1,1-1,0 9,1-20,-1-1,1 1,0-1,0 1,0-1,1 1,0-1,-1 0,2 1,-1-1,0 0,1-1,0 1,0 0,0-1,0 1,0-1,1 0,-1 0,1 0,0-1,0 1,0-1,0 0,2 0,32 9,0-6</inkml:trace>
  <inkml:trace contextRef="#ctx0" brushRef="#br0" timeOffset="111992.749">7195 14237,'-24'6,"0"0,1 2,0 1,0 1,1 0,0 2,1 1,1 0,0 2,-7 6,23-18,1-1,0 0,0 0,0 0,0 1,0-1,1 1,-1-1,1 1,0 0,0 0,0 0,0 1,0-1,1 0,-2 3,28 11,-24-17,34 6,0-2,0-1,0-1,26-4,-13 2,-21-1,63 9,-89-8,0 1,0-1,0 0,1 1,-1-1,0 1,0 0,0-1,0 1,0 0,0-1,0 1,0 0,0 0,-1 0,1 0,0 0,0 0,-1 0,1 0,-1 0,1 0,-1 0,1 1,-1-1,0 0,1 0,-1 0,0 1,0-1,0 0,0 0,0 1,0-1,0 0,-1 0,1 1,0-1,-1 0,1 0,-1 0,1 0,-1 0,0 0,1 0,-1 0,0 1,-40 45,28-35,0-1,-1 0,0-1,0-1,-1-1,-1 0,-3 1,4-5,7-7</inkml:trace>
  <inkml:trace contextRef="#ctx0" brushRef="#br0" timeOffset="112277.388">7715 14223,'-13'0,"-14"4,-12 9,-7 7,-4 6,5 6,8 2,10 0,16-2,22-3,23-8,18-6,17-6,11-5,2-5,-5-5,-16-4,-19 1</inkml:trace>
  <inkml:trace contextRef="#ctx0" brushRef="#br0" timeOffset="110394.801">4922 14531,'-2'0,"1"0,8 2,9 1,14 0,13-1,12 0,12-1,6-3,4-1,-3 1,-7-3,-15 0</inkml:trace>
  <inkml:trace contextRef="#ctx0" brushRef="#br0" timeOffset="110686.1">5243 14317,'22'4,"18"4,10 6,3 2,1 3,-6 2,-5 4,-11 0,-10 4,-10 4,-10 2,-11 3,-11 1,-8-1,-4-2,-2-3,6-6,7-6</inkml:trace>
  <inkml:trace contextRef="#ctx0" brushRef="#br0" timeOffset="114743.573">1994 14009,'-14'37,"2"-1,2 1,1 1,2 0,2 0,1 1,2-1,1 1,3-1,1 1,1-1,3 0,1 0,1-1,7 12,8 12,4-2,2-1,2-1,3-2,2-2,3-1,2-2,2-1,41 34,3-6,2-4,4-4,3-4,2-4,3-5,95 38,-71-41,2-5,3-6,1-6,1-5,2-6,35-2,66-6,0-10,0-11,101-19,-146 6,662-39,-651 55,-48 2,144-18,-252 10,1-2,-1-2,-1-2,0-2,-1-2,-1-1,0-3,-2-1,-1-2,0-2,1-4,156-124,128-90,-112 103,-194 122,-2 0,0-1,-2-1,0 0,-1-1,6-15,4-4,-11 25,-2-2,0 1,-1-1,-1-1,0 0,-2 0,0-1,-1 0,-1 0,-1 0,-1-1,0 1,-2-1,-1 0,0 0,-1-2,-13-32,-2 2,-2 0,-2 1,-3 1,-22-37,1 1,-5 1,-34-44,64 103,-2 0,-2 2,0 0,-1 2,-1 0,-2 2,0 1,-1 1,-11-5,-36-11,-2 3,-1 4,-1 4,-2 2,-1 4,-237-44,-3 14,-305-4,96 34,-103 28,207 22,2 19,2 18,4 19,-331 118,654-178,0-1,1 4,2 5,-63 34,151-68,-1 0,0 0,1 0,-1 1,0 0,1 0,0 0,-1 1,1 0,1 0,-1 0,0 0,1 1,0 0,0 0,1 0,-1 0,1 0,0 1,1 0,-1-1,1 1,0 0,0 0,1 0,-1 3,6 30,-3-28</inkml:trace>
  <inkml:trace contextRef="#ctx0" brushRef="#br0" timeOffset="132999.962">2743 3408,'1'-1,"0"-1,0 1,1 0,-1 0,0 0,1 0,-1 0,1 1,-1-1,1 0,-1 1,1-1,0 1,-1-1,1 1,0 0,-1 0,1-1,0 1,-1 0,1 1,1-1,-1 0,121 15,-16-3,80 15,-80-20,58 0,-103-9,11 10,-72-7,1 0,-1 0,1 0,-1-1,1 1,0-1,0 1,-1-1,1 1,0-1,0 0,0 0,-1 0,1 0,0 0,0-1,-1 1,1 0,0-1,0 1,-1-1,1 0,0 1,-1-1,1 0,-1 0,1 0,-1 0,0-1,1 1,-1 0,0 0,0-1,0 1,0-1,0 1,0-1,0 1,0-1,0-1,-2-145,2 36,0 18,-3-1,-16-92,6 130,3-2,2 1,3-1,2 0,3 0,2 0,5-15,6 4,0 7,-3-1,-2 0,-2-27,-7 38,12-148,-5 157,12-63,-5-2,0-92,-31 87,17 112,-1-1,0 1,0 0,0-1,0 1,0 0,-1 0,1 0,-1 0,1 0,-1 0,0 1,0-1,1 0,-1 1,0 0,0-1,-1 1,1 0,0 0,0 0,-1 0,1 0,0 1,-1-1,1 1,-1-1,1 1,-1 0,1 0,-1 0,1 0,-1 1,1-1,-2 1,-478 19,-370 2,368-35,-34-1,70 1,181-13,181 23,-1 4,0 4,1 4,-2 3,83-10,0 0,0 0,0 1,1-1,-1 1,0 0,1 0,0 1,0-1,0 1,0 0,1 0,-1 0,1 0,0 1,1-1,-1 1,0 2,-16 21,10-16,0 0,0 1,2 0,0 0,0 1,1-1,1 2,0-1,1 1,0-1,1 1,1 0,1 0,0 6,2 434,13-257,0 4,-13-190,2 1,-1 0,1-1,1 0,0 1,1-1,0-1,1 1,0-1,1 0,0 0,0-1,1 0,1-1,0 1,0-2,1 1,4 2,5 3,1-2,0 0,0-1,1-1,0-1,1-1,0 0,1-2,-1-1,1-1,23 2,410 76,-288-75,-168-7,1 0,-1-1,1 1,-1 0,1-1,-1 1,0-1,1 1,-1 0,0-1,1 1,-1-1,0 1,0-1,1 0,-1 1,0-1,0 1,0-1,0 1,0-1,0 1,0-1,0 0,0 1,0-1,0 1,0-1,0 1,0-1,0 1,0-1,-1 0,1 1,0-1,0 1,-1-1,1 1,0 0,-1-1,1 1,-1-1,1 1,-1 0,1-1,0 1,-1 0,1-1,-1 1,1 0,-1 0,0-1,1 1,-1 0,1 0,-1 0,1 0,-1 0,1 0,-1 0,0 0,0 0,0-2,-21-15</inkml:trace>
  <inkml:trace contextRef="#ctx0" brushRef="#br0" timeOffset="134139.698">2075 787,'-28'9,"0"1,1 2,1 0,-21 14,-15 6,-629 271,620-269,71-34,0 1,-1 0,1-1,0 1,0 0,-1-1,1 1,0 0,0 0,0-1,0 1,0 0,0-1,0 1,0 0,0 0,0-1,1 1,-1 0,0-1,0 1,1 0,-1-1,0 1,1 0,-1-1,1 1,-1-1,0 1,1-1,0 1,-1-1,1 1,-1-1,1 1,-1-1,1 0,0 1,-1-1,1 0,0 0,0 0,-1 1,1-1,0 0,-1 0,1 0,0 0,0 0,-1 0,1 0,0 0,-1-1,1 1,0 0,-1 0,1 0,0-1,-1 1,1 0,0-1,1 1,118 11,-101-12,0 1,0 1,0 0,0 1,0 2,-1 0,1 0,-1 2,0 0,-1 2,1 0,-1 0,-1 2,1 0,-2 1,11 9,45 77,-63-82,1-1,0 1,2-2,-1 1,2-1,0-1,0 0,11 7,-20-16,0-1,0 0,0 0,1-1,-1 1,0-1,1 1,-1-1,0 0,1 0,0 0,-1-1,1 1,-1-1,1 0,0 0,-1 0,1-1,-1 1,1-1,0 0,-1 0,1 0,-1 0,0-1,0 0,1 1,-1-1,0 0,0 0,0-1,-1 1,1-1,-1 1,1-1,-1 0,0 0,2-2,6-15,0 0,-1-1,-1 0,-1-1,-1 1,0-2,-2 1,-1 0,-1-1,0-15,-2-3,-2 0,-1 0,-2 1,-2 0,-2 0,-1 1,-2 0,-2 0,-3-2,-14-50,29 76</inkml:trace>
</inkml:ink>
</file>

<file path=ppt/ink/ink1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14T06:42:40.298"/>
    </inkml:context>
    <inkml:brush xml:id="br0">
      <inkml:brushProperty name="width" value="0.1" units="cm"/>
      <inkml:brushProperty name="height" value="0.1" units="cm"/>
      <inkml:brushProperty name="color" value="#33CCFF"/>
      <inkml:brushProperty name="ignorePressure" value="1"/>
    </inkml:brush>
  </inkml:definitions>
  <inkml:trace contextRef="#ctx0" brushRef="#br0">80 8,'-11'-7,"-5"7,0 15,-3 18,2 4</inkml:trace>
</inkml:ink>
</file>

<file path=ppt/ink/ink1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14T06:44:56.799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109 293,'95'0,"343"3,0 19,-387-19,-49-5,-4-1</inkml:trace>
  <inkml:trace contextRef="#ctx0" brushRef="#br0" timeOffset="645.339">444 66,'-47'12,"0"3,1 2,1 2,0 1,-21 16,56-31,-7 3,1 0,0 2,1 0,0 0,1 2,0 0,-3 3,16-14,0 0,0 0,0 1,0-1,0 0,0 1,0-1,0 1,0-1,1 1,-1-1,0 1,1-1,-1 1,1 0,0-1,0 1,0 0,0-1,0 1,0 0,0-1,0 1,0 0,1-1,-1 1,1-1,-1 1,1 0,0-1,0 1,-1-1,1 0,0 1,0-1,1 0,-1 0,0 1,0-1,0 0,1 0,-1 0,1 0,0 0,17 11,1-1,0-1,1-1,0-1,0 0,2-1,24 9,151 79,-197-94,1 1,-1-1,1 0,-1 0,1 0,0 0,-1 0,1-1,0 1,0 0,-1-1,1 1,0-1,0 0,0 0,0 0,0 0,0 0,0 0,0 0,-1 0,1-1,0 1,0-1,0 0,-1 1,1-1,0 0,0 0,-1 0,1 0,-1 0,1 0,-1-1,0 1,1 0,-1-1,0 1,0-1,0 0,0 1,1-2,3-14,-1 0,0 0,-1 0,-1 0,-1 0,0 0,-2 0,0-10,0 7,1-6,-2 0,0 0,-2 0,-1 1,-1 0,-1 0,-1 0,-1 1,-1 0,-10-16,19 38,1 1,0 0,-1-1,1 1,-1 0,1 0,-1-1,0 1,0 0,1 0,-1 0,0 0,0 0,0 0,0 0,0 0,0 0,-1 0,1 1,0-1,0 0,0 1,-1-1,1 1,0-1,-1 1,1 0,-1 0,1-1,0 1,-1 0,1 0,0 0,-1 1,0-1,-2 11</inkml:trace>
</inkml:ink>
</file>

<file path=ppt/ink/ink1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14T06:44:58.897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243 436,'-17'-3,"-1"1,0 1,0 0,0 2,1 0,-12 2,23-2,1 0,0 1,0-1,0 1,0 0,0 0,0 1,1-1,-1 1,1 0,0 0,0 1,0-1,0 1,0 0,1 0,0 0,0 0,0 1,0-1,1 1,-1 0,1 0,0 1,0-1,0-1,1 1,0-1,0 1,0 0,0-1,1 1,-1 0,1 0,0-1,1 1,-1 0,1 0,0-1,0 1,1 0,-1-1,1 1,0-1,0 0,0 0,1 0,0 0,0 0,0 0,0 0,0-1,3 3,12 7,1-1,0 0,0-2,1 0,0-1,19 5,64 32,-101-46,1 1,-1-1,0 1,0 0,0 0,0-1,0 1,0 0,0 1,0-1,-1 0,1 1,0-1,-1 1,1-1,-1 1,1 0,-1-1,0 1,0 0,1 0,-1 0,-1 0,1 0,0 0,0 1,-1-1,0 0,1 0,-1 0,0 1,0-1,0 0,0 0,0 0,-1 1,1-1,-1 0,1 0,-1 0,0 0,0 0,0 0,0 0,0 1,-10 3,1 0,-1-1,0 0,0-1,-1 0,1-1,-1 0,0 0,0-2,0 1,0-2,0 1,0-2,0 1,-1-2,12 2,-2 0,0 1,0-1,1 0,-1 0,0-1,0 1,0-1,1 1,-1-1,0 0,1 0,-1 0,1 0,-1 0,1-1,-1 1,1-1,0 0,0 0,0 1,0-1,0 0,-1-2,4 2,0 0,1 0,-1 0,1 1,-1-1,1 0,0 1,0-1,-1 1,1 0,0-1,0 1,0 0,0 0,1 0,-1 1,0-1,0 0,0 1,1 0,-1-1,0 1,1 0,-1 0,0 0,1 0,-1 1,1-1,56-6,-33 6,-1-2,1 0,-1-2,1 0,-1-2,-1-1,1-1,-1-1,-1-1,0-1,0-1,3-4,-22 13,1 0,-1 0,0-1,0 1,0-1,-1 0,1 0,-1 0,0-1,0 1,0-1,-1 0,0 0,0 0,0 0,0 0,-1 0,0 0,0 0,0-1,-1 1,0 0,0-1,0 0,-2 4,1 0,-1 0,0 1,0-1,0 1,-1-1,1 1,0 0,0 0,-1 0,1 0,-1 1,1-1,0 0,-1 1,1 0,-1 0,1-1,-1 2,0-1,1 0,-1 0,1 1,0-1,-1 1,1 0,-1 0,1 0,0 0,0 0,-1 0,1 1,0-1,0 1,0-1,0 1,1 0,-1 0,0 0,-2 3,0-1,0 1,1-1,0 1,0 0,0 0,0 1,1-1,0 0,0 1,1 0,-1-1,1 1,0 0,1 0,-1 0,1-1,0 1,1 0,-1 0,1 0,0-1,1 1,-1 0,1-1,0 1,1-1,-1 0,1 0,0 0,1 0,-1 0,1-1,0 1,0-1,0 0,0 0,1 0,0-1,0 0,0 0,0 0,4 2,37 11,-2-4</inkml:trace>
  <inkml:trace contextRef="#ctx0" brushRef="#br0" timeOffset="587.648">832 623,'-2'9,"0"0,1 0,0 0,1 0,-1 0,2 0,-1 0,1 0,1 0,0 0,0 0,0 0,1 0,1-1,0 0,0 0,0 0,1 0,0 0,0-1,1 0,0 0,0 0,1-1,0 0,0-1,0 1,1-1,0-1,0 1,0-1,0-1,1 1,0-1,0-1,-6-1,0-1,0 1,0-1,1 0,-1 0,0 0,0 0,1 0,-1-1,0 0,0 0,0 0,0 0,0 0,0 0,0-1,0 1,-1-1,1 0,0 0,-1 0,1 0,-1 0,0-1,0 1,0-1,0 1,0-1,-1 0,1 0,-1 0,0 0,1 0,-1 0,-1 0,1 0,0-1,2-6,0-1,0 0,-1 1,0-1,-1 0,0 0,-1 0,0 0,-1 0,0-2,1 13,0 0,-1 0,1 1,0-1,0 0,0 0,-1 0,1 0,0 0,0 0,-1 0,1 0,0 0,0 0,0-1,-1 1,1 0,0 0,0 0,-1 0,1 0,0 0,0 0,0 0,-1-1,1 1,0 0,0 0,0 0,0 0,0-1,-1 1,1 0,0 0,0 0,0-1,0 1,0 0,0 0,0-1,0 1,0 0,0 0,0 0,0-1,0 1,0 0,0 0,0-1,0 1,-4 22,4-14,1 0,0 1,0-1,0 0,1 1,1-1,-1 0,1 0,1-1,-1 1,1-1,1 1,-1-1,1-1,0 1,1-1,3 3,-6-5,1-1,0 1,0-1,0 0,0 0,1-1,-1 1,1-1,0 0,-1-1,1 1,0-1,0 0,0 0,0 0,1 0,-1-1,0 0,0 0,0-1,0 0,0 1,0-1,0-1,0 1,0-1,0 0,-1 0,1-1,4-2,-1-1,0 0,-1 0,0 0,0-1,0 0,-1-1,0 1,0-1,-1-1,0 1,0-1,-1 0,0 0,-1 0,0 0,0 0,-1-1,0 0,-1 1,0-1,0-4,0 24,0 0,1 1,1-1,0 0,0 0,1 0,0-1,0 1,1-1,1 0,0 0,0-1,0 1,1-1,0-1,1 0,0 0,0 0,0-1,4 2,11 2</inkml:trace>
  <inkml:trace contextRef="#ctx0" brushRef="#br0" timeOffset="1001.543">1714 569,'-2'10,"-1"0,1 0,1 0,-1 0,2 0,0 0,0 0,0 1,1-1,1 0,0 0,0 0,1-1,0 1,1-1,0 1,1-1,-1 0,2-1,-1 1,1-1,1 0,-1 0,1-1,0 0,1 0,0-1,7 5,-14-10,1 0,-1 1,1-1,-1 0,1 0,0 0,-1 0,1 0,0 0,0-1,0 1,0-1,-1 1,1-1,0 1,0-1,0 0,0 0,0 0,0 0,0-1,0 1,0 0,0-1,0 1,0-1,-1 0,1 0,0 1,0-1,-1 0,1-1,0 1,-1 0,1 0,-1-1,0 1,1-1,6-11,0 0,-1 0,-1-1,0 1,0-1,-2-1,0 1,2-13,15-46,-14 60,-4 17,-2 23,-3-21,1 0,0 1,1-1,-1 0,1 0,1 1,-1-1,1 0,0 0,0 1,1-1,0 0,0 0,0-1,1 1,0 0,0-1,0 0,1 1,0-1,0-1,0 1,0-1,1 1,0-1,0 0,0-1,0 1,6 1,77 16,-42-17</inkml:trace>
  <inkml:trace contextRef="#ctx0" brushRef="#br0" timeOffset="1568.027">2503 717,'-5'-7,"-1"0,1 0,-1 1,-1 0,1 0,-1 0,0 1,0 0,-1 1,1-1,-1 1,0 1,0-1,0 1,-1 1,-1-1,5 2,0 0,0 0,0 1,0 0,0 0,0 0,0 0,0 1,0-1,0 1,0 1,0-1,0 1,1 0,-1 0,0 0,1 1,0-1,-1 1,1 0,0 0,1 1,-1-1,1 1,-1 0,1 0,0 0,0 1,1-3,0 0,1 1,-1-1,1 0,0 1,0-1,-1 1,2-1,-1 1,0 0,0-1,1 1,0 0,-1-1,1 1,0 0,1 0,-1-1,0 1,1 0,-1-1,1 1,0 0,0-1,0 1,0-1,0 1,1-1,-1 0,1 0,-1 1,1-1,0 0,0 0,0-1,0 1,0 0,0-1,1 1,-1-1,1 0,-1 1,1-1,0 0,6 2,0 0,1 0,-1-1,0-1,1 1,-1-2,1 1,-1-1,1-1,-1 1,1-2,-1 1,0-1,0-1,0 0,0 0,0 0,0-1,-1-1,1 0,-1 0,-1 0,1-1,-1 0,0 0,0-1,-1 0,0 0,0-1,0 0,-1 0,1-3,1 2,-6 22,-1-2,1-6,-1 1,1 0,0-1,1 1,-1-1,1 1,0-1,1 0,-1 0,1 0,0 0,0 0,1 0,-1-1,1 0,0 0,0 0,1 0,-1-1,1 1,0-1,0 0,0 0,0-1,0 0,0 0,1 0,4 1,0 0,0-1,1 0,-1-1,0 0,1-1,-1 0,0-1,1 0,-1 0,0-1,0 0,0-1,7-3,6-6,0-2,-1 0,0-2,-1 0,-1-1,-1-1,0-1,-2-1,0 0,-1-2,-1 1,-1-2,-1 0,-1 0,-1-2,-1 1,6-26,-5 21,-2 0,-2-1,0 1,-2-2,-1 1,-2-1,-1 1,-1-1,-3-18,3 44,0 0,0 0,-1 0,0 0,1 1,-2-1,1 0,-1 0,1 1,-1-1,0 1,-1-1,1 1,-1 0,0 0,0 0,0 0,-1 1,1-1,-1 1,0 0,0 0,0 0,0 1,0-1,-1 1,1 0,-1 0,1 1,-1-1,0 1,0 0,0 0,0 1,0-1,-4 1,-2 4,0 0,0 1,0 0,1 0,0 1,0 1,0-1,1 2,0-1,0 1,1 1,0 0,1 0,-1 0,2 1,-1 0,2 0,-1 1,1 0,1 0,-1 2,-1 7,0 0,2 0,0 1,1-1,1 1,1 0,0 0,2-1,1 1,0 0,2 0,0-1,1 0,1 0,1 0,1-1,0 0,2 0,0-1,10 12,132 173,-114-159</inkml:trace>
  <inkml:trace contextRef="#ctx0" brushRef="#br0" timeOffset="2537.907">378 1492,'-3'-4,"0"0,0 0,0 0,0 1,0-1,-1 1,0 0,0 0,0 0,0 1,0-1,0 1,0 0,-1 0,1 0,-1 1,0-1,0 1,1 1,-1-1,0 0,0 1,0 0,1 0,-1 1,0-1,0 1,0 0,1 0,-1 1,1 0,-1-1,1 1,-1 1,1-1,0 1,0-1,0 1,0 0,1 1,-1-1,1 1,0-1,0 1,0 0,1 0,-1 0,1 1,0-1,0 0,0 1,1 0,-1-1,1 1,1 0,-1 0,0-1,1 1,0 0,0 0,1 0,-1 0,1-1,0 1,0 0,1-1,0 1,-1-1,1 1,1-1,-1 0,1 0,-1 0,1 0,0 0,1 0,-1-1,2 2,2-2,-1 0,1 0,0-1,0 1,0-2,0 1,0-1,0 0,1 0,-1-1,0 0,0 0,1-1,-1 0,0 0,0 0,0-1,0-1,0 1,0-1,-1 0,1 0,0-1,4-3,0 0,-1 0,0-1,0 0,-1-1,0 0,0 0,-1-1,0 0,-1 0,0-1,5-11,-3-1,-1 0,-1 0,-1-1,-1 0,-1 0,-1 0,-2-1,0 1,-1 0,-2-1,0 1,-2 0,0 0,-2 0,-19-41,25 64,-1 1,1-1,0 0,-1 0,1 1,-1-1,1 1,-1-1,1 0,-1 1,1-1,-1 1,0-1,1 1,-1-1,0 1,1 0,-1-1,0 1,0 0,1 0,-1-1,0 1,0 0,0 0,1 0,-1 0,0 0,0 0,0 0,1 0,-1 0,0 1,0-1,1 0,-1 0,0 1,0-1,1 0,-1 1,0-1,1 1,-1-1,0 1,1-1,-1 1,1-1,-1 1,1 0,-1-1,1 1,0 0,-1-1,1 1,0 0,-1 0,1-1,0 2,-18 48,12-22,1-1,1 1,2 0,0 0,2 1,2-1,0 0,2 0,0 0,2-1,9 24,-12-43,0-1,0 0,1 0,-1 0,2 0,-1-1,1 0,0 0,0 0,1 0,-1-1,1 0,0 0,1 0,-1-1,1 0,0-1,0 1,0-1,1 0,-1-1,1 0,-1 0,1-1,0 0,0 0,-1 0,1-1,0-1,0 1,0-1,-1-1,1 1,0-1,-1 0,1-1,3-2,-2 0,0 0,0 0,-1-1,0 0,0-1,-1 0,0 0,0 0,0-1,-1 0,-1 0,1-1,-1 0,0 1,-1-2,0 1,-1 0,0-1,0 0,-1 0,0 0,-1 0,0 0,-1 0,0-5,0 16,0 0,-1-1,1 1,0 0,-1 0,1-1,0 1,-1 0,1 0,-1-1,1 1,-1-1,0 1,1 0,-1-1,1 1,-1-1,0 1,0-1,1 0,-1 1,0-1,0 0,1 1,-1-1,0 0,0 0,0 0,1 0,-1 0,0 0,0 0,0 0,0 0,1 0,-1 0,0 0,0-1,0 1,1 0,-1-1,0 1,0 0,1-1,-1 1,0-1,1 1,-1-1,0 0,1 1,-1-1,1 1,-1-1,1 0,0 0,-1 1,1-1,0 0,-1 0,1 1,0-1,-2 7,0 0,0 0,1 0,0 1,1-1,-1 0,1 1,0-1,1 0,0 1,0-1,0 0,0 1,1-1,0 0,1 0,-1-1,1 1,0 0,1-1,-1 0,1 1,0-1,0-1,1 1,-1-1,1 0,0 0,0 0,1 0,-1-1,3 1,48 22,1-8</inkml:trace>
  <inkml:trace contextRef="#ctx0" brushRef="#br0" timeOffset="2716.43">1621 1372,'-1'16,"1"14,0 9,0 7,3 3,2-4,1-3,-1-10</inkml:trace>
  <inkml:trace contextRef="#ctx0" brushRef="#br0" timeOffset="3355.217">1460 1225,'52'0,"-1"3,1 2,-1 2,28 8,-69-14,0 1,-1 0,1 1,0 0,-1 0,0 1,1 0,-2 1,1 0,0 0,-1 1,0 0,0 1,-1-1,0 2,0-1,-1 1,0 0,0 0,0 1,-1-1,-1 1,0 0,0 1,0-1,-1 1,-1-1,2 11,-16 143,12-161,0-1,0 1,0 0,0-1,1 1,-1 0,1-1,-1 1,1-1,0 1,-1 0,1-1,0 0,0 1,0-1,0 0,0 1,1-1,-1 0,0 0,0 0,1 0,-1 0,1 0,-1 0,1-1,-1 1,1 0,-1-1,1 1,0-1,-1 0,1 0,0 1,-1-1,1 0,0 0,0-1,-1 1,1 0,0 0,0-1,70-24,-58 15,-1 1,1-2,-2 0,1 0,-2-1,1-1,8-13,-18 23,-2 2,0 0,0 1,1-1,-1 0,0 0,0 0,0 1,1-1,-1 0,0 1,1-1,-1 0,1 1,-1-1,1 0,-1 1,1-1,-1 1,1-1,0 1,-1-1,1 1,0-1,-1 1,1 0,0-1,0 1,-1 0,1 0,0-1,0 1,-1 0,1 0,0 0,0 0,0 0,-1 0,1 0,0 0,0 1,0-1,-1 0,1 0,0 1,-1-1,1 0,0 1,0-1,-1 1,6 55,-6-48,0-1,1 1,0 0,0-1,0 1,1-1,0 1,0-1,4 7,-4-11,0 1,0 0,0-1,1 1,0-1,-1 0,1 0,0 0,1 0,-1-1,0 1,1-1,0 0,-1 0,1 0,0 0,0-1,0 1,0-1,0 0,0 0,0-1,1 1,-1-1,0 0,0 0,1-1,-1 1,0-1,0 0,0 0,0 0,0 0,0-1,0 0,0 1,-1-2,1 1,-1 0,1-1,-1 1,0-1,3-3,9-14,0-1,-1-1,-2 0,0-1,-1 0,-2-1,0 0,-2 0,0-1,-2 0,0 0,-2-2,10-49,-4 0,-3-1,-3-36,-3 106,0 1,0 0,0 0,0 0,0 0,-1 0,0 1,0-1,-1 0,0 1,0-1,0 1,-2-5,2 9,1 1,0 0,0 0,-1-1,1 1,0 0,0 0,-1 0,1 0,0 0,0 1,-1-1,1 0,0 0,0 1,0-1,-1 1,1-1,0 1,0 0,0-1,0 1,0 0,0 0,0 0,0 0,0 0,1 0,-1 0,0 0,1 0,-1 0,0 0,1 0,-1 0,1 0,0 1,-1-1,1 0,-12 23,1 0,2 0,0 1,1 0,2 1,1 0,0 0,2 0,1 15,0-20,1 1,1-1,2 1,0-1,1 1,0-1,2 0,1 0,1-1,0 1,2-2,0 1,1-1,1 0,1-1,0-1,2 0,0 0,0-1,2-1,0-1,6 4,16 6</inkml:trace>
  <inkml:trace contextRef="#ctx0" brushRef="#br0" timeOffset="3625.634">2209 1172,'27'0,"27"2,26 1,18 2,8 3,-16-1</inkml:trace>
  <inkml:trace contextRef="#ctx0" brushRef="#br0" timeOffset="4862.214">2757 1612,'9'-24,"-1"-2,-1 1,-1-1,-2 0,-1 0,0-1,-2 1,-1 0,-1-1,-2 0,3 25,0 1,1 0,0 0,-1 0,1 1,0-1,-1 0,1 0,0 0,0 1,0-1,0 1,0-1,0 0,-1 1,1 0,0-1,1 1,-1 0,0-1,0 1,0 0,0 0,0 0,0 0,0 0,0 0,0 0,0 0,0 0,0 1,0-1,0 0,0 1,0-1,0 1,0-1,0 1,0-1,0 1,0 0,0-1,-1 1,1 0,0 0,0-1,0 2,10 3,170 43,-178-47,0-1,0 1,0 0,-1-1,1 1,0 0,0 1,-1-1,1 0,-1 1,1-1,-1 1,0 0,1 0,-1 0,0 0,0 0,-1 1,1-1,0 1,-1-1,1 1,-1-1,0 1,0 0,0-1,0 1,0 0,-1 0,1 0,-1 0,0 0,0 0,0 0,0 0,0-1,-1 3,-44 135,45-138,-1 1,1-1,0 0,0 1,0-1,1 1,-1-1,0 0,1 1,0-1,-1 0,1 0,0 0,0 1,0-1,1 0,-1 0,0 0,1-1,-1 1,1 0,0 0,-1-1,1 1,0-1,0 0,0 1,0-1,0 0,1 0,-1 0,0-1,0 1,1 0,83 7,-70-9,0 0,0-1,0 0,0-1,0-1,-1-1,0 0,0-1,0-1,0 0,-1-1,0 0,-1-1,0-1,0 0,0-2,-11 10,0 0,0 0,0 0,0 0,-1-1,1 1,-1 0,0-1,0 1,1-1,-2 1,1-1,0 0,0 1,-1-1,0 0,1 0,-1 1,0-1,0 0,-1 0,1 1,0-1,-1 0,0 1,1-1,-1 0,0 1,-1-1,1 1,0-1,-1 1,1 0,-1 0,0 0,0 0,0 0,0 0,0 0,0 0,0 1,-1-1,1 1,0 0,-1-1,1 1,-1 0,0 1,1-1,-1 0,0 1,-2-1,2 1,0 0,-1 0,1 0,0 0,0 0,-1 1,1 0,0-1,0 1,-1 0,1 1,0-1,0 1,0-1,1 1,-1 0,0 0,1 0,-1 0,1 0,-1 1,1-1,0 1,0 0,0-1,1 1,-1 0,1 0,-1 0,1 0,0 1,0-1,0 2,0 0,-1-1,1 1,0 0,1 0,-1 0,1-1,0 1,0 0,1 0,-1 0,1 0,0-1,0 1,1 0,-1-1,1 1,0-1,0 1,1-1,-1 0,1 0,0 0,0 0,2-1,0 1,0-1,0 0,0-1,0 1,1-1,-1 0,1 0,-1-1,1 1,0-1,0 0,0-1,0 0,-1 0,1 0,0 0,0-1,0 0,-1-1,1 1,0-1,-1 0,1 0,-1-1,0 1,0-1,0 0,0-1,-4 4,1-1,-1 1,0 0,0 0,1-1,-1 1,0 0,0 0,1 0,-1 0,0 0,0 1,1-1,-1 0,0 1,0-1,0 1,1-1,-1 1,0-1,0 1,0 0,0-1,0 1,0 0,0 0,0 0,-1 0,1 0,0 0,0 0,-1 0,1 0,-1 0,1 0,-1 1,1-1,-1 0,0 0,0 0,1 1,-1-1,8 13,-7-12,0 1,0-1,0 0,1 0,-1 0,1 0,0 0,-1-1,1 1,0 0,0-1,0 0,0 1,0-1,0 0,1 0,-1 0,0 0,1 0,-1-1,0 1,1-1,-1 1,1-1,-1 0,1 0,-1 0,1 0,-1-1,0 1,1 0,-1-1,1 0,-1 0,0 0,0 0,1 0,-1 0,0 0,0-1,0 1,0-1,0 1,-1-1,1 0,4-9,0 0,-1 0,0-1,-1 0,0 1,-1-2,0 1,-1 0,0 0,-1-1,-1 1,0-1,0 1,-2-3,2-6,3-83,-2 102,0 0,0 0,0 0,1 0,-1 0,1 0,0 0,-1 0,1 0,0 1,0-1,0 1,0 0,0-1,1 1,-1 0,0 0,1 1,-1-1,0 0,1 1,-1-1,1 1,-1 0,1 0,-1 0,1 0,-1 0,1 0,-1 1,0-1,1 1,-1 0,0 0,1 0,-1 0,0 0,0 0,0 1,1-1,6 2,0-1,72 26,-79-26,1-1,0 1,-1-1,0 1,1 0,-1 0,0 0,0 0,0 1,0-1,0 1,0-1,-1 1,1-1,-1 1,0 0,0 0,0 0,0-1,0 1,-1 0,1 0,-1 0,0 0,0 0,0 1,-14 61,11-57,0 0,1 0,0 0,0 1,1-1,0 0,1 1,-1-1,2 1,-1-1,2 3,0-8,1 0,0 0,0 0,0 0,1-1,-1 1,1-1,-1 0,1 0,0 0,0 0,0-1,0 0,0 0,0 0,0 0,0 0,1-1,-1 0,0 0,0 0,0 0,1-1,-1 0,0 1,2-2,3 1,1 0,-1-1,1 0,-1-1,0 0,0 0,0-1,-1 0,1-1,-1 0,0 0,-1-1,1 1,-1-2,0 1,0-1,-1 0,0-1,0 1,-1-1,0 0,0-1,-1 1,0-1,0 0,-1 0,0 0,-1 0,0 0,-1-1,1 1,-2-2,0 9,1 0,-2 0,1 0,0 0,0 0,-1 0,1 0,-1 0,1 0,-1 0,0 0,0 0,0 1,0-1,0 0,0 1,0-1,-1 1,1-1,0 1,-1-1,1 1,-1 0,0 0,0 0,1 0,-1 0,0 0,0 0,0 1,0-1,0 1,0-1,0 1,0 0,0-1,0 1,0 0,0 1,0-1,0 0,0 0,0 1,0-1,0 1,1 0,-1 0,0 0,0 0,0 0,-6 2,1 1,0-1,0 1,1 1,-1-1,1 1,0 0,0 1,0-1,1 1,0 0,0 1,1-1,-1 1,1 0,1 0,-1 0,1 1,1-1,-1 1,1-1,1 1,-1 0,1 0,1 0,0 0,0 4,1-7,1-1,0 0,0 0,1 0,-1 0,1 0,0-1,0 1,0-1,0 1,0-1,1 0,0 0,-1-1,1 1,0-1,0 0,1 0,-1 0,3 0,90 22,-35-16</inkml:trace>
</inkml:ink>
</file>

<file path=ppt/ink/ink1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14T06:45:04.615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82 243,'19'0,"18"0,20 0,21 0,15 0,9 0,4 0,-2 0,-11 0,-15 0,-22 2,-20 1</inkml:trace>
  <inkml:trace contextRef="#ctx0" brushRef="#br0" timeOffset="510.628">403 16,'-37'13,"1"2,1 1,0 2,-11 9,-22 12,-63 28,131-67,-1 0,0 1,1-1,-1 0,0 0,1 0,-1 1,0-1,1 0,-1 0,1 1,-1-1,0 1,1-1,-1 0,1 1,-1-1,1 1,0 0,-1-1,1 1,-1-1,1 1,0-1,0 1,-1 0,1-1,0 1,0 0,0-1,-1 1,1 0,0-1,0 1,0 0,0-1,1 1,-1 0,0-1,0 1,0 0,0-1,1 1,-1 0,0-1,1 1,-1 0,30 20,-23-17,81 50,-37-22,0-2,2-2,55 21,-105-48,69 17,-69-17,0-1,-1 0,1 0,-1 0,1 0,0 0,-1-1,1 1,0-1,-1 0,1 1,-1-1,1 0,-1 0,0-1,1 1,-1-1,0 1,0-1,0 0,0 1,0-1,0 0,-1 0,2-2,3-11,-2 1,1-1,-2 0,0 0,-1 0,-1 0,0-1,-1 1,0 0,-2 0,1-1,-4-8,1-9,-1-1,-2 1,-1 0,-2 1,-12-28,19 43,10 21</inkml:trace>
</inkml:ink>
</file>

<file path=ppt/ink/ink1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14T06:45:11.783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0 475,'25'-13,"-1"0,-1-1,0-1,-1-1,-1-2,0 0,-2-1,0 0,-1-2,-1 0,-1-1,-1-1,0-1,5-14,3-58,-23 93,0-1,0 1,-1-1,1 1,0-1,-1 1,0-1,0 1,0 0,0-1,-1 1,0 0,1 0,-1 0,0 0,0 0,0 1,-1-1,1 0,-1 1,1 0,-1-1,0 1,0 0,0 1,-2-2,-3 1,1 1,-1 0,0 0,0 0,0 1,0 1,0-1,0 1,1 0,-1 1,0 0,1 0,-1 1,1 0,0 0,0 1,0-1,0 2,0-1,1 1,0 0,0 0,0 1,1-1,0 1,0 1,0-1,1 1,0 0,-4 6,1-1,0 1,1 1,0-1,1 1,1 0,0 0,1 0,1 1,0-1,0 1,2-1,0 1,1-1,0 1,1 0,1-1,0 0,1 0,0 0,1 0,1-1,0 1,1-1,0-1,1 0,0 0,1 0,9 8,-6-8,1-1,1 0,0-1,0-1,1 0,0-1,1 0,-1-1,2-1,-1-1,0 0,1-1,0-1,0 0,0-2,1 0,-6 0,1-1,-1-1,1 0,-1-1,1 0,-1-1,0 0,0-1,0-1,-1 1,1-2,-1 0,0 0,-1-1,0 0,0-1,0 0,-1-1,0 1,-1-2,0 1,1-4,-3 6,-1 0,0-1,0 0,-1 0,0 0,-1 0,1-1,-2 1,1-1,-1 0,0 0,-1 0,0 0,-1 0,0 0,-1-9,-1 15,0 0,-1 0,0 0,1 1,-1-1,0 1,0-1,-1 1,1 0,0 0,-1 1,1-1,-1 1,0-1,1 1,-1 0,0 1,0-1,0 0,0 1,1 0,-1 0,0 0,0 1,0-1,0 1,1 0,-1 0,0 0,0 1,1-1,-4 3,-1-2,1 0,-1 1,1 0,0 0,0 1,0-1,0 2,1-1,-1 1,1 0,1 0,-1 1,1-1,-1 1,2 1,-1-1,1 1,0 0,0 0,1 0,-3 7,5-12,1 0,0 1,0-1,0 0,0 1,0-1,1 0,-1 0,1 1,-1-1,1 0,0 0,0 0,0 0,0 0,0 0,0 0,1 0,-1 0,0-1,1 1,0 0,-1-1,1 1,0-1,0 0,0 1,0-1,0 0,2 0,68 17,-63-17,0-1,-1 0,1-1,0 0,0 0,-1-1,1 0,-1 0,1-1,-1 0,0-1,0 0,0 0,-1-1,1 0,-1 0,0 0,-1-1,1 0,-1 0,0-1,-1 0,0 0,0 0,0-1,1-3,-5 16,0 1,0-1,1 0,0 0,0 0,1 0,-1-1,1 1,0-1,0 1,0-1,1 0,0 0,-1 0,1-1,2 2,8 4,0-1,0-1,1 0,0 0,0-2,0 0,1 0,0-2,10 2,36 5</inkml:trace>
</inkml:ink>
</file>

<file path=ppt/ink/ink1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14T06:45:14.973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401 224,'-18'-1,"1"2,0 0,0 1,0 1,1 0,-1 1,1 1,-1 1,1 0,1 1,-1 0,1 2,1 0,0 0,0 1,1 1,0 1,0-1,2 2,-1 0,2 0,0 1,0 0,1 1,1 0,1 0,0 1,-3 9,8-20,1 0,-1-1,0 1,1 0,0 0,0 0,1-1,-1 1,1 0,0 0,0 0,1 0,-1 0,1 0,0 0,1 0,-1-1,1 1,0 0,0-1,0 1,1-1,-1 0,1 0,0 0,1 0,-1-1,0 1,1-1,0 0,0 0,3 2,0-2,1-1,0 0,0 0,0-1,0 0,0 0,0-1,1 0,-1-1,0 1,0-2,0 1,0-1,0 0,0-1,4-2,9-3,-1-1,-1-1,0-1,0-1,10-9,-10 6,-1-1,0 0,-2-1,0-1,-1-1,-1 0,0-1,-2 0,5-9,-11 16,0 1,-1-1,-1 0,1 0,-2 0,0-1,-1 1,0-1,-1 1,0-1,-1 0,-1 0,0 1,-1-1,-1 1,0-1,0 1,0 5,0 0,0 1,0-1,-1 1,0 0,0 0,-1 1,0-1,0 1,-1 0,1 0,-1 1,-1-1,1 1,-1 1,0-1,0 1,0 1,0-1,-1 1,0 0,1 1,-1 0,0 0,0 0,0 1,0 1,-1-1,1 1,0 1,0-1,0 1,0 1,0 0,0 0,0 0,1 1,-1 0,0 1,1 0,-1 1,1 0,0 1,1-1,-1 2,1-1,0 0,0 1,1 0,0 1,1-1,-1 1,1 0,1 0,-1 0,1 0,1 1,0-1,0 1,0 0,1-1,0 9,1-4,1 1,0-1,1 1,0-1,1 0,0 0,1 0,1 0,0-1,0 1,1-1,1 0,0-1,7 8,11 8,1-1,1-1,2-1,0-2,1-1,2-1,0-2,1-1,0-1,1-2,18 4,-39-12,1-1,0-1,0 0,0-1,0 0,1-1,-1 0,1-2,-1 1,1-2,-1 0,1-1,7-2,2-6</inkml:trace>
  <inkml:trace contextRef="#ctx0" brushRef="#br0" timeOffset="262.289">895 585,'7'10,"2"-1,-1 0,1 0,0 0,1-1,0-1,1 0,-1 0,1-1,0 0,1-1,-1 0,1-1,0 0,1-1,-1 0,0-1,1 0,-1-1,1-1,0 0,-1 0,1-2,-1 1,1-2,-1 1,0-2,0 0,0 0,-1-1,9-5,-15 7,0-1,0 1,0-1,-1 0,0 0,0-1,0 0,0 1,-1-1,0 0,0-1,0 1,-1 0,1-1,-1 0,0 1,-1-1,0 0,0 0,0 0,0 0,-1 0,0 0,-1 0,1 0,-1 0,0 0,0 0,-1 1,0-1,0 0,0 1,-1-1,0 1,0 0,0 0,0 0,-1 0,0 1,0-1,-3-2,1 1,-1 0,-1 0,1 1,-1 0,0 0,0 1,0 0,0 0,-1 1,0 0,1 0,-1 1,0 0,0 1,-1 0,1 0,0 1,0 0,0 1,0 0,-1 0,1 1,0 0,1 1,-1 0,0 0,1 1,0 0,0 1,0-1,0 2,1-1,0 1,-2 2,-1 2,1 0,0 1,0 0,1 0,1 1,0 0,0 1,2 0,-1 0,1 0,1 0,0 4,-8 36</inkml:trace>
</inkml:ink>
</file>

<file path=ppt/ink/ink1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14T06:45:12.032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148 281,'2'21,"1"13,0 8,-1 3,0 1,-1-2,0-7,-1-10</inkml:trace>
  <inkml:trace contextRef="#ctx0" brushRef="#br0" timeOffset="173.532">1 0,'6'14,"13"11,1 2</inkml:trace>
  <inkml:trace contextRef="#ctx0" brushRef="#br0" timeOffset="470.727">268 496,'44'-22,"-8"6,0-3,-1 0,-1-3,0-1,12-13,-16-2,-29 37,-1 0,1 0,-1 0,1 0,-1 0,1 0,-1 0,0 0,0 0,1 0,-1 0,0 0,0 0,0 0,0 0,0-1,0 1,-1 0,1 0,0 0,-1 0,1 0,0 0,-1 0,1 0,-1 0,1 1,-1-1,0 0,1 0,-1 0,0 0,0 1,0-1,1 0,-1 1,0-1,0 1,0-1,0 1,0-1,0 1,-6-1,0 1,1-1,-1 2,1-1,-1 1,0 0,1 0,-1 0,1 1,0 0,-1 1,1-1,0 1,0 0,1 1,-1-1,1 1,0 0,-3 3,0-1,0 1,1 0,0 1,0 0,1 0,0 0,0 0,1 1,0 0,0 0,0 4,3-9,1 0,0 0,-1-1,2 1,-1 0,0 0,1 0,0 0,0 0,0 0,0 0,1 0,-1 0,1 0,0 0,0 0,1-1,-1 1,1 0,0-1,0 1,0-1,0 0,0 1,1-1,0 0,-1 0,1-1,0 1,1 0,12 5,0 0,0-1,1-1,0-1,0 0,0-1,1-1,-1 0,1-2,-1 0,1-1,0 0,8-3,41-1</inkml:trace>
  <inkml:trace contextRef="#ctx0" brushRef="#br0" timeOffset="950.998">1097 215,'-23'0,"1"1,-1 2,1 0,0 1,-1 1,2 1,-1 1,1 1,0 1,-6 4,25-12,0 0,0 0,-1 0,1 1,0-1,0 0,0 1,0-1,1 1,-1 0,0 0,1-1,-1 1,1 0,-1 0,1 1,0-1,0 0,0 0,0 0,0 1,1-1,-1 1,1-1,-1 0,1 1,0-1,0 1,0-1,0 1,0-1,1 1,-1-1,1 0,0 1,0-1,-1 0,1 1,1-1,-1 0,0 0,1 1,9 7,0 1,0-2,1 1,0-2,1 1,0-2,0 0,1 0,0-1,5 1,-7-2,148 62,-159-67,1 0,-1 0,1 0,-1 1,0-1,1 1,-1-1,1 1,-1-1,0 1,0 0,1-1,-1 1,0 0,0 0,0 0,0 0,0 0,0 0,0 0,0 1,0-1,0 0,-1 0,1 1,0-1,-1 0,1 1,-1-1,0 1,1-1,-1 1,0-1,0 0,0 1,0-1,0 1,0-1,-1 1,1-1,0 1,-1-1,1 0,-1 1,1-1,-1 0,0 2,-5 0,0 1,0-1,-1-1,1 1,0-1,-1 0,0-1,1 1,-1-1,0-1,0 1,0-1,1 0,-7-1,12 1,0 0,0 0,0 0,0 0,0 0,0-1,0 1,0 0,0 0,0-1,0 1,0 0,0-1,0 1,0-1,0 0,1 1,-1-1,0 0,0 1,1-1,-1 0,0 0,1 0,-1 1,0-1,1 0,0 0,-1 0,1 0,-1 0,1 0,0 0,0 0,0 0,-1 0,1 0,0 0,0-1,0 1,1 0,-1 0,0 0,0 0,25-45,-2 20,0 1,1 1,2 1,0 1,2 1,11-5,-38 26,38-20,-38 20,0 0,0-1,0 1,0 0,0 0,0 0,0 0,0 1,-1-1,1 0,0 0,0 0,0 1,0-1,0 0,0 1,-1-1,1 1,0-1,0 1,-1 0,1-1,0 1,-1 0,1-1,-1 1,1 0,-1 0,1-1,-1 1,1 0,-1 0,0 0,1 0,-1 0,0-1,0 1,0 0,0 0,0 0,0 0,0 0,8 69,-8-55,1 0,1-1,0 1,1 0,0-1,2 1,-1-1,2 0,5 10,-8-18,0-1,0 0,1 0,-1 0,1 0,0-1,0 1,1-1,-1 0,1-1,0 1,0-1,0 0,1 0,-1 0,1-1,-1 0,1 0,0 0,0-1,0 0,0 0,0 0,0-1,0 0,0 0,0-1,0 1,2-2,20-7</inkml:trace>
  <inkml:trace contextRef="#ctx0" brushRef="#br0" timeOffset="1214.985">1431 54,'-9'20,"4"17,7 8,3-4</inkml:trace>
  <inkml:trace contextRef="#ctx0" brushRef="#br0" timeOffset="1717.639">1618 629,'13'-36,"-2"0,-2-1,-1 0,-2-1,-1 0,-3 0,0-2,-13 2,25 41,30 8,-15-4,0 2,0 0,-1 2,14 8,-35-15,1 0,-1 1,-1-1,1 1,-1 1,0-1,0 1,0 0,-1 0,0 1,0 0,0 0,-1 0,0 0,-1 1,0-1,0 1,1 6,3 90,-7-102,0 0,0-1,0 1,0 0,0-1,1 1,-1-1,0 1,1-1,-1 1,1-1,0 1,0-1,-1 1,1-1,0 0,0 1,0-1,0 0,1 0,-1 0,0 0,0 0,1 0,-1 0,1 0,-1 0,0-1,1 1,-1-1,1 1,0-1,-1 1,1-1,-1 0,1 0,0 0,-1 0,1 0,0 0,66-12,-52 8,-1-2,0 1,0-2,-1 0,0-1,0-1,-1 0,5-4,-13 9,0-1,1 0,-2 0,1 0,0-1,-1 0,0 0,-1 0,1 0,-1 0,0-1,-1 1,1-1,-1 0,-1 0,1 0,-1 0,0 0,-1 0,0-1,0 6,-1 1,0-1,1 0,-1 0,0 0,0 1,0-1,-1 0,1 1,0-1,0 1,-1-1,1 1,-1 0,0-1,1 1,-1 0,0 0,1 0,-1 0,0 1,0-1,0 0,0 1,0 0,0-1,0 1,0 0,0 0,0 0,0 0,0 0,0 0,0 1,0-1,0 1,0-1,0 1,1 0,-1 0,0 0,0 0,1 0,-1 0,0 0,1 1,-1-1,1 0,-1 2,-2-1,1 0,-1 0,1 1,0 0,0-1,0 1,0 0,1 0,-1 1,1-1,0 0,0 1,0 0,0-1,0 1,1 0,0 0,0 0,0 0,0 0,0 0,1 0,0 0,0 0,0 0,0 0,1 0,0 0,-1 1,2-2,-1 1,0 0,1 0,-1 0,1-1,0 1,1-1,-1 1,0-1,1 0,0 0,1 1,11 4,0-1,1 0,0-1,1 0,-1-2,1 0,0 0,0-2,0 0,0-1,14-1,35 0,-7-2</inkml:trace>
  <inkml:trace contextRef="#ctx0" brushRef="#br0" timeOffset="2063.509">2754 468,'-5'-9,"0"0,-1 1,0 0,0-1,-1 2,0-1,-1 1,0 0,0 1,0 0,-1 0,1 0,-2 2,1-1,0 1,-9-3,15 7,-1-1,1 1,0 0,-1 0,1 1,0-1,-1 0,1 1,0 0,-1 0,1 0,0 0,0 1,0-1,0 1,0 0,0 0,0 0,1 0,-1 0,1 0,-1 1,1-1,0 1,0 0,0 0,0 0,-1 2,-1 4,0-1,0 1,1-1,0 1,0 0,1 0,0 1,1-1,0 0,0 1,1-6,0 1,1-1,-1 0,1 0,0 0,0 0,0-1,1 1,-1 0,1 0,0-1,0 1,0-1,1 1,-1-1,1 0,0 0,0 0,0-1,0 1,0-1,0 1,1-1,-1 0,1 0,0-1,0 1,-1-1,1 0,0 0,0 0,0 0,0-1,0 1,0-1,1 0,-1 0,0-1,3 0,0 1,1-1,0-1,-1 1,1-1,-1-1,1 1,-1-1,0 0,0-1,0 0,-1 0,1 0,-1-1,0 0,0 0,-1-1,1 0,-1 0,-1 0,1 0,0-3,-1-7,-13 30,8-10,1-1,0 1,-1 0,1 0,1-1,-1 1,0 0,1 0,0-1,0 1,0-1,0 1,1-1,-1 1,1-1,0 0,0 1,0-1,0 0,1 0,-1-1,1 1,0-1,0 1,0-1,2 2,91 45,15-18,-61-22</inkml:trace>
</inkml:ink>
</file>

<file path=ppt/ink/ink1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14T06:45:17.709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321 260,'-23'12,"1"2,1 0,0 1,0 1,2 1,0 1,1 1,1 0,1 1,0 1,2 0,0 1,2 1,0 0,2 1,0 0,2 0,-6 25,12-43,0 0,0-1,0 1,0 0,1 0,0 0,0 0,1 0,0 0,0 0,0 0,1 0,0 0,0 0,0 0,1 0,0-1,0 1,0 0,1-1,0 0,0 0,0 1,1-2,-1 1,1 0,1-1,-1 0,5 4,-1-6,1-1,0 0,0 0,0-1,0 0,0-1,0 1,0-2,-1 1,1-1,0-1,-1 0,1 0,-1 0,0-1,0-1,0 1,-1-1,0 0,0-1,0 0,2-2,15-13,-1 0,-1-2,-1 0,-1-1,-1-1,-2-1,0-1,-2 0,0-1,-2-1,-2 0,0 0,-2-1,-1-1,-2 1,-1-1,-1 0,-2-1,0-1,-3 18,1 1,-2 0,1 0,-2 0,0 0,-1 0,0 1,-6-11,8 18,0 1,-1 0,0 0,0 1,-1-1,1 0,-1 1,0 0,0 0,0 0,-1 1,1-1,-1 1,0 0,0 0,0 1,0-1,0 1,-1 1,1-1,-1 1,1-1,-2 1,-1 1,1 0,-1 0,1 1,-1 0,0 0,1 1,0-1,-1 2,1-1,0 1,0 0,0 1,1-1,-1 1,1 1,0-1,0 1,0 0,1 1,-7 5,2 1,-1 0,2 0,-1 1,2 0,0 1,0 0,-3 12,4-7,1 1,1-1,1 1,1 0,1 0,1 0,0 0,1 0,2 0,0 0,1 0,1 0,0-1,2 1,0-1,1-1,2 1,3 6,24 42,3-2,3-2,3-1,11 8,-54-68,94 120,-78-97</inkml:trace>
  <inkml:trace contextRef="#ctx0" brushRef="#br0" timeOffset="891.853">789 729,'-1'-1,"0"0,1 1,-1-1,0 0,0 0,1 0,-1 1,1-1,-1 0,1 0,-1 0,1 0,-1 0,1 0,0 0,0 0,0 0,-1-1,1 1,0 0,0 0,0 0,0 0,1 0,-1 0,0 0,0 0,1 0,-1 0,1 0,-1 0,1 0,-1 0,1 0,-1 0,1 1,0-1,-1 0,1 0,0 0,0 1,0-1,0 1,0-1,-1 0,2 1,1-4,103-145,-105 147,-1 2,0-1,0 0,0 0,0 1,0-1,0 0,1 1,-1-1,0 0,0 1,0-1,1 0,-1 1,0-1,1 0,-1 1,0-1,1 1,-1-1,1 1,-1-1,1 1,-1-1,1 1,0-1,-1 1,1 0,-1-1,1 1,0 0,-1 0,1-1,0 1,-1 0,1 0,0 0,0 0,-1 0,1 0,0 0,-1 0,1 0,0 0,-1 0,1 0,0 1,-1-1,1 0,0 1,-1-1,1 0,0 1,-1-1,1 0,-1 1,1-1,-1 1,1-1,-1 1,1 0,-1-1,0 1,1-1,-1 1,5 135,22 168,-7-129,-20-167,1-6,0-1,0 1,0 0,0 0,-1 0,1 0,-1 0,1 0,-1 0,0 0,0 0,0 0,0 0,0 0,-1 0,1 0,0 0,-1 0,1 0,-1 0,0 0,0 0,0-1,0 1,0 0,0 0,0-1,-1 1,1-1,0 1,-1-1,1 0,-1 0,0 1,1-1,-1 0,0 0,0 0,0-1,0 1,0 0,0-1,-5-3,-1 0,1 0,0-1,0 0,0-1,1 0,-1 0,1 0,0 0,1-1,-1 0,1 0,0-1,-3-5,8 11,0 1,-1 0,1-1,0 1,-1-1,1 1,0 0,0-1,0 1,-1-1,1 1,0-1,0 1,0-1,0 1,0-1,0 1,0-1,0 1,0-1,0 1,0-1,0 1,0-1,0 1,0-1,0 1,1 0,-1-1,0 1,0-1,1 1,-1-1,0 1,1 0,-1-1,0 1,1 0,-1-1,0 1,1 0,-1-1,1 1,-1 0,1 0,-1 0,0-1,1 1,-1 0,1 0,-1 0,1 0,-1 0,1 0,33-3,-27 3,342 2,-306-1</inkml:trace>
</inkml:ink>
</file>

<file path=ppt/ink/ink1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14T06:45:16.564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187 187,'23'5,"23"1,22 0,22-2,22 2,15-1,10 1,-1 2,-7 4,-14 3,-18-2,-25-3</inkml:trace>
  <inkml:trace contextRef="#ctx0" brushRef="#br0" timeOffset="566.871">401 0,'-351'231,"302"-190,49-40,-1 0,1 0,0-1,0 1,0 0,0 0,0 0,1 0,-1-1,0 1,0 0,0 0,1 0,-1-1,0 1,1 0,-1 0,1-1,-1 1,1 0,-1-1,1 1,-1-1,1 1,0 0,-1-1,1 0,0 1,-1-1,1 1,0-1,0 0,-1 1,1-1,0 0,0 0,0 0,0 1,-1-1,1 0,1 0,196 49,-143-28,-1 2,-1 3,5 5,32 16,-83-43,-1 0,0-1,1 0,-1 0,0 0,1-1,0 0,-1 0,1-1,0 0,0 0,0 0,0-1,1 0,-5-2,0 0,-1-1,1 1,-1-1,1 1,-1-1,0 0,0 0,0 0,0 0,-1 0,1 0,-1-1,0 1,0-1,0 1,0 0,0-1,-1 0,0 1,1-1,-2 1,1-3,0 4,2-27,-1-1,-2 1,-1 0,-1-1,-2 1,-1 1,-1-1,-1 1,-1 0,-2 1,-1 0,-8-12,8 16,12 22,-1 1,1-1,0 1,0 0,0-1,0 1,0-1,0 1,0-1,0 1,0-1,0 1,0-1,0 1,0 0,0-1,0 1,0-1,0 1,0-1,1 1,-1 0,0-1,0 1,1-1,-1 1,0 0,1-1,-1 1,0 0,1-1,-1 1,0 0,1 0,-1-1,1 1,-1 0,0 0,1 0,-1 0,1-1,-1 1,1 0,-1 0,1 0,-1 0,0 0,1 0,-1 0,1 0,-1 0,1 0,-1 1,1-1,-1 0,0 0,1 0,-1 0,1 1,-1-1,0 0,1 0,0 1,23 2</inkml:trace>
</inkml:ink>
</file>

<file path=ppt/ink/ink1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14T06:45:23.024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177 156,'-15'19,"1"0,1 2,0-1,2 2,0 0,2 0,0 1,1 0,2 0,0 0,2 1,0 0,1 13,0-27,1 0,1 1,0-1,0 0,1 1,1-1,-1 0,2 0,-1 1,1-1,1 0,0 0,0-1,1 1,0-1,1 1,0-1,1-1,-1 1,2-1,-1 0,-3-6,0 0,0-1,0 1,0-1,0 0,0 0,0 0,0 0,1 0,-1-1,0 1,1-1,-1 0,0 0,1 0,-1-1,0 1,0-1,1 0,-1 0,0 0,0 0,0 0,0-1,0 1,0-1,2-1,64-66,-54 45,0 0,-2-1,-1-1,-1 0,-1 0,-1-1,-2-1,0 1,-2-1,-1 0,-2 0,0 0,-2-1,-2-10,1 24,-1 0,-1 0,0 0,-1 0,-1 0,0 0,-7-12,10 22,-1 0,0 0,0 1,0-1,0 1,-1-1,0 1,0 0,0 0,0 1,-1-1,1 1,-1 0,0 0,0 1,0-1,0 1,-1 0,1 1,0-1,-1 1,0 0,0 0,-3 1,1 0,-1 1,0 0,1 0,-1 1,1 0,0 1,-1-1,1 2,0-1,1 1,-1 0,1 1,-1-1,1 2,1-1,-1 1,1 0,0 0,0 1,1-1,-1 2,-1 1,1 1,0 0,0 0,1 1,0-1,1 1,0 1,0-1,1 0,1 1,0-1,1 1,0 0,1 0,0-1,1 3,6 12,1-1,1-1,1 1,1-2,1 1,1-2,2 1,0-2,1 0,1-1,1-1,0 0,2-1,0-2,2 1,34 32,3-3,1-2,1-3,42 19,-58-38</inkml:trace>
  <inkml:trace contextRef="#ctx0" brushRef="#br0" timeOffset="397.01">806 517,'33'-2,"0"1,0 2,0 1,0 2,-1 1,1 1,9 5,26 19,-67-29,1 0,-1 1,1-1,-1 0,0 1,0-1,0 1,1-1,-1 1,-1 0,1 0,0-1,0 1,-1 0,1 0,-1 0,1 0,-1-1,0 1,0 0,0 0,0 0,0 0,0 0,0 0,-1 0,1 0,-1-1,1 1,-1 0,0 0,0 0,0-1,0 1,0-1,-1 2,-7 10,-2-1,1 0,-2-1,0 0,0 0,-13 7,-6 7,30-25,1 0,-1 0,1 1,-1-1,1 0,-1 1,1-1,-1 0,1 1,-1-1,1 0,-1 1,1-1,-1 1,1-1,0 1,-1-1,1 1,0-1,-1 1,1-1,0 1,0-1,0 1,0-1,-1 1,1 0,0-1,0 1,0-1,0 1,0 0,0-1,0 1,1-1,-1 1,0 0,0-1,0 1,1-1,-1 1,0-1,1 1,27 8,-7-6,0 0,0 1,0 1,-1 1,1 0,-1 2,-1 1,0 0,0 1,-1 1,0 1,-1 1,2 1,-17-12,1 1,-1-1,0 1,1-1,-1 1,0 0,0 0,-1-1,1 1,-1 1,1-1,-1 0,0 0,0 0,-1 1,1-1,-1 0,1 1,-1-1,0 0,0 1,-1-1,1 1,-1-1,1 0,-1 0,0 1,0-1,-1 0,1 0,-1 0,1 0,-3 2,-3 2,-1-1,0 0,0-1,0 0,-1 0,1 0,-1-1,0-1,-1 0,1 0,0 0,-1-1,-3 0,-48 10</inkml:trace>
</inkml:ink>
</file>

<file path=ppt/ink/ink1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14T06:45:22.001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292 213,'18'0,"20"0,21 0,24-3,20-2,18-1,9 1,0 1,-8 1,-16 3,-26 3</inkml:trace>
  <inkml:trace contextRef="#ctx0" brushRef="#br0" timeOffset="504.372">359 65,'-62'31,"2"3,1 2,-37 32,93-67,0 1,-67 63,69-64,1 0,-1 0,0 0,1 0,-1 0,1 0,0 0,-1 0,1 0,0 1,0-1,0 0,0 0,0 0,0 0,0 0,0 1,0-1,0 0,1 0,-1 0,0 0,1 0,-1 0,1 0,-1 0,1 0,0 0,-1 0,1 0,0 0,0 0,0-1,-1 1,1 0,0 0,0-1,0 1,0-1,1 1,47 18,-46-18,356 82,-215-38,-143-44,0-1,1 1,-1-1,0 1,1-1,-1 0,0 1,0-1,1 0,-1 0,0 0,1 0,-1 0,0-1,1 1,-1 0,0-1,1 1,-1 0,0-1,0 0,0 1,0-1,1 0,-1 1,0-1,0 0,0 0,0 0,-1 0,1 0,0 0,0 0,-1 0,1 0,0-1,-1 1,1 0,-1 0,1-1,-1 1,0 0,0-1,0 1,1 0,-1 0,0-1,-1 0,1-25,-2 1,-1-1,-1 0,-2 1,0 0,-2 0,-1 1,-1 0,0 1,-2 0,-11-16,-45-76,68 116,1 0,-1 0,1 1,-1-1,1 0,0 0,-1 0,1 0,-1 0,1 0,0 0,-1-1,1 1,-1 0,1 0,0 0,-1-1,1 1,-1 0,1 0,-1-1,1 1,-1 0,1-1,-1 1,1-1,-1 1,0-1,1 1,-1-1,0 1,1-1,-1 1,0-1,0 1,1-1,-1 1,0-1,0 0,0 1,0-1,0 1,0-1,0 0,0 1,0-1,0 1,0-1,0 0,0 1,-1-1,1 1,0-1,0 1,-1-1,26 9</inkml:trace>
</inkml:ink>
</file>

<file path=ppt/ink/ink1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14T06:45:21.100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264 207,'-10'0,"0"0,0 1,0 1,0 0,0 0,1 1,-1 0,1 1,0 0,0 0,0 1,0 0,1 1,0-1,0 2,1-1,-1 1,1 0,1 1,0 0,0 0,-2 4,-1 1,0 1,2 0,-1 1,2 0,0 0,1 0,0 1,2-1,-1 1,2 0,0 0,1 1,1-1,1 3,-1-10,0 0,1 0,1 0,-1 0,2 0,-1 0,1-1,0 1,1-1,0 0,0 0,1 0,0 0,1-1,-1 0,1 0,1 0,-1-1,1 0,0 0,1-1,-1 0,1 0,0-1,5 3,-1-4,0 0,0-1,0 0,0-1,0 0,0-1,1 0,-1-1,0-1,0 0,0 0,0-1,0-1,-1 0,1 0,-1-1,0-1,0 0,-1 0,0-1,0 0,-1-1,1 0,-2-1,1 1,-1-2,-1 1,1-1,-2 0,1-1,-2 0,1 0,2-8,0-1,-1-1,0 1,-2-1,0-1,-1 1,-1-1,-2 1,0-1,-1 1,-1-1,-1 0,0 1,-2-1,-1 1,-1 0,0 1,-2-1,0 1,-1 1,-1-1,-11-14,14 25,0 0,0 0,-1 1,0 0,-1 0,1 1,-2 0,1 1,-9-5,15 9,0 1,0-1,0 1,-1-1,1 1,0 0,-1 1,1-1,-1 0,0 1,1 0,-1 0,1 0,-1 0,1 1,-1-1,1 1,-1 0,1 0,-1 0,1 0,0 1,0-1,-1 1,1 0,0 0,1 0,-1 0,0 1,1-1,-1 1,-1 1,-3 8,1 1,0 0,0 0,1 0,1 0,0 1,1 0,0 0,1 0,1 0,0 0,1 0,1 0,0 0,1 0,0 0,1 0,2 4,4 16,2-1,2-1,1 1,1-2,1 0,2-1,1-1,2-1,1 0,0-2,2 0,2-2,10 8,-24-21,1-1,-1-1,1 0,1-1,0-1,0 0,11 4,0-4</inkml:trace>
  <inkml:trace contextRef="#ctx0" brushRef="#br0" timeOffset="356.279">678 567,'2'-3,"1"0,0 0,0 0,0 0,0 1,0-1,0 1,1 0,-1 0,1 0,-1 0,1 1,0-1,0 1,0 0,0 0,0 1,0-1,0 1,0-1,0 1,0 1,0-1,4 1,2 1,1 0,0 1,-1 0,1 0,-1 1,0 1,0 0,6 4,-10-5,-1-1,1 1,-1 1,-1-1,1 1,0 0,-1 0,0 0,0 0,-1 1,1 0,-1-1,-1 1,1 0,-1 1,0-1,0 0,-1 1,1-1,-2 1,1 3,-1 4,0 1,-1-1,-1 0,0 0,-1 1,0-1,-1-1,-1 1,-3 5,-25 66,33-83,1-1,-1 0,0 0,1 1,-1-1,1 0,-1 0,1 1,0-1,0 0,-1 0,1 0,0 0,0 0,0 0,0 0,0 0,0 0,0-1,0 1,1 0,-1-1,0 1,0-1,0 1,1-1,-1 0,0 1,1-1,-1 0,0 0,1 0,-1 0,24 3,-1-1,1-1,-1-1,1-2,-1 0,15-4,-12 2,161-25,57-21,-168 32</inkml:trace>
</inkml:ink>
</file>

<file path=ppt/ink/ink1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14T06:45:20.106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128 215,'20'5,"24"1,21 0,21-2,16 0,9-2,1-1,-7-1,-14 0,-21 0,-22 0</inkml:trace>
  <inkml:trace contextRef="#ctx0" brushRef="#br0" timeOffset="495.662">409 1,'-22'2,"0"1,0 1,1 1,-1 1,1 1,1 1,-1 0,1 2,1 0,0 1,-17 14,6-2,1 2,1 2,-24 28,51-53,0 0,1-1,-1 1,1 0,-1 0,1 0,0-1,-1 1,1 0,0 0,0 0,0 0,1 0,-1 0,0-1,1 1,-1 0,1 0,0-1,-1 1,1 0,0-1,0 1,0 0,0-1,0 1,1-1,-1 0,0 1,1-1,-1 0,1 0,-1 0,1 0,0 0,-1 0,1 0,0-1,-1 1,1-1,0 1,0-1,0 0,0 1,0-1,8 5,67 39,31 18,3-4,109 39,-157-83,-61-15,-1 0,0-1,0 1,0 0,0 0,0 0,0-1,0 1,0 0,0-1,-1 1,1 0,-1-1,1 1,-1-1,1 0,-1 1,0-1,0 1,0-1,0 1,0-1,0 0,0 1,0-1,0 1,-1-1,1 1,-1-1,1 1,-1-1,0 1,0 0,1-1,-1 1,0 0,0-1,0 1,-1 0,1 0,-1 0,-31-53,-2 3,-2 1,-18-16,-1-3,-1-9,56 77,1 0,-1 1,0-1,1 0,-1 0,1 0,-1 0,1 0,0 0,-1 1,1-1,0 0,0 0,0 0,0 0,0 0,0 0,0 0,0 0,0 0,0 0,0 0,0 0,1 0,-1 0,0 0,1 0,-1 0,1 0,-1 1,1-1,-1 0,1 0,0 1,-1-1,1 0,0 1,0-1,0 0,-1 1,2-1,39-6,4 7</inkml:trace>
</inkml:ink>
</file>

<file path=ppt/ink/ink1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14T06:45:50.092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27 214,'2'0,"62"0,0 2,0 3,7 4,-40-3,24 5,2-2,-1-3,1-2,33-3,283-15,-23 7,-107 9,192 12,-385-11,0-2,0-2,19-4,24-2,1 5,37 5,36 11,-88-3,-94-14,-2 0</inkml:trace>
  <inkml:trace contextRef="#ctx0" brushRef="#br0" timeOffset="629.769">2567 94,'-1'8,"9"2,0-1,1 0,0 0,1-1,0 0,0 0,1-1,0-1,0 0,1 0,0-1,9 6,96 54,-115-64,-1 0,0-1,0 1,1 0,-1 0,0 1,0-1,0 0,0 0,0 1,-1-1,1 0,0 1,0-1,-1 1,1-1,-1 0,1 1,-1 0,0-1,0 1,0-1,0 1,0-1,0 1,0-1,0 1,0 0,-1-1,1 1,-1-1,1 1,-1-1,1 0,-1 1,0-1,0 0,0 1,0-1,0 0,0 0,0 0,0 0,0 0,-1 0,1 0,0 0,-1 0,0 0,-17 11,-1 0,-1-2,1 0,-2-1,1-1,-1-1,-22 3,32-6,-160 38,166-39,24-13,-13 3,0-1,0 0,0 0,-1 0,0-1,-1 1,1-1,-2 0,1 0,-1 0,-1 0,0-1,0 1,-1 0,0 0,0-1,-1 1,-1-3,2-13,0 24,0-24,0 1,-1-1,-2 1,0-1,-2 1,-2-4,7 28,0 1,0-1,-1 0,1 1,0-1,-1 0,1 1,0-1,-1 0,1 0,-1 1,1-1,0 0,-1 0,1 0,-1 0,1 1,-1-1,1 0,-1 0,1 0,-1 0,1 0,-1 0,1 0,0 0,-1 0,1-1,-1 1,1 0,-1 0,1 0,-1 0,1-1,0 1,-1 0,1 0,-1-1,1 1,0 0,-1-1,1 1,0 0,0-1,-1 1,1-1,0 1,0 0,-1-1,1 1,0-1,0 1,0-1,0 1,0-1,-10 44,1 28,5-38</inkml:trace>
  <inkml:trace contextRef="#ctx0" brushRef="#br0" timeOffset="1544.981">455 26,'2'-10,"-19"14,-347 183,289-154,110-12,174 123,-190-133,0 0,1-1,0-1,1-1,0-1,0-1,1-1,-1 0,1-2,17 1,-37-4,1 0,-1-1,0 1,0 0,0-1,0 0,0 1,1-1,-1 0,-1 0,1 0,0 0,0 0,0-1,0 1,-1-1,1 1,-1-1,1 1,-1-1,0 0,1 0,-1 0,0 0,0 1,0-2,-1 1,1 0,0 0,-1 0,1 0,-1 0,0 0,0-1,0 1,0 0,0 0,0 0,0-1,-1 1,1 0,-1 0,-1-2,-3-25,-2 0,-1 1,-2 0,-7-15,6 13,-68-161,84 202</inkml:trace>
  <inkml:trace contextRef="#ctx0" brushRef="#br0" timeOffset="3084.205">3263 214,'31'22,"7"-12,1-2,-1-2,1-2,0-1,38-3,-40 1,376 3,296-40,-381 16,148 17,-274 4,-210-3,-3-1</inkml:trace>
  <inkml:trace contextRef="#ctx0" brushRef="#br0" timeOffset="3426.808">5535 0,'19'11,"324"173,-336-180,-3-2,1 0,-1 0,-1 1,1-1,0 1,-1 0,1 0,-1 0,0 1,0-1,0 1,0-1,-1 1,1 0,-1 0,1 2,-4-4,1 0,-1 0,1 0,-1-1,0 1,1 0,-1-1,0 1,0 0,0-1,0 1,-1-1,1 0,0 1,-1-1,1 0,-1 0,1 0,-1 0,1 0,-1 0,0 0,0 0,1-1,-1 1,-1-1,-36 16,-2-3,0-1,0-2,-1-2,-20 0,46-5,-347 36,294-35</inkml:trace>
  <inkml:trace contextRef="#ctx0" brushRef="#br0" timeOffset="4185.317">3877 174,'-301'128,"123"-80,212-22,0-6,1 0,0-3,2-1,0-1,1-2,0-2,38 6,-73-16,1 0,-1 0,1 0,-1-1,1 1,-1-1,1 0,-1 0,1 0,-1 0,1-1,-1 1,1-1,-1 0,1 0,-1 0,0-1,1 1,-1-1,0 0,0 0,0 0,0 0,-1 0,1-1,0 1,-1-1,0 1,1-2,-1-7,0 1,-1-1,0 0,0 1,-2-1,1 0,-1 1,-1-1,0 1,0-1,-1 1,0 0,-1 0,0 0,-1 0,0 1,0 0,-2-2,-1-6,0 1,-1 0,0 1,-2 0,1 0,-2 1,0 0,-1 1,-1 0,13 12,0 0,0 1,0-1,0 1,0 0,0-1,0 1,0 0,0 0,0-1,0 1,0 0,0 0,0 0,0 0,0 0,0 0,0 1,0-1,0 0,0 1,0-1,0 0,0 1,0-1,0 1,0 0,0-1,0 1,0 0,1-1,-1 1,0 0,0 0,1 0,-1-1,1 1,-1 0,1 0,-1 0,1 0,-1 0,1 0,0 0,0 0,0 0,-1 0,1 1,0-1,0 0,0 0,0 0,1 1,-5 23</inkml:trace>
</inkml:ink>
</file>

<file path=ppt/ink/ink1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14T06:45:55.583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10 6</inkml:trace>
  <inkml:trace contextRef="#ctx0" brushRef="#br0" timeOffset="564.102">10 6,'-3'0,"0"-2,0-2</inkml:trace>
</inkml:ink>
</file>

<file path=ppt/ink/ink1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14T06:45:58.481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0 81,'99'1,"74"0,0-8,19-9,-60-1,126 0,274 5,27-2,-67 15,-110 13,387-6,46-2,-495-7,386 1,-599 14,0-1,-91-12,1 1,-1 1,0 1,0 0,-1 1,9 4,-18-4,-21-9,1-4</inkml:trace>
</inkml:ink>
</file>

<file path=ppt/ink/ink1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14T06:45:59.014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40 1,'0'-1,"-1"1,1 0,-1 0,1 0,-1 1,0-1,1 0,-1 0,1 0,-1 0,1 0,-1 1,1-1,-1 0,1 0,-1 1,1-1,-1 0,1 1,-1-1,1 1,0-1,-1 0,1 1,0-1,-1 1,1-1,0 1,0-1,-1 1,1-1,0 1,0-1,0 1,0 0,0-1,0 1,0-1,0 1,0-1,0 1,0 0,0-1,0 1,0-1,0 1,1-1,-1 1,0-1,0 1,1-1,-1 1,0-1,1 1,-1-1,0 1,21 28,-7-19,1 0,0-1,0-1,1 0,0-1,1-1,0 0,13 2,12 5,-16-4,-10-6,0 2,-1 0,1 1,-1 0,0 1,-1 1,0 0,0 1,-1 1,0 0,0 1,8 10,-19-19,-1 0,0 0,0 0,0 0,0 0,0 0,-1 0,1 0,-1 0,1 0,-1 0,0 0,0 1,1-1,-2 0,1 0,0 0,0 1,-1-1,1 0,-1 0,0 0,0 0,1 0,-1 0,-1 0,1 0,0 0,0-1,-1 1,1 0,-1-1,1 1,-1-1,0 1,0-1,1 0,-1 0,0 0,0 0,0 0,-2 0,-22 10,0-2,0-1,-1-1,0-1,0-1,-1-2,1-1,-8-1,35-1,-187 5,181-12,24-3,-12 7,10-6,0-1,0 0,-1-1,-1-1,0 0,0-1,4-6,-14 14,0 1,-1-1,1 0,-1 0,0-1,0 1,0-1,-1 1,0-1,0 0,0 0,-1 0,0 0,0 0,-1 0,0 0,0-1,0 1,0 0,-1 0,0 0,-1 0,1 0,-2-2,0 2,0 0,0 1,-1-1,1 1,-1 0,-1 0,1 0,-1 0,1 1,-2 0,-4-3,9 5,-1 1,0-1,0 1,0 0,0 0,0 0,0 0,0 0,0 0,-1 1,1-1,0 1,0-1,-1 1,1 0,0 0,-1 0,1 0,0 1,0-1,-1 0,1 1,0 0,0-1,0 1,-1 0,1 0,0 0,0 1,1-1,-1 0,0 1,0-1,0 2,-4 7,1 1,0 0,1 0,0 0,1 0,0 1,1-1,1 1,-1 0,2 0,0-1,0 1,1 0,0 0,1-1,1 1,-2 1,4 34</inkml:trace>
</inkml:ink>
</file>

<file path=ppt/ink/ink1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14T06:46:00.815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475 68,'-9'-2,"-1"-1,1 2,0-1,-1 1,1 0,-1 1,1 0,0 1,-1 0,1 0,-1 1,1 0,0 1,-7 3,-65 23,2 3,-55 33,118-57,-1 1,32-14,0 0,0 1,0 1,1 0,0 1,-1 1,1 0,0 1,5 1,-6 4,0-1,-1 2,0 0,0 1,0 0,-1 1,0 0,-1 1,9 9,-12-10,0-1,0 1,0-2,1 1,0-1,0-1,1 1,-1-2,1 0,0 0,0-1,1 0,-1-1,1 0,-1-1,1 0,2-1,-9-1,1 0,0-1,-1 1,1-1,-1 0,0-1,0 0,0 1,0-2,0 1,0 0,-1-1,0 0,1 0,-1 0,-1-1,1 1,-1-1,0 0,0 0,0 0,-1 0,1-1,-1 1,-1-1,1 1,-1-1,0 0,0 1,0-1,-1 0,0-5,-3-168,3 177,0 1,0 0,0 0,0-1,-1 1,1 0,0 0,0 0,-1 0,1-1,-1 1,1 0,-1 0,0 0,1 0,-1 0,0 0,1 0,-1 0,0 1,0-1,0 0,0 0,0 1,0-1,0 0,0 1,0-1,-1 1,1-1,0 1,0 0,0 0,0-1,-1 1,1 0,0 0,0 0,-1 0,-49 14,46-12,-108 45,54-21,-1-2,-1-3,-23 3,67-20,45-10,313-90,-318 88,-53 13,-276 106,304-110,-18 9,20-10,0 0,0 0,1 0,-1 0,0 0,0 1,0-1,1 0,-1 0,0 0,0 0,0 0,1 0,-1 0,0 0,0 1,0-1,0 0,1 0,-1 0,0 0,0 1,0-1,0 0,0 0,0 0,0 1,1-1,-1 0,0 0,0 0,0 1,0-1,0 0,0 0,0 1,0-1,0 0,0 0,0 0,0 1,0-1,0 0,-1 0,1 0,0 1,0-1,0 0,0 0,0 0,0 1,0-1,-1 0,1 0,0 0,0 0,0 1,0-1,-1 0,1 0,0 0,0 0,141-1,45-22,-428 100,225-69,48-3,10-12,0-2,0-1,-1-3,15-7,-37 12,-51 10,-132 53,165-54,0-1,1 0,-1 0,0 0,0 0,0 0,1 1,-1-1,0 0,0 0,0 0,1 1,-1-1,0 0,0 0,0 0,0 1,0-1,1 0,-1 0,0 1,0-1,0 0,0 0,0 1,0-1,0 0,0 1,0-1,0 0,0 0,0 1,0-1,0 0,0 0,-1 1,1-1,0 0,0 0,0 1,0-1,0 0,-1 0,1 0,0 1,0-1,29-1,-6-1,-1-2</inkml:trace>
</inkml:ink>
</file>

<file path=ppt/ink/ink1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4-05T05:47:19.144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1 616,'0'0,"0"-1,1 1,-1 0,0-1,1 1,-1-1,0 1,1 0,-1-1,0 1,1 0,-1-1,1 1,-1 0,1-1,-1 1,1 0,-1 0,0 0,1 0,-1-1,1 1,0 0,-1 0,1 0,-1 0,1 0,-1 0,1 0,-1 0,1 1,-1-1,1 0,-1 0,1 0,-1 0,0 1,1-1,-1 0,1 1,-1-1,1 0,-1 1,0-1,1 0,-1 1,0-1,1 0,-1 1,0-1,0 1,1-1,-1 1,0-1,0 1,0-1,0 1,10 17,-1 0,-1 1,-1 0,-1 1,-1-1,0 2,5 17,16 55,-25-87,23 82,-22-88,-1 0,0 0,0 1,0-1,0 0,0 0,1 0,-1-1,0 1,0 0,0 0,0-1,0 1,0 0,1-1,-1 1,0-1,0 1,0-1,-1 0,1 0,0 1,0-1,0 0,0 0,-1 0,1 0,0 0,-1 0,1 0,-1 0,1 0,-1 0,1 0,-1 0,1-1,1-1,12-18,0 0,-1-1,-1-1,0 0,-2 0,4-17,-11 28,5-14,0 0,1 1,1 0,2 1,0 0,7-8,-11 20,-1 1</inkml:trace>
  <inkml:trace contextRef="#ctx0" brushRef="#br0" timeOffset="3042.861">3156 616,'4'2,"1"-1,-1 1,0 0,0 0,1 1,-2-1,1 1,0 0,0 0,-1 0,0 0,1 1,-1-1,-1 1,1 0,0 0,-1 0,0 0,0 0,0 1,-1-1,1 0,-1 1,0-1,0 1,0 0,-1-1,0 1,0 0,0 1,4 13,3 13,1 0,2-1,1 0,14 27,-25-58,0 1,0 0,1-1,-1 1,0-1,1 1,-1 0,1-1,-1 1,1-1,-1 1,1-1,-1 1,1-1,-1 0,1 1,0-1,-1 1,1-1,0 0,-1 0,1 0,0 1,-1-1,1 0,0 0,-1 0,1 0,0 0,0 0,-1 0,1 0,0 0,-1 0,1-1,0 1,-1 0,1 0,0-1,-1 1,1 0,0-1,-1 1,1-1,-1 1,1-1,-1 1,1-1,-1 1,1-1,-1 0,25-34,-24 34,16-32,-2-1,-1 0,-2-1,5-24,24-64,-40 120,-1 1,0 1,1-1,-1 1,0-1,0 1,1-1,-1 1,0 0,1-1,-1 1,1-1,0 1,0 0,-1 0,1-1,0 1,0 0,0 0,0 0,0 0,0 0,1 0,-1 1,0-1,0 0,1 0,-1 1,0-1,1 1,-1-1,1 1,-1 0,1-1,-1 1,0 0,1 0,-1 0,2 0,22 23,-16-17</inkml:trace>
  <inkml:trace contextRef="#ctx0" brushRef="#br0" timeOffset="5488.32">576 1071,'143'24,"36"-13,-83-7,1-5,16-4,90-2,225 7,-311-12,-86 7,0 1,1 2,-1 1,1 1,6 2,30 4,0-4,0-3,24-4,79-1,-4-2,-153 6,-2 0,0 0,0 1,1 1,-1 0,0 0,1 2,-1-1,0 1,5 2,-17-4,-1 0,1 0,0 0,0 0,0 0,-1 0,1 0,0 0,0 0,0 0,-1 1,1-1,0 0,0 0,0 0,-1 0,1 0,0 0,0 0,0 1,0-1,0 0,-1 0,1 0,0 0,0 1,0-1,0 0,0 0,0 0,0 0,0 1,0-1,0 0,0 0,0 0,0 1,0-1,0 0,0 0,-24-1,1-13,13 6</inkml:trace>
  <inkml:trace contextRef="#ctx0" brushRef="#br0" timeOffset="5865.313">2648 910,'26'14,"247"115,-271-129,0 1,-1-1,1 1,0-1,-1 1,1 0,-1 0,0 0,1 0,-1 0,1 0,-1 0,0 0,0 1,0-1,0 0,0 1,0-1,0 1,0-1,-1 1,1-1,0 1,-1 0,1-1,-1 1,0 0,0-1,1 1,-1 0,0-1,-1 1,1 0,0-1,0 1,-1 0,1-1,-1 1,1 0,-1-1,0 1,0 1,-9 5,0 0,-1 0,0 0,0-2,-1 1,0-2,0 1,-6 1,-2 1,-166 66,123-51</inkml:trace>
  <inkml:trace contextRef="#ctx0" brushRef="#br0" timeOffset="6960.454">816 897,'-12'10,"0"0,-1-1,-1-1,1 0,-1-1,-12 4,-125 50,149-60,0 0,0 1,0-1,0 1,1 0,-1 0,0-1,1 1,0 0,-1 0,1 0,0 1,0-1,0 0,0 0,0 1,1-1,-1 0,1 1,-1-1,1 1,0-1,0 0,0 1,0-1,0 1,1-1,-1 1,1-1,0 0,-1 1,1-1,0 0,0 0,1 0,-1 0,0 0,1 0,-1 0,1 0,0 0,-1-1,1 1,0 0,0-1,0 0,0 1,0-1,1 0,-1 0,1 0,175 70,-163-64,0-1,1 0,0-1,0-1,0 0,0-1,1-1,-1 0,1-1,11-1,-27-1,1 1,-1 0,1-1,-1 1,0 0,0-1,1 0,-1 1,0-1,0 0,0 1,1-1,-1 0,0 0,0 0,0 0,-1 0,1 0,0 0,0-1,0 1,-1 0,1 0,-1-1,1 1,-1 0,1-1,-1 1,0 0,0-1,0 1,1 0,-1-1,-1 1,1-1,0 0,-10-53,9 52,-43-120,43 109,2 5</inkml:trace>
  <inkml:trace contextRef="#ctx0" brushRef="#br0" timeOffset="7642.626">1271 188,'0'4,"0"10,-2 10,-4 8,0 8,-1 4,-2 1,0-2,0-5,1-5,2-7,2-8</inkml:trace>
  <inkml:trace contextRef="#ctx0" brushRef="#br0" timeOffset="7932.849">896 175,'16'0,"15"0,8 0,7-3,4 1,4-4,1 1,-2-1,-3-3,-6-2,-5 0,-5 0,-6 1,-6 2,-6 2</inkml:trace>
  <inkml:trace contextRef="#ctx0" brushRef="#br0" timeOffset="8858.389">1418 443,'-1'153,"-3"-133,-1-33,2-164,2 173,1 0,0-1,1 1,-1 0,1-1,0 1,0 0,0 0,0 0,1 0,0 0,0 0,0 0,0 1,0-1,1 1,0-1,-1 1,1 0,1 0,-1 0,0 0,1 1,-1 0,1-1,0 1,0 0,0 1,0-1,0 1,0 0,0 0,0 0,4 0,84 7,-90-5,1-1,-1 1,0-1,0 1,0 0,0 0,0 0,0 0,0 0,0 0,0 0,0 1,-1-1,1 1,0-1,-1 1,1 0,-1 0,0 0,0-1,0 1,1 0,-2 0,1 1,0-1,0 0,-1 0,1 0,-1 0,0 1,0-1,1 0,-1 0,-1 1,1-1,0 0,-1 0,1 1,-1-1,-3 9,-2-1,1 0,-1 1,-1-2,0 1,0-1,-1 0,0-1,0 1,-1-2,0 1,-1-1,0-1,0 0,-6 3,-1-3,24-11,-1 3,-1 0,1 1,0 0,0 0,0 0,0 1,0 0,0 0,0 0,-1 1,1-1,0 2,0-1,0 1,-1-1,1 2,-1-1,1 1,-1-1,0 1,0 1,0-1,0 1,-1 0,0 0,1 0,-2 1,1-1,0 1,-1 0,0 0,0 0,0 0,-1 1,0-1,0 1,0 0,0-1,-1 3,0-4,-1-1,0 1,0 0,-1-1,1 1,-1 0,1-1,-1 1,0-1,0 1,-1-1,1 1,-1-1,0 0,0 0,0 0,0 0,0 0,-1 0,1-1,-1 1,1-1,-1 1,0-1,0 0,-1 0,1-1,0 1,0 0,-1-1,-2 1,-9 3,-1-1,0 0,1-1,-1 0,0-2,-11 1,-33-3,62-7,8 2</inkml:trace>
  <inkml:trace contextRef="#ctx0" brushRef="#br0" timeOffset="10864.864">3476 1177,'349'-13,"-27"-15,-207 14,113 1,-119 14,104-14,-65-2,141 3,-4 5,93 0,-171-5,-169 6,-38 1,-3 0</inkml:trace>
  <inkml:trace contextRef="#ctx0" brushRef="#br0" timeOffset="11157.084">5950 857,'30'11,"169"84,-196-94,44 27,-46-27,0 0,0 0,1 0,-1 0,0 0,0 0,0 0,0 0,-1 0,1 0,0 1,0-1,-1 0,1 1,-1-1,1 0,-1 1,1-1,-1 1,0-1,0 0,0 1,0-1,0 1,0-1,0 1,0-1,0 1,-1-1,1 0,-1 1,1-1,-1 0,0 1,-3 4,-1-1,0 0,0-1,-1 1,1-1,-1 0,0 0,0-1,-1 0,1 0,-2 0,0 1,-177 74,79-39</inkml:trace>
  <inkml:trace contextRef="#ctx0" brushRef="#br0" timeOffset="11947.984">3877 1071,'-234'118,"188"-93,67-16,125 36,-113-33,0 0,1-3,0 0,1-3,31 3,-63-8,0-1,0 1,1-1,-1 0,0 0,0 0,0 0,0 0,0-1,0 0,0 1,0-1,0 0,-1 0,1-1,0 1,0-1,-1 1,1-1,-1 0,1 0,-1 0,0 0,0 0,0-1,0 1,0-1,-1 1,1-1,-1 1,1-2,-2-9,0 0,-1 0,-1 0,0 0,-1 1,0-1,-1 1,0 0,-1 0,-1 0,0 0,0 1,-1 0,0 1,-1-1,-1 2,1-1,-1 1,-4-3,6 3,3 2</inkml:trace>
  <inkml:trace contextRef="#ctx0" brushRef="#br0" timeOffset="12320.984">4332 162,'0'-3,"0"5,0 6,0 10,0 10,0 8,0 8,0 3,0 1,0-2,0-4,0-4,0-7,-2-8,-1-11,0-6</inkml:trace>
  <inkml:trace contextRef="#ctx0" brushRef="#br0" timeOffset="12582.559">4025 121,'16'-11,"12"-6,10-1,8 1,8 4,3 1,1 3,0 3,0 0,-4 1,-5 1,-5 2,-10 1</inkml:trace>
  <inkml:trace contextRef="#ctx0" brushRef="#br0" timeOffset="13320.591">4586 349,'-36'189,"33"-158,7-112,-2 48,0 8,0 1,1-1,2 1,0 0,4-7,-8 27,1 0,0 0,0 0,0 0,1 1,0-1,-1 1,1-1,0 1,1 0,-1 0,1 1,-1-1,1 1,0 0,-1 0,1 0,0 0,1 0,-1 1,0 0,0 0,1 0,-1 0,0 1,1 0,-1 0,1 0,1 0,13 2,-1 0,0 2,0 0,0 0,-1 2,9 3,26 18,-51-26,1 0,-1 0,0 0,0 0,0 0,0 0,0 1,0-1,0 0,0 0,0 1,-1-1,1 0,0 1,-1-1,1 1,-1-1,0 1,1-1,-1 1,0-1,0 1,0-1,0 1,0-1,0 1,-1 0,1-1,0 1,-1-1,1 0,-1 1,0-1,1 1,-1-1,0 1,-7 5,0 1,0-1,0 0,-1-1,0 0,0 0,-1-1,0-1,0 1,0-1,0-1,-1 0,1 0,-8 0,-63 15,134-20,-53 2,15-3,0 1,0 0,1 1,-1 0,0 2,0-1,0 2,0 0,0 1,0 1,0 0,-1 1,0 0,0 1,0 1,11 7,-23-13,0 1,0-1,0 1,0 0,-1 0,1 0,0 0,-1 0,1 0,-1 0,0 0,0 1,0-1,0 0,0 1,0-1,-1 1,1-1,-1 1,0-1,1 1,-1-1,0 1,-1-1,1 1,0-1,-1 1,1-1,-1 1,0-1,0 1,0-1,0 0,0 1,-1-1,1 0,-1 0,1 0,-1 0,0 0,1-1,-1 1,0 0,0-1,-1 1,0 0,-17 8,-1 0,0-1,-1-1,1-1,-1-1,-1-1,1-1,-17 0,-24 3,50-8</inkml:trace>
</inkml:ink>
</file>

<file path=ppt/ink/ink1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4-05T05:47:38.446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334 1293,'1'0,"-1"0,0 1,0-1,1 0,-1 0,0-1,0 1,1 0,-1 0,0 0,0 0,0 0,1 0,-1 0,0 0,0 0,1 0,-1-1,0 1,0 0,0 0,0 0,1 0,-1-1,0 1,0 0,0 0,0 0,0-1,1 1,-1 0,0 0,0 0,0-1,0 1,0 0,0 0,0-1,0 1,0 0,0 0,0-1,0 1,0 0,0 0,0-1,0 1,0 0,0 0,0 0,-1-1,1 1,0 0,0 0,0 0,0-1,0 1,-1 0,1 0,0 0,0 0,0-1,-1 1,145-3,32 11,18-1,-121-9,502 2,-344-13,-39 0,134 0,-1 2,-48-6,63 4,1044 14,-1182 11,120-12,-80-13,84 13,-140-13,-43-14,-14 13,-24 1,-19 5,-30 2,-59 6</inkml:trace>
  <inkml:trace contextRef="#ctx0" brushRef="#br0" timeOffset="453.784">6056 960,'-5'-2,"-8"-1,14 8,230 153,-180-106,-50-51,0 1,1 0,-1 0,0 0,-1 0,1 0,0 0,0 0,-1 1,0-1,1 0,-1 0,0 0,0 1,0-1,0 0,0 0,-1 0,1 1,-1-1,1 0,-1 0,0 0,0 0,0 0,0 0,0 0,0 0,0 0,-2 0,-11 11,0 0,-1-1,-1-1,0 0,-1-1,0-1,-8 3,0 1,-131 61,125-64</inkml:trace>
  <inkml:trace contextRef="#ctx0" brushRef="#br0" timeOffset="1722.39">869 1120,'0'-1,"0"1,1-1,-1 1,0 0,0-1,0 1,0-1,0 1,0 0,0-1,0 1,0-1,0 1,0 0,0-1,0 1,0-1,0 1,0 0,0-1,0 1,-1-1,1 1,0 0,0-1,-1 1,1 0,0-1,0 1,-1 0,1-1,0 1,-1 0,1 0,0-1,-1 1,1 0,0 0,-1 0,1 0,-1-1,1 1,0 0,-1 0,1 0,-1 0,1 0,0 0,-1 0,1 0,-1 0,1 0,0 0,-1 0,1 1,-1-1,1 0,0 0,-1 0,1 0,-1 1,1-1,-30 7,-245 126,166-84,109-49,0 0,1 0,-1 0,0 0,1 0,-1 0,0 0,1 0,-1 0,0 0,1 1,-1-1,0 0,0 0,1 0,-1 1,0-1,0 0,1 0,-1 1,0-1,0 0,0 0,1 1,-1-1,0 0,0 1,0-1,0 0,0 1,0-1,0 0,0 1,0-1,0 0,0 1,0-1,0 0,0 1,0-1,0 0,0 0,0 1,0-1,0 0,0 1,-1-1,1 0,0 1,0-1,0 0,-1 0,1 1,0-1,0 0,-1 0,1 0,0 1,0-1,-1 0,1 0,0 0,-1 0,1 1,0-1,30 6,-28-6,-2 0,16 1,0 1,0 0,0 1,0 1,-1 0,0 1,0 1,0 1,0 0,-1 0,4 4,-3 3,1-2,0 0,1-1,0-1,1 0,0-1,1-1,0-1,3 0,-21-6,0-1,1 0,-1 0,0 0,0 1,0-1,0 0,0-1,0 1,0 0,0 0,1 0,-1-1,0 1,0 0,0-1,0 1,0-1,0 1,0-1,-1 0,1 1,0-1,0 0,0 0,0 1,-1-1,1 0,-1 0,1 0,0 0,-1 0,1 0,-1 0,0 0,1 0,-1 0,0 0,0 0,0-1,1 1,-1 0,-3-52,3 50,-6-26,-1 1,-1 0,-2 0,0 1,-2 0,-11-17,2 13,20 32,0-1,0 0,1 1,-1-1,0 0,1 1,-1-1,1 1,-1-1,1 1,-1-1,1 1,-1 0,1-1,-1 1,1 0,0-1,-1 1,1 0,0-1,-1 1,1 0,0 0,0-1,0 1,0 0,0 0,0-1,0 1,0 0,0 0,0-1,0 1,0 0,1 0,-1-1,0 1,1 0,-1 0,15 35,-6-20</inkml:trace>
  <inkml:trace contextRef="#ctx0" brushRef="#br0" timeOffset="2947.157">67 946,'4'23,"5"-6,0 0,2-1,0 0,0 0,2-1,0-1,0 0,1-1,1 0,6 3,-19-15,-1 0,1 0,-1 0,1 0,0 0,-1-1,1 1,0-1,-1 1,1-1,0 0,-1 0,1 0,0 0,0 0,-1 0,1 0,0 0,0-1,-1 1,1-1,0 1,-1-1,1 0,-1 1,1-1,-1 0,1 0,-1 0,0 0,1-1,-1 1,0 0,0 0,0-1,0 1,0-1,0 1,0-1,0 1,0-1,24-75,-23 69,57-302,-59 310,0 0,0 0,1 0,-1 0,0 1,0-1,0 0,0 0,1 0,-1 0,0 0,0 0,0 0,0 0,1 0,-1 0,0 0,0 0,0 0,0 0,1 0,-1 0,0 0,0 0,0 0,0 0,1 0,-1 0,0 0,0 0,0 0,0 0,1-1,-1 1,0 0,0 0,0 0,0 0,0 0,0 0,0-1,1 1,-1 0,0 0,0 0,0 0,0-1,4 8,1-1</inkml:trace>
  <inkml:trace contextRef="#ctx0" brushRef="#br0" timeOffset="6781.918">107 705,'0'0,"0"-1,-1 0,1 1,0-1,0 0,-1 1,1-1,-1 0,1 1,0-1,-1 1,1-1,-1 1,1-1,-1 1,0 0,1-1,-1 1,1-1,-1 1,0 0,1 0,-1-1,0 1,1 0,-1 0,0 0,1 0,-1 0,0 0,0 0,1 0,-1 0,0 0,1 0,-1 0,0 0,1 1,-1-1,0 0,1 0,-1 1,0-1,1 1,-1-1,1 0,-1 1,1-1,-1 1,1-1,-1 1,1 0,0-1,-1 1,1-1,0 1,-1 0,1-1,0 2,-6 110,7-83,31 533,-5-169,-10-316,-17-76,0-1,1 0,-1 0,1 0,-1 0,0 0,1 0,-1 0,1 0,-1 0,0 0,1 0,-1-1,1 1,-1 0,0 0,1 0,-1 0,0-1,1 1,-1 0,0 0,1-1,-1 1,0 0,1-1,-1 1,0 0,0-1,1 1,-1 0,0-1,0 1,0 0,0-1,0 1,1-1,-1 1,0 0,0-1,0 1,0-1,0 1,0 0,0-1,0 1,0-1,-1 1,1 0,0-1,0 1,0-1,0 1,0 0,-1-1,1 1,0 0,0-1,-1 1,1 0,0-1,-1 1,1 0,0 0,-24-263,11-49,4 79,-20-97,3 199,13 99,13 31,0 1,-1 0,1-1,0 1,-1-1,1 1,-1 0,1-1,-1 1,1 0,0-1,-1 1,1 0,-1 0,1-1,-1 1,1 0,-1 0,0 0,1 0,-1 0,1 0,-1 0,1 0,-1 0,1 0,-1 0,1 0,-1 0,1 0,-1 0,1 1,-1-1,1 0,-1 0,1 1,-1-1,1 0,-1 0,1 1,-1-1,1 1,0-1,-1 0,1 1,0-1,-1 1,1-1,0 1,0-1,0 1,-1-1,1 1,0-1,0 1,0-1,0 1,0-1,0 1,0 0,0-1,0 1,0-1,0 1,0-1,0 1,1-1,-1 1,-6 23,2-1,0 1,2 1,0-1,2 20,0-15,6 208,11-1,12 10,2 40,-8-94,-16-188,-2-23,-5 18,20-133,-7-2,-5-20,-6 117,-4-938,2 973,49 577,-29 139,-19-686,5-48,31-262,-13-1,-12-278,-20 415,-1 118,-1 31,-12 84,21-74,-13 149,8 116,6-226,0 217,29 211,-14-392,-9-82,-3-21,0-273,-6 127,-7 2,-19-81,26 224,1 1,0 1,-1 0,-1 0,-1 0,0 1,-1-1,0 1,-1 0,-4-5,10 19,1 0,-1 0,0 1,1-1,-1 0,0 0,1 0,-1 0,0 1,0-1,0 0,0 1,0-1,1 0,-1 1,0 0,0-1,-1 1,1-1,0 1,0 0,0 0,0 0,0-1,0 1,0 0,0 1,0-1,0 0,-1 0,1 0,0 0,0 1,0-1,0 1,0-1,0 1,0-1,-1 1,-26 37,14 0,2 0,2 0,1 1,2 0,2 1,2 0,1 36,1-57,-5 92,6 0,4-1,19 109,-21-209,-1 2,1 0,0-1,1 0,0 0,1 1,0-2,1 1,0-1,6 9,-11-18,0 0,1-1,-1 1,0 0,1 0,-1-1,1 1,-1 0,1-1,0 1,-1-1,1 1,0 0,-1-1,1 1,0-1,-1 0,1 1,0-1,0 0,0 1,-1-1,1 0,0 0,0 0,0 0,0 0,0 0,-1 0,1 0,0 0,0 0,0 0,0 0,-1 0,1-1,0 1,0 0,0-1,-1 1,1-1,0 1,0-1,-1 1,1-1,-1 1,1-1,0 0,18-41,-9-9,-2-1,-2 0,-3 0,-2-26,0-14,-3 0,-5 1,-3-1,-11-31,21 122,-2-8,1 0,-1 1,-1 0,0-1,0 1,0 0,-1 0,0 1,-1-1,-1-1,5 9,0-1,1 0,-1 0,0 1,0-1,0 1,0-1,0 1,0-1,0 1,0-1,0 1,0 0,0 0,0-1,0 1,0 0,-1 0,1 0,0 0,0 0,0 1,0-1,0 0,0 0,0 1,0-1,0 1,0-1,0 1,0-1,0 1,0-1,0 1,0 0,1 0,-1-1,0 1,0 0,1 0,-1 0,1 0,-1 0,1 0,-1 0,1 0,-1 0,-5 11,-1 1,2 0,0 0,1 1,0-1,1 1,-1 4,-6 42,2 0,3 0,3 1,2 0,3-1,3 1,2-1,8 23,-1-18</inkml:trace>
  <inkml:trace contextRef="#ctx0" brushRef="#br0" timeOffset="9303.174">6363 692,'0'-1,"0"0,0 1,0-1,-1 0,1 0,0 1,0-1,0 0,0 1,0-1,0 0,0 1,0-1,0 0,0 0,0 1,0-1,1 0,-1 1,0-1,0 0,1 1,-1-1,0 1,1-1,-1 0,1 1,-1-1,1 1,-1-1,1 1,-1-1,1 1,0 0,-1-1,1 1,-1 0,1-1,0 1,-1 0,1 0,0 0,-1 0,1-1,0 1,0 0,-1 0,1 0,20 95,-8 55,-7 1,-7 5,1-73,-2 392,-1-460,-1-41,3-87,5 0,5 1,10-33,-9 67,17-166,-7-84,-20 317,1-12,-1-1,-1 0,0 1,-2 0,-4-12,1 25,2 25,2 23,1 0,2 1,2-1,1 0,2 0,3 4,31 155,-14-86,-6 1,-5 1,-2 38,-13-79,-2 0,-4 0,-3-1,-4 0,-2 0,-6 8,11-51,3-27,6-18,28-170,1-62,-12 0,-11-96,-6 270,-3 0,-3 0,-16-68,12 109,0 32,7 21,0 48,2 0,4 0,3 0,9 48,-10-86,17 134,1-17,-7 1,-7 0,-9 139,-9-226,5-60,0-65,3-251,5 157,-7-1,-7 1,-11-23,18 152,-2 1,-1-1,-1 2,-1-1,-2 1,-10-18,-4 11,24 34,1 1,-1-1,0 0,1 1,-1-1,0 1,1-1,-1 1,0-1,0 1,1 0,-1-1,0 1,0 0,0-1,0 1,1 0,-1 0,0 0,0 0,0 0,0 0,0 0,0 0,1 0,-1 1,0-1,0 0,0 0,0 1,1-1,-1 1,0-1,0 1,1-1,-1 1,0-1,1 1,-1-1,0 1,1 0,-1-1,0 2,-2 4,0 0,0 1,0 0,1 0,0 0,0 0,1 0,0 0,0 0,0 2,-3 67,4 0,3 0,3-1,3 1,12 39,7 66,-9 43,-9 139,-9-337,-1-26,0-1,1 1,-1 0,0 0,0 0,0 0,1 0,-1 0,0 0,0-1,0 1,1 0,-1 0,0 0,0 0,1 0,-1 0,0 0,0 0,0 0,1 0,-1 0,0 0,0 1,1-1,-1 0,0 0,0 0,0 0,1 0,-1 0,9-40,-1 0,-3-1,1-32,-4 48,18-315,-16-141,-5 421,-3 0,-2 1,-2 0,-12-38,7 67,12 30,1 0,-1-1,1 1,-1 0,0 0,1 0,-1 0,1 0,-1-1,0 1,1 0,-1 1,0-1,1 0,-1 0,0 0,1 0,-1 0,1 1,-1-1,0 0,1 0,-1 1,1-1,-1 1,1-1,-1 0,1 1,-1-1,1 1,0-1,-1 1,1-1,-1 1,1-1,0 1,0 0,-1-1,1 1,0-1,0 1,0 0,0-1,0 1,0 0,0-1,0 1,0 0,0-1,0 1,0 0,0-1,0 1,0-1,1 1,-1 0,0-1,1 1,-11 219,12 708,-2-890,2-26,2-27,13-153,-3-161,-11 259,-4 1,-2-1,-3 1,-4 0,-2 1,-9-22,-22 2,43 87,-1 0,1 0,-1 0,1 0,-1 0,1 1,-1-1,0 0,0 0,1 1,-1-1,0 0,0 1,0-1,0 1,0-1,0 1,1 0,-1-1,0 1,0 0,0 0,0-1,-1 1,1 0,0 0,0 0,0 0,0 1,0-1,0 0,0 0,0 0,0 1,0-1,0 1,1-1,-1 1,0-1,0 1,0-1,0 1,0 0,1-1,-1 1,0 0,1 0,-1 0,1-1,-1 1,1 0,-1 0,1 0,-1 0,1 0,-17 60,14 6,2 0,3 0,4 0,2-1,3 3,7 59,-3 23,-7 1,-7 23,0-159,2-23,2-28,11-261,-16 284,1 4,-1-1,0 1,0 0,-1 0,0 0,-1 0,0 1,0-1,0 0,-1 0,-2-3,-6-3</inkml:trace>
  <inkml:trace contextRef="#ctx0" brushRef="#br0" timeOffset="10359.856">1912 211,'0'-2,"0"1,0 6,0 8,0 9,0 10,0 9,-2 6,-1 4,-3 3,1-1,-2-3,1-5,0-6,3-7,1-12,0-13,2-8</inkml:trace>
  <inkml:trace contextRef="#ctx0" brushRef="#br0" timeOffset="10909.389">1590 158,'-29'-3,"52"10,13-6,-1-1,1-2,0-1,-1-2,0-2,0-1,27-10,-18 7,362-87,-371 91,-31 4</inkml:trace>
  <inkml:trace contextRef="#ctx0" brushRef="#br0" timeOffset="11756.125">2540 545,'1'13,"-2"-17,0-1,0 0,0-1,-1 1,1 0,-1 1,0-1,-1 0,1 0,-1 1,0 0,0-1,0 1,-1 0,1 0,-1 1,0-1,0 1,0 0,-1 0,1 0,-1 1,0 0,-2-2,-4 0,0 0,-1 0,1 1,-1 0,0 1,0 0,0 1,0 1,-11 0,12 0,0 1,-1 0,1 1,0 0,0 1,0 0,0 0,1 1,-1 1,1 0,0 0,1 1,-1 0,1 1,0 0,1 1,-1-1,1 2,1-1,0 1,0 0,1 0,0 1,0 0,1 0,1 0,0 1,0 0,1 0,0 0,1 0,0 0,1 0,0 0,1 8,1-11,0 0,1 1,0-1,0 0,1 0,0 0,0 0,1-1,0 1,0-1,1 0,0 0,1 0,-1-1,1 0,0 0,0 0,1-1,0 0,0 0,0-1,1 0,-1 0,8 2,5 1,0 0,0-1,1-2,-1 0,1-1,0-1,0-1,0-1,14-2,-15 1,1-1,-1-2,0 0,0-1,0-1,-1 0,1-2,-2-1,1 0,0-1,26-41,-38 45</inkml:trace>
</inkml:ink>
</file>

<file path=ppt/ink/ink1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4-05T05:47:51.483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135 106,'-129'-98,"124"90,23 11,-16-2,102 15,2-4,-1-5,92-6,99-12,-275 11,-8 2</inkml:trace>
</inkml:ink>
</file>

<file path=ppt/ink/ink1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4-05T05:47:52.395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 42,'7'0,"11"0,12-2,12-3,12-4,9 1,5 1,-1 2,-1 2,-9 1,-13 3,-14 3</inkml:trace>
</inkml:ink>
</file>

<file path=ppt/ink/ink1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4-05T05:47:52.649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0 7,'11'7,"16"2,14-2,14-6,13-4,9-4,3-4,-12 1</inkml:trace>
</inkml:ink>
</file>

<file path=ppt/ink/ink1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4-05T05:47:53.407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180 192,'-3'23,"3"-14,-1-1,0 1,0-1,-1 0,0 1,-1-1,0 0,0 0,0-1,-1 1,-1 1,4-8,0 1,0-1,0 0,-1 0,1 0,0 0,0 0,-1 0,1 0,0 0,-1-1,1 1,-1 0,1-1,-1 1,1-1,-1 0,0 1,1-1,-1 0,1 0,-1 0,0 0,1 0,-1 0,1-1,-1 1,0-1,1 1,-1-1,1 1,0-1,-1 0,1 0,-1 1,1-1,0 0,0 0,-1-1,-34-52,34 46,0 1,1-1,1 1,-1-1,1 1,1-1,-1 1,1-1,0 1,1-1,0 1,0 0,1 0,-1 0,2 0,-1 0,1 0,0 1,0 0,1 0,-1 0,3-1,2-3,1 0,0 1,1 0,0 1,0 0,1 0,0 1,0 1,1 0,0 1,12-3,-20 6,-1 1,1-1,-1 1,1 0,0 1,-1-1,1 1,0 0,-1 0,1 1,0-1,-1 1,1 0,0 0,-1 1,1-1,-1 1,0 0,0 0,1 0,-1 1,-1 0,1-1,0 1,-1 1,1-1,-1 0,0 1,0 0,0-1,-1 1,1 0,-1 1,1 0,1 8,0-1,-1 1,0-1,-1 1,-1 0,0 0,0 0,-1 0,-1 0,0 0,-1 0,0 0,-1-1,-3 8,-2 5,-1-1,-1 0,-1-1,-1 0,-1-1,-15 20,14-23,0-1,-1 0,-1-1,-1-1,0-1,-1 0,0-1,-2-1,1-1,-1-1,-13 5,-17-5,48-11,1 0,0 0,0 0,0-1,0 1,-1 0,1 0,0-1,0 1,0 0,0-1,0 1,0-1,0 0,0 1,0-1,0 0,0 1,0-1,0 0,1 0,-1 0,0 0,1 0,-1 0,0 0,1 0,-1 0,1 0,0 0,-1 0,1 0,0-1,0 1,-1 0,1 0,0 0,0 0,0-1,1 0,-1 1,0 0,0 0,0 0,0 0,0 0,0 0,0 0,1 0,-1-1,0 1,1 0,-1 0,1 0,-1 1,1-1,0 0,-1 0,1 0,0 0,0 0,0 1,-1-1,1 0,0 1,0-1,0 1,0-1,0 1,0-1,0 1,0 0,0-1,0 1,0 0,0 0,1 0,-1 0,0 0,0 0,0 0,0 0,0 0,0 1,0-1,48 17,-21-2,0-1,1-2,0-1,1-1,0-1,1-1,0-2,0-2,0 0,1-2,-1-2,1-1,25-4,-48 4,1 0,-1-1,0 0,1-1,-1 0,0 0,0-1,-1 0,1 0,-1-1,0-1,0 1,-1-1,0 0,0-1,0 0,0 0,-1 0,-1-1,1 0,-1 0,-1-1,1 1,1-6,0-21,-4 21</inkml:trace>
  <inkml:trace contextRef="#ctx0" brushRef="#br0" timeOffset="271.265">1022 192,'-2'2,"-1"8,0 9,3 12,2 10,0 10,-1 7,1 3,-1 1,-1-5,1-6,-1-10,0-10,0-12,0-14,-3-14,0-7</inkml:trace>
  <inkml:trace contextRef="#ctx0" brushRef="#br0" timeOffset="524.589">595 98,'-5'-2,"11"-3,16-4,22-1,19-2,17 1,8 2,5 4,-1 1,-6 3,-10 5,-14 4,-17 1</inkml:trace>
  <inkml:trace contextRef="#ctx0" brushRef="#br0" timeOffset="1165.88">1317 579,'-9'24,"2"0,0 1,2-1,1 1,1 0,1 1,1-1,2 15,22 92,-47-198,13 26,2-1,1 1,3-2,1 1,2 0,2-1,3-22,-4 59,1-1,0 1,1-1,-1 1,1-1,0 1,0-1,1 1,0 0,0-1,0 1,0 0,1 0,0 1,0-1,0 0,1 1,-1 0,1 0,0 0,0 0,1 1,-1-1,1 1,-1 0,1 1,0-1,0 1,5-2,1 3,1 0,-1 1,0 1,1-1,-1 2,0 0,0 0,0 1,0 0,-1 1,1 0,-1 0,0 2,0-1,0 1,-1 0,0 1,0 0,-1 1,1 0,-2 0,1 1,1 2,-6-7,-1 0,1 0,-1 0,0 0,0 0,0 1,-1-1,0 0,1 1,-1 0,-1-1,1 1,-1-1,0 1,0 0,0-1,-1 1,1 0,-1-1,0 1,0-1,-1 1,0-1,1 0,-1 0,-1 0,1 0,-1 0,1 0,-1 0,0-1,0 1,-1-1,-2 2,0 1,-2 0,1 0,0-1,-1 1,0-2,0 1,-1-1,1-1,-1 1,0-1,0-1,0 0,-8 1,17-3,-1 0,1-1,0 1,-1 0,1-1,0 1,-1 0,1-1,0 1,0 0,-1-1,1 1,0-1,0 1,0-1,-1 1,1 0,0-1,0 1,0-1,0 1,0-1,0 1,0-1,0 1,0-1,0 1,0 0,1-1,-1 1,0-1,0 1,0-1,0 1,1 0,-1-1,0 1,0 0,1-1,-1 1,0 0,1-1,-1 1,0 0,1-1,-1 1,1 0,-1 0,0-1,1 1,-1 0,1 0,-1 0,1 0,-1 0,1 0,-1 0,0 0,1 0,-1 0,1 0,-1 0,1 0,-1 0,1 0,-1 0,0 0,1 1,13-6,-1 1,1 1,0 1,0 0,0 0,1 1,-1 1,0 1,0 0,0 0,0 2,0 0,13 4,-22-6,1 1,0 0,-1 0,0 1,1-1,-1 1,0 0,0 0,-1 1,1 0,-1 0,0 0,0 0,0 0,0 1,-1 0,1 0,-1 0,-1 0,1 0,-1 1,0-1,0 1,0-1,-1 1,0 0,0 0,0-1,-1 1,0 0,0 0,0 0,-1 0,0-1,0 1,-1 0,1 0,-1-1,0 1,-3 4,-4 0,-1 0,0-1,0 0,-1 0,0-1,0-1,-1 0,0 0,0-1,-1-1,1 0,-1 0,-1-2,1 1,0-2,-1 0,1 0,-1-1,-12-2,-50-10,61 5</inkml:trace>
</inkml:ink>
</file>

<file path=ppt/ink/ink1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4-05T05:47:51.168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 9,'0'-8,"0"20,13 407,-8-337,0-92,-5-49,-2 24</inkml:trace>
  <inkml:trace contextRef="#ctx0" brushRef="#br0" timeOffset="740.198">683 357,'10'7,"-21"-19,-4 2,0 0,-1 1,-1 1,1 0,-1 1,0 1,-1 1,1 0,-1 2,0 0,-13-1,24 4,0-1,0 1,0 0,0 0,-1 1,1 0,0 0,0 1,0 0,1 0,-1 1,0 0,1 0,-1 0,1 1,0 0,0 0,1 0,-1 1,1 0,0 0,0 1,1-1,-1 1,1 0,1 0,-3 4,2-1,1-1,-1 1,2 0,-1 0,1-1,1 1,0 1,0-1,0 0,2 0,-1 0,1 0,0 0,1 0,0 0,0 0,1 0,0 0,0-1,1 0,1 0,-1 0,1 0,0 0,1-1,0 0,0 0,1-1,-1 0,1 0,1 0,-1-1,1 0,0-1,0 1,0-2,9 4,-3-4,1-1,-1-1,0 0,1-1,-1 0,0-1,1-1,-1 0,0-1,0-1,0 0,7-4,153-79,-118 53</inkml:trace>
</inkml:ink>
</file>

<file path=ppt/ink/ink1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4-05T05:48:01.950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0 925,'16'-2,"19"-2,17 1,18-1,13-3,10 0,4-1,-2 1,-8 1,-11 3,-17 0,-18 2</inkml:trace>
  <inkml:trace contextRef="#ctx0" brushRef="#br0" timeOffset="333.235">241 389,'-1'-92,"10"-194,-7 276,-1 15,1 20,9 234,26 119,-24-282</inkml:trace>
  <inkml:trace contextRef="#ctx0" brushRef="#br0" timeOffset="888.754">268 1419,'146'-85,"-130"76,19-10,-1 0,-1-2,0-2,-2-1,13-14,0-33,-44 69,1 0,0 0,-1 0,1-1,-1 1,0 0,0-1,0 1,0 0,0-1,0 1,-1 0,1 0,-1-1,1 1,-1 0,0 0,0 0,0 0,0 0,-1 0,1 0,0 0,-1 0,1 0,-1 1,0-1,1 1,-1-1,0 1,0 0,0-1,-1 1,-3-1,1 0,-1 1,0 0,0 0,0 0,0 1,0 0,0 0,0 0,0 1,0 0,0 0,1 1,-1-1,0 1,1 0,-1 1,1-1,0 1,-1 0,2 1,-1-1,0 1,1 0,-1 0,1 0,0 1,0 0,1-1,0 1,0 1,0-1,0 0,1 1,-1-1,2 1,-1 0,0 2,-5 24,1 1,1-1,2 1,1 1,2-1,1 0,1 0,2 0,4 9,-1 17,3 11,-3 0,-4 1,-2-1,-3 1,-4-1,-9 46,8-90,1-10</inkml:trace>
  <inkml:trace contextRef="#ctx0" brushRef="#br0" timeOffset="1156.039">322 1807,'13'-16,"17"-9,16-6,14-4,10-1,8-1,1 4,-4 5,-9 5,-12 6,-20 7,-22 6,-14 5</inkml:trace>
</inkml:ink>
</file>

<file path=ppt/ink/ink1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4-05T05:48:00.993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455 94,'-4'21,"-2"15,4 11,6 9,6 6,4 2,1-1,-1-2,-3-5,-4-5,-5-8,-5-13,-2-10</inkml:trace>
  <inkml:trace contextRef="#ctx0" brushRef="#br0" timeOffset="252.322">1 81,'6'-4,"15"-5,16 0,16 0,15 0,9 0,8 2,6-1,0 2,-2 1,-4 2,-10 1,-17 1</inkml:trace>
  <inkml:trace contextRef="#ctx0" brushRef="#br0" timeOffset="498.663">963 281,'16'9,"14"4,12-4,9-7,8-7,3-2,-5 0,-8 1,-11 2</inkml:trace>
  <inkml:trace contextRef="#ctx0" brushRef="#br0" timeOffset="672.207">1137 469,'-14'5,"-4"3,5 1,14-2,16-1,19-3,17-3,13-4,8-4,-7 0</inkml:trace>
</inkml:ink>
</file>

<file path=ppt/ink/ink1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4-05T05:47:59.660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33 245,'-7'0,"0"0,6 2,12 1,14 0,15-1,20 0,17-3,15-4,7-3,2-2,-6 0,-13 2,-20 4,-26 8,-18 4</inkml:trace>
  <inkml:trace contextRef="#ctx0" brushRef="#br0" timeOffset="253.322">73 432,'-16'0,"-5"2,1 4,6 2,12 3,14 1,15-2,20-1,17-3,17-7,12-6,6-6,0-5,-5-2,-12-2,-20 2</inkml:trace>
  <inkml:trace contextRef="#ctx0" brushRef="#br0" timeOffset="552.814">581 5,'-6'-1,"3"0,-1 0,0 0,0 1,0-1,0 1,0 0,0 0,0 1,0-1,0 1,0 0,0 0,0 0,0 0,1 1,-1-1,0 1,1 0,2-1,1 0,-1 0,1 0,0 0,0 0,-1-1,1 1,0 0,0 0,0 0,0 0,0 0,0 0,0 0,0 0,1 0,-1 0,0 0,0 0,1-1,-1 1,1 0,-1 0,1 0,-1 0,1-1,-1 1,1 0,0-1,-1 1,1 0,0-1,0 1,-1-1,1 1,0-1,0 1,12 7,0 0,0-2,0 1,1-1,0-1,0 0,1-2,-1 1,9 0,-8-1,115 22,-81-18,0 2,-1 3,0 1,-1 3,29 14,-70-28,-1 1,1-1,-1 1,0 0,0 0,0 1,0-1,-1 1,1 0,-1 0,0 1,0-1,-1 1,1 0,-1 0,0 0,0 0,-1 1,0-1,0 1,0 0,0-1,-1 1,0 0,0 0,-1 0,0 0,0 0,-4 9,-1-1,0 0,-1-1,-1 1,0-1,-1-1,-1 1,0-1,0-1,-1 1,-1-2,1 1,-2-2,-3 3,12-9,-215 187,163-143</inkml:trace>
</inkml:ink>
</file>

<file path=ppt/ink/ink1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4-05T05:48:04.942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4 201,'-2'0,"1"0,4 0,7 0,9 2,13 1,13 0,11-1,9 0,3-1,-4 0,-9 1,-14 3,-16 4,-12-1</inkml:trace>
  <inkml:trace contextRef="#ctx0" brushRef="#br0" timeOffset="252.284">71 415,'13'5,"17"1,16-1,14 0,13-4,8-4,1-4,-13-1</inkml:trace>
  <inkml:trace contextRef="#ctx0" brushRef="#br0" timeOffset="501.715">499 0,'90'29,"-34"-12,-1 2,-1 3,0 2,29 19,-76-40,0 0,-1 1,1 0,-1 0,0 1,0 0,0 0,-1 1,1-1,-1 1,-1 0,1 0,-1 1,0 0,0-1,-1 1,0 0,0 1,-1-1,0 0,0 1,-1-1,0 1,0 0,-1-1,0 1,0 0,-1 0,1-1,-2 1,1-1,-1 1,-1 0,-9 12,0 0,-2-1,0-1,-1 0,-1-1,0-1,-1 0,-1-1,0-1,-21 11,-3 6,0 3,10-8</inkml:trace>
</inkml:ink>
</file>

<file path=ppt/ink/ink1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4-05T05:48:09.352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88 105,'1'-5,"0"0,0 0,0 0,1 0,0 0,0 1,0-1,0 0,1 1,0 0,0 0,0-1,0 2,1-1,-1 0,1 1,0-1,0 1,0 0,1 1,-1-1,1 1,0 0,-1 0,1 0,0 0,0 1,0 0,0 0,0 0,1 1,-1 0,0 0,0 0,0 1,5 0,-7 0,0 0,-1 0,1 0,0 0,-1 1,1-1,-1 1,1-1,-1 1,0 0,0 0,0 0,0 0,0 1,0-1,-1 0,1 1,-1-1,1 1,-1 0,0-1,0 1,0 0,-1 0,1-1,-1 1,1 0,-1 0,0 3,0 1,0 1,-1-1,0 0,0 1,-1-1,0 0,0 0,-1 0,0 0,0 0,-1 1,-15 21,-2-2,0-1,-1 0,-2-1,-17 13,-49 53,89-90,0-1,0 1,0-1,0 1,0 0,0 0,0 0,0 0,0 0,0 0,0 0,0 0,0 0,1 0,-1 0,0 0,1 0,-1 1,1-1,0 0,-1 0,1 1,0-1,0 0,-1 1,1-1,0 0,1 1,-1-1,0 0,0 1,0-1,1 0,-1 0,1 1,-1-1,1 0,-1 0,1 0,0 0,0 1,-1-1,1 0,1 0,7 2,-1 0,1 0,0-1,1-1,-1 0,0 0,0-1,1 0,-1 0,7-2,-3 1,200-28,-146 15</inkml:trace>
</inkml:ink>
</file>

<file path=ppt/ink/ink1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4-05T05:48:08.670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1 927,'18'-2,"17"-5,17-5,13-1,9-1,5 1,-1 1,-7 3,-14 0,-16 2</inkml:trace>
  <inkml:trace contextRef="#ctx0" brushRef="#br0" timeOffset="255.412">175 433,'-12'-148,"9"-136,-10 399,5 65,7-1,9 25,-3-121</inkml:trace>
</inkml:ink>
</file>

<file path=ppt/ink/ink1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4-05T05:48:06.040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1 525,'33'7,"1"-1,1-2,-1-1,0-2,1-2,-1-1,1-1,-1-2,0-1,-1-2,0-1,0-2,-1-1,13-8,-33 14,0-1,0 0,0-1,-1-1,0 0,0 0,-1-1,-1 0,0-1,0 0,-1 0,0-1,-1 0,0 0,-1-1,-1 0,0 0,0 0,-1-1,-1 0,-1 1,0-1,0-6,-1 11,0 1,0-1,-1 0,-1 1,1-1,-1 1,-1-1,1 1,-2-1,1 1,-1 0,0 0,-1 0,0 1,0-1,0 1,-1 0,0 0,-1 0,0 1,0 0,0 0,-1 0,-2-1,7 6,-1 0,1 0,0 1,0-1,-1 1,1-1,-1 1,1 0,0 0,-1 0,1 0,0 0,-1 1,1-1,0 1,-1-1,1 1,0 0,0 0,0 0,0 0,0 1,0-1,0 0,0 1,0-1,0 1,1 0,-1 0,1 0,-1-1,1 1,0 0,0 1,0-1,-1 1,-29 86,13 19,5 1,4 0,4 35,5-125,-4 671,13-535,-6-127</inkml:trace>
  <inkml:trace contextRef="#ctx0" brushRef="#br0" timeOffset="269.282">108 1087,'20'-9,"21"-8,21-3,19 0,9 0,0 2,-5 4,-16 4,-17 4,-19 3,-18 2,-14 1,-9 1,-3-1</inkml:trace>
  <inkml:trace contextRef="#ctx0" brushRef="#br0" timeOffset="1822.178">964 1207,'3'6,"18"19,-20-26,-1 0,0-1,0 1,0 0,0 0,0 0,0-1,0 1,-1 0,1 0,0 0,-1 0,1-1,-1 1,1 0,-1 0,1 0,-1 0,0 0,0 0,1 0,-1 0,0 1,0-1,0 0,0 0,0 0,-9-6,0-1,0 1,0 1,-1-1,0 2,0 0,-1 0,1 1,-1 0,0 1,0 1,0 0,-1 0,1 1,0 1,-1 0,1 0,-12 3,19-2,0 1,-1-1,1 1,0 0,0 0,0 1,0 0,1 0,-1 0,1 0,0 1,0-1,0 1,0 0,0 0,1 1,0-1,0 1,0-1,0 1,1 0,0 0,0 1,0-1,1 0,0 0,-1 6,0 2,1 0,0 0,1 0,0 0,1 0,0 0,1 0,1 0,0-1,1 1,2 5,-2-8,0-1,0 0,1 0,0-1,1 1,0-1,0 0,1-1,0 1,0-1,0-1,1 1,0-1,1-1,-1 1,1-1,0-1,0 0,1 0,-1-1,1 0,0-1,-1 0,1 0,0-1,0 0,1-1,-1 0,4-1,14-3,0-1,0-1,-1-1,0-2,0-1,-1-1,0-1,-1-1,10-8,21-15</inkml:trace>
  <inkml:trace contextRef="#ctx0" brushRef="#br0" timeOffset="2093.499">1365 766,'7'-3,"8"0,12 1,10-1,8 2,5 0,3 0,-2 1,-6 0,-11 0</inkml:trace>
  <inkml:trace contextRef="#ctx0" brushRef="#br0" timeOffset="2360.787">1365 1020,'25'3,"24"0,17-1,14 1,4-4,-11-1</inkml:trace>
</inkml:ink>
</file>

<file path=ppt/ink/ink1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4-05T05:48:09.973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1 493,'12'7,"1"0,1-1,-1 0,1-1,0-1,0 0,1-1,-1-1,1 0,-1 0,1-2,7 0,4 1,0-2,0 0,0-2,0 0,0-2,-1-1,0-1,0-1,-1-1,10-6,-19 8,-1-1,1-1,-2 0,1-1,-1 0,-1-1,0 0,-1-1,0-1,0 0,-1 0,-1-1,-1 0,0 0,0-1,3-14,-6 17,0 0,-1-1,0 1,-2-1,1 0,-1 0,-1 0,-1-1,0 1,0 0,-1 0,-1 0,0 0,-1 0,0 0,-4-7,6 17,-1 0,0 0,0 0,0 0,0 0,-1 1,1-1,-1 1,1-1,-1 1,0 0,0 0,0 0,0 1,0-1,0 1,-1 0,1 0,0 0,-1 0,1 0,-1 1,1-1,-1 1,1 0,-1 0,1 0,-1 1,1-1,-1 1,1 0,0 0,-1 0,1 0,0 1,0-1,0 1,0 0,0 0,0 0,0 0,1 1,-1-1,1 1,-1-1,1 1,0 0,-1 2,-9 16,1 1,1 0,1 0,1 1,1 0,1 0,1 1,1 0,1 0,1 0,2 0,0 1,2 4,1 85,5 1,15 59,-7-62,-5 0,-4 71,-8-150,-2 1,-2 0,0-1,-3 0,-2 6,1-12</inkml:trace>
  <inkml:trace contextRef="#ctx0" brushRef="#br0" timeOffset="256.317">108 948,'22'-9,"27"-6,20-1,16 1,10 0,3 4,-5 3,-8 3,-17 1,-20 0</inkml:trace>
  <inkml:trace contextRef="#ctx0" brushRef="#br0" timeOffset="1656.61">963 1109,'0'481,"-3"-429,2-52,1 0,-1-1,0 1,0 0,0-1,0 1,1-1,-1 1,0-1,1 1,-1-1,0 1,1-1,-1 0,1 1,-1-1,1 0,-1 1,1-1,-1 0,1 0,0 0,-1 1,1-1,0 0,0 0,0 0,-1 0,1 0,0 0,0 1,0-1,0 0,1 0,-1 0,-12-54,2-1,3 0,2 0,3-1,3-31,0 74,-2 2,2 0,-1 0,1 0,1 0,0 0,1 1,0-1,1 1,0 0,3-6,-5 15,0-1,0 1,1-1,-1 1,1 0,-1 0,1 0,0 1,0-1,-1 1,1-1,0 1,0 0,1 0,-1 0,0 1,0-1,0 1,1-1,-1 1,0 0,0 0,1 1,-1-1,0 1,0 0,2 0,80 36,-80-35,0 1,0 0,-1 1,0-1,0 1,0-1,0 1,0 1,-1-1,0 0,0 1,0-1,0 1,-1 0,1 0,-2 0,1 1,0-1,-1 0,0 1,0-1,0 0,-1 1,0-1,0 1,0-1,-1 1,0-1,0 1,0-1,-1 0,0 0,0 1,0-1,0 0,-1-1,0 1,0 0,-5 3,0-1,0 0,-1 0,0-1,0 0,-1-1,1 0,-7 2,11 3,29-10,-19 0,22 0,-1 1,1 1,-1 1,0 1,2 2,-21-5,0 1,-1 0,1 0,0 1,-1 0,0 0,1 0,-1 1,-1 0,1 0,0 1,-1-1,0 1,0 0,-1 1,1-1,-1 1,0 0,-1 0,1 0,1 4,-4-6,0 0,0-1,0 1,-1 0,1 0,-1-1,0 1,0 0,0 0,-1-1,1 1,-1 0,0 0,0-1,0 1,-1-1,1 1,-1-1,0 0,1 1,-2-1,1 0,0 0,-1 0,1-1,-1 1,0 0,0-1,0 0,-2 1,-8 6,0-1,0-1,-1 0,0-1,-1 0,-14 3,1-2,-1 0,1-2,-2-1,1-1,-8-2,-7-8,34 1</inkml:trace>
</inkml:ink>
</file>

<file path=ppt/ink/ink1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14T06:45:55.583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10 6</inkml:trace>
  <inkml:trace contextRef="#ctx0" brushRef="#br0" timeOffset="564.102">10 6,'-3'0,"0"-2,0-2</inkml:trace>
</inkml:ink>
</file>

<file path=ppt/ink/ink1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14T06:47:14.357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0 0,'2'7,"2"6,-4 0,0-1</inkml:trace>
</inkml:ink>
</file>

<file path=ppt/ink/ink1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14T06:47:20.334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176 7628,'-13'-245,"-33"-254,36 308,11-49,0 85,12-133,29-288,-43 64,-2 465,-1 1,-3-1,-2 1,-2-2,2 5,-4-42,4 0,4-1,3 0,5-21,-1-24,8-156,-6 201,13-85,-11 146,3-11,-1 1,-2-1,-2-1,0-34,-2 37,1-1,1 1,3 0,0 0,7-16,9-41,-14 35,-3 0,-2 0,-3 0,-2-2,1 32,2-11,2 1,1 0,2 0,9-27,15-87,-41 32,8-173,-39 74,37 73,-4 17,8 94,-2 1,-1 0,-1-1,-1 1,-10-26,0 16,7 21,1 1,1-1,0 0,2-1,-2-20,7-307,12 81,-12 227,1 0,1 1,3-1,3-6,-3 20,-3 16,0 0,0-1,-1 1,-1 0,0-1,0 1,-2-1,0-7,-23-9,17 23</inkml:trace>
  <inkml:trace contextRef="#ctx0" brushRef="#br0" timeOffset="2941.913">230 1398,'-1'-1,"0"0,1 0,-1 1,0-1,0 0,1 0,-1 1,0-1,0 0,0 1,0-1,0 1,0 0,0-1,0 1,0 0,0-1,0 1,0 0,0 0,0 0,0 0,0 0,0 0,-1 0,1 0,0 0,0 1,0-1,0 0,0 1,0-1,0 1,0-1,0 1,1-1,-1 1,0 0,0-1,0 1,1 0,-1 0,0 0,1-1,-1 1,1 0,-1 0,-22 53,21-47,-107 388,58-202,50-192,1 1,0-1,-1 1,1-1,0 0,0 1,0-1,0 1,0-1,1 0,-1 1,0-1,1 1,-1-1,1 0,-1 1,1-1,0 0,-1 0,1 0,0 1,0-1,0 0,0 0,0 0,0 0,0 0,0-1,0 1,1 0,-1 0,0-1,0 1,1-1,-1 1,0-1,1 1,-1-1,1 0,-1 0,0 0,1 0,-1 0,1 0,-1 0,0 0,1-1,-1 1,1 0,-1-1,0 1,1-1,-1 0,290-19,-36 6,-255 14,1 0,0 0,0 0,-1 0,1 0,0 0,-1 0,1 0,0 0,0 0,-1 0,1 0,0-1,-1 1,1 0,0-1,-1 1,1 0,-1-1,1 1,0-1,-1 1,1-1,-1 1,1-1,-1 1,1-1,-1 1,0-1,1 0,-1 1,0-1,0 0,1 1,-1-1,0 0,0 1,0-1,0 0,0 0,0 1,0-1,0 0,0 0,0 1,0-1,0 0,0 1,-1-1,1 0,0 1,0-1,-1 0,0 0,-25-35,23 33,-68-75,4-4,4-2,3-3,-21-44,53 83,27 48,1 0,0-1,-1 1,1 0,-1 0,1 0,0 0,-1 0,1 0,-1 0,1 0,0 0,-1 0,1 0,-1 0,1 0,0 0,-1 1,1-1,-1 0,1 0,0 0,-1 1,1-1,0 0,-1 0,1 1,0-1,-1 0,1 0,0 1,0-1,-1 0,1 1,0-1,0 1,0-1,0 0,-1 1,1-1,0 1,0-1,0 0,0 1,0-1,0 1,0-1,0 0,0 1,0-1,0 1,0-1,1 0,-1 1,0-1,0 1,0-1,0 0,1 1,-1-1,0 0,0 0,-2 290,0-248,-1-1,-2 0,-2 0,-1 0,-11 26,10-48,9-19,0 0,-1 0,1 0,-1 0,1 0,-1 0,1 0,-1-1,1 1,0 0,-1 0,1 0,-1-1,1 1,0 0,-1 0,1-1,0 1,-1 0,1-1,0 1,-1 0,1-1,0 1,0-1,-1 1,1-1,0 1,0 0,0-1,0 1,0-1,0 1,-1-1,1 1,0-1,0 1,1-1,-1 1,0 0,0-1,0 1,0-1,0 1,0-1,1 1,-1-1,-2-40,3-1,1 1,2 0,8-38,-9 58,-1 7,0 0,1 0,0 0,1 1,1-1,0 1,5-9,-9 22,0 0,-1 0,1 0,0 0,-1 0,1 0,0 1,-1-1,1 0,0 0,-1 1,1-1,-1 0,1 1,-1-1,1 1,0-1,-1 1,0-1,1 1,-1-1,1 1,-1-1,0 1,1 0,-1-1,0 1,0-1,1 1,-1 0,0-1,0 1,0 0,0-1,0 1,0 0,0 0,0-1,0 1,0 0,0-1,0 1,-1 0,1-1,0 1,0-1,-1 1,1 0,-1-1,1 1,0 0,2 228,-1-229,-1 0,0-1,0 1,1 0,-1 0,0 0,1-1,-1 1,0 0,1 0,-1 0,0 0,1 0,-1 0,0 0,1 0,-1 0,1 0,-1 0,0 0,1 0,-1 0,0 0,1 0,-1 0,0 0,1 0,-1 1,0-1,1 0,-1 0,0 0,1 1,-1-1,0 0,0 0,1 1,-1-1,0 0,0 0,0 1,1-1,-1 0,0 1,0-1,0 0,0 1,0-1,0 0,0 1,1-1,-1 1,0-1,0 0,0 1,-1-1,1 0,0 1,0-1,0 0,0 1,0-1,0 1,15-30,-13 25,49-120,-51 123,1 1,-1-1,1 1,0-1,-1 1,1 0,0-1,-1 1,1 0,0 0,-1 0,1-1,0 1,0 0,-1 0,1 0,0 0,0 0,-1 0,1 0,0 0,-1 1,1-1,0 0,0 0,-1 1,1-1,0 0,-1 1,1-1,-1 0,1 1,0-1,-1 1,1-1,-1 1,1 0,-1-1,0 1,1-1,-1 1,1 0,-1-1,0 1,0 0,1-1,-1 1,0 0,0 0,0-1,0 1,0 0,0 0,0-1,0 1,0 0,0 0,0-1,-1 1,1 0,0-1,0 1,-1 0,12 88,-9-68,0 0,1-1,1 1,1-1,0 0,3 3,-8-21,1-1,-1 1,1 0,0-1,-1 1,1-1,0 1,0-1,0 1,0-1,1 1,-1-1,0 0,1 0,-1 0,0 1,1-1,-1-1,1 1,0 0,-1 0,1-1,0 1,-1-1,1 1,0-1,0 1,-1-1,1 0,0 0,0 0,0 0,-1-1,1 1,0 0,0-1,-1 1,1-1,0 1,-1-1,1 0,0 0,-1 0,1 0,-1 0,0 0,1-1,40-35,-42 35,1 0,-1 0,0-1,0 1,0 0,-1 0,1 0,0 0,-1 0,1 0,-1 0,0 0,0 0,0 0,0 0,0 0,0 0,0 1,-1-1,1 0,0 1,-1-1,0 1,1 0,-1-1,-3-3,-1-3,-11-10,1-1,1-1,1 0,1-1,0 0,2-1,0 0,-1-8,16 46,1-1,0 1,2-1,0 0,0 0,1-1,1 0,0-1,8 10,-16-23,-1 1,0-1,0 0,0 1,0-1,1 1,-1-1,0 1,0-1,1 0,-1 1,0-1,1 0,-1 1,0-1,1 0,-1 1,1-1,-1 0,1 0,-1 1,0-1,1 0,-1 0,1 0,-1 0,1 0,-1 0,1 0,-1 0,1 0,-1 0,1 0,-1 0,1 0,-1 0,1 0,-1 0,1 0,-1 0,0-1,1 1,-1 0,1 0,-1-1,0 1,1 0,-1-1,1 1,-1 0,0-1,0 1,1-1,-1 1,0 0,0-1,1 1,-1-1,0 1,0-1,0 1,0-1,0 1,1-1,-1 1,0-1,-9-32,-22-1,31 33,-1 1,0-1,1 1,-1-1,0 1,0 0,1-1,-1 1,0 0,0 0,0-1,0 1,1 0,-1 0,0 0,0 0,0 0,0 0,1 0,-1 1,0-1,0 0,0 0,0 1,1-1,-1 0,0 1,0-1,1 1,-1-1,0 1,1-1,-1 1,1 0,-1-1,0 1,1 0,0-1,-1 1,1 0,-1-1,1 1,0 0,-1 0,1 0,0 0,0-1,0 1,0 0,0 0,-11 42,-19 51,28-92,1 1,-1 0,0-1,0 1,0-1,0 0,0 0,0 0,-1 0,1 0,-1 0,1 0,-1-1,0 1,1-1,-1 0,0 0,0 0,0 0,0 0,0-1,0 1,0-1,0 0,-1 0,1 0,0 0,-3-1,-68-26,23 13,51 13,0 1,0-1,0 1,0-1,0 1,0-1,0 0,0 1,0-1,1 1,-1-1,0 1,0-1,1 1,-1-1,0 1,1-1,-1 1,0-1,1 1,-1-1,1 1,-1 0,1-1,-1 1,1 0,-1-1,1 1,-1 0,1 0,-1 0,1-1,-1 1,1 0,0 0,-1 0,1 0,-1 0,1 0,0 0,-1 0,1 0,-1 0,1 1,-1-1,1 0,-1 0,1 0,0 1,-1-1,1 0,-1 1,1-1,246-29,-246 29</inkml:trace>
</inkml:ink>
</file>

<file path=ppt/ink/ink1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14T06:47:41.934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 1097,'657'30,"-441"-19,595 17,-671-30,-184 12,24-8,1-1</inkml:trace>
  <inkml:trace contextRef="#ctx0" brushRef="#br0" timeOffset="297.339">1057 856,'5'8,"1"0,0 0,0-1,1 0,0 0,0 0,1-1,0 0,0 0,0-1,6 2,-2 1,248 136,-249-138,-1 0,0 1,-1 0,0 0,0 1,0 1,6 8,-14-15,0 1,0-1,0 1,0 0,-1-1,1 1,-1 0,0-1,0 1,0 0,0-1,0 1,0 0,-1-1,1 1,-1 0,0-1,0 1,0-1,0 1,0-1,-1 1,1-1,-1 0,1 0,-1 0,0 0,0 0,0 0,0 0,0-1,0 1,0-1,-1 1,1-1,-1 0,1 0,-1 0,1 0,-1 0,1-1,-1 1,-1-1,-43 19,-1-2,-1-2,-47 8,68-16,-178 35,123-28</inkml:trace>
  <inkml:trace contextRef="#ctx0" brushRef="#br0" timeOffset="787.03">1351 1,'26'188,"1"139,-24-250,-3-68,-1-1,2 0,-1 0,1 0,0 0,1 0,0 0,0 0,1 0,0-1,0 1,1-1,-1 0,2 0,-1 0,1 0,0-1,1 0,-1 0,1 0,0-1,1 0,-1 0,1 0,1 0,10 0,1 0,-1-1,1-1,0 0,-1-2,1 0,0-1,0-1,0-1,0-1,-1 0,1-1,-1-1,0-1,5-3,14-5</inkml:trace>
  <inkml:trace contextRef="#ctx0" brushRef="#br0" timeOffset="1051.437">1138 362,'18'-5,"24"-1,30 0,26 1,18 2,11 3,-6 5,-23 0</inkml:trace>
</inkml:ink>
</file>

<file path=ppt/ink/ink1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14T06:47:50.488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0 0,'0'2,"0"6,0 5,0 8,2 7,1 8,0 6,-1 6,0 4,-1-7</inkml:trace>
  <inkml:trace contextRef="#ctx0" brushRef="#br0" timeOffset="450.322">0 775,'0'9,"0"6,0 2,0 0,0 2,2 3,4 1,2 5,2 3,5 6,1 4,-2-6</inkml:trace>
  <inkml:trace contextRef="#ctx0" brushRef="#br0" timeOffset="1420.259">26 1484,'-2'20,"-1"16,0 12,1 8,0 8,1 9,1-7</inkml:trace>
</inkml:ink>
</file>

<file path=ppt/ink/ink1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14T06:47:52.666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 1,'0'18,"0"16,0 10,2 9,1 10,0 10,-1 8,0 6,-1-11</inkml:trace>
</inkml:ink>
</file>

<file path=ppt/ink/ink1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14T06:47:53.407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 0,'0'19,"2"12,1 12,0 13,2 13,0 12,-1 14,-4 8,-1-14</inkml:trace>
</inkml:ink>
</file>

<file path=ppt/ink/ink1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14T06:47:53.999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 1,'2'20,"3"16,1 14,-1 11,-1 12,-1 11,-2-9</inkml:trace>
</inkml:ink>
</file>

<file path=ppt/ink/ink1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14T06:47:54.576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0 1,'0'2,"0"8,0 9,0 8,0 11,0 12,0 14,0 14,0-6</inkml:trace>
</inkml:ink>
</file>

<file path=ppt/ink/ink1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14T06:47:55.214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 0,'0'16,"0"15,0 12,2 16,1 18,0-4</inkml:trace>
</inkml:ink>
</file>

<file path=ppt/ink/ink2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14T06:47:56.933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189 37,'-6'4,"1"0,-1 0,1 1,0 0,0 0,1 0,-1 1,1 0,0-1,1 1,-1 1,1-1,0 0,1 1,0 0,0-1,0 1,1 0,0 0,0 0,1 0,0 1,-5 16,-5 22,2 1,2 0,2 1,2 46,2-87,1 0,0 0,1-1,-1 1,1-1,0 0,1 1,0-1,0 0,0 0,1-1,-1 1,2-1,-1 1,0-1,1-1,0 1,0-1,0 0,1 0,-1 0,1 0,0-1,0 0,0-1,1 1,-1-1,1 0,-1-1,1 0,-1 0,1 0,5-1,-7-1,0-1,-1 0,1-1,0 1,-1-1,0 0,1 0,-1 0,-1-1,1 1,0-1,-1 0,0 0,1 0,-2-1,1 1,0-1,-1 1,0-1,0 0,0 0,-1 0,0 0,0 0,0 0,0 0,-1-4,2 2,7-28,-1-1,-2 0,-2 0,-1 0,-2-1,-1 0,-2 0,2 27,-1-1,-1 1,1 0,-2 0,1 0,-1 0,-1 0,0 1,0 0,-1 0,0 0,-1 0,0 0,0 1,0 0,-1 1,-1 0,1 0,-1 0,0 1,-1 0,1 0,-1 1,0 0,-1 1,0 0,5 3,0 1,0-1,0 1,0 1,0-1,0 1,0-1,0 1,0 1,0-1,0 1,0 0,1 0,-1 0,0 1,1 0,0-1,0 2,0-1,0 0,0 1,1 0,-3 3,-3 3,1 1,1 1,-1 0,2 0,0 0,0 0,1 1,-1 6,-2 9,2 0,2 1,0-1,2 1,1 17,2 11</inkml:trace>
</inkml:ink>
</file>

<file path=ppt/ink/ink2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14T06:47:58.154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101 147,'-3'0,"1"1,0-1,1 1,-1 0,0 0,0-1,0 1,0 1,0-1,1 0,-1 0,1 1,-1-1,1 1,-1-1,1 1,0-1,0 1,0 0,0 0,0 0,0-1,0 1,0 0,1 0,-1 0,1 0,0 0,-1 1,1-1,0 0,0 0,0 0,1 0,-1 1,-1 2,-11 71,3 0,3 1,5 71,0-141,1-1,0 1,0-1,1 1,-1-1,1 1,1-1,-1 1,1-1,1 0,-1 0,1 0,0 0,0-1,0 1,1-1,0 1,0-1,0-1,1 1,0 0,0-1,0 0,0 0,1-1,4 3,-7-4,1 0,0 0,0 0,0 0,0-1,0 0,0 1,0-2,1 1,-1 0,0-1,0 0,1 0,-1 0,0-1,0 1,1-1,-1 0,0 0,0 0,0-1,0 0,0 1,0-1,-1-1,1 1,-1 0,1-1,2-3,2-9,-1-2,0 1,-2-1,1 0,-2 0,0 0,-2-1,0 1,0-6,1-1,3-13,-1 1,-2-1,-1 1,-2-1,-1 0,-3 1,0-1,-3 1,-1 0,-12-33,-30-4,48 71,0 0,1 0,-1 1,0 0,0-1,0 1,0 0,0 0,-1 0,1 0,0 0,0 0,-1 1,1-1,-1 1,1-1,0 1,-1 0,1 0,-1 0,1 1,0-1,-1 0,1 1,0-1,-1 1,1 0,0 0,0 0,0 0,-1 0,1 1,0-1,1 1,-2-1,-6 10,1-1,-1 1,2 0,-1 0,2 1,-1 0,2 1,-1-1,2 1,0 0,-3 13,-7 28,3 0,2 0,2 1,2 0,3 47,4-17</inkml:trace>
</inkml:ink>
</file>

<file path=ppt/ink/ink2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14T06:47:59.336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135 136,'-1'-1,"-1"1,0 0,0 0,1 0,-1 0,0 0,0 0,1 0,-1 1,0-1,1 0,-1 1,0 0,1-1,-1 1,1 0,-1 0,1 0,-1 0,1 0,0 0,-1 0,1 1,0-1,0 0,0 1,0-1,0 1,0-1,0 1,0 1,-20 52,14-21,3-1,0 1,2 0,2 0,1 0,5 29,-4-48,0 1,2-1,0 0,0 0,1 0,7 11,-11-22,1 0,0-1,0 1,0-1,0 1,1-1,-1 0,1 0,0 0,0 0,0 0,0-1,1 1,-1-1,1 0,-1 0,1 0,0-1,0 1,0-1,0 0,0 0,0 0,0-1,0 1,0-1,4 0,-2-3,1 0,-1-1,0 0,0 0,0 0,0 0,-1-1,1 0,-1 0,-1-1,1 0,-1 1,0-2,0 1,0 0,-1-1,0 1,-1-1,3-6,-3 8,9-19,0-1,-2 0,-1 0,-1-1,-1 0,-1 0,-1-1,-2 1,-1-1,0 0,-2 1,-2-1,0-1,1 19,0 0,-1 0,1 0,-2 0,1 0,-2 1,1 0,-1 0,0 0,0 0,-1 1,0 0,-1 0,1 1,-1-1,0 1,-1 1,0 0,0 0,0 0,0 1,-1 0,1 0,-1 1,0 1,0-1,0 1,0 1,-1 0,-8 0,13 2,0 0,1 0,-1 0,0 1,1-1,-1 1,1 1,-1-1,1 0,0 1,0 0,0 0,1 0,-1 1,1-1,-1 1,1 0,0 0,1 0,-1 0,1 1,0-1,0 0,-2 6,-27 116,27-82,1 1,3-1,1 0,5 25,3 1</inkml:trace>
</inkml:ink>
</file>

<file path=ppt/ink/ink2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14T06:48:00.345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13 254,'-5'30,"2"0,1 0,1 0,1 0,2 0,1-1,1 1,2 0,1-1,7 16,-13-40,0 0,1 0,-1 0,1 0,0-1,1 1,-1-1,1 0,0 0,0 0,0 0,1 0,-1-1,1 1,0-1,0 0,0 0,0 0,1-1,-1 1,1-1,-1 0,1-1,0 1,0-1,0 0,0 0,0 0,0-1,0 0,0 0,0 0,0 0,0-1,0 0,1 0,5-6,0-1,0 1,-1-2,0 0,-1 0,0-1,0 0,-1 0,0-1,-1 0,0 0,-1-1,-1 0,1 0,-2 0,0-1,0 1,0-7,2-1,-2 0,0 0,-2-1,0 1,-1-1,-1 1,-1-1,0 1,-2-1,-1 1,0 0,-1 0,-1 1,-1-1,-1 1,-1 1,0-1,-1 1,-1 1,-1 0,-1 1,-3-4,14 18,1-1,-1 1,0-1,0 1,0 0,-1-1,1 1,-1 0,1 0,-1 1,1-1,-1 1,0-1,0 1,0 0,0 0,0 0,0 0,0 0,0 1,0 0,0-1,0 1,0 0,-1 1,1-1,0 0,0 1,0 0,0 0,0 0,0 0,0 0,0 0,1 1,-1 0,-4 5,0 1,1 1,0-1,1 1,0 0,0 0,1 1,0 0,1-1,-3 11,-40 192,29-98</inkml:trace>
</inkml:ink>
</file>

<file path=ppt/ink/ink2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14T06:48:01.611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14 0,'0'16,"0"10,0 5,0 4,0 5,0 5,0 6,0 8,-3 10,-2 5,-1-11</inkml:trace>
</inkml:ink>
</file>

<file path=ppt/ink/ink2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14T06:48:02.851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112 46,'-13'23,"1"1,1 1,1 0,1 0,1 0,2 1,0 1,2-1,1 1,1-1,1 1,1 0,3 16,-3-31,-1 25,2 1,1 0,1 0,3 0,1-1,10 30,-14-59,0 0,1-1,0 1,0-1,0 0,1 0,0-1,1 1,0-1,1 1,-5-5,0 0,1 0,-1 0,1 0,0-1,-1 1,1-1,0 1,0-1,0 0,0 0,0-1,0 1,0-1,0 1,0-1,0 0,0 0,1 0,-1-1,0 1,0-1,0 0,0 0,0 0,0 0,-1 0,3-1,5-7,-1 0,0 0,0 0,-1-1,0-1,-1 1,0-1,-1 0,0-1,-1 1,0-1,-1 0,0-1,-1 1,0-1,-1-4,8-19,-2 0,-2-1,-2 0,-1 0,-1-1,-2 1,-2 0,-2 0,-1 0,-2 0,-1 1,-2 0,-5-9,12 36,0 1,-1 0,-1 0,1 0,-1 1,0-1,-1 1,0 1,0-1,-1 1,-6-6,11 11,0 0,0 0,0 0,0 0,-1 0,1 0,0 1,0-1,-1 1,1 0,0 0,-1-1,1 1,0 1,-1-1,1 0,0 1,0-1,-1 1,1-1,0 1,0 0,0 0,0 0,0 0,0 1,0-1,0 0,0 1,1-1,-1 1,1 0,-1 0,1-1,-1 1,1 0,0 1,-10 15,1 1,0 0,2 0,0 1,2 0,0 0,1 1,0 6,-49 301,33-157</inkml:trace>
</inkml:ink>
</file>

<file path=ppt/ink/ink2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14T06:48:04.653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4 0,'-2'16,"1"12,1 8,3 5,1 4,0 7,-2 5,-2 6,-2-7</inkml:trace>
</inkml:ink>
</file>

<file path=ppt/ink/ink2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14T06:48:05.210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38 0,'0'12,"0"10,0 10,0 12,0 12,0 9,-2 13,-6 11,-5 10,-1-11</inkml:trace>
</inkml:ink>
</file>

<file path=ppt/ink/ink2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14T06:48:05.911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23 24,'-4'-9,"-3"-1,1 6,2 10,3 14,4 16,4 17,3 14,0 15,1 13,-2 12,-5 12,-3-15</inkml:trace>
</inkml:ink>
</file>

<file path=ppt/ink/ink2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14T06:48:06.571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 26,'2'-10,"1"1,1 2,-2 11,0 10,-1 13,-1 12,1 14,-1 12,0 12,-1 16,-3 15,-3-11</inkml:trace>
</inkml:ink>
</file>

<file path=ppt/ink/ink2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14T06:48:09.639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175 68,'-4'2,"0"0,0 0,0 0,1 0,-1 1,0-1,1 1,0 0,0 0,0 1,0-1,0 0,1 1,-1 0,1 0,0-1,0 1,1 0,-1 1,1-1,0 0,0 0,0 2,-5 7,-3 8,1 0,0 0,1 1,2 0,0 0,1 0,2 1,0-1,1 1,1-1,2 1,2 18,-2-35,0 0,0 0,0 0,1 0,0 0,0-1,0 1,1-1,-1 0,1 0,1 0,-1 0,1-1,-1 0,1 0,1 0,-1-1,0 1,1-1,0-1,0 1,-1-1,2 0,-1 0,0 0,0-1,0 0,1-1,-1 1,0-1,1 0,-1-1,1 0,-3 0,0 0,0-1,-1 0,1 0,0 0,-1 0,0-1,1 0,-1 1,0-1,0 0,0 0,-1-1,1 1,-1-1,0 1,0-1,0 0,0 1,-1-1,1 0,-1 0,0-2,17-97,-18 102,3-33,-1 0,-1 0,-3 0,0 0,-2 0,-2 0,-1 0,-1 1,-5-9,13 40,-1-1,1 1,-1-1,1 1,-1-1,0 1,0-1,0 1,-1 0,1 0,0-1,-1 1,1 0,-1 0,0 1,0-1,0 0,0 0,0 1,0-1,0 1,0 0,-1 0,1 0,-1 0,1 0,-1 0,1 0,-1 1,1 0,-1-1,1 1,-1 0,1 0,-2 0,-2 4,0 0,1 1,-1-1,1 1,0 0,0 0,1 1,-1 0,1 0,0 0,1 0,-1 2,-21 38,2 1,2 1,2 1,3 1,-5 27,2-5</inkml:trace>
</inkml:ink>
</file>

<file path=ppt/ink/ink2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14T06:48:10.569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86 124,'-11'21,"2"-1,0 1,2 1,0-1,1 1,2 1,0-1,1 1,1-1,1 1,2 0,0-1,1 1,4 15,-4-32,0 1,1-1,0 0,0 0,0 0,1-1,0 1,0-1,0 0,1 0,-1 0,1-1,1 0,-1 0,0 0,2 0,-4-2,0 0,0-1,1 1,-1-1,0 0,1 0,-1 0,1-1,-1 1,1-1,0 0,-1 0,1 0,-1 0,1 0,0-1,-1 0,1 0,-1 0,0 0,1 0,-1-1,0 1,0-1,0 0,0 0,0 0,0 0,0-1,0 0,4-7,0 0,-1-1,0 0,-1 1,0-2,0 1,-2-1,1 1,-1-1,-1 0,0 0,-1 0,0 0,-1 0,0-1,-2-8,1-7,-2 0,0 1,-2 0,-1 0,-1 0,-1 1,-1 0,-2 0,0 1,-3-1,14 23,-1 1,0-1,0 1,0 0,0-1,0 1,-1 0,1-1,-1 1,1 0,-1 0,0 0,0 1,1-1,-2 0,1 1,0-1,0 1,0 0,-1-1,1 1,0 0,-1 0,1 1,-1-1,0 1,1-1,-1 1,1 0,-1 0,0 0,1 0,-1 0,1 0,-1 1,1 0,-1-1,1 1,-1 0,0 1,-3 4,0 1,0 0,1 0,1 1,-1 0,1 0,0 0,1 0,0 0,0 1,0 5,-10 41,2 1,3 0,3 1,1 5,0 32</inkml:trace>
</inkml:ink>
</file>

<file path=ppt/ink/ink2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14T06:48:11.559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146 101,'-8'30,"-6"13,2 1,2 0,1 1,3 0,2 0,1 0,3 3,26 52,-24-96,0 0,-1 0,2 0,-1-1,0 1,1-1,-1 0,1 1,0-1,0 0,1-1,-1 1,0-1,1 1,0-1,-1 0,1 0,0-1,0 1,0-1,0 0,0 0,1 0,-1-1,0 0,0-1,-1 1,1-1,0 0,-1 0,1 0,-1-1,1 1,-1-1,1 0,-1 0,0 0,0 0,0-1,0 1,-1-1,1 1,0-1,-1 0,0 0,1-1,39-75,-31 46,-1-1,-2 0,-2 0,-1 0,-1-1,-2 0,-2 0,-1-16,1 40,0 0,0 0,-1 0,0 0,-1 0,0 1,-1-1,0 0,-1 1,0 0,0 0,-1 0,0 1,-1-1,0 1,-1 0,0 1,-5-6,9 13,0-1,0 1,0 0,-1 0,1 0,0 0,0 1,-1-1,1 1,0 0,-1 0,1 0,0 0,0 1,-1 0,1-1,0 1,0 0,0 0,-1 1,1-1,1 1,-1-1,0 1,0 0,1 0,-1 0,1 0,-1 1,-64 78,50-49,1 1,2 0,1 2,1-1,3 1,0 1,2 0,-1 33,1 8</inkml:trace>
</inkml:ink>
</file>

<file path=ppt/ink/ink2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14T06:48:13.878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1 270,'4'15,"15"-36,24-41,-3-2,24-53,-52 96,-12 22,0-1,-1 0,1 0,0 1,1-1,-1 0,0 1,0-1,0 0,0 0,0 1,0-1,0 0,0 1,0-1,1 0,-1 0,0 0,0 1,0-1,0 0,1 0,-1 1,0-1,0 0,1 0,-1 0,0 0,0 0,1 1,-1-1,0 0,0 0,1 0,-1 0,0 0,1 0,-1 0,0 0,0 0,1 0,-1 0,0 0,1 0,-1 0,0 0,0 0,1 0,-1-1,0 1,0 40,0-34,20 343,-17-73,-2-275,-1 0,0 0,0-1,1 1,-1 0,0 0,0 0,0 0,0 0,0 0,0 0,0 0,0 0,0 0,-1 0,1-1,0 1,-1 0,1 0,0 0,-1 0,1 0,-1-1,1 1,-1 0,0 0,1-1,-1 1,0-1,1 1,-1 0,0-1,0 1,0-1,1 0,-1 1,0-1,0 0,0 1,0-1,0 0,0 0,0 0,0 0,0 0,0 0,1 0,-1 0,0 0,0 0,0 0,-1-1,-114-61,193 67,49-21,40 1,-150 17,-7 1</inkml:trace>
</inkml:ink>
</file>

<file path=ppt/ink/ink2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14T06:48:01.853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67 1,'-2'16,"-1"12,0 5,1 5,0 0,1 0,1-1,2-1,1 1,0 0,-1 4,-2 4,-5 2,-2 4,-1-8</inkml:trace>
  <inkml:trace contextRef="#ctx0" brushRef="#br0" timeOffset="196.122">1 963,'0'20,"0"14,0 11,0 3,0 6,0 2,2 1,1 0,0 2,-1 1,0-8</inkml:trace>
  <inkml:trace contextRef="#ctx0" brushRef="#br0" timeOffset="15114.028">160 937,'58'-74,"99"-128,-127 167,-30 35,1 0,0 1,0-1,0 0,0 0,0 1,-1-1,1 0,0 1,0-1,-1 1,1-1,0 1,0 0,-1-1,1 1,-1-1,1 1,-1 0,1 0,-1-1,1 1,-1 0,1 0,-1 0,0-1,0 1,1 0,-1 0,0 0,0 0,0 0,0-1,0 1,0 0,0 0,0 0,0 0,-1 0,1 0,0-1,0 1,-1 0,1 0,-1 0,1-1,-1 2,1 1,-17 406,27-133,-9-268,-3 56,1-62,1-1,-1 1,1-1,-1 1,1-1,-1 1,0-1,0 0,0 0,1 1,-1-1,-1 0,1 0,0 0,0 0,0 0,0 0,-1 0,1 0,-1-1,1 1,0 0,-1-1,1 1,-1-1,1 0,-1 1,1-1,-1 0,0 0,1 0,-1 0,1 0,-1 0,1-1,-1 1,1 0,-2-1,-39-20,57 13,238 9,-253-1,2-1,0 1,-1 0,1 0,0 0,-1 0,1 0,0 0,0 0,-1 0,1 1,0-1,-1 1,1-1,0 1,-1 0,1-1,-1 1,1 0,-1 0,0 0,1 0,0 1,-6 3</inkml:trace>
</inkml:ink>
</file>

<file path=ppt/ink/ink2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14T06:48:19.541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9 1,'-3'14,"0"8,0 9,3 2,4 3,3 4,3 7,-1 7,-1-6</inkml:trace>
</inkml:ink>
</file>

<file path=ppt/ink/ink2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14T06:48:19.876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0 0,'0'19,"0"12,0 8,0 6,0 5,0 5,0 5,0 3,0 3,0-10</inkml:trace>
</inkml:ink>
</file>

<file path=ppt/ink/ink2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14T06:48:20.367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 1,'0'9,"0"7,0 6,0 6,0 7,0 7,2 8,1 6,3 10,-1 7,0-9</inkml:trace>
</inkml:ink>
</file>

<file path=ppt/ink/ink2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14T06:48:20.987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0 0,'3'2,"0"4,0 2,-1 5,-1 4,0 5,0 4,-1 8,0 6,0 9,2 9,1 6,0 6,1 4,1-9</inkml:trace>
</inkml:ink>
</file>

<file path=ppt/ink/ink2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14T06:48:21.416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38 0,'-2'14,"-1"11,0 9,0 4,2 6,0 6,0 6,1 8,-2 5,-3 6,-3 6,-1-12</inkml:trace>
</inkml:ink>
</file>

<file path=ppt/ink/ink2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14T06:48:21.949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24 0,'0'7,"0"7,0 8,0 9,0 8,0 9,0 8,-3 6,0 3,-2 5,0 2,1-1,0-12</inkml:trace>
</inkml:ink>
</file>

<file path=ppt/ink/ink2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14T06:48:22.420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24 0,'0'3,"0"2,0 6,0 7,0 10,0 9,0 10,-2 10,-1 9,-3 8,1 2,0 1,2 2,3-3,2-15</inkml:trace>
</inkml:ink>
</file>

<file path=ppt/ink/ink2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14T06:48:22.850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0 0,'0'14,"0"11,0 8,0 6,0 7,0 7,0 11,0 10,0 11,3 11,0-11</inkml:trace>
</inkml:ink>
</file>

<file path=ppt/ink/ink2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14T06:48:24.397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115 106,'-11'21,"0"1,2-1,1 1,1 1,0 0,2 0,1 0,0 1,2-1,1 1,1 2,-1-15,0 0,0 0,1 0,0 0,1 1,0-1,1 0,0 0,0 0,2 0,-1-1,1 1,1-1,-1 0,2 0,3 6,-7-15,-1 1,0 0,1-1,-1 1,1-1,0 1,-1-1,1 0,0 0,0 0,0 0,0 0,0 0,0 0,0-1,0 1,0-1,0 1,0-1,1 0,-1 0,0 0,0 0,0 0,0-1,1 1,-1 0,0-1,0 0,0 1,0-1,0 0,0 0,0 0,-1-1,1 1,0 0,1-2,48-69,-37 40,-1-1,-1-1,-2 0,-2-1,-1 0,-1 0,-2 0,-1-29,-3 53,0-1,-1 1,0 0,-1 0,0 0,-1 0,0 1,-4-9,6 15,-1 0,0 0,0 1,0-1,0 1,-1 0,1 0,-1 0,0 0,0 0,0 0,-1 1,1 0,0-1,-1 1,0 0,1 1,-1-1,0 1,0 0,0 0,0 0,0 0,0 0,-2 1,-2 1,-1 1,1 0,0 1,0 0,0 0,0 0,1 1,-1 0,1 1,0 0,0 0,1 0,0 1,0 0,0 0,0 1,1 0,0-1,0 2,1-1,0 0,1 1,-1 0,1 0,1 0,-1 2,-3 8,0 1,2 0,0 1,1-1,1 1,0 0,2-1,1 1,0 0,1-1,1 1,2 2,8 31</inkml:trace>
</inkml:ink>
</file>

<file path=ppt/ink/ink2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14T06:48:25.298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76 130,'-12'22,"1"2,0-1,2 2,1-1,1 1,1 0,1 1,2-1,-1 11,4-30,0 0,0-1,1 1,0-1,0 0,0 1,1-1,-1 0,1 1,0-1,1 0,-1 0,1-1,0 1,0 0,1-1,-1 0,1 0,0 0,0 0,0-1,1 1,-1-1,1 0,0-1,0 1,0-1,0 0,0 0,0 0,1-1,-1 0,1 0,-1 0,1-1,-1 0,3 0,-3-1,0 0,0 0,0-1,0 0,0 0,0 0,0-1,-1 1,0-1,1 0,-1-1,0 1,0-1,-1 0,1 1,-1-2,0 1,0 0,0-1,1-3,37-100,-37 94,-1 0,0 0,-2-1,1 1,-2 0,0 0,-1-1,0 1,-1 0,0 0,-2 0,1 0,-2 0,0 1,0 0,-1 0,-1 0,0 1,-1 0,0 0,-1 1,0 0,-3-3,10 12,0 1,0-1,0 0,0 0,0 0,0 1,0 0,0-1,-1 1,1 0,0 0,-1 0,1 0,-1 0,1 1,-1-1,0 1,1 0,-1-1,0 1,1 1,-1-1,1 0,-1 0,0 1,1 0,-1-1,1 1,-1 0,1 0,0 1,-1-1,1 0,0 1,0-1,0 1,0 0,-4 6,0 0,0 0,1 0,0 1,1 0,0 0,0 0,1 0,1 1,-2 4,-8 41,3 1,2 0,0 45,4-16</inkml:trace>
</inkml:ink>
</file>

<file path=ppt/ink/ink2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14T06:48:26.834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9 304,'-9'10,"25"-35,174-243,-167 247,-22 21,0 0,-1 1,1-1,-1 0,1 0,0 0,-1 1,1-1,-1 0,1 0,-1 1,1-1,-1 1,1-1,-1 0,1 1,-1-1,1 1,-1-1,0 1,1-1,-1 1,0-1,0 1,1 0,-1-1,0 1,0-1,0 1,0 0,1-1,-1 1,0 0,0-1,0 1,0-1,-1 1,1 0,0-1,0 1,0-1,0 1,-1 0,1 0,-15 185,13-96,4 0,11 63,-10-123,0-19,-1 1,0 1,-1-1,-1 0,0 0,0 0,-1 0,-1 0,0 0,-1 0,0 0,-1 1,2-10,0 0,-1 0,1-1,-1 0,0 1,1-1,-1 0,0 0,0-1,0 1,0 0,-1-1,1 0,0 0,-1 0,1 0,-1-1,1 1,-1-1,1 0,-1 0,1 0,-1 0,1-1,-1 1,1-1,0 0,-1 0,1 0,0 0,-1-1,1 1,0-1,0 0,0 0,1 0,-1-1,0 1,1 0,-2-3,3 5,1-1,-1 1,1 0,-1-1,1 1,-1 0,1-1,-1 1,1 0,-1-1,1 1,0-1,-1 1,1-1,0 1,0-1,-1 1,1-1,0 0,0 1,0-1,-1 1,1-1,0 1,0-1,0 0,0 1,0-1,0 1,0-1,1 0,-1 1,0-1,0 1,0-1,1 1,-1-1,0 1,0-1,1 1,-1-1,0 1,1-1,-1 1,1-1,-1 1,1 0,-1-1,0 1,1 0,0-1,-1 1,1 0,-1 0,1 0,-1-1,1 1,0 0,37-9,39 2,0 4,40 6,-46-2,-59-1,-6 0</inkml:trace>
</inkml:ink>
</file>

<file path=ppt/ink/ink2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14T06:48:27.678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83 156,'-9'12,"0"0,0 1,1-1,1 2,0-1,1 1,0 0,1 0,1 1,0-1,1 1,1 0,0 0,1 0,1 0,0 0,1 0,0 0,1 0,1 0,1 0,0-1,6 15,-9-24,1 0,0 0,1-1,-1 1,1 0,0-1,0 1,0-1,0 0,1 0,0-1,0 1,0-1,0 1,1-1,-1-1,1 1,-1 0,1-1,0 0,0 0,0-1,0 0,1 1,-1-2,0 1,1 0,-1-1,0 0,1-1,-1 1,0-1,0 0,1 0,-1 0,0-1,4-2,-1 0,0-2,0 1,0-1,-1-1,0 1,0-1,-1-1,0 1,0-1,0 0,-1 0,-1-1,1 1,-1-1,-1 0,1-3,4-10,-2-1,-1 0,0 0,-2 0,-1 0,0-6,-2 14,0-1,0 1,-1-1,-1 1,-1 0,0 0,-1 0,-1 0,0 1,-1-1,0 1,-1 0,-1 1,0 0,-1 0,0 1,-1 0,-7-6,16 17,0-1,0 1,-1-1,1 1,-1-1,0 1,1 0,-1 0,0 0,1 0,-1 0,0 1,0-1,0 0,0 1,0-1,0 1,0 0,0 0,0-1,0 2,0-1,0 0,0 0,0 0,0 1,0-1,0 1,0 0,0 0,1-1,-1 1,0 0,0 0,1 1,-1-1,1 0,-1 1,1-1,-1 0,0 2,-3 7,0-1,0 1,1 1,0-1,1 1,0 0,1-1,0 1,0 8,-10 190,15-97</inkml:trace>
</inkml:ink>
</file>

<file path=ppt/ink/ink2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14T06:48:29.443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43 0,'-4'16,"-5"12,0 8,2 4,1 6,2 0,2 5,1 3,1 2,0-7</inkml:trace>
</inkml:ink>
</file>

<file path=ppt/ink/ink2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14T06:48:29.635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 0,'0'0</inkml:trace>
</inkml:ink>
</file>

<file path=ppt/ink/ink2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14T06:48:07.299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28 1,'0'4,"0"7,0 8,0 9,0 15,0 12,0 16,0 14,0 13,0 10,0-13</inkml:trace>
  <inkml:trace contextRef="#ctx0" brushRef="#br0" timeOffset="489.777">0 1258,'0'2,"0"6,0 7,0 9,3 12,2 12,1 15,2 15,-1 14,-2 15,-1-12</inkml:trace>
  <inkml:trace contextRef="#ctx0" brushRef="#br0" timeOffset="24977.218">388 870,'0'-1,"0"0,-1 1,1-1,-1 0,1 1,-1-1,0 0,1 1,-1-1,0 1,1-1,-1 1,0-1,0 1,1 0,-1-1,0 1,0 0,1 0,-1-1,0 1,0 0,0 0,0 0,1 0,-1 0,0 0,0 0,0 1,0-1,1 0,-1 0,0 1,0-1,0 0,1 1,-1-1,0 1,1-1,-1 1,0-1,1 1,-1-1,1 1,-1 0,0-1,1 1,0 0,-1-1,1 1,-1 0,1 0,0-1,0 1,-1 0,1 0,0 0,0 0,0-1,0 1,0 0,0 0,0 0,0 0,-3-9,0-1,0 1,1 0,0-1,1 0,0 1,0-1,1 0,0 0,1 1,-1-1,2 0,-1 1,1-1,1 1,-1 0,1-1,1 1,0 0,0 1,0-1,1 1,0 0,0 0,1 0,0 1,0 0,1 0,0 0,0 1,3-2,-8 6,1-1,-1 1,1-1,-1 1,1 0,-1 0,1 1,0-1,0 0,-1 1,1 0,0-1,0 1,0 0,-1 1,1-1,0 0,0 1,-1-1,1 1,0 0,-1 0,1 0,0 0,-1 1,0-1,1 1,-1-1,0 1,0 0,0 0,0 0,0 0,0 0,0 1,-1-1,6 11,0 0,-1 0,-1 1,0 0,-1 0,-1 0,0 1,-1-1,0 1,-1-1,-1 1,0-1,-1 1,-2 6,-1 12,-3 0,0 0,-2-1,-2 0,-1 0,-1-1,-2-1,-1 0,-1-1,-1-1,-2 0,-5 3,14-17,-1 0,0-1,-1-1,0 0,-1 0,0-1,-1-1,0 0,-1-2,0 1,0-2,-1 0,-17 4,32-10,-1 0,1-1,-1 1,0-1,1 1,-1-1,0 0,1 0,-1 0,0-1,1 1,-1-1,1 1,-1-1,0 0,1 0,-1 0,1 0,0 0,-1-1,0 0,3 1,1 0,-1-1,1 1,-1 0,1 0,-1 0,1 0,0 0,0 0,-1 0,1 0,0 0,0 0,0 0,0 1,0-1,0 0,0 1,1-1,-1 1,0-1,0 1,0-1,0 1,1 0,-1 0,0-1,0 1,1 0,-1 0,0 0,1 0,-1 1,0-1,1 0,219-1,-202 1,1 2,-1 0,0 1,0 1,0 0,-1 2,1 0,-1 1,-1 1,1 1,-1 0,5 5,50 30,-69-45,0 0,-1-1,1 1,-1 0,1-1,-1 0,1 1,-1-1,0 0,0 0,0 0,0-1,0 1,0 0,-1-1,1 1,-1-1,1 0,-1 1,0-1,0 0,0 0,-1 0,1 0,-1 0,1 1,-1-1,0 0,0-2,5-53,-5 43</inkml:trace>
</inkml:ink>
</file>

<file path=ppt/ink/ink2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14T06:48:35.359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0 1,'7'16,"2"10,2 7,-1 7,-2 6,-3 4,-2 5,-3 5,-5 1,-1-10</inkml:trace>
</inkml:ink>
</file>

<file path=ppt/ink/ink2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14T06:48:35.675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32 1,'2'18,"1"13,0 8,-1 4,0 4,-1 3,-3 2,0 4,-4 3,-1 1,-3 0,0-2,3-10</inkml:trace>
</inkml:ink>
</file>

<file path=ppt/ink/ink2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14T06:48:35.930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 0,'0'16,"0"7,0 5,0 2,0 2,0 6,0 4,0 8,0 8,0 8,2 4,1 4,2 1,1-13</inkml:trace>
</inkml:ink>
</file>

<file path=ppt/ink/ink2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14T06:48:36.183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45 1,'-5'14,"0"8,-1 6,1 3,2 0,1-1,1 2,1 2,0 4,0 3,0 6,-2 3,-1 6,0 1,-2 1,1-10</inkml:trace>
</inkml:ink>
</file>

<file path=ppt/ink/ink2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14T06:48:39.490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140 52,'-3'0,"1"0,-1 0,0 0,0 0,1 1,-1-1,0 1,1 0,-1 0,1 0,-1 0,1 0,-1 1,1-1,0 1,-1-1,1 1,0 0,0 0,0 0,1 0,-1 0,0 0,1 1,-1-1,1 0,0 1,0-1,0 2,-6 17,1-1,1 1,2 0,0 1,1-1,0 1,-1 14,0-10,1-16,0 0,0 0,1 1,0-1,1 0,0 0,0 1,2-1,-1 0,1 0,0 0,1 0,0 0,1-1,0 1,0-1,1 0,1 1,-3-8,0 1,0-1,0 0,0 0,0 0,0 0,1 0,-1-1,1 1,-1-1,1 0,0 0,-1-1,1 1,0-1,0 1,-1-1,1 0,0-1,0 1,-1-1,1 0,0 1,-1-2,1 1,0 0,-1-1,0 1,1-1,-1 0,0 0,0-1,0 1,0-1,0 1,-1-1,1 0,-1 0,0 0,0 0,1-1,5-12,0 0,0 0,-2-1,0 0,-1 0,-1-1,0 0,-1 1,-1-1,-1 0,-1 0,0 0,-1 0,-1 0,-1 0,0 1,-1-1,-1 1,-1 0,-1 0,0 0,-3-3,8 14,-1 1,1-1,-1 0,0 1,-1 0,1 0,-1 0,0 0,-1 0,1 1,-1 0,0 0,-4-3,7 6,0 1,-1 0,1 0,0 0,0 1,0-1,-1 0,1 1,0 0,0-1,0 1,0 0,0 0,0 0,0 0,0 0,1 1,-1-1,0 0,1 1,-1 0,1-1,-1 1,1 0,0 0,0-1,0 1,0 0,0 0,0 0,0 1,1-1,-1 0,1 0,-1 0,-75 176,51-116</inkml:trace>
</inkml:ink>
</file>

<file path=ppt/ink/ink2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14T06:48:40.383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78 99,'-9'20,"-2"0,2 0,0 0,1 1,0 0,2 1,1-1,1 1,0 0,2 0,0 1,2-1,0 0,3 12,-1-28,0 1,1-1,0 0,0 0,1 0,-1-1,1 1,0-1,1 0,-1 0,1 0,0-1,0 1,1-1,-1 0,1-1,0 0,0 0,0 0,0 0,1-1,-1 0,1-1,-1 1,1-1,0 0,-1-1,1 0,0 0,0 0,-1-1,1 0,0 0,-1 0,1-1,-1 0,0-1,1 1,-1-1,0-1,-1 1,1-1,3-2,2-5,-1 0,0-1,-1 0,0-1,-1 1,-1-2,0 1,-1-1,0 0,-1 0,0 0,-1-1,-1 0,-1 0,0 0,0 0,-2 0,0 0,-1 0,0 0,-3-9,-24-91,26 110,0 0,0 0,-1 0,1 0,-1 1,-1 0,1-1,0 1,-1 0,0 1,0-1,0 1,-1-1,1 1,-1 1,1-1,-1 1,0-1,0 1,-4-1,4 3,1 0,-1 0,1 0,-1 0,1 1,-1 0,1-1,-1 2,1-1,0 0,-1 1,1 0,0 0,0 0,0 1,1-1,-1 1,1 0,-1 0,1 0,0 0,-3 4,-56 87,48-65,1 1,2 1,1 0,2 0,0 1,1 14,-1 20</inkml:trace>
</inkml:ink>
</file>

<file path=ppt/ink/ink2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14T06:48:41.553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0 392,'144'-283,"-88"188,-56 94,0 0,0 1,0-1,0 1,0-1,0 1,0-1,1 0,-1 1,0-1,0 1,1-1,-1 1,0-1,1 1,-1 0,1-1,-1 1,1-1,-1 1,1 0,-1-1,1 1,-1 0,1 0,-1-1,1 1,-1 0,1 0,-1 0,1-1,0 1,-1 0,1 0,-1 0,1 0,0 0,-1 0,1 1,-1-1,1 0,-1 0,1 0,0 0,-1 1,1-1,-1 0,1 1,-1-1,1 0,-1 1,0-1,1 0,-1 1,1-1,-1 1,0-1,1 1,-1-1,0 1,1-1,-1 1,0-1,0 1,0 0,0-1,1 1,-1-1,0 1,0 0,-12 145,2-11,7 1,5 0,7 2,-9-136,-2 31,2-32,0-1,-1 1,1-1,0 1,-1-1,1 1,-1-1,1 1,-1-1,1 1,-1-1,1 0,-1 1,1-1,-1 0,1 1,-1-1,0 0,1 0,-1 0,1 0,-1 0,0 1,1-1,-1 0,0 0,1 0,-1-1,1 1,-1 0,0 0,1 0,-1 0,1 0,-1-1,0 1,1 0,-1-1,1 1,-1 0,1-1,-1 1,1-1,-1 1,1-1,0 1,-1-1,-56-41,57 42,-1 0,1 0,0 0,-1 0,1 0,0 0,0 0,-1 0,1-1,0 1,-1 0,1 0,0 0,0 0,-1-1,1 1,0 0,0 0,0 0,-1-1,1 1,0 0,0 0,0-1,0 1,0 0,-1-1,1 1,0 0,0 0,0-1,0 1,0 0,0-1,0 1,0 0,0-1,0 1,0 0,0 0,0-1,1 1,-1 0,0-1,0 1,0 0,0 0,0-1,0 1,1 0,-1 0,0-1,0 1,1 0,-1 0,0 0,0-1,1 1,-1 0,0 0,0 0,1 0,-1 0,0 0,1-1,23-1,-19 2,336-12,-305 1,-29 3</inkml:trace>
</inkml:ink>
</file>

<file path=ppt/ink/ink2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14T06:48:42.611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1 375,'5'-22,"1"0,1 1,1 0,1 0,6-9,-5 10,87-180,-87 182,-9 19,0 0,0 0,0-1,0 1,0 0,0 0,0 0,-1 0,1 0,0 1,-1-1,1 0,-1 0,1 0,-1 0,0 1,1-1,-1 0,0 1,0-1,0 0,0 0,0 1,0-1,0 0,0 0,-1 1,1-1,-1 0,1 1,0-2,23 668,-23-658,-8 38,6-47,0-1,0 0,0 0,0 0,0 0,0 0,0 0,0-1,0 1,0 0,0-1,0 0,0 1,0-1,0 0,1 0,-1 0,0 0,1 0,-1-1,1 1,-1 0,0-2,-2 0,-35-24,38 26,1 1,0 0,0-1,0 1,0-1,0 1,0-1,0 1,0 0,0-1,0 1,0-1,0 1,0-1,0 1,0 0,0-1,1 1,-1-1,0 1,0 0,0-1,1 1,-1-1,0 1,0 0,1 0,-1-1,0 1,1 0,-1-1,1 1,-1 0,0 0,1 0,-1-1,0 1,1 0,-1 0,1 0,-1 0,1 0,-1 0,0 0,1 0,-1 0,1 0,-1 0,1 0,-1 0,1 0,-1 0,0 0,1 1,-1-1,1 0,-1 0,0 0,1 1,-1-1,0 0,1 1,-1-1,0 0,1 0,-1 1,2-1,415 2,-397-2</inkml:trace>
</inkml:ink>
</file>

<file path=ppt/ink/ink2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14T06:48:44.499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1 132,'0'-3,"0"0,0 0,0 0,0 1,1-1,-1 0,1 0,0 0,0 1,0-1,0 0,1 1,-1-1,1 1,-1 0,1-1,0 1,0 0,0 0,0 0,0 0,0 0,1 1,-1-1,1 1,-1-1,1 1,0 0,-1 0,1 0,0 1,0-1,3-3,9-4,1-1,0 2,1 0,-1 1,1 1,0 0,1 1,-1 1,1 1,15 0,-30 2,0 0,0 1,0-1,0 1,0 0,-1 0,1 0,0 1,0-1,-1 1,1-1,-1 1,1 0,-1 0,1 0,-1 0,0 1,0-1,0 0,-1 1,1 0,-1-1,1 1,-1 0,0 0,0-1,0 1,0 0,0 0,-1 0,1 0,-1 0,0 0,0 1,0-1,0 0,-1 0,1 0,-1 0,0 0,0 0,0-1,0 1,-1 1,-5 14,-1 0,-1 0,0 0,-2-1,0-1,0 0,-2 0,0-1,-1-1,0 0,-10 7,23-21,0 2,-1 1,0-1,0 0,0-1,0 1,0 0,-1-1,1 1,-1-1,1 1,-1-1,1 0,-1 0,1 0,-1-1,0 1,0-1,1 1,-1-1,0 0,0 0,1 0,-2-1,4 0,-1 0,1 0,0 0,0 0,0-1,0 1,0 0,1 0,-1 0,0 0,0-1,1 1,-1 0,1 0,-1 0,1 0,-1 0,1 0,0 0,0 0,-1 0,1 0,0 0,0 1,0-1,0 0,0 1,0-1,0 0,0 1,0-1,1 1,5-5,0 2,0-1,0 1,1 0,-1 0,1 1,0 0,-1 0,1 1,0 0,0 1,0-1,0 2,0-1,0 1,0 0,0 1,-1-1,1 2,0-1,-1 1,0 0,1 1,-1-1,-1 2,1-1,0 1,-1 0,0 0,0 0,-1 1,0 0,0 0,0 1,0-1,0 2,0 1,-1 0,0-1,0 1,-1 1,0-1,0 0,-1 1,-1-1,1 1,-1 0,-1-1,0 1,-1 0,1 0,-2-1,1 1,-2-1,1 1,-1-1,0 0,-1 0,0 0,-1-1,0 1,0-1,-1 0,0 0,0-1,0 0,-6 4,5-4,-2 0,1-1,-1 0,0-1,0 0,0 0,-1-1,1 0,-1-1,0 0,0 0,-1-1,1 0,-1-1,1 0,0-1,-1 0,1-1,-1 0,1-1,0 1,-1-2,1 0,0 0,-8-4,16 9,4 3</inkml:trace>
</inkml:ink>
</file>

<file path=ppt/ink/ink2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14T06:48:46.234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39 0,'-7'16,"-2"14,0 12,2 9,2 8,4 3,5 2,3-1,1-10</inkml:trace>
</inkml:ink>
</file>

<file path=ppt/ink/ink2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14T06:48:46.488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13 1,'0'16,"0"12,0 5,0 5,0 2,0 4,0 1,-2 2,-1 1,0 3,1 1,0-1,1-9</inkml:trace>
</inkml:ink>
</file>

<file path=ppt/ink/ink2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14T06:48:47.067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19 1,'-2'9,"-1"10,0 9,0 8,1 7,4 6,0 5,1 8,0 4,-4 7,-5 5,-3-11</inkml:trace>
</inkml:ink>
</file>

<file path=ppt/ink/ink2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14T06:48:47.629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41 0,'-2'5,"-1"6,-2 7,-1 9,1 7,2 11,1 10,-2 13,1 9,0 11,0 6,2 5,0-14</inkml:trace>
</inkml:ink>
</file>

<file path=ppt/ink/ink2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14T06:48:48.169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65 0,'-7'2,"-2"4,0 2,3 2,1 4,2 7,1 9,1 10,1 12,1 11,-3 13,-3 12,-3 9,0-12</inkml:trace>
</inkml:ink>
</file>

<file path=ppt/ink/ink2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14T06:48:48.716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0 1,'0'13,"0"10,0 5,0 7,0 6,0 8,0 9,0 9,0 8,0 8,0 3,0 3,0-14</inkml:trace>
</inkml:ink>
</file>

<file path=ppt/ink/ink2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14T06:48:49.023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22 0,'-2'7,"-1"7,0 8,1 9,0 10,1 11,1 9,0 10,0 10,-3 6,1 5,-1-14</inkml:trace>
</inkml:ink>
</file>

<file path=ppt/ink/ink2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14T06:48:49.302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 0,'2'16,"1"12,2 11,0 7,2 7,-1 6,-1 5,-1-9</inkml:trace>
</inkml:ink>
</file>

<file path=ppt/ink/ink2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14T06:48:50.739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107 163,'-3'0,"0"0,0 1,0-1,0 1,1 0,-1 0,0 0,0 1,0-1,1 0,-1 1,1 0,-1 0,1 0,0 0,-1 0,1 0,0 0,0 1,1-1,-1 1,1-1,-1 1,1 0,-1 2,-24 80,24-72,2-13,-5 13,2 0,0 0,0 0,1 0,1 1,0-1,1 1,1-1,0 0,0 1,2-1,-1 0,2 0,0 0,0 0,-2-10,0 0,-1 0,1-1,1 1,-1 0,0-1,0 0,1 1,0-1,-1 0,1 0,0 0,0-1,0 1,0-1,0 0,0 1,1-1,-1-1,0 1,1 0,-1-1,0 0,1 0,-1 0,0 0,1 0,-1-1,0 1,1-1,-1 0,0 0,0 0,1 0,-1-1,0 0,-1 1,1-1,0 0,0 0,-1 0,3-3,8-10,-1-1,0-1,-1 0,-1 0,-1-1,0 0,-1-1,-1 1,-1-2,-1 1,0-1,-2 1,1-17,-1 23,0 0,-2 0,1 0,-2-1,0 1,0 0,-2 0,1-1,-1 1,-1 0,-1 1,0-1,0 1,-1-1,-1 1,0 0,0 1,-3-2,7 11,0 0,-1-1,0 1,1 0,-1 1,0-1,0 0,0 1,0 0,0-1,0 1,-1 0,1 1,0-1,0 1,-1-1,1 1,-1 0,1 0,0 0,-1 1,1-1,0 1,0 0,-1 0,1 0,0 0,0 1,0-1,0 1,0 0,1 0,-1 0,0 0,1 0,0 0,-1 1,1-1,0 1,0 0,0-1,0 2,-9 13,1 0,0 1,2 1,0-1,1 1,0 1,2-1,0 1,2 0,0 0,0 12,-3 27</inkml:trace>
</inkml:ink>
</file>

<file path=ppt/ink/ink2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14T06:48:51.417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0 385,'5'-19,"8"-16,6-13,5-6,1-3,-3 0,-1 7,-6 9,-4 18,-7 22,-6 27,-5 26,-2 23,-1 21,1 11,2 6,2-3,2-19</inkml:trace>
</inkml:ink>
</file>

<file path=ppt/ink/ink2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14T06:48:52.216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101 222,'-11'38,"-26"121,36-148,0 0,0 0,1 0,1 0,0 0,0 0,1-1,0 1,1 0,0-1,1 1,0-1,3 3,-6-9,1-1,0 1,0-1,0 1,1-1,-1 0,1 0,0 0,-1 0,1-1,1 1,-1-1,0 1,1-1,-1 0,1 0,0-1,-1 1,1-1,0 0,0 0,0 0,0 0,0-1,0 0,0 0,0 0,0 0,0 0,0-1,0 0,0 0,0 0,0 0,-1-1,1 1,0-1,-1 0,4-2,4-9,0-1,-1 0,-1-1,0 0,-1-1,-1 1,0-1,-1-1,-1 1,-1-1,0 0,-1 0,-1-1,0 1,-1 0,-2-12,4 8,-2 0,-1-1,0 1,-2 0,0-1,-1 1,-2 0,0 1,-1-1,-1 1,0 0,-6-7,12 23,0 1,-1 0,0 0,0 0,1 1,-2-1,1 0,0 1,0-1,-1 1,0 0,1 0,-1 0,0 0,0 0,0 0,0 1,0 0,0-1,-1 1,1 0,0 1,-1-1,1 0,0 1,-1 0,1 0,-1 0,1 0,-1 1,1-1,0 1,-1 0,1 0,0 0,0 0,0 1,-3 1,-7 7,2 1,-1 1,1 0,1 1,0 0,1 0,0 1,1 0,1 1,0-1,1 1,-3 12,8-24,-30 78</inkml:trace>
</inkml:ink>
</file>

<file path=ppt/ink/ink2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14T06:48:52.971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33 360,'-6'12,"1"0,1 0,0 0,0 1,2 0,-1-1,2 1,-1 0,2 0,0 1,0-1,1 0,1-1,0 1,1 0,0 0,6 11,-9-22,1 0,1 0,-1 0,0 0,0 0,1-1,-1 1,1 0,0-1,-1 1,1-1,0 1,0-1,0 0,0 0,0 0,0 0,0 0,1 0,-1-1,0 1,0-1,1 1,-1-1,0 0,1 0,-1 0,0 0,0 0,1-1,-1 1,0-1,0 0,1 1,-1-1,0 0,0 0,0 0,0 0,0-1,0 1,-1-1,1 1,0-1,0 0,8-12,0 0,-1-1,-1-1,0 1,-1-1,0 0,-2-1,0 0,-1 0,0 0,-1 0,-1 0,-1-1,-1 1,0-5,2-2,-1-1,-1 0,-1 0,-1 0,-1 1,-1-1,-2 1,0 0,-2 0,0 1,-1 0,-7-10,15 31,1 1,-1-1,0 1,1 0,-1-1,0 1,0 0,0-1,0 1,0 0,-1 0,1 0,0 0,0 0,-1 0,1 1,0-1,-1 0,1 1,-1-1,1 1,-1-1,0 1,1 0,-1-1,1 1,-1 0,1 0,-1 0,0 0,1 1,-1-1,1 0,-1 1,1-1,-1 1,1-1,-1 1,1 0,-1-1,1 1,0 0,0 0,-1 0,1 0,0 0,0 1,0-1,0 0,0 0,0 1,0-1,1 1,-1-1,0 0,1 1,-1-1,1 1,0 0,-1-1,1 1,0-1,0 2,-9 24,1 0,1 1,2 0,0 0,1 11,-9 94,2-1</inkml:trace>
</inkml:ink>
</file>

<file path=ppt/ink/ink2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14T06:48:36.362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24 148,'-2'21,"-1"10,-2 8,0 1,0-3,2-4,3-3,2-2,2 1,1 3,2 4,0 6,-2-5</inkml:trace>
  <inkml:trace contextRef="#ctx0" brushRef="#br0" timeOffset="256.315">105 1043,'0'16,"0"13,0 11,0 14,-7 13,-2-5</inkml:trace>
  <inkml:trace contextRef="#ctx0" brushRef="#br0" timeOffset="18091.263">345 1,'-1'65,"-4"-1,-2 1,-3-1,-3 0,-3-1,-10 23,-28 84,51-145,3-24,0-1,0 1,0-1,0 1,1-1,-1 1,0-1,0 0,1 1,-1-1,0 1,0-1,1 0,-1 1,0-1,1 0,-1 1,1-1,-1 0,1 0,-1 1,0-1,1 0,-1 0,1 0,-1 0,1 0,-1 0,1 1,-1-1,1 0,-1 0,1 0,-1-1,1 1,-1 0,1 0,-1 0,0 0,1 0,-1 0,1-1,-1 1,1 0,-1 0,0-1,1 1,-1 0,1-1,-1 1,0 0,1-1,-1 1,0-1,0 1,1 0,-1-1,189-154,-175 146,2 1,-1 0,1 1,0 0,1 2,0 0,15-3,-16 6</inkml:trace>
  <inkml:trace contextRef="#ctx0" brushRef="#br0" timeOffset="18338.607">546 255,'-5'-7,"-1"5,0 14,2 20,1 24,3 22,2 17,0 9,0 6,-2 0,-2-18</inkml:trace>
</inkml:ink>
</file>

<file path=ppt/ink/ink2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14T06:48:58.971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11 1,'-3'18,"0"11,3 7,1 4,0 4,0 5,0 2,-2 4,-2 2,1 2,0-8</inkml:trace>
</inkml:ink>
</file>

<file path=ppt/ink/ink2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14T06:48:59.391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79 0,'-2'16,"-1"14,-2 12,0 9,-2 10,-2 11,-1 10,0 11,1 5,0 3,4-1,1-17</inkml:trace>
</inkml:ink>
</file>

<file path=ppt/ink/ink2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14T06:48:59.878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42 1,'-4'16,"-5"12,1 8,0 7,2 6,3 5,1 5,1 6,3 6,1 7,0 3,0 4,-1 4,-1 0,-1-4,1-16</inkml:trace>
</inkml:ink>
</file>

<file path=ppt/ink/ink2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14T06:49:00.223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36 1,'-4'18,"-2"15,0 14,2 14,-2 13,1 14,1 13,4 12,1 11,3 13,1-18</inkml:trace>
</inkml:ink>
</file>

<file path=ppt/ink/ink2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14T06:49:00.516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29 0,'-4'14,"-3"11,2 12,0 12,2 12,0 12,2 13,1 12,2 9,2 8,-1 7,0 3,-1-20</inkml:trace>
</inkml:ink>
</file>

<file path=ppt/ink/ink2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14T06:49:01.489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45 29,'-7'25,"1"1,1 0,2 0,0 1,2-1,1 1,1-1,1 1,1-1,4 11,-5-29,1-1,0 1,0-1,1 1,0-1,0 0,0 0,1-1,5 6,-9-10,1 0,0 0,0 0,0-1,0 1,0-1,0 1,0-1,0 0,1 0,-1 0,0 0,1 0,-1-1,1 1,-1-1,1 1,-1-1,1 0,-1 0,1 0,-1 0,1-1,-1 1,1-1,-1 1,0-1,1 0,-1 0,0 0,1 0,-1 0,0-1,8-7,0 0,-1-1,0-1,-1 1,0-1,-1-1,0 1,0-1,-2 0,1-1,-2 1,1-1,-2 0,0 0,0-1,-1-6,0 6,0 0,-2 0,1 0,-2-1,0 1,-1 0,-1-4,2 13,0 0,0 0,0 0,-1 0,0 1,0-1,0 0,0 1,-1 0,0 0,0-1,0 1,0 1,-1-1,1 1,-1-1,0 1,0 0,0 0,0 1,-1-1,1 1,0 1,1 0,-1 0,1 1,-1-1,0 1,1 0,-1 0,1 0,-1 1,0-1,1 1,-1 0,1 0,-1 0,1 0,0 1,-1-1,1 1,0 0,0 0,0 0,0 0,1 0,-1 1,-1 1,-53 77,31-17,7-2</inkml:trace>
</inkml:ink>
</file>

<file path=ppt/ink/ink2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14T06:49:02.240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1 446,'2'-38,"2"0,2 0,1 1,12-36,-14 56,6-26,1 0,3 0,13-25,-19 61,-5 24,-2 284,-4 36,1-244</inkml:trace>
</inkml:ink>
</file>

<file path=ppt/ink/ink2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14T06:49:02.926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94 185,'-6'116,"3"-79,1 0,2 0,1 0,4 21,-5-55,0-1,0 0,1 1,-1-1,0 1,1-1,-1 0,1 1,0-1,0 0,0 1,0-1,0 0,0 0,1 0,-1 0,1 0,-1 0,1-1,0 1,-1 0,1-1,0 1,0-1,0 0,1 0,-1 1,0-1,0-1,1 1,-1 0,0-1,1 1,-1-1,3 1,0-3,1 0,-1 0,0-1,0 0,0 0,0 0,-1 0,1-1,-1 1,0-1,0 0,0-1,2-3,9-11,-2 0,0-1,-2 0,0-1,-1 0,-1-1,-1 0,-1-1,-1 1,-1-1,-1 0,-1-1,-1 1,-1-10,-1 21,-1-1,-1 0,0 1,0 0,-1 0,-1 0,0 0,-1 0,0 1,-1-1,5 9,-1 0,0-1,0 1,0 0,0 0,-1 1,1-1,-1 0,1 1,-1-1,0 1,0 0,0 0,0 0,-1 1,1-1,-1 1,1-1,-1 1,1 0,-1 1,1-1,-1 0,0 1,1 0,-1 0,0 0,1 0,-1 1,0 0,1-1,-1 1,1 0,-1 1,-1 0,-8 6,1 0,0 1,1 0,0 1,0 0,1 1,0 0,1 1,1 0,-1 0,2 1,0 0,0 0,0 4,-30 58</inkml:trace>
</inkml:ink>
</file>

<file path=ppt/ink/ink2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14T06:49:03.528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0 467,'2'-22,"4"-20,-1-15,3-11,-1-3,-2 2,-1 11,-2 13,0 16,-2 23,0 30,0 34,-1 39,1 34,0-4</inkml:trace>
</inkml:ink>
</file>

<file path=ppt/ink/ink2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14T06:49:04.968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175 60,'1'0,"-1"-1,1 0,-1 0,1 0,-1 0,1 0,0 1,0-1,-1 0,1 0,0 1,0-1,0 1,0-1,0 1,0-1,0 1,0-1,0 1,0 0,0 0,0-1,0 1,0 0,0 0,0 0,0 0,0 0,0 0,1 1,3-2,163-42,-145 41,-23 2,-1 0,1 0,0 0,0 0,-1 0,1 0,0 1,0-1,-1 0,1 0,0 0,0 0,-1 1,1-1,0 0,0 0,0 0,0 1,-1-1,1 0,0 0,0 1,0-1,0 0,0 1,0-1,0 0,0 0,-1 1,1-1,0 0,0 1,0-1,1 0,-1 1,0-1,0 0,0 0,0 1,0-1,0 0,0 0,0 1,0-1,1 0,-1 0,0 1,0-1,0 0,1 0,-1 1,0-1,0 0,1 0,-1 0,0 0,0 0,1 1,-1-1,0 0,1 0,-19 9,1-1,-1 0,-1-2,1 0,-1-1,0-1,0 0,-12-1,-100 6,127-7,-1 1,1-1,-1 1,1 0,0 1,0-1,0 1,1-1,-1 1,1 0,0 0,0 1,0-1,0 1,1-1,0 1,0 0,0 0,1 0,0 0,-1 0,2 0,-1 0,1 3,-2-3,-2 7,0 1,1 0,0 0,1 0,1 0,0 0,1 0,0 0,1 1,0-1,1 0,0 0,1 0,1-1,0 1,1-1,0 1,-3-10,0-1,0 1,0 0,0 0,0-1,1 1,-1-1,1 0,-1 0,1 0,0 0,0 0,0-1,0 1,0-1,0 0,0 0,1 0,-1 0,0 0,1-1,-1 0,1 1,-1-1,0 0,1-1,-1 1,0-1,1 1,-1-1,1 0,29-28,-32 25,1 2,0-1,0 0,0 0,0 0,0 1,1-1,-1 1,1 0,0 0,-1 0,1 0,0 0,0 1,0-1,1 1,-1 0,0 0,0 0,1 0,-1 0,0 1,1 0,-1-1,1 1,-1 1,0-1,1 0,-1 1,1 0,-1-1,0 1,0 1,0-1,1 0,-1 1,3 5,-1 1,0 0,0 0,-1 0,0 0,-1 1,1 0,-2-1,1 1,-1 0,-1 0,1 0,-1 1,-1-1,0 0,0 0,-2 6,1-2,0 1,-1-1,0-1,-1 1,0 0,-1-1,-1 1,0-1,0 0,-2-1,1 0,-1 1,-1-2,0 1,0-1,-1-1,0 0,-1 0,0 0,-1-1,1-1,-2 0,1 0,-11 3,-20-3,42-7,-1-1,1 0,0 0,-1 1,1-1,0 0,0 1,-1-1,1 0,0 0,0 0,0 1,0-1,0 0,0 0,0 1,1-1,-1 0,0 0,0 1,0-1,1 0,-1 1,0-1,1 0,-1 1,1-1,-1 0,1 1,-1-1,1 1,-1-1,1 1,0-1,-1 1,1-1,0 1,-1 0,1-1,0 1,-1 0,1 0,0-1,0 1,-1 0,1 0,1 0,-1-1,20-13</inkml:trace>
</inkml:ink>
</file>

<file path=ppt/ink/ink2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14T06:49:05.286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5 1,'-4'4,"5"2,9 0,10-2,1-1</inkml:trace>
</inkml:ink>
</file>

<file path=ppt/ink/ink2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14T06:49:05.484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0 0,'16'0,"12"0,2 0</inkml:trace>
</inkml:ink>
</file>

<file path=ppt/ink/ink2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14T06:49:05.710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0 1,'14'4,"4"2</inkml:trace>
</inkml:ink>
</file>

<file path=ppt/ink/ink2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14T06:49:05.966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 0,'22'0,"9"0</inkml:trace>
  <inkml:trace contextRef="#ctx0" brushRef="#br0" timeOffset="1">909 107,'14'0,"4"0</inkml:trace>
</inkml:ink>
</file>

<file path=ppt/ink/ink2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14T06:49:07.200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 0,'2'14,"3"13,3 9,2 10,3 8,0 12,0 9,-1 9,-3 10,-4 7,-1 7,-3-14</inkml:trace>
</inkml:ink>
</file>

<file path=ppt/ink/ink2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14T06:49:07.450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6 1,'-2'16,"-1"11,2 12,4 7,1 7,3 7,-1 6,-1 5,-1 8,-2-11</inkml:trace>
</inkml:ink>
</file>

<file path=ppt/ink/ink2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14T06:49:07.714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6 0,'-2'18,"-1"13,3 8,0 9,4 5,0 7,1 5,-2 3,-1 3,0 3,-4 4,-1-13</inkml:trace>
</inkml:ink>
</file>

<file path=ppt/ink/ink2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14T06:49:08.001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15 1,'-3'15,"0"11,0 3,1 0,0 1,1-3,0-2,3 3,1 0,3 2,-1 6,0 5,-1 5,-2 4,-1 2,0 2,-1 0,0-8</inkml:trace>
</inkml:ink>
</file>

<file path=ppt/ink/ink2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14T06:49:08.290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 1,'0'16,"0"9,0 6,0 4,0 1,0 0,0 2,0 3,0 2,0 2,0 0,0 0,0-1,0 1,2 2,1-1,0 2,-1-8</inkml:trace>
</inkml:ink>
</file>

<file path=ppt/ink/ink2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14T06:49:08.552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53 0,'-2'16,"-1"12,0 8,-1 5,-1 4,1 2,2-1,0 1,-2 2,1-1,0 3,1 2,-2 3,1 3,-1 4,2 2,0 1,2-10</inkml:trace>
</inkml:ink>
</file>

<file path=ppt/ink/ink2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14T06:49:08.814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42 0,'-5'19,"-1"14,-2 9,0 4,2 1,1-1,3-1,0-2,4 0,1-2,3-1,-1 2,0 1,-1 2,-4 3,-1-8</inkml:trace>
</inkml:ink>
</file>

<file path=ppt/ink/ink2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14T06:49:09.071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36 0,'0'25,"0"22,-2 16,-3 12,-1 4,-2 0,1-5,1-7,5-14,4-12,1-15</inkml:trace>
</inkml:ink>
</file>

<file path=ppt/ink/ink2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14T06:49:09.698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12 11,'5'-6,"1"1,0 9,-1 13,-4 15,-2 15,-3 14,-3 12,-1 10,1 4,3 1,0-3,7-4,3-17</inkml:trace>
</inkml:ink>
</file>

<file path=ppt/ink/ink2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14T06:49:10.103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182 0,'-23'78,"8"-30,1 1,3 0,0 17,8-20,3 0,2 0,1 0,8 31,6 110,-22-78,-5-1,-15 66,1-12,-46 249,67-383,2 0,2 0,0 0,2 0,2 8,1 7,-3-13</inkml:trace>
</inkml:ink>
</file>

<file path=ppt/ink/ink2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14T06:49:10.284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57 1,'-3'18,"0"13,-2 8,-1 8,-1 6,-1 3,0 1,-1-3,2-10</inkml:trace>
</inkml:ink>
</file>

<file path=ppt/ink/ink2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14T06:49:11.515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1 268,'77'-120,"19"-17,-96 136,0 0,0 1,0-1,1 1,-1-1,0 1,1-1,-1 1,0-1,1 1,-1-1,0 1,1-1,-1 1,1 0,-1-1,1 1,-1 0,1-1,-1 1,1 0,0 0,-1 0,1-1,-1 1,1 0,-1 0,1 0,0 0,-1 0,1 0,-1 0,1 0,0 0,-1 0,1 1,-1-1,1 0,0 0,-1 0,1 1,-1-1,1 0,-1 1,1-1,-1 0,0 1,1-1,-1 1,1-1,-1 1,0-1,1 1,-1-1,0 1,1-1,-1 1,0-1,0 1,0 0,6 39,-6-40,2 311,1-254,0-34,0 0,-2 1,-1-1,-1 1,0-1,-2 1,-1-1,-1 0,0 0,-2-1,-1 1,-5 9,12-30,0 1,0-1,0 0,0 1,-1-1,1 0,-1 0,1 0,-1 0,0 0,0 0,0 0,0 0,0-1,0 1,0-1,-1 0,1 0,0 1,-1-2,1 1,-1 0,1 0,-1-1,1 1,-1-1,0 0,1 0,-1 0,1 0,-1 0,0-1,1 1,-1-1,1 1,-1-1,1 0,-1 0,1 0,0 0,-1-1,1 1,0-1,0 1,0-1,0 0,0 0,-1 1,1-1,0 0,0-1,0 1,0 0,1 0,-1-1,0 1,1-1,0 1,0-1,0 0,0 0,0 1,0-1,0 0,1 0,0 0,0 0,-1 0,2 0,-1 1,0-1,0 0,1 0,0 0,0 0,-1 1,1-1,1 0,-1 0,0 1,1-1,-1 1,1 0,0-1,0 1,0 0,1 0,10-2,1 0,0 2,0 0,0 0,0 1,0 1,0 1,4 0,14 0,206 10,-192-8</inkml:trace>
</inkml:ink>
</file>

<file path=ppt/ink/ink2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14T06:49:13.269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0 342,'155'-258,"-102"174,-53 84,0 1,0-1,-1 0,1 0,0 1,0-1,0 0,0 0,0 1,0-1,1 0,-1 0,0 0,0 1,0-1,0 0,0 0,0 1,0-1,0 0,1 0,-1 0,0 1,0-1,0 0,0 0,1 0,-1 0,0 1,0-1,0 0,1 0,-1 0,0 0,0 0,1 0,-1 0,0 0,0 0,0 1,1-1,-1 0,0 0,0 0,1 0,-1-1,0 1,0 0,1 0,-1 0,0 0,0 0,1 0,-1 0,0 0,0 0,0-1,1 1,-1 0,0 0,0 0,0 0,1-1,-2 28,1-26,-34 372,26-284,-3 0,-13 40,23-124,0 0,0 0,1 0,-2 0,1 0,0-1,-1 1,0-1,0 1,0-1,-1 0,0 1,1-1,-1 0,-1-1,1 1,-1-1,1 1,-3 1,5-5,1 0,-1 1,0-1,1 0,-1 1,1-1,-1 0,0 0,1 1,-1-1,1 0,-1 0,0 0,1 0,-1 0,0 0,1 0,-1 0,0 0,1 0,-1-1,0 1,1 0,-1 0,0 0,1-1,-1 1,1 0,-1-1,1 1,-1-1,1 1,-1-1,1 1,-1-1,1 1,-1-1,1 1,0-1,-1 1,1-1,0 0,0 1,-1-1,1 1,0-1,0 0,0 1,0-1,0 0,0 1,0-1,0 0,0 1,0-1,0 0,0 1,1-1,-1 0,94-27,127-6,-179 30</inkml:trace>
</inkml:ink>
</file>

<file path=ppt/ink/ink2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14T06:49:14.192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1 367,'12'-39,"2"0,1 1,2 1,2 0,1 1,2 2,2 0,21-23,-27 41,-9 33,-35 169,20-112,3 1,3 0,3-1,7 26,-4 3,-7-102,1-1,-1 1,0-1,1 0,-1 1,1-1,-1 0,0 1,1-1,-1 0,0 0,1 1,-1-1,0 0,0 0,1 0,-1 0,0 0,1 0,-1 0,0 0,1-1,-1 1,0 0,1 0,-1 0,0-1,1 1,-1 0,0-1,1 1,-1-1,1 1,-1-1,1 1,-1-1,1 1,-1-1,1 1,0-1,-1 1,1-1,0 0,-1 1,1-1,0 0,0 1,-1-1,1 0,0 1,0-1,0 0,0 0,-1 0,-32-43,34 44,-1 1,0-1,1 0,-1 0,0 1,1-1,-1 0,0 0,1 0,-1 0,1 1,-1-1,0 0,1 0,-1 0,1 0,-1 0,0 0,1 0,-1 0,1 0,-1 0,0 0,1 0,-1 0,1-1,-1 1,0 0,1 0,-1 0,0-1,1 1,-1 0,0 0,1-1,-1 1,0 0,0 0,1-1,-1 1,0 0,0-1,1 1,-1 0,0-1,0 1,0-1,0 1,0 0,0-1,1 1,-1-1,0 1,0 0,0-1,0 1,0-1,-1 1,1 0,0-1,0 1,0-1,0 1,0 0,0-1,-1 1,1-1,3 2,262 23,-212-19</inkml:trace>
</inkml:ink>
</file>

<file path=ppt/ink/ink2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14T06:49:12.236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1 428,'20'-48,"30"-71,5 1,9-5,-50 104,-14 19,1 0,-1 0,0 0,1 0,-1 0,1 0,-1 0,0 0,1 1,-1-1,1 0,-1 0,0 1,1-1,-1 0,0 0,1 1,-1-1,0 0,0 1,1-1,-1 0,0 1,0-1,1 1,-1-1,0 0,0 1,0-1,0 1,0-1,0 0,0 1,0-1,0 1,0-1,0 1,0-1,0 0,0 1,0-1,0 1,0-1,0 1,-1-1,1 0,0 1,0-1,0 0,-1 1,1-1,0 0,-1 1,1-1,0 0,-32 269,29-118,-6 85,1-192,0-10</inkml:trace>
  <inkml:trace contextRef="#ctx0" brushRef="#br0" timeOffset="260.808">108 789,'-5'-2,"1"-1,6 0,11 1,13-2,14-2,13-3,6 0,3 2,-5 2,-12 2</inkml:trace>
</inkml:ink>
</file>

<file path=ppt/ink/ink2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14T06:49:17.191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0 408,'1'-62,"3"0,2 1,3 0,3 0,7-19,-11 60,1 55,-9 144,-25 170,24-332</inkml:trace>
</inkml:ink>
</file>

<file path=ppt/ink/ink2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14T06:49:19.074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27 336,'-10'223,"10"-181,6-37,0-22,9-55,-4 0,-3-1,-3 0,-4-21,0 82,-1 5,-1 1,1 0,0 0,0 0,0 0,1 0,0 0,0 0,1 0,-1 0,1 0,0 1,1-1,0 1,0-1,0 1,0 0,1 0,2-2,6-2,1 0,0 1,0 0,1 1,0 1,0 0,1 1,0 0,-1 1,2 1,-1 0,0 1,3 1,-15 1,0 0,0 1,0-1,-1 1,1 0,0 0,0 0,-1 0,1 0,0 0,-1 1,0-1,1 1,-1 0,0 0,0 0,1 0,14 11,-9-8</inkml:trace>
  <inkml:trace contextRef="#ctx0" brushRef="#br0" timeOffset="261.3">1 323,'16'0,"14"-3,11-2,8-4,7 1,3-1,-2-1,-4 0,-8 3,-12 3</inkml:trace>
</inkml:ink>
</file>

<file path=ppt/ink/ink2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14T06:49:17.490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56 81,'10'0,"8"-2,10-5,8-4,7-3,4 0,0 1,-3 4,-7 2,-8 4,-10 3,-14 5,-7 1</inkml:trace>
  <inkml:trace contextRef="#ctx0" brushRef="#br0" timeOffset="571.159">30 109,'-8'33,"1"1,2 0,1 0,2 6,1-39,1-1,0 1,-1 0,1-1,0 1,-1 0,1 0,0-1,0 1,0 0,0 0,0-1,0 1,0 0,0 0,0-1,0 1,0 0,0 0,1-1,-1 1,0 0,1 0,-1-1,0 1,1 0,-1-1,1 1,-1-1,1 1,-1 0,1-1,-1 1,1-1,0 0,-1 1,1-1,0 1,-1-1,1 0,0 0,0 1,-1-1,1 0,0 0,0 0,-1 0,1 0,0 0,0 0,-1 0,1 0,0 0,0 0,-1 0,1-1,0 1,0 0,128-91,-126 89,0 0,0 0,0 0,0 1,0-1,0 1,0 0,0 0,1 0,-1 0,0 0,1 1,-1 0,0 0,1 0,-1 0,1 0,-1 0,0 1,1 0,-1 0,0 0,0 0,1 0,-1 1,0-1,0 1,-1 0,1 0,0 0,0 0,1 2,2 7,-1 1,0 0,0 1,-1-1,-1 1,0 0,-1-1,0 1,-1 1,0-1,-1 0,-1 0,0 0,0 0,-2 0,1 0,-2-1,0 1,-4 8,4-11,0 1,-1-1,-1 0,0 0,0-1,-1 1,0-1,0-1,-1 0,-8 8,12-14,1 1,0-1,-1 1,1-1,-1 0,0 0,1-1,-1 1,0-1,0 0,0 0,0 0,-1 0,1-1,0 1,0-1,0 0,0-1,-1 1,1-1,0 1,0-1,0-1,0 1,0 0,1-1,-1 0,0 0,1 0,-4-3,0-1,10 9,1 1</inkml:trace>
</inkml:ink>
</file>

<file path=ppt/ink/ink2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14T06:49:21.733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8 0,'-2'5,"-1"5,0 6,3 8,2 8,2 7,3 10,1 7,-2 7,-6 8,-8 4,-2-10</inkml:trace>
</inkml:ink>
</file>

<file path=ppt/ink/ink2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14T06:49:22.057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27 1,'-5'20,"-1"14,1 11,0 8,2 7,1 4,3 5,2 5,-1-11</inkml:trace>
</inkml:ink>
</file>

<file path=ppt/ink/ink2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14T06:49:22.782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50 0,'-9'14,"-3"13,1 12,2 9,2 10,6 4,4 5,4 4,3 3,0 3,-1 2,-4-12</inkml:trace>
</inkml:ink>
</file>

<file path=ppt/ink/ink2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14T06:49:23.171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96 1,'-2'16,"-1"14,-2 11,0 11,-2 9,-2 8,-1 9,-2 6,-1 5,2 2,1 0,1-15</inkml:trace>
</inkml:ink>
</file>

<file path=ppt/ink/ink2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14T06:49:23.773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14 0,'-2'16,"-1"10,0 9,1 6,0 7,1 4,1 6,-1 3,1 6,0 2,1 3,-1-10</inkml:trace>
</inkml:ink>
</file>

<file path=ppt/ink/ink2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14T06:49:24.236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28 0,'-4'5,"-2"3,0 3,1 4,2 4,1 4,1 4,3 7,1 6,0 9,-1 6,0 8,-1 5,0 4,-1 2,0-13</inkml:trace>
</inkml:ink>
</file>

<file path=ppt/ink/ink2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14T06:49:24.667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11 0,'0'5,"0"3,0 8,0 5,0 9,0 7,0 10,0 8,-2 5,-1 5,0 4,1-8</inkml:trace>
</inkml:ink>
</file>

<file path=ppt/ink/ink2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14T06:49:25.183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0 1,'0'2,"0"3,0 6,0 5,0 4,0 8,0 9,0 9,0 10,0 9,0 10,0-8</inkml:trace>
</inkml:ink>
</file>

<file path=ppt/ink/ink2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14T06:49:25.438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35 1,'-7'13,"-2"10,0 7,2 6,5 3,4 4,2 7,1 3,-1 4,-1-7</inkml:trace>
</inkml:ink>
</file>

<file path=ppt/ink/ink2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14T06:49:25.696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0 0,'10'23,"4"21,5 16,0 17,-5 13,-3-8</inkml:trace>
</inkml:ink>
</file>

<file path=ppt/ink/ink2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14T06:49:29.530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151 84,'-2'-2,"0"1,0 0,1-1,-1 1,0 0,0 0,0 0,0 0,-1 0,1 0,0 1,0-1,0 1,-1 0,1-1,0 1,0 0,-1 0,1 1,0-1,0 0,-1 1,1-1,0 1,0 0,0 0,0 0,0 0,0 0,0 0,0 0,0 1,0-1,1 1,-1-1,1 1,-1 0,1 0,-8 12,0 0,2 1,0 0,0 0,2 1,0-1,1 1,0 0,1 1,0 9,1-19,0 1,0-1,1 1,-1 0,2-1,-1 1,1 0,1 0,-1-1,1 1,1 0,-1 0,1-1,0 0,1 1,0-1,0 0,1 0,0 0,0-1,0 1,1-1,0 0,0 0,1-1,-1 1,7 3,-5-6,0 0,0-1,1 0,-1 0,1-1,-1 0,1 0,-1-1,1 0,-1 0,1-1,-1 0,1 0,-1-1,1 0,-1 0,0-1,0 0,0 0,0 0,-1-1,1 0,-1-1,0 1,0-1,-1 0,1-1,-1 1,0-1,-1 0,0 0,1-1,-2 1,1-1,-1 0,0 0,1-3,1-3,-1 1,0-1,-1 0,0 0,-1 0,-1 0,0 0,0-1,-1 1,-1 0,0 0,-1-1,-1 1,0 0,0 1,-2-1,1 1,-2-1,1 1,-2 1,0-1,0 1,-1 0,0 1,0 0,-2 0,1 1,6 6,0 1,0 0,0 0,-1 0,1 0,-1 0,1 1,-1 0,1-1,-1 1,0 1,1-1,-1 0,0 1,0 0,0 0,0 0,1 0,-1 1,0-1,0 1,1 0,-1 0,0 1,1-1,-1 1,1-1,0 1,-1 0,1 0,0 1,0-1,0 1,1-1,-1 1,1 0,-1 0,1 0,-1 3,-7 10,1 1,1 1,0 0,2 0,0 0,1 1,1 0,0-1,1 7,-6 43</inkml:trace>
</inkml:ink>
</file>

<file path=ppt/ink/ink2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14T06:49:30.351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132 108,'-12'11,"0"0,1 1,1 0,0 1,0 0,1 0,1 1,0 0,1 1,0 0,2 0,-1 0,2 1,0 0,1 0,1 0,-1 16,2-26,1-1,0 1,1 0,-1 0,1 0,0 0,1 0,-1-1,1 1,0-1,1 1,-1-1,1 0,0 0,1 0,-1 0,1 0,0-1,0 0,0 0,0 0,1 0,0 0,0-1,0 0,0 0,0-1,0 1,1-1,0 0,-1 0,1-1,0 0,0 0,-1 0,1-1,0 0,0 0,5-1,-3-1,0 0,0 0,0-1,0-1,-1 1,1-1,-1 0,0-1,0 0,-1 0,1 0,-1-1,0 0,-1 0,1 0,-1-1,0 0,0-2,4-5,-1-1,-1 1,0-1,-1-1,-1 1,0-1,-1 0,2-15,-4 18,-1 0,0 1,-1-1,0 0,-1 1,-1-1,0 0,0 1,-1 0,-1-1,0 1,-1 0,0 1,0-1,-2 1,1 0,-1 1,-1 0,0 0,0 0,-4-2,10 10,-1 0,1 0,-1 1,0-1,0 0,1 1,-1-1,0 1,0 0,-1 0,1 0,0 1,0-1,0 1,0 0,-1 0,1 0,0 0,0 0,0 0,-1 1,1 0,0 0,0 0,0 0,0 0,0 0,0 1,1 0,-1-1,0 1,1 0,-1 0,1 1,0-1,-2 2,-5 8,1 1,0 1,0 0,2 0,-1 0,2 1,0 0,1 0,0 0,1 0,0 7,-7 45</inkml:trace>
</inkml:ink>
</file>

<file path=ppt/ink/ink2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14T06:49:31.059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73 138,'-11'19,"1"1,0 1,2 0,1 0,0 0,1 1,2 0,0 0,1 0,2 1,0 7,1-23,1 0,-1 1,1-1,1 0,0 0,0 1,0-1,1-1,-1 1,2 0,-1-1,1 1,0-1,0 0,1 0,0-1,0 1,0-1,1 0,0-1,-1 1,2-1,-1 0,0-1,1 1,0-1,0-1,0 1,0-1,0 0,4 0,-2-1,1-1,-1 0,1 0,-1 0,1-2,-1 1,0-1,0 0,0-1,0 0,0-1,0 0,-1 0,1 0,-1-1,-1-1,1 1,-1-1,0-1,0 1,0-1,-1 0,0-1,-1 1,1-1,-2-1,1 1,-1 0,0-1,-1 0,0 0,0 0,-1 0,1-7,-1 0,0-1,-1 1,-1 0,-1-1,0 1,-1 0,-1 0,0 0,-1 0,-1 0,0 1,-1-1,-1 1,0 1,-1 0,-1 0,0 0,-1 1,0 0,-1 1,-1 0,0 1,-11-8,20 16,1 1,-1 0,0 0,0 0,0 0,0 0,0 1,0-1,0 1,0 0,-1 0,1 0,0 0,-1 1,1-1,-1 1,1 0,-1 0,1 0,0 1,-1-1,1 1,-1 0,1 0,0 0,0 0,-1 0,1 1,0-1,0 1,0 0,1 0,-1 0,0 1,-1 0,-19 37,7 5</inkml:trace>
</inkml:ink>
</file>

<file path=ppt/ink/ink2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14T06:49:31.775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65 275,'-8'12,"1"1,1 0,0 0,1 1,1 0,0 0,0 0,2 1,0-1,0 0,1 1,1 0,1-1,0 1,1 4,-1-16,-1 0,1 0,-1 0,1-1,0 1,0 0,1-1,-1 1,0 0,1-1,0 0,-1 1,1-1,0 0,0 0,1 0,-1 0,0 0,0 0,1-1,-1 1,1-1,0 0,-1 0,1 0,0 0,0 0,0 0,-1-1,1 0,0 1,0-1,0 0,0 0,0 0,0-1,0 1,1-1,5-5,0 0,0 0,0-1,-1 0,0 0,0-1,-1 0,0 0,-1-1,1 0,-2 0,1 0,-1-1,-1 0,0 0,0 0,-1-1,0 1,-1-1,0 1,-1-2,3-7,-1 0,-1-1,-1 1,-1-1,0 1,-1 0,-2-1,0 1,-1 0,0 0,-2 1,0-1,-1 1,-1 0,-3-4,-25-25,35 46,0-1,-1 1,1 0,0 0,-1 0,1 0,-1 0,1 0,-1 1,1-1,-1 0,0 1,1-1,-1 1,0 0,1-1,-1 1,0 0,1 0,-1 0,0 0,0 1,1-1,-1 0,0 1,1-1,-1 1,1-1,-1 1,0 0,1 0,-1 0,-4 5,0 1,1-1,0 1,0 0,0 1,1-1,0 1,1 0,0 0,0 0,0 0,1 0,0 3,-20 83,4 4</inkml:trace>
</inkml:ink>
</file>

<file path=ppt/ink/ink2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14T06:49:36.313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253 223,'-31'-23,"28"21,0 0,-1 0,1 0,0 0,-1 1,1-1,-1 1,0 0,1 0,-1 0,0 0,0 1,1 0,-1-1,0 1,0 1,0-1,1 0,-1 1,0 0,1 0,-1 0,0 0,1 1,-1-1,1 1,0 0,-1 0,1 0,0 1,0-1,1 1,-1-1,0 1,1 0,-3 3,-9 24,1 1,1 0,2 1,-4 23,0-4,11-46,1-1,0 1,0 0,0 1,0-1,1 0,0 0,0 1,1-1,0 0,0 1,0-1,0 1,1-1,0 0,0 1,0-1,1 0,-1 0,1 0,1 0,-1 0,1 0,-1-1,1 1,1-1,-1 0,3 2,5 0,1 0,0-1,1-1,-1 0,1 0,0-1,0-1,0 0,0-1,10-1,-9 2,-3-1,-6 0,-1 0,1 0,-1 0,1-1,0 0,-1 1,1-2,0 1,-1 0,1-1,-1 0,1 0,0 0,-1-1,0 0,1 0,-1 0,0 0,0 0,0-1,-1 0,1 0,0 0,-1 0,0 0,0-1,9-17,-1-1,-1 0,-1-1,-1 0,-1 0,-2 0,3-18,-4 25,-1 0,0 0,-1-1,-1 1,-1-1,0 1,-1-1,-1 1,-1 0,0 0,-1 0,0 0,-2 0,0 1,0 0,-2 0,0 1,-1-2,1 6,0 0,-1 0,0 1,-1 0,0 1,0 0,-1 0,0 1,-7-3,14 8,0 0,-1 0,1 0,0 1,-1 0,1 0,-1 0,1 1,-1-1,1 1,-1 0,0 0,1 1,-1-1,1 1,-1 0,1 0,-1 1,1-1,0 1,0 0,0 0,0 0,0 1,0-1,1 1,-1 0,-1 2,-6 10,0 0,1 0,1 1,1 0,0 0,2 1,-1 0,2 0,0 1,1-1,1 1,1 0,0 0,1 7,-3 28</inkml:trace>
</inkml:ink>
</file>

<file path=ppt/ink/ink2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14T06:49:38.517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28 0,'-4'16,"-2"12,0 8,2 5,0 4,2 4,1 5,1 7,0 4,0 5,0-9</inkml:trace>
</inkml:ink>
</file>

<file path=ppt/ink/ink3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14T06:49:38.899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 0,'0'18,"0"14,0 9,2 7,4 5,2 5,2 3,3 6,0 2,-2 3,-2-10</inkml:trace>
</inkml:ink>
</file>

<file path=ppt/ink/ink3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14T06:49:39.248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14 0,'-2'14,"-1"11,0 6,1 5,0 2,1 5,1 1,0 3,0-7</inkml:trace>
</inkml:ink>
</file>

<file path=ppt/ink/ink3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14T06:49:39.597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28 1,'0'13,"0"10,0 5,-2 2,-1 3,0 3,0 4,-1 4,0 5,1 2,0 1,2 2,0 0,0-2,1-9</inkml:trace>
</inkml:ink>
</file>

<file path=ppt/ink/ink3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14T06:49:39.891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 0,'0'12,"0"5,0 5,0 3,0 2,0 3,0 3,0 3,0 2,0 4,0 2,0 2,0-7</inkml:trace>
</inkml:ink>
</file>

<file path=ppt/ink/ink3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14T06:49:40.150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0 0,'5'16,"1"7,0 5,-1 1,0-1,1-1,-3-1,2 3,0 0,-1 2,-2 3,0 3,-1-1,-1 0,0 1,0 1,0-1,-1-7</inkml:trace>
</inkml:ink>
</file>

<file path=ppt/ink/ink3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14T06:49:41.547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44 95,'-7'13,"0"1,2-1,-1 1,2 0,0 0,0 1,2-1,0 1,0-1,1 1,1 0,0-1,2 1,0 1,-1-6,1-1,0 1,1-1,0 0,0 0,1 0,0-1,0 1,1-1,1 0,-1-1,1 1,0-1,1 0,0 0,0-1,0 0,1 0,0-1,0 0,0 0,1-1,-5-1,1-1,-1 0,1 0,0-1,-1 1,1-1,0 0,0 0,0-1,0 1,0-1,0 0,0 0,0-1,0 0,0 0,0 0,-1 0,1-1,0 1,-1-1,1-1,-1 1,1-1,-1 1,3-4,3-6,-1 0,-1-1,0 1,-1-2,-1 1,0-1,0 0,-1 0,-1-1,-1 1,0-1,-1 0,0 0,-1 0,-1 0,-1-11,1 11,-1 0,-1 0,0 0,-1 0,-1 0,0 0,-5-9,7 18,-1 0,0 0,0 0,0 1,0-1,-1 1,0 0,0 0,-1 0,1 1,-1 0,0 0,0 0,-1 0,1 1,-1 0,1 0,-1 0,-3 0,4 2,0 0,0 0,0 1,0-1,-1 1,1 1,0-1,0 1,0 0,0 0,0 0,0 1,0-1,0 1,0 1,1-1,-1 1,1-1,-1 1,1 0,0 1,0-1,1 1,-1 0,1 0,-9 9,1 1,0 1,1 0,1 0,0 1,-4 10,-9 27</inkml:trace>
</inkml:ink>
</file>

<file path=ppt/ink/ink3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14T06:49:42.268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168 85,'-6'-2,"0"2,0-1,0 1,0 0,0 0,0 0,0 1,0 0,0 0,0 1,0-1,1 1,-1 0,1 1,-1 0,1 0,0 0,0 0,0 1,0 0,1 0,-1 0,1 0,0 1,1 0,-1-1,1 1,0 1,0-1,0 0,1 1,0 0,0-1,0 1,1 0,0 0,0 0,0 3,1 0,0 0,0 0,1-1,0 1,1 0,0 0,0-1,1 1,0-1,0 0,1 0,0 0,0 0,1-1,0 1,1-1,-1-1,1 1,1-1,-1 0,1 0,0-1,0 1,1-2,0 1,-1-1,1 0,1-1,-1 0,1 0,-1-1,1 0,0-1,-1 1,1-2,0 1,0-1,0-1,7 0,-10-1,0 0,0 0,0 0,-1-1,1 0,-1 0,1 0,-1-1,0 0,-1 0,1 0,-1 0,1-1,-1 0,-1 0,1 0,-1 0,0 0,0-1,0 1,-1-1,1 0,-1-1,1-3,0-1,-1 0,0 0,0-1,-1 1,-1 0,0 0,0-1,-1 1,-1 0,0 0,-2-6,2 8,0-1,-2 1,1 0,-1 0,0 0,-1 0,0 0,0 1,-1 0,0 0,-1 1,1 0,-1 0,-1 0,1 1,-1 0,0 0,-1 1,1 0,-1 1,0 0,0 0,-1 1,1 0,-1 0,-7 0,13 4,-1-1,1 1,0 0,0 0,0 0,0 1,0 0,0 0,0 0,0 0,0 0,1 1,-1-1,1 1,0 0,0 0,0 1,0-1,1 0,-1 1,1 0,0 0,-1 2,-30 95,23-39</inkml:trace>
</inkml:ink>
</file>

<file path=ppt/ink/ink3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14T06:49:43.016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71 126,'-8'10,"1"1,-1 0,2 1,0 0,0 0,1 0,0 0,1 1,1 0,0 0,1 0,-1 11,1-10,1-1,0 1,1 1,0-1,1 0,1-1,0 1,1 0,4 11,-5-19,0 0,1 0,0 0,0 0,0 0,0-1,1 1,0-1,0 0,1 0,0 0,-1-1,1 0,1 0,-1 0,1 0,-1-1,1 0,0 0,0-1,6 2,-8-3,1 0,0 0,0 0,0-1,0 0,0 0,0-1,0 1,0-1,0 0,0 0,0-1,0 1,-1-1,1 0,-1 0,1-1,-1 0,0 1,0-1,0-1,0 1,-1 0,2-2,3-4,1-1,-2 0,1-1,-1 0,-1 0,0 0,0-1,-1 0,-1-1,2-6,0 0,-2-1,0 1,-1-1,-1 0,-1 0,-1 0,-1 0,0 0,-2 0,0 0,-1 0,-1 1,-1 0,-1 0,-1 0,7 15,0 1,0-1,0 1,-1-1,1 1,-1 0,0-1,0 1,0 0,0 0,-1 1,1-1,-1 0,0 1,0 0,0-1,0 1,0 0,0 1,0-1,-1 0,1 1,-1 0,1 0,-1 0,0 0,1 1,-1-1,0 1,1 0,-1 0,0 0,0 1,-4 4,1 0,0 0,0 1,0 0,1 1,0 0,1 0,-1 0,1 0,0 1,1 0,0 0,0 0,1 0,0 1,0-1,0 9,-16 45</inkml:trace>
</inkml:ink>
</file>

<file path=ppt/ink/ink3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14T06:49:43.659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1 512,'0'-16,"2"-12,4-11,2-7,2-8,3-7,-2-4,-1 1,2 7,-3 8,-2 20,-3 25,-1 31,-2 30,1 30,1 24,2 17,-1-12</inkml:trace>
</inkml:ink>
</file>

<file path=ppt/ink/ink3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14T06:49:44.907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6 265,'-1'-3,"0"0,0 1,1-1,-1 0,0 0,1 0,0 0,0 1,0-1,0 0,0 0,1 0,-1 0,1 1,0-1,-1 0,1 0,1 1,-1-1,0 1,1-1,0-2,54-172,-49 155,-7 22,0 1,0-1,0 0,0 0,0 0,0 1,1-1,-1 0,0 0,0 0,0 1,0-1,0 0,0 0,1 0,-1 0,0 1,0-1,0 0,0 0,1 0,-1 0,0 0,0 0,0 1,1-1,-1 0,0 0,0 0,0 0,1 0,-1 0,0 0,0 0,1 0,-1 0,0 0,0 0,0 0,1 0,-1 0,0 0,0 0,0-1,1 1,-1 0,0 0,0 0,0 0,1 0,-1-1,2 27,-3 149,6 86,14-160,-8-66</inkml:trace>
</inkml:ink>
</file>

<file path=ppt/ink/ink3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14T06:49:46.097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82 1,'-2'14,"-2"11,-1 10,-3 12,-1 10,-3 12,-1 10,2 7,3 8,2 3,3-14</inkml:trace>
</inkml:ink>
</file>

<file path=ppt/ink/ink3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14T06:49:46.364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 1,'0'16,"0"9,0 11,2 5,4 5,2 3,2 6,0 2,-2 2,-2 6,-8 2,-2-10</inkml:trace>
</inkml:ink>
</file>

<file path=ppt/ink/ink3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14T06:49:46.632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13 1,'-2'16,"-1"12,0 5,1 5,0 2,1-1,3 0,1 0,-1 2,1 2,-1 1,-1 1,-1 2,1-7</inkml:trace>
</inkml:ink>
</file>

<file path=ppt/ink/ink3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14T06:49:46.901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 1,'0'13,"0"10,0 3,0 1,2 1,1 2,0 4,-1 2,0 4,1 4,1 5,-1-1,0-7</inkml:trace>
</inkml:ink>
</file>

<file path=ppt/ink/ink3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14T06:49:47.158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28 0,'-4'16,"-2"10,0 2,1-1,2 0,0-1,2 3,3 0,1 0,3 2,0 1,-2 1,0 1,1 3,-1-5</inkml:trace>
</inkml:ink>
</file>

<file path=ppt/ink/ink3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14T06:49:47.420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0 1,'0'18,"0"10,0 6,0 1,0-1,0-2,2 1,1 0,0-3,2 2,-1 2,0 1,1 3,0 3,-1 2,1 0,0 2,-1-7</inkml:trace>
</inkml:ink>
</file>

<file path=ppt/ink/ink3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14T06:49:47.598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0 1,'0'16,"0"9,0 6,2 2,1 0,2 0,1 3,-2 1,-1 1,-1 2,0-3,-2-6</inkml:trace>
</inkml:ink>
</file>

<file path=ppt/ink/ink3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14T06:49:47.846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13 1,'0'18,"0"13,-3 10,1 5,-1-1,0-1,2-3,2-3,4 0,3 0,0 1,-1-7</inkml:trace>
</inkml:ink>
</file>

<file path=ppt/ink/ink3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14T06:49:48.117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24 1,'4'20,"2"17,0 12,-1 10,-4 6,-5 6,-2 4,-4 1,0 1,2-3,2-4,5-3,4-5,7-8,1-14</inkml:trace>
</inkml:ink>
</file>

<file path=ppt/ink/ink3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14T06:49:48.933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223 113,'-147'-13,"143"15,0 0,1 1,-1-1,1 1,0 0,0 0,0 0,0 0,0 0,0 1,1-1,0 1,0 0,0-1,0 1,0 0,1 0,0 1,0-1,0 0,0 0,1 0,-1 1,1-1,0 4,-2 5,2-10,-7 25,2 1,1 0,2 0,1 0,0 0,4 21,-3-48,0 0,0 0,0 0,0 0,0 0,0-1,1 1,-1 0,1 0,-1 0,1 0,0 0,-1-1,1 1,0 0,0-1,0 1,1 0,-1-1,0 0,1 1,-1-1,0 0,1 1,0-1,-1 0,1 0,0 0,-1-1,1 1,0 0,0-1,0 1,0-1,-1 1,1-1,0 0,0 0,0 0,0 0,0 0,0 0,0-1,0 1,0-1,10-5,-1-2,1 1,-2-1,1-1,-1 0,-1-1,1 1,-2-2,1 1,-1-1,-1-1,2-3,0 3,-1-1,0 0,-1-1,0 1,-1-1,0-1,-1 1,-1-1,0 0,-1 0,-1 0,-1 0,0 0,0 0,-2-1,0 1,0 0,-2 0,0 0,-1-1,4 13,-1 1,0-1,0 0,0 0,0 1,-1-1,1 1,-1-1,0 1,1 0,-1-1,0 1,0 0,-1 0,1 0,0 1,-1-1,1 0,-1 1,1 0,-1-1,0 1,0 0,1 1,-1-1,0 0,0 1,0-1,0 1,0 0,0 0,0 0,0 1,1-1,-1 1,0-1,0 1,0 0,0 0,1 0,-1 0,0 1,-5 6,0 0,0 1,1 0,0 0,0 1,1-1,0 2,1-1,0 1,1-1,0 1,1 0,0 1,0-1,1 0,1 4,-4 36,7-8</inkml:trace>
</inkml:ink>
</file>

<file path=ppt/ink/ink3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14T06:49:49.649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63 143,'-8'13,"0"0,1 1,0 0,1 0,0 1,1 0,1 0,0 0,1 1,1-1,1 1,0-1,1 1,0 2,1-9,-1 0,2 0,-1 0,1 0,0 0,1-1,0 1,0-1,1 0,3 4,-6-9,0-1,1 1,0-1,-1 0,1 1,0-1,0 0,0 0,1 0,-1-1,0 1,1 0,-1-1,1 0,0 1,-1-1,1 0,0 0,0-1,-1 1,1 0,0-1,0 0,0 0,0 0,0 0,0 0,-1-1,1 1,0-1,0 1,0-1,-1 0,1 0,7-6,0 0,0-1,-1 1,0-2,0 1,-1-1,0-1,-1 0,0 0,0 0,-1-1,-1 1,1-1,-2-1,0 1,0-1,-1 0,0 0,-1-5,3 1,0 0,-2 0,0-1,-1 1,0-1,-2 0,0 1,0-1,-2 0,0 1,-1-1,-1 1,0 0,-1 0,-2-2,7 16,-1 0,0 0,0 1,0-1,0 0,0 1,-1-1,1 1,0-1,-1 1,1-1,-1 1,1 0,-1 0,0 0,0 0,1 0,-1 0,0 0,0 1,0-1,0 1,0-1,0 1,0 0,0 0,0 0,0 0,0 0,0 0,0 0,0 1,0-1,1 1,-1-1,0 1,0 0,0 0,0 0,1 0,-1 0,0 0,1 0,-1 1,1-1,0 0,-1 1,1-1,0 1,0 0,0-1,0 1,-1 1,-31 73,22-36</inkml:trace>
</inkml:ink>
</file>

<file path=ppt/ink/ink3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14T06:49:50.251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1 505,'99'-339,"-69"187,-28 139,-6 26,-9 73,3 0,4 0,4 1,6 50,1-58</inkml:trace>
</inkml:ink>
</file>

<file path=ppt/ink/ink3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14T06:49:51.078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49 221,'-2'6,"0"-1,1 1,0 0,0-1,0 1,0 0,1 0,0-1,0 1,1 0,-1 0,1-1,1 1,-1 0,1-1,0 1,0-1,0 0,1 1,0-1,0-1,0 1,1 0,0-1,0 1,0-1,0 0,0-1,1 1,0-1,0 0,0 0,0 0,3 1,-6-4,0 0,0 1,0-1,0 0,0 0,1 0,-1 0,0-1,0 1,0 0,0-1,0 0,0 1,0-1,0 0,0 0,0 0,0 0,-1-1,1 1,0 0,-1-1,1 1,-1-1,1 0,-1 1,0-1,0 0,0 0,0 0,0 0,0 0,0 0,0 0,-1 0,1 0,-1-2,14-83,-14 86,1-19,0 0,-1 0,-1 0,-1 0,-1 0,0 0,-2 1,0 0,-1 0,-9-19,15 37,0 0,-1-1,1 1,-1 0,1-1,-1 1,0 0,1 0,-1-1,0 1,0 0,0 0,0 0,0 0,0 0,0 0,0 0,-1 1,1-1,0 0,0 1,-1-1,1 0,0 1,-1 0,1-1,0 1,-1 0,1 0,-1 0,1 0,-1 0,1 0,0 0,-1 0,1 0,-1 1,1-1,0 1,-1-1,1 1,0-1,-1 1,-5 7,0 0,0 0,1 0,0 1,1 0,0 0,0 1,1-1,0 1,0 0,2 0,-3 8,2-8,-18 67,4 0</inkml:trace>
</inkml:ink>
</file>

<file path=ppt/ink/ink3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14T06:49:40.503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29 1,'-4'25,"-6"40,2 0,4 0,2 1,4 31,24 13,-19-90,-2 0,0 1,-1-1,-1 1,0 15,-22 108,14-123,1 1,0-1,2 1,0 0,2 0,0 0,2-1,2 17,-1-29,0 0,0 0,1-1,0 1,1-1,-1 0,2 0,-1-1,1 0,0 0,0 0,5 3,15 13</inkml:trace>
  <inkml:trace contextRef="#ctx0" brushRef="#br0" timeOffset="11810.804">162 402,'0'-1,"0"1,0-1,0 1,0-1,0 1,0-1,1 1,-1-1,0 1,0-1,0 1,0-1,1 1,-1-1,0 1,1 0,-1-1,0 1,1-1,-1 1,0 0,1-1,-1 1,1 0,-1-1,0 1,1 0,-1 0,1-1,-1 1,1 0,-1 0,1 0,-1 0,1 0,-1 0,1 0,0 0,-1 0,1 0,-1 0,1 0,-1 0,1 0,-1 0,1 1,-1-1,1 0,-1 0,1 0,-1 1,0-1,1 0,-1 1,0-1,199-1,-195 0,-1 1,1 0,0 0,0 0,0 0,-1 1,1-1,0 1,0 0,-1 0,1 1,-1-1,1 1,-1-1,1 1,-1 0,0 0,0 1,0-1,0 1,0-1,-1 1,1 0,-1 0,0 0,0 0,0 1,0-1,0 1,0 0,-4 5,-1 0,0-1,0 1,-1-1,0 1,0-1,-1 0,0-1,0 1,-1-1,0 0,0-1,-1 1,0-1,-5 4,3-1,-31 28,26-26,0 0,1 1,1 1,0 0,1 0,0 1,1 1,0-1,2 2,0-1,0 1,1 1,6-14,1 0,-1 1,1-1,0 0,-1 1,1-1,1 0,-1 1,0-1,1 0,0 1,0-1,0 0,0 0,0 0,1 0,-1 0,1 0,0 0,0 0,0-1,0 1,0-1,0 1,1-1,-1 0,1 0,0 0,0 0,0-1,0 1,0-1,0 1,0-1,0 0,0 0,2-1,18 4,0-2,1 0,-1-2,0 0,0-2,1-1,-1 0,0-2,-1 0,18-8,34-8</inkml:trace>
</inkml:ink>
</file>

<file path=ppt/ink/ink3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4-05T05:50:19.043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265 53,'-3'-2,"-1"-1,0 1,1 0,-1 0,0 0,0 1,0-1,-1 1,1 0,0 0,0 1,-1-1,1 1,-1 0,1 0,0 0,-1 1,1 0,0-1,0 2,-1-1,1 0,0 1,0 0,0 0,1 0,-1 0,0 0,1 1,-1 0,1 0,-10 13,0 2,1-1,1 2,1-1,0 1,1 1,2 0,0 0,1 1,-2 13,-1-1,2-1,1 1,2 0,1 0,2 0,2 17,-1-39,1 0,1 0,0-1,0 1,1-1,0 1,1-1,1 0,-1 0,1 0,1-1,0 0,0 0,1 0,0-1,1 0,-1 0,1-1,1 0,0 0,4 2,-7-5,-1-1,1 1,0-1,0 0,0-1,0 0,0 0,0 0,1 0,-1-1,1 0,0-1,-1 1,1-1,-1 0,1-1,0 0,-1 0,1 0,-1-1,0 0,1 0,-1 0,0-1,0 0,1-1,5-10,1 0,-2-1,0 0,-1 0,0-1,-1-1,-1 0,-1 0,0 0,-1-1,-1 0,-1 0,0-1,-2 1,0-1,-1 0,0 1,-2-2,1-5,-1 1,-1 0,-1 0,-1 1,-1-1,-1 1,-1 0,-1 0,-1 1,-1 0,-1 0,-1 1,-1 1,0 0,-2 1,-8-9,22 26,-1 0,1 0,-1 0,0 0,1 0,-1 0,0 0,0 1,0-1,0 0,0 1,-1 0,1 0,0 0,-1 0,1 0,0 0,-1 0,1 1,-1-1,0 1,1 0,-1 0,1 0,-1 0,1 0,-1 0,0 1,1-1,-1 1,1 0,0 0,-1 0,1 0,0 0,-1 0,1 1,-2 1,-5 6,1 2,0-1,1 1,0 1,1-1,0 1,-4 11,9-20,-32 74,3 0</inkml:trace>
</inkml:ink>
</file>

<file path=ppt/ink/ink3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4-05T05:50:19.963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127 147,'-7'3,"0"0,0 0,1 1,-1 0,1 1,0 0,1-1,-1 2,1-1,0 1,0 0,0 0,1 0,0 0,0 1,1 0,0 0,0 0,0 0,1 0,0 0,1 1,-1-1,1 1,1 6,-8 36,3 0,2 1,2 0,2-1,3 1,4 13,-6-44,2-1,1 0,0 0,1 0,1-1,1 0,5 8,-10-21,0 1,1 0,-1-1,1 0,1 0,-1 0,1 0,0-1,0 0,0 0,1 0,-1 0,1-1,0 0,0 0,0-1,0 1,1-1,-1-1,0 1,1-1,0 0,4-1,-3 0,0-1,1 0,-1 0,0-1,1 0,-1 0,0-1,-1 0,1-1,0 0,-1 0,0 0,0-1,0 0,-1 0,1-1,-1 0,-1 0,5-5,1-4,-1 1,0-1,-1 0,-1-1,0 0,-1-1,-1 0,4-15,-4-2,-1 0,-1 1,-2-1,-1 0,-2 0,-1 0,-2 0,-1 0,-2 1,-1 0,-2 0,-1 1,-1 0,-2 1,-11-19,17 37,1 0,-1 0,-1 0,-1 1,1 0,-2 1,0 0,-3-3,11 12,0 0,1 0,-1 0,0 1,0-1,0 0,0 1,0 0,0 0,0 0,-1 0,1 1,0-1,0 1,-1-1,1 1,0 1,-1-1,1 0,0 1,-1-1,1 1,0 0,0 0,0 0,0 1,0-1,0 1,0 0,0-1,0 1,1 0,-1 1,1-1,0 0,0 1,-1 0,1-1,1 1,-1 0,0 0,0 2,-9 17,0 1,2 0,1 0,1 1,1 0,1 0,1 1,1-1,1 6,-5 54</inkml:trace>
</inkml:ink>
</file>

<file path=ppt/ink/ink3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4-05T05:50:20.816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187 1,'-15'12,"0"1,1 1,1 0,0 1,1 1,0 0,2 0,0 1,1 1,0-1,1 2,2-1,-4 14,1 3,1 0,3 1,0 0,3-1,0 2,3-1,1 0,0-12,0 1,2-1,1 0,1-1,0 1,7 12,-10-28,1 0,0 0,0-1,0 1,1-1,0 0,1 0,-1-1,1 1,1-1,-1 0,1-1,0 0,0 0,1 0,-1-1,1 0,0-1,7 3,-8-5,1 1,-1-1,1 0,0-1,-1 0,1 0,0-1,-1 0,1 0,-1-1,1 0,-1 0,0 0,0-1,0 0,0-1,0 0,-1 0,0 0,0-1,1 0,8-8,-1 0,0-1,-1-1,0 0,-1 0,-1-2,7-12,-5 5,-1-1,-1 0,-1-1,-2 0,0 0,-2-1,-1 0,-1 0,-1 0,-1-1,-2 1,-1-1,-1 1,-3-16,4 33,-1 0,0 0,0 0,-1 1,0-1,-1 1,0 0,0 0,-1 0,0 1,-1 0,0 0,0 0,0 0,-1 1,0 0,-1 1,0 0,0 0,0 0,0 1,-1 0,0 1,0 0,0 0,-1 1,1 0,-1 1,0 0,0 0,0 1,1 1,-1-1,-6 2,3 3,1 0,-1 1,1 0,0 1,1 1,-1 0,1 0,1 1,-1 0,2 1,-1 0,1 1,0 0,1 1,0-1,1 1,0 1,1-1,0 1,1 1,0-1,1 1,0-1,1 1,0 0,1 0,1 1,0-1,1 0,0 0,1 1,2 8,12 35</inkml:trace>
</inkml:ink>
</file>

<file path=ppt/ink/ink3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4-05T05:50:21.573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176 1,'-17'18,"2"1,0 1,1 0,2 1,0 0,1 1,1 1,0-1,2 2,1-1,1 1,1 0,1 0,1 1,2-1,0 18,-2-17,1 0,2 0,0 0,2 0,0-1,2 1,1 0,0-1,2 0,1 0,1-1,1 0,10 17,-18-36,0-1,1 0,-1 0,1 0,-1 0,1 0,0 0,0-1,0 0,0 1,0-1,1 0,-1 0,1-1,-1 1,1-1,0 0,0 0,-1 0,1 0,0-1,0 1,0-1,0 0,0-1,0 1,0 0,-1-1,1 0,0 0,0 0,-1 0,1-1,0 0,-1 1,0-1,1-1,2-1,6-8,-1-1,0-1,0 0,-2 0,0 0,0-2,-1 1,-1-1,-1 0,0 0,-1-1,-1 1,2-17,0 11,-1-1,-1 0,-1 0,-2 0,0 0,-1 0,-1 0,-1 0,-1 0,-1 1,-2-1,0 1,-1 0,-1 0,-1 1,-1 0,0 1,-2 0,-9-12,18 28,1 1,-1 0,0 0,1 0,-1 0,-1 0,1 0,0 1,-1 0,1-1,-1 1,0 1,1-1,-1 0,0 1,0 0,0 0,0 0,-1 0,1 1,0 0,0 0,0 0,0 0,0 0,-1 1,1 0,0 0,0 0,0 0,0 1,1 0,-1-1,0 1,1 1,-2 0,-6 8,0 0,1 1,1 1,0-1,1 1,0 1,1-1,1 1,-4 11,-25 64</inkml:trace>
</inkml:ink>
</file>

<file path=ppt/ink/ink3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4-05T05:50:25.753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160 164,'0'-2,"1"1,-1 0,0 0,0-1,0 1,0 0,0 0,0-1,0 1,-1 0,1-1,0 1,-1 0,1 0,-1 0,1 0,-1-1,1 1,-1 0,0 0,0 0,1 0,-1 0,0 0,0 1,0-1,0 0,0 0,0 1,0-1,-1 0,1 1,0-1,0 1,0 0,-1-1,1 1,0 0,0 0,-1 0,1 0,0 0,0 0,-1 0,1 0,0 0,-1 0,1 1,0-1,0 1,0-1,0 1,-1-1,1 1,-7 9,0 1,0 0,1 0,1 0,0 1,0 0,1 0,1 1,0-1,1 1,0 0,1 2,-7 19,2 0,1 1,2-1,1 1,2 0,1 0,5 35,-4-63,1 0,-1 0,1 0,0-1,1 1,-1 0,1-1,1 0,-1 1,1-1,0-1,0 1,1-1,0 1,0-1,0 0,1-1,-1 0,1 1,0-2,0 1,1-1,-1 0,1 0,-1-1,1 0,0 0,6 1,-5-2,0 1,0-1,1-1,-1 0,0 0,0 0,0-1,0-1,0 1,0-1,0 0,0-1,0 0,-1 0,0-1,1 0,-1 0,-1-1,1 0,-1 0,0 0,0-1,0 0,-1 0,1 0,-2-1,1 0,-1 0,0 0,2-6,2-10,-2 0,-1 0,0 0,-2-1,-1 0,-1 1,-1-1,0 0,-2 0,-1 1,-1-1,-1 1,-1 0,-1 0,-1 1,-3-5,5 10,-1 0,0 0,-1 0,-1 1,-1 1,0-1,-1 2,0-1,-2 2,1-1,-2 2,1 0,-14-9,23 19,1 0,0 0,-1 0,1 1,-1-1,1 1,-1 0,0 0,0 1,1-1,-1 1,0-1,0 1,0 0,0 1,1-1,-1 1,0 0,0-1,1 2,-1-1,0 0,1 1,-1 0,1-1,0 1,0 1,-1-1,1 0,1 1,-1 0,0-1,1 1,-2 3,-8 13,2 0,1 1,1 0,0 0,1 1,2 0,0 1,1-1,1 1,1 0,1 0,1-1,1 2,0 50</inkml:trace>
</inkml:ink>
</file>

<file path=ppt/ink/ink3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4-05T05:50:26.704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292 127,'-7'1,"0"1,0 0,0 0,1 0,-1 1,1 0,-1 0,1 1,0 0,0 0,1 0,-1 1,1 0,0 0,0 0,1 1,-1-1,1 1,-2 5,-14 24,2 1,2 1,1 1,1 0,3 1,1 0,2 1,1 5,2-25,1 1,1 0,1 0,1-1,1 1,1 0,0 0,2 0,0 0,2-1,0 0,5 12,-7-27,0 1,0-1,0 0,1 0,-1-1,1 1,1-1,-1 1,1-1,-1 0,1-1,0 0,1 1,-1-1,0-1,1 1,0-1,-1 0,1 0,0-1,0 0,0 0,0 0,0-1,0 0,0 0,3 0,3-2,0 1,-1-2,1 1,-1-2,1 1,-1-2,0 0,0 0,-1 0,1-2,-1 1,-1-1,6-5,-2-1,0-1,-1 0,0 0,-1-1,-1-1,-1 0,0 0,-1 0,0-1,-2-1,0 1,-1-1,-1 0,0-2,2-14,-2 0,-2-1,-1 1,-1 0,-2-1,-2 1,-2-6,1 10,-1 1,-2 0,-1 0,-1 0,-6-9,11 28,0 0,0 0,0 1,-2 0,1 0,-1 1,0 0,-1 0,1 0,-2 1,1 0,-1 1,0 0,0 0,-1 1,-4-2,7 5,1 0,-1 0,0 1,0 0,0 0,1 1,-1 0,0 0,0 0,0 1,0 0,1 1,-1-1,0 1,1 0,-1 1,1 0,0 0,0 0,0 1,0 0,1 0,-1 0,1 1,-2 1,-6 7,1 1,0 0,1 1,0 0,1 1,1 0,0 0,-5 16,4-6,2 0,1 1,0 0,3 0,-2 14,2 34</inkml:trace>
</inkml:ink>
</file>

<file path=ppt/ink/ink3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4-05T05:50:27.617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217 14,'0'-1,"0"0,0 1,0-1,-1 0,1 1,0-1,-1 1,1-1,-1 0,1 1,0-1,-1 1,0-1,1 1,-1-1,1 1,-1-1,1 1,-1 0,0-1,1 1,-1 0,0-1,1 1,-1 0,0 0,0 0,1 0,-1 0,0 0,1 0,-1 0,0 0,0 0,1 0,-1 0,0 0,1 1,-1-1,0 0,1 0,-1 1,0-1,1 1,-1-1,1 0,-1 1,0-1,1 1,-1-1,1 1,0 0,-1-1,1 1,-1-1,1 1,0 0,-1 0,-13 15,1 0,0 1,1 1,1 0,0 0,1 1,2 0,-3 8,-4 5,2 2,1 0,1 0,2 1,2 0,1 0,1 1,3 0,0 0,3 1,-1-28,1 0,0 0,1-1,0 1,1 0,0 0,0-1,0 0,1 0,1 0,-1 0,1 0,1-1,-1 0,1 0,1-1,-1 1,1-1,0-1,0 1,1-1,-1 0,1-1,0 0,1 0,-1-1,1 0,-1-1,8 2,-6-2,0 0,1 0,-1-1,0-1,0 0,1 0,-1-1,0 0,0-1,1 0,-1 0,-1-1,1-1,0 0,-1 0,0 0,0-2,0 1,0-1,-1 0,0-1,0 1,-1-2,0 1,0-1,-1 0,0-1,3-5,1-9,0 0,-2-1,-1 0,-1-1,-1 0,-1 1,-1-2,-1 1,-2 0,0 0,-2 0,-4-24,3 26,-2 0,0 0,-1 0,-2 0,0 1,-7-12,11 26,0 0,0 0,-1 0,0 1,-1 0,1 0,-1 0,-1 1,1 0,-1 0,0 1,0-1,-1 1,1 1,-1 0,0 0,-1 0,-6-1,9 4,-1 0,0 0,0 1,0 0,0 0,1 1,-1-1,0 1,0 1,1 0,-1 0,1 0,0 0,-1 1,1 0,0 1,0-1,1 1,-1 0,1 1,0-1,0 1,1 0,-4 5,-4 4,1 1,0 1,1-1,1 2,1-1,0 1,1 1,-3 10,5-9,1 1,0 0,1 0,2 0,0 0,1 12,6 28</inkml:trace>
</inkml:ink>
</file>

<file path=ppt/ink/ink3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4-05T05:50:30.980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1 387,'2'1,"0"-1,0 1,0-1,0 0,0 0,0 0,0 0,0 0,0-1,0 1,0 0,0-1,0 0,0 1,-1-1,1 0,0 0,0 0,-1 0,1 0,0 0,-1-1,1 1,-1 0,0-1,1 1,-1-1,0 0,0 1,0-1,0 0,0-1,4-2,53-66,-3-2,3-13,8-10,-64 93,-2 2,0 0,1-1,-1 1,1 0,-1-1,1 1,0 0,-1 0,1 0,0 0,0 0,0-1,0 1,0 1,0-1,0 0,0 0,0 0,0 1,0-1,1 0,-1 1,0-1,1 1,-1-1,0 1,1 0,-1 0,0-1,1 1,-1 0,0 0,1 1,-1-1,1 0,-1 0,0 1,1-1,0 1,21 90,75 270,-87-304,-2 0,-2 0,-3 1,-2-1,-3 2,1-52,1-1,-1 1,0 0,-1 0,0 0,0-1,0 1,-1 0,0-1,0 1,-1-1,0 0,0 0,0 0,-1 0,1 0,-2-1,1 1,0-1,-1 0,0-1,0 1,-4 2,6-7,0 1,0-1,0 1,0-1,0 0,0 0,0-1,0 1,0 0,0-1,0 0,0 0,0 0,0 0,1 0,-1 0,0-1,3 2,0-1,0 0,0 1,0-1,0 0,0 1,0-1,0 1,0-1,1 0,-1 1,0-1,0 1,1-1,-1 0,0 1,1-1,-1 1,0-1,1 1,-1-1,1 1,-1 0,1-1,-1 1,1 0,-1-1,1 1,-1 0,1-1,0 1,-1 0,1 0,-1 0,1 0,0-1,-1 1,1 0,0 0,-1 0,1 0,0 0,-1 1,1-1,-1 0,1 0,0 0,298-56,-300 56,-6 0</inkml:trace>
</inkml:ink>
</file>

<file path=ppt/ink/ink3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4-05T05:50:35.860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304 1,'-6'0,"1"0,0 1,0 0,0 0,0 1,0 0,0-1,0 1,1 1,-1-1,0 1,1 0,0 0,0 0,0 1,0-1,1 1,-1 0,-2 3,-48 88,41-68,2 1,1 0,1 1,2 0,1 0,1 1,1 0,2 0,1 0,1 0,2 0,1 0,1-1,2 1,1 0,-7-27,1 1,-1 0,1-1,0 1,0-1,0 1,0-1,1 0,0 1,-1-1,1 0,0 0,0 0,1 0,-1 0,1-1,-1 1,1-1,0 0,0 1,0-1,0-1,0 1,1 0,-1-1,1 0,-1 1,1-1,-1-1,1 1,-1 0,1-1,0 0,-1 0,1 0,0 0,2-1,3-5,0 0,0-1,0 0,-1 0,0-1,-1 0,1 0,-2-1,1 0,-1 0,-1-1,1 0,-2 0,2-5,7-9,-2 0,0-1,-2 0,-1-1,-1 0,-1 0,-1-1,-2 0,-1 1,0-1,-2 0,-1 0,-2 0,0 0,-6-18,8 39,-1 0,1 1,-1-1,0 1,-1-1,1 1,-1 0,0 0,-1 0,1 1,-1-1,0 1,0 0,0 0,0 0,-1 0,0 1,0 0,0 0,0 0,0 0,0 1,-1 0,1 0,-1 1,0-1,1 1,-1 0,0 1,-3-1,-6 5,1 1,0 0,0 1,0 1,1 0,-1 1,2 0,-1 1,1 0,1 1,0 0,0 1,1 1,0-1,1 1,1 1,-2 3,-10 15,9-9</inkml:trace>
</inkml:ink>
</file>

<file path=ppt/ink/ink3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4-05T05:50:36.566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154 26,'-15'22,"0"1,1 0,2 1,0 0,2 1,0 0,2 1,-5 25,6-27,1 1,2-1,0 1,1 0,2 0,0 0,2 0,1 0,1-1,0 1,2 0,2-1,0 0,9 19,-13-37,0-1,1 1,-1-1,1 0,1-1,-1 1,1-1,0 1,0-1,0-1,0 1,1-1,-1 0,1 0,0-1,0 1,0-1,0-1,0 1,0-1,1 0,-1 0,0-1,1 0,-1 0,1-1,-1 1,0-1,0-1,1 1,-1-1,0 0,0-1,-1 1,4-3,2-1,1-2,-2 1,1-1,-1-1,-1 0,1 0,-1-1,-1 0,0-1,-1 0,0 0,0 0,-1-1,3-9,1-4,-1-1,-1 0,-2 0,0-1,-2 0,1-20,-3 28,-1-1,-1 1,-1-1,0 1,-1 0,-1-1,-1 1,-1 1,-1-1,0 1,-1 0,-1 0,-1 0,0 1,-3-2,8 14,1 0,-1 1,0 0,0 0,-1 0,1 0,-1 0,0 1,0 0,0 0,0 1,0-1,-1 1,1 0,-1 0,1 1,-1 0,0 0,1 0,-1 0,0 1,0 0,0 1,0-1,1 1,-1 0,0 0,-4 2,-5 6,0-1,1 1,0 1,1 1,0 0,1 1,0 0,1 0,0 2,1-1,1 1,0 1,1-1,0 1,1 1,1 0,-4 13,-14 40</inkml:trace>
</inkml:ink>
</file>

<file path=ppt/ink/ink3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4-05T05:50:37.751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6 356,'-1'0,"1"0,0 0,0 1,-1-1,1 0,0 0,-1 1,1-1,0 0,0 0,-1 1,1-1,0 0,0 1,0-1,0 0,-1 1,1-1,0 1,0-1,0 0,0 1,0-1,0 0,0 1,0-1,0 1,0-1,0 0,0 1,0-1,0 0,1 1,-1-1,0 0,0 1,0-1,0 0,1 1,-1-1,0 0,0 1,1-1,-1 0,0 0,0 1,1-1,-1 0,0 0,1 0,-1 1,0-1,1 0,-1 0,1 0,-1 0,0 0,1 0,-1 0,0 0,1 0,-1 0,0 0,1 0,-1 0,1 0,-1 0,1 0,23-18,9-23,-1 0,-3-3,11-20,56-81,-96 144,0 0,0 0,0 0,1 0,-1 1,0-1,0 0,1 0,-1 0,1 1,-1-1,1 0,-1 0,1 1,-1-1,1 0,0 1,-1-1,1 1,0-1,0 1,-1-1,1 1,0 0,0-1,0 1,-1 0,1 0,0-1,0 1,0 0,0 0,0 0,0 0,-1 0,1 0,0 0,0 0,0 1,0-1,0 0,-1 0,1 1,0-1,0 1,0-1,-1 1,1-1,0 1,-1-1,1 1,0-1,-1 1,1 0,-1-1,1 1,-1 0,1 0,-1-1,0 1,1 0,-1 0,0 0,1 0,-1-1,0 2,36 196,-18-74,-5 2,-6-1,-5 1,-8 44,5-155,1-10,0-1,0 1,0 0,0-1,-1 1,0-1,0 1,0-1,-1 0,1 0,-1 1,0-1,-3 4,4-8,-1 0,1 0,0-1,-1 1,1 0,-1 0,1-1,-1 1,1-1,0 1,-1-1,1 1,0-1,-1 0,1 0,0 0,0 0,0 0,0 0,0 0,0 0,0 0,0 0,0-1,1 1,-1 0,0 0,1-1,-1 1,1-1,-1 1,1 0,0-2,-2 0,2 3,-1-1,0 0,0-1,0 1,0 0,0 0,0 0,0-1,1 1,-1 0,0-1,1 1,-1-1,1 1,0 0,-1-1,1 1,0-1,0 1,0-1,0 1,0-1,0 1,1-1,-1 1,0-1,1 1,-1-1,1 1,-1 0,1-1,0 1,0 0,-1 0,1-1,0 1,0 0,0 0,0 0,1-1,10-1,0 1,0 0,0 0,0 1,1 1,-1 0,0 1,4 0,13 1,31-3,-54-4,-3-1</inkml:trace>
</inkml:ink>
</file>

<file path=ppt/ink/ink3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4-05T05:50:38.482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238 71,'-11'2,"1"1,-1 0,1 1,-1 0,1 0,0 1,1 1,-1 0,1 0,0 0,0 1,1 1,0-1,1 1,-1 1,1 0,1-1,0 2,0-1,-4 10,1 0,1 0,1 1,0 0,1 0,2 0,0 1,1-1,1 1,1 0,1 14,-1-27,1 1,0 0,0 0,1 0,1 0,-1 0,1-1,1 1,0-1,0 1,0-1,1 0,1 0,-1-1,1 1,0-1,1 0,0-1,0 1,0-1,1 0,0 0,0-1,0 0,1 0,0-1,0 0,0-1,0 1,0-1,1-1,0 0,-1 0,1-1,6 1,-5-3,0 0,0-1,-1 0,1-1,-1 0,0 0,1-1,-2 0,1-1,0 0,-1 0,0-1,0 0,-1-1,1 1,-1-1,-1-1,0 1,6-9,0-2,-1 0,0-1,-1 0,-1-1,-1 0,-1-1,-1 1,2-16,-4 18,-2-1,0 0,-1 0,-1 0,0-1,-2 1,0 0,-1 1,-1-1,-4-10,5 20,0-1,-1 1,0 0,0 0,-1 0,0 1,-1-1,0 1,0 0,-1 1,0 0,0 0,-1 0,1 1,-2 0,1 1,0 0,-1 0,0 0,-8-2,12 6,1 0,-1-1,1 2,-1-1,0 0,0 1,1 0,-1 0,0 0,1 1,-1 0,0 0,1 0,-1 0,1 1,-1-1,1 1,0 0,0 1,-1-1,2 1,-1 0,0 0,0 0,1 0,0 0,-1 2,-5 6,0 0,1 1,1 0,0 1,1 0,0 0,1 0,-3 11,-17 79,8 1</inkml:trace>
</inkml:ink>
</file>

<file path=ppt/ink/ink3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4-05T05:50:42.085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215 81,'-3'-1,"1"1,0-1,0 0,-1 1,1-1,0 1,-1 0,1 0,0 0,-1 0,1 0,0 0,-1 1,1-1,0 1,0 0,-1 0,1-1,0 1,0 1,0-1,0 0,0 0,0 1,1-1,-1 1,0 0,1-1,-1 1,1 0,-1 0,1 0,0 0,0 0,-1 2,-10 17,0 1,1 0,2 1,0 0,1 0,2 1,0 0,1 0,2 1,0-1,2 12,-1-19,2 0,0 0,1 0,0-1,1 1,4 14,-4-26,-1 1,1-1,0 0,0 0,1 0,-1-1,1 1,0 0,0-1,1 0,-1 0,1 0,0 0,0-1,0 1,1-1,-1 0,1 0,-1 0,1-1,0 0,0 0,1 0,1 0,1-1,-1 0,1 0,-1-1,1 0,-1 0,1-1,-1 0,1 0,-1 0,0-1,1-1,-1 1,0-1,-1 0,1-1,0 1,-1-1,0-1,4-2,2-3,-1 1,0-2,-1 0,0 0,0 0,-1-1,-1-1,0 0,-1 0,0-1,0-2,-1-1,0 0,-2 0,0-1,-1 1,0-1,-2 0,0 0,-1 1,0-1,-2 0,0 0,-4-11,4 17,-1 1,-1 0,1 0,-2 0,0 1,0-1,-1 1,0 0,0 1,-1 0,-1 0,0 0,0 1,0 0,-1 0,0 1,-1 0,1 1,-1 0,-1 1,-3-2,6 4,-1 1,0 0,-1 0,1 1,0 0,0 1,0 0,-1 0,1 1,0 0,0 1,0 0,0 0,0 1,0 0,1 1,-1 0,1 0,0 1,0 0,1 0,-1 1,1 0,0 0,1 1,0-1,0 2,0-1,-4 8,-16 23</inkml:trace>
</inkml:ink>
</file>

<file path=ppt/ink/ink3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4-05T05:50:42.778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302 5,'-7'-2,"0"1,0 0,0 1,1 0,-1 0,0 0,0 1,0 0,0 0,1 0,-1 1,0 0,1 1,0-1,-1 1,1 1,0-1,0 1,1 0,-4 3,-4 4,0 1,1 0,0 0,1 1,1 1,0 0,-7 14,7-9,1 0,0 1,2 0,0 1,1 0,1 0,1 0,1 0,1 1,1 19,1-30,0 1,1 0,1-1,-1 1,2-1,0 0,0 0,1 0,0 0,1 0,0-1,1 0,0 0,1 0,0-1,0 0,1 0,0-1,1 0,7 6,-5-7,0-1,0 0,1 0,-1-1,1-1,1 0,-1 0,0-1,1-1,0 0,-1-1,1 0,0-1,0 0,-1-1,1-1,0 0,-1 0,1-1,-1-1,0 0,0-1,0 0,5-4,-4 2,0-1,0 0,-1-1,0 0,-1-1,0 0,0 0,-1-1,-1-1,0 0,0 0,-1-1,-1 0,0 0,-1-1,0 0,-1 0,-1 0,0 0,2-15,-5 14,-1 0,0 0,-1-1,0 1,-2 0,1 0,-2 1,0-1,-1 1,0 0,-1 0,-1 0,0 1,-1 0,0 0,-1 1,0 0,-1 0,-1 1,0 1,0 0,-1 0,0 1,-1 1,1 0,-2 0,1 1,-1 1,0 1,-1 0,1 0,-1 2,0-1,-10 1,16 3,-1 0,0 1,1 1,-1-1,1 1,0 1,-1 0,1 0,0 1,1 0,-1 0,1 1,0 1,0-1,0 1,1 0,0 1,0 0,0 0,1 0,0 1,1 0,0 0,0 0,0 1,1 0,1 0,-1 0,1 0,1 0,0 1,0-1,1 6,-6 41</inkml:trace>
</inkml:ink>
</file>

<file path=ppt/ink/ink3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4-05T05:50:43.519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1 323,'21'-21,"0"-2,-1-1,-2 0,0-1,-2-1,-1-1,-1 0,-1-1,7-23,-13 36,8-17,-15 32,0 1,0-1,0 1,0-1,1 0,-1 1,0-1,0 0,0 1,0-1,1 1,-1-1,0 0,0 0,1 1,-1-1,0 0,1 1,-1-1,0 0,1 0,-1 0,0 1,1-1,-1 0,1 0,-1 0,0 0,1 0,-1 0,0 0,1 0,-1 0,1 0,-1 0,0 0,1 0,-1 0,1 0,-1 0,0 0,1 0,-1-1,1 1,-1 0,0 0,1 0,-1-1,0 1,0 0,1-1,13 280,-13-233,3 1,1-1,2 0,3-1,1 0,3 0,15 34,-8-41</inkml:trace>
</inkml:ink>
</file>

<file path=ppt/ink/ink3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4-05T05:50:44.259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1 579,'3'-37,"1"1,3 1,1-1,1 1,2 0,1 1,10-17,7-24,36-129,-81 287,-1 54,5 1,7 0,6 1,5-1,7-1,7 6,0-21</inkml:trace>
</inkml:ink>
</file>

<file path=ppt/ink/ink3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4-05T05:50:48.123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274 92,'-5'-2,"0"1,-1-1,1 1,0 0,0 1,-1 0,1 0,0 0,-1 0,1 1,0 0,-1 0,1 0,0 0,0 1,0 0,0 0,1 1,-1-1,0 1,1 0,0 0,-3 2,-7 11,0 1,0 0,2 1,0 0,1 0,1 2,0-1,2 1,0 1,-2 13,3-13,1 0,1 0,2 1,0-1,0 1,2 0,1 0,3 18,-3-31,2-1,-1 0,1 0,0 0,1 0,0-1,0 1,0 0,1-1,0 0,1 0,0-1,0 1,0-1,1 0,0 0,0 0,0-1,1 0,0-1,0 1,0-1,0-1,7 3,-6-3,1 0,-1-1,1 0,0 0,0-1,0-1,0 1,0-1,-1-1,1 0,0 0,0-1,0 0,-1 0,1-1,-1 0,0 0,0-1,0 0,0-1,0 0,2-2,5-5,-1 0,0 0,-1-2,-1 1,0-2,-1 0,0 0,-1-1,-1 0,3-7,-1 0,-2 0,0-1,-2 0,0 0,-1-1,-2 0,-1 0,0 0,-2 0,-1 0,-1 0,-1 0,-2 0,0 0,-4-8,7 26,-1 1,0 1,0-1,-1 0,1 0,-1 1,-1-1,1 1,-1 0,0 0,0 1,0-1,0 1,-1 0,0 0,0 0,0 0,-1 1,1 0,-1 0,1 1,-1-1,0 1,0 1,0-1,0 1,0 0,-1 0,1 1,-2 0,-4 3,0 1,0 1,1 0,0 1,0 0,0 1,0 0,1 1,0 0,1 0,0 1,0 0,1 1,0 0,1 0,0 1,0-1,1 2,-4 10,-18 41,9-8</inkml:trace>
</inkml:ink>
</file>

<file path=ppt/ink/ink3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4-05T05:50:48.965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49 438,'-3'3,"2"-1,-1 0,0 0,0 0,1 0,-1 0,-1 0,1-1,0 1,0-1,-1 0,1 1,0-1,-1 0,1 0,-1-1,0 1,-1 0,0-12,7-3,1 1,0 0,1 0,1 0,0 0,0 1,5-5,4-12,141-265,-142 270,-14 24,0 0,0 1,0-1,0 0,0 0,0 1,0-1,1 0,-1 0,0 1,0-1,0 0,0 0,1 0,-1 1,0-1,0 0,1 0,-1 0,0 0,0 1,1-1,-1 0,0 0,0 0,1 0,-1 0,0 0,0 0,1 0,-1 0,0 0,1 0,-1 0,0 0,0 0,1 0,-1 0,0 0,0 0,1-1,-1 1,0 0,0 0,1 0,-1 0,0 0,0-1,1 1,-10 146,-2 119,22 237,8-363,-13-124</inkml:trace>
</inkml:ink>
</file>

<file path=ppt/ink/ink3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4-05T05:50:49.834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144 48,'-4'0,"1"0,-1 1,0 0,1-1,-1 1,1 0,0 1,-1-1,1 1,0-1,0 1,0 0,0 0,0 0,0 1,0-1,1 1,-1-1,1 1,0 0,0 0,0 0,-1 1,-30 80,23-51,2 0,1 0,1 1,2-1,2 1,1 0,1 0,4 22,-3-50,-1 0,1 1,0-1,0 0,0-1,1 1,0 0,0 0,1-1,-1 1,1-1,1 0,-1 0,1 0,0 0,0-1,0 1,0-1,1 0,0 0,0-1,0 1,0-1,0 0,1-1,-1 1,1-1,0 0,5-2,1-1,-1-1,0 0,0 0,0-1,0 0,0-1,-1 0,1-1,-1 0,0-1,-1 0,1 0,-1-1,-1 0,1-1,-1 0,0 0,-1-1,0 0,0 0,1-3,0 0,0 0,0-1,-1 0,-1 0,0 0,-1-1,0 0,-1 0,0 0,-2 0,1-1,-2 1,0-1,-1 0,0 1,-1-1,-1 1,0-1,-1 1,0 0,-1 0,-1 0,0 0,-1 1,-1 0,0 0,-1 0,0 1,0 0,-2 1,1 0,-1 0,-5-2,10 8,0 0,0 0,0 1,-1 0,1 0,-1 1,0-1,-1 1,1 0,0 1,-1 0,1 0,-1 0,0 1,0-1,0 2,0-1,1 1,-1 0,0 1,0-1,0 1,0 1,1-1,-1 1,0 0,-5 3,4 1,1 0,0 1,1 0,0 0,0 0,0 1,1-1,0 1,0 1,1-1,0 1,0-1,1 1,1 0,-1 0,1 1,1-1,-3 16,1 1,1-1,1 0,2 1,2 18,6 24</inkml:trace>
</inkml:ink>
</file>

<file path=ppt/ink/ink3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4-05T05:50:50.952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285 164,'-2'-1,"1"1,0 0,0-1,-1 1,1 0,0 0,-1 0,1 0,0 0,-1 0,1 0,0 1,-1-1,1 0,0 1,0-1,-1 1,1-1,0 1,0 0,0-1,0 1,0 0,0 0,0 0,0 0,0 0,0 0,0 0,0 0,1 0,-1 0,1 0,-1 1,1-1,-1 0,1 0,-1 1,1-1,0 0,0 1,0-1,0 1,-13 30,1 1,2 0,2 0,0 1,3 0,0 0,3 1,0-30,1 0,0-1,0 1,1 0,-1 0,1-1,0 1,1 0,-1 0,1-1,0 1,0 0,0-1,0 1,1-1,0 1,0-1,0 0,1 0,-1 1,1-2,0 1,0 0,1-1,-1 1,0-1,1 0,0 0,0-1,0 1,0-1,0 1,1-1,-1-1,1 1,2 0,3-3,-1-1,1 0,0 0,0-1,-1 0,0-1,0 0,0 0,0-1,0-1,-1 1,0-1,0 0,-1-1,0 0,0 0,0-1,-1 0,0 0,-1 0,0-1,0 1,0-1,1-6,-1 1,0 0,0-1,-1 1,-1-1,-1 0,0 0,-1 0,0 0,-2 0,1 0,-2 0,0 0,-1 0,0 0,-1 1,-1-1,0 1,-1 0,-1 1,0-1,-1 1,0 1,-1-1,0 1,-1 1,0 0,-1 0,0 1,-1 1,0 0,0 0,-1 1,-1 0,8 6,-1-1,1 1,-1 1,0-1,1 1,-1 0,0 1,0-1,1 2,-1-1,0 0,0 1,1 1,-1-1,0 1,1 0,-1 0,1 1,0 0,0 0,0 1,0-1,1 1,-1 0,1 1,0-1,0 1,1 0,0 1,-3 3,-6 9,2 1,1 0,0 1,1 0,1 1,1 0,1 0,-2 13,-13 75</inkml:trace>
</inkml:ink>
</file>

<file path=ppt/ink/ink3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4-05T05:50:54.767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237 222,'-1'-3,"-1"0,0 0,0 1,0-1,0 1,0-1,-1 1,1 0,-1 0,1 0,-1 0,0 0,0 1,0-1,0 1,0 0,0 0,0 0,0 0,-1 0,1 1,0 0,0-1,-1 1,1 0,0 1,0-1,-1 1,1-1,0 1,0 0,0 0,0 0,0 1,0-1,0 1,-3 1,-7 12,1 1,1 0,0 1,1 0,1 1,0 0,1 0,2 1,-5 16,7-25,0-1,0 1,1 0,0 0,1 0,0 0,1 1,0-1,1 0,0 1,0-1,1 0,1 1,0-1,0 0,1 0,0 0,0 0,1-1,1 1,0-1,0 0,0 0,5 3,-3-5,1 0,-1-1,2 0,-1-1,1 0,0 0,0-1,0 0,0 0,1-1,0-1,-1 1,1-2,0 1,0-1,0-1,0 0,0 0,0-1,0 0,0-1,2 0,0-1,1-1,0 0,-1-1,1 0,-1-1,0 0,-1-1,0 0,0-1,0 0,-1-1,-1 0,1 0,-1-1,-1 0,4-7,-3 2,-1 0,-1-1,0 0,-1-1,-1 1,-1-1,0 0,-1 0,-1-1,0 1,-2 0,0-1,-1 1,0 0,-2-1,0 1,0 0,-2 0,0 1,-1-1,-1 1,0 1,-2-1,1 1,-2 0,0 1,0 0,-2 1,0 0,0 1,-1 0,0 1,-1 1,-1-1,9 7,-1 1,0 0,1 0,-1 0,-1 0,1 1,0 0,0 1,-1 0,1 0,-1 1,1-1,-1 2,1-1,-1 1,1 0,-1 0,1 1,0 0,0 1,0-1,0 1,0 1,0-1,1 1,0 1,-6 5,0 0,1 1,1 1,-1 0,2 0,0 1,1 0,0 1,1 0,0 0,1 1,1-1,0 1,-2 15,-10 47</inkml:trace>
</inkml:ink>
</file>

<file path=ppt/ink/ink3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4-05T05:50:55.536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1 586,'44'-92,"4"3,46-61,-87 139,147-210,-136 199,-18 22,0 0,-1 1,1-1,0 1,0-1,0 0,0 1,-1-1,1 1,0-1,0 0,0 1,0-1,0 1,0-1,0 1,0-1,0 0,0 1,0-1,1 1,-1-1,0 1,0-1,0 0,0 1,1-1,-1 0,0 1,0-1,1 0,-1 1,0-1,1 0,-1 1,0-1,1 0,-1 0,0 0,1 1,-1-1,1 0,-1 0,0 0,1 0,-1 0,1 0,-1 1,1-1,-1 0,0 0,1 0,-1-1,1 1,-1 0,1 0,-1 0,0 0,1 0,-1 0,1-1,-1 1,0 0,1 0,-1 0,0-1,1 1,-1 0,0-1,-14 170,1 8,7 0,8 12,13-68,-3-85</inkml:trace>
</inkml:ink>
</file>

<file path=ppt/ink/ink3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4-05T05:50:56.284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264 424,'0'-14,"-8"-80,7 91,0-1,-1 1,1-1,-1 1,1-1,-1 1,0 0,-1 0,1 0,0 0,-1 0,0 1,1-1,-1 1,0 0,0-1,-1 1,1 1,0-1,-1 0,1 1,-1 0,-2-1,1 1,0-1,0 1,0 1,0-1,0 1,-1 0,1 0,0 1,0-1,0 1,0 0,0 1,0-1,0 1,0 0,0 0,1 1,-1-1,1 1,-1 0,1 0,0 1,0-1,1 1,-1 0,-1 2,-3 4,1 0,1 0,0 1,0 0,1 0,0 0,1 1,0 0,1-1,-2 12,3-3,0-1,1 0,0 0,2 1,1-1,0 0,1 0,1 0,1 0,2 3,-4-11,1-1,0 0,1-1,0 1,0-1,1 0,0 0,1-1,0 0,0 0,0-1,1 1,1-2,-1 1,1-1,0 0,0-1,1 0,2 0,-6-3,0 0,1 0,0-1,-1 0,1 0,0-1,-1 0,1 0,0 0,-1-1,1 0,0-1,-1 1,0-1,1 0,-1-1,0 1,0-1,0-1,0 1,-1-1,1 0,-1 0,0-1,0 1,-1-1,1 0,-1 0,0-1,1-1,9-18,0 0,-2-1,-1 0,-1-1,-1 0,-1-1,-1 1,-2-2,-1 1,-1 0,-1-1,-2 0,-1 1,-1-3,1 8,-1 1,-1-1,-1 1,0 0,-2 0,-1 0,-1 1,0 0,-2 0,-10-16,17 32,1 0,-1 1,-1 0,1-1,-1 2,0-1,1 0,-2 1,1-1,0 1,-1 0,1 1,-1-1,0 1,0 0,0 0,0 0,0 1,0 0,-1 0,1 0,0 0,-1 1,1 0,0 0,-1 1,1-1,0 1,-1 1,1-1,0 0,0 1,0 0,-5 3,-5 6,0 1,0 1,2 0,-1 1,1 1,1 0,1 0,0 1,1 0,1 1,0 1,2-1,0 1,0 0,2 1,0-1,2 1,-2 11,-8 59</inkml:trace>
</inkml:ink>
</file>

<file path=ppt/ink/ink3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4-05T05:50:57.122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0 376,'25'-82,"-17"66,28-60,4 2,19-24,-38 69,-21 29,0 1,-1-1,1 1,0-1,0 1,0-1,0 1,-1 0,1-1,0 1,0-1,0 1,0 0,0-1,0 1,1-1,-1 1,0 0,0-1,0 1,1-1,-1 1,0-1,0 1,1-1,-1 1,0-1,1 1,-1-1,1 1,-1-1,1 1,-1-1,1 0,-1 1,1-1,-1 0,1 0,-1 1,1-1,-1 0,1 0,0 0,-1 0,1 0,-1 0,1 0,0 0,-1 0,1 0,-1 0,1 0,0 0,-1 0,1 0,-1-1,1 1,-1 0,1 0,-1-1,1 1,-1 0,1-1,-1 1,1 0,-1-1,1 1,-1-1,0 1,1-1,-2 137,-23 545,23-556</inkml:trace>
</inkml:ink>
</file>

<file path=ppt/ink/ink3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4-05T06:03:42.899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12 474,'-11'9,"18"-35,48-90,5 3,30-36,-42 79,-48 70,0-1,0 1,1-1,-1 1,0 0,0-1,1 1,-1-1,0 1,1-1,-1 1,0 0,1-1,-1 1,1 0,-1 0,0-1,1 1,-1 0,1 0,-1 0,1-1,-1 1,1 0,-1 0,1 0,-1 0,1 0,-1 0,1 0,-1 0,1 0,-1 0,1 0,-1 0,1 0,-1 1,1-1,-1 0,1 0,-1 1,0-1,1 0,-1 0,1 1,-1-1,0 0,1 1,-1-1,0 1,1-1,-1 0,0 1,0-1,1 1,-1-1,0 1,0-1,0 1,0-1,1 1,-1-1,0 1,0-1,0 1,3 37,-3-35,2 60,4-1,12 53,3 33,-8 192,-11-215,2-80,-2-38</inkml:trace>
</inkml:ink>
</file>

<file path=ppt/ink/ink3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4-05T06:03:43.958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35 399,'-34'78,"174"-325,-127 225,5-10,1 0,2 1,1 0,2 2,5-3,-29 31,1-1,0 1,-1 0,1 0,0-1,0 1,0 0,0 0,0 0,1 0,-1 0,0 0,0 1,1-1,-1 0,0 1,1-1,-1 0,0 1,1 0,-1-1,1 1,-1 0,1 0,-1 0,1 0,-1 0,1 0,-1 0,1 0,-1 1,1-1,-1 1,1-1,-1 1,0-1,1 1,-1 0,1 0,3 10,1 1,-2-1,0 1,0 0,-1 0,-1 0,0 0,0 6,2 5,12 93,-6 0,-4 0,-6 1,-10 72,4-95,7-80,2-16,2-12</inkml:trace>
</inkml:ink>
</file>

<file path=ppt/ink/ink3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4-05T06:03:45.007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0 540,'74'-178,"-45"115,3 1,3 1,2 2,29-34,-64 90,-2 2,1 0,-1 0,0 0,1 0,-1 0,1 0,-1 0,1 0,-1 0,1 0,0 0,0 1,-1-1,1 0,0 0,0 1,0-1,0 0,0 1,0-1,0 1,0-1,0 1,0 0,0-1,0 1,0 0,0 0,0 0,0 0,0 0,0 0,0 0,0 0,0 0,1 0,-1 1,0-1,0 0,0 1,0-1,0 1,0 0,14 90,-14-67,0 641,-6-467,6-158,3-26,1-15</inkml:trace>
</inkml:ink>
</file>

<file path=ppt/ink/ink3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4-05T06:03:45.815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1 772,'0'-19,"0"1,1 0,1 0,1 0,0 0,1 0,1 1,1 0,1 0,1-3,-4 9,42-104,4 1,5 4,24-30,-70 124,43-51,-51 67,-1 0,1 0,-1 0,1-1,0 1,-1 0,1 0,-1 0,1 0,-1 0,1 0,0 0,-1 0,1 1,-1-1,1 0,-1 0,1 0,-1 1,1-1,-1 0,1 0,-1 1,1-1,-1 0,1 1,-1-1,0 1,1-1,-1 1,0-1,1 1,-1-1,0 1,0-1,1 1,-1-1,0 1,0-1,0 1,0-1,0 1,0-1,1 1,-1 0,-1-1,1 1,0-1,0 1,7 34,-2-1,-2 1,0 0,-3 12,1-6,-13 579,3-379,7-178</inkml:trace>
</inkml:ink>
</file>

<file path=ppt/ink/ink3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4-05T06:03:53.026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218 105,'-1'-2,"0"0,0 0,0 0,0 1,-1-1,1 0,-1 1,1-1,-1 1,0 0,0 0,1 0,-1-1,0 1,0 1,0-1,0 0,0 0,0 1,0 0,0-1,-1 1,1 0,0 0,0 0,0 0,0 0,-1 0,-2 2,0 0,1 1,-1-1,0 1,1 0,-1 0,1 0,0 1,0 0,0 0,1 0,-1 0,1 0,0 1,0-1,0 1,1 0,0 0,0 0,0 0,0 0,1 0,0 0,-1 6,-1-1,-2 3,1 0,0 1,1 0,0 0,1 0,1 0,0 0,1 0,0 0,1 0,1 0,0 0,1 0,1 0,0-1,0 1,5 5,46 60,-53-77,0 0,0 0,0 0,0 0,1-1,-1 1,1-1,-1 1,1-1,-1 0,1 0,0 0,0-1,-1 1,1 0,0-1,0 0,0 0,0 0,0 0,-1 0,1 0,0-1,0 0,0 1,-1-1,1 0,0 0,-1 0,1-1,2-1,7-7,-1-1,0-1,-1 0,0 0,-1-1,0 0,-1-1,0 0,-1 0,-1-1,0 0,-1 0,-1 0,2-10,-1 7,-2 1,0-1,0 1,-2-1,0 0,-1 0,-1 1,-1-7,1 17,-1-1,0 0,0 0,-1 1,1-1,-2 1,1 0,-1 0,0 0,0 0,-1 1,0-1,0 1,-1 1,0-1,0 1,0 0,0 0,-4-1,5 2,0 1,0-1,0 2,-1-1,1 0,-1 1,0 0,0 1,0-1,0 1,0 0,0 0,0 1,0 0,0 0,0 0,0 1,0 0,0 0,0 0,0 1,1 0,-1 0,1 1,-1-1,1 1,0 0,-1 1,2-1,-3 3,-4 6,1 1,0 0,1 1,1 0,0 1,1 0,0 0,1 0,1 1,1 0,0 0,1 0,0 0,1 4,-2 20</inkml:trace>
</inkml:ink>
</file>

<file path=ppt/ink/ink3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4-05T06:03:53.973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83 119,'-18'40,"2"1,2 0,1 1,-2 20,13-49,0-1,1 0,0 1,1-1,0 1,1-1,0 0,1 1,1-1,0 0,1 0,0 0,0-1,1 1,1-1,0 0,8 10,28 22,-41-42,1 0,-1 0,0 0,1 0,-1 0,1 0,-1-1,1 1,-1 0,1-1,-1 1,1-1,0 0,-1 0,1 1,0-1,0 0,-1 0,1-1,0 1,-1 0,1 0,-1-1,1 1,0-1,-1 0,1 1,-1-1,1 0,-1 0,0 0,1 0,0-1,5-9,0 1,-1-1,0-1,-1 1,0-1,-1 0,0 0,-1 0,0 0,-1-1,0-4,3-11,0-1,-1 0,-2 0,-1 0,-1 0,-2 0,-1 1,-1-1,-1 0,-2 1,-1 0,-1 1,-3-5,-34-25,45 56,-1 0,1 0,-1 0,1 1,-1-1,0 0,0 1,1-1,-1 1,0-1,0 1,1 0,-1 0,0 0,0 0,0 0,1 0,-1 0,0 0,0 1,0-1,1 1,-1-1,0 1,1 0,-1 0,0 0,1 0,-1 0,1 0,0 0,-1 0,1 1,0-1,0 0,0 1,0-1,-1 1,-4 8,1 0,0 0,0 0,1 0,0 1,0-1,2 1,-1 0,1 5,-5 22</inkml:trace>
</inkml:ink>
</file>

<file path=ppt/ink/ink3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4-05T06:03:54.726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90 226,'-10'14,"0"0,0 1,1 0,1 0,1 1,0 0,1 0,1 1,0 0,1 0,1 0,-1 18,3-24,0 1,1 0,1 0,0 0,1 0,0 0,0-1,1 1,1-1,0 0,1 0,0 0,0 0,1-1,1 0,-1 0,2-1,-1 0,4 2,-8-7,1 0,-1 0,1-1,0 1,0-1,0 0,0 0,1-1,-1 1,1-1,-1 0,1 0,0-1,0 1,0-1,0 0,0 0,0-1,0 0,0 0,0 0,0 0,1-1,-1 0,0 0,0 0,-1 0,1-1,0 0,0 0,-1 0,1-1,-1 1,0-1,0 0,2-2,5-9,-2-1,0 1,0-1,-2-1,0 0,0 0,-2 0,0-1,0 1,-2-1,0 0,0-11,1 5,0 0,-1 0,-1-1,-1 1,-2 0,0-1,-1 1,-2 0,0 0,-1 0,-1 0,-2 1,0 0,-1 1,-1 0,-1 0,-11-14,20 32,0-1,-1 1,0-1,1 1,-2 0,1 0,0 0,0 1,-1-1,0 1,1-1,-1 1,0 1,0-1,0 0,0 1,0 0,0 0,-1 0,1 0,0 1,-1 0,1 0,0 0,-1 0,1 1,0-1,0 1,-1 0,-3 2,-1 4,1 0,-1 1,1 0,1 0,-1 1,2 0,-1 0,1 0,0 1,1 0,0 0,1 1,0-1,1 1,0 0,0 0,1 0,1 0,0 1,0-1,-4 47</inkml:trace>
</inkml:ink>
</file>

<file path=ppt/ink/ink3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4-05T06:03:55.439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15 307,'-3'23,"1"0,0 0,2 0,1 0,0-1,2 1,1 0,0-1,2 1,8 19,35 31,-47-70,1-1,-1 0,1 0,-1 0,1-1,0 1,0-1,0 1,0-1,0 0,0 0,0 0,0-1,0 1,0-1,0 1,0-1,1 0,-1 0,0-1,0 1,0-1,0 1,0-1,0 0,2-1,5-6,0 0,0-1,0 0,-1-1,-1 0,0 0,0-1,-1 0,0 0,-1-1,0 0,-1 0,-1 0,0-1,0 0,-1 0,-1 0,1-5,5-13,-2 0,-1-1,-1 1,-2-1,-1 0,-2 0,-1 1,-1-1,-1 1,-4-9,7 36,1-1,-1 1,1 0,-1 0,0-1,-1 1,1 0,-1 0,0 0,0 0,0 1,0-1,-1 1,0-1,1 1,-1 0,-1 0,1 0,0 0,-1 0,1 1,-1-1,0 1,1 0,-1 1,0-1,-1 0,1 1,0 0,0 0,0 0,-1 1,1 0,0-1,-1 1,1 1,0-1,-2 1,-3 4,0 1,0 0,1 1,0 0,1 0,-1 1,1 0,1 0,-1 0,1 1,1 0,0 0,0 1,1-1,0 1,1 0,0 0,0 3,-49 213,34-109</inkml:trace>
</inkml:ink>
</file>

<file path=ppt/ink/ink3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14T06:50:05.335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2112 1811,'-11'3,"0"1,0 0,1 1,-1 0,1 0,1 1,-1 1,1-1,0 1,0 1,1 0,0 0,0 1,-1 3,5-7,0 0,0 1,1-1,0 1,0 0,1 0,-1 0,1 0,0 1,1-1,0 1,0-1,0 1,1-1,0 1,0-1,0 1,1-1,0 1,1-1,-1 1,1-1,0 0,1 0,0 2,7 5,0-1,0-1,1 0,0 0,1-1,0 0,0-1,1-1,1 0,-1 0,1-2,1 1,-1-2,1 0,0-1,0 0,0-1,0-1,9 0,-5 1,0-2,1 1,-1-2,0-1,1-1,-1 0,0-1,0-1,0-1,4-2,-14 4,-1-1,1 1,-1-2,0 1,-1-1,1 0,-1-1,0 1,0-1,0-1,-1 0,0 1,-1-2,1 1,-1-1,-1 0,1 0,-2 0,1 0,-1-1,0 1,1-7,-2-2,-1 0,-1 0,0 0,-1 0,-1 0,-1 0,0 1,-1-1,-1 1,0 0,-1 0,-1 0,-1 1,0 0,-1 1,0 0,-1 0,-1 1,0 0,-1 1,0 0,-1 1,-12-8,18 13,-1 0,0 1,0 0,0 1,-1-1,0 2,0-1,0 1,0 1,0-1,0 2,-1-1,1 1,-1 1,1 0,-1 0,1 1,-1 0,1 0,0 1,-4 1,-6 7,1 1,0 1,1 0,0 1,1 1,0 1,1 0,1 1,0 0,1 1,1 1,1 0,0 0,2 1,0 1,-4 11,-26 58</inkml:trace>
  <inkml:trace contextRef="#ctx0" brushRef="#br0" timeOffset="2047.86">2193 2960,'1'-27,"1"-1,2 1,1-1,1 1,1 1,1-1,2 1,0 1,10-16,9 1,-28 41,0-1,0 1,0-1,0 1,0 0,0-1,0 1,-1 0,1-1,0 1,0 0,-1 0,1 0,0 0,-1 0,1 0,-1 0,1 0,-1 0,0 0,1 0,-1 0,0 0,0 0,0 0,0 0,0 1,0-1,0 0,0 0,0 1,0 0,5 268,0 89,-3-286</inkml:trace>
  <inkml:trace contextRef="#ctx0" brushRef="#br0" timeOffset="4396.001">776 5367,'2'21,"3"13,3 7,0 5,-1-7</inkml:trace>
  <inkml:trace contextRef="#ctx0" brushRef="#br0" timeOffset="4668.272">856 6531,'-5'18,"-1"10,-2 8,0 2,2-5</inkml:trace>
  <inkml:trace contextRef="#ctx0" brushRef="#br0" timeOffset="4920.6">776 7400,'-7'20,"-2"12,2 6,3-2</inkml:trace>
  <inkml:trace contextRef="#ctx0" brushRef="#br0" timeOffset="5097.126">655 8308,'0'14,"0"4</inkml:trace>
  <inkml:trace contextRef="#ctx0" brushRef="#br0" timeOffset="5269.666">549 9057,'-10'16,"-2"12,1 6,4 1,5-2,4-8</inkml:trace>
  <inkml:trace contextRef="#ctx0" brushRef="#br0" timeOffset="5444.198">495 9913,'-2'18,"-2"10,1 6,1-4</inkml:trace>
  <inkml:trace contextRef="#ctx0" brushRef="#br0" timeOffset="3479.522">1618 4432,'9'-65,"3"2,3 0,3 0,3 2,3-3,6 5,-23 60,-13 70,-3-11,-5 24,3 0,2 61,9-130,0 0,1 0,1-1,0 1,1 0,1-1,0 0,1 0,0 0,7 11,9 8</inkml:trace>
  <inkml:trace contextRef="#ctx0" brushRef="#br0" timeOffset="3840.596">2246 4378,'-5'10,"-1"0,2 0,-1 1,2-1,-1 1,1 0,1 0,-1 11,2-18,1 0,0 1,0-1,0 0,1 1,-1-1,1 0,0 1,0-1,1 0,-1 0,1 0,0 0,0 0,0 0,1-1,-1 1,1-1,0 0,0 1,0-1,0 0,1-1,0 1,2 1,1 0,0 0,0-1,0 0,0-1,1 0,-1 0,1 0,-1-1,1 0,-1-1,1 1,0-1,0-1,-1 0,1 0,-1 0,1-1,-1 0,1-1,-1 1,0-1,4-3,1 0,-1 0,0-1,0-1,-1 1,0-2,0 1,-1-1,0-1,-1 0,0 0,0-1,-1 0,4-8,-4 7,-1 0,-1 0,0 0,-1 0,0-1,-1 1,-1-1,1 0,-2 0,0 0,-1 0,0 0,-1 0,0 0,-1 0,-1 0,0 0,0 0,-1 1,-1 0,0 0,-1 0,0 1,-1-1,0 1,-1 1,0 0,-1 0,0 0,0 1,-1 0,-8-5,7 8,0 0,0 1,0 0,-1 1,1 0,-1 1,0 0,0 1,-1 0,1 1,0 0,-1 1,1 0,0 1,-1 1,1 0,0 0,-8 4,2 0,-1 1,1 1,0 1,1 0,0 1,0 1,1 1,0 0,1 1,1 0,-5 7,-37 50,13-3</inkml:trace>
  <inkml:trace contextRef="#ctx0" brushRef="#br0" timeOffset="2798.187">254 4151,'-5'1,"-1"0,0 1,0 0,1 0,-1 1,1 0,0 0,0 0,0 0,0 1,1-1,-1 1,1 1,0-1,0 1,0-1,1 1,-1 0,0 4,-4 5,0 1,2 0,0 0,1 1,0-1,-1 11,3-11,1 1,0-1,1 1,1-1,1 1,0 0,0-1,2 1,0-1,1 0,0 0,2 1,-3-8,0 0,1 0,1 0,-1-1,1 1,0-1,1 0,-1 0,1-1,1 0,-1 0,1-1,0 1,0-1,1-1,0 0,0 0,0 0,0-1,0 0,0 0,2-1,-1 0,0-1,1 0,-1-1,0 0,0 0,0-1,1 0,-1 0,0-1,0-1,0 1,-1-1,1-1,-1 0,0 0,0 0,0-1,0-1,-1 1,0-1,0 0,0-1,-1 1,0-1,2-3,1-3,1-1,-2 1,0-1,0-1,-1 1,-1-1,-1-1,0 1,-1-1,0 0,-2 0,0 0,0 0,-2-4,0 5,-2-1,0 1,0 0,-2-1,0 1,0 1,-1-1,-1 1,-1 0,0 0,-1 0,0 1,3 5,0 1,-1 0,0 0,0 0,0 1,-1-1,0 2,0-1,-1 1,0 0,1 0,-2 1,1 0,0 1,-1 0,0 0,1 1,-1 0,0 0,0 1,-1 0,1 2,0-1,1 2,-1-1,0 1,1 0,-1 1,1 0,0 0,0 0,0 1,0 1,1-1,-1 1,1 1,0-1,1 1,0 0,0 1,0 0,0 0,1 0,0 0,0 2,-2 3,0 0,1 0,1 1,0-1,0 1,1 1,1-1,0 1,1-1,0 1,1 0,1 0,0-1,2 10,0-13,0 0,1 0,0 0,1 0,0-1,1 1,0-1,0 0,1 0,0-1,1 0,-1 0,6 4,40 35</inkml:trace>
  <inkml:trace contextRef="#ctx0" brushRef="#br0" timeOffset="3197.751">1070 4057,'-12'-2,"-1"1,1 0,-1 2,0-1,1 1,0 1,-1 0,1 1,0 0,0 1,0 0,1 1,-1 0,1 1,0 0,1 1,-1 0,2 1,-1 0,1 1,-8 8,6-4,0 2,1 0,0 0,2 1,-1 0,2 0,0 1,1 0,1 0,1 0,0 1,1 0,1 0,0 0,2 0,-1-7,1-1,1 1,0-1,0 1,1-1,1 0,0 1,0-1,1-1,0 1,0 0,1-1,1 0,-1 0,1-1,1 1,0-1,0 0,0-1,1 0,0 0,1-1,0 0,0 0,0-1,0 0,5 0,0 0,0 0,0-2,1 1,-1-2,1 0,0-1,-1 0,1-1,0-1,0 0,-1-1,1-1,-1 0,1-1,-1 0,0-1,-1-1,1 0,2-3,-6 4,-1-1,1 0,-1 0,0-1,-1 0,1-1,-1 0,-1 0,0-1,0 0,0 0,-1-1,-1 1,0-2,0 1,-1 0,0-1,-1 1,0-1,0 0,-2 0,1-1,-1 1,-1 0,0 0,-1-9,1 12,-1-1,0 0,0 1,-1 0,0-1,-1 1,0 0,0 0,0 0,-1 1,0-1,-1 1,0 0,0 0,0 0,-1 1,0 0,0 0,-1 0,1 1,-1 0,0 0,-1 1,1 0,-1 0,0 1,0 0,0 0,0 1,-1 0,1 0,-1 1,1 0,-1 1,1 0,-1 0,1 0,-1 2,0 1,-1 1,1 0,0 0,1 1,-1 0,1 1,0 0,1 0,-1 1,1 0,0 0,1 1,0 0,0 0,1 0,0 1,0-1,1 1,0 1,0-1,1 0,1 1,-1 0,1-1,1 1,0 0,1 0,0 0,0 0,1 0,0 0,1 0,0-1,0 1,1-1,0 1,2 1,24 38</inkml:trace>
  <inkml:trace contextRef="#ctx0" brushRef="#br0" timeOffset="915.098">268 2760,'-13'7,"1"0,1 1,-1 1,2 0,-1 0,1 1,0 0,1 0,0 2,1-1,0 1,1 0,0 0,1 1,-3 4,1 0,1 0,0 0,1 1,1 0,1 0,0 1,2-1,0 1,1 0,1-1,0 1,2 0,0-1,1 1,5 15,-5-26,1 0,0-1,1 0,0 0,0 0,0 0,1-1,0 1,1-2,-1 1,1-1,0 0,0 0,0-1,1 0,0 0,0 0,0-1,0-1,0 1,1-2,-1 1,1-1,-1 0,1 0,-1-1,1-1,3 0,-4 1,0 0,-1-1,1-1,-1 1,1-1,-1 0,1-1,-1 0,0 0,0 0,0-1,-1 0,1 0,-1-1,0 0,0 0,-1 0,0-1,0 0,0 0,0 0,-1 0,0-1,0 0,-1 0,0 0,0 0,-1 0,1-1,-2 1,2-6,-3-1,0 0,-1 0,-1 0,0 0,0 1,-2-1,0 1,0-1,-1 1,-1 0,0 1,0-1,-2 1,1 1,-2-1,1 1,-2 1,1 0,-1 0,-1 1,0 0,0 1,-7-4,13 9,1 0,-1 1,0 0,-1 0,1 0,0 1,0 0,-1 0,1 0,-1 0,1 1,-1 0,1 0,-1 0,1 1,-1 0,1 0,0 0,0 1,-1 0,1 0,0 0,0 1,1-1,-1 1,0 0,1 1,0-1,0 1,0 0,0 0,0 0,1 0,0 1,-3 3,0 4,0-1,1 1,0 1,1-1,0 1,1-1,0 1,1 0,0 0,1 0,1 1,0-1,1 0,1 3,7 45</inkml:trace>
  <inkml:trace contextRef="#ctx0" brushRef="#br0" timeOffset="1326.787">896 2880,'-7'-1,"-1"0,0 0,1 0,-1 1,0 0,1 1,-1-1,0 2,1-1,-1 1,1 0,0 0,0 1,0 0,0 0,0 1,0 0,1 0,0 1,0 0,0 0,0 0,1 0,0 1,-3 3,2 1,0-1,0 1,0 0,1 0,1 1,0-1,0 1,1 0,1 0,-1 0,2 1,0-1,0 0,1 1,0-1,1 0,0 1,1-1,1 0,-1 0,2 0,-1 0,2-1,-1 1,1-1,1 0,0-1,0 1,1-1,0 0,1-1,0 0,0 0,1 0,0-1,0-1,0 1,1-2,0 1,4 0,-3-2,0 0,-1-1,1 0,0-1,1-1,-1 0,0 0,0-1,1 0,-1-1,0 0,0-1,0 0,0-1,0-1,0 1,-1-1,0-1,0 0,0-1,0 0,-1 0,0-1,0 0,-1 0,0-1,0 0,-1-1,0 0,0 0,-1 0,0-1,1-4,0 0,-2 1,0-1,-1 0,0-1,-1 1,0-1,-1 1,-1-1,-1 0,0 0,0 0,-2 1,0-1,0 0,-4-7,4 14,0-1,-1 1,0 0,-1 0,0 0,0 0,-1 1,0 0,0-1,-1 2,1-1,-1 1,-1 0,0 0,1 0,-2 1,1 0,0 1,-1 0,0 0,0 0,0 1,-1 0,1 1,-1 0,-4-1,0 3,1 1,-1 0,1 1,-1 0,1 1,0 0,0 1,0 0,1 1,-1 0,1 1,0 0,1 1,0 0,0 1,0 0,1 0,0 1,1 0,-1 1,2 0,0 0,0 1,1 0,0 0,1 0,0 1,1-1,0 1,1 1,0-1,0 6,2-10,0-1,1 1,0 0,1-1,-1 1,1-1,1 1,0-1,0 1,0-1,1 0,0 0,0 0,0 0,1-1,0 0,1 1,0-1,0-1,0 1,0-1,1 0,0 0,2 1,44 28</inkml:trace>
  <inkml:trace contextRef="#ctx0" brushRef="#br0" timeOffset="1757.645">1618 2840,'-15'3,"0"0,1 1,-1 1,1 0,0 1,1 0,-1 1,1 1,0 0,1 1,0 0,1 1,0 0,0 1,1 0,0 0,1 1,1 1,0 0,0 0,1 0,1 1,0 0,1 0,1 0,0 1,1 0,-1 7,4-14,-1 0,2 0,-1 0,1 0,0 0,1 0,-1-1,2 1,-1 0,1-1,0 0,1 1,0-1,0-1,0 1,1-1,0 1,0-1,1 0,-1-1,1 0,1 0,4 3,0 0,1-1,1-1,-1 0,1-1,0 0,0-1,0 0,1-1,-1-1,1 0,0-1,-1 0,7-1,-4-1,-1 0,1-1,-1-1,0-1,0 0,0 0,0-2,-1 0,0 0,0-2,0 0,3-3,-9 5,-1 1,0-1,-1 0,1-1,-1 1,0-1,-1 0,0-1,0 0,-1 1,1-2,-2 1,1 0,-1-1,-1 1,1-1,-1 0,-1 0,0 0,0 0,-1-7,-1 4,0 0,-1 0,-1 1,0-1,0 1,-1-1,-1 1,0 1,0-1,-1 1,0 0,-1 0,0 0,-1 1,0 0,0 1,-1 0,0 0,-8-5,10 8,-1 0,1 0,-1 1,0 0,0 0,0 1,0 0,-1 0,1 1,-1 0,0 1,1 0,-1 0,0 1,0 0,0 1,1-1,-1 2,0-1,1 1,-1 1,1 0,0 0,-1 0,2 1,-8 4,7-3,0 1,0 0,0 1,1-1,0 1,0 1,1-1,0 1,0 0,1 1,0 0,1-1,-1 1,2 1,-1-1,1 1,1-1,0 1,0 0,1 0,0-1,0 1,2 0,-1 0,1 0,0 0,1 0,0 0,1-1,0 1,1 2,35 35,7-9</inkml:trace>
  <inkml:trace contextRef="#ctx0" brushRef="#br0" timeOffset="-1251.87">94 1811,'-11'13,"1"0,1 0,0 1,1 0,0 1,1 0,1 0,1 0,0 1,0 0,2 0,0 0,1 0,0 0,2 1,0-1,0 1,2-1,0 0,1 0,1 3,-2-12,0 0,1 0,0-1,0 1,1 0,0-1,0 0,0 0,1 0,0-1,0 1,0-1,1 0,-1-1,1 1,0-1,1 0,-1-1,1 1,0-1,-1-1,1 1,1-1,-1 0,0-1,0 0,1 0,-1 0,0-1,1 0,-1-1,0 0,1 0,-1 0,0-1,0 0,0 0,0-1,0 0,0 0,5-4,-2-5,-1 0,0 0,-1-1,0 0,-1-1,-1 1,0-1,-1-1,0 1,-1-1,-1 0,0 0,-1 0,0 0,-2 0,0 0,0 0,-1-1,-1 1,-1 0,-1-2,3 2,-1 1,-1-1,0 1,-1 0,0 0,-1 0,-1 1,0-1,-1 1,0 1,-1-1,0 1,-1 1,-4-4,11 13,0 0,0 1,-1-1,1 1,0-1,-1 1,1 0,0 0,-1 0,1 0,-1 1,0-1,1 1,-1 0,0-1,1 1,-1 0,1 1,-1-1,0 0,1 1,-1-1,1 1,-1 0,1 0,-1 0,1 0,-1 0,1 1,0-1,0 1,0-1,-4 4,0 1,0-1,1 1,-1 0,2 1,-1-1,1 1,0 0,0 0,-1 3,-1 5,1 1,0-1,1 1,1 0,0 1,1-1,1 0,1 1,0-1,1 0,0 1,2-1,10 48</inkml:trace>
  <inkml:trace contextRef="#ctx0" brushRef="#br0" timeOffset="-877.396">695 1824,'-8'-2,"1"0,-1 1,0 0,0 0,1 0,-1 1,0 0,0 1,0 0,0 0,1 1,-1-1,0 2,1-1,0 1,-1 0,1 1,0 0,1 0,-1 0,1 1,0 0,0 0,0 0,1 1,-1 0,2 0,-1 1,1-1,0 1,0 0,0 0,0 2,1-2,0 0,1 0,0 0,0 1,0-1,1 1,0 0,1-1,-1 1,1-1,1 1,0 0,0-1,0 1,1-1,0 1,0-1,1 0,0 0,0 0,1 0,0-1,0 1,1-1,-1 0,1 0,5 3,1 2,1-2,0 0,1 0,0-2,0 1,1-1,0-1,0-1,1 0,-1-1,1 0,0-1,0-1,0 0,1-1,11-1,-17 0,0 0,-1-1,1 0,0 0,0-1,0-1,-1 1,1-2,-1 1,0-1,0-1,0 1,-1-2,1 1,-1-1,-1 0,1-1,-1 0,0 0,0-1,-1 1,0-2,-1 1,0 0,4-9,-5 8,-1 0,-1 1,1-2,-1 1,-1 0,0 0,0 0,-1-1,0 1,-1 0,1-1,-2 1,1 0,-2 0,1 0,-1 0,0 0,-1 1,0-1,-1 1,1 0,-1 0,-1 1,0-1,0 1,0 1,-1-1,0 1,0 0,0 0,-1 1,0 0,0 1,0-1,-1 2,0-1,1 1,-1 0,0 1,-1 0,1 1,0 0,0 0,-1 1,-3 0,6 1,0 0,1 0,-1 1,0 0,0 0,1 1,-1 0,1 0,0 0,0 1,0 0,0 0,1 0,-1 1,1 0,0 0,1 0,-1 1,1 0,0 0,1 0,-1 0,1 0,0 1,1-1,0 1,0 0,0 0,1-1,0 1,0 0,0 0,1 1,0-1,1 0,0 4,24 35,10-8</inkml:trace>
  <inkml:trace contextRef="#ctx0" brushRef="#br0" timeOffset="-495.877">1337 1811,'-9'1,"0"0,1 1,-1 0,1 0,0 1,0 0,0 0,0 1,0 0,1 1,-1-1,1 2,0-1,1 1,-1-1,1 2,1-1,-1 1,1 0,0 0,0 0,1 1,0 0,0 0,1 0,0 0,1 0,0 1,0-1,0 1,1-1,1 1,-1 0,2 0,-1-1,1 1,0 0,1-1,0 1,0-1,2 3,3 1,1 0,1 0,-1-1,2 0,0-1,0 0,1-1,0 0,0-1,1 0,1 0,-1-1,1-1,0 0,0-1,1-1,-1 0,1 0,0-2,0 0,0 0,1-1,-1-1,0 0,0-1,1-1,9-2,-15 3,0-1,-1 0,1-1,0 0,-1-1,0 1,0-1,0-1,0 0,-1 0,0 0,0-1,0 0,-1 0,1-1,-2 0,1 0,-1 0,0-1,0 0,-1 0,0 0,-1 0,1-1,-2 1,1-1,-1 0,-1 0,1 1,-2-1,1 0,-1-1,-1-2,0 0,-1 1,-1-1,0 1,-1 0,0 0,-1 0,0 0,0 1,-1-1,-1 2,0-1,0 1,-1 0,0 0,0 1,-1 0,0 0,-1 1,1 1,-1-1,-1 2,1-1,-1 1,0 1,0 0,0 1,-1 0,1 0,-1 1,0 1,0 0,1 1,-1 0,0 0,0 1,0 1,1 0,-1 1,1 0,-9 4,9-1,0 1,1 0,0 0,0 1,1 0,0 1,0 0,1 0,0 1,1 0,0 1,1-1,0 1,0 0,1 1,1 0,0-1,1 1,0 0,0 1,1-1,1 0,0 1,1-1,1 9,8 31</inkml:trace>
  <inkml:trace contextRef="#ctx0" brushRef="#br0" timeOffset="6490.162">281 11677,'-9'-46,"2"-1,2 0,2 0,2 0,2 0,3-14,-2 44,16-75,-13 90,2 70,10 458,-9-448</inkml:trace>
  <inkml:trace contextRef="#ctx0" brushRef="#br0" timeOffset="6795.344">843 11597,'6'-47,"2"1,2 0,2 0,2 1,2 0,2 1,20-35,-21 54,-17 25,1-1,-1 1,1 0,-1 0,1-1,0 1,-1 0,1 0,-1 0,1 0,0 0,-1 0,1 0,-1 0,1 0,0 0,-1 0,1 1,-1-1,1 0,0 0,-1 0,1 1,-1-1,1 0,-1 1,1-1,-1 1,1-1,-1 0,0 1,1-1,-1 1,0-1,1 1,-1-1,0 1,1-1,-1 1,0 0,0-1,0 1,0-1,1 1,-1 0,0-1,0 1,0-1,0 1,0 0,0-1,-1 1,1-1,0 1,0 0,0-1,-1 1,1-1,0 1,-6 144,2-107,-2 18,-2 1,2 1,3-1,2 1,3 0,2 0,8 32,1-40</inkml:trace>
  <inkml:trace contextRef="#ctx0" brushRef="#br0" timeOffset="7395.74">1858 11570,'21'-314,"-18"288,-4 26,1 0,0 0,0 0,0 0,-1 0,1 0,0 0,0 0,-1 0,1 0,0 0,0 0,0 0,-1 0,1 0,0 0,0 0,-1 0,-8 39,2 1,1 0,2 0,2 0,3 30,-2-48,2 0,0 0,2 0,0-1,2 1,0-1,1 0,2-1,0 1,3 3,11 12</inkml:trace>
  <inkml:trace contextRef="#ctx0" brushRef="#br0" timeOffset="7845.228">2513 11490,'2'14,"1"0,0 0,1 0,1-1,0 0,1 0,0 0,1 0,0-1,1-1,0 1,1-1,1 0,-1-1,10 7,-12-11,0 0,0-1,1 0,0 0,0-1,0 0,0 0,1-1,-1 0,1 0,0-1,0 0,0-1,0 0,0 0,0-1,0 0,0-1,0 0,0 0,0-1,0 0,0-1,7-3,-4 1,0-2,-1 1,0-1,0-1,-1 0,0-1,0 0,-1 0,0-1,-1 0,0-1,-1 1,0-2,0 1,-1-1,-1 0,0 0,0 0,-2-1,2-7,-1 4,-1-1,0 1,-2-1,0 1,0-1,-2 1,0-1,-1 1,-1-1,0 1,-1 0,-1 0,0 0,-1 1,-1 0,-2-2,4 7,0 1,-1-1,0 2,-1-1,0 1,0 0,-1 0,0 1,0 0,-1 0,0 1,0 0,0 1,-1 0,0 0,0 1,0 0,0 1,-1 0,1 1,-1 0,0 1,0 0,0 0,1 1,-1 1,-2 1,1 2,0-1,1 1,-1 1,1 0,-1 1,1 0,1 1,0 0,0 0,0 1,1 0,0 1,-5 6,-5 8,0 1,2 0,0 1,2 1,-6 16,0 5,2 0,2 1,-5 31,0 18</inkml:trace>
  <inkml:trace contextRef="#ctx0" brushRef="#br0" timeOffset="8716.894">495 13362,'-7'-36,"2"-1,2 1,1-1,1 1,3-1,0 0,3 1,8-34,-2-2,15-146,-34 328,5 1,5-1,5 0,5 0,9 26,-7-67</inkml:trace>
  <inkml:trace contextRef="#ctx0" brushRef="#br0" timeOffset="9083.941">1350 13134,'2'-374,"7"302,-4 70,8 78,-1 148,-11 25,-1-178,-1 1</inkml:trace>
  <inkml:trace contextRef="#ctx0" brushRef="#br0" timeOffset="9616.099">2206 13295,'-4'-50,"2"-1,2 1,3-1,2-5,2-39,-2-4,-1 226,6-1,26 124,-24-188</inkml:trace>
  <inkml:trace contextRef="#ctx0" brushRef="#br0" timeOffset="9946.216">2941 12933,'3'-22,"2"-18,3-7,2-4,0 6,-2 7,-2 13,-3 15,2 16,-2 18,0 22,-1 18,-1 14,0 8,-1 5,-2-2,-6-4,-1-17</inkml:trace>
  <inkml:trace contextRef="#ctx0" brushRef="#br0" timeOffset="13252.132">1590 13856,'19'63,"4"31,-13-47,2-1,2 1,2-2,2 0,16 25,-25-55,1-1,1-1,0 0,1-1,0 0,1 0,0-1,1-1,0-1,1 0,0 0,0-2,11 5,26 7,0-2,1-2,31 3,27 8,1-6,1-5,0-5,100-3,360-58,-485 49,1-4,-2-4,1-4,54-17,43-28,171-82,43-53,-265 129,-2-5,48-39,-66 32,-4-4,-4-6,-3-3,20-31,-64 59,-3-4,-3-2,-2-2,-4-2,-3-2,31-74,-41 59,-3-1,-5-2,0-16,17-74,2-7,15-156,-37 156,16-150,-13-57,-30-316,-2 393,28-470,-15 648,18-302,12-389,-8-87,-29 917,26-338,-15-1,-15-1,-19-47,-91-464,100 734,-5 0,-5 0,-36-99,-21-1,-43-140,80 189,18 63,-5 2,-31-70,-76-82,100 196,3-2,3-1,2-1,-6-27,3-37,26 95,-1 0,-1 1,-2 0,-1 1,-2 0,-1 1,-12-19,-24-19,-47-78,28-11,53 113,-2 1,-1 1,-3 0,-2 2,-1 1,-3-1,-20-10,-1 2,-3 2,-2 2,-1 3,-2 2,-2 3,-2 3,-38-15,-259-99,189 82,104 41,-1 2,-1 3,-1 3,-1 3,0 3,-22 2,-400-4,375 8,-38-3,0 6,0 7,-34 10,63 5,2 6,-26 12,111-25,0 1,2 1,0 3,0 0,2 3,0 1,2 1,0 2,2 1,-9 12,17-16,-1-2,1 1,1 1,2 1,0 1,1 1,1 1,2 0,0 1,1 3,-109 302,54-191,63-130</inkml:trace>
  <inkml:trace contextRef="#ctx0" brushRef="#br0" timeOffset="14970.046">1965 114,'9'-13,"-8"16,-32 46,-2-1,-3-1,-1-2,-28 24,-77 97,119-128,23-37,0-1,-1 1,1-1,0 1,0 0,0-1,-1 1,1 0,0-1,0 1,0 0,0-1,0 1,0 0,0-1,0 1,1-1,-1 1,0 0,0-1,0 1,1-1,-1 1,0 0,1-1,-1 1,1-1,-1 1,0-1,1 1,-1-1,1 0,-1 1,1-1,-1 0,1 1,0-1,-1 0,1 1,-1-1,1 0,0 0,-1 0,1 0,0 0,-1 1,1-1,0 0,-1-1,1 1,-1 0,1 0,0 0,-1 0,1 0,0-1,-1 1,1 0,-1 0,1-1,0 1,137-27,-100 27,0 2,0 1,-1 2,27 8,2-1,12 0,1-3,59-2,-88-13,-49 6,0 0,0 0,0 0,0-1,-1 1,1-1,0 1,0-1,0 1,0-1,-1 1,1-1,0 1,0-1,-1 0,1 0,-1 1,1-1,-1 0,1 0,-1 0,1 0,-1 0,0 1,1-1,-1 0,0 0,0 0,1 0,-1 0,0 0,0 0,0 0,-1 0,1 0,0 0,0 0,0 0,-1 0,1 0,0 1,-1-1,1 0,-1 0,1 0,-1 0,-57-58,18 25,23-23,15 39,-8-31,-1 0,-4 1,-1 1,-2 1,-19-34,-17-9,52 88,0 0,1 1,-1-1,0 0,0 1,1 0,-1-1,0 1,0 0,0 0,0 0,1 0,-1 0,0 1,0-1,0 1,1-1,-1 1,0-1,0 1,1 0,-1 0,1 0,-1 0,1 0,-1 0,1 0,-1 1,1-1,0 0,0 1,0-1,0 1,0-1,0 1,0 0,0-1,1 1,-1 0,1 0,-1-1,1 1,-1 0,-125 232,79-136,47-98,0 0,1 0,-1 0,0 0,0 0,0 0,0 0,1 0,-1 0,0 0,0 0,0-1,1 1,-1 0,0 0,0 0,0 1,1-1,-1 0,0 0,0 0,0 0,1 0,-1 0,0 0,0 0,0 0,1 0,-1 0,0 0,0 1,0-1,0 0,0 0,1 0,-1 0,0 1,0-1,0 0,0 0,0 0,0 0,0 1,0-1,0 0,0 0,1 0,-1 1,0-1,0 0,0 0,0 0,0 1,14-16,127-148,-141 163,0 1,0-1,1 0,-1 0,0 1,0-1,0 0,0 0,1 1,-1-1,0 0,0 0,1 0,-1 1,0-1,0 0,1 0,-1 0,0 0,1 0,-1 1,0-1,0 0,1 0,-29 29,0 0,-3-2,0-1,-1-2,-1-1,-29 14,14-12,49-25,-1 0,0 0,0 0,0 0,0 1,0-1,0 0,0 0,0 0,0 0,0 1,0-1,0 0,0 0,0 0,0 0,0 1,0-1,0 0,0 0,0 0,0 0,0 1,0-1,0 0,-1 0,1 0,0 0,0 0,0 1,0-1,0 0,0 0,0 0,-1 0,1 0,20-2,225-70,-220 68,-25 4,-1 0,1 1,0-1,-1 0,1 0,0 0,-1 0,1 0,0 0,0 1,-1-1,1 0,0 0,0 0,0 1,-1-1,1 0,0 0,0 1,0-1,-1 0,1 0,0 1,0-1,0 0,0 1,0-1,0 0,0 0,0 1,0-1,0 0,0 1,0-1,0 0,0 1,0-1,0 0,0 0,0 1,0-1,0 0,0 1,1-1,-1 0,0 0,0 1,0-1,0 0,1 0,-1 1,0-1,0 0,1 0,-1 0,0 1,0-1,1 0,-1 0,0 0,1 0,-1 0,0 0,0 0,1 0,-1 0,0 0,1 0,-1 0,0 0,-95 72,65-53,-27 22,57-42,1 1,-1 0,1 0,-1 0,1 0,0 0,-1 0,1 0,-1 0,1 0,-1 0,1 0,0 0,-1 0,1 1,-1-1,1 0,-1 0,1 1,-1-1,1 0,-1 0,1 1,-1-1,1 1,-1-1,0 0,1 1,-1-1,0 1,1-1,-1 1,0-1,1 1,-1-1,0 1,0 0,0-1,0 1,0-1,1 1,-1-1,0 1,0 0,0-1,0 1,-1-1,1 1,0-1,0 1,0 0,0-1,-1 1,1-1,0 1,0-1,-1 1,1-1,-1 1,28-5,0-1,0-1,-1-1,0-2,-1 0,1-2,-2-1,0-1,8-6,-24 16,-19 13,6-6,-54 41,25-20</inkml:trace>
  <inkml:trace contextRef="#ctx0" brushRef="#br0" timeOffset="17394.276">6684 7239,'-24'30,"-374"410,349-377,49-63,0 0,0 0,1 0,-1 0,0-1,1 1,-1 0,0 0,1 0,-1 0,0 0,1 0,-1 0,0 0,1 0,-1 0,0 0,1 0,-1 1,0-1,1 0,-1 0,0 0,0 0,1 0,-1 1,0-1,1 0,-1 0,0 0,0 1,0-1,1 0,-1 0,0 1,0-1,0 0,0 1,1-1,-1 0,0 1,0-1,0 0,0 1,0-1,0 0,0 1,0-1,0 0,0 1,0-1,0 0,0 1,0-1,0 0,0 0,0 1,-1-1,1 0,0 1,0-1,0 0,-1 0,1 1,0-1,0 0,0 0,-1 1,1-1,0 0,25-9,-25 9,184-90,-175 88,0 1,-1 1,1 0,0 0,0 1,0 0,0 0,0 1,-1 0,1 1,-1 0,1 0,-1 1,0 0,1 1,37 13,17 2,0-4,2-2,15-1,-79-13,-1 0,1 1,-1-1,1 1,-1-1,1 0,0 1,-1-1,1 0,-1 1,1-1,0 0,-1 0,1 1,0-1,0 0,-1 0,1 0,0 0,-1 0,1 0,0 0,0 0,-1 0,1 0,0-1,-1 1,1 0,0 0,-1-1,1 1,0 0,-1-1,1 1,-1-1,1 1,0-1,-1 1,0-1,1 1,-1-1,1 1,-1-1,1 0,-1 1,0-1,0 0,1 1,-1-1,0 0,0 1,0-1,0 0,0 0,0 1,0-1,0 0,0 1,0-1,0 0,0 0,-68-100,59 78,1 0,0 0,2-1,1 1,1-1,1-1,0-10,1 8,-1 0,-2 0,0 1,-2 0,-8-22,-21-7,36 55,-1-1,1 1,0 0,-1 0,1-1,0 1,-1 0,1 0,0-1,-1 1,1 0,0 0,-1 0,1 0,-1 0,1 0,0 0,-1 0,1 0,-1 0,1 0,0 0,-1 0,1 0,-1 0,1 0,0 0,-1 0,1 1,0-1,-1 0,1 0,0 0,-1 1,1-1,0 0,-1 0,1 1,0-1,0 0,-1 1,1-1,0 0,0 1,0-1,-1 0,1 1,0-1,0 1,0-1,0 0,0 1,0-1,0 0,0 1,0-1,0 1,0-1,0 1,0 27,32 76,-25-90,-2-1,0 1,0 1,-1-1,-1 1,0-1,0 15,-3-29,-1-1,1 1,0 0,-1-1,1 1,0 0,-1-1,1 1,0 0,-1-1,1 1,-1 0,1 0,0-1,-1 1,1 0,-1 0,1 0,-1 0,1 0,-1 0,1 0,-1 0,1 0,-1 0,1 0,0 0,-1 0,1 0,-1 0,1 0,-1 0,1 0,-1 1,1-1,-1 0,1 0,0 1,-1-1,1 0,0 1,-1-1,1 0,0 1,-1-1,1 0,0 1,0-1,-1 1,1-1,0 0,0 1,0-1,-1 1,1-1,0 1,-28-111,21 79,-31-89,38 120,0 0,0 1,0-1,0 0,-1 0,1 1,0-1,0 0,0 0,0 0,0 1,0-1,-1 0,1 0,0 0,0 0,0 0,0 1,-1-1,1 0,0 0,0 0,0 0,-1 0,1 0,0 0,0 0,-1 0,1 1,0-1,0 0,0 0,-1 0,1 0,0 0,0-1,-1 1,1 0,0 0,0 0,-1 0,1 0,0 0,0 0,0 0,-1 0,1-1,0 1,0 0,0 0,0 0,-1 0,1-1,0 1,0 0,0 0,0 0,0-1,0 1,0 0,-1 0,1 0,0-1,0 1,0 0,-3 20,1 2,1-1,1 1,1-1,1 1,1-1,1 0,0 0,2 0,0-1,2 0,0 0,9 16,-60-63,28 18,-1 0,0 2,0 0,0 1,-1 0,0 1,-1 1,1 1,-1 1,1 0,-1 1,0 1,1 1,-1 0,1 1,-1 1,1 1,-11 3,-6 14,33-20,1-1,-1 1,0-1,1 1,-1-1,1 1,-1-1,1 1,-1 0,1-1,-1 1,1 0,-1-1,1 1,0 0,0-1,-1 1,1 0,0 0,0-1,0 1,0 0,0 0,0 0,0-1,0 1,0 0,0 0,0 0,0-1,0 1,1 0,-1-1,0 1,1 0,-1 0,1-1,-1 1,0 0,1-1,-1 1,1-1,0 1,-1-1,1 1,0-1,5 4,1-2,-1 1,1-1,0 0,-1-1,1 1,0-1,0-1,0 1,0-1,0 0,7-2,-12 2,14 0,0 0,0-2,0 0,-1-1,1 0,-1-1,0-1,0 0,0-1,-1-1,1 0,-2-1,1-1,-1 0,-1 0,1-2,-2 1,1-2,0-1,-11 12,1 0,-1 0,0 0,0 0,0-1,0 1,0 0,0 0,0-1,0 1,-1-1,1 1,0 0,-1-1,1 1,-1-1,0 0,1 1,-1-1,0 1,0-1,0 1,0-1,0 0,0 1,-1-1,1 1,0-1,-1 1,0-1,1 1,-1-1,0 1,1-1,-1 1,0 0,0 0,0-1,0 1,0 0,-1 0,-5 2,1 1,-1 0,1 0,-1 1,1 0,0 0,0 1,0-1,0 1,1 1,-1-1,1 1,0 0,0 0,1 0,-4 5,-4 3,0 0,1 1,0 0,1 1,1 0,0 1,1-1,1 2,0-1,-2 12,9-27,-1 0,1 0,0 0,-1-1,1 1,0 0,0 0,-1 0,1 0,0 0,0 0,0 0,0 0,0-1,1 1,-1 0,0 0,0 0,0 0,1 0,-1 0,1-1,-1 1,0 0,1 0,-1-1,1 1,0 0,-1-1,1 1,0 0,-1-1,1 1,0-1,0 1,-1-1,1 1,0-1,0 0,0 1,0-1,-1 0,1 0,0 0,0 1,0-1,0 0,0 0,0 0,0-1,0 1,-1 0,1 0,0 0,0-1,0 1,0 0,0-1,-1 1,1-1,0 1,0-1,-1 1,1-1,0 1,-1-1,1 0,0 1,-1-1,36-41,-36 43,0-1,1 1,-1-1,0 1,0 0,0-1,0 1,0-1,0 1,0-1,0 1,0 0,0-1,0 1,0-1,0 1,-1-1,1 1,0 0,0-1,-1 1,1-1,0 0,-1 1,1-1,0 1,-1-1,1 1,-1-1,1 0,-1 1,1-1,-1 0,1 1,-1-1,1 0,-1 0,1 0,-1 1,1-1,-1 0,0 0,1 0,-1 0,1 0,-1 0,1 0,-1 0,0 0,1 0,-1-1,1 1,-1 0,1 0,-1 0,1-1,-1 1,1 0,-1-1,8 4,1-1,-1 0,1-1,-1 0,1 0,-1-1,1 0,0 0,-1-1,1 0,-1 0,6-2,-8 3,156-42,-140 31,-20 7</inkml:trace>
</inkml:ink>
</file>

<file path=ppt/ink/ink3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14T06:50:25.252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13 0,'0'16,"0"14,0 14,-2 8,-1 2,0 1,1-4,1-6,-1-9,4-11,1-9</inkml:trace>
</inkml:ink>
</file>

<file path=ppt/ink/ink3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14T06:50:25.619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0 387,'10'-3,"0"-1,-1 1,1-2,-1 1,0-1,-1-1,1 0,-1 0,0 0,-1-1,1 0,-1-1,-1 1,1-1,-1-1,-1 1,1-1,1-5,7-15,-1-1,-2-1,-1 0,-1 0,-1-5,5-28,-13 54,-2 21,-1 33,1 0,2 1,2-1,1 0,3 0,11 40,-2-25</inkml:trace>
</inkml:ink>
</file>

<file path=ppt/ink/ink3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14T06:50:26.099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 44,'8'40,"2"0,2 0,2-1,1-1,7 10,38 108,-52-142,-6-31,0 1,7-31,2 1,2 0,1 1,3 0,2 1,8-11,-20 41,-3 5,0 0,0 1,1-1,0 1,1 1,-1-1,2 1,-1 0,6-5,-11 13,0-1,0 0,0 0,0 0,0 1,1-1,-1 1,0-1,0 1,0-1,0 1,0 0,0-1,0 1,-1 0,1 0,0 0,0 0,0 0,-1 0,1 0,-1 0,1 0,-1 0,1 0,-1 0,1 0,-1 0,0 0,0 1,0-1,1 0,-1 0,0 0,0 1,-1-1,1 0,0 0,0 0,-1 0,1 0,0 1,-1-1,1 1,1 111,-3-90,0 1,2 0,1 0,1 0,1 0,1-1,1 1,1-1,1-1,1 1,9 17,-12-32,1-1,-1 0,2 1,-1-2,1 1,0-1,1 0,-1-1,1 1,0-2,1 1,-1-1,1 0,-1-1,1 0,0 0,1-1,-1 0,0-1,1 0,5 0,8-1,-1 0,1-1,-1-2,1 0,-1-1,0-2,0 0,8-4,34-17</inkml:trace>
</inkml:ink>
</file>

<file path=ppt/ink/ink3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14T06:50:26.790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0 1,'0'16,"0"14,0 14,2 8,1 7,0 2,2 0,0-4,-1-6,-1-9,-1-10</inkml:trace>
</inkml:ink>
</file>

<file path=ppt/ink/ink3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14T06:50:26.985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7 1,'-5'7,"4"9,5 8,8 8,1-3</inkml:trace>
</inkml:ink>
</file>

<file path=ppt/ink/ink3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14T06:50:27.567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0 741,'118'232,"-44"-99,-75-133,1 0,0 0,0 0,-1 0,1 0,0-1,-1 1,1 0,0 0,0 0,-1 0,1 0,0 0,-1 0,1 0,0 0,0 0,-1 0,1 0,0 0,-1 0,1 0,0 1,0-1,-1 0,1 0,0 0,0 0,-1 0,1 1,0-1,0 0,-1 0,-2-8,-1-1,1 0,1 0,0-1,0 1,1 0,0-1,0 1,1 0,1-1,-1 1,2-1,-1 1,1 0,0 0,1 0,0 0,5-8,-2 2,2 1,0 0,1 0,0 1,1 0,0 1,1 0,0 0,1 1,10-6,-14 10,0 1,0 1,1 0,0 0,0 0,1 1,-1 1,1-1,0 1,0 1,0 0,0 1,0 0,3 0,-8 3,-1 0,0 0,0 0,-1 1,1-1,0 1,-1 0,1 0,-1 1,0-1,0 1,0-1,-1 1,1 0,-1 0,0 0,0 0,-1 1,1-1,-1 0,0 1,0-1,0 1,0-1,-1 1,0-1,0 1,0 0,-1 1,1-3,6 80,-5-56,1 0,1 0,1 0,1-1,7 20,-10-41,0 1,1-1,-1 1,1-1,0 0,1 0,-1 0,1 0,0-1,0 0,1 0,-1 0,1 0,0 0,0-1,0 0,0 0,1-1,-1 1,1-1,0 0,-1-1,1 1,0-1,0 0,0-1,0 1,0-1,0-1,0 1,0-1,3 0,22-5</inkml:trace>
  <inkml:trace contextRef="#ctx0" brushRef="#br0" timeOffset="874.373">856 968,'16'3,"0"-1,0 0,0-1,0-1,0 0,0-2,0 0,0 0,0-1,-1-1,0-1,1 0,-2-1,1-1,-1 0,0-1,0 0,-1-1,10-8,-21 14,0 1,0 0,-1 0,1-1,0 1,-1-1,1 1,-1-1,0 0,0 1,0-1,0 0,-1 0,1 0,-1 0,1 0,-1 0,0 0,0 0,-1 0,1 0,0 1,-1-1,0 0,0 0,0 0,0 0,0 1,0-1,-1 1,1-1,-1 1,0-1,0 1,0 0,-3-4,-1 0,0 0,-1 1,1 0,-1 0,0 1,0 0,-1 0,1 0,-1 1,1 0,-3 0,1 1,0 0,-1 1,1 0,0 0,-1 1,1 0,-1 1,1 0,0 0,-1 1,1 0,0 1,0 0,0 0,1 1,-1 0,1 1,0 0,0 0,0 0,1 1,0 0,0 1,0 0,1 0,0 0,1 1,-1 0,1 0,1 0,0 0,0 1,0 0,1 0,1 0,-1 0,1 0,1 1,0-1,0 0,1 7,1-8,1 0,0 0,0-1,0 1,1-1,0 0,1 0,0 0,0 0,0 0,1-1,0 0,0 0,0 0,1-1,0 0,0 0,0 0,1-1,0 1,0-2,3 2,11 6,2-2,-1 0,1-2,0 0,1-2,19 2,-20-2,0-2,-1 0,1-2,0 0,0-2,0 0,0-2,0 0,-1-2,1 0,-1-1,0-2,-1 0,0-1,0-1,-1-2,0 1,-1-2,-1-1,0 0,7-9,0-12,-3-1,-1 0,-1-2,-3-1,-1 0,-1-1,-3-1,-1 0,-2 0,3-38,62-251,-72 323,1 1,0 0,0 0,-1-1,0 1,0 0,-1-1,0 1,0-1,0 1,-1-1,0 0,0 1,-1-1,0 1,0-1,0 1,-1-1,0 1,0 0,-1 0,1 0,-1 0,-1 0,1 0,-2 0,-5-1,-1 1,1 0,-1 1,-1 0,1 0,-1 2,1-1,-1 1,0 1,0 0,0 1,-1 0,1 1,0 1,0 0,-10 1,15-1,0 0,0 1,0-1,0 1,0 0,0 1,0 0,1 0,-1 1,1-1,0 1,0 0,0 1,1 0,0 0,-1 0,2 0,-1 1,1 0,0 0,0 0,0 0,1 1,0-1,0 1,1 0,-1 4,-3 22,2 0,1 1,1 0,2 0,2-1,1 1,2-1,0 1,3-1,4 11,-5-11,61 328,-64-331,32 142,-34-165,1-1,1 1,-1-1,1 0,0 0,1 0,-1-1,1 1,0-1,0 0,1-1,0 1,-1-1,1 0,1-1,-1 1,1-1,-1-1,1 1,0-1,0 0,0 0,0-1,0 0,0-1,4 1,15 0,-1-2,1-1,-1 0,1-2,-1-1,22-7,129-55,-131 44</inkml:trace>
</inkml:ink>
</file>

<file path=ppt/ink/ink3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14T06:50:23.909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122 50,'-7'22,"-4"25,-3 23,-1 21,0 13,-1 7,2 1,1-8,5-14,2-18,3-22</inkml:trace>
  <inkml:trace contextRef="#ctx0" brushRef="#br0" timeOffset="271.27">42 251,'0'13,"5"17,5 16,9 14,10 10,8 6,11 0,5-6,3-10,-1-11,-4-13,-7-14,-10-9,-10-8</inkml:trace>
  <inkml:trace contextRef="#ctx0" brushRef="#br0" timeOffset="530.672">510 170,'-5'-23,"-3"-14,-1-5,-1 4,2 13,1 20,5 27,5 30,4 29,1 26,-1 17,0 8,0 0,0-6,0-17,-3-25</inkml:trace>
  <inkml:trace contextRef="#ctx0" brushRef="#br0" timeOffset="926.334">791 839,'8'-40,"-2"1,-2-1,-1 0,-2-1,-2 1,-2 0,-5-25,7 54,-1-1,-1 1,0 0,0 0,-1 0,-1 0,0 1,0-1,-6-7,-6 7,17 25,7-6,1 1,1-1,-1-1,1 1,1-1,-1-1,1 0,1 0,-1-1,1 0,-1-1,1 0,8 1,191 51,-207-56,0 1,0 0,-1 0,1 0,0 0,-1 0,1 0,0 1,-1-1,0 1,1 0,-1 0,0 0,0 0,0 0,0 0,0 1,0-1,-1 1,1-1,-1 1,0-1,0 1,0 0,0 0,0-1,0 1,-1 0,1 1,-4 10,1 0,-2 0,0-1,-1 0,0 1,-1-2,0 1,-1-1,0 0,-1 0,-1 0,0 2,-4 6,1-2,0 0,1 1,1 1,0 0,2 0,1 1,0 1,6-18,0-1,0 0,1 1,-1-1,1 0,0 1,0-1,0 1,1-1,-1 0,1 1,0-1,0 0,0 0,0 1,1-1,-1 0,1 0,0 0,0-1,0 1,0 0,0-1,0 1,1-1,-1 0,1 0,0 0,2 2,12 3,1-1,-1 0,1-1,1-1,-1-1,1 0,-1-2,1 0,-1-1,1-1,18-3,106-15,-84 7</inkml:trace>
</inkml:ink>
</file>

<file path=ppt/ink/ink3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4-05T06:04:33.232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13 13868,'-4'13,"1"-1,1 1,0-1,1 1,1 0,-1 0,2-1,0 1,1 0,0-1,0 1,1-1,1 0,1 0,-1 0,2 0,-1-1,2 0,3 5,23 36,1-1,3-2,2-2,2-1,2-3,1-1,3-2,1-2,2-3,1-1,2-3,1-2,1-3,36 12,-13-15,0-4,1-3,0-3,68 1,323-7,-272-12,0-8,-1-9,-2-8,-1-9,72-29,-53 2,-4-10,-4-9,-3-9,72-52,-173 83,-3-5,-3-4,-3-4,-3-4,-4-4,-4-3,-3-4,56-89,32-73,-11-7,-11-6,-13-6,11-60,162-548,-206 541,-15-4,19-217,15-417,-62 488,30-421,0-361,-69 1012,-12-1,-12 1,-10 0,-45-208,-11 141,-13 3,-15 4,-13 5,-14 5,-74-114,-364-599,433 793,-10 6,-166-197,254 357,-3 2,-2 2,-3 4,-2 2,-2 3,-3 4,-1 2,-9 0,-73-32,-3 7,-72-17,164 64,0 3,-1 2,-1 4,0 3,-1 2,0 3,0 4,-48 5,81 1,0 2,1 1,-1 1,1 2,1 2,0 1,1 1,1 2,0 1,1 2,-39 29,2 3,3 3,-37 42,30-27,4 4,3 3,4 3,3 2,3 2,5 3,-28 67,9 47,68-200,0 0,0-1,0 1,0-1,0 1,0-1,0 1,0-1,-1 1,1 0,0-1,0 1,-1-1,1 1,0-1,0 0,-1 1,1-1,-1 1,1-1,-1 0,1 1,0-1,-1 0,1 1,-1-1,1 0,-1 0,1 1,-1-1,0 0,1 0,-1 0,1 0,-1 0,1 0,-1 0,1 0,-1 0,0 0,1 0,-1 0,1 0,-1 0,1-1,-1 1,1 0,-1 0,1-1,-1 1,1 0,-1-1,1 1,-1 0,1-1,0 1,-1-1,1 1,0 0,-1-1,1 1,0-1,-1 1,1-1,0 0,-1 0,0 0,0-1,1 1,-1 0,0-1,1 1,-1-1,1 1,-1-1,1 1,0-1,-1 0,1 1,0-1,0 1,0-1,1 1,-1-1,0 0,1 1,-1-1,0 1,2-2,4-3</inkml:trace>
</inkml:ink>
</file>

<file path=ppt/ink/ink3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4-05T06:04:34.963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261 1,'-34'63,"3"1,3 2,3 1,3 0,2 3,-7 18,-46 138,73-226,0 0,0 1,1-1,-1 0,0 0,1 0,-1 0,0 0,0 0,0 0,1 1,-1-1,0 0,0 0,1 0,-1 0,0 1,0-1,0 0,0 0,0 1,1-1,-1 0,0 0,0 1,0-1,21-38,-2-1,-2 0,-1-2,-2 0,-2 0,-2-1,-1-5,5-26,-4-1,-3 0,-3-5,-4 72,-1 6,1 0,-1 0,1 0,-1 0,1 0,0 0,0 0,-1-1,1 1,0 0,0 0,0 0,0 0,0-1,1 1,-1 0,0 0,0 0,1 0,-1 0,1 0,-1 0,1 0,-1 0,1 0,0 0,0 0,-1 0,1 0,0 0,0 0,0 1,0-1,0 0,0 1,0-1,0 1,0-1,0 1,0-1,0 1,0 0,1 0,57 46,84 64,-86-69,-1 3,-2 2,-2 3,14 20,-52-52,0 1,-2 0,0 1,-1 0,-1 1,-1 1,4 11,6 40</inkml:trace>
</inkml:ink>
</file>

<file path=ppt/ink/ink3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4-05T06:05:33.764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40 0,'-21'732,"5"-399,16-328,-1-2,1 1,-1-1,1 1,0 0,0-1,0 1,1 0,-1-1,1 1,0-1,0 1,0-1,0 1,0-1,1 0,0 0,-1 0,1 0,1 0,-1 0,0 0,1 0,-1-1,1 1,0-1,0 0,0 0,0 0,1 0,7-1,0-1,0 0,1-1,-1 0,0-1,0 0,0-1,-1 0,9-4,31-7,29 3,0 2,1 5,0 3,2 3,3-1,318 1,-310 8,-65-1</inkml:trace>
</inkml:ink>
</file>

<file path=ppt/ink/ink3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4-05T06:05:34.320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66,'0'-1,"0"0,0 0,0 1,0-1,0 0,0 0,1 0,-1 0,0 0,0 0,1 1,-1-1,0 0,1 0,-1 0,1 1,-1-1,1 0,-1 0,1 1,-1-1,1 0,0 1,0-1,-1 1,1-1,0 1,0-1,-1 1,1 0,0-1,0 1,0 0,0 0,0-1,-1 1,1 0,0 0,0 0,0 0,0 0,0 0,0 1,0-1,0 0,-1 0,1 1,0-1,0 0,0 1,0-1,1 0,304-13,-24-1,325-2,-593 16,3-1,1 1,-1 0,1 2,-1 0,0 1,0 1,0 0,0 1,-1 1,1 0,8 6,-21-7,-1 0,1 0,-1 1,0-1,0 1,-1 0,0-1,0 1,0 0,-1 0,1 0,-2 1,1-1,-1 0,1 0,-2 0,1 1,-1-1,0 0,0 0,-1 0,0 3,-2 21,-16 854,20-751,-7-51,1-74</inkml:trace>
</inkml:ink>
</file>

<file path=ppt/ink/ink3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4-05T06:05:36.443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3,'3'-2,"2"20,-5-16,47 307,-34-199,96 674,-62-496,-46-281,-2-6,1-1,0 1,-1 0,1-1,0 1,0 0,-1 0,1 0,0-1,0 1,0 0,0 0,0-1,0 1,0 0,0 0,0 0,1-1,-1 1,0 0,0 0,1-1,-1 1,0 0,1-1,-1 1,1 0,-1-1,1 1,-1-1,1 1,-1 0,1-1,0 0,-1 1,1-1,0 1,-1-1,1 0,0 1,0-1,-1 0,1 0,0 1,0-1,-1 0,1 0,0 0,0 0,0 0,-1 0,1 0,0-1,0 1,-1 0,2-1,79-74,-60 59,1 2,0 0,2 2,-1 0,1 2,1 0,0 2,0 1,24-4,36-2,1 4,33 2,-50 3,-31 2,129-5,0-7,-1-7,-1-8,79-27,-170 24,-70 26</inkml:trace>
</inkml:ink>
</file>

<file path=ppt/ink/ink3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4-05T06:05:37.319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1 112,'30'-10,"297"6,475-34,-135 2,432 22,-999 8,-81 2,-26 6,7 52,3-42,80 540,-29-136,-53-411,0-2,0 0,0 1,0-1,0 0,-1 0,0 1,0-1,1 0,-2 0,1 1,0-1,-1 0,1 1,-1-1,0 0,0 0,-1 0,1 0,0 0,-1 0,0 0,0-1,0 1,0 0,0-1,0 0,-1 1,1-1,-1 0,-1 1,-16 4,-1-1,1 0,-1-2,0 0,0-2,-22 1,3 0,-849 110,730-91,0-6,-1-8,-106-9,196-5</inkml:trace>
</inkml:ink>
</file>

<file path=ppt/ink/ink3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4-05T06:05:40.191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1 284,'2'-19,"2"0,0 1,1-1,1 1,1 0,0 0,2 1,0 0,0 1,2 0,6-8,-12 16,1-2,-4 6,0 1,0-1,0 0,1 1,-1 0,1-1,0 1,0 0,0 1,0-1,0 0,1 1,-1 0,2-1,-3 4,-1 0,0-1,0 1,1 0,-1 0,0 1,0-1,0 0,0 0,0 0,0 1,-1-1,1 0,0 1,-1-1,1 1,-1-1,1 1,-1-1,0 1,1-1,-1 1,0-1,0 1,0 0,0-1,0 1,-1-1,1 2,0 0,3 42,-2 1,-2-1,-2 0,-2 1,-2-1,-2-1,-13 39,12-57</inkml:trace>
</inkml:ink>
</file>

<file path=ppt/ink/ink3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4-05T06:05:40.455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58,'11'-2,"9"-4,7 1,6-3,4 1,1 1,0 2,-1 2,-1-2,-1 1,-3-2,-6 0</inkml:trace>
</inkml:ink>
</file>

<file path=ppt/ink/ink3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4-05T06:05:40.835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1,'9'21,"-1"1,-2 0,0 0,-1 1,-1-1,-1 1,-1 11,0-18,8 156,-10-172,0 1,-1-1,1 1,0 0,0-1,0 1,-1-1,1 1,0 0,0-1,0 1,0 0,0 0,0-1,0 1,0 0,0-1,1 1,-1-1,0 1,0 0,0-1,1 1,-1 0,0-1,1 1,-1-1,1 1,-1-1,1 1,-1-1,1 1,-1-1,1 1,-1-1,1 0,-1 1,1-1,0 0,-1 0,1 1,0-1,-1 0,1 0,0 0,-1 0,1 0,0 0,-1 0,1 0,0 0,-1 0,1 0,0 0,-1 0,1-1,-1 1,1 0,0 0,-1-1,1 1,-1-1,1 1,-1 0,1-1,43-31,-36 25,0-1,1 2,-1-1,1 1,0 0,1 1,-1 0,1 0,0 1,0 0,1 1,-1 1,1-1,-1 1,1 1,0 0,0 1,0 0,4 1,-11 0,0 0,0 1,0-1,-1 1,1 0,0 0,-1 0,0 0,1 1,-1 0,0-1,0 1,-1 0,1 0,-1 1,1-1,-1 0,0 1,0 0,-1-1,1 1,-1 0,1 0,-1 0,0 0,-1 0,1 0,-1 0,0 0,0 0,0 0,0 0,-1 0,0 0,0 0,0 0,0 0,0 0,-1 0,0 0,1-1,-2 1,1-1,0 0,-1 1,1-1,-1 0,-2 1,-4 4,-1 0,0-1,0 0,-1-1,1 0,-2-1,1 0,0-1,-1 0,0 0,0-2,0 1,0-2,0 1,-22-11,32 0</inkml:trace>
</inkml:ink>
</file>

<file path=ppt/ink/ink3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4-05T06:05:41.975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26,'25'-7,"1"1,-1 1,1 2,0 0,21 1,-39 3,0-1,-1 1,1 0,0 0,-1 1,1 0,-1 1,1-1,-1 1,0 1,0 0,-5-3,1 0,-1 1,0-1,0 1,0-1,0 1,0 0,0 0,0 0,-1 0,1 0,-1 0,0 1,1-1,-1 0,0 1,0-1,0 1,-1-1,1 1,-1-1,1 1,-1 0,0-1,0 1,0-1,0 1,0 0,-1-1,1 1,-1-1,0 1,0-1,0 1,-4 6,-1-1,0 0,0 0,-1-1,0 1,-1-1,1-1,-1 0,0 0,-1 0,1-1,-1-1,0 1,-2-1,45 2,-21-6,0 0,0 1,-1 0,1 1,-1 1,1 0,-1 1,0 0,0 0,0 2,-1-1,1 1,-1 1,-1 0,1 1,-1 0,2 3,-11-9,1 0,0 1,-1-1,0 1,1-1,-1 1,0-1,0 1,0 0,-1 0,1 0,-1-1,0 1,1 0,-1 0,0 0,-1 0,1-1,0 1,-1 0,0 0,0 0,1-1,-2 1,1 0,0-1,0 1,-1-1,0 0,1 1,-2 0,-2 2,0 0,0 0,-1-1,1 0,-1 0,0 0,0-1,0 0,-1 0,1 0,-1-1,-3 1,-142 11,143-12,14 1,16-1,-3-1</inkml:trace>
</inkml:ink>
</file>

<file path=ppt/ink/ink3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4-05T06:05:42.633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1,'40'370,"-40"-352,10 41,10-67,-5-8,-11 10,0 0,0 0,1 0,-1 1,2 0,-1 0,0 0,1 0,0 1,0 0,0 0,0 1,1 0,0 0,-1 0,1 1,0 0,0 0,0 1,0 0,1 0,-1 1,0 0,0 0,5 1,-8 1,0 0,0 1,0-1,0 1,0 0,-1 0,0 0,1 1,-1-1,0 1,-1 0,1 0,-1 0,1 0,-1 0,0 0,-1 1,1-1,-1 1,0-1,0 1,0-1,-1 1,1 0,-1-1,0 1,-1 0,1-1,-1 1,0 0,0-1,0 1,-1-1,0 0,0 1,0-1,0 0,0 0,-1 0,0 0,0-1,-3 4,-1 0,-1 1,0-1,-1-1,1 0,-1 0,-1-1,1 0,-1 0,0-1,0 0,0-1,0 0,0-1,-1 0,-1 0,12-3,1 1,-1 0,1-1,-1 1,1-1,-1 1,1-1,-1 1,1-1,-1 1,0-1,0 0,1 1,-1-1,0 1,0-1,1 0,-1 1,0-1,0 0,0 1,0-1,0 0,0 1,0-1,0 0,0 1,0-1,-1 0,1 1,0-1,0 1,-1-1,1 0,0 1,-1-1,1 1,0-1,-1 1,1-1,-1 1,1-1,-1 1,1-1,-1 1,1 0,-1-1,0 1,1 0,-1 0,1-1,-1 1,0 0,1 0,-1 0,0 0,1 0,-1 0,0 0,1 0,-1 0,0 0,16-14</inkml:trace>
</inkml:ink>
</file>

<file path=ppt/ink/ink3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4-05T06:05:42.900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11 1,'-4'0,"-2"0</inkml:trace>
</inkml:ink>
</file>

<file path=ppt/ink/ink3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4-05T06:05:43.776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26,'28'-10,"190"14,444-15,-428 3,-128 11,-113-4</inkml:trace>
</inkml:ink>
</file>

<file path=ppt/ink/ink3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4-05T06:05:44.096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0,'7'7,"11"4,14 3,13 1,10 0,7 3,0 2,-4 3,-9 1,-13 4,-16 6,-19 12,-28 12,-33 16,-33 18,-1-7</inkml:trace>
</inkml:ink>
</file>

<file path=ppt/ink/ink3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4-05T06:05:48.832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323 58,'8'68,"-8"-68,0 0,1 0,-1 0,1 1,-1-1,1 0,-1 0,1 0,-1 0,1 0,-1 0,0 0,1 0,-1 0,1 0,-1 0,1 0,-1 0,1-1,-1 1,1 0,-1 0,0 0,1-1,-1 1,1 0,-1-1,0 1,1 0,-1 0,0-1,1 1,-1-1,0 1,0 0,1-1,-1 1,0-1,0 1,0-1,0 1,1 0,-1-1,0 1,0-1,0 1,0-1,0 1,0-1,0 1,0-1,0 1,-1-1,1 1,0 0,0-1,0 1,0-1,-1 1,1-5,0 0,-1 0,1 1,-1-1,-1 0,1 1,0-1,-1 1,0-1,0 1,-1 0,1 0,-1 0,0 0,0 0,0 0,0 1,-1 0,1 0,-1 0,0 0,0 0,0 1,0-1,-1 1,1 0,0 1,-1-1,0 1,1 0,-1 0,0 0,0 0,1 1,-1 0,0 0,0 0,1 1,-1 0,0 0,0 0,1 0,-1 1,1-1,-1 1,1 1,-1-1,-8 7,0 1,0 1,0 0,2 0,-1 1,2 1,-1 0,2 0,0 1,0 0,2 1,-1 0,2 0,0 0,1 1,1 0,0 0,1 0,-1 9,1-3,0 1,1 0,1-1,1 1,2 0,0-1,1 1,3 11,-4-26,0 0,1 0,0 0,0-1,1 1,0-1,0 1,0-1,1-1,0 1,1 0,-1-1,1 0,1-1,-1 1,1-1,0-1,0 1,0-1,0 0,1-1,0 1,0-2,3 2,3-2,1-1,0 0,0 0,0-2,0 0,0-1,0 0,0-1,-1-1,1 0,-1-1,0-1,0 0,-1-1,0 0,0-1,-1 0,0-1,0-1,-1 0,0 0,-1-1,0-1,-1 1,0-1,-1-1,0-1,7-9</inkml:trace>
</inkml:ink>
</file>

<file path=ppt/ink/ink3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4-05T06:05:49.085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9 16,'-3'-7,"0"0,1 6,2 7,3 10,4 11,1 13,-1 10,-2 6,-2 5,-1 1,-1-1,-1-3,0-11,0-10,0-11</inkml:trace>
</inkml:ink>
</file>

<file path=ppt/ink/ink3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4-05T06:05:49.447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387 1,'-12'23,"0"1,-1-1,-1-1,-1-1,-1 0,-1-1,0 0,-2-1,0-2,-1 0,-1-1,-1 0,-2-1,13-6,0-2,-1 1,0-2,0 1,0-2,-1 0,1 0,-1-1,-1 0,-1-1,7-5,20-3,-1 4,0 2,0-1,0 1,0 1,0 0,0 0,0 1,-1 1,0 0,1 0,-1 1,-1 0,1 1,8 6,2 0,4 1,18 11,1-1,2-3,44 15,-81-33,-1 0,1 0,0-1,0 0,0-1,0 1,0-2,0 1,-1-1,1 0,0 0,5-3,16-6</inkml:trace>
</inkml:ink>
</file>

<file path=ppt/ink/ink3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4-05T06:05:49.939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79 144,'0'50,"2"-15,-2 0,-1-1,-1 1,-2-1,-2 0,-1 0,-1 0,-8 17,-9-16,24-36,0 0,0 0,0 0,0 0,0-1,0 1,1 0,-1-1,0 1,1 0,-1-1,1 1,-1-1,1 1,0-1,0 1,0-1,0 1,0-1,0 1,0-1,0 1,1-2,-1 1,4-54,2 0,3 1,12-40,-14 66,-3 7,3-12,1 1,2 0,1 0,6-9,-17 41,0-1,0 1,0 0,0-1,1 1,-1 0,0 0,1-1,-1 1,1 0,0 0,-1 0,1-1,0 1,0 0,0 0,-1 0,1 0,0 1,1-1,-1 0,0 0,0 1,0-1,0 0,0 1,1-1,-1 1,0-1,1 1,-1 0,0 0,0 0,1-1,-1 1,0 0,1 1,-1-1,0 0,1 0,-1 0,0 1,1-1,-1 1,0-1,0 1,0 0,1-1,-1 1,0 0,0 0,0-1,0 1,0 0,0 1,68 135,-12-8,-5 2,23 97,-73-218</inkml:trace>
</inkml:ink>
</file>

<file path=ppt/ink/ink3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4-05T06:05:50.188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7 85,'-7'0,"7"0,15-2,18-5,20-5,14-1,10-1,2-1,-2 2,-15 4</inkml:trace>
</inkml:ink>
</file>

<file path=ppt/ink/ink3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4-05T06:05:50.437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0,'20'18,"16"16,14 12,6 11,4 6,-4 4,-12 5,-16 8,-27 8,-36 13,-41 13,-41 11,-1-17</inkml:trace>
</inkml:ink>
</file>

<file path=ppt/ink/ink3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4-05T06:05:51.168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260 1,'-18'18,"-14"15,-4 16,-4 18,0 17,5 16,7 10,7 10,12 3,17-2,16-7,17-10,18-14,17-17,14-16,7-16,4-15,-16-12</inkml:trace>
</inkml:ink>
</file>

<file path=ppt/ink/ink3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4-05T06:05:53.531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307 112,'9'32,"-13"-58,1 18,0 0,-1 0,0 0,0 1,-1 0,0 0,0 0,-1 0,0 1,0 0,0 0,-1 1,-2-2,6 4,-1 1,0 0,0 0,0 0,0 0,0 0,0 1,0 0,0 0,-1 0,1 0,-1 1,1-1,0 1,-1 0,1 1,-1-1,1 1,0 0,-1 0,1 0,0 0,0 1,0 0,0 0,-2 1,-5 7,0 0,1 1,1 0,0 1,0 0,1 0,0 1,1 0,1 0,0 0,1 1,1 0,0 0,0 1,2-1,-1 1,2 6,-3 1,2 1,1-1,0 1,2-1,1 0,0 1,2-1,0 0,3 4,-5-18,1 1,0-1,1 1,-1-1,2 0,-1 0,1-1,0 1,1-1,0 0,0-1,0 1,1-1,0 0,0-1,0 0,1 0,0-1,0 1,0-2,0 1,1-1,8 2,-8-4,1 0,-1 0,1-1,0 0,-1 0,1-1,-1-1,0 1,1-1,-1-1,0 0,0 0,0-1,-1 0,3-2,119-85,-123 86,86-77,-56 45</inkml:trace>
</inkml:ink>
</file>

<file path=ppt/ink/ink3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4-05T06:05:53.827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11,'0'-5,"2"-1,4 8,2 9,0 12,-1 12,-2 11,-2 9,-1 4,-3 4,-4-3,-2-4,2-7,-2-7,1-16,1-12</inkml:trace>
</inkml:ink>
</file>

<file path=ppt/ink/ink3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4-05T06:05:54.200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354 0,'-29'12,"0"1,1 1,1 1,1 2,0 0,1 2,-7 8,22-21,0 1,0 0,1 1,0 0,1 1,0 0,0 0,1 1,0 0,1 0,0 0,0 1,1 0,1 0,0 0,0 1,1 0,1-1,0 1,-1 12,3-18,0 1,0 0,0-1,1 1,0-1,1 1,-1-1,1 1,1-1,-1 0,1 0,0 0,0 0,1-1,-1 1,1-1,0 0,1 0,0 0,-1 0,1-1,1 0,-1 0,1-1,-1 1,1-1,0 0,0-1,1 1,-1-1,3 0,15 0,1-1,0-2,0 0,-1-2,1 0,-1-2,0 0,0-2,0-1,10-5,-27 10,118-45,-74 25</inkml:trace>
</inkml:ink>
</file>

<file path=ppt/ink/ink3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4-05T06:05:54.906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40 198,'0'371,"-1"-359,-2-19,-4-22,-4-35,2 0,4 0,2-1,4-41,-1 99,0-1,1 1,-1 0,1-1,1 1,-1 0,1 0,1 0,-1 0,1 0,1 0,-1 1,1-1,0 1,0 0,1 0,0 1,0-1,0 1,1 0,-1 0,1 1,1 0,-1 0,0 0,1 1,0 0,3-1,-2 1,-1 1,1 0,0 0,-1 1,1 0,0 0,0 1,0 0,0 0,0 1,-1 0,1 0,0 1,0 0,-1 1,0-1,1 1,-1 1,0-1,0 1,-1 1,1-1,-1 1,0 0,0 0,-1 1,1 0,-1 0,-1 0,1 1,-1-1,0 1,0 0,-1 0,0 1,-1-1,1 1,-1-1,1 8,-4-8,1 0,-1 1,0-1,-1 0,1 0,-1 0,-1 0,0-1,1 1,-2 0,1-1,-1 0,0 0,-1 0,1 0,-1-1,0 0,0 0,-3 2,-5 3,0 0,-1 0,0-1,-1-1,1 0,-2-1,-14 4,18-9,39-13,-10 6,1-1,1 2,-1 0,1 2,0 0,0 0,-1 2,1 1,0 0,0 1,-1 1,1 1,-1 0,0 2,0 0,15 8,-29-12,1 1,0-1,-1 1,0 1,0-1,0 1,0-1,0 1,-1 0,1 1,-1-1,0 0,-1 1,1 0,-1 0,0 0,0 0,0 0,-1 0,1 0,-1 0,-1 1,1-1,-1 0,0 1,0-1,0 0,-1 1,0-1,0 0,0 0,-1 1,-1 2,-5 4,-1 0,0-1,-1 0,0-1,-1 0,0-1,0 0,-1 0,0-1,-1-1,1 0,-2-1,1 0,-1-1,1-1,-1 0,-11 2,18-4,1 1,-1-1,1 0,-1 0,0-1,1 0,-1 0,0-1,0 0,0 0,0 0,1-1,-1 0,0 0,0-1,1 0,-1 0,1-1,0 1,0-1,0-1,0 1,0-1,-3-3,1-5</inkml:trace>
</inkml:ink>
</file>

<file path=ppt/ink/ink3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4-05T06:05:58.399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4047 1399,'-18'2,"1"0,0 1,0 1,0 1,0 0,1 1,-4 2,-24 9,-63 14,0-6,-1-4,-28-1,135-20,0-1,0 1,0 0,0-1,0 1,0-1,0 1,0-1,0 1,0-1,0 0,0 1,1-1,-1 0,0 0,0 0,1 1,-1-1,0 0,1 0,-1 0,1 0,0 0,-1 0,1 0,0 0,-1-1,1 1,0 0,0 0,0 0,0 0,0 0,0 0,0 0,0 0,1-1,-1 1,0 0,1 0,-1 0,1 0,-1 0,1 0,-1 0,1 0,0 1,-1-1,1 0,0 0,0 0,2-9,9-48,-3-1,-2 0,-3 0,-2 0,-3-1,-8-48,-16-68,-32-104,-4-26,45 202,15 102,-1-1,0 0,0 1,0-1,-1 1,1 0,0 0,-1 0,0 0,1 0,-1 1,0-1,0 1,0 0,0 0,0 0,0 0,0 0,0 1,-1-1,1 1,0 0,-3 0,-11-3,-43-11,-129-28,-144-11,183 41,-1 7,0 6,-53 11,-50 12,-446 27,83-44,574-5,1 2,0 2,0 1,1 2,0 2,0 2,-11 6,52-19,-1 0,0 0,0 1,0-1,0 0,0 0,0 0,0 1,0-1,0 0,0 1,0-1,0 1,0-1,0 1,0 0,1-1,-1 1,0 0,0-1,1 1,-1 0,0 0,1 0,-1 0,1 0,-1 0,1 0,0 0,-1 0,1 0,0 0,-1 0,1 0,0 0,0 0,0 0,0 0,0 0,11 3</inkml:trace>
</inkml:ink>
</file>

<file path=ppt/ink/ink3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4-05T06:06:00.648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330 133,'-16'-20,"7"11,0-1,0 0,0 1,-1 0,-1 1,1 0,-1 0,-1 1,1 0,-1 1,0 1,-1 0,1 0,-8-1,16 6,0 0,-1 0,1 0,0 1,0-1,0 1,0 0,0 0,0 1,0-1,0 1,0 0,1 0,-1 0,1 0,-1 1,1-1,0 1,0 0,0 0,0 0,0 0,1 1,-2 2,-3 5,0 0,1 1,1 0,0 0,1 0,0 1,-1 5,1 1,2 0,0 0,1 0,1 0,0 0,2 0,0 0,1-1,1 1,0-1,2 0,1 3,-2-9,-1 0,2 0,0 0,0-1,1 0,0-1,1 1,0-1,1-1,0 0,0 0,1-1,0 0,1 0,0-1,0-1,0 0,5 2,-7-5,0 0,1-1,-1 0,1-1,-1 0,1 0,-1-1,1 0,-1-1,1 0,-1 0,1-1,-1 0,0-1,0 0,7-3,5-4,0-1,0-1,-1-1,-1-1,0-1,2-2,23-23</inkml:trace>
</inkml:ink>
</file>

<file path=ppt/ink/ink3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4-05T06:06:00.901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1,'0'20,"0"16,0 14,0 9,0 6,0 1,0-2,0-4,0-9,2-10,4-12,0-12</inkml:trace>
</inkml:ink>
</file>

<file path=ppt/ink/ink3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4-05T06:06:01.267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205 0,'-74'220,"64"-197,-1 0,-1-2,-1 1,-1-1,0-1,-2-1,-6 7,21-26,0 0,0 1,0-1,0 1,0-1,0 1,0 0,0-1,0 1,0 0,1 0,-1 0,0-1,1 1,-1 0,0 0,1 0,-1 0,1 0,-1 0,1 0,0 0,-1 1,1-1,0 0,0 0,0 0,0 0,0 0,0 0,0 1,0-1,0 0,1 0,-1 0,0 0,1 0,-1 0,1 0,-1 0,1 0,-1 0,1 0,0 0,-1 0,1-1,0 1,0 0,0 0,0-1,0 1,0 0,0-1,0 1,0-1,0 1,18 8,-1 0,1-1,1-1,0-1,0-1,0 0,0-2,1 0,0-1,3-1,0 0,0-2,0 0,0-2,-1 0,1-2,-1-1,0 0,9-5,21-11</inkml:trace>
</inkml:ink>
</file>

<file path=ppt/ink/ink3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4-05T06:06:01.880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0 157,'12'43,"-2"1,-2 0,-2 0,-2 1,-1-1,-3 15,-1-38,-8-56,3-48,3 1,8-66,-6 142,1 0,0 0,1 0,-1 0,1 0,0 0,0 0,1 0,0 0,0 1,0-1,1 1,0-1,0 1,0 0,0 0,1 0,0 0,0 1,0 0,1 0,0 0,-1 0,1 1,1-1,-1 1,2 0,5-1,-1 2,1 0,0 0,0 1,0 0,0 1,0 0,0 1,0 0,0 1,-1 1,1 0,0 0,-1 1,0 1,7 3,-15-6,0 0,0 0,-1 0,1 0,-1 0,0 0,0 1,0-1,0 1,0-1,0 1,-1 0,1 0,-1 0,0 0,0 0,0 0,0 0,0 0,-1 0,1 0,-1 1,0-1,0 0,0 0,-1 1,1-1,-1 0,1 0,-1 0,0 0,0 0,-3 7,-1 0,1-1,-2 0,1 0,-1-1,0 1,-1-1,0-1,-3 4,-112 75,122-86,0 0,0 1,1-1,-1 0,0 0,0 0,0 0,0 1,0-1,0 0,1 0,-1 0,0 1,0-1,0 0,0 0,0 0,0 1,0-1,0 0,0 0,0 1,0-1,0 0,0 0,0 0,0 1,0-1,0 0,0 0,0 1,0-1,-1 0,1 0,0 0,0 0,0 1,0-1,0 0,0 0,-1 0,1 0,0 1,0-1,0 0,-1 0,1 0,0 0,0 0,0 0,-1 0,1 0,0 1,23-2,-21 0,19 0,-7-3,0 2,0 0,1 1,-1 0,0 1,1 0,-1 2,0-1,1 2,-1 0,0 0,-1 2,1 0,-1 0,0 1,0 1,0 0,3 3,-13-7,0 1,0 0,0 0,0 0,-1 0,0 0,1 0,-1 0,-1 1,1-1,-1 1,0 0,0-1,0 1,0 0,-1 0,0-1,0 1,0 0,-1 0,1 0,-1-1,0 1,-1 0,1-1,-1 1,0-1,-1 3,-3 4,0-1,0 0,-1 0,0 0,0-1,-1 0,-1 0,1-1,-2 0,1-1,-1 0,-7 4,0-2,-1 0,1-1,-2-1,1 0,-19 3,-9 0</inkml:trace>
</inkml:ink>
</file>

<file path=ppt/ink/ink3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4-05T06:06:02.907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230 58,'32'26,"-31"-26,-1 0,1 0,-1 0,1-1,-1 1,1 0,-1-1,1 1,-1 0,0-1,1 1,-1-1,0 1,1 0,-1-1,0 1,0-1,1 1,-1-1,0 1,0-1,0 1,0-1,0 1,0-1,0 0,0 1,0-1,0 1,0-1,0 1,0-1,0 1,0-1,0 1,0-1,-1 1,1-1,0 1,0-1,-1 1,1-1,0 1,-1 0,1-1,-1 1,1 0,0-1,-1 1,1 0,-1-1,1 1,-3-5,0 1,0 0,-1-1,0 1,1 0,-1 1,0-1,-1 1,1 0,-1 0,1 0,-1 0,0 1,0 0,0 0,0 0,0 1,-1-1,1 1,0 1,-1-1,1 1,-1 0,1 0,-1 0,1 1,0 0,-1 0,1 0,0 1,0-1,0 1,0 1,0-1,0 1,0 0,1 0,0 0,-4 3,0 5,0 1,0 0,1 1,0-1,1 2,1-1,0 0,0 1,2 0,0 0,0 0,1 0,1 1,1-1,0 0,0 1,2 0,-2-7,1-1,0 1,0-1,1 1,0-1,0 0,1 0,-1 0,2 0,-1 0,1-1,0 1,0-1,1 0,0 0,0-1,0 0,1 1,0-2,0 1,0-1,1 0,-1 0,1 0,0-1,0 0,0-1,0 0,0 0,4 1,5-1,-1 0,1-1,0-1,0-1,-1 0,1-1,-1 0,1-1,-1-1,0 0,0-2,0 1,-1-2,0 0,0 0,-1-2,0 0,0 0,-1-1,4-4,6-7</inkml:trace>
</inkml:ink>
</file>

<file path=ppt/ink/ink3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4-05T06:06:03.192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1,'3'20,"0"16,0 11,0 7,-2 5,-2 2,-2-2,1-3,-1-6,4-7,3-11,3-10,1-10</inkml:trace>
</inkml:ink>
</file>

<file path=ppt/ink/ink3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4-05T06:06:03.565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400 0,'-339'258,"335"-256,1-1,-1 1,1 0,-1 0,1 1,-1-1,1 1,0 0,0-1,0 1,1 0,-1 1,1-1,0 0,0 1,0 0,0-1,0 1,1 0,0 0,-1 0,2 0,-1 0,0 0,1 0,0 0,0 0,0 0,0 0,0 0,1 0,0 1,3 1,1 0,0 0,0-1,0 1,1-1,0 0,-1-1,2 1,-1-1,0-1,1 1,0-1,0 0,0-1,0 1,5 0,124 16,-118-17,234 5,-229-7</inkml:trace>
</inkml:ink>
</file>

<file path=ppt/ink/ink3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4-05T06:06:04.055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117 35,'-14'83,"-4"-1,-3-1,-20 43,22-76,16-53,3-18,2-1,0 1,2 0,1 0,2-7,-2 10,7-35,2 2,3-1,11-19,3 27,-30 46,0 0,0 0,0 0,0 0,0 1,0-1,0 0,0 1,0-1,0 1,0-1,0 1,-1-1,1 1,0 0,0-1,-1 1,1 0,0 0,-1 0,1 0,0-1,-1 1,1 0,-1 0,0 0,1 0,-1 0,0 0,0 0,1 0,-1 1,0 0,77 230,-59-180,10 30,-3 2,5 38,-26-98</inkml:trace>
</inkml:ink>
</file>

<file path=ppt/ink/ink3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4-05T06:06:04.325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63,'9'0,"10"-2,13-3,10-6,7-5,0 1,-9 2</inkml:trace>
</inkml:ink>
</file>

<file path=ppt/ink/ink3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4-05T06:06:29.826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0 17,'0'-7,"0"-2</inkml:trace>
</inkml:ink>
</file>

<file path=ppt/ink/ink4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4-05T06:06:36.232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3506 2048,'-3'0,"0"0,1 0,-1 0,0 0,1 1,-1-1,1 1,-1 0,1 0,-1 0,1 0,-1 0,1 0,0 1,0-1,0 1,0 0,0-1,0 1,0 0,0 0,1 0,-1 1,1-1,-1 0,1 0,0 1,0-1,0 1,0-1,1 1,-1-1,1 1,-1 0,1-1,0 1,0 0,0-1,0 3,1-3,0 0,-1 0,1 0,0 0,0 0,0 0,0 0,1 0,-1 0,0 0,1 0,0-1,-1 1,1-1,0 1,0-1,-1 0,1 1,0-1,0 0,1 0,-1 0,0-1,0 1,0-1,0 1,1-1,-1 0,0 1,1-1,1 0,0 0,0 0,0 0,1 0,-1-1,0 1,0-1,0 0,0 0,0 0,0-1,0 0,0 1,0-1,-1-1,1 1,3-3,-6 3,1 0,0 0,-1 0,0-1,1 1,-1-1,0 1,0-1,0 1,-1-1,1 1,-1-1,1 0,-1 1,0-1,0 0,0 1,0-1,0 0,-1 1,1-1,-1 0,0 1,0-1,0 1,0-1,0 1,0 0,-1-1,1 1,-1 0,0 0,1 0,-1 0,0 0,0 1,0-1,-1 0,1 1,0 0,-3-2,3 1,-1 0,0 0,1 0,-1 0,0 1,0-1,0 1,0 0,-1 0,1 0,0 0,0 0,-1 1,1 0,0-1,-1 1,1 1,0-1,-1 0,1 1,0-1,0 1,-1 0,1 0,0 0,0 1,0-1,0 1,0 0,1 0,-1 0,0 0,1 0,-1 0,1 1,1-1,-1 1,0-1,1 1,0 0,-1 0,1 0,0-1,1 1,-1 0,0 0,1 0,0 0,-1 0,1 0,0 0,1 0,-1 0,1 0,-1 0,1 0,0 0,0 0,0 0,0 0,1-1,-1 1,1-1,-1 1,1-1,0 1,0-1,0 0,0 0,1 0,-1 0,1 0,-1-1,1 1,-1-1,1 1,0-1,0 0,0 0,0 0,0-1,0 1,0-1,0 1,0-1,0 0,0 0,0 0,0-1,0 1,2-1,0 1,0-1,0 1,0-1,0-1,0 1,0-1,-1 0,1 0,0 0,-1-1,0 0,0 1,1-1,-2-1,1 1,0-1,-1 1,1-1,-1 0,0 0,-1-1,3-4,-5 8,1-1,-1 1,-1-1,1 0,0 1,0-1,-1 0,1 1,0-1,-1 1,0-1,1 1,-1-1,0 1,0 0,0-1,0 1,0 0,0-1,0 1,0 0,0 0,-1 0,1 0,0 0,-1 0,1 1,-1-1,1 0,-1 1,1-1,-1 1,0-1,1 1,-1 0,0 0,-61-1,13 48,33-39,-1-1,0-1,-1-1,1-1,-1 0,0-1,0-1,0-1,0-1,0-1,0 0,-2-2,-17 2,-444-27,459 28,-149-3,-93-16,44 0,-18 10,16 0,-246-20,-131 24,317 29,270-22,11-1,0-1,0 1,0 0,0 0,0-1,0 1,0-1,0 0,0 1,-1-1,1 0,0 0,0-1,0 1,0 0,0-1,0 1,-1-1,1 0,0 0,1 1,-1-1,0-1,0 1,0 0,0 0,1-1,-1 1,1-1,-1 1,1-1,0 0,-1 1,1-1,0 0,0 0,-1-2,-25-337,5 140,-42-445,58 510,8-89,37 37,-31 12,-5 158,-3 15,0 0,0 0,0 0,0 0,0 0,1 0,-1 0,1 0,0 0,0 1,0-1,0 0,1 0,-1 1,1-1,-1 1,1-1,0 1,0-1,0 1,0 0,0 0,1 0,-1 1,1-1,-1 0,1 1,0-1,-1 1,1 0,0 0,0 0,2 0,18 2,1 0,-1 1,0 2,0 0,0 2,12 4,67 14,217 1,-265-23,377 2,-386 2,-44-1,-3 0</inkml:trace>
</inkml:ink>
</file>

<file path=ppt/ink/ink4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4-05T06:06:37.281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173 158,'0'-13,"-11"27,-130 184,127-182,14-16,0 0,0 0,0-1,0 1,0 0,0 0,0 0,0-1,0 1,-1 0,1 0,0 0,0 0,0-1,0 1,0 0,0 0,0 0,0 0,0-1,-1 1,1 0,0 0,0 0,0 0,0 0,-1 0,1 0,0-1,0 1,0 0,0 0,-1 0,1 0,0 0,0 0,0 0,-1 0,1 0,0 0,0 0,0 0,-1 0,1 0,0 0,0 0,0 0,0 0,-1 0,58-127,-28 73,48-110,-75 159,-3 5,1-1,0 1,0-1,0 1,0-1,0 0,0 1,0-1,0 1,0-1,0 1,0-1,0 1,0-1,1 0,-1 1,0-1,0 1,0-1,1 1,-1-1,0 1,1 0,-1-1,0 1,1-1,-1 1,1 0,-1-1,1 1,-1 0,1-1,-1 1,1 0,-1 0,1-1,-1 1,1 0,-1 0,1 0,-1 0,1 0,0 0,-1 0,1 0,-1 0,1 0,-1 0,1 0,0 0,-1 1,1-1,-1 0,1 0,-1 0,1 1,-1-1,1 0,-1 1,76 100,-44-76,0-1,2-2,1-1,14 6,107 70,-108-45,-47-50,0 0,0-1,0 1,0 0,0 0,-1 0,1 0,-1 0,1 0,-1 0,0 0,0 0,0 0,0 0,0 0,0 0,0 0,-1 0,1 0,-1 0,1 0,-1-1,0 1,0 0,0 0,0 0,0-1,0 1,-1-1,1 1,0-1,-1 1,0-1,-7 5,-1-1,1-1,-1 0,-1-1,1 1,0-2,-1 0,1 0,-1-1,0 0,1 0,-1-2,-8 0,-156-23,120 14,-1 0</inkml:trace>
</inkml:ink>
</file>

<file path=ppt/ink/ink4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4-05T06:06:40.911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1 0,'36'11,"113"8,1-5,103-6,143 11,-150 15,-118-15,0-4,34-5,99-24,-194 12,-134-21,39 9</inkml:trace>
</inkml:ink>
</file>

<file path=ppt/ink/ink4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4-05T06:06:41.272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125 6,'-6'-1,"-11"-3,21 6,220 60,-190-52,0 2,-1 1,-1 1,0 2,28 19,-56-33,0 1,0 0,0 0,0 0,-1 0,1 1,-1-1,0 1,0 0,0 0,0 0,-1 0,0 0,0 1,0-1,0 1,-1 0,1-1,-1 1,-1 0,1 0,0 0,-1-1,0 1,0 0,-1 0,0 0,1 0,-1-1,-1 1,1 0,-1-1,0 1,0-1,0 1,-15 19,0-2,-2 1,0-2,-1-1,-2 0,0-2,0 0,-2-1,0-2,-8 4,-59 33,-3-3,-52 18,117-55</inkml:trace>
</inkml:ink>
</file>

<file path=ppt/ink/ink4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4-05T06:06:41.646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14 0,'0'19,"-2"16,-1 15,0 11,1 13,0 8,1 5,1-2,0-3,0-7,0-12,0-16</inkml:trace>
</inkml:ink>
</file>

<file path=ppt/ink/ink4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4-05T06:06:41.898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58 1,'0'20,"0"19,0 14,0 9,0 5,0 3,-4-1,-5-6,-2-7,-2-11,1-10,3-11</inkml:trace>
</inkml:ink>
</file>

<file path=ppt/ink/ink4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4-05T06:06:42.292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0 402,'190'159,"-141"-124,-2 3,-2 2,-1 2,8 13,-49-52,-3-3,0 1,0 0,0 0,0-1,1 1,-1 0,0 0,0-1,1 1,-1 0,1-1,-1 1,1-1,-1 1,1 0,-1-1,1 1,-1-1,1 1,0-1,-1 0,1 1,0-1,-1 0,1 1,0-1,-1 0,1 0,0 1,0-1,-1 0,1 0,0 0,0 0,0 0,-1 0,1 0,0-1,0 1,-1 0,1 0,0 0,-1-1,1 1,0 0,-1-1,1 1,0-1,-1 1,1-1,-1 1,1-1,0 1,-1-1,0 0,1 1,-1-1,22-128,29-492,-47 593,2 26,3 19,2 10</inkml:trace>
</inkml:ink>
</file>

<file path=ppt/ink/ink4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4-05T06:06:46.054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3543 2166,'-99'31,"-186"15,203-34,-6 2,-1-4,-72-2,-307-9,270-12,-140 13,173-14,76 13,10 0,0-3,-31-7,-199-6,66-7,28 7,67-2,9 20,136-1,-1-1,0 1,1-1,-1 0,1 0,-1 0,1 0,-1 0,1-1,0 0,0 0,0 0,0 0,0 0,0 0,0-1,1 1,-1-1,1 0,0 0,0 0,0 0,0 0,0 0,1 0,0-1,-1 1,1-1,0 1,1-1,-1 1,0-1,1 0,0 1,0-1,0 0,2-370,9-15,-9 345,-1 0,-2 1,-2-1,-2 1,-4-14,3 13,2 0,1 0,3 0,2-11,0-25,-2 39,1-2,-1-1,-2 1,-2 0,-2 0,-2 1,-7-22,-17-38,32 95,0 0,0 0,1 0,0 0,0 0,1 0,0 0,0 0,1 0,-1 1,2-1,-1 1,0 0,1 0,0 0,1 1,-1-1,4-1,1-6,10-15,32-33,-44 58,0 1,1 0,-1 0,1 1,-1-1,1 2,0-1,-1 1,1 1,0-1,0 1,16 0,577-9,-20-3,-206 5,-380 7</inkml:trace>
</inkml:ink>
</file>

<file path=ppt/ink/ink4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4-05T06:06:47.309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605 1,'-4'3,"0"-1,-1 1,1-1,-1 0,0 0,0-1,0 1,0-1,0 0,0 0,0-1,0 1,-1-1,1 0,0-1,0 1,0-1,-3-1,4 3,-1-1,1 1,-1 1,1-1,0 1,0-1,-1 1,1 0,0 1,1-1,-1 1,0-1,1 1,-1 0,1 1,0-1,0 0,0 1,1 0,-1 0,1 0,-1 1,-8 9,-86 108,-6-4,-65 53,122-126,47-44,-1-1,1 1,0 0,0 0,0 0,0-1,0 1,0-1,1 1,-1-1,0 1,0-1,0 1,0-1,1 0,-1 0,0 0,0 0,1 0,-1 0,0 0,0 0,1 0,-1 0,0-1,0 1,0-1,1 1,0 0,267-34,-33 11,59 10,-123 20,-172-8,0 0,0 0,0 0,0 0,0 0,0 0,0 0,0 0,-1 0,1 0,0 1,0-1,-1 0,1 0,-1 0,1 0,-1 0,1 0,-1 1,1-1,-1 0,0 0,0 1,1-1,-1 0,0 1,0-1,0 1,1-1,-1 1,0-1,0 1,0 0,0-1,0 1,0 0,0 0,0 0,-2-2,-115-93,30 23,-2 4,-3 4,-43-20,53 42,84 42,-1 1,0-1,0 0,0 0,0 1,0-1,1 0,-1 1,0-1,0 0,0 1,0-1,0 0,0 0,0 1,0-1,0 0,0 1,-1-1,1 0,0 1,0-1,0 0,0 1,0-1,0 0,-1 0,1 1,0-1,0 0,0 0,-1 0,1 1,0-1,0 0,-1 0,1 0,0 1,-1-1,1 0,0 0,0 0,-1 0,1 0,0 0,-1 0,1 0,0 0,-1 0,1 0,0 0,-1 0,1 0,0 0,0 0,-1 0,1 0,0 0,-1 0,1-1,0 1,0 0,-1 0,1 0,0-1,1 10,-17 44,-1-18</inkml:trace>
</inkml:ink>
</file>

<file path=ppt/ink/ink4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4-05T06:07:45.567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3451 2466,'-73'12,"-191"-5,-64 9,52-9,172-8,88 1,-45 0,0-2,1-2,-22-7,-11-1,-1 3,1 5,-41 5,-269-1,188-13,-39-1,182 9,0-2,-38-10,-15-2,-78-1,201 20,-1-1,0 1,0-1,0 0,0 0,0 0,1 0,-1-1,1 1,-1-1,1 0,-1 1,1-1,0 0,0 0,0-1,0 1,0 0,0-1,1 1,-1-1,1 1,0-1,-1 0,1 0,1 1,-1-1,0 0,1 0,-1 0,1 0,0-1,-24-186,18 102,-125-796,110 679,6-99,16-143,13 296,-13 149,0 0,-1 0,1 0,0 0,0 0,0 1,0-1,1 0,-1 1,0-1,1 1,-1-1,1 1,-1 0,1-1,0 1,0 0,-1 0,1 0,0 1,0-1,0 0,0 1,0-1,0 1,0 0,0 0,0-1,0 1,0 1,0-1,0 0,0 0,0 1,0-1,0 1,0 0,0-1,2 2,181 24,299-6,-353-6,154 14,122-8,105-35,-511 15,-1 0,0-1,1 1,-1 0,0 0,1 0,-1 0,0-1,1 1,-1 0,1 0,-1 0,0 0,1 0,-1 0,0 0,1 0,-1 0,1 0,-1 0,0 0,1 1,-1-1,0 0,1 0,-1 0,0 0,1 0,-1 1,0-1,1 0,-1 0,0 1,0-1,1 0,-1 1,0-1,0 0,1 0,-1 1,0-1,0 1,0-1,0 0,0 1,1-1,-1 0,0 1,0-1,0 0,0 1,0-1,0 1,0-1,0 0,0 1,-1-1,-19 22,-26 17,-11 6</inkml:trace>
</inkml:ink>
</file>

<file path=ppt/ink/ink4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4-05T06:08:12.707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1 0,'1'9,"1"-1,0 1,1 0,-1-1,2 0,-1 0,1 0,0 0,1-1,0 1,1 0,6 12,107 184,59 148,8 122,-20 8,34 218,-173-602,78 265,15-5,26 20,-115-308,5 12,-3 2,5 29,-29-42,-9-70,-1 0,1 0,-1 0,1 0,-1-1,0 1,1 0,-1 0,0-1,0 1,1 0,-1-1,0 1,0-1,0 1,0-1,0 1,0-1,0 0,0 0,0 1,0-1,0 0,0 0,0 0,0 0,0 0,0 0,0 0,0 0,0-1,0 1,0 0,1 0,-1-1,0 1,0-1,-1 0,-22-9</inkml:trace>
</inkml:ink>
</file>

<file path=ppt/ink/ink4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4-05T06:08:14.542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1 75,'59'268,"-51"-215,-3 0,-3 0,-1 0,-4 0,-1 0,-3 0,-12 49,0-53,13-56,0-116,-5-548,13 615,-2 56,0 0,0 0,0-1,0 1,0 0,0 0,0-1,0 1,0 0,0 0,0-1,0 1,0 0,0 0,0-1,0 1,0 0,1 0,-1-1,0 1,0 0,0 0,0-1,0 1,1 0,-1 0,0 0,0-1,0 1,1 0,-1 0,0 0,0 0,0 0,1 0,-1-1,0 1,0 0,1 0,-1 0,0 0,0 0,1 0,-1 0,0 0,1 0,-1 0,0 0,0 0,1 0,-1 0,0 1,0-1,0 0,1 0,-1 0,0 0,0 0,1 0,-1 1,0-1,0 0,0 0,1 0,-1 1,0-1,0 0,0 0,0 0,0 1,14 20,-10-16,12 16,1-2,2 0,0-1,0-1,2-1,0-1,1-1,0 0,13 4,65 44,-86-52,0 1,0 0,-1 1,-1 0,0 1,10 13,-19-20,1-1,0 1,-1 0,0 0,-1 0,1 1,-1-1,0 0,-1 1,0 0,0-1,0 1,0 0,-1-1,-1 1,1 0,-1-1,0 1,-1 4,-1-3,-1 0,1 0,-1 0,0 0,-1 0,0-1,0 0,-1 0,0-1,0 1,0-1,-1 0,0-1,0 0,-1 0,-5 3,-134 56,136-60,-3 0,-46 27,60-31,0 0,0 1,-1-1,1 1,0-1,0 0,0 1,0-1,0 0,-1 1,1-1,0 1,0-1,0 1,0-1,0 0,0 1,0-1,0 1,1-1,-1 0,0 1,0-1,0 1,0-1,0 0,1 1,-1-1,0 0,0 1,1-1,-1 0,0 1,1-1,-1 0,0 0,1 1,-1-1,0 0,1 0,-1 0,0 1,1-1,-1 0,1 0,-1 0,0 0,1 0,-1 0,1 0,-1 0,0 0,1 0,-1 0,1 0,-1 0,1 0,-1 0,0 0,1-1,-1 1,0 0,1 0,-1 0,0-1,1 1,-1 0,0 0,1-1,7-3,0 0,0-1,0 1,0-2,-1 1,0-1,0 0,-1-1,1 1,-1-1,1-3,2-1,49-64,-58 75,1-1,-1 1,0 0,1 0,-1 0,0-1,1 1,-1 0,0 0,0-1,1 1,-1 0,0 0,0-1,0 1,1 0,-1-1,0 1,0 0,0-1,0 1,0-1,0 1,0 0,0-1,0 1,0 0,0-1,0 1,0 0,0-1,0 1,0 0,0-1,0 1,0 0,-1-1,1 1,0 0,0-1,0 1,-1 0,1-1,0 1,0 0,-1 0,1-1,0 1,0 0,-1 0,1 0,0-1,-1 1,1 0,0 0,-1 0,1 0,0 0,-1 0,1 0,-1 0,1 0,0 0,-1 0,1 0,0 0,-1 0,1 0,-25 12,-30 32,58-74,3 8,-1 0,0 0,-2-1,-1 1,0-1,-2 1,0-1,-2 0,0 1,-2 0,0-1,-3-1,5 15,0 0,-1 1,-1-1,1 1,-1 0,-1 0,1 0,-2 0,1 1,-5-5,3 0,5 5</inkml:trace>
</inkml:ink>
</file>

<file path=ppt/ink/ink4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4-05T06:08:15.599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227 149,'-3'-1,"0"0,0-1,0 1,0 0,-1 0,1 1,0-1,-1 1,1 0,0 0,-1 0,1 0,0 0,-1 1,1-1,0 1,0 0,-1 0,1 1,0-1,0 0,0 1,0 0,1 0,-1 0,0 0,1 0,-1 0,1 1,0-1,0 1,0-1,0 1,0 0,1 0,-1 0,1 0,0 0,0 0,-1 2,2-4,1 1,-1-1,0 0,1 1,-1-1,1 0,-1 1,1-1,-1 0,1 0,0 0,0 1,0-1,0 0,0 0,0 0,0 0,0-1,0 1,0 0,0 0,0-1,1 1,-1-1,0 1,1-1,-1 1,0-1,1 0,-1 1,0-1,1 0,-1 0,0 0,1 0,-1-1,1 1,-1 0,0 0,1-1,-1 1,0-1,0 1,1-1,-1 0,0 1,0-1,0 0,0 0,0 0,0 0,0 0,0 0,5-2,0-1,0 1,0-1,-1-1,0 1,0-1,0 0,-1 0,1 0,-1-1,0 0,-1 0,0 0,0 0,0 0,0 0,-1-1,0 1,0-1,-1 0,0 0,0 1,-1-1,0 0,0 0,0 0,-1 0,0 0,-2 3,0 1,0-1,-1 0,0 1,1-1,-1 1,0 0,-1 1,1-1,0 1,-1-1,1 1,-1 1,0-1,0 1,0-1,0 1,1 1,-1-1,0 1,0 0,-1 0,1 0,0 1,1 0,-1 0,0 0,0 0,0 1,0 0,1 0,-1 0,1 0,0 1,0 0,0 0,-4 3,2-1,-1 1,1 0,0 1,1-1,-1 1,1 0,1 1,-1-1,1 1,1 0,-1 0,1 0,1 0,0 0,-2 7,4-13,0 0,0 0,0 0,0 0,0 0,0 0,1-1,-1 1,0 0,1 0,0 0,-1 0,1-1,0 1,0 0,0 0,0-1,0 1,0-1,1 1,-1-1,0 0,1 1,-1-1,1 0,-1 0,1 0,0 0,0 0,-1 0,1-1,0 1,0-1,0 1,0-1,0 1,-1-1,1 0,1 0,78-6,-73 3,0 0,-1 0,1 0,-1-1,0 0,0-1,0 1,0-1,-1-1,2-1,-6 5,0 0,0 0,0 0,0 0,-1 0,1-1,-1 1,1 0,-1-1,0 1,0-1,0 1,0-1,-1 0,1 1,-1-1,0 0,1 1,-1-1,0 0,-1 0,1 1,0-1,-1 0,1 1,-1-1,0 1,0-1,0 0,0 1,-1 0,0-2,-1 0,0 0,-1 0,1 0,-1 0,0 1,0 0,0 0,0 0,-1 0,1 1,-1 0,1 0,-1 0,0 0,0 1,0-1,0 1,0 1,0-1,0 1,0 0,0 0,0 0,-1 1,1-1,0 1,0 1,0-1,1 1,-1 0,0 0,1 0,-1 0,1 1,-1 0,1 0,0 0,0 0,-2 4,3-3,0 1,0 0,0-1,1 1,0 0,0 0,0 0,0 0,1 1,0-1,0 0,0 1,1-1,0 1,0-1,0 0,1 1,0-1,0 0,0 1,1-1,-1 0,1 0,1 0,-1 0,1 0,-1-1,1 1,1-1,-1 0,1 1,-1-2,1 1,0 0,0-1,1 0,-1 0,1 0,3 2,-2-3,0 0,0 0,0 0,0 0,0-1,0 0,0-1,0 1,0-1,0 0,0-1,1 0,-1 0,0 0,0 0,0-1,-1 0,1 0,0-1,-1 0,1 0,-1 0,0 0,0-1,0 0,-1 0,1 0,-1-1,0 1,0-1,-1 0,1 0,-1 0,0-1,0 1,-1-1,0 0,1-3,-2 5,-1-1,0 1,0 0,-1 0,1-1,-1 1,0 0,0 0,0 0,-1 0,1 0,-1 0,0 0,0 1,-1-1,1 1,-1-1,1 1,-1 0,0 0,0 0,-1 0,1 1,0-1,-1 1,0 0,0 0,1 0,-5-1,-1-1,0 1,0 0,-1 0,1 1,-1 0,1 0,-1 1,0 0,1 1,-1 0,0 1,-7 1,13-1,-1-1,1 1,0 0,-1 1,1-1,0 1,0 0,0 0,0 0,0 1,0-1,0 1,1 0,0 0,-1 0,1 0,0 1,1-1,-1 1,0 0,1 0,0 0,0 0,0 0,1 0,-1 1,1 1,2-3,0-1,0 0,1 1,-1-1,1 0,-1 0,1 0,0 0,0 0,0 0,0 0,0 0,0-1,1 1,-1-1,0 0,1 0,-1 0,1 0,-1 0,1 0,0-1,-1 1,1-1,0 0,-1 0,1 0,0 0,0 0,-1 0,2-1,-2 1,113 4,-84-2</inkml:trace>
</inkml:ink>
</file>

<file path=ppt/ink/ink4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4-05T06:08:16.688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517 93,'-11'82,"4"-79,-3-23,4 8,-1 1,-1 0,0 1,0 0,-1 0,0 1,-1 0,0 0,0 1,-1 1,0 0,0 0,-1 1,0 1,0-1,0 2,-1 0,1 1,-1 0,0 0,0 2,0 0,0 0,-10 1,15 1,0 1,0 0,1 0,-1 1,0 0,1 0,-1 1,1 0,0 0,1 0,-1 1,1 0,-1 1,2-1,-1 1,1 0,-1 1,2-1,-1 1,1 0,0 0,-3 8,-3 8,1 0,1 1,1 0,1 1,1-1,-1 24,2-22,0 1,2 0,1 0,1 1,2-1,0 0,2 0,1-1,1 1,7 17,-9-37,0 0,0 0,1 0,-1-1,2 0,-1 0,1 0,0-1,0 1,0-2,1 1,0-1,0 0,0 0,0 0,1-1,-1-1,1 1,0-1,0 0,0-1,7 1,7 0,0-2,0 0,0-1,0-1,0-1,0-1,17-6,27-11,-2-3,-1-3,-2-3,7-7,-21 12</inkml:trace>
</inkml:ink>
</file>

<file path=ppt/ink/ink4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4-05T06:08:17.113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20 8,'0'-1,"0"1,-1-1,1 1,0 0,0-1,0 1,-1 0,1-1,0 1,0 0,-1-1,1 1,0 0,-1 0,1-1,0 1,-1 0,1 0,0 0,-1-1,1 1,-1 0,1 0,0 0,-1 0,1 0,-1 0,1 0,-1 0,1 0,0 0,-1 0,1 0,-1 0,1 0,0 0,-1 0,1 1,-1-1,1 0,0 0,-1 0,1 1,0-1,-1 0,1 0,0 1,0-1,-1 0,1 1,0-1,0 0,-1 1,1-1,0 0,0 1,0-1,0 1,-1-1,1 0,0 1,0-1,0 1,0-1,0 0,0 1,0 34,0-28,5 364,12-236,-15-129,0 0,0 0,1 0,0 0,0-1,0 1,1-1,0 1,0-1,0-1,1 1,0-1,0 1,0-1,0-1,0 1,1-1,0 0,4 2,15 2,0-1,0-1,0-2,1 0,-1-2,1-1,0-1,-1-1,1-1,20-5,27-1,-47 6,-5 2,-1-1,1-1,-1-1,0-1,13-5,-8-1</inkml:trace>
</inkml:ink>
</file>

<file path=ppt/ink/ink4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4-05T06:08:17.663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1 107,'19'-1,"99"9,0-5,0-6,37-7,-85 5,407-21,37 22,-435 2,-78 1,0 0,0 0,0 0,0 0,0 0,-1 0,1 0,0 0,0 0,-1 0,1 0,0-1,-1 1,0 0,1 0,-1-1,0 1,1 0,-1-1,0 1,0 0,0-1,0 1,0 0,0-1,-1 1,1 0,0-1,-1 1,1 0,-1 0,1 0,-1-1,0 1,1 0,-1 0,0 0,0 0,0 0,0 0,0 0,0 0,0 0,0 1,0-1,0 0,0 1,-1-1,-15-12</inkml:trace>
</inkml:ink>
</file>

<file path=ppt/ink/ink4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4-05T06:08:24.517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2223 229,'-218'-104,"174"89,-2 3,0 1,0 2,-1 3,0 1,0 2,0 3,-31 3,60-2,-7-1,0-1,0-1,0-2,1 0,-1-1,-8-5,0 0,1 1,-2 2,1 0,0 3,-26-1,-124 22,38-5,123-13,0 1,-1 2,1 0,0 1,0 1,1 1,-1 1,1 1,0 1,-8 5,3 5,0 1,1 2,1 0,2 2,0 0,1 1,-2 6,-10 13,2 1,3 2,1 1,2 1,2 1,-4 18,-26 90,-11 65,63-215,-15 53,3-1,3 2,2 0,3 0,3 12,1 2,-1-18,2 0,3 0,2 0,3 0,2-1,9 27,114 283,-123-336,1-1,2 0,1-1,1 0,1-1,2-1,0-1,2 0,9 7,27 20,2-3,2-3,2-2,2-3,64 30,129 77,-131-79,76 27,-84-41,-74-34,0-2,1-1,1-3,0-2,1-1,43 3,69-3,0-8,10-7,-121 0,-1-1,1-3,-1-2,0-2,-1-2,0-2,-1-2,-1-2,12-8,-21 9,238-138,-253 141,-1 0,0-1,-1-1,-1-1,-1 0,-1-1,0-1,-2-1,4-7,21-35,-4-2,-2-1,-3-1,2-16,76-221,-102 292,-2-1,0 1,0-1,-1 0,-1 0,0-1,-1 1,-1 0,0 0,0 0,-1 0,-1 0,0 1,-1-1,0 1,-1-1,-22-47,2-1,3-1,-6-36,18 57,-1 1,-2 0,-2 1,-1 0,-2 2,-2 0,-1 1,-11-13,-201-252,203 258,-2 1,-2 2,-2 2,-2 1,-1 1,-28-18,-68-49,113 79,3 3,0 0,-2 2,0 0,-1 1,-18-10,8 11,0 2,-1 2,0 1,-14-3,-64-23,57 20,0 2,0 2,-1 3,-25-1,61 9,-32-3,36 10</inkml:trace>
</inkml:ink>
</file>

<file path=ppt/ink/ink4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4-05T06:08:27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12 1,'-8'1211,"5"-503,3-667,1 0,2-1,3 1,1-1,1-1,3 1,5 12,-16-51,0 0,0 0,0 0,0-1,1 1,-1 0,0 0,0 0,1 0,-1 0,0 0,1-1,-1 1,1 0,-1 0,1-1,-1 1,1 0,0-1,-1 1,1 0,0-1,0 1,-1-1,1 1,0-1,0 0,0 1,0-1,-1 0,1 1,0-1,0 0,0 0,0 0,0 0,0 0,0 0,0 0,0 0,-1 0,1-1,0 1,0 0,0 0,0-1,0 1,-1-1,1 1,0-1,0 1,-1-1,1 1,0-1,-1 0,1 1,0-1,-1 0,1 1,-1-1,1 0,-1 0,0 0,1 0,-1 1,0-1,1 0,-1 0,9-19,-8 16,1 0,-1 0,1 0,0 1,0-1,1 1,-1-1,1 1,-1 0,1 0,0 0,0 0,1 0,-1 1,1-1,12-3,0 0,1 1,-1 0,1 1,0 1,0 1,6 0,0 0,300-25,229 14,-319 11,2429-131,-398 8,-798 107,-1122 38,-297-9,-51-3,-58 8,18-10</inkml:trace>
</inkml:ink>
</file>

<file path=ppt/ink/ink4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4-05T06:08:28.998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181 1192,'-13'-50,"2"0,3 0,-3-50,4 27,-10-63,-7 1,-4 0,-20-43,35 130,13 47,1 0,-1 0,1 0,0 0,-1-1,1 1,0 1,0-1,-1 0,1 0,0 0,0 0,0 1,0-1,0 0,0 1,0-1,1 1,-1-1,0 1,0-1,0 1,0 0,1 0,-1 0,0-1,0 1,1 0,-1 1,0-1,0 0,0 0,1 0,-1 1,1-1,2 0,221 6,359-18,707-25,-1126 29,725-25,633 19,-76-13,-1265 28,266-2,88-26,-89-12,-228 15,-218 24,0-1,0 1,0-1,0 1,0-1,0 1,0 0,0-1,0 1,-1 0,1 0,0 0,0 0,0 0,0 0,0 0,0 0,0 0,0 0,0 1,0-1,0 0,0 1,0-1,0 1,0-1,-1 1,1-1,0 1,0-1,-1 1,1 0,0-1,-1 1,1 0,0 0,-1 0,1-1,-1 1,0 0,1 0,-1 0,0 0,1 0,-1 0,0 0,0 0,0 0,0 0,-6 38,2-19,1 0,1 1,0-1,2 0,0 1,2 7,74 284,-67-214,-4 1,-4 0,-7 39,0-20,6 0,6 14,18 78,-6-62,-2 93,-43 373,4-476,23-138,0-1,0 1,0 0,0 0,0-1,0 1,-1 0,1 0,0-1,0 1,0 0,0 0,-1 0,1-1,0 1,0 0,-1 0,1 0,0 0,0 0,-1 0,1-1,0 1,0 0,-1 0,1 0,0 0,-1 0,1 0,0 0,0 0,-1 0,1 0,0 0,-1 0,1 0,0 1,0-1,-1 0,1 0,0 0,0 0,-1 0,1 1,0-1,0 0,0 0,-1 0,1 0,0 1,0-1,0 0,0 0,-1 1,1-1,0 0,0 0,0 1,0-1,0 0,0 1,-6-12</inkml:trace>
</inkml:ink>
</file>

<file path=ppt/ink/ink4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4-05T06:08:31.770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268 0,'-84'287,"68"-242,-3-2,-1 0,-3-1,-1-1,-24 30,15-23,33-48,0 1,0 0,0 0,0-1,0 1,0 0,0-1,1 1,-1 0,0-1,1 1,-1 0,0-1,1 1,-1-1,1 1,-1 0,1-1,-1 1,1-1,-1 0,1 1,0-1,-1 1,1-1,-1 0,1 1,0-1,-1 0,1 0,0 0,0 0,-1 1,1-1,0 0,-1 0,1 0,0 0,0-1,-1 1,1 0,0 0,0 0,27 1,1-2,0 0,-1-2,0-2,4-1,-6 2,294-58,-282 51,-11 1</inkml:trace>
</inkml:ink>
</file>

<file path=ppt/ink/ink4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4-05T06:08:32.039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115 1,'-9'9,"-6"14,-1 18,-2 16,1 18,4 16,0 14,4 8,5 2,5-8,3-22</inkml:trace>
</inkml:ink>
</file>

<file path=ppt/ink/ink4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4-05T06:08:33.457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105 1,'0'149,"-6"0,-12 48,-7-56,-30 94,67-246,2-5,0 0,1 1,0 1,1 1,0 0,2 1,-1 0,1 2,9-4,-17 10,0-1,1 1,-1 1,1 0,0 1,0 0,0 0,0 1,0 1,0 0,0 0,0 1,0 0,0 1,0 1,0 0,0 0,6 4,-8-3,0 1,0 0,0 1,-1 0,0 1,0 0,-1 0,0 0,0 1,-1 0,0 0,0 1,1 2,-5-7,1 0,-1 0,0 0,-1 1,1-1,-1 1,0-1,0 0,0 1,0 0,-1-1,0 1,0-1,0 1,-1 0,1-1,-1 1,0-1,0 1,-1-1,1 0,-1 1,0-1,0 0,-1 0,1 0,-1-1,0 1,0-1,-1 2,-3 1,-1 0,0-1,0 0,0 0,-1-1,1 0,-1 0,0-1,0 0,0-1,-1 0,1 0,0-1,-1 0,0-1,1 0,-1 0,1-1,-8-2,14 3,0 0,0-1,0 1,0-1,0 0,0 0,0 0,0 0,1-1,-1 1,0-1,1 1,-1-1,1 0,0 0,0 0,-1 0,1-1,0 1,1 0,-1-1,0 0,1 1,0-1,-1 0,1 0,0 1,0-1,1 0,-1 0,1 0,-1 0,1 0,0 0,0 0,0 0,1 0,-1-2,6-5,0 1,0 0,0 1,1 0,0 0,1 0,0 1,0 0,0 0,1 1,0 0,0 1,1 0,0 1,-1-1,1 2,10-3,6-4,0 1,1 2,0 1,1 0,-1 2,1 2,18 0,-41 2,0 0,0 0,0 0,0 1,0 0,0 0,0 1,-1-1,1 1,0 0,-1 0,0 1,1-1,-1 1,0 0,0 0,-1 0,1 1,0-1,-1 1,0 0,0 0,0 0,-1 0,1 1,-1-1,0 1,0-1,-1 1,1 0,-1 0,0 1,5 44,-6-43,0 0,1 1,0-1,0 0,0 0,1 0,0 0,0 0,1 0,-1-1,2 1,-1-1,1 0,1 2,-3-6,0 0,0 0,0-1,1 1,-1-1,0 0,1 0,-1 0,0 0,1 0,-1 0,1-1,0 1,-1-1,1 1,-1-1,1 0,0 0,-1 0,1-1,1 1,14-5</inkml:trace>
</inkml:ink>
</file>

<file path=ppt/ink/ink4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4-05T06:08:33.742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1 0,'0'0</inkml:trace>
</inkml:ink>
</file>

<file path=ppt/ink/ink4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4-05T06:08:34.046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37 111,'-37'-99,"38"99,-1 1,1-1,-1 1,1-1,-1 1,1-1,-1 0,1 1,-1-1,1 0,-1 1,1-1,0 0,-1 0,1 1,0-1,-1 0,1 0,0 0,-1 0,1 0,0 0,-1 0,1 0,-1 0,1 0,0-1,-1 1,1 0,0 0,-1-1,1 1,-1 0,1 0,-1-1,1 1,0-1,-1 1,0-1,1 1,-1-1,1 1,-1-1,0 1,1-1,-1 1,0-1,1 0,-1 1,0-1,0 1,0-1,1 0,-1 1,0-1,0 0,0 1,0-1,0 0,-1 0,14 16,-2 1,0 0,-1 0,0 1,-1 1,-2 0,1 0,-2 0,0 1,-2 0,3 19,2 32,-3 1,-3 0,-3 1,-3-1,-4 0,-2-1,-4 0,-3 3,11-51,2-9,0 1,1 0,1 0,0 0,1 0,0 0,1 0,1 4,-1-14,0-1,0 0,0 0,1 0,-1 0,1 0,0 0,0 0,0-1,0 1,0-1,0 1,1-1,-1 0,1 0,0 0,0 0,-1 0,1-1,0 1,0-1,1 0,-1 0,0 0,0 0,1-1,-1 1,0-1,1 0,99-6,-70 0,0-1,-1-2,1-2,-2-1,0-1,-1-1,0-2,7-7,25-32,-81 123,17-64,1 0,1 0,-1 0,0 1,1-1,0 0,0 1,0-1,1 0,0 0,-1 1,2-1,-1 0,0 0,1 0,-1 0,1 0,0 0,1-1,-1 1,1-1,-1 1,1-1,0 0,0 0,1 0,-1 0,0-1,1 1,3 1,19 6</inkml:trace>
</inkml:ink>
</file>

<file path=ppt/ink/ink4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4-05T06:08:34.298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196 84,'-18'-9,"-10"-5,-4-1,0 1,1 2,1 1,5 3</inkml:trace>
</inkml:ink>
</file>

<file path=ppt/ink/ink4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4-05T06:08:34.553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1 90,'18'-13,"25"-8,24 1,23 3,15 4,4 8,-7 8,-21 4</inkml:trace>
</inkml:ink>
</file>

<file path=ppt/ink/ink4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4-05T06:08:37.410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333 33,'-8'-5,"-1"0,0 1,0 0,0 1,-1 0,1 1,-1-1,0 2,1-1,-1 2,0-1,0 1,0 0,0 1,0 1,1-1,-1 1,1 1,-1 0,1 0,0 1,0 0,-2 2,0 5,1 2,0-1,1 1,0 1,1-1,0 2,1-1,1 1,1 0,0 0,0 0,2 1,0 0,0 0,2-1,0 1,1 0,1 7,-1-9,2 0,0 1,0-1,1 0,1-1,0 1,1 0,1-1,0 0,0-1,8 12,-9-18,-1 0,1 0,0 0,0-1,0 1,1-1,0-1,0 1,0-1,1 0,0 0,-1-1,1 0,0 0,1 0,-1-1,0 0,1-1,-1 0,1 0,-1 0,1-1,0 0,0-1,0 0,0-1,0 0,0 0,0 0,0-1,0 0,-1-1,0 0,0 0,0 0,0-1,0 0,-1 0,0-1,0 0,-1 0,0 0,0-1,0 0,-1 0,1 0,-2 0,1-1,-1 1,0-1,0-2,1-5,1 0,-2 0,0 0,-1 0,0-1,-2 1,1 0,-2-1,0 1,-1 0,0 0,-2-1,0 2,-2-7,3 11,-1 1,0-1,-1 0,0 1,-1 0,1 0,-2 1,1 0,-1 0,-1 0,1 1,-1 0,0 0,-1 1,0 0,0 1,0 0,0 0,-1 1,0 0,-9-2,16 5,0 1,0 0,0 0,0 0,0 0,0 0,0 1,0-1,0 1,0 0,0-1,1 1,-1 1,0-1,1 0,-1 1,0-1,1 1,0 0,-1 0,1 0,0 0,0 0,0 1,0-1,0 2,-8 15</inkml:trace>
</inkml:ink>
</file>

<file path=ppt/ink/ink4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4-05T06:08:37.822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34 475,'-10'-44,"1"1,3-1,1 0,2-1,2 1,4-29,-1 55,-2 11,0 0,1 0,0 0,0 0,0 0,1 0,0 0,0 0,1 0,0 1,0-1,1 1,-1 0,3-3,-1 7,-1-1,1 1,-1 1,1-1,0 0,0 1,0 0,0 0,-1 1,2-1,-1 1,0 0,0 1,0-1,2 1,1 0,363 23,564 0,-530-7,-1 17,167 46,-541-75,-3 0,0 0,0 2,0 1,-1 1,9 5,-35-14,1 0,0 0,0 0,0 1,0-1,0 0,-1 0,1 1,0-1,0 1,-1-1,1 1,0-1,0 1,-1-1,1 1,0-1,-1 1,1 0,-1-1,1 1,-1 0,1 0,-1 0,0-1,1 1,-1 0,0 0,0 0,1 0,-1-1,0 1,0 0,0 0,-8 5</inkml:trace>
</inkml:ink>
</file>

<file path=ppt/ink/ink4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4-05T06:08:38.588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258 76,'0'2,"0"-1,0 0,-1 0,1 1,0-1,0 0,1 0,-1 1,0-1,0 0,1 0,-1 0,0 1,1-1,-1 0,1 0,-1 0,1 0,0 0,0 0,-1 0,1 0,0 0,0 0,0-1,0 1,0 0,0 0,0-2,0 0,-1 0,1 0,0 0,-1 0,1 0,-1 0,0 0,1 0,-1-1,0 1,0 0,0 0,1 0,-1 0,0-1,-1 1,1 0,0 0,0 0,0 0,-1 0,1 0,-1-1,1 1,-1 0,1 0,-1 0,0 0,-1-4,-1 0,0 0,0 1,0-1,0 1,-1-1,0 1,0 1,0-1,0 0,-1 1,1 0,-1 0,0 0,0 1,0 0,0-1,0 2,0-1,-1 1,1 0,-1 0,1 0,-1 1,1-1,-1 2,1-1,-1 0,1 1,-1 0,1 0,0 1,-1 0,1 0,0 0,0 0,0 1,0 0,1 0,-1 0,1 0,0 1,0 0,0 0,0 0,0 1,-5 11,1 1,1 1,0-1,1 1,1 0,1 1,1-1,0 1,1-1,1 1,1 0,1 7,-1-18,0 1,1-1,0 0,0 0,1 0,0 0,1 0,0 0,0 0,0-1,1 1,0-1,1 0,-1 0,1-1,1 0,-1 1,1-2,0 1,1-1,-1 0,1 0,0 0,0-1,0 0,7 2,0-1,0-1,0 0,0 0,0-2,0 0,1-1,-1 0,1-1,-1 0,1-1,-1-1,0-1,0 0,0 0,0-2,0 1,-1-2,0 0,0 0,0-2,8-5,5-10</inkml:trace>
</inkml:ink>
</file>

<file path=ppt/ink/ink4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4-05T06:08:38.887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30 1,'0'0,"0"1,0-1,0 0,0 0,0 0,0 1,-1-1,1 0,0 0,0 0,0 0,0 1,-1-1,1 0,0 0,0 0,0 0,0 0,-1 0,1 0,0 0,0 1,-1-1,1 0,0 0,0 0,0 0,-1 0,1 0,0 0,0 0,-1 0,1 0,0 0,0-1,0 1,-1 0,1 0,0 0,0 0,0 0,-1 0,1 0,0-1,0 1,0 0,0 0,-1 0,1 0,0-1,0 1,0 0,0 0,0 0,0-1,0 1,0 0,-1 0,1 0,0-1,-2 23,2-21,-12 267,10-260,1-1,0 1,0 0,1 0,0-1,0 1,1 0,0 0,0-1,1 1,0-1,1 1,-1-1,2 0,-1 0,1 0,-1 0,2-1,-1 1,1-1,0 0,0 0,1-1,0 0,6 5,0-6,1 0,0 0,0-1,1-1,-1 0,1 0,-1-2,1 0,-1 0,1-1,-1-1,0 0,0-1,1-1,-2 0,1 0,5-4,27-10</inkml:trace>
</inkml:ink>
</file>

<file path=ppt/ink/ink4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4-05T06:08:39.250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0 25,'19'0,"21"0,24 0,23 0,20 0,18 0,13 0,4-2,3-3,-7-4,-26 1</inkml:trace>
</inkml:ink>
</file>

<file path=ppt/ink/ink4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4-05T06:08:41.475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10500 1,'83'0,"0"3,0 5,0 3,-1 3,13 8,-77-18,1 2,-1 1,0 0,-1 1,0 1,10 7,-21-13,-1 1,0 1,1-1,-1 1,-1 0,1 0,-1 0,0 1,0 0,0 0,-1 0,0 0,0 0,-1 0,0 1,0 0,0-1,-1 1,1 6,0 45,-4 0,-1 0,-3 0,-4 5,-2 25,-3 69,6-1,10 114,26 164,-5-170,-12 1,-12 0,-12 4,-106 670,96-565,-31 291,47-602,-14 86,8 1,6 7,9-76,-7 100,5-176,1-1,-1 0,0 0,0 1,0-1,0 0,-1 0,0 0,0 0,0-1,0 1,0 0,-1-1,0 0,0 1,0-1,0 0,0-1,0 1,-1 0,1-1,-1 0,0 0,0 0,0 0,0-1,0 1,0-1,0 0,-1 0,-36 3,0-2,0-1,0-2,0-2,-3-2,11 2,-1740-198,919 144,-108 37,-455 23,942 10,-347 59,115 45,478-76,-657 147,167-26,677-151,-192 47,-102 8,231-50,-20 4,0-6,-67-3,-103-12,167-12,-9 13,118 0</inkml:trace>
</inkml:ink>
</file>

<file path=ppt/ink/ink4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4-05T06:08:42.054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33 0,'1'1,"-1"-1,1 0,-1 1,0-1,0 1,1-1,-1 1,0-1,0 1,0-1,1 1,-1 0,0-1,0 1,0-1,0 1,0-1,0 1,0-1,0 1,0 0,-1-1,1 1,0-1,0 1,0-1,-1 1,1-1,0 1,0-1,-1 1,1-1,0 0,-1 1,1-1,-1 1,1-1,-1 0,1 1,-1-1,1 0,0 0,-1 1,0-1,1 0,-1 0,1 0,-1 0,1 0,-1 0,1 1,-1-1,1 0,-1 0,0-1,1 1,-1 0,1 0,-1 0,1 0,-1 0,1-1,-1 1,1 0,-1 0,1-1,-1 1,1 0,-1-1,1 1,17 183,24 393,-27 330,-14-877,1-11,-1 0,-1 0,0 0,-1-1,-1 1,-1 0,-3 7,-25 12,31-37,0 1,1-1,-1 0,0 1,0-1,0 0,0 1,0-1,0 0,0 0,0 0,0 0,0 0,0 0,0 0,0 0,1 0,-1 0,0-1,0 1,0 0,0-1,0 1,0 0,0-1,1 1,-1-1,0 0,0 1,1-1,-1 1,0-1,1 0,-1 0,0 1,1-1,-1 0,1 0,0 0,-1 0,1 0,0 0,-1 1,1-1,0 0,0 0,0-1,-3-13</inkml:trace>
</inkml:ink>
</file>

<file path=ppt/ink/ink4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4-05T06:08:42.739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0 138,'8'-12,"1"1,0 1,1 0,0 0,0 1,1 0,0 1,1 0,0 1,0 0,0 1,1 0,0 1,0 1,1 0,-1 0,1 2,0-1,-1 2,1 0,0 0,0 2,0 0,0 0,9 3,17 10,-2 1,0 2,0 2,-2 2,-1 1,0 1,-2 2,25 24,-45-38,94 74,-3 6,13 21,-82-76,-3 2,-1 1,-1 1,-3 2,-1 1,-2 0,12 36,-20-41,-2 0,-2 1,-2 1,-1 0,-2 0,-2 0,-2 1,-1 12,-3-36,-2 0,0-1,-1 1,0-1,-1 0,-1 0,-1 0,0-1,-1 0,0 0,-2-1,1 0,-2 0,0-2,0 1,-14 10,-13 10,-1-2,-2-1,-1-2,-1-2,-6 1,-23 12,-1-4,-1-2,-2-4,-2-3,0-4,-50 7,0-18,119-15,22-2,-10 4,20-7</inkml:trace>
</inkml:ink>
</file>

<file path=ppt/ink/ink4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4-05T06:08:43.215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300 222,'-2'1,"0"1,0 0,0-1,0 1,0 0,0 0,1 0,-1 0,1 0,-1 0,1 0,0 1,0-1,0 0,0 1,1-1,-1 1,1-1,-1 1,1-1,0 1,0-1,0 1,0-1,0 1,1 0,-1-1,1 0,0 2,-1 3,1 0,0 0,0 0,1 0,0 0,0 0,0-1,1 1,0 0,0-1,1 0,0 0,0 0,1-1,-1 1,1-1,0 0,0 0,1-1,0 1,0-1,0 0,0-1,0 0,1 0,-1 0,1-1,0 0,0 0,0 0,0-1,0 0,0-1,0 1,0-2,0 1,1-1,-1 0,4-1,0-2,1-2,-1 1,0-1,0-1,-1 0,0-1,0 0,0 0,-1-1,-1 0,0 0,0-1,0-1,-1 1,-1-1,0 0,-1 0,0-1,0 0,-1 0,-1 0,0 0,0 0,-2-1,1 1,-2-1,1 0,-2 1,-1-12,0 17,-1-1,0 1,0 0,-1-1,1 1,-2 1,1-1,-1 1,0-1,0 1,-1 1,1-1,-1 1,-1 0,1 0,-1 1,0 0,0 0,0 0,0 1,-1 0,1 1,-1-1,0 2,1-1,-1 1,0 0,0 1,0-1,0 2,0-1,0 1,0 0,-1 1,-22 5,1 1,-1 2,2 1,-1 1,2 2,0 0,0 2,2 2,0 0,1 1,0 2,2 0,-3 6,-32 28</inkml:trace>
</inkml:ink>
</file>

<file path=ppt/ink/ink4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4-05T06:08:43.922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0 51,'133'0,"1526"-39,-1476 28,-164 12</inkml:trace>
</inkml:ink>
</file>

<file path=ppt/ink/ink4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4-05T06:08:44.470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1 104,'16'9,"14"6,16 2,16-2,20-4,19-3,19-7,20-7,12-7,8-5,2-2,-4-2,-11 0,-14-1,-19 4,-21 3,-23 4,-22 4</inkml:trace>
</inkml:ink>
</file>

<file path=ppt/ink/ink4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4-05T06:08:44.964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0 23,'3'0,"2"0,6 0,7 0,10 0,11-3,11 0,13 0,8-2,7 1,-1 0,-9 3,-17 2</inkml:trace>
</inkml:ink>
</file>

<file path=ppt/ink/ink4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4-05T06:08:45.390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1 81,'18'0,"18"0,13-5,15-3,10-3,6-2,1-1,-3 2,-9 4,-12 2,-16 2</inkml:trace>
</inkml:ink>
</file>

<file path=ppt/ink/ink4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4-05T06:09:02.596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1 0</inkml:trace>
</inkml:ink>
</file>

<file path=ppt/ink/ink4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4-05T06:09:03.301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82 159,'-10'52,"-56"302,61-334,4-52,1 28,3-459,-3 435,2 18,0 18,2 17,-2 9,-3-20,1-1,0 1,1-1,1 1,0-1,1 0,0 0,1 0,1 0,0-1,1 1,0-1,0-1,1 1,2 1,-6-11,1 1,-1 0,1-1,-1 0,1 0,0 0,0 0,0 0,0-1,0 0,0 0,0 0,0 0,0-1,1 1,-1-1,0 0,0 0,1-1,-1 1,0-1,0 0,0 0,0-1,0 1,0-1,0 0,0 0,2-1,7-5,-1 0,-1 0,1-1,-1 0,-1-1,0 0,0-1,2-4,4-9,-1-2,-1 0,-1 0,-1-1,-2-1,6-21,-13 38,7-15,-10 27,0-1,0 0,0 1,0-1,0 0,-1 1,1-1,0 1,0-1,0 0,0 1,0-1,0 1,0-1,0 0,1 1,-1-1,0 1,0-1,0 0,0 1,0-1,1 0,-1 1,0-1,0 0,1 1,-1-1,0 0,0 0,1 1,-1-1,0 0,1 0,-1 1,0-1,1 0,-1 0,0 0,1 0,-1 0,1 0,-1 0,0 1,1-1,-1 0,1 0,-1 0,0 0,1-1,-1 1,1 0,-1 0,0 0,1 0,-1 0,0 0,1-1,-1 1,0 0,1 0,-1 0,0-1,1 1,-1 0,0-1,6 37,-2 0,-1 0,-2 0,-1 7,0 0,0 285,0-323,0-2,-1 0,1-1,0 1,0 0,0-1,0 1,1 0,-1-1,1 1,-1-1,1 1,0-1,0 1,0-1,0 1,1-1,-1 0,1 0,-1 1,1-1,0 0,0 0,0 0,9 0</inkml:trace>
</inkml:ink>
</file>

<file path=ppt/ink/ink4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4-05T06:09:04.065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40 233,'-39'410,"38"-388,16-57,21-211,-28 166,3 1,14-42,-25 116,1 0,0 1,0-1,0 0,1 0,-1 1,1-1,0 1,1-1,-1 1,1 0,0 0,0 0,0 0,1 1,-1-1,1 1,0 0,-1 0,2 0,-1 0,0 1,0 0,1 0,0 0,-1 0,1 1,0 0,4-1,3 3,1 1,-1 0,0 1,1 0,-1 1,-1 0,1 1,-1 0,1 1,-2 0,1 1,-1 0,0 1,0 0,-1 1,0-1,7 11,-12-15,0-1,-1 1,0 0,0 0,0 0,0 0,-1 1,1-1,-1 1,0-1,-1 1,1 0,-1 0,0 0,0 0,0 0,-1 0,0 0,0 0,0 0,-1 0,1 0,-1 0,0 0,-1 0,1-1,-1 1,0 0,0-1,0 1,-2 0,-10 9,0-2,-1 0,-1 0,0-1,0-2,-1 1,0-2,-1 0,0-1,0-1,-1-1,1 0,-20 2,-91 10,137-16,1 0,-1 0,0 1,1 1,-1-1,0 2,0-1,0 1,-1 0,1 0,-1 1,0 0,-1 0,1 1,-1 0,90 99,-92-100,21 27,-18-20,0-1,1 0,1 0,0 0,0-1,1-1,0 0,1 0,0-1,0 0,1-1,0 0,0-1,1 0,-1-1,7 1,-11-6,0 1,0-2,0 1,0-1,0 0,-1-1,1 0,0 0,-1-1,0 0,1 0,-1-1,0 1,-1-2,1 1,4-5,92-90,-67 56,-2-2,-2-1,4-12,-28 52,-11 23,2-11,-4 23,2-1,1 0,1 1,1-1,2 1,1-1,5 22,20 87,-15-73</inkml:trace>
</inkml:ink>
</file>

<file path=ppt/ink/ink4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4-05T06:09:04.854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1 197,'5'171,"24"150,-18-269,-7-55,12-117,28-304,-29 359,-15 65,0 0,0-1,0 1,1 0,-1-1,0 1,0 0,0 0,0-1,1 1,-1 0,0 0,0-1,1 1,-1 0,0 0,0 0,1-1,-1 1,0 0,1 0,-1 0,0 0,0 0,1 0,-1-1,0 1,1 0,-1 0,0 0,1 0,-1 0,0 0,1 0,-1 0,0 1,1-1,-1 0,0 0,1 0,-1 0,0 0,1 0,-1 1,0-1,0 0,1 0,-1 0,0 1,0-1,0 0,1 0,-1 1,0-1,0 0,0 1,1-1,-1 0,0 1,0-1,0 0,0 1,0-1,0 0,0 1,11 24,-11-24,6 16,49 107,-52-119,1 1,0-1,0 0,1 0,-1 0,1-1,0 0,0 0,1 0,-1 0,1-1,0 0,0 0,0 0,0-1,0 0,1 0,-1-1,3 1,-1-2,1 0,-1 0,0 0,0-1,0-1,0 1,0-1,0 0,0-1,-1 0,1 0,-1-1,0 0,0 0,0-1,-1 0,1 0,-1 0,0-1,1-1,5-6,0-1,-1 0,0-1,-1 0,-1-1,0 0,-1 0,3-11,27-135,-43 314,-8 277,12-424,1 0,0 0,0 0,0 0,0-1,1 1,0 0,0 0,0 0,0 0,1-1,0 1,0-1,0 1,0-1,1 0,0 1,0-1,0-1,0 1,1 0,-1-1,1 0,0 0,2 1,11-1</inkml:trace>
</inkml:ink>
</file>

<file path=ppt/ink/ink4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4-05T06:09:05.462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71 287,'-12'163,"11"-114,-3 1,-1-1,-12 43,1-49,15-43,1 0,0 0,-1 0,1 0,-1 0,1 0,0 0,-1 0,1 0,0 0,-1 0,1 0,0 0,-1 0,1 0,-1 0,1 0,0-1,-1 1,1 0,0 0,0 0,-1-1,1 1,0 0,-1 0,1-1,0 1,0 0,-1 0,1-1,0 1,0 0,0-1,0 1,-1 0,1-1,0 1,0-1,0 1,0 0,0-1,0 1,0 0,0-1,0 1,0 0,0-1,0 1,0-1,0 1,1 0,-1-1,0 1,0 0,0-1,0 1,-3-40,2 0,1 0,2 0,3-14,0 1,-2 10,-2-3,3 0,2 0,2 1,2 0,13-39,-21 78,0 1,1-1,-1 1,1 0,0-1,0 1,1 1,0-1,-1 0,2 1,-1 0,0 0,1 0,0 0,0 1,0 0,0 0,0 0,1 1,-1 0,1 0,0 0,-1 0,1 1,0 0,0 0,0 1,0 0,0 0,0 0,0 1,0 0,5 1,-4-1,0 1,0 0,0 1,0-1,0 1,-1 0,1 1,-1 0,0 0,0 0,-1 1,1 0,-1 0,0 0,0 1,0-1,-1 1,0 0,0 1,-1-1,1 1,-2-1,1 1,-1 0,0 0,0 0,0 0,-1 1,-1-1,1 0,-1 1,0-1,-1 0,1 1,-2-1,1 0,-1 0,0 0,0 0,-1 0,0 0,0-1,-1 0,0 1,0-1,0 0,-4 3,-2 0,-1-1,-1-1,1 0,-1 0,0-1,0 0,-1-1,0-1,0 0,0-1,0 0,-3-1,-16 6,31-8,0 0,0 0,0 0,0 1,0-1,0 0,0 1,0-1,0 1,0-1,0 1,0 0,0-1,0 1,1 0,-1-1,0 1,0 0,1 0,-1 0,0 0,1 0,-1 0,1 0,0 0,-1 0,1 0,0 0,-1 0,1 0,0 0,0 0,0 0,0 1,0-1,0 0,0 0,0 0,1 0,-1 0,0 0,1 0,-1 0,26 45,-25-45,9 16,0-1,1 0,1-1,1 0,0-1,1-1,0 0,1-1,0 0,1-2,0 1,1-2,0 0,1-1,-1-1,2-1,-1 0,0-1,1-1,9 0,75-15,-76 5</inkml:trace>
</inkml:ink>
</file>

<file path=ppt/ink/ink4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4-05T06:09:05.843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18 202,'-3'-5,"0"0,1 0,0-1,0 0,0 1,1-1,0 0,0 0,1 0,-1 0,1 1,0-1,1 0,-1 0,1 0,1 0,-1 1,1-1,0 0,0 1,0-1,1 1,0 0,0 0,0 0,1 0,0 1,0-1,3-2,0 2,0 1,1 0,-1 0,1 1,0-1,-1 2,1-1,1 1,-1 1,0-1,0 1,1 1,-1 0,1 0,-5 0,0 0,0 0,0 1,0 0,-1-1,1 1,0 1,-1-1,1 1,0-1,-1 1,0 0,1 0,-1 0,0 1,0-1,0 1,-1 0,1-1,0 1,-1 0,0 1,0-1,0 0,0 1,0-1,-1 1,0 0,0-1,1 5,-2 5,0 1,-1 0,-1 0,0 0,-1 0,0-1,-1 0,-1 1,0-2,-1 1,0 0,-1-1,-1 0,1-1,-9 9,-32 47,-39 68,86-134,0 1,0-1,1 0,-1 0,1 0,-1 1,1-1,-1 0,1 1,0-1,-1 1,1-1,0 0,0 1,0-1,0 1,0-1,0 0,1 1,-1-1,0 0,1 1,-1-1,1 0,-1 1,1-1,0 0,0 0,-1 0,1 1,0-1,0 0,0 0,0 0,0-1,0 1,1 0,-1 0,0 0,0-1,0 1,1-1,-1 1,0-1,1 1,-1-1,1 0,-1 0,0 0,1 0,-1 0,1 0,-1 0,0 0,1 0,0-1,24 0,-1-2,1 0,-1-2,0-1,0 0,19-10,-20 9,15-7,-8 3</inkml:trace>
</inkml:ink>
</file>

<file path=ppt/ink/ink4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4-05T06:09:12.332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28 132,'-8'31,"1"0,2 0,1 0,1 1,2 15,2-35,0 0,0 0,1-1,1 1,0 0,0-1,1 0,0 0,1 0,1 0,0-1,0 1,1-2,0 1,9 8,-7-9,1 0,1-1,0 0,0-1,0 0,1-1,0 0,1-1,-1 0,1-1,0 0,0-1,0-1,0 0,0-1,0 0,1-1,-1 0,0-1,11-3,-18 3,0-1,1 0,-1-1,0 1,0-1,0-1,-1 1,1-1,-1 0,0 0,0 0,0-1,0 0,-1 0,0 0,0 0,0-1,-1 0,0 0,0 0,0 0,-1 0,0 0,1-2,2-11,-1-1,0 0,-2 0,0-1,-1 1,-1 0,-2-9,2 10,-2 0,0-1,-1 1,-1 0,-1 1,0-1,-2 1,0 0,-1 0,0 1,-2 0,0 0,-1 1,-10-12,17 25,0-1,0 1,0-1,0 1,0 0,0 1,-1-1,0 1,1 0,-1 0,0 0,0 1,0-1,0 1,0 0,-1 1,1 0,0-1,0 1,0 1,-1-1,1 1,0 0,0 0,0 1,0-1,0 1,1 0,-1 1,0-1,1 1,-5 3,-2 5,0 1,1 0,0 1,1 0,1 1,0 0,1 0,0 1,1 0,0 0,-1 9,4-14,-31 86,1 0</inkml:trace>
</inkml:ink>
</file>

<file path=ppt/ink/ink4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4-05T06:09:17.308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1 502,'175'-283,"-59"75,-107 198,-17 36,5-17,-21 73,2 2,5 0,3 1,4 1,4-1,3 15,6-15</inkml:trace>
</inkml:ink>
</file>

<file path=ppt/ink/ink4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4-05T06:09:18.531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1 293,'52'-73,"3"3,46-45,-59 80,-41 36,0-1,0 1,-1-1,1 1,0-1,0 1,0 0,-1 0,1-1,0 1,-1 0,1 0,-1 0,1 0,-1 0,1 0,-1-1,0 1,1 0,-1 0,0 0,0 0,0 0,0 0,0 1,0-1,0 0,0 0,0 0,0 0,-1 0,1 0,0 0,-1-1,1 1,0 0,-1 1,-47 291,29-16,19-203</inkml:trace>
</inkml:ink>
</file>

<file path=ppt/ink/ink4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4-05T06:39:19.749"/>
    </inkml:context>
    <inkml:brush xml:id="br0">
      <inkml:brushProperty name="width" value="0.1" units="cm"/>
      <inkml:brushProperty name="height" value="0.1" units="cm"/>
      <inkml:brushProperty name="color" value="#33CCFF"/>
      <inkml:brushProperty name="ignorePressure" value="1"/>
    </inkml:brush>
  </inkml:definitions>
  <inkml:trace contextRef="#ctx0" brushRef="#br0">1529 515,'-200'11,"167"-10,12-2,0 1,1 1,-1 1,0 1,1 0,-1 2,1 0,0 1,1 2,-17 7,2 9,0 1,2 2,1 1,1 1,-19 24,21-22,-18 18,3 2,2 2,2 1,2 2,-16 38,15-17,3 0,4 3,3 0,-2 21,21-60,1 0,1 0,3 0,1 1,2 0,2-1,2 1,1-1,8 28,13 17,4-2,3-1,4-2,7 6,16 37,-10-14,13 30,67 108,-104-206,2-2,1 0,2-2,2-1,2-2,0-1,35 24,-19-23,0-3,3-2,0-3,2-1,0-3,5-2,89 26,112 17,-201-48,0-3,2-2,-1-3,1-3,0-3,0-2,0-3,0-3,0-2,-1-3,45-15,-40 0,-1-3,-1-2,-1-4,-3-2,-1-3,-1-2,-3-3,-1-2,-3-2,-2-3,-2-1,-3-3,20-32,-30 32,-1-1,-3-1,-3-2,-3 0,-2-2,10-49,-4-10,-6-2,-5-1,-5-8,-6 62,-3 0,-2 0,-4 0,-3 1,-3-1,-3 1,-3 1,-3 0,-22-52,-6 20,-4 1,-4 3,-5 2,-62-75,57 85,-4 4,-4 2,-3 4,-68-51,92 85,-2 2,-2 3,-1 2,-1 2,-2 4,0 1,-2 4,-26-6,11 11,-1 3,0 3,-1 3,-1 4,1 4,-46 6,-8 8,0 5,1 6,-57 21,88-17,1 5,1 4,2 3,2 5,2 5,-9 10,70-42,2 2,1 0,0 2,2 1,1 1,0 1,2 2,2 0,0 1,2 1,1 1,1 0,-9 27,5 10,3 2,3 0,3 1,3 0,3 0,3 1,5 36,1-32,4 0,3 0,3 0,4-2,3 0,3-1,16 31,9 10,4-3,6-2,4-3,4-3,6-2,53 55,-65-92,3-3,3-3,2-3,2-3,3-3,73 36,24 7,5-9,113 36,-258-107,1-1,1-1,0-2,0-1,1-2,0-1,-1-1,1-2,0-1,0-2,0-1,0-2,31-8,273-115,-287 109,-1-2,-1-2,-2-2,0-3,35-27,21-23,-43 35,-2-2,-1-2,-3-3,-2-3,7-13,-36 39,-1-2,-2 0,-1-1,-1-1,-1-1,-2 0,-1-1,-2-1,-1 0,-2 0,-1 0,-2-1,-1 0,-2-35,-13-37,-4 0,-6 1,-4 1,-4 1,-5 2,-5 1,-8-9,-36-93,-9 4,-36-46,83 167,-4 1,-4 3,-2 2,-4 3,-3 2,-58-48,67 73,-1 3,-2 2,-1 2,-2 3,-1 3,-1 2,-1 4,-2 1,0 4,-1 2,-1 4,0 2,0 3,-1 3,0 2,0 4,0 3,-50 10,28 2,0 4,1 4,1 4,2 3,1 4,1 4,3 3,1 4,3 3,-60 52,78-55,2 3,2 1,2 3,3 3,2 1,3 2,2 3,-13 29,14-4</inkml:trace>
  <inkml:trace contextRef="#ctx0" brushRef="#br0" timeOffset="1524.923">1516 1236</inkml:trace>
  <inkml:trace contextRef="#ctx0" brushRef="#br0" timeOffset="2032.565">1100 2427,'0'0</inkml:trace>
  <inkml:trace contextRef="#ctx0" brushRef="#br0" timeOffset="2298.854">2171 2346,'0'0</inkml:trace>
</inkml:ink>
</file>

<file path=ppt/ink/ink4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4-05T06:10:18.608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6607 3697,'7'-27,"-1"55,27 362,-25-67,-5-108,26 167,25-63,-24-164,-6 1,-5 48,-19-15,0-187,0 0,0 1,0-1,0 0,0 1,0-1,0 0,-1 0,0 1,1-1,-1 0,0 0,0 0,0 0,0 0,0 0,-1 0,1 0,0 0,-1 0,0-1,1 1,-1 0,0-1,0 0,0 1,0-1,0 0,0 0,0 0,0 0,0-1,-1 1,1 0,0-1,-1 0,1 1,0-1,-1 0,-172-33,-47 14,-1 10,-35 11,88 0,-281 12,-55 25,-609 41,943-62,-545 43,-8-44,18 19,490-25,135-1,0-4,0-3,-23-4,95 0,0-1,0-1,0 1,1-2,-1 1,1-1,0-1,-8-4,-64-23,35 29,40 4,0-1,0 0,0-1,0 1,0-1,0 0,0 0,0-1,0 0,1 0,-1 0,1-1,-1 0,1 0,-5-3,-6-11,0 0,1-1,1-1,0 0,2-1,0 0,1-1,-5-16,-6-27,4 0,2-2,3 0,3 0,3-1,3 0,4-62,-3 33,-78-875,65 823,-3-90,11-1,9 0,23-133,19-317,-45-260,1 890,-2 0,-4 1,-1 0,-11-34,-29-187,27 177,-25-121,45 213,-3-12,2-1,1 1,1 0,0-1,3-6,-2 25,0 1,1 0,-1 0,1 0,0 0,0 0,0 0,0 0,1 1,-1-1,1 1,0 0,-1-1,1 1,0 0,0 1,1-1,-1 1,0-1,0 1,1 0,2-1,13-6,22-13,1 3,1 1,0 2,1 2,0 2,4 1,476-72,-309 42,458-78,-554 103,108 1,-157 20,-70-5,1-1,-1 1,1 0,-1-1,1 1,-1 0,1-1,-1 1,0 0,1-1,-1 1,0 0,1 0,-1-1,0 1,0 0,0 0,0 0,0-1,0 1,0 0,0 0,0 0,0-1,0 1,-1 0,1 0,0-1,0 1,-1 0,1-1,-1 1,1 0,-1-1,1 1,-1 0,1-1,-1 1,1-1,-1 1,0-1,1 1,-1-1,0 1,1-1,-20 21</inkml:trace>
</inkml:ink>
</file>

<file path=ppt/ink/ink4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4-05T06:10:19.471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633 0,'-50'87,"-101"176,-11-8,-40 33,143-217,50-67,15-20,133-226,-68 97,-6-3,-6-2,-3-16,-46 133,-4 24,-4 23,-2-13,2 25,1 0,1 0,2 0,0 0,2-1,0-1,2 1,1-1,0-1,2 0,1 0,1-2,0 0,2 0,16 14,21 12,3-2,2-2,2-3,1-3,1-3,45 16,130 75,-216-111,-1 0,0 1,-2 1,1 0,-2 2,8 10,19 31</inkml:trace>
</inkml:ink>
</file>

<file path=ppt/ink/ink4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4-05T06:10:20.641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26 8,'0'-8,"0"21,-16 832,14-788,-6 543,37-280,-24-269</inkml:trace>
</inkml:ink>
</file>

<file path=ppt/ink/ink4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4-05T06:10:21.894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0,'34'570,"-21"668,59-346,-22-336,-37-397,-7 1,-7 0,-7 0,-24 125,-51 128,79-385,5-28,-1 0,0 0,0-1,0 1,1 0,-1 0,0 0,0 0,1 0,-1 0,0 0,0 0,1 0,-1 0,0 0,0 0,1 0,-1 0,0 0,0 0,1 0,-1 0,0 0,0 0,1 0,-1 0,0 0,0 0,1 0,-1 1,0-1,10-29,0-8</inkml:trace>
</inkml:ink>
</file>

<file path=ppt/ink/ink4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4-05T06:10:22.839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1 1,'41'194,"-7"2,-4 60,-7 261,-23 0,-23 15,5 621,49-309,-30-713,-1-98,5-29,5-27,2-14</inkml:trace>
</inkml:ink>
</file>

<file path=ppt/ink/ink4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4-05T06:10:23.597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27 1,'22'408,"-5"-158,-1 919,-60-230,26-667,1 33,15 134,17-316,-15-122,0-1,0 0,1 0,-1 0,0 0,1 0,-1 1,0-1,1 0,-1 0,0 0,0 0,1 0,-1 0,0 0,1 0,-1 0,0 0,1 0,-1-1,0 1,0 0,1 0,-1 0,0 0,1 0,-1 0,0-1,0 1,1 0,-1 0,0 0,0-1,0 1,1 0,-1 0,0-1,0 1,0 0,0-1,1 1,-1 0,0 0,0-1,0 1,0 0,0-1,0 1,0 0,0-1,0 1,0 0,0-1,0 1,0 0,0 0,0-1,-1 1,1 0,0-1,0 1,0 0,0 0,0-1,-1 1,1 0,0 0,0-1,0 1,-1 0,4-25</inkml:trace>
</inkml:ink>
</file>

<file path=ppt/ink/ink4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4-05T06:10:25.824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4021 1045,'-154'-217,"113"153,-4 0,-2 3,-41-40,50 67,-1 1,-2 2,-1 2,-1 1,-2 3,0 1,-2 3,-42-14,-66-15,-3 7,-16 4,68 14,-52-13,-1 7,-1 7,-127-2,228 25,1 2,-1 3,1 3,0 2,1 3,0 2,1 3,0 2,2 2,0 3,2 2,1 3,1 1,1 3,2 2,-26 26,-37 52,-45 66,52-59,66-77,-72 81,-61 95,140-175,2 2,2 0,1 2,3 0,2 2,3 0,-3 15,4 24,5 1,3 1,4 0,4-1,4 1,4 0,5 9,161 927,-133-816,-11-62,5-1,7-2,35 75,190 365,-231-508,3-1,32 43,-53-92,1-2,2-1,0 0,2-2,0 0,2-1,0-2,16 9,297 147,-286-141,-21-13,1-1,1-2,0-1,1-2,1-1,9 1,5-7,1-1,0-3,1-2,-1-2,1-2,-1-3,1-1,-1-3,-1-2,29-11,80-13,-1 1,115-42,-168 41,-2-5,-2-4,-1-5,-3-4,58-43,-78 42,-2-4,-3-3,-2-3,-3-3,-3-2,-4-4,-2-2,-4-2,22-45,6-38,-7-4,36-125,-71 156,-7-2,-5-1,-7-1,-5-1,-5-22,-3 47,-4 0,-6 1,-4-1,-5 0,-5 2,-4 0,-6 1,-4 2,-5 1,-11-15,20 71,-1 1,-3 1,-2 1,-2 2,-2 2,-2 1,-1 2,-2 2,-2 1,-1 3,-2 2,-1 1,-36-15,-228-111,290 142,8 2</inkml:trace>
</inkml:ink>
</file>

<file path=ppt/ink/ink4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4-05T06:10:29.474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23 1,'2'14,"1"15,2 15,0 11,0 10,-2 7,-3 5,-4 4,-3-4,-4-5,2-11,1-13,2-15</inkml:trace>
</inkml:ink>
</file>

<file path=ppt/ink/ink4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4-05T06:10:30.120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18 238,'-3'-6,"0"-1,1 1,0-1,0 1,0-1,1 0,0 0,0 0,1 0,0 0,0 0,1 1,0-1,0 0,0 0,1 0,0 1,0-1,1 1,0-1,0 1,0 0,1 0,0 1,0-1,9-3,0 1,1 0,0 1,0 1,0 0,0 1,1 1,0 0,0 1,0 0,1 1,-1 1,1 1,1-1,0 1,-1 0,1 1,0 1,-1 1,1 0,-1 1,0 1,0 1,0 0,2 2,-12-5,0 0,1 1,-1 0,-1 0,1 0,0 1,-1 0,0 0,0 0,-1 1,0-1,1 1,-2 0,1 1,-1-1,0 0,0 1,-1 0,0 0,0-1,0 1,-1 1,0-1,-1 0,1 0,-1 0,-1 2,-1 5,0-1,-1 1,-1-1,0 0,-1 0,-1 0,0-1,0 0,-1 0,0 0,-1-1,-1 0,0-1,-8 8,-9 7,-1-2,0 0,-2-2,0-1,-7 1,17-9,-1-1,-1-1,0 0,0-2,-1-1,1 0,-2-2,1 0,-1-2,-8 0,64 34,3 1,-12-11,1-2,1 0,1-2,2 0,0-2,1-2,4 2,-11-11,0 0,1-2,0 0,0-2,0 0,1-2,0-1,0-1,0-1,0-1,0-1,0-1,0-1,-1-2,1 0,-1-2,10-4,-26 8,0-1,0 1,-1-2,1 1,-1-1,0 0,0 0,-1-1,0 0,0 0,0-1,0 0,-1 0,0 0,-1 0,0-1,0 0,0 1,-1-2,0 1,-1 0,0 0,0-1,-1 0,0 1,0-1,-1 0,0 1,-1-1,0-3,0 3,-1 1,0 0,0 0,0 0,-1 0,0 1,-1-1,0 1,0 0,0 0,-1 0,0 0,-1 1,1 0,-1 0,-3-2,6 7,1 0,-1 0,0 1,0-1,1 1,-1-1,0 1,0 0,0 0,0 0,1 1,-1-1,0 1,0-1,0 1,1 0,-1 0,1 0,-1 1,1-1,-1 0,1 1,-1 0,1-1,0 1,0 0,0 0,0 0,0 1,1-1,-1 0,1 1,-1-1,1 1,0-1,0 1,0 0,0 0,1-1,-1 1,0 2,-7 13,1 1,1 1,0-1,1 1,1 0,1 0,1 0,1 0,1 1,0-1,2 0,0 0,3 9,-2-20,0-1,0 1,1-1,1 0,-1-1,1 1,1-1,-1 0,1 0,1 0,-1-1,1 0,0 0,0-1,1 0,-1 0,1-1,0 0,1 0,-1-1,1 0,-1 0,1-1,0 0,0-1,0 0,0 0,2-1,41 1</inkml:trace>
</inkml:ink>
</file>

<file path=ppt/ink/ink4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4-05T06:10:30.971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259 976,'-13'-3,"0"1,1 0,-1 2,0-1,0 1,0 1,0 0,0 1,0 1,0 0,1 0,-1 1,1 1,0 0,1 1,-1 0,-5 4,14-8,1 0,0 0,0 0,0 1,0-1,0 0,1 1,-1-1,1 1,-1 0,1 0,0-1,0 1,0 0,1 0,-1 0,1 0,-1 0,1 0,0 0,0 0,0 0,1 0,-1 0,1 0,-1 0,1-1,0 1,0 0,0 0,1 0,-1-1,1 1,-1-1,1 1,0-1,0 0,0 0,1 1,20 21,2-2,0 0,0-2,2 0,9 3,17 13,-38-26,-1-1,0 1,-1 0,0 1,0 0,-1 1,-1 1,10 12,-20-23,0 0,0-1,-1 1,1 0,0 0,-1 0,1-1,-1 1,1 0,-1 0,0 0,0 0,0 0,0 0,0 0,0 0,-1 0,1-1,0 1,-1 0,0 0,1 0,-1-1,0 1,0 0,0-1,0 1,0 0,-1-1,1 0,0 1,-1-1,1 0,-1 1,1-1,-1 0,0 0,1 0,-1-1,-1 2,-75 24,77-26,-41 4,41-4,0 0,0 0,0 0,1 0,-1 0,0 0,0 0,0-1,0 1,0 0,0-1,0 1,1 0,-1-1,0 1,0-1,0 0,1 1,-1-1,0 1,1-1,-1 0,1 0,-1 1,1-1,-1 0,1 0,-1 0,1 1,0-1,-1 0,1 0,0 0,0 0,0 0,0 0,0 0,0 0,0 0,0 0,0 1,2-8,1 1,0 0,0 0,1 1,-1-1,2 1,-1-1,1 1,0 1,0-1,0 1,1 0,4-3,1-2,337-279,-346 287,7-4,-1-1,0 0,0 0,0-1,-1 0,0 0,-1-1,0 0,0 0,-1 0,0-1,-1 0,3-8,-7 16,-1 0,1 0,0 1,-1-1,0 0,1 0,-1 1,0-1,0 0,0 1,0-1,0 1,0-1,0 1,-1 0,1-1,0 1,-1 0,1 0,-1 0,0 0,1 0,-1 0,0 1,1-1,-1 0,0 1,0-1,0 1,1 0,-1 0,0 0,0 0,0 0,0 0,0 0,1 0,-1 1,0-1,0 1,1-1,-1 1,0 0,0 0,1 0,-1 0,1 0,-1 0,1 0,-1 0,1 0,0 1,-6 5,0 0,1 0,0 1,1 0,0 0,0 1,0-1,1 1,1 0,-1 0,1 0,1 0,0 1,0-1,1 1,0-1,1 1,0 0,0-1,1 1,1 4,-2-4,1-1,0 0,1 1,-1-1,2 0,-1 0,1-1,1 1,0 0,0-1,0 0,1 0,0 0,1-1,0 1,0-1,0-1,1 1,0-1,0 0,1-1,0 0,0 0,0 0,0-1,1-1,-1 1,1-1,0-1,0 0,0 0,0 0,1-1,-1-1,9 0,-6-2,-1-1,1-1,-1 0,0 0,0-1,-1 0,1-1,-1-1,-1 1,1-1,-1-1,0 0,-1 0,0-1,0 0,0-1,10-13,-2-2,0 0,-1-1,-2-1,10-25,9-42,-4-2,-5 0,-4-1,-3-2,-6 1,-3-3,-2 30,-4-1,-6-69,4 132,0 0,0 0,0 0,-1 1,-1-1,0 0,0 1,0-1,-2 0,4 8,0 0,0 0,-1 0,1 0,0 1,-1-1,1 0,-1 1,1-1,-1 1,1 0,-1 0,1-1,-1 1,1 0,-1 0,1 0,-1 0,1 1,-1-1,1 0,-1 1,1-1,0 1,-1-1,1 1,0 0,-1-1,1 1,0 0,0 0,-1 0,1 0,0 0,0 0,0 0,0 1,0-1,1 0,-1 1,0-1,1 0,-1 1,1-1,-1 1,1-1,-1 0,1 1,0-1,0 1,0 1,-14 31,2 0,1 1,2 1,1 0,2 0,1 1,3-1,0 2,-1 5,2 1,1-1,2 0,3 1,1-1,2-1,2 1,2-1,1-1,2-1,2 0,2 0,2-2,1-1,2 0,14 15,-29-41,1 0,1 0,-1-1,2-1,-1 0,1 0,1-1,-1-1,1 0,1 0,-13-7,-1 1,1 0,0-1,0 1,0-1,0 1,0-1,0 1,1-1,-1 1,0-1,0 0,0 0,0 0,0 0,0 0,0 0,1 0,-1 0,0 0,0 0,0 0,0-1,0 1,0-1,0 1,0-1,0 1,0-1,0 1,0-1,0 0,0 1,0-1,0 0,-1 0,1 0,0 0,-1 0,1 0,-1 0,1 0,-1 0,1 0,-1 0,1 0,-1 0,0 0,0 0,0 0,0 0,0-1,0 1,0 0,0 0,0-1,-3-10,-1-1,0 1,-1 0,0 0,0 0,-2 1,1 0,-2 0,-5-7,3 4,-29-42</inkml:trace>
</inkml:ink>
</file>

<file path=ppt/ink/ink4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4-05T06:10:31.239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432 476,'-66'-33,"-1"2,-1 3,-4 2,-63-25,113 40,22 11,0-1,0 0,-1 1,1-1,0 1,0-1,0 0,0 1,0-1,0 1,0-1,0 0,0 1,0-1,0 1,0-1,0 0,1 1,-1-1,0 1,0-1,1 0,-1 1,0-1,1 1,-1-1,0 1,1 0,-1-1,1 1,-1-1,1 1,-1 0,1-1,-1 1,1 0,0-1,-1 1,1 0,-1 0,1 0,0 0,-1 0,1-1,-1 1,1 0,0 0,-1 0,1 1,-1-1,1 0,0 0,-1 0,2 0,238-63,684-146,-898 205,-65 15,-14 4</inkml:trace>
</inkml:ink>
</file>

<file path=ppt/ink/ink4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4-05T06:10:36.095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667 337,'-23'2,"-1"1,0 1,0 1,1 0,0 2,1 1,-1 1,1 1,1 1,0 0,1 2,-6 5,1 0,1 2,1 0,1 2,1 1,1 0,1 1,1 1,2 1,0 1,1 0,2 1,1 0,1 1,2 1,-1 4,-12 62,4 0,4 1,5 0,3 13,-22 613,33-594,5-1,5 0,10 18,7 56,-17-103,5-1,4-1,27 69,-4-35,-6 3,4 46,-3-5,32 74,-26-96,-31-90,-9-32,1 0,1-1,1 0,2 0,2 0,-13-26,44 75,3-1,23 24,-46-74,1-1,1-1,2-1,0-2,2-1,0-2,1-1,1-2,7 2,15 6,0-3,1-2,1-3,1-2,0-3,1-2,42 0,-30-6,-1-4,0-3,0-3,-1-4,0-2,0-3,14-8,342-123,-394 136,-1-1,0-2,-1-2,-1 0,0-2,-1-1,18-17,22-24,-3-2,35-46,-77 79,-2 0,-1-2,-1 0,-1-2,-2 1,-2-2,0 0,-3-1,0 0,-1-5,67-351,-35 158,-22 118,-4 0,-5 0,-5-19,-7-491,-6 523,-4-1,-9-26,-10-79,18 90,1-7,-6-1,-24-86,-88-198,44 158,73 211,-1 1,-3 1,-1 0,-2 2,-1 0,-9-10,7 16,0 0,-2 1,-2 2,0 0,-1 2,-2 1,-1 1,0 2,-2 1,0 1,-1 2,-1 1,-1 2,-15-4,-67-11,-1 6,-98-6,57 11,1 8,-2 6,1 8,0 6,1 7,-72 21,107-10,18-2</inkml:trace>
</inkml:ink>
</file>

<file path=ppt/ink/ink4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4-05T06:10:38.829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0,'239'73,"-3"11,-5 9,184 106,-40-22,17-2,-355-156,-26-11,-21-8,-163-67,20-5,115 52</inkml:trace>
</inkml:ink>
</file>

<file path=ppt/ink/ink4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4-05T06:10:39.165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93 0,'9'1,"92"83,-58-43,44 32,2-4,99 58,-153-106,-20-13,0 0,-1 1,0 0,-1 1,0 1,0 0,-1 1,3 4,-13-11,0 0,0 0,-1 0,1 0,-1 0,0 1,-1-1,1 0,-1 0,0 1,0-1,-1 0,0 1,1-1,-2 0,1 0,-1 0,0 0,0 0,0 0,0 0,-1-1,0 1,0-1,0 0,-1 0,1 0,-1 0,0 0,0-1,-2 2,-53 55,-2-3,-3-2,-48 30,94-71,-267 192,156-118</inkml:trace>
</inkml:ink>
</file>

<file path=ppt/ink/ink4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4-05T06:10:40.090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532 665,'112'441,"-99"-393,7 32,4 0,21 45,-32-101,-5-20,-8-18,-8-20,-2 1,-1 0,-1 1,-2 0,-14-22,18 32,-33-62,-3 1,-4 3,-23-27,46 72,-1 1,-1 2,-2 1,-1 1,-2 1,0 2,-2 2,-15-8,-108-29,159 62,0 0,1 0,-1 0,0 0,1 0,-1 0,1-1,-1 1,0 0,1 0,-1 0,0-1,1 1,-1 0,0 0,0 0,1-1,-1 1,0 0,0-1,1 1,-1 0,0-1,0 1,0 0,1-1,-1 1,0 0,0-1,0 1,0-1,0 1,0 0,0-1,0 1,0 0,0-1,0 1,0-1,0 1,0 0,0-1,0 1,-1 0,1-1,0 1,0 0,0-1,-1 1,1 0,0-1,0 1,-1 0,1 0,0-1,0 1,-1 0,1 0,0-1,-1 1,1 0,0 0,-1 0,1 0,-1 0,175-105,-42 25,66-38,56-18,-249 133,17-8,0 1,0 0,1 2,0 1,0 0,5 1,-26 6,0-1,0 1,0-1,0 1,0 0,0 0,0 0,0 0,0 0,1 0,-1 1,0-1,0 0,-1 1,1 0,0 0,0-1,0 1,0 0,-1 0,1 1,0-1,-1 0,1 0,-1 1,1-1,-1 1,0 0,0-1,1 1,-1 0,0 0,-1-1,1 1,0 0,0 0,-1 0,1 0,-1 1,0 37</inkml:trace>
</inkml:ink>
</file>

<file path=ppt/ink/ink4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4-05T06:10:40.533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1 424,'16'-2,"-1"0,1-1,-1-1,1 0,-1-1,0-1,-1 0,1-1,-1-1,10-7,-24 15,174-103,-94 52,2 5,2 2,56-18,-129 57,0 1,0 1,1-1,-1 2,1 0,0 0,0 1,-1 0,6 1,-15 1,1-1,-1 0,1 1,-1 0,1 0,-1-1,0 1,0 1,1-1,-1 0,0 0,0 1,0-1,0 1,-1 0,1 0,0 0,-1-1,1 1,-1 1,0-1,1 0,-1 0,0 0,0 1,-1-1,1 0,0 1,-1-1,1 1,-3 75,-13-8,10-56,1 1,1-1,0 1,1 0,0 0,2 1,-1-1,2 0,0 0,1 0,2 7,-3-18,1 0,0 0,0 0,0 0,1 0,-1-1,1 1,0-1,0 0,0 1,1-1,-1-1,1 1,-1 0,1-1,0 0,0 0,0 0,0 0,0-1,1 1,-1-1,0 0,1 0,4-1,2 1,1 0,0-1,0-1,-1 0,1 0,0-2,-1 1,1-1,3-2,3-2,0-1,-1-1,0 0,0-1,-1-1,0 0,-1-1,0-1,0-2,-7 7,0 0,-1-1,0 1,0-1,-1 0,-1-1,1 0,-2 0,1 0,-1 0,-1-1,0 1,0-1,-1 0,-1 0,1-8,-2 11,-1 1,0-1,-1 0,0 0,0 1,0 0,-1-1,0 1,-1 0,0 0,0 0,0 1,-1-1,1 1,-2 0,1 1,-1-1,0 1,0 0,0 0,0 1,-1 0,-4-2,1 1,0 0,-1 0,1 1,-1 0,0 0,0 2,-1-1,1 1,0 1,-1 0,1 1,-1 0,1 1,-1 0,-8 2,15-2,0 0,0 0,0 1,0 0,0 0,1 0,-1 0,1 1,0-1,-1 1,1 0,0 1,1-1,-1 1,1-1,-1 1,1 0,0 1,1-1,-1 0,1 1,-1-1,2 1,-1 0,0 0,1 0,0 0,0 0,0 0,1 0,0 0,0 0,0 0,0 0,1 0,0 0,0 0,0 0,1 0,-1 0,1-1,3 5,25 31,6-6</inkml:trace>
</inkml:ink>
</file>

<file path=ppt/ink/ink4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4-05T06:10:41.212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67 1499,'-13'-234,"13"177,-2 1,-3-1,-2 1,-4-7,10 60,1 0,-1 0,1-1,-1 1,0 0,0 0,0 0,0 0,-1 0,1 0,-1 0,0 0,0 1,0-1,0 0,0 1,-1 0,1-1,1 10,8-3,1 0,0 0,0-1,0 0,0 0,1-1,-1 0,1 0,-1-1,1 0,0-1,-1 0,1 0,0-1,34-1,0-3,0-1,23-8,83-11,-147 25,1-1,-1 0,1 1,-1 0,1 0,-1-1,1 2,-1-1,1 0,-1 0,1 1,-1-1,1 1,-1 0,0 0,1 0,-1 0,0 0,1 0,-1 1,0-1,0 1,0 0,-1-1,1 1,0 0,0 0,-1 0,0 0,1 0,10 128,-11-123,0-1,1 0,0 0,0 0,0 0,0 0,1 0,0-1,0 1,1-1,0 0,0 0,0 0,0 0,1-1,-1 1,1-1,1-1,-1 1,0-1,1 0,-1 0,1 0,0-1,0 0,0 0,0 0,1-1,-1 0,0 0,1-1,-1 1,0-1,1-1,-1 1,0-1,1-1,-1 1,6-3,-3 1,0-2,-1 1,1-1,-1 0,0-1,0 0,-1 0,0-1,0 0,0 0,-1 0,0-1,-1 0,1 0,-2-1,1 1,-1-2,6-12,-1-1,-1 0,-2 0,0-1,-1 0,-1-8,1-43,-3 0,-4 1,-3-1,-3 1,-4 0,-3 1,-2 0,-5 1,-20-47,-1 19,28 95,9 28,5 11,1 0,2 1,1-1,2 0,4 15,-7-41,9 59,2-1,4 0,3-1,2-1,3-2,3 0,7 7,-22-47,2-1,0-1,1 0,0-1,2-1,2 1,-12-11,0-1,1-1,0 1,0-2,0 1,1-1,0-1,0 1,0-2,0 1,1-2,-1 1,1-1,0-1,4 0,-9-1,0-1,1 0,-1 0,0 0,0-1,0 0,0 0,0-1,0 1,-1-1,1-1,-1 1,0-1,0 0,0 0,-1 0,1 0,-1-1,0 0,0 0,-1 0,1-1,-1 1,0-1,-1 0,1 1,-1-1,0 0,-1-1,1-1,8-42</inkml:trace>
</inkml:ink>
</file>

<file path=ppt/ink/ink4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4-05T06:10:41.383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136 277,'-14'2,"-13"4,-7 2,0 0,11-3,20-8,29-11,35-16,37-16,31-11,21-4,10 8,-23 11</inkml:trace>
</inkml:ink>
</file>

<file path=ppt/ink/ink4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4-05T06:10:42.310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264 581,'-18'0,"9"-1,-1 0,1 0,0 1,-1 1,1-1,0 1,0 1,-1 0,1 0,0 1,1 0,-1 0,0 1,1 0,0 1,0 0,0 0,1 1,-6 5,5-2,1 1,0 0,1 1,0-1,1 1,0 0,1 1,0-1,0 1,1 0,1 0,0 0,1 0,0 0,1 0,0 0,1 0,0 0,1 0,0 0,1 0,1 0,4 10,-5-18,0 1,1-1,0 0,0 0,0 0,0 0,1-1,-1 1,1-1,0 0,0-1,0 1,0-1,0 0,1 0,-1-1,1 1,-1-1,1-1,-1 1,1-1,0 0,-1 0,1 0,0-1,-1 0,1 0,-1-1,1 1,-1-1,0 0,0-1,0 1,0-1,0 0,0 0,-1 0,4-4,9-7,0 1,-1-2,-1 0,-1-1,0-1,-1 0,-1 0,0-1,-2-1,0 0,-1-1,0 0,-2 0,-1 0,0-1,-2 0,0 0,-1 0,-2-1,0-5,-7-13,0 44,2 6,1 0,0 1,1-1,0 0,1 1,0 0,1-1,0 1,0-1,1 1,2 8,-2-12,0 0,0 0,1-1,0 1,0 0,0-1,1 0,0 0,0 0,0 0,1 0,0 0,0-1,1 0,-1 0,1 0,0 0,1-1,-1 0,1 0,0 0,0-1,0 0,0 0,0 0,1-1,-1 0,1-1,3 1,-3 0,0 0,0-1,0 0,0-1,1 0,-1 0,0 0,0-1,0 0,0 0,0-1,0 0,0 0,0-1,-1 0,1 0,-1 0,0-1,0 0,0 0,0-1,-1 1,1-1,-1 0,-1-1,1 1,-1-1,0 0,0 0,0 0,-1-1,0 1,1-6,-1-8,0-1,-2 1,0-1,-2 1,0-1,-1 1,-1 0,-1 0,0 0,-2 0,-1 1,0-1,-1 2,-1-1,-8-12,13 24,3 6,0 0,-1-1,1 1,0-1,0 0,0 1,1-1,-1 0,0 0,1 1,-1-1,1 0,-1 0,1 0,0 0,0 0,0 1,0-1,0 0,0 0,0 0,1 0,-1 0,1 0,0 1,-1-1,1 0,0 0,70-13,-50 14,51-5,0 3,50 5,-117-2,0 0,1 0,-1 0,0 1,1 0,-1 0,0 0,0 1,0 0,0 0,0 0,-1 0,1 1,0 0,-1 0,0 0,0 0,0 1,0-1,0 1,-1 0,0 0,0 1,0-1,0 1,1 2,18 108,-22-104,0-1,1 1,0-1,0 1,1-1,0 0,1 0,1 0,-1 0,1 0,1-1,0 1,0-1,1 0,0-1,1 0,0 0,0 0,5 3,-7-7,2-1,-1 0,0 0,1-1,-1 0,1 0,-1 0,1-1,0 0,0 0,0-1,0 0,0 0,-1-1,1 0,0 0,0 0,-1-1,1 0,2-1,8-4,-1 0,0-1,0 0,0-1,-1-1,-1-1,5-4,4-5,-1-2,-1 0,-1-1,-1-1,-1-1,-2-1,0 0,-2-1,0-1,-2 0,-1-1,-2 0,5-22,-12 39,0-1,0 1,-2 0,1 0,-1 0,-1-1,0 1,-1 0,-2-7,3 15,0 0,-1-1,1 1,-1 0,0 0,0 0,0 1,0-1,-1 0,0 1,1-1,-1 1,0 0,-1 0,1 0,-1 1,1-1,-1 1,0 0,0 0,0 0,0 0,0 1,0-1,0 1,-1 0,-3 0,1 1,0 0,0 0,0 1,0 0,0 0,0 1,1-1,-1 2,0-1,1 1,-1 0,1 0,0 1,0-1,0 1,1 1,-1-1,1 1,0 0,1 0,-1 1,-2 4,0-1,0 1,1-1,0 2,1-1,0 1,0-1,1 1,1 1,0-1,1 0,0 1,0-1,1 7,1-10,1 1,0-1,0 0,1 0,0 0,0 0,1 0,0 0,0-1,1 1,0-1,1 0,-1 0,1 0,0-1,1 0,0 0,0 0,0-1,1 1,-1-2,1 1,1-1,-1 0,4 1,15 7,0-2,1 0,0-2,1-1,0-2,26 3,37 1,-9-3</inkml:trace>
</inkml:ink>
</file>

<file path=ppt/ink/ink4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4-05T06:10:43.367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577 356,'4'-15,"-2"0,0 0,0 0,-1 0,-1-1,-1 1,0 0,-1 0,-1-1,2 8,-2 1,1 0,-1 0,0 0,0 0,-1 0,1 1,-2 0,1 0,-1 0,0 0,0 1,0-1,-1 1,0 1,0-1,0 1,0 0,-3-1,-3 0,0 0,0 0,-1 1,1 1,-1 0,0 0,0 1,0 1,0 1,0-1,-1 2,1 0,0 1,0 0,0 1,1 0,-1 1,0 0,-4 3,0 0,0 1,1 1,-1 0,2 1,0 1,0 1,1 0,0 0,1 2,1-1,-6 9,13-17,1 1,-1-1,1 1,0 0,0 0,1 0,0 0,0 1,0-1,1 1,0 0,0 0,1-1,0 1,0 0,1 1,0-1,0 0,0 0,1 0,0 0,0 0,1-1,0 1,0 0,1-1,0 1,0-1,4 6,1-5,1-1,0-1,0 0,0 0,0-1,1 0,0 0,0-1,0 0,0-1,1-1,-1 1,0-1,1-1,-1 0,1-1,-1 0,1 0,-1-1,0 0,0-1,5-2,5 0,0-1,0-1,0-1,-1 0,0-2,-1 0,0-1,-1-1,0 0,-1-2,0 0,-1 0,0-1,-2-1,0-1,0 0,-2 0,0-1,-1-1,-1 0,-1 0,0-1,-1 0,-2 0,0 0,-1-1,0-4,-4-18,9 64,57 184,-43-146,-2 1,-2 1,-4 0,-2 2,-2-1,-4 1,-2 1,-4 55,-2-102,-1 0,-1 0,0 0,-1-1,-1 1,-1-1,0 0,-1-1,0 1,-2-1,0-1,0 0,-1 0,-1-1,0 0,-1-1,-1 0,0-1,0 0,-1-1,0 0,-1-2,-12 7,15-10,-1 0,0 0,0-1,0-1,0 0,0-1,-1 0,1-1,-1-1,1 0,-3-1,-4-15,19 6</inkml:trace>
</inkml:ink>
</file>

<file path=ppt/ink/ink4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4-05T06:10:50.698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1 192,'13'-9,"19"-8,17-7,17-5,10-1,4 1,-3 4,-8 6,-15 11,-17 7</inkml:trace>
</inkml:ink>
</file>

<file path=ppt/ink/ink4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4-05T06:10:50.949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0 163,'28'-7,"24"-6,24-9,18-4,8-3,-2 2,-10 5,-22 6</inkml:trace>
</inkml:ink>
</file>

<file path=ppt/ink/ink4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4-05T06:10:51.189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0 149,'16'4,"19"0,19-6,19-7,17-8,10-7,3-3,-4-2,-12 2,-22 5</inkml:trace>
</inkml:ink>
</file>

<file path=ppt/ink/ink4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4-05T06:10:51.609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4 0,'-3'21,"3"20,2 16,6 16,4 10,2 3,1 0,-2-8,-2-9,-1-16,-4-13,-2-17,-2-18,-3-17,-2-7</inkml:trace>
</inkml:ink>
</file>

<file path=ppt/ink/ink4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4-05T06:10:51.865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88 607,'-84'-316,"83"311,0-1,1 1,-1 0,1 0,0-1,0 1,1 0,-1-1,1 1,0 0,1 0,-1 0,1 0,0 0,0 0,1 0,-1 1,1-1,0 1,0 0,1 0,-1 0,1 0,0 0,0 1,0 0,1-1,-1 2,4-3,24-11,1 1,0 2,1 1,1 2,31-6,-62 15,90-22,0 5,2 4,49 1,-131 12,-1 0,1 1,-1 1,1 0,-1 1,1 1,-1 0,3 2,15 10</inkml:trace>
</inkml:ink>
</file>

<file path=ppt/ink/ink4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4-05T06:10:52.114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0 143,'16'5,"17"1,15-2,17-7,17-10,16-9,10-7,4-5,-6 3,-21 6</inkml:trace>
</inkml:ink>
</file>

<file path=ppt/ink/ink4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4-05T06:10:52.288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18 152,'-3'9,"-1"1,2-1,-1 1,1-1,1 1,-1 0,2 0,-1 0,2 0,-1 0,1-1,1 1,-1 0,2 0,-1-1,2 0,-1 1,1-1,0 0,1-1,0 1,0-1,1 0,0 0,1-1,5 6,0-5,1-1,-1-1,1 0,0-1,1 0,-1-1,1-1,0 0,0-1,0 0,0-1,0-1,0 0,0-1,0 0,0-1,0-1,0 0,0-1,-1 0,0-1,0-1,0 0,-1-1,1 0,-2-1,1 0,-1-1,4-4,-8 5,-2 0,1 0,-1 0,0-1,-1 0,0 0,0 0,-1 0,0 0,-1-1,0 0,0 1,-1-1,0 0,-1 0,0 0,-1 1,0-1,0 0,-1 1,-1-1,1 1,-1-1,-1 1,0 0,0 0,-1 1,0-1,0 1,-1 0,0 0,-1 1,1 0,-1 0,-1 0,1 1,-1 0,0 1,-1 0,1 0,-1 0,-1 1,3 1,1 1,-1-1,0 1,1 0,-1 1,0 0,0 0,0 0,0 1,0 0,0 1,-1-1,2 1,-1 1,0-1,0 1,0 1,1-1,-1 1,1 0,0 0,0 1,0 0,0 0,0 0,1 1,0 0,0 0,0 0,1 0,0 1,0 0,0 0,0 0,1 0,0 1,1-1,-1 1,1 0,0 2,0 0,0 0,1 0,0 0,0 1,1-1,0 0,1 0,0 0,1 2,8 34</inkml:trace>
</inkml:ink>
</file>

<file path=ppt/ink/ink4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4-05T06:10:52.951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0 1414,'12'-40,"5"-10,-3-1,-1-1,-3 0,-2-1,-2 0,-3 0,-2 0,-4-31,3 83,0 1,1-1,-1 1,0-1,0 1,0-1,0 1,1-1,-1 1,0-1,0 1,1 0,-1-1,0 1,1-1,-1 1,1 0,-1-1,0 1,1 0,-1 0,1-1,-1 1,1 0,-1 0,1-1,-1 1,1 0,-1 0,1 0,-1 0,1 0,-1 0,1 0,-1 0,1 0,0 0,-1 0,1 0,-1 1,1-1,-1 0,1 0,-1 0,0 1,1-1,-1 0,1 1,-1-1,1 0,-1 1,0-1,1 0,-1 1,0-1,1 1,-1-1,0 1,0-1,0 1,1-1,-1 1,0-1,0 1,0-1,0 1,8 3,23 11,1-2,1-1,1-2,-1-1,1-1,1-2,3-2,63 15,-96-19,-1 0,1 1,-1 0,1 0,-1 0,1 1,-1-1,1 1,-1 0,0 0,0 1,0-1,0 1,-1 0,1 0,-1 0,0 1,1-1,-2 1,1-1,0 1,-1 0,1 0,-1 0,0 1,0 0,0 94,-4-87,2 1,-1-1,1 1,1-1,0 1,1-1,3 12,-4-21,0 1,1-1,-1 1,1-1,0 1,0-1,0 0,1 0,-1 0,1 0,-1 0,1-1,0 1,0-1,0 0,1 0,-1 0,0 0,1 0,0-1,-1 0,1 1,0-1,-1-1,1 1,0 0,0-1,0 0,2 0,4 0,0-1,0 0,-1-1,1 0,0-1,-1 0,1 0,-1-1,0 0,9-5,1-3,-1-2,-1 1,0-2,0 0,-2-1,0-1,-1-1,0 1,-2-2,0 0,-1-1,3-9,11-28,-2-1,-3-2,10-53,-7 9,-4-1,-5-1,-5 0,-4-1,-6-38,-10 50,11 95,-1 0,1-1,-1 1,1 0,-1-1,1 1,0 0,-1 0,0-1,1 1,-1 0,1 0,-1 0,1 0,-1 0,1 0,-1 0,1 0,-1 0,0 0,1 0,-1 0,1 0,-1 0,1 0,-1 0,1 1,-1-1,1 0,-1 0,1 1,-1-1,1 0,-1 1,1-1,0 1,-1-1,1 0,0 1,-1-1,1 1,0-1,-1 1,1-1,0 1,0-1,0 1,0-1,-1 1,1-1,0 1,0 0,0-1,0 1,0-1,0 1,0-1,0 1,1-1,-1 1,0 0,0-1,0 1,1-1,-1 1,0-1,-10 43,2-1,1 2,2-1,3 0,1 1,3 16,-1-4,2 0,3 0,2 0,2-1,3-1,2 0,3-1,2 0,2-2,3 0,21 31,-42-73,2-1,-1 0,1 0,1 0,-1-1,1 1,0-2,1 1,0-1,0 0,0-1,0 1,1-2,2 2,-9-6,1 0,-1 1,0-1,1 0,-1 0,0-1,1 1,-1 0,0-1,0 1,0-1,1 0,-1 0,0 1,0-2,0 1,0 0,0 0,0-1,-1 1,1-1,0 1,-1-1,1 0,-1 1,1-1,-1 0,0 0,0 0,0 0,0 0,0-1,0 1,-1 0,1 0,-1 0,1-2,8-31</inkml:trace>
</inkml:ink>
</file>

<file path=ppt/ink/ink4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4-05T06:10:53.206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327 153,'-18'-7,"-22"-4,-18-3,-8-1,0 2,14 3,25 1,33 0,40-1,44-4,39 2,31-1,21 3,9 5,-8 8,-34 3</inkml:trace>
</inkml:ink>
</file>

<file path=ppt/ink/ink4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4-05T06:10:54.008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191 258,'-10'2,"-1"1,1 0,0 0,0 1,0 0,0 1,1 0,0 0,0 1,0 0,0 1,1 0,0 0,1 1,0 0,0 0,1 0,0 1,0 0,1 1,-1 1,4-7,1-1,0 1,0-1,0 1,0 0,1-1,-1 1,1 0,0 0,0-1,0 1,1 0,-1-1,1 1,0 0,0-1,0 1,1-1,-1 1,1-1,0 0,0 0,0 0,0 0,0 0,1 0,-1 0,1-1,0 1,0-1,0 0,0 0,0 0,0 0,1-1,-1 1,1-1,-1 0,1 0,-1 0,1 0,0 0,-1-1,2 0,6 1,-1-1,1 0,0-1,-1 0,1-1,0 0,-1 0,0-1,1-1,-1 0,-1 0,1-1,-1 0,1-1,-1 0,-1 0,8-7,0-2,0 0,-1-1,-1 0,0-1,-1-1,-1 0,-1-1,3-8,14-33,-35 76,1 0,1 1,1 0,0 0,1 1,1 5,1-17,0 0,1 0,0 0,1 0,-1 0,1 0,0 0,0 0,1 0,0 0,0-1,0 1,1-1,0 1,0-1,0 0,1 0,0 0,0-1,0 1,0-1,1 0,1 1,-1-2,1 0,0 0,0 0,0-1,0 0,0 0,1-1,-1 0,0 0,1 0,-1-1,1 0,-1 0,1-1,-1 0,1 0,-1 0,0-1,0 0,0 0,0-1,0 1,0-1,0-1,-1 1,0-1,1 0,-1 0,-1 0,1-1,-1 0,0 0,0 0,0 0,0 0,-1-1,0 0,0 0,-1 0,0 0,2-5,3-14,-1-1,-1 1,-2-1,0 0,-2 0,0 0,-4-25,2-45,1 94,0 0,0-1,0 1,1-1,-1 1,1 0,-1-1,1 1,0 0,0 0,0-1,0 1,0 0,1 0,-1 0,1 0,-1 1,1-1,0 0,-1 0,1 1,0-1,0 1,0 0,0 0,0 0,1 0,-1 0,0 0,0 0,1 1,-1-1,0 1,1-1,-1 1,1 0,-1 0,2 0,45-2,1 2,-1 2,0 2,13 4,40 20,-98-26,-1 0,0 0,0 0,0 0,0 0,0 1,0-1,-1 1,1 0,-1 0,0 0,1 0,-1 0,-1 0,1 1,0-1,-1 0,0 1,0 0,0-1,0 1,-1-1,1 1,-1 0,0 0,0-1,0 3,-10 48,8-48,0-1,0 1,1 0,0 0,0-1,0 1,1 0,0 0,0 0,0 0,1 0,-1 0,2 0,-1 0,1 0,0-1,0 1,0-1,1 1,0-1,0 0,1 1,6 2,0 0,0-1,1 0,1-1,-1 0,1-1,0 0,0-1,0 0,0-1,1-1,0 0,-1 0,1-1,0-1,0 0,-1-1,2 0,1 1,1-1,0 0,0-2,-1 1,1-2,-1 0,0-1,0 0,-1-1,1-1,-1 0,-1-1,1-1,-1 0,-1-1,0 0,0-1,-1 0,0-1,-1 0,-1 0,1-1,-2-1,0 1,-1-2,0 1,-1-1,-1 1,0-2,1-7,-6 17,1 1,-1-1,0 0,0 0,-1 0,1 1,-1-1,0 0,-1 1,0-1,0 1,-2-5,3 8,0 0,0 1,0-1,-1 0,1 0,-1 0,1 1,-1-1,0 1,1-1,-1 1,0 0,0 0,0 0,0 0,0 0,0 0,-1 0,1 1,0-1,0 1,-1 0,1-1,0 1,0 0,-1 0,1 1,0-1,0 0,-1 1,1-1,0 1,-1 0,-6 3,1 1,-1 0,1 0,0 1,0 0,1 1,0-1,0 1,1 1,-1-1,1 1,1 0,0 1,0-1,1 1,0 0,0 0,1 0,0 1,1-1,0 1,0 0,1-1,0 1,1 0,0 0,1 0,-1-4,1 0,1 0,-1 0,1-1,0 1,0 0,1-1,0 1,0-1,0 0,0 0,1 0,0-1,0 1,0-1,1 0,-1 0,1 0,0-1,0 1,1-1,-1-1,5 3,9 3,0-1,1-1,0-1,0 0,0-2,7 0,46 5</inkml:trace>
</inkml:ink>
</file>

<file path=ppt/ink/ink4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4-05T06:10:54.467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163 121,'-4'0,"0"0,0 1,1 0,-1 0,0 0,1 0,-1 0,1 1,-1 0,1 0,0 0,0 0,0 0,0 0,0 1,0 0,0-1,1 1,0 0,-1 0,1 1,0-1,0 2,-33 84,30-69,1 1,1 0,1 0,1 0,1 0,1 0,0-1,2 1,0 0,1 0,1-1,1 0,4 7,-5-13,2-1,-1 1,1-1,1 0,0-1,1 0,1 0,0-1,0 0,1-1,0 0,1 0,0-2,0 1,1-1,0-1,1-1,0 0,2 1,-3-4,0 0,0 0,1-1,-1-1,1 0,-1-1,1-1,-1 0,1 0,-1-1,0-1,0-1,0 0,0 0,0-1,-1-1,0 0,0 0,-1-2,1 1,-2-1,1-1,-1 0,0-1,-1 1,0-2,-1 1,0-1,-1-1,0 1,0-1,0-3,2-5,0-1,-1-1,-1 1,0-1,-2 0,-1-1,-1 1,-1-1,0 1,-2-1,-1 0,-1 1,0-1,-2 1,-1-1,0 1,-2 1,0-1,-2 1,-2-4,6 16,-1 0,1 1,-2 0,1 0,-1 0,0 1,0 0,-1 0,0 1,-1 0,1 1,-1-1,0 2,0-1,0 1,-1 1,0-1,0 2,0-1,0 1,0 1,0 0,0 1,0-1,0 2,-1 0,1 0,0 0,0 2,0-1,-6 3,-10 7,1 0,0 2,1 0,0 2,1 1,1 1,0 0,2 2,0 0,2 2,0 0,1 1,1 0,-4 11,-30 50</inkml:trace>
</inkml:ink>
</file>

<file path=ppt/ink/ink4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4-05T06:12:25.988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11 319,'-5'17,"0"-23,6-16,2-1,0 1,2 0,0 0,1 1,1-1,8-14,-9 20,-3 4,1 1,1-1,0 1,0 0,1 0,1 1,0 0,0 0,8-9,-14 19,0-1,-1 1,1-1,0 0,0 1,-1 0,1-1,0 1,0-1,0 1,0 0,-1 0,1-1,0 1,0 0,0 0,0 0,0 0,0 0,0 0,0 0,-1 0,1 0,0 1,0-1,0 0,0 1,0-1,-1 0,1 1,0-1,0 1,-1-1,1 1,0 0,-1-1,1 1,0 0,-1-1,1 1,-1 0,1 0,-1-1,1 2,15 39,-15-39,42 234,-38-185,3 0,2 0,2-1,3 0,2 2,9-1,-14-33</inkml:trace>
</inkml:ink>
</file>

<file path=ppt/ink/ink4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4-05T06:12:26.467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1 306,'35'-136,"-1"-4,-21 113,-13 27,1-1,-1 1,0 0,1 0,-1 0,1-1,-1 1,0 0,1 0,-1 0,1 0,-1 0,1-1,-1 1,1 0,-1 0,1 0,-1 0,0 1,1-1,-1 0,1 0,-1 0,1 0,-1 0,1 1,-1-1,0 0,1 0,-1 0,0 1,1-1,-1 0,0 1,1-1,-1 0,0 1,1-1,-1 1,0-1,0 0,1 1,-1-1,0 1,0-1,0 0,0 1,0-1,0 1,0-1,0 1,0-1,0 1,0-1,0 1,0-1,0 1,0-1,8 28,-2-1,-1 1,-1 1,-1-1,-2 2,4 27,32 228,-29-238</inkml:trace>
</inkml:ink>
</file>

<file path=ppt/ink/ink4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4-05T06:12:26.933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1 380,'19'-121,"25"-87,-22 158,-13 54,8 64,23 428,-35-450</inkml:trace>
</inkml:ink>
</file>

<file path=ppt/ink/ink4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4-05T06:12:27.421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8 368,'-6'-120,"4"-70,3 187,-1 0,0 0,0 0,0 0,0 0,1 1,-1-1,1 0,0 0,0 0,0 0,0 1,1-1,-1 1,1-1,-1 1,1-1,0 1,0 0,2-2,-3 4,0 1,0-1,1 0,-1 1,0-1,0 1,0-1,0 1,0-1,0 1,0 0,0 0,0 0,0-1,0 1,0 0,0 0,-1 0,1 0,0 0,-1 0,1 1,-1-1,1 0,-1 0,0 0,1 0,-1 1,0-1,11 34,-1 0,-2 0,-1 1,-2 0,-2 0,0 8,-3-37,16 329,-13-280</inkml:trace>
</inkml:ink>
</file>

<file path=ppt/ink/ink4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4-05T06:12:30.279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1218 413,'-30'-17,"0"1,0 2,-2 1,0 1,0 1,-1 2,-10 0,4-1,-1 2,0 2,-1 1,1 3,-1 1,1 2,-1 1,1 3,0 1,0 2,1 2,0 1,0 2,-21 11,34-10,0 1,1 1,1 1,0 1,1 1,1 1,1 2,1-1,1 2,-3 7,11-15,1 1,0 1,2 0,0 0,0 0,2 1,0 1,1-1,1 0,1 1,0 0,1 0,2 0,0 0,0 0,3 9,8 23,1 0,3-2,2 0,2 0,2-2,10 14,-15-29,2-1,1 0,1-1,2-1,1-1,5 3,-16-19,0-1,1 0,1-1,0 0,0-1,1 0,0-1,0-1,1-1,0 0,0-1,1 0,-1-1,4-1,4-1,0-1,0-1,0-1,0-1,0-2,-1 0,1-1,-1-1,0-2,8-3,32-16,-1-3,-1-2,-2-3,-6 4,-2-2,-2-3,-1-2,-1-1,23-29,-51 48,-1-2,0 0,-2-1,-1-1,0 0,-2-1,-1-1,-1 0,-1 0,-2-1,0 0,-2-1,0-5,-2 2,-1 0,-1-1,-2 1,-1-1,-2 1,-1-1,-1 1,-2 1,-1-1,-1 1,-2 0,-1 1,-1 1,-1 0,-2 0,-1 2,-1 0,-1 1,-1 1,-1 0,-1 2,-1 1,-1 0,-1 2,-1 1,-24-14,24 20,-1 1,0 1,0 1,-1 1,0 1,0 2,0 1,-1 1,0 1,1 2,-1 1,0 1,1 2,-1 0,1 2,0 1,-25 11,2 3,1 3,0 2,3 2,0 2,-10 11,-81 65</inkml:trace>
</inkml:ink>
</file>

<file path=ppt/ink/ink4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4-05T06:12:34.468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27 551,'-17'-164,"11"84,3 1,3-1,5-8,5 30,-10 58,0 0,0 0,1 0,-1-1,0 1,0 0,1 0,-1 0,0 0,1 0,-1-1,0 1,0 0,1 0,-1 0,0 0,1 0,-1 0,0 0,1 0,-1 0,0 0,0 0,1 0,-1 0,0 0,1 1,-1-1,0 0,0 0,1 0,-1 0,0 1,0-1,1 0,-1 0,0 0,0 1,0-1,1 0,-1 0,0 1,0-1,0 0,0 0,0 1,1-1,-1 0,0 1,0-1,0 0,0 0,0 1,0-1,0 0,0 1,0-1,0 0,0 1,0-1,0 0,0 0,-1 1,1-1,0 0,0 1,0-1,0 0,-1 0,8 33,-3 0,0 0,-3-1,-1 30,0-20,2 272,-1-304,13 45,-6-49</inkml:trace>
</inkml:ink>
</file>

<file path=ppt/ink/ink4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4-05T06:12:34.798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1 0,'0'12,"-1"-1,2 0,-1 1,2-1,-1 0,2 0,-1 0,1 0,1 0,0 0,1-1,0 0,0 0,3 3,9 14,2 0,1-1,2-1,7 6,80 84,-109-114,1 0,0 0,-1-1,1 1,0 0,-1 0,1 0,-1-1,0 1,1 0,-1 0,0 0,1 0,-1 0,0 0,0 0,0 0,0 0,0 0,0 0,0 0,0 0,0 0,-1 0,1-1,0 1,0 0,-1 0,1 0,-1 0,1 0,-1 0,1-1,-1 1,0 0,1 0,-1-1,0 1,1-1,-1 1,0 0,0-1,0 1,1-1,-1 0,-46 11,35-9,0-1,-1-1,1-1,0 1,0-2,0 0,0 0,0-1,0 0,1-1,-1-1,-8-4,-13-11</inkml:trace>
</inkml:ink>
</file>

<file path=ppt/ink/ink4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4-05T06:12:35.053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0 173,'0'-7,"7"-5,14-4,14-4,13-4,9 0,7 3,2 1,-5 6,-9 3,-12 8,-12 3</inkml:trace>
</inkml:ink>
</file>

<file path=ppt/ink/ink4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4-05T06:12:35.859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0,'2'0,"4"0,2 0,2 0,5 0,3 3,7 0,4 0,6-1,2 0,-4-1</inkml:trace>
</inkml:ink>
</file>

<file path=ppt/ink/ink4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4-05T06:12:36.119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1 1,'11'0,"7"0,4 0,3 0,0 0,-1 0,2 0,-5 0</inkml:trace>
</inkml:ink>
</file>

<file path=ppt/ink/ink4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4-05T06:12:36.365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0 6,'18'0,"14"0,9 0,5 0,2-2,-8-1</inkml:trace>
</inkml:ink>
</file>

<file path=ppt/ink/ink4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4-05T06:12:36.539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0 1,'18'0,"11"0,7 0,2 0,1 0,-1 0,-7 0</inkml:trace>
</inkml:ink>
</file>

<file path=ppt/ink/ink4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4-05T06:12:36.698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1 0,'4'2,"7"1,5 0,5-1,5 0,6-1,4 0,2-3,-5-1</inkml:trace>
</inkml:ink>
</file>

<file path=ppt/ink/ink4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4-05T06:12:36.949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0 1,'7'0,"4"0,8 0,5 0,4 0,6 0,-5 0</inkml:trace>
</inkml:ink>
</file>

<file path=ppt/ink/ink4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4-05T06:12:37.135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0 1,'7'0,"5"0,4 0,4 0,4 0,4 0,-3 0</inkml:trace>
</inkml:ink>
</file>

<file path=ppt/ink/ink4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4-05T06:12:37.387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0 1,'3'0,"2"2,6 1,5 0,4-1,8 0,6-1,-2-1</inkml:trace>
</inkml:ink>
</file>

<file path=ppt/ink/ink4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4-05T06:12:38.678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157 151,'0'-2,"-1"0,1 0,-1 0,0 0,0 0,0 0,0 1,0-1,0 0,0 1,0-1,-1 1,1-1,-1 1,1 0,-1-1,0 1,1 0,-1 0,0 0,0 0,0 1,1-1,-1 0,0 1,0-1,0 1,0 0,0 0,0-1,0 1,0 1,0-1,0 0,0 0,0 1,0-1,0 1,0 0,-1 0,-5 8,0 1,1 1,0-1,0 1,1 0,1 0,0 1,1 0,0 0,0 0,1 0,0 6,-2-4,1 1,0 0,1 1,1-1,1 1,0-1,0 1,2-1,0 1,1-1,0 1,1-1,1 0,0 0,1 0,1 0,0-1,1 0,1-1,0 1,1-1,0-1,1 0,0 0,1-1,0 0,10 6,-13-11,0-1,1 0,-1 0,1-1,1 0,-1-1,0 0,1 0,0-1,0 0,-1-1,1 0,0 0,0-1,0-1,0 1,0-2,0 1,-1-1,1-1,0 0,-1 0,0-1,0 0,0-1,0 0,-1 0,0-1,0 0,4-4,0-7,0 1,-2-2,0 0,-1 0,-1 0,-1-1,0 0,-1-1,-2 0,0 1,-1-1,-1-1,0 1,-2 0,0 0,-2-1,0 1,-1 0,-1 0,-1 1,1 0,-1 0,-1 0,-1 0,0 1,-1 1,-2-1,1 1,-2 1,-1-1,8 11,0 0,-1 1,0-1,0 1,0 0,-1 1,1-1,-1 1,0 1,-1-1,1 1,0 0,-1 0,0 0,0 1,0 0,0 1,0 0,0 0,0 0,0 1,0 0,0 0,-1 1,1 0,-1 0,-1 2,1 0,-1 0,1 1,0 0,0 0,0 1,1 0,-1 1,1-1,0 1,1 1,0-1,0 1,0 0,1 1,-1 1,-64 132,43-67,6-7</inkml:trace>
</inkml:ink>
</file>

<file path=ppt/ink/ink4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4-05T06:12:49.691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66 557,'-14'-52,"3"-1,2-1,2 0,2 0,4-46,-2 16,-1-21,1 108,-6 255,10-131,5 0,9 25,-4-75</inkml:trace>
</inkml:ink>
</file>

<file path=ppt/ink/ink4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4-05T06:12:50.004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0 463,'55'-425,"-49"394,-2 24,-2 22,-2 407,-1-347,3 1,4-1,13 65,-9-98</inkml:trace>
</inkml:ink>
</file>

<file path=ppt/ink/ink4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4-05T06:12:50.322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40 507,'-14'-63,"4"-1,2 0,3-1,2 1,4-1,2-2,8 12,-7 60,4 143,-18 400,17-426,1-80</inkml:trace>
</inkml:ink>
</file>

<file path=ppt/ink/ink5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4-05T06:12:50.652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0 579,'42'-579,"-50"653,-7 64,6 1,6 0,7 32,26 4,-12-109</inkml:trace>
</inkml:ink>
</file>

<file path=ppt/ink/ink5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4-05T06:12:53.887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1 95,'7'-2,"8"-1,14 0,18 0,19 2,18-3,21-1,19-6,13-2,7-2,-3 2,-12 3,-21 3,-25 3,-26 4,-27 3,-19 0</inkml:trace>
</inkml:ink>
</file>

<file path=ppt/ink/ink5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4-05T06:12:54.204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0,'2'3,"1"-1,-1 1,1-1,0 0,0 0,-1 0,1-1,0 1,1 0,-1-1,0 0,0 0,1 0,-1 0,2 0,6 2,201 52,-143-40,-2 3,0 2,18 11,-71-25,0 1,0 0,0 1,-1 1,-1 0,9 8,-17-14,0 1,0 0,-1 0,0 0,1 0,-2 0,1 1,0-1,-1 1,0 0,0 0,0 0,-1 0,0 0,0 0,0 0,0 0,-1 0,0 0,0 1,0 1,-5 8,-1-1,0-1,-1 1,-1-1,0 0,0-1,-1 1,-1-2,0 1,-1-2,0 1,0-1,-1-1,0 0,-1-1,0 0,-6 1,-238 130,215-111,42-22</inkml:trace>
</inkml:ink>
</file>

<file path=ppt/ink/ink5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4-05T06:12:54.804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150 97,'-5'0,"0"-1,0 1,1 0,-1 0,0 1,0-1,0 1,0 0,1 0,-1 1,0-1,1 1,-1 0,1 1,0-1,0 1,0-1,0 1,0 1,0-1,1 0,-1 1,1 0,0-1,0 1,1 1,-1-1,1 0,0 1,-3 6,0 1,1-1,0 1,1 0,0 0,1 0,1 0,-1 0,2 1,0-1,1 2,1 3,0 0,2-1,0 1,1-1,0 0,1-1,1 1,1-1,0-1,1 1,0-1,1-1,1 1,-4-6,0 0,0-1,0 0,1 0,0-1,0 0,1 0,-1-1,1 0,1 0,-1-1,0-1,1 1,0-1,0-1,0 0,0-1,0 1,0-2,1 0,9-1,-13 0,0 0,1-1,-1 0,0-1,0 1,-1-1,1-1,-1 1,1-1,-1 0,0-1,-1 1,1-1,-1 0,0-1,0 1,0-1,-1 0,0 0,0-1,-1 1,0-1,0 1,0-1,0-2,3-10,-1 0,-1 0,0 0,-2 0,0-1,-1 0,-1 1,-1-1,-1 0,2 4,-1 0,-1 0,-1 0,0 1,-1-1,-1 1,0 0,-1 0,-1 1,0 0,-1 0,0 0,-1 1,-1 0,0 1,-1 0,0 1,0 0,-7-3,13 11,-1 0,-1 1,1 0,0 0,-1 0,1 1,0 0,-1 0,0 1,1-1,-1 2,1-1,-1 1,1 0,-1 0,1 1,0-1,-1 1,1 1,0-1,0 1,0 0,1 1,-1 0,1-1,0 2,-2 1,-5 4,0 1,1 0,1 1,0 0,0 1,1 0,1 0,0 1,1 0,1 0,-1 2,4-7,1-1,-1 1,1 0,1-1,0 1,0 0,1 0,0 0,0 0,1 0,0 0,1 0,0 0,0-1,1 1,0-1,0 0,1 1,0-1,1-1,4 6,30 36</inkml:trace>
</inkml:ink>
</file>

<file path=ppt/ink/ink5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4-05T06:12:55.169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164 132,'-6'0,"-1"0,0 0,1 0,-1 1,1 0,-1 1,1-1,-1 1,1 0,0 1,0 0,0 0,0 0,0 0,1 1,0 0,0 0,0 1,0-1,0 1,1 0,0 0,0 1,0-1,1 1,0 0,0 0,0 0,1 0,0 0,0 1,1-1,-1 1,2-1,-1 1,0 0,2 4,0-2,0 0,1 0,1 0,0 0,0 0,1 0,0-1,0 0,1 0,0 0,0 0,1-1,0 0,0 0,1 0,-1-1,2 0,-1 0,1-1,0 0,6 4,1 0,0-1,0-1,1 0,0-1,0-1,1-1,-1 0,1-1,10 1,-19-4,-1 1,0-1,1 0,-1-1,1 1,-1-1,0-1,1 0,-1 0,0 0,0-1,-1 0,1 0,0-1,-1 1,0-1,0-1,0 1,0-1,-1 0,0-1,0 1,0-1,-1 0,0 0,0-1,0 1,-1-1,0 0,0 0,1-6,0-3,-1 1,-1-1,0 0,-1 0,0 0,-2 0,0 0,-1 0,0 0,-1 0,-1 1,-1-1,0 1,-3-6,4 12,0 0,-1 0,1 0,-2 0,1 1,-1 0,-1 0,1 1,-1-1,0 2,-1-1,0 1,0 0,0 0,-1 1,0 0,0 1,0 0,0 0,-1 1,1 1,-1-1,-5 1,7 1,-1 0,0 1,0 1,1 0,-1 0,0 0,1 1,-1 0,1 1,-1 0,1 0,0 1,1 0,-1 1,1-1,-1 1,1 1,1-1,-1 1,1 0,0 1,0 0,1 0,0 0,0 0,1 1,0 0,0 0,1 0,0 0,0 2,2-5,0 0,1 0,-1 0,1 0,0 1,1-1,-1 0,1 0,0 0,0 0,1 0,0 0,0 0,0 0,0 0,1-1,2 5,24 29</inkml:trace>
</inkml:ink>
</file>

<file path=ppt/ink/ink5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4-05T06:12:55.519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104 103,'-7'3,"1"0,0 0,-1 1,1 0,1 0,-1 0,0 1,1 0,0 0,0 0,1 0,0 1,-1 0,2 0,-1 0,1 0,0 1,0-1,1 1,0 0,0 0,0 0,1 0,0 0,1 0,-1 0,1 0,1 0,-1 0,1 0,0 0,1 0,0 0,0 0,2 4,3-3,-1-1,1 1,1-1,-1-1,1 1,1-1,-1-1,1 1,0-1,0-1,0 0,1 0,-1-1,1 0,0-1,0 0,0 0,0-1,0-1,0 1,1-2,-1 1,0-2,0 1,0-1,0-1,-1 0,1 0,0-1,5-3,-9 4,-1 0,0 0,0-1,0 0,-1 0,1 0,-1-1,0 0,0 0,0 0,-1 0,0 0,0 0,0-1,-1 0,1 1,-1-1,-1 0,1 0,-1 0,0 0,-1-1,1 1,-1 0,0 0,-1 0,1 0,-1-1,-1 1,-1-4,0-4,-1 0,-1 1,0 0,-1 0,0 0,-1 0,0 1,-1 1,-1-1,0 1,0 0,-1 1,-2-1,8 7,-1-1,1 1,-1 0,0 1,-1-1,1 1,0 0,-1 0,0 1,0 0,0 0,0 0,0 1,0 0,0 0,0 0,-1 1,1 0,0 0,0 0,-1 1,1 0,0 0,0 1,0 0,0 0,0 0,1 1,-1-1,1 2,-1-1,1 0,0 1,0 0,0 0,1 1,0-1,0 1,0 0,0 0,1 0,-1 2,2-4,1 1,0-1,0 1,1-1,-1 1,1 0,-1-1,1 1,0 0,1 0,-1-1,0 1,1 0,0-1,0 1,0-1,1 1,-1-1,1 0,-1 1,1-1,0 0,1 0,-1 0,0 0,1 0,5 4,0 1,0-2,0 1,1-1,0 0,1 0,-1-1,5 1,45 17</inkml:trace>
</inkml:ink>
</file>

<file path=ppt/ink/ink5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4-05T06:12:55.821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2 343,'-1'6,"1"-1,0 0,0 0,0 1,0-1,1 0,0 0,0 0,0 0,1 0,0 0,0 0,0 0,0 0,1-1,0 1,0-1,0 0,0 0,1 0,0 0,0-1,0 1,0-1,0 0,0 0,1-1,0 1,-1-1,1 0,0 0,2 0,7 3,1 0,0-1,0-1,1 0,-1-1,0-1,1 0,-1-1,1-1,-1 0,1-1,1-1,-8 1,1 0,-1 0,0-1,0-1,-1 1,1-2,-1 1,0-1,0 0,0-1,-1 1,1-2,-1 1,-1-1,0 0,1 0,-2-1,1 0,-1 0,1-3,-1-1,-1 0,0-1,-1 1,0-1,-1 0,0 1,-1-1,-1 0,0 0,-1 0,0 0,-1 0,0 0,-1 1,0-1,-4-6,4 10,0-1,-1 1,-1 0,0 0,0 0,0 1,-1 0,-1 0,1 0,-1 1,0 0,-1 0,0 1,0 0,0 0,-1 1,0 0,0 0,0 1,0 0,-5 0,7 2,0 1,-1 0,1 0,0 1,-1 0,1 1,0-1,-1 1,1 1,0-1,0 1,0 1,0-1,0 1,1 0,-1 1,1-1,0 1,0 1,0-1,0 1,1 0,-1 1,-8 9,0 0,2 1,-1 1,2 0,1 0,0 1,-5 15,-7 19</inkml:trace>
</inkml:ink>
</file>

<file path=ppt/ink/ink5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4-05T06:13:04.176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1657 701,'-27'-23,"0"2,-2 1,0 1,-2 2,0 1,0 1,-1 1,-1 2,-1 2,1 1,-1 1,-1 2,1 2,-1 1,0 1,0 2,-4 2,-11 2,1 3,-1 2,1 3,1 1,0 2,1 3,0 1,2 3,0 1,2 3,1 1,1 2,1 2,2 1,1 3,2 0,1 3,2 0,2 2,1 2,2 0,2 2,-9 24,13-17,2 0,3 1,1 1,3 1,3 0,1 0,3 0,3 1,2 0,2 0,3-1,1 1,4-1,2-1,2 0,2-1,2 0,14 22,-13-31,3-1,1-2,2 0,2-1,1-2,2 0,2-3,1 0,1-2,2-2,1-1,1-2,2-1,1-2,0-2,2-2,0-2,1-2,1-1,13 0,-34-9,0-2,0 0,1-2,-1-1,1 0,-1-2,1-1,-1-1,0-1,0-1,0-1,0-2,-1 0,-1-1,1-1,-1-1,14-11,15-17,-3-2,-1-3,-2-1,-2-3,-3-1,-1-2,-3-2,20-38,5-14,-5-3,-4-2,-5-3,-5-1,-5-2,-5-1,-5-2,-5-1,1-70,-13 106,-4 0,-4 0,-4 0,-3 0,-4 0,-3 1,-16-51,24 115,-2-1,0 1,0 0,-2 1,-1-1,0 2,-1-1,-1 1,0 1,-2 0,1 0,-2 2,0-1,-1 2,-1 0,1 1,-2 0,0 1,0 1,-1 1,0 0,-1 2,0 0,-8-2,1 6,0 0,0 2,0 1,0 1,0 1,0 1,0 1,-24 8,-68 24</inkml:trace>
</inkml:ink>
</file>

<file path=ppt/ink/ink5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4-05T06:13:05.159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1606 149,'-32'-20,"0"1,-1 1,-1 2,-1 2,0 0,-1 3,-1 1,1 1,-1 3,-1 1,1 1,-1 2,1 2,-1 1,0 2,-6 3,0 2,0 2,1 2,0 2,1 2,1 1,0 3,1 1,2 2,0 1,1 2,2 2,1 1,1 2,1 1,2 1,2 2,-23 35,11-13,3 2,2 2,3 1,3 1,2 1,4 2,-14 61,26-81,2 0,3 0,1 1,2 0,3 0,1 0,3 0,1-1,3 1,1-1,3-1,4 8,3-7,1 0,3-2,2 0,1-2,3-1,1-1,2-2,1-1,2-1,2-2,1-2,1-1,2-2,1-2,1-2,1-1,1-3,1-2,1-1,1-3,0-2,0-1,33 1,-50-10,0-1,-1-2,1-1,0-2,-1-1,1-1,-1-1,-1-2,1-1,-1-2,-1 0,0-2,-1-1,0-1,-1-2,20-16,4-11,-1-3,-3-2,-2-2,-2-1,-3-2,-1-2,-4-2,-2-1,13-37,-14 30,-4-1,-2-2,-4 0,-3-2,-3 0,-2-1,-4 0,-3-14,-4 44,-2 0,-2 0,-2 1,-2-1,-1 0,-2 1,-2 1,-2 0,-1 0,-3 2,-1 0,-1 0,-2 2,-21-27,22 39,0 0,-1 2,-2 1,0 0,-1 2,-1 1,-1 0,0 2,-1 1,-1 2,0 0,-1 2,0 1,-1 1,-1 2,-155-22,7 18</inkml:trace>
</inkml:ink>
</file>

<file path=ppt/ink/ink5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4-05T06:14:11.230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10 7767,'-1'0,"1"0,-1 0,1 0,0 0,-1 0,1-1,0 1,-1 0,1 0,-1 0,1 0,0-1,-1 1,1 0,0 0,0-1,-1 1,1 0,0-1,0 1,-1 0,1-1,0 1,0 0,0-1,-1 1,1 0,0-1,0 1,0 0,0-1,0 1,0-1,0 1,0 0,0-1,0 1,0-1,0 1,0 0,0-1,0 1,1 0,-1-1,0 1,0 0,0-1,1 1,-1 0,0-1,0 1,1 0,-1-1,0 1,0 0,1 0,-1-1,0 1,1 0,-1 0,0 0,1 0,-1-1,1 1,-1 0,0 0,1 0,-1 0,0 0,1 0,28-8,228 7,-143 0,0-6,31-8,-3 2,1 6,74 9,-66-1,177-1,-121-15,146-21,-227 26,0 5,96 10,-10 4,48-9,-98-1,281-21,-32 16,-69-7,5 0,-344 14,0 0,-1 0,1 0,-1 1,1-1,-1 1,0-1,1 1,-1 0,0 0,0 0,0 0,-1 0,1 1,0-1,-1 0,0 1,1-1,-1 1,0-1,0 1,0 0,-1 0,1-1,-1 1,1 0,-1 0,0 0,0-1,-1 2,6 18,-1-6,22 83,-5 1,2 42,-11 264,-11-383,-1-11,-2-34,-20-291,17-216,5 497,1 9,4 42,26 332,-16-147,27 121,-10-178,-32-147,0 0,0 0,-1-1,1 1,0 0,0 0,0-1,0 1,0 0,0 0,0-1,0 1,0 0,0-1,0 1,0 0,0 0,0-1,0 1,0 0,0 0,1-1,-1 1,0 0,0 0,0-1,0 1,0 0,1 0,-1-1,0 1,0 0,0 0,1 0,-1 0,0-1,0 1,1 0,-1 0,0 0,0 0,1 0,-1 0,0 0,0 0,1 0,-1 0,0 0,1 0,-1 0,0 0,0 0,1 0,-1 0,0 0,1 0,-1 0,0 0,0 0,1 0,-1 1,0-1,0 0,0 0,18-221,27-413,-42 618,-3 39,-25 349,9 9,23-319,-7-63,0 1,0 0,0-1,0 1,-1 0,1 0,0-1,0 1,0 0,0-1,0 1,0 0,0-1,0 1,0 0,0-1,0 1,0 0,0-1,0 1,0 0,1-1,-1 1,0 0,0-1,0 1,0 0,1 0,-1-1,0 1,0 0,0 0,1-1,-1 1,0 0,1 0,-1 0,0-1,0 1,1 0,-1 0,0 0,1 0,-1 0,0 0,1 0,-1 0,0 0,1 0,-1 0,0 0,1 0,-1 0,0 0,1 0,-1 0,0 0,1 0,-1 0,0 0,1 1,-1-1,0 0,0 0,1 1,7-50,-2 1,-3-1,-1-37,-2 72,-2-171,-18-123,2 198,8 98,4 29,-1 35,4 1,1 0,3 12,0 0,-7 412,6-446,5-26,1-20,12-61,-4 0,-3-1,-2-32,-6 85,15-199,-17 185,-1 39,-1-1,1 0,0 0,-1 0,1 1,0-1,-1 0,1 0,0 0,-1 0,1 0,0 0,-1 0,1 0,0 0,-1 0,1 0,0 0,-1 0,1 0,-1 0,1 0,0 0,-1 0,1 0,0 0,-1-1,1 1,0 0,0 0,-1 0,1-1,0 1,0 0,-1 0,1-1,0 1,0 0,-1-1,1 1,0 0,0 0,0-1,0 1,0 0,-1-1,1 1,0-1,0 1,0 0,0-1,-11 24,1 1,1-1,1 2,1-1,1 1,0 6,2-13,0 0,2 1,0-1,1 1,0-1,2 1,0-1,1 1,1-1,1 0,0 0,4 7,-8-24,0-1,-1 1,1-1,0 0,0 1,0-1,0 1,0-1,0 1,0-1,0 0,0 1,0-1,0 1,0-1,0 1,0-1,0 0,1 1,-1-1,0 1,0-1,0 0,1 1,-1-1,0 0,0 1,1-1,-1 0,0 1,1-1,-1 0,0 0,1 1,-1-1,1 0,-1 0,0 0,1 1,-1-1,1 0,-1 0,1 0,-1 0,0 0,1 0,-1 0,1 0,-1 0,1 0,-1 0,0 0,1 0,-1-1,1 1,-1 0,1 0,-1 0,-30-118,20 88,0 2</inkml:trace>
  <inkml:trace contextRef="#ctx0" brushRef="#br0" timeOffset="1088.088">3285 8342,'0'0,"0"1,1-1,-1 0,1 1,-1-1,0 0,0 1,1-1,-1 1,0-1,0 1,1-1,-1 1,0-1,0 1,0-1,0 1,0-1,0 1,0-1,0 1,0-1,0 1,0-1,0 1,0-1,0 1,0-1,0 1,-1-1,1 1,0-1,0 1,-1-1,1 0,0 1,-1-1,1 1,0-1,-1 0,1 1,-1-1,1 0,0 0,-1 1,1-1,-1 0,1 0,24 6,0-1,1-1,-1-2,1 0,22-3,-11 2,827-13,-421-1,-397 6,-110 13,52-6</inkml:trace>
  <inkml:trace contextRef="#ctx0" brushRef="#br0" timeOffset="1363.351">4701 8181,'0'-4,"5"2,8 5,9 5,7 7,6 5,1 6,-3 3,-7 1,-8 1,-12-2,-15 2,-19 0,-19 0,-19 0,-19-1,3-7</inkml:trace>
  <inkml:trace contextRef="#ctx0" brushRef="#br0" timeOffset="1980.732">3258 8288,'-39'8,"0"2,0 1,1 2,0 1,1 2,-7 6,-44 31,87-53,1 1,-1-1,0 1,0 0,1-1,-1 1,0 0,1 0,-1-1,0 1,1 0,-1 0,1 0,0 0,-1 0,1 0,0 0,-1 0,1 0,0-1,0 1,0 0,0 0,0 0,0 0,0 0,0 0,0 0,0 0,1 0,-1 0,0 0,1 0,-1 0,1 0,-1 0,1 0,-1 0,1-1,0 1,-1 0,2 0,41 20,7-9,1-3,1-2,16-1,139 25,-194-27,0 1,-1 0,1 1,-1 0,0 1,-1 0,0 1,0 1,0-1,-1 2,-1-1,7 10,-15-18,-1 0,1 1,-1-1,1 0,0 0,0 0,-1 1,1-1,0 0,0 0,0 0,0 0,0 0,1-1,-1 1,0 0,0-1,0 1,1 0,-1-1,0 1,1-1,-1 0,1 1,-1-1,0 0,1 0,-1 0,1 0,-1 0,0 0,1-1,-1 1,0 0,1-1,-1 1,0-1,1 1,-1-1,0 1,0-1,1 0,-1 0,0 0,0 0,0 0,0 0,0 0,0 0,-1 0,1 0,0 0,0-1,2-10,0-1,0 0,-1 0,-1-1,0 1,-1 0,-1 0,0-1,0 1,-1 0,-1 0,0 0,-1 1,-2-4,-5-21,-2 0,-2 1,-1 0,-2 2,-3-4,19 34,1 1,-1 0,0-1,1 1,-2 0,1 0,0 0,-1 0,1 0,-1 1,0-1,0 1,0-1,0 1,0 0,-1 1,1-1,0 0,-1 1,1 0,-1 0,0 0,1 0,-1 0,0 1,0 0,0 0,1 0,-1 0,0 0,-1 1,-34 14</inkml:trace>
  <inkml:trace contextRef="#ctx0" brushRef="#br0" timeOffset="11847.984">5156 7647,'12'271,"-11"235,-5-595,-5 0,-18-77,5 32,-4-52,20 157,0 25,3 20,0 46,3 0,2 1,3-1,3 0,3 0,2-1,8 17,-1-24,-20-55,0 1,0 0,0 0,0-1,0 1,0 0,0 0,0 0,1-1,-1 1,0 0,0 0,0 0,0-1,0 1,1 0,-1 0,0 0,0 0,0-1,1 1,-1 0,0 0,0 0,1 0,-1 0,0 0,0 0,0 0,1 0,-1 0,0 0,0 0,1 0,-1 0,0 0,0 0,1 0,-1 0,0 0,0 0,1 0,-1 0,0 0,0 0,0 0,1 1,-1-1,0 0,0 0,0 0,1 0,-1 1,0-1,0 0,0 0,0 0,0 1,0-1,1 0,-1 0,0 0,0 1,0-1,3-23,-6-320,-5 242,2 79,0 22,-11 68,10-14,2 0,2 0,3 0,2 1,2-1,6 16,-10-67,1 3,-1 0,1 0,1 0,-1 0,1 0,0-1,1 1,-1 0,1-1,0 0,1 0,-1 0,1 0,1 0,-4-5,0 0,1 0,-1 0,1 0,-1 0,1-1,-1 1,0-1,1 1,-1-1,0 1,1-1,-1 0,0 0,0 0,0 0,0 1,0-2,0 1,0 0,0 0,0 0,0 0,0 0,-1-1,1 1,-1 0,1-1,-1 1,1 0,-1-1,0 1,1-1,-1 1,0-1,0 1,0 0,0-2,0 3,7-30,-1-1,-2 0,-1 0,-1 0,-2 0,-1 0,-1 0,-2 0,-3-12,7 41,-1-2,1 1,0-1,-1 0,0 0,0 0,0 0,0 1,-1-1,1 0,-1 1,0 0,0-1,0 1,0 0,-1 0,0 0,1 0,-1 0,0 1,0-1,-3-1,3 5,1 0,-1 0,1 0,-1 0,1 0,0 1,-1-1,1 1,0 0,0-1,0 1,0 0,0 0,0 0,1 1,-1-1,1 0,0 1,-1-1,1 0,0 1,0 0,1-1,-1 1,0 0,1-1,0 1,-6 17,1 0,1 0,1 1,1-1,1 1,1-1,0 1,2 0,0-1,5 17,7-6,-14-30,0-1,0 1,1-1,-1 1,1-1,-1 0,0 1,1-1,-1 1,1-1,-1 0,1 0,-1 1,1-1,-1 0,1 0,-1 1,1-1,-1 0,1 0,-1 0,1 0,0 0,-1 0,1 0,-1 0,1 0,-1 0,1 0,0 0,-1 0,1-1,-1 1,1 0,-1 0,1-1,-1 1,1 0,-1-1,1 1,-1 0,0-1,1 1,-1-1,0 1,1 0,-1-1,0 1,1-1,-1 1,0-1,0 1,1-1,-1 0,0 1,5-12,0-1,0 1,-1-1,-1 0,0 0,-1 0,1-13,2-6,7-70,-12 102,-1 1,1-1,0 0,-1 1,1-1,-1 0,1 1,-1-1,1 0,-1 0,1 1,-1-1,1 0,-1 0,0 0,1 0,-1 0,1 0,-1 0,1 0,-1 0,1 0,-1 0,1 0,-1 0,0-1,1 1,-1 0,1 0,-1-1,1 1,0 0,-1 0,1-1,-1 1,1-1,-1 1,1 0,0-1,-1 1,1-1,0 1,0-1,-1 1,1-1,0 1,0-1,0 1,-1-1,1 1,0-1,0 1,0-1,0 0,0 1,0-1,0 1,0-1,0 1,1-1,-1 1,0-1,0 1,0-1,1 1,-1-1,-4 12,0 1,1-1,0 1,1 0,0 0,1 0,0 0,1 0,1 4,-1-4,3 58,4 0,2 0,3-1,17 47,-25-102,-1-19,-2-24,-1 26,-2-262,-3 356,4 72,3-147</inkml:trace>
  <inkml:trace contextRef="#ctx0" brushRef="#br0" timeOffset="12715.06">5076 8529,'194'-59,"-155"50,35-9,1 3,0 3,7 3,-68 10,-23 4,-78 23,0-4,-80 10,159-32,-149 26,178-26,341-25,-134 5,-225 19,-21 3,-394 60,383-59,21-1,20-3,149-27,-132 18,-10 4,10-2,1-2,-1 0,-1-2,25-13,-54 23,1 0,-1 0,1-1,-1 1,1 0,-1-1,1 1,-1 0,1-1,0 1,-1-1,1 1,-1-1,1 1,0-1,-1 1,1-1,0 1,0-1,0 1,-1-1,1 1,0-1,0 1,0-1,0 0,0 1,0-1,0 1,0-1,0 0,0 1,0-1,0 1,0-1,1 1,-1-1,0 0,0 1,1-1,-1 1,0-1,1 1,-1 0,1-1,-1 1,0-1,1 1,-1 0,1-1,-1 1,1 0,-1-1,1 1,-1 0,1 0,-1-1,1 1,0 0,-1 0,1 0,0 0,-32-3,0 1,0 2,0 1,0 2,0 0,-24 8,-104 26,159-37,1 0,-1 0,0 1,0-1,0 0,1 0,-1 0,0 1,0-1,0 0,0 0,0 0,0 1,0-1,1 0,-1 0,0 1,0-1,0 0,0 0,0 1,0-1,0 0,0 1,0-1,0 0,0 0,0 1,-1-1,1 0,0 0,0 1,0-1,0 0,0 0,0 0,-1 1,1-1,0 0,0 0,0 0,0 1,-1-1,1 0,0 0,0 0,-1 0,1 0,0 0,0 1,-1-1,1 0,0 0,0 0,-1 0,1 0,0 0,0 0,-1 0,1 0,0 0,-1 0,25 3,24-7,0-1,0-3,-1-1,9-5,-25 6,81-25,-113 33,1 0,0 0,0 0,0 0,-1 0,1 0,0 0,0 0,-1 0,1 0,0-1,0 1,0 0,-1 0,1 0,0 0,0 0,0-1,-1 1,1 0,0 0,0 0,0-1,0 1,0 0,0 0,-1 0,1-1,0 1,0 0,0 0,0-1,0 1,0 0,0 0,0-1,0 1,0 0,0 0,0 0,0-1,0 1,0 0,0 0,1-1,-1 1,0 0,0 0,0 0,0-1,0 1,0 0,1 0,-1 0,0-1,0 1,0 0,1 0,-26-2,-190 15,263-27,-21 6</inkml:trace>
  <inkml:trace contextRef="#ctx0" brushRef="#br0" timeOffset="-38538.148">3218 6697,'0'-12,"0"37,0 318,0-882,20 759,-13 69,-12-257,-1-45,3-259,3 124,0 147,0 1,1 0,-1 0,0 0,0-1,0 1,1 0,-1 0,0 0,0 0,1-1,-1 1,0 0,0 0,1 0,-1 0,0 0,0 0,1 0,-1 0,0 0,1 0,-1 0,0 0,0 0,1 0,-1 0,0 0,1 0,-1 0,0 0,0 0,1 0,-1 0,0 1,0-1,1 0,-1 0,0 0,0 0,0 1,1-1,-1 0,0 0,0 1,0-1,0 0,1 0,-1 1,0-1,0 0,0 0,0 1,0-1,0 0,0 1,0-1,0 0,0 0,0 1,0-1,0 0,0 1,0-1,2-53,-2 44,-1 36,-9 543,7-488,1-130,-1 30</inkml:trace>
  <inkml:trace contextRef="#ctx0" brushRef="#br0" timeOffset="-37695.402">2977 6924,'-41'-74,"46"91,11 14,1 0,1-1,2-1,1-1,1 0,2-2,18 16,-29-28,3 2,-19-20,-23-28,2-2,1-1,1-1,3 0,0-2,-1-11,18 45,1 3,-1 0,1-1,0 1,0-1,0 1,0-1,0 1,0-1,0 0,0 1,1-1,-1 0,0 0,1 0,0 0,-1 1,1-1,0 0,0 0,0 0,0 0,1 0,-1 1,0-1,1 0,-1 0,1 0,0 1,0-1,-1 0,1 1,0-1,0 0,1 1,-1 0,0-1,0 1,1 0,-1-1,1 1,-1 0,1 0,-1 0,1 0,0 0,-1 1,1-1,145-2,149-14,-295 17,-1-1,1 1,-1-1,1 1,-1 0,1-1,0 1,-1 0,1 0,-1-1,1 1,0 0,-1 0,1 0,0 0,-1 0,1 0,0 0,-1 0,1 0,0 0,-1 0,1 0,0 0,-1 0,1 1,-1-1,1 0,0 0,-1 1,1-1,-1 0,1 1,-1-1,1 1,-1-1,1 1,-1-1,1 1,-1-1,0 1,1-1,-1 1,0 0,1-1,-1 1,0 0,0-1,0 1,0-1,0 1,1 0,-1-1,0 1,-1 0,-131 83,129-83,-8 6,0-1,0 1,0 1,1 0,0 1,0 0,1 0,0 1,1 0,-2 3,20-15,-3-3</inkml:trace>
  <inkml:trace contextRef="#ctx0" brushRef="#br0" timeOffset="-50743.567">5117 106,'-147'-72,"98"61,0 3,-1 1,-26 1,32 5,-1 2,0 2,1 1,0 3,0 2,0 1,1 3,1 1,0 2,-20 13,16-4,2 2,1 3,1 1,2 2,-8 10,39-35,-86 69,60-51,1 1,2 2,0 2,2 0,-15 23,-140 245,165-268,1 1,2 1,1 1,2 1,-6 21,-101 418,100-349,-4 107,12-92,-23 209,15 0,15 7,35-80,-9-129,0-1,37 136,-35-204,3-1,4-1,2-2,4-1,40 61,-47-93,2 0,1-2,3-2,0-1,31 23,179 157,-59-103,-113-73,-13-6,3-4,0-1,2-4,0-2,2-4,57 10,28-7,97 0,-159-16,0-5,44-6,-104 2,0-2,-1-2,1 0,-1-2,-1-1,0-1,-1-2,0 0,0-2,-2-1,0 0,-1-2,0-1,3-5,37-36,-2-3,-4-2,-2-2,33-56,-56 69,-1-1,-3-2,-3-1,-2 0,-3-2,-2 0,-3-2,-3 1,4-50,57-463,-48 405,-7 0,-6-73,2-105,-3 95,-13-80,-13 174,-7 1,-18-49,-19-130,51 278,-3 1,-2 0,-2 1,-3 1,-2 1,-10-15,25 58,-14-33,-2 1,-2 0,-2 2,-1 1,-2 1,-2 1,-23-21,8 22,-1 2,-2 1,-1 3,-2 2,-1 3,0 1,-2 3,-26-6,12 8,0 3,-1 3,0 2,-1 4,-1 3,-23 3,51 6,-1 3,1 1,1 2,0 2,0 2,1 2,1 1,1 2,-31 21,61-35,-119 62</inkml:trace>
  <inkml:trace contextRef="#ctx0" brushRef="#br0" timeOffset="-41235.995">2870 4986,'-10'-15,"8"51,-15 231,13-232,-6 32,4 0,3 0,3 39,1-95,0 0,1 0,0 0,1 0,0 0,0-1,1 0,1 0,4 9,-6-15,-1-1,1 1,-1-1,1 0,0 0,0 0,0 0,1-1,-1 1,1-1,-1 0,1 0,0 0,0 0,0-1,0 1,0-1,0 0,0 0,0-1,1 1,-1-1,0 0,0 0,1-1,3 0,7-2,-1-1,1-1,-1-1,1 0,-1 0,-1-2,0 0,0 0,1-2,18-12</inkml:trace>
  <inkml:trace contextRef="#ctx0" brushRef="#br0" timeOffset="-40957.739">2550 5387,'-7'-2,"2"-1,10 0,9 1,15 0,11 1,13-2,10 0,9 0,5 1,1 1,-3 2,-15 2</inkml:trace>
  <inkml:trace contextRef="#ctx0" brushRef="#br0" timeOffset="-40689.401">3231 5681,'7'-18,"7"-13,5-8,4-4,1 1,-2 2,-4 7,-4 6,-5 12,-8 16,-5 18,-5 21,-1 16,2 17,1 13,3 9,4 6,2-13</inkml:trace>
  <inkml:trace contextRef="#ctx0" brushRef="#br0" timeOffset="9601.991">4982 5601,'-22'187,"12"-100,4 1,4 0,5 32,-2-109,0 0,1 0,1 0,-1 0,2 0,0-1,0 1,4 6,-6-13,0-1,0 1,1-1,-1 0,1 0,0 0,-1 0,1 0,1 0,-1-1,0 0,1 1,-1-1,1-1,-1 1,1 0,0-1,0 0,0 0,0 0,0 0,0-1,0 1,0-1,2 0,4-2,-1 0,0 0,0-1,0 0,0-1,0 0,-1 0,0-1,0 0,0 0,0-1,-1 0,0 0,5-6,15-14</inkml:trace>
  <inkml:trace contextRef="#ctx0" brushRef="#br0" timeOffset="9864.292">4635 5975,'23'-4,"18"-5,17-2,11-2,9 0,3-2,-2 3,-15 3</inkml:trace>
  <inkml:trace contextRef="#ctx0" brushRef="#br0" timeOffset="10152.521">5250 6082,'11'-9,"-1"0,2 1,-1 0,1 1,0 0,1 1,0 0,0 1,0 0,0 1,1 1,-1 0,1 1,0 0,0 1,11 1,-21-1,0 1,-1 0,1 0,0 0,0 1,0-1,0 1,-1 0,1 0,0 0,-1 0,1 1,-1-1,1 1,-1 0,0 0,1 1,-1-1,0 0,-1 1,1 0,0 0,-1 0,0 0,1 0,-1 0,0 1,-1-1,1 1,-1-1,1 1,-1-1,0 1,0 0,-1 0,1 2,-4 6,-1-1,0 0,-1 0,0-1,-1 1,0-1,-1 0,0-1,0 1,-1-2,0 1,-1-1,0 0,0-1,-7 5,13-10,-109 91,111-93,0 1,0-1,0 0,0 0,0 1,0-1,1 1,-1-1,0 1,0-1,0 1,1 0,-1-1,0 1,0 0,1 0,-1-1,1 1,-1 0,1 0,-1 0,1 0,-1 0,1 0,0-1,0 1,-1 0,1 0,0 0,0 0,0 0,0 0,0 0,0 0,0 0,1 0,-1 0,0 0,0 0,1 0,-1 0,1 0,-1 0,0 0,1-1,0 1,-1 0,1 0,0 0,-1-1,1 1,0-1,0 1,-1 0,1-1,0 1,0-1,0 1,1-1,15 3,1-1,0 0,-1-2,1 0,0-1,17-3,-9 1,57-5,-5-1</inkml:trace>
  <inkml:trace contextRef="#ctx0" brushRef="#br0" timeOffset="15946.538">5357 7499,'0'-6,"-1"0,0 0,0 0,0 0,-1 1,0-1,0 0,0 1,-1 0,0-1,0 1,0 0,-1 0,1 1,-1-1,0 1,-1 0,1 0,-1 0,-2-2,-109-54,86 48,-1 2,0 1,0 1,-1 2,0 1,-2 2,20 2,-1 1,1 0,-1 1,1 0,0 1,-1 1,1 1,0 0,1 0,-1 1,1 1,0 0,0 1,-8 6,4 1,0 0,1 1,1 1,1 1,0 0,1 0,0 1,2 1,0 0,-2 6,-13 36,2 0,-13 51,17-46,3 1,3 1,3 0,3 1,2 0,5 61,2-102,2 0,1-1,1 1,1-1,2 0,1 0,0-1,2 0,2-1,0 0,1-1,1 0,2-2,0 0,1 0,1-2,1 0,13 9,-6-9,0-1,0-1,2-1,0-2,1-1,1-1,0-2,0 0,1-3,0 0,1-3,0 0,0-2,14-1,-24-4,1 0,0-2,-1 0,0-2,0 0,0-2,-1 0,0-2,-1 0,0-2,-1 0,0-1,-1-1,16-15,-6 3,-1-1,-2-2,-1 0,0-2,-3-1,-1-1,-1 0,11-27,-12 16,-2 0,-2-1,-2-1,-2 0,-1-1,-3 0,-2 0,-2-1,-2 1,-3-1,-1 1,-2-1,-3 1,-1 1,-2 0,-3 0,-1 1,-3 1,-1 0,-2 2,-2 0,-2 2,-2 0,-1 2,-2 1,-12-10,22 28,-1 1,-1 0,0 2,-1 1,-1 1,-1 1,0 0,0 3,-1 0,0 1,-1 1,0 2,0 1,0 1,-1 1,0 1,1 2,-1 1,0 1,1 1,0 1,-25 8,26-4,0 0,0 2,1 1,0 1,1 1,1 1,0 1,1 1,0 1,1 1,1 1,-13 17,29-33,0 1,1-1,-1 1,1 0,0 1,1-1,-1 0,1 1,-1 0,2-1,-1 1,0 0,1 0,0 0,0 0,0 0,1 0,0 0,0 0,0 1,0-1,1 0,2-2,0-1,1 0,-1 0,1 0,-1 0,1 0,0-1,-1 1,1-1,0 0,0 0,0-1,0 1,0-1,0 0,0 0,0 0,0 0,0-1,0 0,0 0,0 0,0 0,5-1</inkml:trace>
  <inkml:trace contextRef="#ctx0" brushRef="#br0" timeOffset="25315.808">5665 9465,'1019'0,"-1008"0,-8 1,0-1,0 0,0 1,0-1,0 0,1-1,-1 1,0 0,0-1,0 0,0 0,-1 0,1 0,0 0,0 0,1-1,-27-34,16 25,1 1</inkml:trace>
  <inkml:trace contextRef="#ctx0" brushRef="#br0" timeOffset="25576.074">6641 9278,'-17'-12,"-34"-15,57 41,71 39,-59-43,0 1,-1 1,-1 0,0 1,12 13,-26-23,0-1,-1 0,1 1,-1-1,1 1,-1-1,0 1,0 0,0-1,0 1,-1 0,1 0,-1-1,1 1,-1 0,0 0,0 0,0 0,-1 0,1 0,-1-1,1 1,-1 0,0 0,0-1,0 1,-1-1,1 1,-1-1,1 1,-1-1,0 0,0 0,0 0,-1 2,-84 65,86-69,-147 81,73-45</inkml:trace>
  <inkml:trace contextRef="#ctx0" brushRef="#br0" timeOffset="26065.768">5705 9264,'-19'-1,"-1"1,1 1,0 1,0 0,0 2,0 0,1 1,-1 1,1 0,1 2,-1 0,1 1,0 1,1 0,-12 11,25-20,1 1,0-1,0 1,0 0,0 0,0 0,0 0,0 0,1 0,-1 0,1 0,0 1,-1-1,1 1,0-1,0 1,1-1,-1 1,0 0,1-1,0 1,-1 0,1-1,0 1,1 0,-1-1,0 1,1 0,-1-1,1 1,0 0,0-1,0 1,0-1,0 0,1 1,1 1,7 2,0 0,1 0,0-1,0-1,0 0,1 0,-1-1,1-1,0 0,0 0,6-1,-11 0,278 20,-280-21,-4 1,0 0,0-1,0 1,0-1,0 0,0 1,0-1,0 0,0 0,1 1,-1-1,0 0,0 0,0 0,0 0,0-1,0 1,0 0,1 0,-1-1,0 1,0-1,0 1,0-1,0 1,0-1,0 1,-1-1,1 0,0 0,0 1,0-1,-1 0,1 0,0 0,-1 0,1 0,-1 0,1 0,-1 0,1 0,-1 0,0 0,1 0,-1 0,0 0,0-1,-45-61,32 51</inkml:trace>
  <inkml:trace contextRef="#ctx0" brushRef="#br0" timeOffset="26980.322">7322 8796,'-61'-14,"25"4,0 2,-1 1,0 3,0 0,-30 3,59 1,0 1,-1 1,1 0,0 0,1 0,-1 1,0 1,1-1,0 1,0 0,0 1,0-1,0 1,1 1,0-1,0 1,1 0,0 1,0-1,0 1,-1 2,-6 14,0 0,2 0,0 1,2 1,0-1,0 8,-15 72,5 1,4 1,2 41,10-113,1-1,2 0,1 0,2 1,3 9,-5-32,1 0,0-1,1 1,0-1,0 0,1 0,0-1,1 1,0-1,1 0,0-1,0 0,0 0,1 0,1-1,-1 0,9 5,2-3,1-2,-1 0,1 0,1-2,-1-1,1 0,-1-1,1-2,0 0,0-1,0-1,0-1,0-1,11-3,-16 3,1 0,-1-2,0 1,0-2,-1 0,0-1,0-1,0 0,-1-1,0 0,-1-1,0-1,0 0,-2-1,1 0,-1-1,-1 0,4-6,4-16,-1-1,-2-1,-1 0,-2 0,-1-2,-2 1,-2-1,-2-1,-1 1,-2-1,-2 1,-2-1,-1-5,0 17,0 0,-2 0,-1 0,-1 1,-1 0,-2 0,0 0,-2 2,-7-12,12 26,0 0,0 0,-1 1,0 0,-1 0,0 1,-1 0,0 1,0 0,-1 1,0 0,0 0,-1 1,1 1,-1 0,-1 0,1 1,-1 1,1 0,-1 1,-9-1,-6 5,0 0,0 2,1 1,-1 1,1 1,1 2,0 0,0 2,0 1,2 1,0 1,0 1,1 1,-11 11,-140 103,7 6</inkml:trace>
  <inkml:trace contextRef="#ctx0" brushRef="#br0" timeOffset="30505.573">7296 9010,'-126'-130,"124"128,0 0,-1 1,0-1,1 0,-1 1,0-1,0 1,0 0,0 0,0 0,0 0,0 1,0-1,-1 1,1 0,0 0,0 0,0 0,0 1,-1-1,1 1,0 0,0-1,0 2,0-1,0 0,0 0,1 1,-1 0,-1 1,-76 67,76-66,-15 17,1 0,1 1,1 0,1 1,1 1,1 1,1 0,1 0,1 1,1 0,2 1,-3 19,5-20,1 1,2 0,1 0,0 0,2 0,2 0,0 0,1 0,2-1,1 0,1 0,1 0,1-1,1-1,2 0,0 0,1-1,2-1,13 15,-14-20,1 0,1-2,1 0,0 0,1-2,19 11,-30-20,1 0,-1 0,0-1,1 0,0-1,0 0,0 0,0 0,0-1,0-1,0 0,0 0,0-1,0 0,0 0,0-1,0 0,7-3,1-3,-1 0,-1 0,1-2,-1 0,-1-1,0 0,-1-1,0-1,0 0,-2-1,0 0,0 0,-1-1,-1-1,-1 0,0 0,-1 0,0-1,-2 0,0-1,-1 1,0-1,-1-5,0-11,-2 1,-2-1,0 0,-3 1,0-1,-3 1,0 1,-7-16,-11-24,-3 1,-2 1,-11-12,33 67,0-2,0 0,0 1,-2 1,0 0,-1 0,0 1,-1 0,0 1,-14-11,23 22,0 0,0 0,0 0,-1 1,1-1,0 1,-1 0,1 0,-1 0,1 1,-1-1,1 1,-1 0,0 0,1 0,-1 0,1 1,-1-1,1 1,-1 0,1 0,-1 0,1 1,0-1,0 1,-1-1,1 1,0 0,1 1,-2-1,-6 8,0-1,0 2,0-1,2 1,-1 1,2-1,-2 3,-14 27,1 1,3 0,1 2,2 0,2 1,2 0,2 1,2 0,2 1,2 0,2 29,2-59,1-1,0 1,0-1,2 0,0 0,1 0,1 0,0-1,1 1,1-1,0-1,1 1,0-1,1-1,1 1,0-2,1 1,1-2,-1 1,8 4,-3-4,1-1,0-1,0 0,1-1,1-1,-1 0,1-2,0 0,1-1,-1-1,1-1,0-1,0-1,0 0,12-2,-22-1,0 0,1 0,-1-2,-1 1,1-1,0 0,-1-1,0 0,0-1,0 0,-1 0,0-1,0 0,-1 0,0-1,0 0,4-6,5-8,-2-1,0-1,-2 0,-1 0,0-1,1-10,4-16,-2 0,-2-1,-2 0,-3-1,-2 0,-2 0,-3 0,-2-1,-5-25,3 51,-2 1,-1 0,-1 0,-1 0,-1 1,-1 1,-2-1,0 2,-5-4,12 18,-1 0,0 1,0 0,-1 0,0 1,-1 0,0 0,0 1,-1 0,0 1,0 0,-1 1,1 0,-1 0,0 1,0 1,-1 0,1 0,-1 1,1 0,-1 1,-10 1,9 1,1 0,-1 1,1 1,-1 0,1 1,0 1,1-1,-1 2,1 0,0 0,0 1,0 0,1 1,1 0,-1 0,1 1,0 1,1-1,-6 10,-3 6,1 1,1 0,1 1,2 1,0 0,2 0,-6 28,3 7,2 1,3 1,2-1,4 1,2 0,3 0,3 0,3-1,2 0,9 20,5 3</inkml:trace>
</inkml:ink>
</file>

<file path=ppt/ink/ink5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4-05T06:14:45.275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589 335,'-2'-8,"-1"-1,-1 1,1 0,-1 0,-1 0,1 1,-1-1,0 1,-1 0,0 1,0-1,-1 1,1 0,-1 1,-1-1,1 2,-1-1,1 1,-1 0,-1 0,1 1,0 0,-1 1,-3-1,-4 2,0 1,-1 1,1 0,0 1,0 1,1 1,-1 0,0 0,1 2,0 0,1 1,-1 0,1 1,0 1,1 0,0 1,1 0,0 1,0 1,1 0,1 0,0 1,1 0,0 1,1 0,-1 4,-7 24,3 1,1 0,2 1,3 1,1-1,2 1,2 37,-1-20,3 0,3 0,2-1,5 13,-5-48,0-1,2-1,1 1,1-1,1 0,0-1,2-1,1 1,1-2,1 0,9 10,-15-21,1 0,0-1,0-1,0 0,1 0,0-1,1 0,0-1,0-1,0 1,0-2,1 0,0 0,0-2,0 1,0-1,0-1,0-1,1 0,-1 0,0-1,0-1,0 0,0-1,0-1,0 0,-1 0,1-1,1-2,3-2,-1-1,0 0,0-2,-1 1,-1-2,0 0,-1-1,0 0,-1-1,-1 0,0-1,-1 0,-1-1,0 0,-1 0,3-14,2-9,-1-1,-3 0,-1 0,-2-1,-2 0,-2 0,-2-3,-1-12,-3 0,-2 1,-3 0,-2 0,-2 1,-3 0,-3 1,-1 1,-3 1,-2 1,-21-30,34 62,0 1,-1 0,-1 1,0 1,-2 0,-5-4,17 16,0 1,0 0,0 0,0 0,-1 0,1 1,-1 0,0 0,0 0,1 1,-1-1,0 1,0 0,-1 0,1 1,0 0,0 0,0 0,0 0,0 1,0 0,0 0,0 0,0 1,0-1,0 1,1 1,-1-1,-2 2,-13 12,2 0,0 2,1 0,1 0,1 2,0 0,2 0,0 1,1 1,-8 21,-6 13,1 1,3 0,3 2,2 0,3 1,2 1,3 0,3 0,3 1,3-37,1 1,1-1,2 0,0 0,2 0,0 0,2-1,1 0,11 21,-14-33,0-1,0 0,1-1,1 1,0-1,0-1,1 0,0 0,1 0,0-1,0-1,1 0,0 0,0-1,0 0,1-1,0-1,0 0,0 0,8 1,1-4,1-2,-1 0,0-1,-1 0,1-2,0-1,-1 0,0-2,0 0,-1-1,0-1,0-1,-1-1,0 0,-1-2,0 1,8-10,-8 6,-1 0,-1-1,0 0,-1-1,-1-1,-1-1,0 1,-2-2,0 0,-2 0,0 0,-1-1,0-4,5-30,-2-1,-2 0,-3 0,-2-40,-1 61,-2 0,-1 0,-2 0,-2 0,-1 1,-2-1,-1 2,-2-1,-1 1,-2 1,-1 0,-17-27,27 52,-1-1,0 1,0 1,0-1,-1 1,0 1,0-1,-1 1,0 0,0 1,0 0,-1 0,0 0,0 1,0 1,0 0,0 0,-1 1,0 0,1 0,-1 1,0 0,0 1,1 0,-1 1,0 0,0 1,-2 0,-8 8,1 0,0 2,0 0,1 1,1 1,1 0,0 1,0 1,2 1,0 0,1 0,0 2,2 0,0 0,1 1,1 0,-39 80,9-6</inkml:trace>
  <inkml:trace contextRef="#ctx0" brushRef="#br0" timeOffset="4720.599">629 349,'0'-8,"0"0,0-1,0 1,-1-1,0 1,-1-1,0 1,0 0,0 0,-1 0,-1 0,1 0,-1 1,-1-1,1 1,-1 0,-1 1,1-1,-1 1,-5-5,4 9,0 0,-1 0,1 0,0 1,-1 0,1 0,-1 1,1 0,-1 0,1 1,-1 0,1 0,-1 1,1 0,0 0,0 1,0 0,0 0,-4 3,-16 11,0 2,0 0,2 2,1 1,1 1,0 1,-8 13,19-21,0 1,2 0,-1 1,2 0,1 1,0 0,1 0,1 0,1 1,1 0,0 0,2 0,0 1,1 10,-2 90,6 0,5-1,10 31,-17-140,0 7,2 1,0-1,0 0,2 0,0 0,2-1,-1 0,2 0,9 15,-14-29,1 1,-1-1,1 0,0 0,0 0,0 0,0-1,0 1,1-1,-1 0,1-1,-1 1,1-1,0 0,-1 0,1 0,0-1,0 1,0-1,0 0,-1-1,4 0,105-29,-97 25,1 0,-1-2,-1 0,1-1,-1-1,0 0,-1-1,0 0,-1-1,0-1,-1 0,0-1,-1 0,0 0,-1-1,-1-1,0 0,3-9,-2-14,-2 0,-1 0,-3-1,0 0,-3 0,-3-37,1 38,-6-370,5 382,0 0,-2 0,0 1,-2-1,-1 1,-1 1,-2-1,6 15,0 1,-1-1,0 1,-1 1,0-1,0 1,-1 0,0 0,-1 1,1 0,-1 1,-1-1,1 1,-1 1,0 0,0 0,-1 1,-7-3,12 5,1 0,-1 0,1 1,-1 0,0 0,1 0,-1 0,0 1,0-1,0 1,0 1,1-1,-1 1,0-1,0 1,1 1,-1-1,1 1,-1 0,1 0,0 0,-1 0,1 1,0 0,1-1,-1 2,0-1,1 0,0 1,-2 1,-35 71,28-62</inkml:trace>
</inkml:ink>
</file>

<file path=ppt/ink/ink5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4-05T06:14:56.544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775 205,'-5'-10,"-1"0,-1 1,0-1,0 2,0-1,-1 1,-1 0,1 1,-1 0,0 0,-1 1,0 0,0 1,0 0,0 0,-1 1,0 1,0-1,-10 0,-20 1,0 2,-1 2,-33 5,58-2,0 0,0 2,1 0,0 0,0 2,0 0,1 1,0 0,1 1,0 1,0 0,1 1,1 1,0-1,1 2,0 0,1 0,0 1,1 0,1 1,1 0,0 0,1 1,0 3,-12 27,3 1,2 1,2 0,2 1,2-1,2 2,2 11,3-35,1 1,2-1,0 0,2 0,1 0,1 0,1-1,1 0,2-1,0 0,2 0,0-1,2-1,1 0,-7-12,0 0,1-1,0 0,1-1,0 0,1-1,-1 0,2-1,-1 0,1-1,0 0,0-1,0-1,1 0,0-1,-1 0,1-1,1-1,0 0,16 2,1-2,0-2,-1-1,1-1,22-6,-40 6,0 0,-1-2,1 1,-1-2,0 0,0 0,0-1,-1-1,0 0,-1 0,0-2,0 1,8-10,-2-3,-1-1,-1 0,-1-1,-1-1,-1 0,-2-1,0 0,-1 0,2-18,1-13,-3 0,-2-1,-2 0,-4-6,-1 17,-2 0,-2 0,-2 1,-3-1,-1 1,-3 1,-11-27,21 60,-1 0,0 1,-1-1,-1 1,0 0,0 0,-1 1,0 0,-1 0,0 1,0 0,-1 0,-1 1,1 0,-1 1,-1 0,1 0,-1 1,0 1,0 0,-1 0,0 1,0 1,-5-2,6 5,0-1,0 2,0 0,0 0,0 1,0 0,0 1,1 0,-1 0,1 2,0-1,0 1,1 0,-1 1,1 0,0 1,1 0,0 0,0 1,0 0,1 0,-1 2,-32 45,1 2,3 2,3 0,3 3,-22 60,45-104,-5 11,1 0,2 1,1 0,2 1,1 0,1 0,1 0,2 0,1 0,3 14,-1-23,1 0,1 0,1-1,1 0,1 0,1 0,1-1,0 0,1 0,2-1,0-1,1 0,0-1,2 0,2 2,-8-12,0 0,1 0,-1-1,2 0,-1 0,0-1,1-1,0 0,0 0,1-1,-1 0,0-1,1 0,0-1,-1-1,10 0,-1-1,1 0,-1-2,1 0,-1-1,0-1,0-1,0-1,-1-1,1-1,-4 0,0 0,-1-2,0 1,-1-2,0 0,-1-1,0 0,-1-1,0-1,-1 0,-1 0,-1-1,0 0,-1 0,0-1,-2-1,0 1,-1-1,0 0,0-8,9-67,-3 0,-4-1,-5-1,-6-48,5 129,-1 1,0-1,-1 0,0 1,-1-1,-1 1,0-1,-1 1,0 0,-1 0,-1 1,0-1,0 1,-1 0,-1 1,0 0,-1 0,0 1,0 0,-1 0,-3-1,-1 2,0 2,0 0,-1 0,0 2,0 0,0 0,-1 2,0 0,1 0,-1 1,0 2,0-1,0 2,0 0,0 1,1 0,-1 1,-8 3,7 3,1-1,0 2,0 0,1 1,0 1,1 0,0 0,1 2,1 0,0 0,1 1,0 1,1-1,1 2,1-1,0 1,1 1,0 3,-26 58</inkml:trace>
</inkml:ink>
</file>

<file path=ppt/ink/ink5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4-05T06:14:59.921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158 86,'-158'-85,"214"105,-1-3,2-2,0-2,1-3,4-2,579 53,-623-59,-11-2,0 1,0-1,1 1,-1 0,0 1,-1 0,1 0,0 1,-1-1,1 1,-1 1,4 1,-11 16,-6-14,0-1,-1 0,0 0,0-1,0 0,-1 0,0-1,0 0,-3 0,-1 2,-113 44,89-39,2 1,0 2,0 1,1 2,1 2,1 0,1 3,0 0,2 2,1 1,-9 11,28-24,1 0,0 0,1 1,0 0,1 0,1 0,0 1,1 0,0 0,1 0,1 0,0 0,1 1,0-1,1 1,1-1,0 1,1-1,1 0,0 1,1-1,0-1,1 1,1-1,0 0,1 0,0 0,1-1,0 0,1-1,1 0,-1 0,2-1,-1 0,2-1,-1 0,5 2,-4-4,0 0,0 0,1-1,0-1,0 0,0-1,1 0,0-1,-1 0,1-2,0 1,0-2,0 0,0 0,0-1,0-1,0 0,-1-1,1-1,-1 0,0-1,0 0,0-1,-1 0,1-1,-2-1,1 0,-1 0,0-1,-1-1,0 1,0-2,-1 1,-1-1,0-1,4-7,-8 11,0 0,0 0,-1 0,0 0,-1 0,1-1,-2 0,1 1,-1-1,-1 0,1 0,-2 1,1-1,-1 0,0 0,-1 1,0-1,0 1,-1-1,0 1,-1 0,0 0,0 0,-1 1,1-1,-2 1,1 0,-1 1,0-1,0 1,-7-5,3 7,1-1,-1 2,0-1,0 1,0 1,0 0,0 0,-1 1,1 0,0 1,-1 0,1 1,-1 0,1 0,0 1,0 1,0-1,0 2,0-1,0 2,1-1,0 1,0 0,0 1,1 0,0 1,0 0,0 0,1 0,0 1,0 0,1 1,0-1,1 1,0 0,0 1,1-1,0 1,1 0,0 0,0 2,2-6,1 0,0 0,0 0,1 0,0-1,0 1,0 0,1 0,0-1,0 1,0-1,1 0,-1 1,1-1,1 0,-1-1,1 1,-1 0,1-1,1 0,-1 0,1 0,-1-1,1 1,0-1,0 0,1-1,1 2,51 22</inkml:trace>
</inkml:ink>
</file>

<file path=ppt/ink/ink5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4-05T06:15:01.511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0 46,'14'49,"1"-2,3 0,15 29,-5-13,42 120,-69-179,-1-3,0 1,0-1,0 0,1 1,-1-1,0 0,1 1,-1-1,0 0,1 1,0-1,-1 0,1 0,0 0,0 0,0 0,-1 0,1 0,0 0,0 0,0 0,1 0,-1 0,0-1,0 1,0 0,1-1,-1 1,0-1,1 0,-1 1,0-1,1 0,3-4,-1-1,1 0,-1 0,0 0,-1-1,1 0,-1 1,0-1,-1 0,1 0,-1-2,4-5,24-63,-4-1,14-69,-33 122,-6 56,-5-9,1 1,1-1,1 1,2 0,0 0,1-1,2 1,0-1,2 0,0 0,2 0,0-1,11 19,-14-33,1-1,1 0,-1 0,1-1,0 0,1 0,0-1,-1 0,2 0,-1 0,0-1,1-1,0 0,0 0,0 0,0-1,0 0,1-1,-1 0,5-1,36 2</inkml:trace>
  <inkml:trace contextRef="#ctx0" brushRef="#br0" timeOffset="329.12">1110 6,'-20'-3,"1"2,-1 0,0 1,1 1,-1 0,-13 4,28-4,0 0,0 1,-1-1,1 1,0 0,0 0,0 1,1-1,-1 1,1 0,-1 0,1 1,0-1,0 1,1 0,-1 0,1 0,-1 1,1-1,1 1,-1 0,1 0,0 0,0 0,0 0,0 1,1 0,1-1,-1 1,1 0,0-1,0 1,1 0,0-1,0 1,0 0,0-1,1 1,0-1,0 0,1 0,-1 0,1 0,0 0,0 0,1-1,0 1,0-1,0 0,0 0,0-1,1 1,16 12,1-1,0-1,1-1,20 8,-40-19,162 88,-164-90,1 1,0 0,-1 0,1 0,0 0,-1 0,1 0,-1 0,0 0,1 0,-1 1,0-1,0 1,0-1,0 1,0-1,0 1,0 0,0-1,-1 1,1 0,-1-1,1 1,-1 0,0 0,1 0,-1 0,0-1,0 1,0 0,-1 0,1 0,0 0,-1-1,1 1,-1 0,0 0,1-1,-1 1,0 0,0-1,0 1,0-1,0 1,-1-1,1 0,0 0,-1 1,1-1,-1 0,0 0,-14 8,0-1,0 0,-1-2,0 0,0 0,-1-2,-16 3,20-4,-60 12</inkml:trace>
</inkml:ink>
</file>

<file path=ppt/ink/ink5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4-05T06:15:00.590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83 495,'11'-75,"1"5,-4 1,-2-2,-4-69,-15 77,12 62,0 1,0-1,0 0,0 1,0-1,0 1,0-1,0 1,0 0,0-1,0 1,0 0,0-1,0 1,0 0,0 0,0 0,0 0,0 0,0 0,0 1,0-1,0 0,0 0,0 1,0-1,0 1,0-1,0 1,0-1,0 1,0-1,0 1,1 0,-1 0,0-1,0 1,1 0,-1 0,0 0,1 0,-1 0,1 0,0 0,-1 0,1 0,0 0,-1 0,1 0,0 0,0 0,0 0,0 0,0 1,-11 28,0 0,3 1,0-1,2 2,2-1,-1 21,5-50,-5 24,1 1,1 0,1 1,2-1,1 0,1 0,1 0,1 0,2 0,1-1,0 0,2 0,5 7,7-1</inkml:trace>
  <inkml:trace contextRef="#ctx0" brushRef="#br0" timeOffset="351.111">390 281,'-6'6,"-1"0,1 0,0 1,1 0,0 0,0 1,0-1,1 1,0 0,0 1,1-1,0 0,1 1,0 0,0-1,1 1,0 0,0 0,1 0,0 0,1 0,0 0,0 0,1-1,0 1,1-1,0 1,0-1,1 0,0 0,0 0,1 0,0-1,0 0,1 0,-1 0,2-1,-1 1,1-1,-2-1,0-1,1 0,-1 0,1 0,0 0,0-1,0 0,0-1,0 1,1-1,-1 0,1 0,-1-1,1 0,0 0,0-1,-1 0,1 0,0 0,0-1,-1 0,1-1,0 1,-1-1,1 0,-1-1,0 0,0 0,0 0,0 0,0-1,-1 0,0 0,0-1,2-2,0-2,0-2,0 1,-2-1,1 0,-1 0,-1-1,0 1,0-1,-1 0,-1 0,0 0,-1 0,0 0,-1-1,0 1,-1 0,0 0,-1 0,0 0,-1 0,-1 0,0 0,0 1,-1 0,0 0,-1 0,-4-4,6 10,0 0,-1 0,0 1,0-1,0 1,-1 0,1 1,-1-1,0 1,0 0,0 1,-1-1,1 1,-1 0,1 1,-1 0,1 0,-1 0,0 1,1 0,-1 0,0 0,0 1,1 0,-1 1,1-1,-1 1,1 1,0-1,0 1,0 0,0 0,0 1,1 0,-1 0,1 0,0 0,0 1,1 0,-1 0,-1 3,1-1,0 0,1 1,0-1,0 1,1 0,-1 0,2 0,-1 0,1 1,1-1,-1 1,1-1,1 1,0 0,0-1,0 1,1 0,1 0,9 41</inkml:trace>
</inkml:ink>
</file>

<file path=ppt/ink/ink5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4-05T06:15:00.173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31 7,'-16'0,"2"2,14 1,25 0,30-3,27-2,19-2,7 0,-14-1</inkml:trace>
  <inkml:trace contextRef="#ctx0" brushRef="#br0" timeOffset="170.182">205 140,'18'11,"22"5,22-2,22-2,-4-4</inkml:trace>
</inkml:ink>
</file>

<file path=ppt/ink/ink5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4-05T06:15:14.168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978 208,'-19'-13,"-1"0,0 1,0 2,-1 0,-1 1,1 0,-1 2,-1 1,1 1,-1 1,0 1,0 1,0 0,0 2,-1 1,1 1,0 1,0 1,1 1,-1 0,1 2,0 1,1 1,0 0,0 2,1 0,0 2,1 0,1 1,0 1,-15 15,13-3,0 0,2 2,1 0,2 0,0 2,2 0,2 0,0 1,-2 19,9-37,-36 123,7 1,-3 50,32-173,1 1,0-1,1 1,1-1,0 1,1 0,1-1,0 1,1-1,1 1,0-1,2 0,-1 0,2 0,0-1,4 7,18 17,3-1,1-2,1-1,2-1,1-2,10 4,-30-21,0-2,1 0,0-1,1 0,0-1,1-2,0 1,0-2,1-1,0 0,0-2,8 1,19-3,1-1,0-3,-1-2,0-2,0-2,0-3,-1-1,-1-2,0-2,18-11,-29 12,-1-2,-1-1,0-1,-1-2,-2-1,0-2,-1 0,-2-2,0-1,-2-1,-1-2,-2 0,0-1,13-30,-10 14,-3 0,-1-2,-3 0,-2-1,-2-1,4-38,-13 61,-2 0,0 0,-2 0,-1 0,-1 0,-2 0,-1 1,-1-1,-1 1,-1 1,-1-1,-2 1,-6-9,3 6,-2 1,-2 0,0 1,-2 1,0 1,-2 1,-1 1,-1 1,0 1,-2 1,0 1,-2 1,0 2,0 1,-2 1,0 1,0 2,-1 1,0 1,-26-3,35 9,0 1,0 0,1 2,-1 1,0 1,0 0,0 2,1 0,-1 2,1 0,1 1,-1 2,1 0,-4 3,-15 13,1 3,1 1,2 1,1 2,1 2,2 0,2 3,1 0,-14 25,22-23,2 0,1 1,2 1,2 0,2 1,2 1,1-1,2 1,3 1,1-1,2 0,3 20,-2-39,1-1,1 0,1 0,1 0,1-1,1 1,1-2,0 1,2-1,1 0,10 14,-4-9,1-1,1-1,1 0,1-2,1 0,1-2,1 0,0-2,2 0,0-2,1-1,0-1,23 7,-12-7,0-2,1-1,1-2,0-2,0-2,0-1,1-2,-1-2,36-5,-44-1,0-2,0-2,-1 0,0-3,-1 0,0-2,-1-1,-1-1,0-2,-2 0,0-2,-1-1,-1-1,-2-1,12-16,-16 17,-1-1,-1 0,-1-1,-2 0,0-1,-2-1,-1 0,0-1,-3 0,0 0,-2 0,-1-1,-1 0,-1 0,-2 0,-1 0,-1 0,-1 0,-2 1,-1-1,-1 1,-2 1,-2-5,0-3,-1 0,-2 1,-1 1,-2 1,-1 0,-2 1,0 0,-3 2,0 1,-2 1,-16-14,25 32,-1 0,-1 1,1 1,-1 1,0 0,-1 2,1 0,-1 0,0 2,0 1,0 0,0 1,0 1,0 1,1 1,-1 0,-3 2,-14 3,2 2,-1 1,1 2,1 1,0 1,2 2,-1 1,2 2,1 1,0 1,2 2,0 0,-6 10,-3 6,2 2,1 2,3 1,1 1,3 1,-3 10,17-29,0 0,2 0,1 1,1 1,1-1,2 1,1 0,2 1,1-1,1 0,1 1,2-1,1 0,1 0,2-1,1 1,1-1,8 14,-9-22,2-1,0-1,1 0,0 0,2-1,0 0,2-1,-1-1,2-1,0 0,1 0,0-2,1 0,1-1,0-1,5 1,6 0,0-1,1-1,0-2,1-1,0-2,0-1,0-1,1-2,-1-1,0-2,1 0,-1-3,-1-1,1-1,5-3,2-2,-2-2,0-1,0-2,-2-1,0-2,-1-2,-1-1,-1-1,-1-2,-2-1,0-1,0-4,-8 7,-2 0,0-1,-2-1,-1-1,-1 0,-2-1,0-1,-2 0,-2 0,0-1,-2 0,-2-1,2-13,-3 0,-1 0,-2 0,-3 0,-1 0,-2 0,-2 1,-2-1,-3 2,-1 0,-1 0,-3 1,-1 1,-3 1,-1 0,-1 2,-21-24,29 43,-1 0,-1 2,-1 0,0 1,-1 1,-1 1,0 0,-1 2,0 0,-1 2,0 0,-1 1,0 1,0 2,-1 0,-2 1,-14 0,0 2,-1 2,1 1,-1 3,1 1,0 2,1 1,-1 2,1 2,1 2,0 1,1 2,1 2,0 1,1 2,2 1,0 2,1 1,1 1,2 2,-26 31,4 3,2 2,-14 29,-1 11</inkml:trace>
</inkml:ink>
</file>

<file path=ppt/ink/ink5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4-05T06:15:22.637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1056 208,'-23'-39,"18"29,1 1,-2 0,1 0,-1 0,-1 1,1 0,-1 0,-1 0,0 1,0 0,0 1,0 0,-1 0,-4-2,-31-5,-1 2,1 2,-2 1,1 3,-1 2,0 1,0 3,-11 3,-1-3,48-1,0 0,0 1,0 0,0 1,0 0,0 1,1 0,-1 0,1 1,0 0,0 1,0 0,-6 4,-14 10,1 1,1 1,1 1,1 1,1 2,1 0,1 1,-12 22,22-22,1 1,2 0,1 1,1-1,1 2,2-1,1 0,1 1,1 14,-2 4,-1 165,9-179,2 1,1-1,2-1,1 0,1 0,2-1,1 0,6 6,-17-29,4 11,1 0,1-1,0 0,1-1,1 0,1-1,0 0,1-1,1-1,0 0,1-1,1 0,12 7,2-5,0-1,0-1,2-2,-1-1,1-1,1-2,-1-2,1-1,0-1,0-2,0-1,8-3,-10-1,0-2,-1-1,0-2,0-1,-1-1,-1-2,0-1,0-1,-1-1,-1-2,-1-1,-1-1,16-15,-24 17,-1-1,0-1,-2-1,0 0,-1 0,-2-1,0-1,-1 0,-1-1,-1 1,-2-2,0 1,-1-1,0-22,1-25,-3 0,-5-44,-1 86,-2 0,-1 1,-1 0,-2 0,0 1,-2 0,-7-11,8 16,0 1,-2 1,0 0,-1 0,-1 1,-1 1,-1 1,-1 0,0 1,-1 0,-1 2,0 0,-1 2,-1 0,0 1,-1 1,0 0,-1 2,0 1,0 1,-11-1,15 4,0 1,0 1,-1 1,1 0,-1 2,1 0,-1 1,1 1,0 1,0 1,0 0,0 2,16-6,0 0,1 0,-1 0,0 0,1 1,-1 0,1-1,0 1,-1 0,1 0,0 0,0 0,0 1,1-1,-1 0,0 1,1-1,0 1,-1 2,0 7</inkml:trace>
</inkml:ink>
</file>

<file path=ppt/ink/ink5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4-05T06:15:24.147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1008 269,'-11'-16,"0"1,-1 0,-1 1,-1 1,0 0,-1 0,0 2,0 0,-1 0,-1 2,0 0,0 1,-1 0,-11-2,-5 0,0 1,-1 1,1 2,-1 2,-1 1,1 2,-19 2,35 1,-1 1,1 1,0 1,1 1,-1 0,1 2,0 0,1 1,0 0,0 2,1 0,0 1,1 0,1 1,0 1,0 0,2 1,0 1,0-1,0 5,-6 5,1 1,1 1,2 0,0 1,2 1,1 0,2 0,1 1,-5 29,10-39,1 0,1 0,0 0,2 0,0 0,1-1,1 1,1 0,1-1,0 0,2 0,0 0,1-1,1 0,10 16,2-8,0-2,1 0,2-2,0 0,2-2,0-1,1-1,16 8,-21-12,0-2,1 0,1-2,-1-1,1 0,1-2,0-1,0-1,12 1,39 2,1-3,49-4,-113-3,-1 0,1-1,-1 0,0-1,0 0,0-1,0 0,-1-1,0-1,0 1,-1-2,1 1,-2-2,1 1,-1-1,0-1,-1 1,0-1,-1-1,5-8,12-12,-2 0,-2-1,-1-1,-1-1,-1-1,-3 0,0-1,-3-1,-1 0,-1 0,-3-1,2-29,-6 52,-2 0,0 0,0 0,-2 0,0 0,0 1,-1-1,-1 1,-1-1,0 1,-1 1,0-1,-6-9,-120-136,117 141,0 1,-2 0,0 1,-1 1,0 0,-1 1,-1 2,0 0,-1 1,0 0,0 2,-1 1,-1 1,1 0,-1 2,0 1,-2 0,8 3,1 1,-1 0,1 1,-1 1,1 0,0 1,0 1,0 1,-1 1,9-4,1 1,0 1,0-1,0 1,0 0,1 1,0 0,0 0,0 0,0 1,1-1,0 1,0 1,1-1,0 1,0-1,0 1,1 1,0-1,0 1,-2 9</inkml:trace>
</inkml:ink>
</file>

<file path=ppt/ink/ink5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4-05T06:13:49.572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3196 82,'-11'-4,"-22"-10,-1 2,0 2,0 1,-1 1,0 2,-4 2,-28 0,17 0,0 2,0 2,0 2,-5 4,5 2,-1 2,1 2,1 3,0 1,1 3,1 2,-24 15,46-18,0 0,2 2,0 1,1 0,1 2,1 1,-3 5,12-15,0 1,1 0,1 0,0 1,1 1,1-1,0 1,1 0,1 0,1 1,0 0,2-1,0 1,0 8,1 17,1 1,3 0,1-1,2 1,3-1,1-1,1 0,4 2,-4-12,1-1,1 0,2-1,1-1,2 0,0-1,16 16,-7-11,2-2,0-1,3-1,0-2,1-1,2-2,1-1,0-1,2-3,0-1,1-1,1-3,0-1,1-2,41 6,5-12,0-3,1-4,-1-4,62-14,-113 14,0-2,0-2,-1-1,-1-1,0-3,-1 0,0-2,-1-2,-2 0,0-2,0-2,-14 11,0 0,-1-1,-1 0,0-1,-1-1,0 0,-1-1,-1-1,-1 1,0-2,-1 1,-1-1,-1-1,0 1,2-12,-4-16,-1 1,-2-1,-3 1,-1-1,-2-1,-5-8,-1 1,-3 1,-2 0,-3 1,-2 0,-24-44,26 57,-1 1,-3 1,0 1,-3 1,0 0,-3 2,-8-6,20 24,-1 2,-1 0,0 1,0 1,-1 1,-1 0,1 2,-2 0,1 1,-1 1,0 1,0 1,-2 0,-18-1,-1 2,0 2,0 2,0 1,1 2,-16 5,-118 32,-30 25,5 7</inkml:trace>
  <inkml:trace contextRef="#ctx0" brushRef="#br0" timeOffset="81601.806">1432 1646,'-1'-8,"1"-1,-2 0,1 0,-2 0,1 1,-1-1,0 1,-1 0,1 0,-2 0,1 0,-1 1,0 0,-1 0,0 0,0 0,0 1,-1 0,0 1,0-1,-2 1,-168-73,153 67,-1 1,0 1,0 2,-1 0,0 2,0 1,-1 1,1 1,-1 1,1 2,-1 0,-3 3,-49-3,62-1,0-1,0 1,0 0,1 1,-1 0,0 2,0 0,1 1,0 0,0 2,0 0,0 0,-2 3,-152 125,146-114,1 2,1 0,1 1,2 1,0 1,1 0,-7 18,-89 217,105-241,1 0,1 1,1 0,1 0,0 0,2 0,0 1,1 0,2 0,0-1,1 7,9 221,-7-231,1-1,0 0,1 0,1-1,1 0,0 0,1 0,0-1,1 0,1-1,0 0,1 0,1-1,19 29,-15-17,1 0,1-1,1 0,1-2,1-1,1 0,1-1,0-2,1 0,1-2,1 0,0-2,0-1,2-1,-1-2,1 0,24 3,48 5,-70-10,0-1,1-2,-1-1,1-1,0-2,-1-1,21-4,-7-6,-1-2,0-2,-1-2,-1-2,-1-1,18-13,-14 5,0-1,-2-2,-1-2,-2-2,-1-2,18-24,-42 46,0-1,-2 0,0-1,-1-1,0 0,-2 0,0-1,-1 0,-1 0,-1-1,-1 0,0 0,-1-4,0-12,-1 0,-2 0,-2-1,-1 1,-1 0,-3 0,-1 0,-1 1,-2 0,-1 1,-2 0,-1 0,-2 2,-1 0,-19-26,-195-232,208 255,15 20,0-1,-2 1,0 1,0 0,-2 0,0 1,0 1,-1 0,0 0,-1 1,-1 1,0 1,0 0,-2 0,-241-56,221 52,0 2,0 1,-1 2,-7 1,31 6,0 0,-1 0,1 2,-1-1,1 2,0 0,-1 1,1 0,1 1,-1 1,0 0,-9 6,8-3,1 1,-1 0,2 1,0 0,0 1,1 1,0 0,1 1,0 0,1 0,0 1,2 1,-1-1,2 1,0 1,1-1,0 1,1 0,-1 11,-68 362,64-355,1 0,2 0,2 0,1 1,1 0,2 0,1 0,3 0,0 0,8 31,57 203,-63-246,0 0,2-1,1 0,0-1,2 0,0 0,2-1,0 0,1-1,1 0,7 6,3-3,1 0,1-1,2-2,0-1,0-1,2-1,1-1,-7-8,0-1,1 0,0-2,0-1,0-1,0-1,1-1,-1-1,0-2,0 0,0-1,6-4,1 3,0-2,0-1,0-1,-1-2,-1-1,0-2,0-1,-2-1,0-1,-1-2,0 0,-2-2,0-1,18-22,150-223,-174 239,-2 0,-1-1,-2 0,0-1,-2-1,-1 0,-2-1,3-20,-2-11,-2-1,-4-1,-2 1,-3 0,-7-50,0 68,-2 0,-2 0,-1 1,-3 0,-2 1,-2 1,-1 1,-20-28,21 44,-1 1,0 0,-2 2,-1 1,-1 0,-1 2,0 1,-1 2,-2 0,1 2,-2 0,0 3,0 0,-1 2,-1 1,0 2,0 1,-6 1,3-1,0 1,-1 2,1 2,-1 1,1 2,-9 3,28-3,0 1,-1 1,1 0,0 1,1 1,0 0,0 1,0 1,1 1,0 0,0 0,1 1,0 1,-3 5,-47 53,4 4,-45 71,83-112,1 2,2 0,1 0,2 2,1 0,2 0,2 2,1-1,-3 32,-4 263,15-300,-2-8,1 0,2 0,0 1,2-1,0 0,2 0,1-1,0 1,2-1,8 18,16 15,3-1,2-1,3-2,35 36,-59-70,1-1,1 0,0-1,2-1,-1-1,2 0,0-2,0 0,1-1,1-1,0-1,0-1,0-1,16 2,5-2,0-2,0-1,0-3,0-1,1-3,-1-1,-1-2,1-2,-1-2,0-1,2-4,-19 5,0-2,0-1,-1 0,-1-2,0-1,-2-1,1-1,-2 0,0-2,-2 0,5-7,20-31,-2-1,-3-2,22-49,-33 59,-2-1,-3-1,-2-2,12-51,-27 83,0 1,-2-1,-1 0,0 0,-2 0,0 0,-2 0,-1 0,0 0,-2 0,-1 1,0 0,-9-17,-13-14,-2 1,-2 1,-3 2,-2 2,-20-20,36 41,-1 0,-1 2,-1 1,-1 1,-1 0,-1 2,-1 2,0 0,-1 2,-1 1,-20-7,7 10,0 2,-1 1,-1 3,1 1,-1 3,0 1,0 2,1 2,-1 3,1 1,0 2,-17 7,26-5,1 3,0 1,1 1,0 2,2 1,0 2,2 1,0 1,1 1,1 2,2 1,1 0,1 2,1 1,1 1,2 0,2 2,0 0,3 1,0 0,-3 20,-1-2,3 2,2 0,2 0,2 1,3 0,3 0,2 1,2-1,2-35,0 0,2-1,0 0,1 0,1 0,0 0,2-1,0-1,1 1,1-2,0 1,2 0,25 27,1 0,2-3,23 17,-37-33,1-1,1-1,1-1,1-2,1-1,0-2,1-1,1-1,1-2,0-2,1-1,37 2,1-3,1-3,-1-4,33-4,-83 1,-1-1,1-1,-1-1,0-1,0-1,0-1,-1-1,0-1,0 0,-1-2,-1-1,0-1,0 0,-1-1,-1-1,5-7,19-21,-3-2,-1-2,-3-1,-2-2,1-6,-10 12,-3-1,-1 0,-3-1,-1-2,-3 1,-1-2,-3 1,-2-1,-1-17,-5 28,-2-1,-2 1,-2 0,-1 0,-2 1,-2-1,-1 2,-1 0,-3 0,-1 1,-1 1,-2 0,-1 2,-10-11,13 18,-2 1,-1 1,0 1,-2 1,-1 0,0 2,-1 0,-1 2,-1 1,-12-5,-4-1,-1 1,-1 3,0 1,-1 3,-1 1,0 3,0 1,-29 0,46 7,-1 1,1 2,0 0,0 3,0 0,0 2,0 0,1 3,-21 8,27-8,0 0,0 2,1 0,0 1,1 2,1 0,0 1,1 1,1 0,0 1,1 1,1 1,-13 20,8-3,2 2,1 0,-8 28,7-11</inkml:trace>
  <inkml:trace contextRef="#ctx0" brushRef="#br0" timeOffset="91183.905">5189 1567,'-58'-27,"35"16,0 0,-1 1,0 1,-1 2,0 0,-1 1,-10 1,-269 4,275 4,0 1,0 2,1 1,-1 1,2 2,-1 0,1 2,1 2,0 0,-23 17,33-20,1 1,0 0,1 2,0-1,1 2,1 0,0 0,1 1,1 1,0 0,1 1,1 0,1 0,1 1,0 0,1 0,1 0,1 1,1 0,0 6,-1 33,2 1,3 0,2 0,4-1,3 9,1-26,1-1,3-1,1 0,2-1,2-1,1 0,13 14,-9-11,-17-27,1-1,0-1,1 0,1 0,0-1,0 0,1-1,0 0,1-1,0 0,1-1,-1-1,2 0,-1-1,6 2,10 3,1-2,0 0,0-2,1-1,0-2,0-1,13-2,-13-1,19 1,-1-2,0-2,0-3,39-10,-70 12,0-2,0 0,-1-1,0 0,-1-2,0 0,0-1,-1-1,0 0,-1-1,0-1,-1 0,0-1,-1-1,-1 0,-1-1,6-9,171-312,-179 313,-1 0,-1-1,-1 0,-1 0,-1 0,-1-1,-2 0,0 0,-2 1,-2-9,0 12,-2-1,0 1,-2 0,-1 0,0 1,-1 0,-2 1,0 0,-3-4,4 6,-1 0,-1 0,0 1,-1 0,-1 1,-1 1,0 0,0 1,-2 1,0 0,0 2,-1 0,-1 0,0 2,0 0,0 1,-1 1,-6 0,-27 0,1 2,-1 2,-1 3,-25 4,70-4,0 0,1 1,-1 0,0 1,1 0,-1 0,1 1,0 0,0 1,0 0,0 0,1 0,-4 3,-6 9</inkml:trace>
</inkml:ink>
</file>

<file path=ppt/ink/ink5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4-05T06:20:59.482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0 576,'51'-10,"0"-3,-1-2,-1-2,22-12,-30 14,0-3,-2 0,0-3,-1-1,-1-2,-2-1,0-2,-2-2,-1-1,27-31,-52 51,0 0,0 0,0 0,-1-1,-1 0,0 0,0 0,-1-1,1-7,-4 16,-1 0,1 1,-1-1,0 0,0 0,0 0,0 0,-1 0,1 1,-1-1,1 0,-1 0,0 1,0-1,0 0,-1 1,1-1,-1 1,1-1,-1 1,0 0,0 0,0 0,0 0,0 0,0 0,0 0,-1 1,1-1,-1 1,1 0,-1 0,0 0,1 0,-1 0,0 0,-2 0,-4 0,0-1,0 1,0 1,0 0,0 0,0 1,0 0,0 0,0 1,0 0,-4 2,1 1,0 1,0 0,1 1,-1 0,2 0,-1 2,1-1,0 1,1 1,0-1,0 2,1-1,0 1,1 0,1 1,-5 10,0 3,1 1,1 0,1 0,2 1,0 0,2 0,0 21,4 8,3 0,2-1,2 1,3-2,3 1,13 36,9 44,-29-115,-1 0,-1 1,-1-1,0 1,-2 0,0 0,-2 0,0 0,-1 0,-1-1,-1 1,-1-1,-1 0,-1 1,-12 15</inkml:trace>
  <inkml:trace contextRef="#ctx0" brushRef="#br0" timeOffset="251.326">54 950,'20'-18,"28"-8,28-5,23 2,21 4,10 6,1 5,-22 5</inkml:trace>
  <inkml:trace contextRef="#ctx0" brushRef="#br0" timeOffset="504.651">1163 978,'0'-3,"-1"0,1 0,-1 0,0 0,0 1,0-1,0 0,0 1,-1-1,1 1,-1-1,0 1,1 0,-1-1,0 1,-1 0,1 0,0 1,0-1,-1 0,1 1,-1-1,0 1,1 0,-1 0,0 0,0 0,1 1,-1-1,-2 0,-4-1,1-1,-1 1,0 0,0 1,0 0,0 1,0 0,0 0,0 1,0 0,1 0,-1 1,0 0,0 1,1 0,0 0,-1 1,1 0,0 0,1 1,-1 0,1 0,0 1,1 0,-1 0,1 1,0 0,0 0,1 0,-1 2,4-4,1 0,-1 0,1 0,0 0,0 1,0-1,1 0,0 1,0-1,0 0,1 1,0-1,0 0,0 1,0-1,1 0,0 0,0 0,0 0,1-1,0 1,0-1,0 1,0-1,1 0,-1 0,1 0,0-1,0 0,1 1,-1-1,1-1,-1 1,1-1,0 1,0-1,4 0,21 8,1-1,0-2,1-1,-1-1,1-2,0-1,1-2,-1-1,0-1,-1-2,1-2,0 0,-1-2,28-11,41-19,-16-1</inkml:trace>
</inkml:ink>
</file>

<file path=ppt/ink/ink5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4-05T06:20:58.067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0 763,'177'-93,"-121"68,-1-3,-2-3,-1-1,-1-3,-2-3,23-23,-56 44,-1 0,0-2,-1 0,-1 0,-1-1,8-19,-15 29,0 1,-2-1,1-1,-1 1,-1 0,0-1,0 0,-1 1,0-1,-1 0,0 1,-1-1,0 0,-1 0,-2-9,2 14,-1 1,0-1,0 1,0-1,-1 1,0 0,0 0,0 1,-1-1,1 1,-1 0,0 0,0 0,0 1,-1 0,0 0,1 0,-1 1,0-1,0 1,0 1,0-1,0 1,-1 0,1 1,0-1,-1 1,1 1,0-1,0 1,-1 0,1 0,0 1,0 0,0 0,0 0,0 1,1 0,-1 0,1 0,0 1,0 0,0 0,0 0,1 1,-7 9,1 1,0 0,1 1,1 0,1 1,0-1,1 1,1 1,0-1,2 1,0 0,1 0,0 0,2 0,0 4,-1 116,6-1,7 20,3 38,-12 71,-6-233</inkml:trace>
  <inkml:trace contextRef="#ctx0" brushRef="#br0" timeOffset="668.21">200 817,'61'-24,"-44"21,73-18,0 5,1 4,1 3,45 4,-59 20,-75-14,-1 0,0 1,0-1,0 1,0 0,0-1,0 1,0 0,0 0,-1 0,1 0,-1 0,0 0,0 1,1-1,-1 0,-1 1,1-1,0 1,0-1,-1 1,0-1,1 1,-1 0,0-1,0 1,-1-1,1 2,-39 128,31-111,2 1,0-1,1 1,1 0,1 0,1 1,2-1,0 0,1 1,1-1,1 0,1 4,-4-25,0-1,0 1,0 0,-1-1,1 1,0-1,0 1,0 0,0-1,0 1,0-1,1 1,-1 0,0-1,0 1,0-1,0 1,1-1,-1 1,0-1,1 1,-1-1,0 1,1-1,-1 1,0-1,1 1,-1-1,1 0,-1 1,1-1,-1 0,1 1,-1-1,1 0,0 0,-1 1,1-1,-1 0,1 0,0 0,-1 0,1 0,-1 0,1 0,0 0,-1 0,1 0,-1 0,1 0,-1 0,1-1,0 1,-1 0,1 0,-1-1,1 1,-1 0,5-78,-7 62,-1-27,0 8,1 0,2 0,1 0,4-19,-4 45,1 0,0 0,0 0,1 0,0 0,1 1,0-1,0 1,0 0,1 0,1 1,-1 0,1-1,1 2,-1-1,1 1,0 0,0 0,6-2,-7 4,1 1,0-1,0 1,0 1,0-1,1 1,-1 0,1 1,-1 0,3 0,-7 1,0 0,-1 0,1 0,0 0,-1 1,1-1,0 1,-1-1,1 1,-1 0,1 0,-1 1,1-1,-1 0,0 1,0-1,1 1,-1 0,0 0,-1-1,1 1,0 1,0-1,-1 0,0 0,1 1,-1-1,0 1,0-1,0 1,1 3,-1 0,0 1,0-1,0 1,-1-1,0 0,0 1,-1-1,0 1,0-1,0 0,-1 0,0 0,0 1,0-2,-1 1,0 0,0 0,-1-1,1 0,-1 0,0 0,-1 0,1 0,-1-1,0 0,0 0,-2 1,-21 23,28-27,-1 0,1 0,0 0,0 0,0 0,0 0,1 0,-1-1,0 1,0 0,0 0,1 0,-1 0,0-1,1 1,-1 0,1 0,-1 0,1-1,-1 1,1 0,0-1,-1 1,1-1,0 1,0-1,-1 1,1-1,0 1,0-1,0 0,-1 1,1-1,0 0,0 0,0 1,0-1,0 0,0 0,-1 0,1 0,0 0,0 0,0-1,0 1,0 0,0 0,0-1,2 2,48 5,-25-4,-1 1,0 1,0 2,0 0,-1 1,0 2,0 0,11 8,-32-16,0 0,-1 0,1 0,-1 1,1-1,-1 1,0 0,0 0,0 0,0 0,0 0,0 0,0 0,0 1,-1-1,0 1,1-1,-1 1,0-1,0 1,0 0,0 0,-1-1,1 1,-1 0,0 0,0 0,0 0,0 0,0-1,0 1,-1 1,-4 3,0-1,0 1,-1-1,0 0,0 0,0-1,-1 1,0-2,0 1,0-1,0 0,-1 0,1-1,-5 1,2 1,-239 98,203-83</inkml:trace>
</inkml:ink>
</file>

<file path=ppt/ink/ink5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4-05T06:20:55.897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38 453,'24'4,"0"0,1-2,-1-2,0 0,1-1,-1-1,0-1,0-2,0 0,0-2,-1 0,0-2,-1 0,1-2,122-64,-136 69,0-1,0 0,-1 0,0 0,-1-1,0 0,0-1,-1 1,0-1,0-1,-1 1,0-1,0 0,-1 0,-3 3,0-1,0 1,-1 0,0-1,0 1,0 0,-1-1,0 1,-1 0,1 0,-2 0,1 0,-1 0,0 0,0 0,0 1,-1 0,0 0,-1 0,1 0,-1 0,0 1,-1 0,1 0,-1 1,0-1,0 1,-1 0,1 1,-1 0,1 0,-1 0,0 1,-5-2,9 4,0-1,0 0,0 1,1 0,-1-1,0 1,0 0,0 1,0-1,0 0,0 1,0 0,0 0,1 0,-1 0,0 0,0 0,1 1,-1-1,1 1,0 0,-1-1,1 1,0 0,0 1,0-1,0 0,0 1,1-1,-1 1,1-1,0 1,-1-1,1 2,-25 101,19 6,4 0,9 68,-2-73,-4 264,-18 17,17-372</inkml:trace>
  <inkml:trace contextRef="#ctx0" brushRef="#br0" timeOffset="254.317">65 934,'-16'-4,"-7"-2,2-3,16-1,23-1,26-4,29-3,20-4,12 0,2 1,-8 3,-17 3,-28 5,-24 4</inkml:trace>
  <inkml:trace contextRef="#ctx0" brushRef="#br0" timeOffset="1212.762">881 1162,'-18'29,"2"1,1 1,1 0,2 1,1 1,2 0,1 0,-3 25,3-17,-14 45,20-115,13-20,1 0,3 1,10-17,-2 0,61-175,-70 210,-14 31,0-1,0 0,0 1,0-1,0 1,0-1,0 0,0 1,1-1,-1 0,0 1,0-1,0 0,0 1,0-1,1 0,-1 1,0-1,0 0,1 1,-1-1,0 0,0 0,1 1,-1-1,0 0,1 0,-1 0,0 1,1-1,-1 0,0 0,1 0,-1 0,1 0,-1 0,0 0,1 0,-1 0,0 0,1 0,-1 0,0 0,1 0,-1 0,1 0,-1 0,0 0,1-1,-1 1,0 0,1 0,-1 0,0-1,1 1,-1 0,0 0,0-1,15 147,-6-91,2 0,3-1,3 0,1-1,3-1,2-1,3-1,12 16,-20-39</inkml:trace>
  <inkml:trace contextRef="#ctx0" brushRef="#br0" timeOffset="1484.036">761 1456,'20'-2,"25"-1,24 0,19 0,12 4,2 1,-16 0</inkml:trace>
</inkml:ink>
</file>

<file path=ppt/ink/ink5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4-05T06:21:02.875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134 644,'32'-9,"-1"-2,1-1,-2-1,0-2,0 0,-2-2,0-2,-1 0,9-10,-19 15,0-1,-1-1,-1 0,-1-1,0-1,-1 0,-1-1,-1 0,0-1,-2 0,0-1,-1 0,-1 0,-1-1,-1 1,-1-1,-1-1,-1-5,-1 24,0 1,0-1,-1 1,0-1,1 0,-1 1,-1-1,1 1,0-1,-1 1,0-1,0 1,0-1,0 1,0-1,-1 1,0 0,1 0,-1 0,0 0,-1 0,1 0,0 1,-1-1,1 1,-1-1,0 1,0 0,0 0,0 0,0 1,-1-1,1 1,0 0,-1 0,1 0,-1 0,1 0,-1 1,-1-1,-4 4,1 0,0 1,1 0,-1 0,1 1,-1 0,1 0,1 1,-1 0,1 0,0 0,0 1,1 0,0 0,0 0,1 1,0-1,-2 5,-16 35,2 1,2 0,2 2,3 0,1 1,3 0,2 1,1 22,-6 146,9 0,18 125,-6-155,-6-86,-4 1,-11 71,0-88</inkml:trace>
  <inkml:trace contextRef="#ctx0" brushRef="#br0" timeOffset="697.687">0 1499,'17'-14,"-1"2,2 0,-1 1,2 0,-1 2,2 0,-1 1,1 1,17-3,-31 8,90-27,2 5,0 4,1 4,1 5,9 4,-86 5,0 1,0 2,0 0,0 2,21 4,-41-6,0-1,0 1,1 0,-1 0,0 0,0 0,0 1,0-1,-1 1,1 0,0-1,-1 1,1 1,-1-1,1 0,-1 1,0-1,0 1,0-1,-1 1,1 0,0 0,-1 0,0 0,0 0,0 0,0 0,0 1,-1-1,1 0,-1 0,0 1,0-1,0 0,-1 0,1 1,-1-1,0 2,-7 24,-2-1,0-1,-2 0,-1 0,-8 11,-31 67,51-103,-5 11,0 0,1 0,1 0,0 1,1 0,0 0,1 0,1 0,0 8,1-23,0 1,0-1,0 1,1-1,-1 1,0 0,1-1,-1 1,0-1,1 1,-1 0,0-1,1 1,-1 0,0-1,1 1,-1 0,1 0,-1-1,1 1,-1 0,1 0,-1 0,1 0,-1 0,1 0,-1 0,1 0,-1 0,1 0,-1 0,1 0,-1 0,1 0,-1 0,1 0,-1 0,1 1,-1-1,1 0,-1 0,0 1,1-1,-1 0,1 1,-1-1,0 0,1 1,-1-1,0 0,1 1,-1-1,0 1,0-1,0 1,1-1,-1 1,0-1,0 1,0-1,0 1,7-20,-1 0,-1 0,-1 0,-1-1,-1 1,0-1,-1-13,-1 18,6-264,-7 272,0 0,1 0,0 0,0 0,0 0,1 1,0-1,1 0,0 0,0 0,0 1,1-1,0 1,0 0,0 0,1 0,0 0,0 0,1 1,-1 0,1 0,0 0,3-1,2 3,0 0,1 0,0 2,-1-1,1 1,0 1,0 0,-1 0,1 1,0 0,-1 1,1 1,-1-1,1 2,-1-1,0 1,0 1,-1 0,1 0,2 4,-9-8,0 1,0-1,-1 1,1 0,-1 0,0 0,1 0,-1 0,0 1,0-1,0 1,-1-1,1 1,-1 0,1 0,-1 0,0-1,0 1,0 0,0 1,-1-1,1 0,-1 0,0 0,0 0,0 0,0 0,-1 0,1 0,-1 1,1-1,-1 0,0 0,-1-1,1 1,0 0,-1 0,0 0,-6 7,0 0,-1-1,0 0,-1-1,0 0,0 0,-1-1,0 0,0-1,-5 2,-53 35,69-43,0 0,0 0,1 0,-1 0,0 0,0 0,1 0,-1 0,0 0,1 0,-1 0,0 0,0 0,1 0,-1 0,0 0,1 0,-1 0,0 0,0 1,1-1,-1 0,0 0,0 0,0 0,1 1,-1-1,0 0,0 0,0 0,1 1,-1-1,0 0,0 0,0 1,0-1,0 0,0 0,0 1,1-1,-1 0,0 1,0-1,0 0,0 0,0 1,0-1,0 0,0 0,0 1,-1-1,1 0,0 1,0-1,0 0,0 0,0 1,0-1,-1 0,1 0,0 1,0-1,0 0,0 0,-1 0,1 0,0 1,0-1,-1 0,1 0,29 2,-27-2,87-1,-63-1,1 1,-1 1,1 1,-1 2,1 0,-1 2,0 1,2 1,-25-6,0 0,0 0,0 1,0-1,0 0,0 1,0 0,0 0,-1-1,1 2,-1-1,1 0,-1 0,0 1,0 0,0-1,0 1,0 0,-1 0,1 0,-1 0,0 0,0 0,0 0,0 0,0 1,-1-1,1 0,-1 0,0 1,0-1,-1 1,-2 4,-1 0,0 0,-1 0,0 0,0-1,-1 0,0 0,0-1,-1 1,0-1,0-1,0 1,0-1,-1 0,0-1,-3 1,9-3,-23 14,-1-1,-1-1,0-1,-1-2,0 0,0-2,-26 4,15-8</inkml:trace>
  <inkml:trace contextRef="#ctx0" brushRef="#br0" timeOffset="944.985">1551 857,'18'-2,"22"-1,22 0,19 1,10 0,0 1,-15 0</inkml:trace>
  <inkml:trace contextRef="#ctx0" brushRef="#br0" timeOffset="1194.358">1711 1084,'16'7,"21"2,25 0,22-7,15-7,-9-4</inkml:trace>
  <inkml:trace contextRef="#ctx0" brushRef="#br0" timeOffset="1430.709">2527 764,'148'-83,"-103"62,29-15,-1-3,-2-3,9-10,-59 37,-1-1,0-1,-1-1,-1-1,-1 0,0-1,-2-1,0 0,-1-1,-2 0,0-2,1-4,-10 22,0 0,0 0,0-1,-1 1,0-1,0 1,-1-1,0 0,0 0,-1 1,1-1,-2 0,1 0,-1 0,0 1,0-1,0 0,-1 1,0-1,-1 1,0 0,0-1,0 1,0 1,-1-1,0 0,0 1,-1 0,1 0,-1 0,0 1,-1-1,1 1,-1 0,0 1,-3-2,2 2,1 2,-1-1,1 1,-1 0,0 0,0 1,1-1,-1 2,0-1,0 1,1 0,-1 0,1 1,-1 0,1 0,-1 1,1-1,0 1,0 1,1-1,-1 1,1 0,-1 0,1 1,0 0,-7 6,1 2,1-1,0 1,0 0,2 1,-1 0,2 1,0 0,1 0,0 1,-9 48,2 1,4 0,2 0,3 1,3-1,3 1,3-1,4 11,-9-72,12 150,11 104,-12 0,-20 226,-26-265,15-146</inkml:trace>
  <inkml:trace contextRef="#ctx0" brushRef="#br0" timeOffset="1700.987">2379 1579,'28'-16,"31"-12,28-6,28-3,18-4,12 2,-1 1,-8-1,-28 7</inkml:trace>
  <inkml:trace contextRef="#ctx0" brushRef="#br0" timeOffset="2591.603">3730 1820,'1'-7,"-1"0,-1-1,1 1,-1 0,-1 0,1 0,-1 0,0 0,-1 0,0 1,0-1,0 1,-1 0,1 0,-2 0,1 0,-1 1,0-1,0 1,0 0,0 1,-1-1,0 1,0 0,-5-1,0 0,0 1,0 0,-1 1,0 0,1 1,-1 0,0 1,0 0,0 1,0 1,0 0,0 0,1 1,-1 0,0 1,1 1,0 0,0 0,0 1,0 1,1-1,0 2,-7 4,1 1,0 0,1 2,0-1,1 2,1 0,0 0,1 1,1 1,0 0,2 0,-1 1,2 1,-4 14,9-26,0 1,1 0,0 0,0-1,1 1,0 0,0 0,1 0,0 0,1 0,0 0,0 0,0 0,1 0,1 0,-1-1,1 1,0-1,1 0,0 0,4 6,1-4,2 0,-1-1,1 0,1 0,0-2,-1 1,2-1,-1-1,1 0,0-1,0-1,0 1,0-2,1 0,-1-1,5 0,57 4,-1-4,0-3,1-3,-1-4,-1-2,56-18,-37 6,-17 0</inkml:trace>
  <inkml:trace contextRef="#ctx0" brushRef="#br0" timeOffset="2840.975">4385 2127,'-7'-4,"-2"-2</inkml:trace>
</inkml:ink>
</file>

<file path=ppt/ink/ink5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4-05T06:20:51.386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428 532,'2'23,"1"16,-2 16,-6 11,-4 7,-6 6,-2 1,2 1,3-2,4-6,3-7,3-12,3-10,3-12</inkml:trace>
  <inkml:trace contextRef="#ctx0" brushRef="#br0" timeOffset="9958.608">1 666,'22'-22,"311"-168,-291 166,-1-2,-2-1,0-2,-2-1,-1-3,23-26,-55 55,0 0,0-1,0 1,0-1,-1 0,0 0,0 0,0-1,0 1,-1 0,0-1,0 0,-1 0,1 1,-1-1,0 0,-1 0,0 0,0 0,0 0,0 0,-1 0,0 0,-1 0,1 1,-1-1,0 0,0 1,-1-1,1 1,-1 0,-2-3,-1 4,1-1,-1 1,0 0,0 0,0 1,0-1,-1 1,1 1,-1-1,0 1,1 1,-1-1,0 1,0 0,-1 0,1 1,0 0,0 1,0-1,0 1,0 1,0-1,0 1,1 0,-1 1,0 0,1 0,0 0,0 1,0-1,0 2,0-1,1 1,0-1,0 1,0 1,1-1,-3 4,-7 16,0 0,1 1,2 0,1 1,1 1,1-1,1 1,2 1,1-1,1 1,1 8,-15 200,14 172,7-233,-8-1,-7 0,-34 170,35-298</inkml:trace>
  <inkml:trace contextRef="#ctx0" brushRef="#br0" timeOffset="10213.923">175 1294,'6'-11,"17"-11,20-9,20-5,19-1,12 0,8 3,-2 3,-16 5</inkml:trace>
  <inkml:trace contextRef="#ctx0" brushRef="#br0" timeOffset="10543.091">977 1107,'-20'46,"-18"35,4 2,4 1,-2 21,28-84,4-21,0 0,0 0,1-1,-1 1,0 0,0 0,0-1,0 1,0 0,1 0,-1-1,0 1,0 0,0 0,0 0,1 0,-1-1,0 1,0 0,1 0,-1 0,0 0,0 0,1 0,-1-1,0 1,0 0,1 0,-1 0,0 0,0 0,1 0,-1 0,0 0,1 0,-1 0,0 1,0-1,1 0,-1 0,0 0,0 0,1 0,-1 0,0 0,0 1,0-1,1 0,-1 0,0 0,0 1,0-1,1 0,-1 0,0 0,0 1,0-1,15-22,-1-2,-1 0,-1 0,-1-1,4-16,-7 22,124-357,-123 351,-9 26,0-1,0 0,0 0,0 0,0 0,0 1,1-1,-1 0,0 0,0 0,0 0,0 0,1 1,-1-1,0 0,0 0,0 0,1 0,-1 0,0 0,0 0,0 0,1 0,-1 0,0 0,0 0,0 0,1 0,-1 0,0 0,0 0,1 0,-1 0,0 0,0 0,0 0,0 0,1 0,-1 0,0-1,0 1,0 0,1 0,-1 0,0 0,0 0,0-1,0 1,0 0,0 0,1 0,-1-1,0 1,0 0,0 0,3 25,-3-23,47 665,-37-608,-7-48</inkml:trace>
  <inkml:trace contextRef="#ctx0" brushRef="#br0" timeOffset="10827.33">816 1333,'23'-13,"25"-10,26-7,17-5,11-7,0-4,-17 5</inkml:trace>
  <inkml:trace contextRef="#ctx0" brushRef="#br0" timeOffset="11090.628">1578 666,'23'-7,"23"-5,20 1,10 1,3 2,-6 6,-17 2</inkml:trace>
  <inkml:trace contextRef="#ctx0" brushRef="#br0" timeOffset="11091.628">1591 946,'19'12,"23"1,26-4,21-6,14-8,8-5,-15 0</inkml:trace>
</inkml:ink>
</file>

<file path=ppt/ink/ink5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4-05T06:21:28.848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536 85,'-158'-38,"152"38,0-1,0 1,-1 1,1-1,0 1,0 0,0 1,0-1,0 1,0 0,0 1,0-1,1 1,0 0,-1 1,1-1,0 1,0 0,-1 2,-78 93,79-91,-18 22,1 0,1 1,2 1,1 0,1 2,3 0,0 1,-8 35,21-58,0-1,0 1,2-1,-1 0,1 1,1-1,0 0,1 0,0 0,0 0,1 0,1-1,0 1,0-1,1 0,0-1,1 0,0 0,6 6,9 8,1 0,1-2,1-1,0-1,2-1,14 7,-9-11,0-1,1-2,1-1,0-2,0-1,1-2,0-1,0-2,0-1,0-2,24-3,-36 3,219-6,311 0,-327 11,0-10,8-11,-63 0,434-36,436 30,-367 11,251 2,-551 17,73-20,-100-6,127 17,-42 10,310 18,-126 54,191-40,-115-32,-576-3,0-5,90-13,-52-7,-2-6,103-34,-228 53,-1 0,0-2,0-1,0-1,-2-1,1-1,-1-1,-1-1,-1-2,0 0,-1-1,17-20,-33 32,-1 1,0-1,0 0,0 0,-1-1,0 1,0-1,-1 1,0-1,0 0,0 0,-1 0,0 0,0 0,-1 0,0 0,0 0,-1-1,0 1,0 0,-1 0,0 0,0 1,0-1,-1 0,0 1,0 0,-4-5,-3-5,-2 1,1 0,-2 1,0 1,-1 0,0 0,-1 2,0 0,-1 0,0 2,0 0,-1 0,-1 2,-16-5,-30-7,0 3,-1 3,-40-2,77 11,-200-23,-1 10,-27 9,-97 8,-485-10,-446-39,-56 30,681 32,-655 14,549-13,-617-14,1106-11,-191-34,26-7,287 40,0 6,-38 9,28-1,145-3,-4 0,0 2,0 0,0 1,0 1,0 1,1 1,-15 5,-298 153,276-139</inkml:trace>
</inkml:ink>
</file>

<file path=ppt/ink/ink5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4-05T06:22:26.565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275 3,'-7'-1,"0"0,0 1,0 0,0 0,0 1,0 0,0 0,0 0,0 1,0 0,0 1,1-1,0 1,-1 0,1 1,0 0,0 0,1 0,-1 0,1 1,0 0,0 0,1 1,-1-1,1 1,0 0,1 0,-2 3,-2 5,1-1,0 1,1 0,0 1,1-1,1 1,1 0,0-1,0 1,2 0,0 0,0 0,2 2,1-3,1 0,0-1,1 0,1 0,0 0,0 0,1-1,1 0,0-1,1 1,0-2,1 1,0-1,6 4,56 69,-67-75,0 0,-1 0,0 1,-1-1,0 1,0-1,-1 1,0 0,0 0,-1 0,0 0,-1 1,0-1,0 0,-1 0,0 0,-1 0,0 0,0 0,-1 0,0-1,0 1,-1-1,0 0,-1 0,0 0,0-1,-1 0,0 1,0-2,0 1,-1-1,-4 3,5-4,0 0,0 0,-1 0,0-1,0 0,0 0,0-1,0 0,-1 0,0-1,1 1,-1-2,0 1,0-1,0-1,0 1,0-1,0-1,0 1,-4-2,9 1,1 0,-1-1,1 1,0-1,0 1,-1-1,1 0,0 0,0 0,1 0,-1 0,0 0,1 0,-1-1,1 1,0-1,0 1,0-1,0 1,0-1,0 0,1 1,-1-1,1 0,0 0,0 1,0-1,0 0,0 0,1 1,-1-1,1 0,32-85,-14 61,2 0,1 1,0 1,2 2,12-10,-30 28,36-21,-38 29</inkml:trace>
  <inkml:trace contextRef="#ctx0" brushRef="#br0" timeOffset="382.974">569 445,'4'0,"11"-3,12-2,13-1,8-2,4 1,-4 2,-9 1</inkml:trace>
  <inkml:trace contextRef="#ctx0" brushRef="#br0" timeOffset="635.391">649 632,'16'-3,"19"-2,16-6,15-2,6-5,3 0,-12 2</inkml:trace>
  <inkml:trace contextRef="#ctx0" brushRef="#br0" timeOffset="901.679">1290 391,'-3'5,"0"1,1-1,-1 0,1 1,0 0,0 0,1 0,0-1,0 1,0 0,1 0,0 1,0-1,0 0,1 0,0 0,0 0,0-1,1 1,0 0,0 0,0-1,1 1,0-1,0 0,0 0,1 0,0 0,0-1,0 1,0-1,1 0,0 0,-1-1,1 1,1-1,-1 0,0-1,1 1,-1-1,4 1,-4-2,-1-1,1 0,-1 0,1 0,-1 0,1-1,0 1,-1-1,1 0,-1-1,0 1,1-1,-1 0,0 0,0 0,0 0,0-1,-1 1,1-1,-1 0,1-1,1-1,2-3,1-1,-1 0,-1-1,0 1,0-1,-1 0,0-1,2-6,-2 7,-1-1,-1 0,0-1,0 1,-1-1,-1 1,0-1,0 1,-1-1,-1 1,0-1,0 0,-1 1,-1 0,0-1,0 1,-4-7,5 16,0-1,0 1,0-1,-1 1,1 0,-1-1,1 1,-1 0,0 1,0-1,1 0,-1 1,-1 0,1 0,0 0,0 0,0 0,0 0,-1 1,1 0,0 0,-1 0,1 0,0 0,-1 0,1 1,0 0,0 0,0 0,-1 0,1 0,0 0,0 1,1 0,-1-1,0 1,0 0,1 0,-1 1,1-1,0 0,0 1,0 0,0-1,0 1,0 0,0 1,-3 4,-1 0,2 0,-1 1,1-1,0 1,1 0,0 0,1 0,0 1,0-1,1 0,-1 8,3 21</inkml:trace>
  <inkml:trace contextRef="#ctx0" brushRef="#br0" timeOffset="1073.231">1612 565,'-3'16,"0"9,-2 8,-3 5,-2 3,-1-1,0-3,3-6,3-7</inkml:trace>
  <inkml:trace contextRef="#ctx0" brushRef="#br0" timeOffset="1373.468">1865 337,'0'5,"-1"-1,1 0,-1 0,1 1,0-1,1 0,-1 1,1-1,0 0,0 0,0 0,0 0,1 0,-1 0,1 0,0 0,1 0,-1-1,1 1,-1-1,1 0,0 0,0 0,0 0,4 2,14 14,0-2,1 0,0-2,1 0,4 0,76 52,-102-67,0 1,1 0,-1 0,1-1,-1 1,0 0,0 0,0 0,1 0,-1 0,0 1,0-1,0 0,-1 0,1 1,0-1,0 1,-1-1,1 1,-1-1,1 1,-1-1,0 1,1-1,-1 1,0-1,0 1,0-1,0 1,-1 0,1-1,0 1,0-1,-1 1,1-1,-1 1,0-1,1 0,-1 1,0-1,0 0,0 1,0-1,0 0,0 0,0 0,0 0,-1 0,-9 7,-1-1,0-1,0 0,-1 0,0-1,0-1,0 0,0-1,-1-1,-5 1,-105 2,73-13</inkml:trace>
  <inkml:trace contextRef="#ctx0" brushRef="#br0" timeOffset="1643.267">1973 323,'20'-15,"19"-9,15-3,13-1,9 3,-9 6</inkml:trace>
</inkml:ink>
</file>

<file path=ppt/ink/ink5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4-05T06:22:23.815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147 1,'-6'0,"-1"1,1-1,-1 2,1-1,0 1,0 0,0 0,0 1,0 0,0 0,0 0,1 1,0-1,0 1,0 1,0-1,0 1,1 0,0 0,0 0,0 0,1 1,0 0,0-1,0 1,0 1,0 3,1 1,-1 0,2 0,-1-1,1 1,1 0,0 0,1 0,0 0,0 0,1 0,1 0,0-1,0 1,1-1,1 0,0 1,14 25,2-1,1-2,1 0,5 2,18 26,-33-43,-1 1,0-1,-2 2,0 0,-2 0,0 0,-1 1,-1 1,-4-14,0 0,-1 0,0 0,0 1,-1-1,0 0,-1 0,0 0,0 0,-1 0,0 0,0 0,-1 0,1-1,-2 1,1-1,-1 0,-1 0,1 0,-1 0,0-1,-6 6,4-5,-1 0,0 0,-1-1,1 0,-1 0,0-1,0-1,-1 1,0-2,1 1,-1-1,0 0,-9 0,17-3,0 1,0-1,0 0,0 0,0 0,0 0,0 0,0 0,0-1,0 1,0-1,0 0,0 1,0-1,0 0,0 0,0 0,1 0,-1 0,0-1,1 1,-1-1,1 1,-1-1,1 1,0-1,0 0,0 1,0-1,0 0,0 0,0 0,0 0,1 0,-1 0,1-1,-1-3,0 0,1-1,-1 1,2 0,-1 0,1-1,0 1,0 0,0 0,1 0,1-4,7-8,0 0,1 0,1 1,0 1,2 0,0 0,0 1,2 1,2-1,18-20,71-89,-93 101</inkml:trace>
  <inkml:trace contextRef="#ctx0" brushRef="#br0" timeOffset="951.454">909 268,'-51'36,"1"1,1 3,3 1,1 3,-31 41,73-82,1-1,0-1,0 1,0 0,0 0,0 0,1 0,-1 0,1 0,-1 0,1 0,0 0,0 1,0-1,0 1,0-1,0 1,1-1,-1 1,1-1,0 1,-1 0,1-1,1 1,-1-1,0 1,1-1,-1 1,1 0,0-1,-1 0,1 1,1 1,5-1,0 0,0-1,0 0,0 0,0-1,0 0,1 0,-1-1,0 0,0 0,3-1,8 1,334-17,-322 14,-29 9,-2-2</inkml:trace>
  <inkml:trace contextRef="#ctx0" brushRef="#br0" timeOffset="1602.71">1551 161,'-24'6,"0"1,1 2,0 0,0 1,1 1,0 1,1 1,0 1,0 2,-6 1,1 1,1 1,1 1,0 1,2 2,0 0,-9 15,30-37,-1 0,1 1,-1 0,1-1,0 1,0 0,0-1,0 1,0 0,0 0,1 0,-1 0,1 0,-1 0,1 0,-1 0,1 0,0 0,0 0,0 0,1 0,-1 0,0 0,1 0,-1 0,1 0,0 0,-1 0,1 0,0 0,0 0,0-1,1 2,5 1,0 0,0 0,0-1,0 0,1 0,-1-1,1 0,0 0,-1 0,1-1,0-1,1 1,-1 0,182 8,-130-9,0 3,52 9,-90-6,-7 0</inkml:trace>
</inkml:ink>
</file>

<file path=ppt/ink/ink5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4-05T06:22:29.369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430 19,'-29'-6,"0"1,0 1,0 2,-22 1,41 1,1 0,-1 1,0 0,1 1,-1 0,1 1,-1 0,1 0,0 1,1 0,-1 1,1 0,-1 0,1 1,-6 6,10-8,0 1,0-1,1 1,-1 0,1 0,1 0,-1 0,1 0,0 1,0-1,0 1,1 0,0-1,0 1,0 0,1 0,0-1,0 1,0 0,1 0,0-1,0 1,0 0,2 1,3 12,1 0,1 0,0-1,2 0,0-1,6 7,183 243,-194-263,-1 1,0 0,-1 0,1 0,-1 0,0 0,-1 1,1-1,-1 1,0 0,0 0,-1 0,1 0,-2 0,1 0,0 0,-1 0,0 0,-1 0,1 0,-1 0,-1 0,1 0,-1 0,0 0,0 0,0-1,-1 1,0-1,-2 3,-6 1,1-1,-2-1,1 1,-1-2,0 0,0 0,-1-1,0-1,0 0,0 0,0-2,-1 0,1 0,-1-1,1-1,-13 0,20-1,0 0,0 0,0 0,0 0,0-1,0 0,0 0,0-1,1 0,0 0,-1 0,1-1,0 1,0-1,1 0,-1-1,1 1,0-1,0 0,0 0,1 0,0 0,0-1,0 1,1-1,0 0,0 0,0 0,1 0,-1 0,1 0,1-1,-2-5,2 0,-1-1,2 1,0 0,0 0,1 0,0 0,1 0,1 0,0 0,0 1,1 0,0 0,1 0,1 1,0 0,0 0,0 0,2 1,-1 0,1 1,9-7,-14 13,1 0,0 0,0 1,0-1,0 1,0 0,0 1,0-1,1 1,-1 0,0 1,0-1,0 1,0 0,0 0,0 0,0 1,0 0,0 0,-1 0,1 1,-1-1,1 1,7 3,14 5</inkml:trace>
</inkml:ink>
</file>

<file path=ppt/ink/ink5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4-05T06:22:30.077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18 172,'-1'-2,"0"1,0 0,0 0,0-1,0 1,0 0,0-1,0 1,0-1,1 1,-1-1,1 0,-1 1,1-1,-1 0,1 1,0-1,0 0,0 1,0-1,0 0,1-1,-2 1,1 1,-1-1,0 1,1 0,-1-1,1 1,0-1,-1 1,1-1,0 1,0 0,0-1,0 1,0-1,0 1,0-1,0 1,1-1,-1 1,0 0,1-1,0 1,-1-1,1 1,0 0,-1 0,1-1,0 1,0 0,0 0,0 0,0 0,0 0,0 0,1 0,-1 1,0-1,1 0,-1 1,0-1,1 1,-1-1,0 1,1-1,-1 1,1 0,-1 0,1 0,-1 0,1 0,-1 0,1 0,-1 0,0 1,1-1,0 1,8 5,0 1,0 0,0 1,-1 0,0 0,-1 1,6 7,12 12,-20-20,1-1,1 1,-1-1,1 0,1-1,-1 0,1 0,0-1,0 0,1-1,0 0,-1 0,1-1,0 0,7 0,-13-4,0-1,0 0,0 0,0 0,-1-1,1 1,-1-1,1 0,-1 0,0 0,0-1,0 1,0-1,-1 1,0-1,1 0,-1 0,-1 0,1 0,-1 0,1-1,-1 1,0 0,-1-1,1 1,-1-1,0 1,0-3,1-50,-2 57,1 0,-1-1,0 1,1 0,-1 0,0-1,0 1,1 0,-1 0,0 0,0 0,1 0,-1 0,0 0,0 0,1 0,-1 1,0-1,1 0,-1 0,0 1,1-1,-1 0,0 1,1-1,-1 0,0 1,1-1,-1 1,1-1,-1 1,1-1,-1 1,1 0,0-1,-1 1,1 0,0-1,-1 1,1 0,0-1,0 1,-1 0,1 0,0-1,0 1,0 0,-14 23,0 2</inkml:trace>
  <inkml:trace contextRef="#ctx0" brushRef="#br0" timeOffset="268.28">125 492,'-1'-14,"6"9,0 0,1 0,0 0,0 1,0 0,1 0,-1 1,1-1,0 1,0 1,0-1,0 1,0 1,1-1,-1 1,1 0,-1 1,1 0,-1 0,1 1,-1-1,0 2,1-1,-1 1,0 0,0 1,0-1,3 3,118 31,-100-34,-3-1</inkml:trace>
  <inkml:trace contextRef="#ctx0" brushRef="#br0" timeOffset="2451.352">793 452,'6'-18,"-2"-2,0 1,-2 0,0-1,-1 0,-1 1,-1-11,0 21,0 0,0 0,-1 1,0-1,-1 0,0 1,0-1,-1 1,0 0,0 0,-1 1,0-1,0 1,-1 0,0 0,0 1,-2-2,4 7,1 1,-1-1,1 1,-1 0,0 0,1 0,-1 0,1 1,-1 0,1-1,-1 1,1 0,0 1,-1-1,1 1,0-1,0 1,0 0,0 0,0 0,0 1,1-1,-1 1,1-1,0 1,-1 0,1 0,0 1,-5 2,-2 2,0 0,0 0,1 1,0 0,0 1,1-1,1 2,-1-1,2 1,-1-1,2 2,-1-1,1 0,1 1,0 0,1 0,0 0,1 0,0 6,3-13,0 1,1-1,0 0,0 0,0 0,0 0,1-1,-1 1,1-1,1 0,-1 0,0-1,1 1,0-1,0 0,0 0,0 0,0-1,0 0,1 0,-1 0,1-1,0 0,-1 0,5 0,10 2</inkml:trace>
  <inkml:trace contextRef="#ctx0" brushRef="#br0" timeOffset="3067.703">941 532,'2'14,"1"11,0 6,-3 4,-4 4,-3 1,-3-1,-4 0,-2-3,-3-5,2-8</inkml:trace>
  <inkml:trace contextRef="#ctx0" brushRef="#br0" timeOffset="3560.388">1048 225,'6'12,"0"0,0-1,1 0,1 0,0-1,0 0,1 0,0-1,1 0,5 4,1 2,1 0,-2-3,-1 1,0 0,0 1,-1 1,-1 0,-1 0,0 1,-1 1,0 0,-2 0,0 1,2 6,-9-19,-1-1,1 0,-1 0,0 0,0 1,0-1,0 0,-1 0,0 0,0 1,0-1,0 0,-1 0,0 0,1-1,-1 1,-1 0,1-1,0 1,-1-1,0 0,0 0,0 0,0 0,0 0,-1-1,1 1,-1-1,1 0,-1 0,0 0,0-1,0 1,0-1,0 0,0 0,-1-1,1 1,0-1,0 0,-1 0,1 0,-3-1,3 1,1 0,-1-1,1 1,0-1,-1 1,1-1,0 0,0-1,-1 1,1 0,0-1,0 0,0 0,1 0,-1 0,0 0,1 0,-1-1,1 1,0-1,0 0,0 0,0 0,0 1,1-2,-1 1,1 0,0 0,0-1,-1-3,0 0,1 0,0 0,1-1,-1 1,1 0,1-1,-1 1,1 0,1 0,-1-1,1 1,1-3,10-17,0 0,2 0,1 2,0-1,2 2,7-6,57-86,-73 103,-1-1,0 0,-1 0,-1-1,0 0,-2 0,1 0,-2 0,2-8,-5 20,0 0,0 0,0 0,0 0,-1 0,1 0,-1 0,1 0,-1 0,0 1,0-1,-1 0,1 0,0 1,-1-1,0 1,0-1,1 1,-1 0,-1 0,1 0,0 0,0 0,-1 0,1 0,-1 1,0-1,1 1,-1 0,0 0,0 0,0 0,0 0,1 1,-2-1,-6 0,1 0,-1 0,1 1,0 1,-1-1,1 2,-1-1,1 1,0 0,-8 4,-10 6,1 1,1 1,0 1,-20 17,-29 23</inkml:trace>
</inkml:ink>
</file>

<file path=ppt/ink/ink5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4-05T06:22:36.369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226 15,'-6'-2,"0"-1,0 1,-1 0,1 0,0 1,-1 0,1 0,-1 1,1-1,-1 1,1 1,-1-1,1 1,-1 0,1 1,-1 0,1 0,0 0,0 1,0-1,0 1,1 1,-1-1,1 1,0 0,0 0,0 1,0 0,1-1,0 1,0 1,0-1,1 1,-1-1,1 1,1 0,-1 0,0 4,-1 3,0 0,2 1,-1-1,1 1,1-1,1 1,0-1,1 1,0 0,1-1,0 1,1-1,1 0,0 0,0 0,2-1,0 1,0-1,7 11,1-1,0 0,2-1,0 0,2-2,0 0,1-1,21 15,39 23,-53-40,-2 1,0 0,-2 2,0 1,10 12,-29-29,0 0,0 1,0-1,0 1,0 0,-1 0,0 0,0 0,0 0,0 0,0 1,-1-1,0 1,0-1,0 1,-1-1,1 1,-1-1,0 1,-1 0,1-1,-1 1,0-1,0 1,0-1,0 1,-1-1,-1 3,-6 4,0-1,-1 0,0 0,-1-1,0-1,0 1,-1-2,0 0,0 0,-1-1,0-1,0 0,0 0,0-2,-11 2,14-1,0 0,-1-1,0-1,0 0,0-1,0 0,0 0,0-1,0 0,0-1,0-1,1 0,-1 0,0-1,1 0,-1-1,-3-2,12 5,1 0,-1 0,1 0,-1-1,1 1,0-1,0 1,-1-1,1 0,0 1,0-1,0 0,1 0,-1 1,0-1,1 0,-1 0,1 0,0 0,-1 0,1 0,0 0,0 0,0 0,1 0,-1 0,0 0,1 0,-1 1,1-1,0 0,0 0,-1 0,1 0,43-59,-35 50,15-16,-1-1,-1-2,-2 0,-1-1,-2-1,0 0,1-12,-17 43,-1-1,0 0,1 1,-1-1,1 0,0 1,0-1,-1 1,1-1,0 1,0-1,0 1,0 0,1-1,-1 1,0 0,1 0,-1 0,0 0,1 0,-1 0,1 0,0 0,-1 1,1-1,-1 1,1-1,0 1,0 0,-1-1,1 1,0 0,0 0,-1 0,1 1,0-1,0 0,18 3</inkml:trace>
</inkml:ink>
</file>

<file path=ppt/ink/ink5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4-05T06:22:36.621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0 280,'7'-5,"11"-3,14-3,15-2,16 0,8 1,1 3,-11 3</inkml:trace>
  <inkml:trace contextRef="#ctx0" brushRef="#br0" timeOffset="250.79">160 481,'14'-2,"17"-6,19-3,15-5,11-4,6-1,0 1,-2 0,-15 2</inkml:trace>
  <inkml:trace contextRef="#ctx0" brushRef="#br0" timeOffset="520.08">895 293,'2'7,"-1"0,1 0,0-1,0 1,1 0,0-1,0 0,0 1,1-1,0-1,0 1,1-1,-1 1,1-1,0 0,1-1,-1 1,1-1,0 0,0-1,1 1,-1 0,1 0,-1-1,1 1,-1-1,1-1,0 1,0-1,0-1,0 1,0-1,1 0,-1-1,0 0,0 0,1 0,-1-1,0 0,0-1,0 1,0-1,0-1,0 1,0-1,-1 0,1-1,-1 0,0 0,0 0,-1-1,1 1,-1-1,0-1,0 1,0-1,-1 0,0 0,0 0,-1 0,1-1,0-3,-2-4,-1-1,0 1,-1 0,0 0,-1 0,-1 0,0 0,-1 0,-1 0,0 0,0 1,-2 0,0 0,0 0,-1 1,0-1,-1 2,-1-1,0 1,-1 1,1 0,-3-1,9 7,0 1,0 0,0 0,0 0,0 0,-1 0,1 1,-1-1,0 1,0 0,1 0,-2 1,1-1,0 1,0 0,0 0,-1 0,1 0,0 1,-1 0,1 0,0 0,-1 0,1 1,0 0,0 0,-1 0,1 0,0 0,0 1,0 0,0 0,0 0,1 0,-1 1,1 0,-1 0,0 3,0 0,0 1,0 0,1 0,0 0,1 0,0 0,0 0,0 1,1-1,0 0,1 1,-1 0,1-1,1 1,-1-1,1 1,1-1,0 0,0 1,0-1,1 0,-1 0,2 0,-1-1,4 5,22 37</inkml:trace>
  <inkml:trace contextRef="#ctx0" brushRef="#br0" timeOffset="790.443">1511 361,'-16'2,"-8"5,-1 9,2 10,6 10,6 8,7 8,6 4,6 2,0-3,2-7,0-13</inkml:trace>
  <inkml:trace contextRef="#ctx0" brushRef="#br0" timeOffset="950.026">1751 173,'-1'-2,"0"1,0 0,-1-1,1 1,0-1,0 1,0-1,1 1,-1-1,0 0,0 1,1-1,0 0,-1 0,1 1,0-1,-1 0,1 0,0 0,0 0,1 1,-1-1,0 0,1 0,-1 1,1-1,-1 0,1 0,0 1,0-1,0 1,0-1,0 1,0-1,0 1,0-1,1 1,-1 0,0 0,1 0,-1 0,1 0,-1 0,1 0,0 0,-1 0,1 1,0-1,11 0,0 0,-1 0,1 2,0-1,-1 2,1 0,-1 0,1 1,-1 1,0 0,0 0,-1 1,1 1,-1 0,0 0,3 4,-11-8,1 0,-1 0,1 1,-1 0,0-1,0 1,-1 0,1 0,0 1,-1-1,0 1,0-1,0 1,0 0,-1-1,1 1,-1 0,0 0,0 0,0 0,-1 0,1 0,-1 1,0-1,0 0,-1 0,1 0,-2 4,-5 8,-1 1,0-1,-2 0,0-1,0 0,-2 0,0-2,0 1,-1-1,-3 1,-14 17,10-11,5-5,-1 1,2 1,0 1,1 0,-8 16,20-33,0 0,0 1,0-1,1 1,-1-1,1 1,-1-1,1 1,-1-1,1 1,0-1,0 1,-1-1,1 1,1 0,-1-1,0 1,0-1,0 1,1-1,-1 1,1-1,-1 1,1-1,0 1,-1-1,1 0,0 1,0-1,0 0,0 0,0 1,0-1,1 0,-1 0,1 0,62 16,-7-15,-1-3,0-3,24-5,95-15,-1-4</inkml:trace>
</inkml:ink>
</file>

<file path=ppt/ink/ink5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4-05T06:23:43.048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1748 229,'-13'-16,"-1"0,0 2,-1-1,0 2,-1 0,-1 1,0 1,-13-7,-18-1,0 1,-2 3,0 3,0 1,-1 2,0 3,-1 2,-4 2,11-1,1 2,-1 1,0 3,1 1,-1 3,1 1,1 3,0 1,0 2,2 2,-1 1,2 3,-27 17,16 1,2 1,1 3,3 1,1 3,2 1,3 2,1 2,-9 21,33-53,1 1,1 1,1 0,1 0,1 1,1 0,1 1,0 0,2 0,1 0,1 1,0 0,2-1,1 1,1 0,1-1,1 1,4 12,3-5,1-1,1 0,2-1,1 0,2-2,0 1,2-2,0-1,2 0,1-1,14 10,16 12,2-3,1-2,2-3,56 28,-61-38,1-2,1-2,1-3,1-2,1-3,1-2,0-2,0-3,1-3,0-2,50-4,-73-4,-1-2,0-1,0-1,0-3,-2 0,1-2,-1-2,-1-1,-1-1,0-2,-2-1,0-1,-1-2,-1-1,19-22,-10 7,-2-1,-2-2,-2-1,-1-1,-3-2,-1 0,-3-2,-2-1,-2 0,5-26,-12 35,-3 0,-1-1,-2 1,-2-1,-2 0,-1 0,-4-18,1 35,-1-1,0 1,-2 0,-1 1,-1-1,-1 1,-1 1,-1-1,-1 2,-1 0,0 0,-17-17,8 16,-2 2,0 0,-1 2,-1 1,0 1,-1 1,-1 1,-1 1,0 2,0 1,-1 1,0 2,0 1,-4 1,-132-23</inkml:trace>
</inkml:ink>
</file>

<file path=ppt/ink/ink5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4-05T06:23:41.747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30 220,'-30'-27,"65"23,766 14,-289-10,-245-6,252-17,-260 2,85 11,-216 5,94-17,-97 8,105 1,47 22,263 29,-184-30,-211-9,-1 7,14 7,-66-5,0-5,35-4,-25-1,280 11,-111 10,-150-6,-121-13,0 1,-1-1,1 0,0 0,0 0,-1 0,1 0,0 1,0-1,0 0,-1 0,1 0,0 1,0-1,0 0,0 0,-1 1,1-1,0 0,0 0,0 1,0-1,0 0,0 0,0 1,0-1,0 0,0 1,0-1,0 0,0 0,0 1,0-1,0 0,0 0,0 1,0-1,1 0,-1 0,0 1,0-1,-12 2</inkml:trace>
  <inkml:trace contextRef="#ctx0" brushRef="#br0" timeOffset="9578.932">7557 46,'-2'0,"1"0,-1 0,1 1,0-1,-1 0,1 1,0-1,-1 1,1-1,0 1,0 0,-1 0,1-1,0 1,0 0,0 0,0 0,0 0,0 0,0 0,1 1,-1-1,0 0,1 0,-1 1,0-1,1 0,0 1,-1-1,1 0,0 1,0-1,0 1,-1-1,1 0,1 1,-1-1,0 1,0-1,1 0,-1 1,0-1,1 0,-1 1,1-1,0 0,-1 0,1 1,0-1,0 0,0 0,0 0,0 0,0 0,0 0,0 0,0-1,0 1,1 0,0 0,15 4,1-1,0 0,0-1,0-1,0-1,1 0,7-2,2 1,890-24,-719 15,536-39,182 7,-698 37,590 8,-544 8,285 22,-255 2,-154-12,-83-23,-56-4</inkml:trace>
</inkml:ink>
</file>

<file path=ppt/ink/ink5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4-05T06:24:15.173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1 67,'0'-1,"0"0,0 0,1 0,-1 0,1 0,-1 0,1 0,-1 0,1 0,-1 1,1-1,0 0,0 0,-1 0,1 1,0-1,0 0,0 1,0-1,0 0,0 1,0 0,0-1,0 1,0 0,0-1,0 1,0 0,0 0,0 0,1 0,25-7,-1 2,0 1,1 1,0 2,22 1,652 0,-497 15,2292-16,-2238-14,-3 3,624 12,-621-14,656 15,-574 10,-254-17,1 3,0 4,47 8,395 41,77-45,-505 4,0 4,86 24,-58-11,15-16,-145-10,1 0,-1 1,1-1,-1 1,1-1,-1 0,1 1,0-1,-1 1,1-1,0 1,-1 0,1-1,0 1,0-1,-1 1,1-1,0 1,0 0,0-1,0 1,0-1,0 1,0 0,0-1,0 1,0-1,0 1,1 0,-1-1,0 1,0-1,0 1,1-1,-1 1,0-1,1 1,-1-1,0 1,1-1,-1 1,1-1,-1 1,1-1,-1 0,1 1,-1-1,1 0,-1 0,1 1,-1-1,1 0,0 0,-1 0,1 0,0 1,-52 28,38-24</inkml:trace>
  <inkml:trace contextRef="#ctx0" brushRef="#br0" timeOffset="24236.809">10402 95,'-38'-3,"39"9,54 11,-40-16,318 15,-261-15,156 1,-22-1,1718 41,-985 19,-922-61,91-6,-107 6,0 0,-1 1,1-1,0 0,0-1,-1 1,1 0,0 0,-1 0,1 0,0 0,-1-1,1 1,0 0,-1-1,1 1,-1 0,1-1,-1 1,1-1,-1 1,1-1,-1 1,1-1,-1 1,1-1,-1 1,0-1,1 0,-1 1,0-1,0 1,1-1,-1 0,0 1,0-1,0 0,0 0,0 1,0-1,0 0,0 1,0-1,0 0,0 1,0-1,-1 0,1 1,0-1,-1 0,1 1,0-1,-1 1,1-1,0 0,-1 1,1-1,-1 1,1 0,-1-1,1 1,-1-1,0 1,-91-43,-99-6,86 29</inkml:trace>
  <inkml:trace contextRef="#ctx0" brushRef="#br0" timeOffset="24571.921">11658 121,'-250'39,"170"-7,79-32,0 1,1-1,-1 1,1-1,-1 1,1 0,-1-1,1 1,-1 0,1-1,0 1,-1 0,1 0,0-1,0 1,-1 0,1 0,0-1,0 1,0 0,0 0,0 0,0-1,0 1,0 0,1 0,-1 0,0-1,0 1,1 0,-1-1,0 1,1 0,-1 0,1-1,-1 1,1-1,-1 1,1 0,-1-1,1 1,-1-1,1 1,0-1,-1 0,1 1,0-1,0 0,-1 1,1-1,0 0,0 0,-1 1,1-1,0 0,0 0,0 0,-1 0,1 0,0 0,0-1,22 7,-1-1,1-1,-1-1,1 0,11-2,-19 0,134 5,48-3,44-2,1343 5,-1263 1,636-3,-714-24,-240 19,4 1,0-1,0 0,0-1,0 1,-1-1,1-1,0 1,-1-1,0 0,0-1,0 1,5-5,-10 7,-1 0,1 0,-1 0,0 0,1 0,-1 0,0 0,0 0,0 0,0 0,0 0,0 0,0 0,0 0,0 0,0 0,-1 0,1 0,0 0,-1 0,1 0,-1 0,1 0,-1 1,1-1,-1 0,0 0,1 0,-1 1,0-1,0 0,1 1,-1-1,0 0,0 1,0-1,0 1,0 0,0-1,0 1,0 0,0-1,0 1,0 0,0 0,0 0,-1 0,-121-25,46 16</inkml:trace>
</inkml:ink>
</file>

<file path=ppt/ink/ink5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4-05T06:24:10.638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1942 187,'-26'-19,"-1"1,-1 1,0 2,-1 1,-1 1,0 1,-1 2,0 1,0 1,-1 2,0 1,0 2,0 1,0 1,0 2,-33 5,-19 16,1 4,1 4,2 3,1 3,-38 26,93-49,7-4,-337 185,305-162,1 2,1 2,2 1,2 3,-32 38,57-57,1 1,1 0,1 2,1 0,2 0,-6 15,13-27,1 1,0-1,0 1,2 0,-1 0,2 1,0-1,0 0,1 0,1 1,0-1,1 0,1 0,2 7,0-5,1 0,1 0,1-1,0 0,0-1,2 1,-1-2,2 1,0-1,0-1,1 0,0-1,1 0,1 0,17 10,0-2,1 0,1-2,1-2,26 8,15 0,1-4,0-2,1-4,1-4,0-2,36-5,42-7,-1-6,116-26,0-15,-3-11,38-25,-306 89,37-10,0-2,0-1,-2-2,1-1,-2-3,-1 0,16-13,-40 24,0 0,-1-1,0 0,-1 0,0-1,0 1,-1-2,0 1,-1-1,0 0,0 0,-2 0,1-1,-1 1,-1-1,0 0,-1 0,0-7,0-7,-2-1,-1 0,-2 1,0-1,-2 1,0 0,-9-19,-1 5,-1 2,-2 0,-1 1,-2 1,-2 1,-1 0,-1 3,-2 0,-2 1,0 2,-2 1,-1 2,-2 1,0 2,-1 1,-1 2,-1 1,-1 2,0 2,-8 0,-9-1,-1 3,-1 3,0 2,0 3,-1 2,1 3,-1 2,-36 7,-11 7,2 5,0 4,2 4,-23 14,-144 62</inkml:trace>
  <inkml:trace contextRef="#ctx0" brushRef="#br0" timeOffset="43631.826">2262 1657,'-127'-22,"-6"-1,-1 5,-43 3,63 13,1 6,-1 4,2 5,-1 5,2 5,1 5,1 5,2 4,-46 26,112-46,1 2,0 2,2 1,0 2,2 2,1 1,1 2,1 1,2 1,1 2,2 1,1 1,-9 19,28-41,2 0,0 0,0 1,1 0,1 0,0 1,1-1,1 1,0 0,1 0,1-1,0 1,1 0,0 0,2 0,-1-1,2 1,0-1,0 0,2 0,0 0,3 5,5 3,2 0,0-1,1 0,1-2,0 0,2-1,0 0,1-2,1-1,16 9,13 4,1-1,1-3,2-2,21 4,63 10,2-6,0-7,2-5,0-7,1-6,16-6,-35 0,0-5,121-21,-201 19,-1-2,1-1,-2-3,0-1,-1-3,0-1,-2-2,0-1,30-25,-48 30,-1 0,-1-2,-1-1,-1 0,0-1,-2-1,0-1,-1 0,-2-1,0-1,-2 0,-1 0,0-1,-2-1,-1 1,-2-1,2-19,-5-1,-2 0,-3 0,-1 1,-3-1,-1 1,-3 1,-1-1,-3 2,-1 0,-2 1,-2 1,-2 0,-2 2,-2 1,-1 1,-2 1,-21-21,21 26,-2 2,-1 1,-1 1,-1 1,-2 2,0 2,-2 1,0 2,-1 2,-1 2,-1 1,0 2,-1 1,-1 3,1 2,-1 1,0 2,-42 2,-182 27,12 24</inkml:trace>
</inkml:ink>
</file>

<file path=ppt/ink/ink5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4-05T06:25:01.587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1 122,'0'0,"0"0,0-1,1 1,-1 0,0 0,1-1,-1 1,0 0,0 0,0-1,1 1,-1 0,0-1,0 1,0 0,0-1,1 1,-1 0,0-1,0 1,0-1,0 1,0 0,0-1,0 1,0 0,0-1,0 1,0 0,0-1,-1 1,1 0,0-1,0 1,0 0,0-1,-1 1,1 0,0-1,0 1,0 0,-1 0,1-1,0 1,-1 0,1 0,0-1,89 14,1-5,1-3,20-5,567-59,-170 8,265 29,327 49,-864-18,1294 3,-1369-20,-147 8</inkml:trace>
</inkml:ink>
</file>

<file path=ppt/ink/ink5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4-05T06:25:02.384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0 0,'77'16,"0"-3,58 1,-61-7,129 11,2131 173,-2199-182,-114-9,-25-2,-34-5,27 5,-6-2,-1 1,1 0,-1 2,0 0,1 1,-1 1,0 0,1 1,-3 2,4 1</inkml:trace>
</inkml:ink>
</file>

<file path=ppt/ink/ink5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4-05T06:25:08.101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263 0,'-20'2,"0"0,0 2,1 0,-1 1,1 1,-9 4,20-6,1 0,-1 0,1 0,1 1,-1 0,1 0,-1 1,2-1,-1 2,1-1,0 0,0 1,0 0,1 0,0 0,1 1,-1 0,-1 11,2 1,0-1,1 1,1 0,0 0,2 0,0-1,1 1,2 0,-1-1,2 0,1 0,0 0,2-1,0 0,1 0,2 2,24 42,3-2,2-1,3-2,2-2,4-1,46 58,-89-104,5 4,0-1,-2 2,1 0,-2 0,1 0,-2 1,0 0,-1 1,0-1,-1 1,2 12,-7-22,0 0,0 1,0-1,-1 1,0-1,0 0,0 0,-1 0,0 0,0 0,0 0,-1 0,1 0,-1-1,0 1,0-1,-1 0,1 0,-1 0,0 0,0-1,0 0,-1 0,1 0,-3 1,-8 5,-1-1,0 0,0-1,-1-1,0-1,0 0,-2-1,2 0,1-2,-1 0,0 0,0-2,0 0,0-1,1-1,-1 0,-1-2,12 3,0 0,0-1,0 0,0 0,0-1,1 0,-1 0,1 0,0 0,0-1,0 0,0 0,1 0,-1-1,1 0,0 1,1-1,-1-1,1 1,0 0,0-1,1 0,-1 0,1 0,-1-4,2 3,0 0,1 0,-1 1,1-1,1 0,-1 0,1 0,0 1,1-1,-1 0,1 1,1-1,-1 1,1 0,0 0,1 0,-1 0,1 0,1 1,-1 0,0-1,1 2,0-1,1 1,-1-1,1 1,-1 1,1-1,1 1,4-4,1 1,0 1,0 0,0 0,1 1,-1 1,1 0,0 1,0 0,0 1,0 1,0 0,0 0,12 3,1 4</inkml:trace>
</inkml:ink>
</file>

<file path=ppt/ink/ink5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4-05T06:25:06.841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146 0,'5'25,"3"22,1 21,-1 19,-5 16,-7 10,-5 5,-3-5,-3-11,2-18,3-22</inkml:trace>
  <inkml:trace contextRef="#ctx0" brushRef="#br0" timeOffset="348.07">721 40,'-93'105,"-290"306,354-383,-1-1,-2-1,0-1,-27 14,56-37,1-1,-1 1,0 0,1-1,-1 0,0 1,0-1,0 0,0 0,0-1,0 1,0-1,-1 1,1-1,0 0,0 0,0-1,-2 1,5-1,-1 0,1 0,-1 0,1 0,0 0,-1 0,1 0,0 0,-1 1,1-1,0-1,0 1,0 0,0 0,0 0,0 0,0 0,0 0,1 0,-1 0,0 0,0 1,1-1,-1 0,1 0,-1 0,1 0,-1 0,1 0,0 1,-1-1,1 0,0 0,0 1,-1-1,1 0,6-5,0 0,1 1,-1-1,1 1,0 1,1-1,-1 2,1-1,0 1,-1 0,1 1,1 0,-1 0,0 1,0 0,1 1,-1 0,0 0,0 1,1 0,-1 1,0 0,0 1,27 8,0 2,-1 1,-1 2,16 10,30 15,-10-13,1-3,2-3,0-4,1-2,0-4,1-3,10-2,49 1</inkml:trace>
</inkml:ink>
</file>

<file path=ppt/ink/ink5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4-05T06:28:18.741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1477 468,'0'-1,"0"-1,0 1,-1-1,1 1,0-1,0 1,-1 0,1-1,-1 1,1-1,-1 1,0 0,1-1,-1 1,0 0,0 0,0 0,0 0,0 0,0 0,0 0,0 0,0 0,-1 0,1 0,0 1,0-1,-1 1,1-1,-1 1,1-1,0 1,-1 0,1-1,-2 1,-56 3,46-1,-234 13,26-1,147-13,1 3,1 3,-1 3,1 4,1 2,-23 12,71-22,1 1,0 2,1 0,0 1,1 1,0 1,0 1,2 1,-1 1,2 0,0 1,1 1,0 0,2 1,0 1,-10 18,14-9,0 0,2 1,1 0,1 0,2 1,0 0,3 0,0 0,2 0,4 26,-5-42,1 0,1 0,0 0,1 0,1 0,0-1,0 0,2 1,-1-2,2 1,0-1,0 0,1 0,0-1,1 0,0-1,1 1,1-2,-1 0,1 0,1-1,-1 0,1-1,6 3,15-3,0 0,0-2,0-2,1 0,-1-3,1-1,-1-1,16-4,18 1,120-2,131 14,-164-2,-82-5,0 3,-1 3,0 3,32 11,-66-10,-1-1,1-1,0-3,1 0,0-3,4-1,369-39,-290 62,-37-3,-30-16,1-3,0-2,49-6,42 0,54-1,-130-3,1 3,0 4,36 3,92 12,-149-15,134 2,-153 3,0-2,0-1,-1-2,1-1,-1-1,0-2,10-4,52-9,8 3,1 4,35 3,69-16,-147 15,1 4,0 1,11 3,-24 1,0-2,-1-3,1-1,19-7,38-8,173-36,97-9,-363 66,1-1,-1 1,1-1,0 2,0 0,0 0,0 1,0 0,-1 1,1 0,0 1,0 0,0 1,12 3,1-1,0-1,1-1,-1-1,1-1,22-3,-10 2,38 1,0-4,0-3,66-14,238-75,-299 71,0 3,1 4,1 4,0 3,1 3,22 4,642 6,-684 0,0 2,-1 3,0 3,38 13,-10-2,1-4,0-4,66 0,-28-7,81 5,142 27,-283-27,1027 152,-465-67,-501-81,114-1,324-16,39-41,-375 26,483-20,158 67,-606-13,246 20,94 36,-51 2,-19-1,64 37,-123-22,292 26,-518-87,2-11,18-11,-165-6,66 1,0-7,133-23,-248 18,-1-4,-1-1,-1-3,0-3,-1-2,-2-2,0-2,-2-3,37-28,-75 50,-1 0,0-1,0 0,-1 0,0-1,-1-1,0 0,0 0,-1-1,-1 1,0-2,-1 1,0-1,-1 0,0 0,-1-1,0 1,-1-1,-1 0,0 0,-1 0,-1-13,-6-9,-1-1,-2 1,-2 1,-1 0,-2 0,-1 1,-2 1,-16-25,28 50,-75-137,-75-102,140 226,-1 1,-1 1,0 0,-2 1,0 1,0 1,-2 0,0 2,-1 0,0 2,-1 0,0 1,-1 2,-19-5,-43-7,-2 3,0 5,-45 0,55 5,-847-47,690 46,-907-15,879 14,-872-20,-880 22,1039-19,-241 22,97 32,232-30,57-32,586 26,-644-12,253 12,443 12,-170 27,148-9,-576 51,-85-23,-323-27,748-3,218-4,-106-13,-363-9,500 26,120-10,-1-2,-65-5,65-7,-49-2,0 5,-46 9,132 0,1 2,1 2,0 2,-41 18,5-2,13-7</inkml:trace>
  <inkml:trace contextRef="#ctx0" brushRef="#br0" timeOffset="8000.087">26730 869,'-9'19,"-6"9,-1 8,0 4,5-2,3-3,3-8</inkml:trace>
  <inkml:trace contextRef="#ctx0" brushRef="#br0" timeOffset="8507.727">26449 388,'10'-2,"1"1,-1-1,1 2,0-1,-1 2,1-1,-1 1,1 1,8 2,-14-3,28 4,0 2,0 1,0 1,-1 2,0 1,-1 2,-1 1,0 1,-1 2,-1 1,17 15,-37-26,0-1,-1 2,0-1,0 1,-1 0,0 1,0 0,-1-1,-1 2,1-1,-2 0,1 1,-2 0,1 0,-1 0,-1 0,0 0,-1 0,0 0,0 0,-1 1,-1-1,0 0,-1-1,0 2,-26 70,-8 43,36-122,1 0,-1-1,1 1,0 0,0-1,0 1,0 0,1-1,-1 1,0 0,1-1,0 1,0-1,0 1,0-1,0 1,0-1,1 0,-1 1,1-1,0 0,-1 0,1 0,0 0,0-1,0 1,1 0,-1-1,0 1,1-1,-1 0,0 0,1 0,-1 0,1 0,0-1,-1 1,1-1,0 0,-1 1,1-1,0 0,-1-1,1 1,0 0,-1-1,1 0,0 1,-1-1,1 0,7-6,0-1,-1 0,1 0,-2-1,1 0,-1 0,-1-1,0 0,0-1,-1 1,0-1,-1 0,0-1,0 1,-2-1,2-4,40-127,-63 264,18-115,-1 1,1 0,1 0,-1 0,1-1,1 1,-1-1,1 1,0-1,0 1,1-1,0 0,0 0,0 0,1 0,0-1,0 1,0-1,1 0,0-1,0 1,1 0,31 16,0-4</inkml:trace>
  <inkml:trace contextRef="#ctx0" brushRef="#br0" timeOffset="8885.716">27760 910,'-10'-8,"0"1,0 0,-1 0,0 1,0 1,0 0,0 0,-1 1,0 1,0 0,0 1,0 0,0 0,-1 1,1 1,0 0,-1 1,1 0,0 1,0 1,0 0,0 0,0 1,-10 5,19-7,0 0,0 0,0 0,0 1,1-1,-1 1,1-1,-1 1,1 0,0 0,0 0,0 0,1 1,-1-1,1 0,-1 1,1-1,0 1,1-1,-1 1,1 0,-1-1,1 1,0 0,0-1,1 1,-1 0,1-1,0 1,0-1,0 1,0-1,0 1,1-1,0 0,-1 0,1 1,1-1,-1-1,0 1,1 0,1 1,5 3,-1-1,1-1,1 1,-1-2,1 1,0-1,0 0,0-1,0-1,0 1,1-2,-1 1,1-1,0-1,-1 0,1-1,0 0,-1 0,1-1,-1 0,0-1,0 0,1-1,-2-1,0 0,0-1,-1 0,0 0,0 0,-1-1,1 0,-2-1,1 0,-1 0,0 0,0-1,-1 0,-1 0,1 0,-1-1,-1 1,0-1,0 0,-1 0,0 0,-1 0,0-6,-1 16,0 0,-1 1,1-1,0 0,-1 0,1 0,0 0,-1 0,1 0,0 0,-1 0,1 0,0 0,-1 0,1 0,0 0,-1 0,1 0,0 0,-1-1,1 1,0 0,0 0,-1 0,1 0,0-1,-1 1,1 0,0 0,0-1,0 1,-1 0,1 0,0-1,0 1,0 0,-1-1,1 1,0 0,0 0,0-1,0 1,0 0,0-1,0 1,0 0,0-1,0 1,0 0,0-1,0 1,0 0,0-1,0 1,0 0,0-1,1 1,-1 0,0-1,0 1,0 0,1-1,-16 26,12-19,0 1,1 0,0-1,0 1,1 0,0 0,0 0,0 0,1 0,0 0,1 0,0 0,0 0,0 0,1 0,0 0,0 0,0-1,1 1,0-1,1 0,-1 0,1 0,0 0,1 0,1 1,19 13</inkml:trace>
  <inkml:trace contextRef="#ctx0" brushRef="#br0" timeOffset="9550.944">28320 789,'-6'-3,"-1"0,0 1,0-1,0 1,0 0,0 1,0 0,0 0,-1 1,1-1,0 2,-1-1,1 1,0 0,0 0,0 1,0 0,0 0,0 1,0 0,1 0,-1 1,1-1,0 2,0-1,0 0,1 1,0 0,-1 1,2-1,-1 1,1 0,-3 4,5-4,0-1,0 1,1 0,0 0,0 0,0 0,1 0,0 0,0 0,0 0,1 0,0 0,0 0,0 0,1 0,0-1,0 1,1-1,-1 1,1-1,0 0,1 0,-1 0,1 0,0-1,0 1,1-1,2 2,1 1,0 0,1-1,-1 0,1 0,0-1,1 0,-1-1,1 0,0 0,0-1,1 0,-1-1,0-1,1 1,-1-1,3-1,-2-1,0-1,-1 0,1 0,0-1,-1-1,0 0,0 0,0-1,-1 0,1 0,-1-1,0-1,-1 1,0-2,0 1,0-1,5-7,8-11,-2-1,-1-1,0-1,-3 0,3-9,47-109,-6-3,-8-2,6-47,-34 64,-22 135,-1-1,0 0,0 1,1-1,-1 0,0 0,0 1,0-1,0 0,0 0,0 1,0-1,0 0,0 0,0 1,0-1,-1 0,1 1,0-1,0 0,-1 0,1 1,0-1,-1 1,1-1,-1 0,1 1,-1-1,1 1,-1-1,1 1,-1-1,0 1,1-1,-1 1,0 0,1-1,-1 1,0 0,1 0,-1 0,0-1,0 1,1 0,-1 0,0 0,0 0,1 0,-1 0,0 0,0 0,1 1,-1-1,0 0,1 0,-1 1,0-1,-34 32,15 0,1 1,1 1,2 1,1 1,2 0,2 0,1 1,2 0,2 1,1 0,2 0,1 10,-1 11,3 0,3-1,2 0,2 0,3 0,3 0,31 49,-42-103,0-1,0 0,1 1,-1-1,1 0,-1-1,1 1,0 0,0-1,0 0,1 0,-1 0,1 0,-1 0,1 0,-1-1,1 0,0 0,0 0,-1 0,1-1,0 1,0-1,0 0,0 0,0 0,0-1,0 1,10-7,-1 1,0-2,-1 1,1-2,-1 0,-1 0,0-1,0 0,-1-1,0 0,-1-1,0 0,-1 0,2-5,-10 16,61-93,-70 110,1 0,0 1,1-1,1 2,1-1,0 1,1-1,1 1,1 0,0 1,2 10,0-25,1 0,-1-1,1 1,0 0,1-1,-1 0,0 1,1-1,0 0,0 0,0 0,0 0,0 0,1 0,-1 0,1-1,0 1,0-1,0 0,0 0,3 1,16 7</inkml:trace>
  <inkml:trace contextRef="#ctx0" brushRef="#br0" timeOffset="9816.232">29324 775,'-18'-9,"-9"-2,-2-1,3 3,0 3,2 2,6 1</inkml:trace>
  <inkml:trace contextRef="#ctx0" brushRef="#br0" timeOffset="10096.669">28735 468,'24'-11,"1"2,0 0,1 2,0 0,0 2,0 1,1 1,-1 1,18 2,-15-1,0 1,0 1,0 2,0 1,0 1,1 3,-20-6,0 1,0 0,0 1,-1 0,0 1,0 0,0 0,-1 1,1 0,-1 0,-1 1,1 0,-1 1,0 0,-1 0,0 0,0 1,3 7,-1 7,-2 1,0-1,-1 1,-2 1,0-1,-2 0,-1 1,0-1,-2 1,-4 21,2-10,1-6,0-1,2 0,1 1,2-1,0 0,2 0,1 0,6 16,-11-42,1 0,-1 0,1-1,0 1,0 0,0 0,0-1,0 1,1 0,-1-1,1 1,0-1,-1 0,1 0,0 1,1-1,-1 0,0-1,0 1,1 0,-1-1,1 1,-1-1,1 0,0 0,0 0,-1 0,1 0,0-1,0 1,0-1,0 0,0 0,0 0,0 0,1 0,3-5,0 1,-1-1,1 0,-1-1,0 1,0-1,-1-1,0 1,0-1,0 1,-1-2,0 1,1-2,-2 4,86-178,-65 127,2 1,29-42,-42 78</inkml:trace>
  <inkml:trace contextRef="#ctx0" brushRef="#br0" timeOffset="3288.65">23094 843,'-119'357,"100"-314,18-43,1 0,0 0,-1 0,1 0,0 0,-1 0,1 0,-1 0,1 0,0 0,-1 0,1 0,0 0,-1 0,1 0,0 0,-1 0,1-1,0 1,0 0,-1 0,1 0,0-1,-1 1,1 0,0 0,0-1,-1 1,1 0,0 0,0-1,0 1,0 0,-1-1,1 1,0 0,0-1,0 1,0 0,0-1,0 1,0 0,0-1,0 1,0 0,0-1,0 1,0 0,0-1,0 1,0 0,0-1,0 1,1 0,-1-1,0 1,0 0,-2-49,1 0,3 0,2 0,5-15,-3 12,3-51,-6 49,2 1,3-1,9-27,-15 73,0 1,1-1,0 1,0 0,1 0,0 0,0 0,0 0,1 1,0 0,0 0,1 0,0 1,0-1,0 1,0 1,1-1,0 1,0 1,0-1,0 1,5-1,9-2,0 0,1 2,-1 1,1 1,0 0,0 2,0 0,0 2,0 0,0 2,-1 0,8 3,-24-6,0 0,-1 0,1 1,-1-1,1 1,-1 0,1 0,-1 1,0-1,0 1,0 0,0 0,-1 0,1 1,-1-1,0 1,0 0,0 0,-1 0,1 0,-1 0,0 0,0 1,0-1,-1 1,1 0,-1-1,-1 1,1 0,0 0,-1 0,0-1,0 1,-1 1,-5 8,-1 0,-1-1,0 1,-1-2,-1 1,0-1,0-1,-1 0,-1 0,0-1,0-1,-1 0,0 0,0-2,-11 6,-49 26,-2-3,-45 14,108-44,6-4,5-2,0 0,-1 0,1 0,0 1,-1-1,1 0,0 1,0-1,-1 1,1-1,0 1,0 0,0 0,0-1,0 1,0 0,0 0,0 0,0 0,0 0,0 0,0 0,1 0,-1 1,1-1,-1 0,1 0,-1 1,1-1,-1 0,1 1,0-1,0 0,0 1,0 0,52 58,-6-4,-36-41,0 0,1-1,0 0,1-1,1-1,0 0,1 0,0-1,1-1,0-1,0 0,1-1,0 0,1-1,7 1,-7-5,1-2,0 0,-1 0,1-2,0 0,-1-2,1 0,9-3,13-3</inkml:trace>
  <inkml:trace contextRef="#ctx0" brushRef="#br0" timeOffset="7619.104">23521 1311,'27'-8,"0"-2,-1-1,-1 0,0-2,-1-1,0-1,3-4,-2 3,0-1,-2-1,0-1,-2-1,0 0,-1-2,-1-1,-1 0,12-20,-7-19,-23 60,0 0,1 1,-1-1,0 0,0 0,0 1,0-1,-1 0,1 0,0 1,-1-1,1 0,-1 0,1 1,-1-1,0 1,0-1,0 1,0-1,0 1,0-1,0 1,-1 0,1 0,0-1,-1 1,1 0,0 0,-1 0,0 1,1-1,-1 0,1 1,-2-1,-4 0,-1 1,0 0,1 0,-1 0,1 1,-1 0,1 1,0 0,-1 0,1 0,0 1,0 0,0 1,1-1,-1 1,1 1,0-1,0 1,1 0,-1 0,1 1,0 0,0 0,1 0,-2 3,1-2,0 1,0-1,1 1,0 0,1 0,0 1,0-1,1 1,0-1,0 1,1 0,0 0,0 0,1 0,1 0,-1 0,1-1,1 1,0 0,0 0,1-1,-1 0,2 1,0-1,0 0,0 0,1-1,0 0,0 1,1-2,0 1,0-1,0 1,7 3,-2-4,1-1,0 0,0-1,1 0,-1-1,1 0,0-1,0 0,-1-1,1-1,0 0,0-1,0 0,0-1,0 0,0-1,-1 0,0-1,1-1,-2 0,1 0,0-2,-1 1,0-1,-1-1,0 0,0 0,0-1,-1 0,0-1,0-1,14-17,0-1,-2-1,-1-2,-2 0,8-18,-23 43,-3 6,0 0,0-1,0 1,1 0,-1 0,0 0,0 0,1 0,-1 0,0 0,1 0,-1 0,1 0,0 0,-1 0,1 0,0 0,-1 0,1 1,0-1,0 0,0 0,0 1,0-1,0 1,0-1,0 1,0-1,0 1,0-1,0 1,0 0,0 0,0 0,0 0,0-1,1 1,-1 1,0-1,0 0,0 0,0 0,0 1,0-1,0 0,0 1,1 0,94 96,-65-71,-21-19,0 1,0 0,-1 1,0 0,-1 0,0 1,0 0,-1 0,0 1,-1 0,0 0,2 8,-7-16,-1 0,1-1,-1 1,0 0,0-1,0 1,0 0,-1-1,1 1,-1 0,0-1,0 1,1-1,-2 1,1-1,0 1,0-1,-1 0,1 0,-1 1,0-1,0 0,0-1,0 1,0 0,0 0,0-1,-1 1,1-1,0 0,-2 1,-82 21,83-23,0 1,0-1,0 1,-1-1,1 0,0 0,0 0,-1 0,1-1,0 0,0 1,0-1,-1 0,1 0,0-1,0 1,1-1,-1 1,0-1,0 0,1 0,-1 0,1-1,0 1,0 0,0-1,0 0,0 1,0-1,0 0,1 0,0 0,0 0,-1 0,2 0,-1 0,0-1,1 1,-1 0,1 0,0-1,0 1,0-1,5-3,0 1,0-1,0 1,1 0,0 0,0 1,0-1,1 1,0 1,0-1,0 1,1 1,-1-1,1 1,0 1,0-1,5 0,149-44,53-21,-155 32,-59 35,1 0,-1 0,1 0,-1 0,0-1,1 1,-1 0,0-1,0 1,0-1,0 1,0-1,-1 1,1-1,0 0,-1 1,1-1,-1 0,1 1,-1-1,0 0,0 0,0 1,0-1,0 0,0 0,0 0,-1 1,1-1,0 0,-1 1,0-1,1 0,-1 1,0-1,0 0,-2-1,0 1,0-1,-1 0,1 1,-1 0,0 0,1 0,-1 0,0 1,0-1,0 1,0 0,0 0,0 0,-1 1,1 0,0-1,0 2,0-1,-1 0,1 1,0 0,0 0,0 0,0 0,0 1,0-1,0 1,1 0,-1 0,1 0,-1 1,-1 1,0 3,0 0,0 0,1 1,0-1,1 1,0 0,0 0,0 1,1-1,0 0,1 1,0-1,0 1,1 0,0-1,0 1,1-1,0 1,1-1,0 1,0-1,1 0,0 0,2 5,-2-8,0 1,0-1,0 0,1 0,0 0,0 0,0-1,0 1,1-1,0 0,0 0,0-1,0 0,0 0,1 0,0 0,-1-1,1 0,0 0,0-1,0 1,0-1,0 0,0-1,3 0,5 0,0-1,-1 0,0-1,1 0,-1-1,0-1,0 0,0-1,-1 0,1-1,1-2,20-16,0-1,-3-2,0-1,-1-2,-2-1,-2-1,0-1,-2-1,-2-1,-1-1,-2-1,4-15,15-21,-5-2,-2-1,-4-2,-3-1,-3 0,4-50,-23 43,-2 85,0 1,0-1,0 1,0-1,0 1,0-1,0 0,0 1,0-1,0 1,-1-1,1 1,0-1,0 1,-1-1,1 1,0-1,-1 1,1-1,0 1,-1 0,1-1,-1 1,1-1,0 1,-1 0,1-1,-1 1,1 0,-1 0,1 0,-1-1,1 1,-1 0,0 0,1 0,-1 0,1 0,-1 0,1 0,-1 0,0 0,1 0,-1 0,1 0,-1 0,1 1,-1-1,1 0,-1 0,1 1,-1-1,1 0,-1 1,1-1,-1 0,1 1,0-1,-1 1,1-1,0 0,-1 1,1-1,0 1,-49 83,13 9,5 1,3 1,5 2,4 0,-5 93,16-113,3 0,5 60,1-125,0-1,0 1,1 0,1 0,0-1,1 0,0 1,4 6,-6-15,0 1,0-1,0 1,0-1,1 0,0 0,0 0,-1 0,2-1,-1 1,0-1,0 0,1 1,-1-2,1 1,0 0,0-1,0 1,-1-1,1 0,0-1,0 1,0-1,0 0,0 1,3-2,30-6,-5-6</inkml:trace>
  <inkml:trace contextRef="#ctx0" brushRef="#br0" timeOffset="7791.645">25326 655,'-16'-4,"-21"-5,-15-2,-5 1,7 1,20 3,31 2,38 2,38 1,35 1,28-2,17 0,8-3,-25 1</inkml:trace>
  <inkml:trace contextRef="#ctx0" brushRef="#br0" timeOffset="26684.441">22332 2073,'-7'52,"-3"0,-2-1,-2 0,-3-1,-3 4,-4-18,23-36,0 0,1 0,-1-1,0 1,0 0,1 0,-1-1,0 1,1-1,-1 1,1-1,-1 1,1-1,-1 1,1-1,-1 1,1-1,-1 0,1 1,0-1,-1 0,1 1,0-1,-1 0,1 1,0-1,0 0,0 0,0 1,0-1,0 0,0 0,0 1,0-1,0-1,0 1,-2-27,2 0,1-1,1 1,1 0,2 0,1 0,1 1,7-17,-10 29,6-23,-5 13,2 1,0 0,2 0,0 1,2 0,0 0,9-10,-17 28,1 1,0 0,0 0,0 1,1-1,-1 1,1 0,0 0,0 0,0 1,0 0,0 0,0 0,1 0,-1 1,1 0,-1 0,1 1,-1-1,1 1,0 0,-1 1,1-1,-1 1,1 0,1 1,4 1,0 0,0 1,0 1,-1-1,1 2,-1-1,0 1,-1 1,0 0,0 0,0 1,2 3,-8-9,0 1,-1-1,1 1,-1 0,0 0,0-1,0 1,0 1,-1-1,1 0,-1 0,1 1,-1-1,0 1,-1-1,1 1,-1-1,1 1,-1-1,0 1,0-1,-1 1,1 0,-1-1,0 1,1-1,-2 0,1 1,0-1,-1 0,1 1,-2 0,-5 3,-1 1,0-1,0-1,-1 0,0 0,0-1,-1 0,1 0,-1-1,0-1,0 0,0 0,-7 2,-125 48,140-52,1 1,0 0,-1-1,1 1,0 0,0 0,0 0,0 0,1 1,-1-1,0 0,1 1,0-1,-1 1,1 0,0-1,1 1,-1 0,0 0,1-1,-1 1,1 0,0 0,0 0,0 0,0-1,1 1,-1 0,1 0,0 0,0-1,0 1,0 0,0-1,0 1,2 1,2 6,1-1,0 0,1 0,-1 0,2-1,-1 0,1-1,0 0,4 2,15 8,1-2,1-1,0-1,1-1,0-2,1-1,0-1,0-2,1-1,0-2,21 0,-20-1</inkml:trace>
  <inkml:trace contextRef="#ctx0" brushRef="#br0" timeOffset="33147.414">22746 2353,'18'0,"0"0,-1-2,1 0,-1-1,0 0,0-1,0-1,0-1,-1-1,0 0,0-1,-1 0,0-2,0 1,10-11,-20 15,0-1,0 0,0 0,-1 0,0 0,-1-1,1 0,-1 0,0 0,-1 0,0 0,1-4,-2 9,-1-1,1 0,-1 0,0 1,0-1,0 0,0 0,0 0,0 1,-1-1,1 0,-1 0,0 1,0-1,0 0,0 1,-1-1,1 1,0 0,-1-1,0 1,0 0,1 0,-1 0,-1 0,1 0,0 0,0 1,-1-1,1 1,-1-1,1 1,-3-1,-3 1,1 0,0 0,-1 0,1 1,0 0,-1 0,1 1,-1 0,1 1,0-1,0 1,0 1,0-1,0 1,0 0,1 1,0 0,-1 0,1 0,1 1,-1 0,1 0,-1 0,1 0,1 1,-1 0,1 0,0 1,1-1,-1 1,1-1,1 1,-1 0,1 0,0 1,1-1,-1 3,-1-3,1 1,0 0,1 0,-1 0,1 0,1 0,0 0,0 0,0 1,1-1,0 0,1 0,0-1,0 1,0 0,1-1,0 1,1-1,0 0,0 0,1 0,-1 0,1-1,1 0,-1 0,1 0,0-1,6 4,-1-4,1 0,0-1,1 0,-1-1,1-1,-1 0,1 0,0-1,0-1,27 1</inkml:trace>
  <inkml:trace contextRef="#ctx0" brushRef="#br0" timeOffset="36876.443">23588 2073,'-14'-1,"1"1,-1 0,1 1,-1 1,1 0,-1 1,1 0,0 1,0 0,1 1,-1 1,1 0,0 1,1 0,-1 0,2 2,-5 3,13-11,-1 0,1 1,0-1,0 1,0 0,0-1,0 1,1 0,-1 0,1 0,-1 1,1-1,0 0,-1 0,1 1,0-1,1 1,-1-1,0 1,1-1,-1 1,1-1,0 1,0-1,0 1,0 0,0-1,1 1,-1-1,1 1,0-1,-1 1,1-1,0 0,0 1,1-1,-1 0,0 0,1 0,0 0,-1 0,2 1,11 7,0 0,1 0,0-1,1-1,0-1,11 4,6 3,-1 0,-19-10,0 2,-1 0,1 0,-1 1,-1 0,1 1,3 4,-14-11,0 0,-1-1,1 1,0 0,-1 0,1 0,-1 0,1 0,-1-1,1 1,-1 0,0 0,0 0,1 0,-1 0,0 0,0 1,0-1,0 0,0 0,0 0,0 0,-1 0,1 0,0 0,0 0,-1 0,1 0,-1-1,1 1,-1 0,1 0,-1 0,0 0,1 0,-1-1,0 1,1 0,-1-1,0 1,0-1,0 1,0 0,-42 23,17-15,0 0,0-2,-1-1,0-1,0-1,-4-1,31-3,-1 1,0-1,0 1,0-1,1 0,-1 0,0 1,0-1,0 0,0 0,0 0,1 0,-1 0,0 0,0 0,0 0,0 0,0 0,1-1,-1 1,0 0,0-1,0 1,1 0,-1-1,0 1,0-1,1 1,-1-1,1 0,-1 1,0-1,1 1,-1-1,1 0,-1 0,1 1,0-1,-1 0,1 0,0 0,-1 1,1-1,0 0,5-4,1 2,0-1,0 0,0 1,0 0,1 1,-1-1,1 1,0 0,6 0,3-2,76-20,-39 11,0-1,-1-3,-1-2,49-25,-97 42,1 1,0-1,0 0,-1 0,1 0,-1 0,1-1,-1 1,0-1,0 0,0 0,-1 0,1 0,-1 0,1-1,-1 1,0-1,0 0,-1 1,1-1,-1 0,0 0,0 0,0 0,0 0,-1 0,0 0,0-1,0 1,0 0,0 0,-1 0,0 0,0 0,-1-2,1 4,-1 1,0-1,1 1,-1-1,0 1,0 0,0 0,0 0,0 0,0 0,0 0,0 0,0 1,0-1,-1 1,1 0,0-1,0 1,-1 0,1 0,0 1,0-1,-1 0,1 1,0-1,0 1,0 0,0 0,0 0,0 0,0 0,0 0,0 0,0 1,1-1,-1 1,0-1,1 1,-1 0,1-1,0 1,-1 0,1 0,0 0,0 0,0 0,0 2,-5 9,0 0,1 1,1-1,0 1,1 0,1 0,0 0,0 0,2 1,0-1,0 0,1 1,2 2,-2-11,0-1,0 1,1-1,0 1,0-1,1 0,-1 0,1 0,0-1,0 1,1 0,0-1,-1 0,1 0,1 0,-1-1,0 1,1-1,0 0,0 0,0-1,0 1,0-1,0 0,1-1,-1 1,1-1,-1 0,1 0,0-1,-1 0,1 0,5 0,2-2,0 0,0 0,0-1,0-1,0 0,-1 0,1-2,-2 1,1-2,0 1,-1-2,0 1,-1-2,0 1,0-1,-1-1,12-12,-1 0,-2-1,0-2,-2 0,0 0,7-19,-1-5,-3 0,-1-2,-3 0,-2-1,-2 0,0-21,-8-9,-4 81,1 1,0-1,-1 0,1 1,-1 0,1-1,-1 1,1-1,-1 1,1 0,-1-1,1 1,-1 0,1-1,-1 1,0 0,1 0,-1 0,0 0,1-1,-1 1,1 0,-1 0,0 0,1 0,-1 0,0 1,1-1,-1 0,1 0,-1 0,0 0,1 1,-1-1,1 0,-1 1,1-1,-1 0,1 1,-1-1,1 1,-1-1,1 1,-1-1,1 1,0-1,-1 1,1-1,0 1,-1-1,1 1,0 0,0-1,0 1,0-1,-1 1,1 0,0-1,0 1,0 0,0 0,-13 24,0 0,1 2,2-1,1 1,-2 9,5-15,-13 46,2 1,3 1,4 0,2 1,2 29,5-83,1-1,1 1,0-1,0 1,2-1,0 0,1 0,0 0,3 3,-7-16,1 0,0 0,0 0,0 0,0 0,0 0,0-1,0 1,1 0,-1-1,0 1,1-1,0 1,-1-1,1 0,0 1,0-1,0 0,0 0,0 0,0-1,0 1,0 0,0-1,0 1,0-1,0 0,0 0,1 0,-1 0,0 0,0 0,0-1,0 1,0-1,1 1,-1-1,0 0,0 0,-1 1,1-2,0 1,0 0,0-1,18-14</inkml:trace>
  <inkml:trace contextRef="#ctx0" brushRef="#br0" timeOffset="37046.985">24069 2140,'-18'-3,"-11"-2,3-1,16 1,26 1,31 1,30 1,26 4,20 3,13 3,-17 1</inkml:trace>
  <inkml:trace contextRef="#ctx0" brushRef="#br0" timeOffset="37439.937">25232 2353,'-9'-8,"0"1,0 1,-1 0,0 0,0 1,0 0,-1 1,0 0,0 0,0 1,0 1,0 0,-1 0,1 1,-1 1,1 0,-1 0,1 1,0 1,-1 0,-3 1,8 0,-1-1,1 1,0 1,0-1,0 1,0 0,1 1,-1 0,1 0,1 0,-1 1,1-1,0 1,0 1,0-1,1 1,0 0,0-1,1 2,0-1,0 0,1 1,0-1,0 3,3-6,0 1,1-1,-1 0,1 0,0 0,1 0,-1-1,1 1,-1-1,1 1,0-1,0 0,0 0,1 0,-1 0,1-1,0 1,0-1,0 0,0 0,0-1,0 1,0-1,0 0,1 0,-1 0,0-1,1 1,-1-1,1 0,-1 0,1-1,9 2,1 0,0-2,0 0,0 0,-1-2,1 1,0-2,-1 0,0-1,0 0,-1-1,1-1,-1 0,-1-1,1 0,-1-1,-1 0,1-1,-2 0,1-1,-2 0,1-1,-1 0,-1 0,0-1,1-5,-7 16,-1 0,0-1,0 1,0 0,0-1,0 1,-1-1,1 1,-1-1,0 1,1-1,-1 0,0 1,0-1,-1 1,1-1,-1 1,1-1,-1 1,0-1,0-1,-1 4,0 0,1 0,-1 1,1-1,-1 1,1-1,-1 1,1-1,-1 1,1 0,0 0,-1 0,1 0,0 0,0 0,0 0,0 0,0 0,0 1,0-1,0 0,0 1,0-1,1 1,-1-1,1 1,-1-1,1 1,-3 2,1 0,0 1,0 0,1-1,0 1,0 0,0 0,0 0,0 0,1 0,0 0,0-1,1 1,-1 0,1 0,0 0,0 0,1 0,-1-1,1 1,0-1,1 1,-1-1,1 0,-1 0,1 0,1 0,-1 0,0-1,1 1,1 0,81 37,-38-28</inkml:trace>
  <inkml:trace contextRef="#ctx0" brushRef="#br0" timeOffset="38075.276">25927 2286,'-13'-4,"0"0,-1 1,0 0,0 1,0 1,0 0,0 1,0 0,0 1,0 1,0 0,0 1,1 1,-1 0,1 1,0 0,0 1,0 0,-2 3,12-6,-1 0,1 0,0 0,1 0,-1 1,0-1,1 1,0 0,0 0,0 0,0 0,1 0,0 0,-1 0,2 0,-1 1,0-1,1 0,0 1,0-1,0 0,0 1,1-1,0 0,0 1,0-1,0 0,0 0,1 0,0 0,0 0,0 0,1 0,-1-1,1 1,-1-1,1 0,1 0,-1 0,0 0,1 0,2 1,9 4,0-1,0-1,0 0,1-1,0-1,0 0,0-1,1-1,-1-1,1 0,-1-1,1 0,-1-2,0 0,1-1,-1 0,0-1,0-1,-1-1,0 0,11-6,0-2,-1-1,-1-1,-1-1,0-1,-1-1,-1-1,0-1,-2 0,-1-2,0 0,-2-1,-1-1,-1 0,0-2,13-31,-3-2,-2 0,-3-2,-2 0,5-50,-17 87,-2 16,-1-1,-1 0,1 1,-1-1,-1 0,0 0,0 0,-2-7,2 16,-1 1,1-1,0 1,0 0,0-1,0 1,-1-1,1 1,0-1,-1 1,1 0,0-1,-1 1,1 0,0-1,-1 1,1 0,-1-1,1 1,0 0,-1 0,1 0,-1-1,1 1,-1 0,1 0,-1 0,1 0,-1 0,1 0,-1 0,1 0,-1 0,1 0,-1 0,1 0,0 0,-1 0,1 1,-1-1,1 0,-1 0,1 0,-1 1,1-1,0 0,-1 1,1-1,0 0,-1 1,1-1,0 0,-1 1,1-1,0 1,0-1,-1 0,1 1,0 0,-8 9,1 1,0 0,1 0,0 0,1 1,0 0,1 0,0 1,-1 9,3-16,-15 68,2 2,4 0,3 0,3 1,6 61,18 24,-17-155,0 1,0-1,1 0,0 1,0-1,0 0,1-1,0 1,1-1,0 1,0-1,0-1,0 1,1-1,0 0,0 0,0-1,1 1,3 1,-3-4,-1 0,1 0,0 0,-1-1,1 0,0 0,0-1,0 0,0 0,-1 0,1-1,0 0,0 0,-1-1,1 0,0 0,-1-1,0 0,0 0,4-2,7-6,1 0,-1-1,-1-1,-1-1,1 0,1-4,1-1,0-1,-1-1,-1 0,-1-2,-1 1,0-4,-13 13,-16 27,7-4,0 0,2 0,-1 0,1 1,1 0,0 0,0 1,0 2,4-10,0-1,0 1,0-1,0 1,1 0,-1-1,1 1,0 0,0 0,0-1,1 1,-1 0,1-1,0 1,0 0,0-1,1 1,-1-1,1 0,0 1,0-1,0 0,0 0,0 0,1 0,-1-1,1 1,0-1,0 1,77 27,-36-22</inkml:trace>
  <inkml:trace contextRef="#ctx0" brushRef="#br0" timeOffset="38325.609">27157 2247,'-20'-5,"-16"-3,-9-3,1 0,6 3,7 2,7 2,2 2,1 1,4 1</inkml:trace>
  <inkml:trace contextRef="#ctx0" brushRef="#br0" timeOffset="38593.89">26369 2006,'23'-12,"1"2,0 0,1 1,0 2,0 1,1 0,0 2,4 1,4-3,0 2,1 1,0 2,-1 2,1 1,-1 1,0 2,0 2,0 0,-1 3,0 1,0 1,-1 2,4 3,-24-9,0 0,0 1,-1 1,-1-1,1 2,-2-1,1 1,-2 1,1 0,-2 0,1 0,-2 1,0 0,0 1,-1-1,-1 1,0 0,-1 0,-1 1,0 1,-1 220,-2-232,0-1,1 0,0 1,0-1,0 1,0-1,0 1,1-1,0 0,-1 1,1-1,1 0,-1 0,0 1,1-1,-1 0,1 0,0-1,0 1,0 0,1-1,-1 1,0-1,1 1,0-1,-1 0,1 0,0-1,0 1,0 0,0-1,1 0,-1 0,0 0,3 1,8-4,-1 0,0-1,0-1,-1 1,1-2,-1 0,0-1,0 0,0 0,-1-1,0-1,0 0,-1 0,0-1,3-4,17-15,-1 0,-1-2,-2 0,-1-2,-1-1,-2-2,-1 1,13-33,-18 19,-9 11</inkml:trace>
  <inkml:trace contextRef="#ctx0" brushRef="#br0" timeOffset="42714.985">18815 2019,'1'-1,"-1"1,1-1,0 1,-1-1,1 1,-1-1,1 1,-1-1,0 1,1-1,-1 1,1-1,-1 0,0 1,0-1,1 0,-1 1,0-1,0 0,0 1,0-1,0 0,0 1,0-1,0 0,0 0,0 1,0-1,0 0,0 1,0-1,-1 0,1 1,0-1,-1 0,1 1,0-1,-1 1,1-1,-1 1,1-1,-1 1,1-1,-1 0,-158 110,110-79,-1-1,-1-3,-2-2,0-3,-1-2,-1-2,-57 9,-181 16,-40-10,178-18,-244 29,-222 17,-424-13,-931 31,629 33,103-13,303-6,146-56,589-30,-527 18,62 7,465-36,-34-14,77 6,-331-28,5-2,-360 20,208 36,373 1,-14 13,-73 5,140-16,-2-9,0-10,1-9,1-9,-37-17,12-18,-41-23,207 55,1-4,2-2,1-4,-11-9,61 31,0 1,-1 1,0 0,-1 2,0 1,-1 1,1 0,-12 0,-7 1,-34-2,0-4,0-4,1-2,-57-22,-176-63,297 100,0 1,0-2,1 1,-1-2,1 1,0-1,0 0,0-1,0 0,1-1,-1 0,2 0,-1 0,1-1,-1 0,2-1,-1 0,1 0,1 0,-1 0,1-1,1 0,-3-8,2-1,2-1,0 1,1-1,1 0,1 0,0 0,2 1,0-1,1 0,1-1,2 6,1 0,1 1,0-1,1 2,0-1,1 1,0 1,1 0,0 0,1 1,0 0,0 1,1 1,1 0,2-1,23-17,0 3,2 0,0 3,2 2,0 1,1 2,0 3,1 1,44-5,48 0,117-32,-159 28,1 4,0 4,95 1,628 14,-233-19,-505 10,639-27,-665 33,568-17,-258-20,-57 5,41 12,-103 26,109 21,63 3,333-33,-661 1,1 3,-1 4,0 5,19 6,8 9,15 3,120 9,383-4,334-32,-305-28,-90 1,330-11,462 26,-763 19,-428-8,154 1,19 16,349 19,49-29,66-1,-745-5,0 3,-1 2,0 4,0 3,-1 2,-1 3,0 3,43 22,-101-41,1 1,-1 0,1 0,-1 1,0-1,0 1,0 1,-1-1,1 1,-1 0,0 0,-1 0,1 1,-1 0,0 0,1 3,-16 8,-5-10</inkml:trace>
</inkml:ink>
</file>

<file path=ppt/ink/ink5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4-05T06:30:02.892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2492 501,'-354'-102,"261"77,-1 4,-1 5,-1 3,0 5,0 4,0 4,0 5,-39 8,53-2,0 4,1 3,1 3,1 5,1 2,1 4,2 4,-8 8,42-18,1 2,1 2,2 2,2 1,0 2,3 1,1 2,1 1,3 1,1 2,2 0,1 1,3 2,2 0,2 1,-7 32,15-51,2 1,1-1,1 1,2 0,0 0,2 0,1 0,1 0,2 0,1-1,0 1,3-1,0 0,1-1,2 0,7 13,7 4,1-2,1 0,3-2,1-2,2 0,2-3,0 0,3-3,0-1,2-1,1-3,4 0,21 10,2-4,1-2,1-3,2-4,0-3,1-3,41 4,-5-7,0-5,0-4,1-6,-1-3,0-6,0-5,69-19,-96 14,0-4,-2-4,-1-3,-1-3,-2-4,-2-3,-1-4,-3-2,-2-3,8-12,-25 17,-3-2,-1-2,-3-3,-2-1,-2-1,-3-3,-2-1,-3-2,-15 27,-2-1,-2-1,-1 0,-1-1,-3 0,0-1,-3 1,-1-1,-1 0,-2-1,-2 1,-1 0,-2 0,-2 0,-4-11,-2 8,-2 0,-1 1,-2 1,-2 1,-1 0,-2 1,-1 1,-2 2,-2 0,-1 2,-1 0,-1 2,-2 2,-1 1,-1 1,-34-18,-1 4,-2 3,-1 3,-2 3,-1 4,-2 3,0 3,-1 4,-49-4,-246-6,13 25</inkml:trace>
</inkml:ink>
</file>

<file path=ppt/ink/ink5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4-05T06:30:07.053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106 1,'-4'20,"-2"21,0 21,1 23,0 20,-3 14,-3 11,-3 0,-1-5,2-16,3-18,3-21,6-22,4-22,3-15</inkml:trace>
</inkml:ink>
</file>

<file path=ppt/ink/ink5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4-05T06:30:07.451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765 1,'-287'326,"226"-255,-4-3,-2-2,-3-4,-33 20,100-79,-77 37,79-40,0 0,0 0,-1 0,1 0,0-1,0 1,0 0,0-1,-1 1,1-1,0 1,0-1,0 1,0-1,0 0,0 1,0-1,1 0,-1 0,0 0,0 0,0 0,1 0,-1 0,1 0,-1 0,1 0,-1 0,1 0,-1 0,1-1,0 1,0 0,0 0,0 0,0-1,0 1,0 0,0 0,0 0,0-1,0 1,1 0,-1 0,1 0,-1 0,1 0,-1 0,1 0,0 0,-1 0,1 0,0 0,0 0,-1 0,1 0,0 1,1-2,1-4,1 0,-1 0,2 0,-1 0,0 1,1 0,0 0,0 0,1 0,-1 1,1 0,0 0,0 0,0 1,1 0,-1 0,1 1,0 0,0 0,0 0,-1 1,2 0,-1 0,0 1,0 0,0 0,0 1,0 0,0 0,0 0,0 1,0 0,-1 1,1-1,-1 1,1 0,-1 1,5 4,6 10,-2 1,0 1,-1 0,-1 1,-1 1,-1 0,0 0,-2 1,1 8,13 23,-18-36,2 0,1 0,0 0,1-1,1-1,0 0,1 0,1-1,1 0,0-1,0 0,2-1,0-1,0 0,14 7,-13-13,0 0,0-2,1 0,-1 0,1-2,0 0,-1-1,1 0,0-2,0 0,0 0,0-2,-1 0,5-2,7-3,0-1,-1-1,0-1,0-1,-2-2,1 0,18-16,2-6</inkml:trace>
</inkml:ink>
</file>

<file path=ppt/ink/ink5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4-05T06:30:09.864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748 1,'-14'0,"1"0,-1 1,1 1,-1 0,1 1,0 0,0 1,0 0,0 1,1 1,-1 0,1-1,-72 34,1 4,3 3,2 4,-16 16,87-62,-12 9,1 1,0 0,1 1,0 1,1 1,1 0,-4 7,18-23,0 0,0 1,-1-1,1 1,0-1,1 1,-1-1,0 1,0-1,1 1,-1 0,1-1,-1 1,1 0,0-1,-1 1,1 0,0 0,0-1,0 1,1 0,-1 0,0-1,1 1,-1 0,1-1,-1 1,1 0,0-1,0 1,-1-1,1 1,0-1,1 0,-1 1,0-1,0 0,1 0,-1 0,0 1,1-2,-1 1,1 0,-1 0,1 0,0-1,-1 1,1-1,0 1,-1-1,1 0,21 6,-1-2,1-1,0-1,0-1,0-1,3-1,12 0,497-26,-473 26,-13 1</inkml:trace>
</inkml:ink>
</file>

<file path=ppt/ink/ink5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4-05T06:30:10.146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51 1,'-14'4,"-4"5,3 2,11 2,20-2,27-2,30-3,26-3,25-3,16-2,6-1,-2 0,-13 3,-29 1</inkml:trace>
</inkml:ink>
</file>

<file path=ppt/ink/ink5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4-05T06:30:56.067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4 19,'-4'5,"21"1,18 0,0-2,1-1,0-1,-1-2,1-2,-1-1,9-3,28-1,377-1,-309-5,-124 10,-3 0</inkml:trace>
</inkml:ink>
</file>

<file path=ppt/ink/ink5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4-05T06:30:56.431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131 0,'0'1,"0"-1,0 0,0 1,0-1,0 1,-1-1,1 0,0 1,0-1,0 1,-1-1,1 0,0 1,0-1,-1 0,1 0,0 1,-1-1,1 0,0 0,-1 1,1-1,-1 0,1 0,0 0,-1 0,1 0,-1 1,1-1,0 0,-1 0,1 0,-1 0,1 0,-1 0,1 0,0-1,-1 1,1 0,-1 0,1 0,0 0,-1 0,1-1,-1 1,1 0,0 0,-1-1,8 11,0 0,0 0,1-1,0 0,1 0,-1-1,2 0,-1-1,1 0,1 0,-1-1,1 0,0-1,0-1,3 2,133 56,-145-61,-1-1,1 0,-1 1,0-1,1 1,-1-1,0 1,1 0,-1 0,0-1,0 1,0 0,1 0,-1 0,0 0,0 1,-1-1,1 0,0 0,0 0,-1 1,1-1,0 0,-1 1,1-1,-1 1,0-1,1 0,-1 1,0-1,0 1,0-1,0 1,0-1,0 1,-1-1,1 0,0 1,-1-1,1 1,-1 0,-60 53,-238 142,221-146</inkml:trace>
</inkml:ink>
</file>

<file path=ppt/ink/ink5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4-05T06:30:59.993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0 1,'5'3,"0"0,0 0,0 0,0 0,1-1,-1 0,1 0,-1 0,1-1,0 0,-1 0,1-1,1 1,0 0,91 8,-1-4,1-4,26-6,7 1,-23 6,0 4,42 11,-127-15,-30-8,-8 2</inkml:trace>
</inkml:ink>
</file>

<file path=ppt/ink/ink5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4-05T06:31:00.259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21 10,'-7'-5,"-2"1,5 4,10 6,13 6,14 9,14 4,7 6,4 1,-1 3,-6 0,-12 2,-16 5,-26 8,-31 10,-35 8,-5-7</inkml:trace>
</inkml:ink>
</file>

<file path=ppt/ink/ink5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4-05T06:31:17.035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0 1,'2'2,"-1"0,0 0,1-1,-1 1,1-1,-1 1,1-1,0 0,-1 1,1-1,0 0,0 0,0 0,0-1,0 1,0 0,0-1,0 1,0-1,0 0,1 1,173 7,-144-3,-1-1,1-2,0-1,27-3,0 1,99 22,-114-16,98 22,-50 1,16-15,51 13,349-26,-141 0,32-28,-108 15,-41 3,38-3,-51-4,-124 2,165 3,-36 5,178-27,-43 22,90 13,93 36,126-22,-365 0,49-14,-156-3,676-6,89 3,-976 5,-2 0,1 1,-1-1,0 0,0 1,0-1,1 0,-1 0,0 0,0 0,1 0,-1 0,0 0,0-1,0 1,1 0,-1-1,0 1,0-1,0 1,0-1,0 0,0 1,0-1,0 0,0 0,0 1,0-1,0 0,-1 0,1 0,0 0,-1 0,1 0,0-1,-1 1,-3-7</inkml:trace>
</inkml:ink>
</file>

<file path=ppt/ink/ink5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4-05T06:31:20.112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27 1,'-18'196,"9"0,16 178,-1-48,-11 29,11 394,14-456,15 406,-47-108,10-62,15-122,-13-383,-1-35,1-27,0 18</inkml:trace>
</inkml:ink>
</file>

<file path=ppt/ink/ink5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4-05T06:31:20.590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1 1,'35'42,"-24"-33,17 15,-2 0,0 2,-2 0,-1 2,-1 1,-1 0,-2 2,-1 0,-1 1,8 23,-8 0,-3 2,-2 0,-2 1,0 34,0-7,-3-53,-7-31,0-1,0 1,0-1,1 1,-1-1,0 0,0 1,0-1,1 1,-1-1,0 0,0 1,1-1,-1 1,0-1,1 0,-1 0,0 1,1-1,-1 0,1 1,-1-1,0 0,1 0,-1 0,1 0,-1 0,1 1,-1-1,1 0,-1 0,1 0,-1 0,1 0,-1 0,0 0,1 0,-1-1,1 1,-1 0,1 0,-1 0,1 0,-1-1,0 1,1 0,-1 0,1-1,-1 1,0 0,1-1,-1 1,0 0,0-1,1 1,-1-1,0 1,0 0,1-1,-1 1,0-1,0 1,0-1,8-12,-1 0,0 0,-1-1,0 0,-2 0,1-1,0-8,0 4,16-78,-4-1,-5 0,0-88,-9 141,3-22,-26 187,-17 38,-33 77,23-80,5-43,31-98</inkml:trace>
</inkml:ink>
</file>

<file path=ppt/ink/ink5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4-05T06:31:20.906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0 47,'83'5,"0"-4,0-3,0-3,59-14,30 0,-167 18,-1 0,1-1,-1 1,1 0,-1 0,0 1,1-1,0 1,-1 0,1 1,-1-1,1 1,-1-1,1 1,-1 1,0-1,0 1,1-1,-1 1,0 0,0 1,0-1,-1 1,1 0,-1-1,1 2,-1-1,0 0,0 1,-1-1,2 3,-2 3,-2 0,1 0,-1 0,0 0,-1 0,0 0,-1 0,0 0,0 0,-1 0,0-1,-4 9,-31 73,-3-1,-25 33,-42 90,88-167</inkml:trace>
</inkml:ink>
</file>

<file path=ppt/ink/ink5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4-05T06:31:21.872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211 1,'0'41,"-2"0,-2 0,-1 0,-2-1,-2 0,-2 0,-2-1,-1 0,-2-1,-1-1,-2 0,-3 0,-36 60,46-84,11-25,67-144,90-203,-122 284,-32 73,-1 1,0 0,1 0,-1 1,1-1,-1 0,1 0,-1 1,1-1,0 1,-1-1,1 1,0 0,0-1,-1 1,1 0,0 0,-1 0,1 0,0 1,0-1,-1 0,1 1,-1 0,1-1,0 1,-1 0,1-1,-1 1,1 0,-1 0,0 0,1 0,-1 1,0-1,0 0,0 1,0-1,0 0,0 1,0-1,0 1,0-1,-1 1,1 1,9 7,60 56,-38-41,-2 2,-1 1,-2 1,0 2,-2 0,-1 1,-2 2,-2 0,0 2,12 34,-29-64,0 0,-1 1,0-1,0 1,-1-1,1 1,-2-1,1 1,-1 0,0 0,0-1,0 1,-1 0,0-1,-1 1,1-1,-1 1,-1-1,1 0,-1 0,0 0,-1 0,1 0,-1-1,0 1,0-1,-1 0,0 0,1-1,-2 1,1-1,-5 3,-10 1,0-1,0-1,-1 0,1-2,-1 0,0-2,0 0,-1-1,1-1,-2-1,-274-26,247 29,5 5</inkml:trace>
</inkml:ink>
</file>

<file path=ppt/ink/ink5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4-05T06:31:22.376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1 424,'9'-108,"-5"0,-4-11,-5 38,3 73,2 24,23 451,-2-182,-15-247</inkml:trace>
</inkml:ink>
</file>

<file path=ppt/ink/ink5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4-05T06:31:22.756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0 3,'31'-2,"1"1,-1 2,0 1,0 2,0 0,-1 3,20 6,-34-9,0 0,-1 2,0 0,0 1,-1 0,1 1,3 4,-13-9,0 1,0 0,0 1,-1-1,1 1,-1 0,-1 0,1 0,-1 0,0 1,0-1,0 1,-1 0,0 0,0 0,0 0,-1 0,0 1,0-1,0 2,-4 17,0-1,-2 0,0 0,-2 0,0-1,-2 0,-1 0,0-1,-2 0,0-1,-10 12,-91 147,111-178,1 0,-1 0,0-1,1 1,-1 0,1 1,-1-1,1 0,0 0,0 1,0-1,1 0,-1 1,0-1,1 1,-1-1,1 1,0-1,0 1,0-1,0 1,1-1,-1 1,1-1,-1 1,1-1,0 0,0 1,0-1,0 0,0 1,0-1,1 0,-1 0,1 0,0 0,-1-1,1 1,1 0,8 2,1-1,0-1,0 0,0 0,0-1,0-1,0 0,0 0,1-1,-1-1,0 0,-1-1,4-1,-4 2,63-15,-1-3,0-3,-2-4,-1-2,-1-3,4-12,-63 32</inkml:trace>
</inkml:ink>
</file>

<file path=ppt/ink/ink5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4-05T06:31:23.073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265 0,'-7'19,"-11"21,-14 24,-11 20,-9 16,-7 9,6-13</inkml:trace>
</inkml:ink>
</file>

<file path=ppt/ink/ink5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4-05T06:31:26.376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8 53,'-4'2,"0"1,8 1,13-4,14-6,14-4,10-3,5-2,-4 3,-10 7,-16 11,-27 12,-13 2</inkml:trace>
</inkml:ink>
</file>

<file path=ppt/ink/ink5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4-05T06:31:39.742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1 538,'17'-10,"1"1,0 0,0 1,1 1,0 1,0 1,1 0,0 1,8 1,9-4,1015-178,74-30,-999 184,-105 21,-22 9,0 1,0-1,-1 1,1-1,0 0,0 1,0-1,-1 1,1-1,0 1,-1-1,1 1,0-1,-1 1,1-1,-1 1,1-1,-1 1,1-1,-1 1,1 0,-1 0,1-1,-1 1,1 0,-1 0,1-1,-1 1,0 0,1 0,-1 0,0 0,1 0,-1 0,1 0,-1 0,0 0,1 0,-1 0,1 0,-1 1,0-1,1 0,-1 0,1 1,-1-1,1 0,-3 0,6-8,2 4</inkml:trace>
</inkml:ink>
</file>

<file path=ppt/ink/ink5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4-05T06:31:40.322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404 1,'0'3,"0"0,0 0,-1 1,1-1,-1 0,0 0,0 0,0 0,0 0,0 0,-1 0,1-1,-1 1,0 0,0-1,0 1,0-1,0 0,-2 1,1 2,-41 42,-2-1,-40 30,-60 59,94-61,52-71,0 0,0 0,1 0,-1 0,1 0,0 0,0 0,0 0,0 0,0-1,1 1,-1 0,1-1,0 1,0-1,0 0,0 0,0 1,0-1,0-1,1 1,-1 0,1 0,0-1,-1 0,1 1,0-1,0 0,0 0,0-1,0 1,0 0,0-1,0 0,2 0,73 19,1-3,29 0,-1-1,344 82,-321-67,-40-14,-89-16,0 1,0-1,0 0,0 1,0-1,0 0,0 0,0 0,0 0,0 0,0 0,0 0,0 0,0-1,1 1,-1 0,0-1,-1 1,1-1,0 1,0-1,0 1,0-1,0 1,0-1,0 0,-1 0,1 1,0-1,-1 0,1 0,-1 0,1 0,-1 0,1 0,-1 0,1 0,-1 0,0 0,0 0,1 0,-1 0,0 0,0 0,0 0,0 0,0 0,0 0,-1 0,1 0,0 0,0 0,-1 0,1 0,-1 0,1 0,-1 0,-64-100,45 75,-5-6,-125-167,7-7,140 201,2 4,-1 1,1-1,0 0,0 0,0 0,-1 0,1 0,0-1,1 1,-1 0,0 0,0-1,0 1,1 0,-1-1,1 1,-1-1,1 1,-1-1,1 1,0-1,0 1,0-1,0 1,0-1,0 1,0-1,0 1,1-1,-1 1,0-1,1 1,-1-1,1 1,0 0,0-1,-1 1,1 0,0 0,0-1,0 1,0 0,0 0,1 0,-1 0,0 0,0 0,1 1,-1-1,0 0,1 0,43-5,9 4</inkml:trace>
</inkml:ink>
</file>

<file path=ppt/ink/ink5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4-05T06:31:41.093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249 91,'-20'174,"17"-120,-8 187,2-30,-18 82,-6-142,10-107,22-43,0-1,1 1,-1 0,0-1,1 1,-1 0,0-1,0 1,0-1,0 1,1-1,-1 0,0 1,0-1,0 0,0 0,0 0,0 1,0-1,0 0,0 0,0 0,0-1,0 1,0 0,0 0,0 0,0-1,1 1,-1 0,0-1,0 1,0-1,0 1,1-1,-1 1,0-1,0 0,1 1,-1-1,1 0,-1 0,0 0,1 1,-1-1,1 0,0 0,-7-10,1 0,0 0,1-1,1 0,0 0,0 0,1-1,0-4,-12-53,4-1,2-1,4 1,3-1,3 0,3 0,7-32,-4 62,2 0,1 1,2 1,2 0,1 1,17-29,-24 52,1 0,1 1,0 0,1 0,1 1,0 1,1 0,0 1,1 0,0 1,1 0,0 1,1 1,0 1,0 0,16-5,-12 8,0 1,1 1,-1 1,1 1,-1 0,1 2,-1 0,1 2,-1 0,0 1,0 1,0 0,-1 2,0 1,0 0,-1 1,0 1,0 1,-1 0,0 1,-1 1,13 14,-24-23,-1 0,1 1,-1-1,0 1,0 0,0 0,-1 1,0-1,0 1,0-1,-1 1,0 0,0 0,0 0,-1 0,0 1,0-1,0 0,-1 1,0-1,0 0,-1 0,1 1,-2-1,1 0,-1 0,0 3,-4 0,-1 1,1-1,-1-1,-1 1,0-1,0-1,-1 1,1-1,-2-1,1 0,-1 0,-9 4,-35 16,-1-3,-1-2,-1-3,-16 2,-159 56,226-74,-1 0,1 0,-1 1,1 0,0 0,0 0,1 1,-1 0,1 0,-1 0,1 1,1-1,-1 1,1 1,0-1,0 0,0 1,1 0,-1 0,1 0,1 0,-1 1,1-1,1 1,-1-1,1 1,0 0,0 2,3 1,1 0,0 0,0 0,1-1,0 1,0-1,1 0,1 0,-1 0,1-1,1 0,0 0,4 4,33 29,2-2,1-2,2-2,1-2,2-2,1-3,24 8,-6 0,2-4,1-3,1-4,1-2,1-4,6-3,0-13,-80-4,0 1,-1-1,1 1,-1-1,1 0,-1 0,0 0,1 0,-1 0,0 0,0-1,1 1,-1-1,0 0,-1 0,1 1,0-1,0 0,-1-1,1 1,-1 0,0 0,0-1,0 1,0 0,0-1,0 1,0-2,2-25</inkml:trace>
</inkml:ink>
</file>

<file path=ppt/ink/ink5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4-05T06:31:41.389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0 104,'32'-9,"42"-5,45-1,45 3,39 3,23 3,6 3,-7-1,-25-1,-35-1,-41 0,-46 0,-45 1,-42 1,-33 4,-10 2</inkml:trace>
</inkml:ink>
</file>

<file path=ppt/ink/ink5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4-05T06:31:46.346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1088 147,'-71'-33,"54"23,0 0,0 1,-1 1,-1 1,1 0,-1 2,0 0,0 1,-1 1,1 0,-1 2,1 0,-1 1,0 1,1 1,0 1,-9 3,-5 8,0 2,1 2,1 1,0 1,2 2,0 1,2 1,0 1,2 1,-3 6,-8 9,1 1,3 1,1 2,2 1,3 1,1 1,3 1,1 2,3 0,3 1,1 0,1 13,2-4,3-1,3 2,2-1,3 0,2 1,4-1,1 0,4-1,2 0,3-1,2 0,3-1,3-2,2 0,2-1,2-2,3-1,2-2,3-1,1-2,7 2,-6-11,2-2,1-2,2-2,2-2,0-2,2-3,0-1,2-2,1-3,35 8,-51-18,0-1,1-1,-1-3,2 0,-1-3,0-1,0-1,0-3,0-1,0-1,-1-2,0-2,-1-1,0-2,0-1,3-4,-8 1,-1-2,0-1,-1-1,-1-1,-1-2,-2-1,0 0,-1-2,-2 0,-1-2,-1 0,-2-1,0-1,10-30,11-43,-4 0,-5-3,6-53,-13 43,-4-1,-6 0,-5-1,-5-34,-3 110,-1 1,-2 0,-2 0,-2 0,-2 1,-1 0,-3 0,-1 2,-1 0,-3 0,-1 2,-1 1,-3 0,0 2,-9-7,7 14,-1 1,0 2,-2 1,-1 1,-1 1,-1 2,-1 2,0 0,-1 2,0 2,-10-1,-9-1,0 3,0 2,-1 2,0 3,0 2,-1 3,-26 3,-6 6,1 3,-67 18,-207 77,19 19</inkml:trace>
</inkml:ink>
</file>

<file path=ppt/ink/ink5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4-05T06:31:52.245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0,'52'0,"-1"3,0 1,0 3,1 2,-34-5,1 1,-1 0,-1 1,1 1,-1 1,0 0,-1 2,0-1,-1 2,0 0,0 1,7 9,-14-12,0 0,-1 1,0 1,0-1,-1 1,-1 0,0 0,0 0,-1 1,-1 0,0 0,0 0,-1 0,-1 0,0 1,-1-1,0 0,-1 0,-1 7,-4 16,-1 0,-2 0,-2-1,-1 0,-1-1,-4 5,-75 156,28-63,-46 137,89-208,3 0,3 1,2 0,3 1,2 0,4 1,2 0,3-1,2 1,11 51,-9-90,1-1,1 0,1 0,1 0,1-1,12 18,-17-31,1 0,0-1,0 1,1-2,0 1,1-1,0 0,0 0,0-1,1 0,0 0,0-1,1-1,-1 1,1-2,0 1,1-1,4-1,1-1,-1-1,1 0,0-1,-1-1,1-1,-1 0,0 0,0-2,0 0,-1-1,0 0,0-1,0 0,-1-2,0 1,0-2,-1 1,0-2,-1 0,0 0,-1-1,0 0,-1 0,0-1,-1-1,3-8,-10 21,1 0,-1 0,0 0,0 0,-1 0,1 0,0 0,0 0,0-1,-1 1,1 0,-1 0,1-1,-1 1,1 0,-1-1,0 1,0-1,1 1,-1 0,0-1,0 1,-1-1,1 1,0-1,0 1,-1 0,1-1,-1 1,1 0,-1-1,1 1,-1 0,0 0,0 0,1-1,-1 1,0 0,0 0,0 0,0 0,-1 1,1-1,0 0,0 0,0 1,-1-1,1 0,0 1,-1 0,1-1,0 1,-2-1,-7 5,0-1,0 1,0 1,1-1,-1 2,1-1,1 1,-1 1,1 0,0 0,1 0,-1 1,2 0,-1 1,-10 11,0 0,2 1,0 1,2 1,0 0,2 1,0 0,2 0,1 1,0 1,2-1,0 8,0 16,1-1,3 1,2 0,2 0,2 0,4 9,94 528,-87-452,-6 0,-6 0,-5 1,-7-1,-8 20,4-55,-4-1,-4-1,-5-1,-3-1,-41 85,63-164,-1 0,-1-1,-1 0,0-1,-1 1,0-2,-3 2,11-12,-1 1,1-1,-1 0,0 0,-1 0,1 0,0-1,-1 1,1-1,-1 0,0-1,0 1,0-1,1 0,-1 0,0 0,-1-1,1 0,0 0,0 0,0-1,0 1,0-1,0 0,1-1,-5-1,4 1,0 0,1 0,-1 0,1-1,-1 0,1 0,0 0,0 0,1-1,-1 1,1-1,0 0,-1 0,2 0,-1-1,0 1,1-1,0 1,0-1,0 0,1 0,0 0,0 0,0-1,21-28,-2 16</inkml:trace>
</inkml:ink>
</file>

<file path=ppt/ink/ink5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4-05T06:31:52.941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0 516,'3'-14,"0"0,0 0,1 0,1 1,1 0,-1 0,2 0,0 0,1 1,0 1,0-1,1 1,1 1,5-6,55-59,2 3,75-56,-72 81,-74 47,0 0,-1 0,1 0,0 0,0 0,0 0,0 1,0-1,0 0,0 0,0 1,-1-1,1 1,0-1,0 1,0-1,-1 1,1 0,0-1,-1 1,1 0,-1-1,1 1,0 0,-1 0,0 0,1-1,-1 1,1 0,-1 0,0 0,0 0,0 0,1 0,-1 0,0 0,0 0,0 0,0-1,-1 1,1 0,0 0,0 0,0 0,-1 0,1 0,-1 0,1 0,-45 185,22-74,4 1,5 0,5 1,5 11,-8 48,1-103</inkml:trace>
</inkml:ink>
</file>

<file path=ppt/ink/ink5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4-05T06:31:53.190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0 57,'16'-2,"14"-4,12 1,9 0,10 1,9 1,5 1,6 2,3-3,-1-2,-8-6,-17 0</inkml:trace>
</inkml:ink>
</file>

<file path=ppt/ink/ink5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4-05T06:31:53.444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1 1,'0'9,"4"12,7 11,5 12,7 8,7 6,5 4,0 2,2-2,-5-11</inkml:trace>
</inkml:ink>
</file>

<file path=ppt/ink/ink5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4-05T06:31:53.714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1 3,'2'-3,"3"9,6 17,7 20,8 22,8 19,1 14,-6-9</inkml:trace>
</inkml:ink>
</file>

<file path=ppt/ink/ink5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4-05T06:32:22.628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0 36,'0'-2,"1"1,-1-1,0 1,1-1,-1 1,1-1,0 1,-1-1,1 1,0-1,0 1,0 0,0 0,0-1,0 1,0 0,1 0,-1 0,0 0,1 0,-1 1,0-1,1 0,-1 1,1-1,-1 1,1-1,0 1,-1-1,1 1,1 0,52-3,-36 5,0 1,0 0,0 1,0 2,-1-1,1 2,-2 1,1 0,-1 1,16 11,-27-16,-1 1,0-1,0 1,0 0,0 0,-1 1,0-1,0 1,0 0,-1 0,0 0,0 1,-1-1,1 1,-1-1,-1 1,1 0,-1 0,-1 0,1 0,-1 0,0-1,-1 1,0 1,-1 11,-2 0,0-1,-2 0,0 1,-1-2,0 1,-2-1,-2 4,-54 92,37-71,3 2,1 1,2 1,2 0,2 2,2 0,2 1,-3 30,15-69,0 1,1-1,1 0,0 1,0-1,1 1,0-1,1 0,0 0,1 0,0 0,0 0,1 0,0-1,1 0,0 0,1 0,0 0,0-1,0 0,1 0,1-1,-1 0,7 5,3-4,0 0,0-1,1-1,0-1,0 0,0-1,1-2,-1 1,1-2,-1-1,1 0,0-1,-1-1,0-1,1 0,-1-1,0-2,0 1,-1-2,0 0,0-2,-1 1,8-7,22-17,-45 19,-20 18,9 1,1 0,0 1,0 0,1 1,0-1,0 2,1-1,0 1,0 0,1 0,1 1,-1 0,1 0,1 0,0 1,0-1,1 3,-6 23,1 0,2 0,1 0,1 26,2 103,14 100,-3-111,-10 152,1-285,-1 0,-1-1,0 1,-2-1,0 1,-1-1,-1 0,-1-1,-1 0,-1 0,0 0,-1-1,-1-1,-9 11,15-23,0-1,-1 0,1-1,-1 1,0-1,0 0,0-1,0 0,0 0,0 0,-1 0,1-1,-1 0,1 0,-1-1,0 0,1 0,-1-1,1 1,-1-2,1 1,-1-1,1 1,0-2,0 1,0-1,0 0,0 0,0-1,1 1,0-1,-3-3,-34-25,34 24,-1 0,0 1,-1 0,0 0,0 1,-1 1,1 0,-1 0,0 1,-8-2,20 6,-1 1,1-1,-1 0,0 1,1-1,-1 1,0-1,1 0,-1 1,0-1,1 1,-1-1,0 1,0-1,0 1,0-1,1 1,-1-1,0 1,0 0,0-1,0 1,0-1,0 1,0-1,0 1,-1-1,1 1,0-1,0 1,0-1,0 1,-1-1,1 1,0-1,-1 1,1-1,0 0,-1 1,1-1,0 1,-1-1,1 0,-1 1,1-1,-1 0,1 0,-1 1,1-1,-1 0,1 0,24 8,3-2</inkml:trace>
</inkml:ink>
</file>

<file path=ppt/ink/ink5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4-05T06:32:23.473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143 249,'-13'64,"2"0,3 1,2 23,-2 12,4-59,-28 175,8-162,24-54,-1 1,1-1,-1 0,1 1,0-1,-1 1,1-1,-1 0,1 0,-1 1,1-1,-1 0,1 0,-1 1,1-1,-1 0,1 0,-1 0,1 0,-1 0,1 0,-1 0,1 0,-1 0,1 0,-1 0,0 0,1 0,-1 0,1-1,-1 1,1 0,-1 0,1-1,0 1,-1 0,1-1,-1 1,1 0,-1-1,1 1,0 0,-1-1,1 1,0-1,0 1,-1-1,1 1,0-1,0 1,0-1,-1 0,-8-30,6-8,1 0,2 0,2 0,2 1,1-1,2 1,1 0,11-27,1-7,3 1,3 2,2 0,20-29,-39 81,1 1,0 1,1 0,1 0,0 1,13-10,-22 20,1 1,0-1,0 1,0 0,0 1,1-1,-1 1,1 0,-1 0,1 0,0 1,0-1,0 1,0 0,0 1,0-1,0 1,0 0,0 0,0 1,0-1,0 1,0 0,0 1,-1-1,1 1,2 1,4 4,0 1,-1 1,0 0,0 0,-1 1,0 0,-1 1,0 0,-1 0,0 1,-1 0,0 0,0 0,-2 1,1-1,-2 1,0 0,0 1,-1-1,-1 8,0-11,-1 1,-1 0,0 0,-1 0,0-1,-1 1,0-1,0 0,-1 0,0 0,-1 0,0 0,-1-1,0 0,0 0,-1-1,0 0,-1 0,0 0,0-1,0-1,-2 2,-26 17,-2-1,0-2,-2-1,-30 11,57-27,12-4,-3-1,-1 1,1 1,-1-1,1 0,0 1,0 0,0 0,0 0,0 1,0-1,1 1,-1 0,1 0,0 0,0 1,0-1,0 1,0-1,1 1,0 0,0 0,0 0,0 0,0 1,1-1,0 0,0 1,0-1,1 1,-1-1,1 4,5 6,0 0,1-1,0 1,1-1,1-1,0 0,1 0,0 0,0-1,2 0,-1-1,1 0,12 7,-9-6,0 0,1-1,1 0,0-1,0-1,1-1,-1 0,2-1,-1-1,1 0,-1-2,1 0,0-1,1-1,3 0,17-12,-24 1</inkml:trace>
</inkml:ink>
</file>

<file path=ppt/ink/ink5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4-05T06:32:23.726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0 103,'7'-9,"16"-5,17-3,19 0,12 2,6 2,-4 3,-12 3,-16 7,-15 4</inkml:trace>
</inkml:ink>
</file>

<file path=ppt/ink/ink5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4-05T06:32:23.990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0 15,'18'4,"18"2,16-3,12-3,10-5,3-2,-2-1,-14 1</inkml:trace>
</inkml:ink>
</file>

<file path=ppt/ink/ink5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4-05T06:32:24.261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26 281,'-3'4,"0"0,1 0,-1 0,1 1,0-1,0 1,0 0,0-1,1 1,0 0,0 0,0 0,1 0,-1 0,1 0,1 0,-1 1,1-1,-1 0,2-1,-1 1,0 0,1 0,0 0,0-1,0 1,1-1,-1 0,1 1,0-1,1 0,-1-1,1 1,-1-1,5 3,0 0,1 0,-1-1,1-1,1 1,-1-1,1-1,0 0,-1 0,1-1,0 0,1-1,-1 0,0-1,0 0,0 0,1-1,-1-1,0 0,0 0,0 0,-1-2,1 1,-1-1,1 0,-1-1,-1 0,1-1,-1 0,0 0,0-1,0 0,-1 0,0 0,-1-1,5-7,-3 3,-1 1,0-1,-1 0,-1 0,0-1,-1 1,0-1,-1 0,0 0,-1-1,0 1,-1-1,-1 1,0 0,-1-1,0 1,-1-1,-1 1,0 0,-1 0,0 1,-1-1,0 1,-1 0,-4-6,7 13,0 1,-1 1,1-1,-1 0,0 1,0 0,0 0,0 0,0 0,-1 1,1-1,-1 1,0 0,0 1,1-1,-1 1,0 0,0 0,-1 1,1-1,0 1,0 0,0 0,0 1,0 0,0 0,0 0,-3 1,-8 6,0 0,0 1,1 1,0 0,0 1,1 1,1 0,0 1,1 0,0 1,-9 15,-32 40</inkml:trace>
</inkml:ink>
</file>

<file path=ppt/ink/ink5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4-05T06:32:36.013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1050 68,'-16'-10,"0"1,0 1,0 1,-1 0,0 1,-1 1,1 0,-1 2,0 0,0 1,0 0,0 2,0 0,-1 1,-6 2,-266 38,264-37,0 1,0 1,1 1,0 2,1 0,-1 2,2 1,0 1,0 1,1 0,1 2,0 1,1 1,-7 9,24-23,-5 3,1 1,0-1,1 2,0-1,0 1,0 0,1 0,1 1,0 0,0 0,0 0,2 1,-1-1,-1 9,3-2,0 1,0-1,2 1,0-1,1 0,1 1,1-1,0 0,1 0,1 0,0 0,4 6,1-11,1 0,0 0,0-1,1-1,0 0,1-1,0 0,0-1,1 0,0-1,1-1,0 0,-1-1,2-1,-1 0,0-1,3 0,154 30,1-8,0-7,2-8,164-12,-125 7,160 25,-312-22,-2 1,0-3,1-2,0-3,0-2,-1-3,3-3,-54 6,0 0,-1 0,1-1,-1 0,1 0,-1-1,1-1,-1 1,-1-1,1 0,0-1,-1 0,0 0,0-1,0 0,-1 0,0 0,0-1,-1 0,0 0,0 0,0-1,-1 0,0 0,-1 0,1 0,0-9,-1 0,-1 1,0-2,-1 1,-1 0,0 0,-1 0,-1 0,-1 0,-1 0,0 1,-1-1,0 1,-2 0,0 1,-9-15,-2 4,-1 1,-1 2,-2 0,0 0,-1 2,-2 1,0 1,0 2,-2 0,0 1,-1 2,-1 1,0 1,-29-7,-80-19,-1 6,-2 7,-107-6,134 18,0 5,-1 4,0 6,1 5,0 4,1 6,-54 16,124-19,1 1,0 2,1 2,-10 8,-26 19</inkml:trace>
</inkml:ink>
</file>

<file path=ppt/ink/ink5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4-05T06:33:03.318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1 30,'274'0,"-513"-10,228 10,33 4,175 2,-374-4,168 4,32-2,156-3,-320-1,158 9,93-6,-110-3,0 0,0 0,0-1,0 1,0 0,0 0,0 0,0-1,-1 1,1 0,0 0,0 0,0-1,1 1,-1 0,0 0,0 0,0-1,0 1,0 0,0 0,0 0,0-1,0 1,0 0,0 0,1 0,-1 0,0-1,0 1,0 0,0 0,0 0,1 0,-1 0,0 0,0-1,0 1,1 0,-1 0,0 0,-20-3,-38 0,160 2,-102-5,-19 0,10 4,34-14,-8 5</inkml:trace>
</inkml:ink>
</file>

<file path=ppt/ink/ink5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4-05T06:33:09.826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397 1,'-14'2,"0"2,1 0,-1 1,1 0,0 1,0 0,1 1,0 0,0 1,1 1,0 0,0 0,1 1,0 0,1 1,0 0,0 1,-2 5,5-9,-13 13,0 1,2 1,1 1,1 1,1 0,1 0,1 2,1-1,2 1,1 1,1 0,-2 13,9-33,0 0,0 1,0-1,1 0,1 0,-1 0,1 1,1-2,-1 1,1 0,1 0,0-1,0 0,0 0,0 0,1 0,1-1,-1 0,1 0,0 0,0-1,1 1,-1-1,1-1,0 0,1 0,5 3,17 4,0-2,0 0,1-2,0-1,1-2,-1-1,1-1,-1-2,1-1,22-4,-53 5,0 1,0-1,1 0,-1 0,0 1,0-1,1 0,-1 0,0 0,0 0,1-1,-1 1,0 0,0 0,0-1,1 1,-1-1,0 1,0-1,0 1,0-1,0 0,0 0,0 1,0-1,0 0,0 0,0 0,-1 0,1 0,0 0,-1 0,1 0,0 0,-1-1,0 1,1 0,-1 0,0 0,1-1,-1 1,0 0,0 0,0-1,0 1,0 0,0 0,-1-1,1 1,0 0,-1 0,1 0,-1-1,-37-22,67 44,109 30,-103-30,-35-19,1-1,0 1,-1-1,1 1,-1-1,1 1,-1-1,1 1,-1 0,1-1,-1 1,0 0,1-1,-1 1,0 0,0 0,1-1,-1 1,0 0,0 0,0-1,0 1,0 0,0 0,0-1,0 1,0 0,-1 0,1-1,0 1,0 0,-1 0,1-1,0 1,-1 0,1-1,-1 1,1-1,-1 1,1 0,-1-1,1 1,-1-1,0 1,1-1,-1 0,0 1,0-1,-9 6,-1-1,0 0,0-1,0-1,-1 0,1 0,-1-1,0 0,-1-1,-15 3,-44 2,71-7,0 0,0 0,0 0,0-1,0 1,0 0,0-1,0 1,0-1,1 1,-1 0,1-1,-1 0,1 1,0-1,-1 1,1-1,0 1,0-1,0 0,0 1,0-1,1 1,-1-1,0 0,1 1,-1-1,1 1,0-1,-1 1,1-1,1-4,19-184,-22 327,2-139,1 0,0 0,0 0,0 0,0 0,0 0,0 0,1 1,-1-1,0 1,1 0,-1-1,1 1,0 1,-1-1,1 0,0 0,-1 1,1 0,0-1,0 1,0 0,-1 1,1-1,0 0,1 1,72 12,-73-13,-1 1,0 0,1 0,-1 0,0 0,1 0,-1 1,0-1,0 1,0-1,0 1,0 0,0 0,-1-1,1 1,0 1,-1-1,0 0,0 0,1 0,-1 1,0-1,-1 1,1-1,0 1,-1-1,1 1,-1 0,-2 1,1-1,-1 0,0 1,-1-1,1 0,0 0,-1 0,0 0,1-1,-1 1,0-1,-1 1,1-1,0 0,-1-1,1 1,-1 0,1-1,-1 0,0 0,1 0,-1 0,0 0,0-1,0 0,0 0,0 0,-2 0,-101 4,98 1,12-3</inkml:trace>
</inkml:ink>
</file>

<file path=ppt/ink/ink5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4-05T06:33:14.696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671 159,'-11'-23,"8"14,0 1,0 0,-1 0,0 1,-1-1,1 1,-1 0,-1 0,0 0,1 1,-2 0,1 0,-1 1,0-1,0 2,-1-1,-3-1,-2 2,1 1,-1 0,0 1,0 0,0 1,0 1,0 0,0 1,0 0,0 1,1 0,-1 1,0 0,1 1,0 1,0 0,0 1,1 0,-1 0,2 2,-1-1,1 1,0 1,0 0,1 0,0 0,1 2,0-1,1 1,0 0,1 0,0 1,0 0,2 0,-3 7,2 17,2 1,1 0,2 0,1 1,3 4,-4-38,0 4,0 0,1 0,0 0,1 0,0 0,0 0,0 0,1-1,0 1,1-1,0 0,0 0,0 0,1-1,0 1,0-1,1 0,-1-1,1 1,1-1,-1 0,1-1,0 1,0-1,1 0,14 4,0 0,0-1,1-1,0-2,0 0,0-1,1-2,-1 0,1-1,-1-2,0 0,1-1,16-6,-30 7,0 0,0-1,0 0,-1-1,1 0,-1 0,0-1,0 0,-1-1,1 0,-1 0,0-1,-1 0,0 0,0-1,0 0,-1 0,0 0,-1-1,0 0,0 0,-1 0,0-1,1-7,-1 5,0-1,-1 0,-1 0,0 0,-1 0,0 0,-1-1,-1 1,0 0,0 0,-1 0,-1 0,-1 0,1 1,-2-1,0 1,0 0,-1 0,-1 1,0 0,0 0,-1 0,-3-2,-6 0,0 0,0 1,-1 1,-1 1,1 0,-2 1,1 2,-1 0,0 0,-1 2,0 1,1 0,-1 2,-1 0,1 2,0 0,0 1,0 1,-1 1,5-1,1 0,0 1,-1 1,1 0,1 1,-1 1,1 0,0 2,0-1,1 2,0 0,0 0,1 1,0 1,1 0,0 1,1 0,1 1,0 0,0 1,1 0,1 1,0-1,2 1,-1 1,2-1,0 1,1 0,0 1,1 1,2-7,1-1,0 1,1 0,0 0,0-1,2 1,-1-1,1 1,0-1,1 0,1 0,-1 0,2-1,-1 0,1 0,0 0,1-1,0 1,1-2,-1 1,1-1,1 0,-1-1,1 0,1 0,-1-1,1 0,9 3,14 4,0-2,1-1,0-1,0-2,1-2,-1-1,1-1,19-3,-44 2,0-1,0 0,0-1,0 0,0 0,0-1,-1 0,1-1,0 0,-1-1,0 0,0 0,0-1,0 0,-1-1,0 0,0 0,0-1,-1 0,0 0,0 0,-1-1,0 0,5-9,-6 4,0 0,0-1,-2 0,1 1,-2-1,0-1,-1 1,0 0,-1 0,0 0,-1-1,-1 1,-1 0,0 0,0 0,-1 1,-1-1,0 1,-1 0,-1 0,0 1,0 0,-2 0,1 1,-1 0,-1 0,0 1,0 0,-2 0,1 0,0 0,-1 0,0 1,-1 1,0 0,0 0,-1 2,0-1,0 2,0 0,-1 0,0 2,0 0,0 0,0 2,0 0,0 0,0 1,-1 1,1 1,0 0,0 1,1 1,-1 0,1 1,-1 0,-3 3,6-2,1 1,-1 0,1 1,1 0,-1 1,2 0,-1 0,1 1,0 0,1 1,0 0,1 1,0-1,1 1,1 0,-1 1,2-1,0 1,0 0,1 0,1 1,0-1,1 0,1 1,0-1,0 1,1-1,1 0,0 1,1-1,1 0,0 0,0-1,2 1,-1-1,7 9,-2-8,0 0,1-1,1 0,0 0,1-1,0-1,1 0,0-1,0-1,1 0,0 0,0-2,3 1,14 4,1-2,0 0,0-3,1 0,-1-2,2-2,-24 0,1-1,0-1,-1 0,1 0,-1-1,1-1,-1 0,0 0,1-1,-1-1,0 0,-1 0,1-1,-1 0,0-1,0 0,-1-1,1 0,-1 0,-1-1,0 0,0-1,0 1,0-4,-1 0,-1 0,0-1,-1 0,-1 0,0 0,0-1,-2 1,1-1,-2 0,0 0,0 0,-2 1,0-1,0 0,-1 0,-1 1,0-1,-1 1,-3-7,2 4,-2 0,0 0,-1 1,-1 0,0 0,-1 1,-1 0,0 1,0 0,-2 1,1 0,-2 1,1 1,-1 0,-9-4,13 8,-1 1,0 0,0 1,0 0,-1 1,0 0,1 1,-1 1,0-1,0 2,0 0,0 0,0 1,0 0,0 1,1 1,-1 0,1 0,-1 1,1 0,0 1,1 1,-1 0,1 0,0 1,0 0,-6 7,2 0,0 0,1 2,1-1,0 1,1 1,1 0,1 1,0 0,1 0,1 1,1 0,1 0,0 0,2 1,0 0,1-1,1 1,1 0,0 0,4 16,-3-28,1 1,0-1,1 1,0-1,0 0,1-1,0 1,0 0,1-1,0 0,0 0,0 0,1-1,0 0,1 0,-1 0,1-1,0 0,0-1,1 1,0-1,-1-1,1 1,0-1,1-1,-1 1,0-1,3-1,17 5,0-1,1-1,-1-1,1-2,0-1,-1-2,26-4,-42 4,0-1,0 0,0-1,0 0,-1-1,0 0,0-1,0 0,-1-1,0 0,0-1,-1 0,1 0,-2-1,0 0,0-1,0 0,-1 0,-1-1,0 1,0-1,-1-1,2-4,-1 1,0 0,-1 0,-1-1,-1 0,0 0,0 0,-2 0,0 0,-1 0,-1 0,0-1,-1 1,-1 0,0 1,-1-1,-1 0,0 1,-1 0,-1 1,-1-1,0 1,0 0,-1 1,-1 0,0 1,-1 0,-10-8,8 10,0 1,-1 1,0 1,0 0,-1 0,0 2,0 0,-1 0,1 2,-1 0,0 0,0 2,0 0,0 1,0 0,0 1,0 1,1 1,-1 0,-2 2,6-2,-1 1,1 0,-1 1,1 1,1 0,-1 0,1 1,0 1,1-1,0 2,0 0,0 0,1 1,1 0,0 0,0 1,1 0,0 0,1 1,0-1,1 2,1-1,0 0,-2 9,4-10,0 1,1-1,0 1,1 0,0 0,1-1,0 1,1 0,0-1,1 1,0-1,1 0,0 0,1 0,0-1,0 1,2-1,-1 0,1-1,0 0,1 0,0 0,1-1,-1 0,2-1,-1 0,1 0,0-1,0-1,4 2,-4-1,2 0,-1-1,0-1,1 0,0 0,0-1,0-1,1 0,-1-1,0 0,1-1,-1 0,1-1,-1 0,0-1,0 0,0-1,0-1,0 0,0 0,-1-1,0 0,0-1,0-1,-1 0,0 0,0-1,-1 0,0 0,0-1,-1-1,0 1,4-9,-5 5,-1 0,-1-1,0 1,-1-1,0 0,-1 0,-1-1,0 1,-1-1,-1 1,0-7,0 13,-1 0,0 0,0 1,-1-1,0 1,0-1,-1 1,0 0,0 0,-1 0,0 0,0 1,0-1,-1 1,0 0,0 1,-1-1,0 1,1 0,-2 0,1 1,-1-1,-10-2,0 1,0 0,0 2,0-1,-1 2,0 1,1 0,-1 1,0 1,0 1,0 0,0 1,1 1,-1 1,1 0,0 2,0 0,0 0,1 2,0 0,0 1,-1 1,10-6,0-1,1 1,0 0,-1 1,1-1,1 1,-1 0,1 1,0-1,0 1,0 0,1 0,0 1,0 0,1-1,-1 1,2 0,-1 0,1 1,0-1,0 0,1 1,0-1,1 1,-1 0,1-1,1 1,-1-1,2 6,5-2,1 1,-1-2,2 1,0-1,0 0,0 0,1-1,1-1,0 0,0 0,0-1,1 0,0-1,0-1,1 0,0 0,0-1,0-1,0 0,11 0,-3 3,2-1,-1-1,0-1,1-1,0-1,-1-1,1-1,0-1,-1-1,1-1,-1-1,15-6,-31 8,-1 0,0 0,1-1,-1 1,0-1,-1-1,1 1,-1-1,0 1,0-1,0 0,-1-1,1 1,-1-1,-1 1,1-1,-1 0,0 0,0 0,-1 0,1 0,-1-1,-1 1,1 0,-1-1,-1 0,1-3,0 0,-2 1,1-1,-1 0,0 1,-1 0,0-1,-1 1,0 0,0 1,-1-1,0 1,0 0,-1 0,0 0,-5-4,0 3,-1 1,1 0,-1 1,-1 0,0 1,0 1,0 0,0 0,-1 1,0 1,1 0,-1 1,0 1,-1 0,1 1,0 0,0 1,0 1,0 0,0 1,1 0,-1 1,1 1,-1 0,2 1,-1 0,-1 2,8-5,0 1,-1-1,1 1,0 1,1-1,-1 1,1 0,0 1,0-1,1 1,0 0,0 0,0 0,0 1,1-1,0 1,1 0,-1-1,1 1,1 1,-1-1,1 0,1 0,-1 0,1 1,0-1,1 0,0 1,0-1,0 0,1 0,0 0,1 0,-1 0,1-1,2 3,5 3,1-2,1 1,0-1,0-1,1 0,0-1,0-1,1 0,0 0,0-2,1 1,-1-2,1 0,0-1,1 0,-1-1,0-1,1-1,-1 0,0-1,5-1,-10 2,-1-1,1 0,0-1,-1 0,1-1,-1 0,0 0,0-1,0 0,0-1,-1 0,0 0,0-1,0 0,-1 0,0-1,0 0,0 0,-1-1,0 0,0 0,-1 0,0-1,-1 1,0-1,0 0,-1 0,0-1,-1 1,0-1,0 1,-1-4,0 0,0 0,-2 0,1 0,-2-1,0 1,0 1,-1-1,-1 0,0 1,-1-1,0 1,-1 0,0 1,-1 0,0 0,-1 0,0 1,-1 0,0 0,0 1,-1 0,0 1,-1 0,0 1,0 0,-1 0,1 2,-1-1,-1 1,1 1,-1 0,0 1,1 1,-1-1,-1 2,1 0,0 1,0 0,0 1,0 0,0 1,-6 2,8-1,0 1,0 0,1 1,0 0,0 0,0 1,0 0,1 1,0 0,1 1,-1 0,1 0,1 1,0-1,0 2,1-1,0 1,0 0,1 0,1 1,0-1,0 1,1 0,0 0,1 0,0 1,1-1,0 0,1 1,0-1,1 1,0-1,1 0,0 0,1 1,0-2,4 11,2-9,0 1,0-1,1-1,0 1,1-2,0 0,1 0,0-1,1 0,0-1,0-1,1 0,0-1,0 0,0-1,1 0,-1-2,1 1,0-2,1 0,-1-1,0 0,0-2,0 1,1-2,-1 0,14-4,-19 3,0 0,0-1,0 0,-1-1,0 0,0 0,0-1,0 0,-1-1,0 0,0 0,-1 0,0-1,0 0,-1-1,0 0,0 0,-1 0,0 0,-1-1,0 0,0 0,-1 0,-1 0,0 0,0-1,-1 1,0-1,-1-8,0 13,0 1,-1-1,0 1,0-1,-1 1,0 0,0 0,0-1,0 1,-1 0,0 1,0-1,0 0,0 1,-1 0,0 0,0 0,0 0,0 1,-1-1,1 1,-1 0,0 0,0 1,0-1,0 1,0 0,-1 1,1-1,-4 1,-5-2,1 1,-1 1,0 0,0 1,0 0,0 2,0-1,1 1,-1 1,1 1,-12 4,13-4,1 0,1 0,-1 2,1-1,-1 1,2 1,-1 0,1 0,0 1,0 0,1 0,0 1,1 0,0 1,0-1,1 1,0 1,1-1,0 1,-1 5,5-11,0-1,1 0,0 1,0-1,0 1,0-1,1 0,0 1,-1-1,2 0,-1 0,0 0,1 0,0 0,0 0,0 0,0 0,1-1,0 1,-1-1,1 1,0-1,1 0,-1-1,1 1,-1 0,1-1,0 0,-1 0,1 0,3 1,6 2,1 0,-1 0,1-1,-1-1,1 0,0-1,1-1,-1 0,5-1,-10 0,-1 0,1 0,0-1,-1 0,1-1,-1 1,1-2,-1 1,0-1,0-1,0 1,0-1,-1-1,0 1,1-1,-2-1,1 1,-1-1,1 0,-2-1,1 1,4-8,-9 12,0 0,-1 0,1-1,0 1,-1-1,0 1,1-1,-1 1,0 0,0-1,-1 1,1-1,0 1,-1-1,1 1,-1 0,0-1,0 1,0 0,0 0,0-1,-1 1,1 0,0 0,-1 0,0 1,1-1,-1 0,0 1,0-1,0 1,0-1,-2 0,-78-30,66 28,1 1,-1 1,1 0,-1 1,0 0,1 2,-1 0,0 0,1 2,-1 0,1 0,-13 6,27-9,-1 1,1-1,-1 0,1 1,0 0,-1-1,1 1,0 0,0 0,-1 0,1 0,0 0,0 0,0 0,0 0,0 0,0 0,1 1,-1-1,0 0,1 0,-1 1,0-1,1 1,0-1,-1 1,1-1,0 1,0-1,0 0,0 1,0-1,0 1,0-1,0 1,1-1,-1 1,0-1,1 1,0-1,-1 0,1 1,0-1,-1 0,1 0,0 1,0-1,0 0,0 0,0 0,0 0,1 0,-1 0,14 7,0 0,1-1,0-1,0 0,0-1,0-1,1 0,0-1,0-1,0-1,2 0,62-8,-79 6,1 1,0-1,-1 0,1 0,-1 0,0 0,1 0,-1 0,0-1,0 1,0-1,0 0,0 0,0 0,0 0,0 0,-1 0,1 0,-1 0,1-1,-1 1,0 0,0-1,0 1,-1-1,1 1,0-1,-1 0,0 0,0-1,0 0,-1 1,1-1,-1 0,0 0,-1 1,1-1,-1 0,1 1,-1 0,0-1,0 1,-1 0,1 0,-1 0,1 0,-1 0,0 1,0-1,0 1,0 0,-3-1,-79-35,76 34,0 2,-1-1,1 1,-1 1,0-1,1 2,-1-1,0 2,0-1,1 1,-1 1,-4 0,13-1,-1-1,1 1,-1 0,1-1,0 1,0 0,-1 0,1 0,0 0,0 0,0 0,0 0,0 0,0 0,0 0,0 1,1-1,-1 0,0 1,1-1,-1 0,1 1,-1-1,1 1,0-1,0 1,-1-1,1 1,0-1,0 1,1-1,-1 1,0-1,0 1,1-1,-1 0,1 1,-1-1,1 1,0-1,-1 0,1 0,0 1,1 0,44 50,-43-49,0 0,0 0,1 0,-1 0,1-1,0 0,0 0,0 0,0 0,0-1,0 1,0-1,0 0,1 0,-1-1,1 1,-1-1,0 0,1 0,2-1,0-1</inkml:trace>
</inkml:ink>
</file>

<file path=ppt/ink/ink5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4-05T06:33:15.794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0 44,'0'-5,"0"-3,0-3,3 0,0 3</inkml:trace>
</inkml:ink>
</file>

<file path=ppt/ink/ink5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4-05T06:33:24.374"/>
    </inkml:context>
    <inkml:brush xml:id="br0">
      <inkml:brushProperty name="width" value="0.1" units="cm"/>
      <inkml:brushProperty name="height" value="0.1" units="cm"/>
      <inkml:brushProperty name="color" value="#33CCFF"/>
      <inkml:brushProperty name="ignorePressure" value="1"/>
    </inkml:brush>
  </inkml:definitions>
  <inkml:trace contextRef="#ctx0" brushRef="#br0">3507 6578,'-21'-16,"0"1,-1 2,-1 0,0 1,-1 1,-20-6,34 14,0 0,0 1,0 0,0 1,-1 0,1 0,0 1,-1 1,1-1,0 2,-1-1,1 2,0-1,0 1,1 1,-1 0,0 0,-3 3,-9 6,1 1,0 0,1 2,1 1,0 0,1 1,1 1,0 2,10-13,1 1,0 1,1-1,0 1,0 0,1 0,0 0,1 1,0-1,0 1,1 0,1 0,0-1,1 1,0 0,0 0,1 0,0 0,3 9,1-3,0 0,2-1,-1 1,2-1,0 0,1-1,1 0,0-1,1 0,0 0,1-1,1-1,0 0,1 0,-1-4,0 0,0-1,1-1,0 0,0-1,1 0,-1-1,1-1,0 0,0-1,0-1,0 0,1-1,-1 0,0-2,0 0,0 0,0-1,0-1,-1-1,0 0,0-1,0 0,0-1,-1 0,0-2,-1 1,0-1,0-1,-1 0,4-5,-7 2,-1 0,0 0,-1-1,-1 0,0 0,-1 0,0-1,-1 0,-1 1,0-1,-1 0,-1 0,0 0,-1 0,-3-13,4 12,-1 0,-1 0,0 0,-2 0,1 1,-2-1,0 1,-1 0,0 0,-1 1,-1 0,0 0,-1 1,-1 0,0 0,0 1,-1 0,-6-4,11 13,0 0,0 0,0 1,-1 0,1 0,0 0,-1 1,1-1,-1 2,0-1,1 1,-1 0,1 0,-1 1,0 0,1 0,-1 0,1 1,0 0,-1 1,1-1,-16 3,12-4</inkml:trace>
  <inkml:trace contextRef="#ctx0" brushRef="#br0" timeOffset="3706.087">3467 6779,'0'-1,"0"-1,0 1,1-1,-1 1,0 0,1-1,0 1,-1 0,1 0,0-1,-1 1,1 0,0 0,0 0,0 0,0 0,0 0,0 0,0 0,0 0,0 1,1-1,-1 0,0 1,1-1,-1 1,0-1,1 1,-1 0,1-1,27-13,-2-2,0-1,-1-1,0-1,-2-1,0-1,-2-1,0-2,-2 0,0-1,-2-1,-1 0,-1-2,4-8,156-309,-58 105,-10-4,-10-5,-12-4,30-161,-73 204,-8-1,-10-2,-8-14,-13-612,-4 829,-2-162,-8 1,-7 0,-7 1,-8 2,-52-161,62 262,-2 2,-4 1,-2 1,-3 1,-3 2,-2 2,-3 1,-2 2,-3 2,-1 2,-3 2,-2 3,-55-38,93 73,-1 1,-1 0,0 1,0 0,-1 1,0 1,-1 1,1 1,-1 0,0 1,0 1,-1 0,1 2,-5 0,-86-10,48 0,-20-2,-1-4,2-4,-3-4,34 11,-64-45,56 24,48 30,1 0,0 0,0-1,0-1,0 1,1-1,0 0,1-1,-5-6,-49-43,60 57,0 0,0 0,1 0,-1 0,0 0,0 1,1-1,-1 0,0 0,0 0,1 0,-1 0,0 0,0 0,1 0,-1 0,0-1,0 1,1 0,-1 0,0 0,0 0,1 0,-1 0,0 0,0-1,0 1,1 0,-1 0,0 0,0 0,0-1,0 1,1 0,-1 0,0 0,0-1,0 1,0 0,0 0,0-1,0 1,0 0,0 0,0-1,0 1,0 0,0 0,0-1,28 7,35 8,1-2,0-2,57-1,-55-1,-84-4,-272 23,278-27,10-1,0 1,1 0,-1 0,0-1,1 1,-1 0,0 1,0-1,1 0,-1 0,0 1,0-1,1 1,-1-1,1 1,-1 0,0 0,1-1,0 1,-1 0,1 0,-1 1,1-1,0 0,0 0,0 1,0-1,0 1,0-1,0 1,-1 1,1 11,1 1,0-1,1 1,1-1,0 1,1-1,0 0,1 0,1 0,0 0,1-1,0 0,1 0,7 10,97 134,-110-156,-1 0,0-1,0 1,0 0,1 0,-1 0,0 0,0-1,1 1,-1 0,1 0,-1-1,1 1,-1 0,1-1,-1 1,1 0,0-1,-1 1,1-1,0 1,0-1,-1 1,1-1,0 0,0 1,0-1,-1 0,1 0,0 0,0 1,0-1,0 0,0 0,-1 0,1 0,0 0,0-1,0 1,0 0,0 0,-1 0,1-1,0 1,0-1,0 1,-1 0,1-1,0 1,0-1,1-124,-4 75,0 23,2-1,0 0,2 1,1-1,2-6,-3 31,0 1,0-1,0 1,0 0,0-1,0 1,1 0,-1 0,1 0,-1 1,1-1,0 1,0-1,-1 1,1 0,0 0,0 0,0 1,0-1,0 1,1-1,-1 1,0 0,0 0,0 1,0-1,0 1,0-1,0 1,0 0,2 1,12-1,34-5,-68-10,-215-51,201 53,55 10,29 11,0 2,0 2,-1 3,33 15,-61-13,-24-17,0 0,0-1,0 1,0 0,0-1,0 1,0 0,0-1,0 1,-1 0,1-1,0 1,0-1,-1 1,1 0,0-1,-1 1,1-1,0 1,-1-1,1 1,-1-1,1 1,-1-1,1 1,-1-1,1 0,-1 1,0-1,1 0,-1 0,1 1,-1-1,0 0,1 0,-1 0,0 0,1 0,-1 0,0 0,1 0,-1 0,-136 19,109-15,8-2,0 1,0 1,1 1,-1 0,1 1,-1 2,18-7,0 0,0 0,0 0,0 0,0 0,0 1,1-1,-1 1,0-1,1 1,-1 0,1-1,0 1,-1 0,1 0,0 0,0 0,0 0,1 0,-1 0,0 1,1-1,-1 0,1 0,0 1,0-1,0 0,0 0,0 1,0-1,1 0,-1 0,1 0,-1 1,1-1,1 2,0 2,1-1,0 1,0 0,1-1,0 0,0 1,0-2,1 1,-1 0,1-1,0 0,2 1,11 5,-1-2,1 0,0-1,1-1,0 0,0-2,0 0,0-1,0-1,1-1,1-1,-18 0,0 0,1 0,-1 0,0 0,0-1,0 0,1 1,-1-1,0 0,0-1,0 1,0 0,-1-1,1 0,0 0,-1 1,1-2,-1 1,1 0,-1 0,0-1,0 1,0-1,0 0,-1 1,1-1,-1 0,0 0,1 0,-1 0,0-1,12-27,-1-1,-1-1,-1 0,-2 0,-2-1,2-25,-13 7,-1 75,5 101,1-123,0 0,0 0,0 0,-1 0,1 0,0 0,0 0,-1 0,1 0,0 0,-1 0,1-1,-1 1,1 0,-1 0,1 0,-1 0,0-1,1 1,-1 0,0 0,0-1,0 1,1-1,-1 1,0-1,0 1,0-1,0 1,0-1,0 0,0 0,0 1,0-1,0 0,0 0,0 0,0 0,0 0,0 0,0 0,0-1,0 1,0 0,0-1,0 1,0 0,0-1,0 1,0-1,1 1,-1-1,0 0,0 0,-42-1,18 16,-1 5</inkml:trace>
  <inkml:trace contextRef="#ctx0" brushRef="#br0" timeOffset="10131.694">1836 255,'-38'-24,"-1"2,-1 1,0 3,-15-4,-5 4,0 2,-1 3,-26-1,41 7,-587-63,614 69,-19-4,0 3,0 1,-1 2,1 1,0 2,0 2,1 1,-1 2,2 2,-1 1,2 2,-17 9,45-19,-1 0,1 1,-1 0,1 0,1 0,-1 1,1 0,0 0,0 1,1 0,0 0,0 0,1 0,-1 1,2 0,-1 0,1 0,0 0,1 0,-1 7,1-3,0 0,1 1,1-1,0 0,1 1,0-1,1 1,0-1,1 0,0 0,1 0,0-1,1 1,0-1,1 0,1-1,-1 1,2-1,-1 0,1-1,1 0,0 0,0-1,1 0,34 23,2-2,1-3,1-1,2-3,0-2,6 0,-42-15,95 38,1-6,3-4,0-6,18-1,33-8,1-7,1-7,17-8,-104 2,-1-4,1-3,-2-3,1-4,31-13,-90 23,-1-2,1 0,-2-1,1-1,-1-1,-1 0,0-1,0-1,-1 0,2-5,-9 11,-1-1,-1 0,1-1,-2 1,1-1,-1 0,0-1,-1 1,0-1,-1 0,0 0,0 0,-1 0,0-1,-1 1,0-1,-1 1,0 0,-1-1,0-2,-4-2,-1 0,-1 1,0 0,-1 0,0 1,-1 0,-1 0,0 1,0 0,-1 1,-1 0,0 1,-1 0,1 1,-2 0,1 1,-1 1,-1 0,1 1,-6-1,-56-19,-1 3,-1 4,-1 3,0 3,-1 4,-35 3,107 5,-204-14</inkml:trace>
  <inkml:trace contextRef="#ctx0" brushRef="#br0" timeOffset="19383.498">807 6258,'-27'-23,"18"14,-1 1,0 0,0 0,-1 1,0 0,0 1,-1 0,0 1,0 0,-12-2,-16 1,1 2,0 2,-1 1,1 3,-38 5,64-6,-1 1,1 0,0 1,0 1,0 0,1 0,-6 4,14-6,0 0,0 1,0-1,1 1,-1 0,1 0,-1 0,1 1,0-1,0 1,1 0,-1 0,1 0,-1 0,1 0,1 0,-1 0,1 1,-1-1,1 1,0-1,0 5,1-2,0 0,0 0,1 0,0 0,0 0,0-1,1 1,0 0,0 0,1-1,0 0,0 1,0-1,1 0,0-1,0 1,1-1,-1 1,1-1,0-1,1 1,-1-1,3 2,11 7,-1-2,2 0,-1-1,2-1,-1 0,19 4,66 11,1-4,0-5,2-4,-1-6,71-5,787-2,-964 2,1 1,0-1,-1 0,1 0,0 1,0-1,-1 0,1-1,0 1,0 0,-1 0,1-1,0 1,-1-1,1 1,-1-1,1 0,0 0,-1 1,0-1,1 0,-1-1,1 1,-1 0,0 0,0 0,0-1,0 1,0-1,0 1,0-1,0 1,0-1,-1 1,1-1,-1 0,1 1,-1-1,0 0,1 1,-1-1,0 0,0 0,0 1,-1-1,1 0,0 0,-1 1,1-1,-1 0,-1-3,-1 0,0 0,-1 1,1-1,-1 1,1-1,-2 1,1 1,0-1,-1 0,1 1,-1 0,0 0,0 1,-3-2,-9-6,-114-70,-3 6,-3 5,-3 7,-3 6,-2 6,-97-18,160 48,0 4,0 4,-2 3,1 4,-1 3,-64 8,127-5,1 2,-1 0,1 1,-1 1,1 0,1 2,-1 0,1 2,1 0,-1 1,1 0,1 2,0 0,1 1,0 1,-8 10,-6 19</inkml:trace>
  <inkml:trace contextRef="#ctx0" brushRef="#br0" timeOffset="24079.272">258 6698,'-10'0,"0"0,0 1,0 0,0 1,0 0,0 0,1 1,-1 0,1 1,0 0,0 1,0 0,0 0,1 0,0 1,0 1,0-1,1 1,0 1,1-1,-1 1,1 0,1 1,0 0,0-1,1 1,0 1,0-1,1 1,0-1,1 1,0 0,0 0,1 3,2-6,0 0,1 0,0 0,0 0,1 0,0 0,0-1,1 1,-1-1,2 0,-1 0,0 0,1-1,0 1,0-1,6 3,100 64,-87-61,0-1,2-1,-1-1,1-2,0 0,0-2,1-1,-1-1,23-1,485 5,-331 0,126-15,251 4,-339-22,-218 23,-1-1,0-2,0 0,-1-1,0-1,0-1,-1 0,0-2,15-12,-30 21,0 0,0 0,-1-1,0 0,1 0,-1 0,-1 0,1 0,-1-1,1 0,-1 1,-1-1,1 0,-1-1,0 1,0 0,0-1,-1 1,1-1,-2 1,1-1,0 0,-1-3,0 3,1 0,0 0,-1 1,0-1,0 0,0 1,-1-1,1 0,-1 1,-1-1,1 0,-1 1,0 0,0-1,-1 1,1 0,-1 0,0 0,-1 1,-3-5,-9-2,0 0,0 1,-2 1,1 0,-1 2,0 0,0 1,-1 1,0 0,-11 0,17 2,-77-18,-2 4,0 4,0 4,-9 4,-573 7,257 10,268-7,1 7,0 7,2 6,-22 11,97-10,71-26,1 0,-1 0,1-1,-1 1,1 0,-1 0,1 0,-1 0,1 0,-1 0,1 0,-1 0,1 1,-1-1,1 0,-1 0,1 0,-1 0,1 1,-1-1,1 0,-1 0,0 1,1-1,-1 0,0 1,1-1,-1 0,0 1,1-1,-1 1,0-1,1 0,-1 1,0-1,0 1,0-1,0 1,1-1,-1 1,0-1,0 1,0-1,0 1,0-1,0 1,0-1,0 1,0-1,-1 1,1-1,0 1,0-1,0 1,-1-1,1 0,0 1,0-1,-1 1,1-1,0 0,-1 1,1-1,0 0,-1 1,1-1,70 6,-27-5</inkml:trace>
  <inkml:trace contextRef="#ctx0" brushRef="#br0" timeOffset="35049.753">2973 7314,'-11'18,"1"1,1 1,1-1,1 1,1 1,0-1,2 1,0 0,2 1,0-1,1 0,2 15,0-27,0-1,1 0,-1 0,2 0,-1 0,1 0,0-1,1 1,0-1,0 0,1 0,0 0,0-1,0 1,1-1,0-1,0 1,0-1,1 0,0 0,0-1,0 0,0 0,1-1,0 0,0 0,-1-1,1 0,8 1,3 0,-1-1,1-1,0 0,-1-2,1 0,0-1,-1-1,0-1,1 0,-1-1,-1-1,1-1,-1-1,-1 0,1-1,-1-1,-1 0,0-1,0-1,-1 0,-1-1,0-1,7-9,-14 16,0 0,-1 0,0 0,-1-1,1 1,-1-1,-1 0,0 0,0 0,0-1,-1 1,0-1,-1 1,0-1,0 0,-1 0,0 1,-1-1,0 0,0 1,0-1,-1 1,-1-1,0 1,0 0,0 0,-1 0,0 0,-1 1,1-1,-5-3,-5-3,0 1,-1 0,-1 2,0-1,0 2,-1 0,0 1,-1 1,0 1,0 0,-1 1,0 1,0 1,0 1,0 0,-1 2,1 0,-1 1,1 1,-12 2,17-1,1 1,0 1,0 0,0 1,0 0,1 1,-12 7,-16 14</inkml:trace>
  <inkml:trace contextRef="#ctx0" brushRef="#br0" timeOffset="35539.406">3133 7889,'-13'-12,"-1"1,0 0,-1 1,0 1,0 0,-1 1,-1 1,1 1,-12-3,21 7,1 0,0 1,0 0,-1 0,1 1,-1 0,1 0,-1 0,1 1,0 0,-1 0,1 1,0-1,0 1,0 1,0-1,0 1,1 0,-1 0,1 1,0 0,0 0,0 0,0 1,1-1,-1 1,-2 4,0 4,0 0,1 0,0 1,1-1,1 1,0 0,1 1,0-1,1 0,1 1,1 0,0-1,0 1,1-1,1 1,1-1,0 0,1 0,0 0,1 0,1 0,0-1,1 0,2 3,-1-3,0-1,0-1,2 0,-1 0,1-1,0 0,1 0,1-1,-1-1,1 0,1-1,-1 0,1-1,0 0,1-1,-1 0,1-1,0-1,0 0,1-1,-1-1,0 0,1 0,-1-2,0 0,1-1,-1 0,0-1,0 0,0-1,-1-1,1 0,-1-1,0-1,5-3,-6 1,-1-1,0-1,-1 1,0-2,-1 1,0-1,-1-1,0 1,-1-1,0-1,-1 1,-1-1,0 0,-1-1,0 1,-2-1,1 0,-2 1,0-1,0 0,-2 0,0 0,0 0,-2 0,0 1,0-1,-1 1,-1 0,-1 0,0 0,0 1,-1 0,-1 0,0 1,-1 0,0 0,-1 1,-1 0,1 1,-4-2,5 5,-1 0,1 0,-2 1,1 0,-1 1,0 0,0 0,0 1,-1 1,1 0,-1 1,0 0,0 0,0 2,0-1,0 1,0 1,0 0,1 1,-1 0,0 1,1 0,-1 1,1 1,0-1,0 2,1-1,0 1,0 1,0 0,0 0,1 1,-3 4,-1 4,1-1,1 1,0 1,1 0,1 0,0 1,2 0,0 1,1 0,1 0,-1 6,-7 48</inkml:trace>
  <inkml:trace contextRef="#ctx0" brushRef="#br0" timeOffset="35906.464">3119 8490,'-5'-7,"0"1,0 0,0 1,-1-1,0 1,0 0,0 0,-1 1,0 0,0 0,0 1,0-1,-1 1,5 2,0 0,0 0,-1 1,1-1,0 1,-1-1,1 1,-1 0,1 0,0 1,-1-1,1 1,0 0,-1-1,1 2,0-1,0 0,0 0,0 1,0 0,0 0,0 0,0 0,1 0,-1 0,1 1,0-1,0 1,-1-1,0 4,-2 1,1 0,0 1,1 0,-1 0,2 0,-1 0,1 1,0-1,1 0,0 1,0 0,1-1,0 1,0-1,1 1,0-1,1 1,0-1,0 1,1-1,0 0,0 0,4 5,0 1,1 0,1 0,0-1,1 0,0 0,1-2,1 1,0-1,0-1,1 0,0-1,5 3,-7-5,0-1,1 0,-1 0,1-1,0 0,1-2,-1 1,1-1,0-1,-1 0,1-1,0 0,0-1,0-1,0 0,0 0,0-1,-1-1,1 0,-1-1,0 0,0-1,0-1,0 0,-1 0,0-1,0 0,-1-1,0 0,0-1,2-3,-2-2,-1-1,0 0,-1 0,-1-1,0 0,-1 0,-1 0,0-1,-1 0,-1 0,-1 0,-1 0,0-1,-1 1,0 0,-2 0,0 0,-1-1,-1 2,0-1,-1 0,-1 1,-1 0,-3-7,5 15,1 0,-1 1,-1-1,1 1,-1 0,-1 1,1-1,-1 1,0 1,0-1,-1 1,0 0,0 1,0 0,0 0,0 1,-1 0,0 0,0 1,1 0,-1 1,0 0,-1 0,1 1,-4 0,-14 6,1 1,0 2,0 0,1 1,0 2,1 0,0 2,1 1,1 0,0 2,1 1,-18 19,-71 62</inkml:trace>
  <inkml:trace contextRef="#ctx0" brushRef="#br0" timeOffset="54884.397">3761 6658,'28'-16,"0"0,-1-2,0-1,-2-1,0-1,-2-2,0 0,8-13,32-44,-4-3,-1-5,-35 52,103-162,-8-5,-10-6,-8-4,-10-4,-10-4,1-38,-7-45,-14-3,-13-3,-14-1,-13-1,-14-1,-14 1,-16-30,7 168,-8 2,-8 0,-19-44,28 134,-3 2,-4 1,-3 2,-3 1,-4 2,-3 2,-42-52,57 84,-2 1,-1 2,-2 1,-2 2,-1 1,-1 2,-2 2,-1 1,-1 3,-1 1,-2 2,0 2,-1 2,0 2,-46-9,-1 14,0 4,0 5,-57 6,32-1,-19-2,37-27,-129 26,217-3,3 0</inkml:trace>
  <inkml:trace contextRef="#ctx0" brushRef="#br0" timeOffset="68114.839">3333 7299,'-83'-94,"78"88,0 0,-1 1,0 0,0 0,0 1,0-1,-1 1,1 1,-1-1,0 1,0 0,-1 1,1 0,-1 0,1 0,-1 1,1 0,-1 1,0 0,1 0,-1 0,1 1,-1 0,0 1,-5 1,1 0,-1 1,1 0,0 0,1 1,-1 1,1 0,0 1,0 0,1 0,0 1,0 1,1 0,0 0,1 1,-2 2,-9 19,2 2,2 0,0 0,3 1,0 2,7-24,2 1,-1-1,1 1,1 0,0 0,1 0,1 0,0 0,0 0,1-1,2 10,-1-17,0 1,1 0,0-1,0 1,0-1,0 0,1 0,0 0,0-1,0 1,1-1,-1 0,1 0,0 0,0-1,0 0,1 0,-1 0,1-1,0 1,0-1,0-1,2 1,12 3,1-1,0-1,0-1,0-1,0-1,5-1,-19 1,0-1,0 1,0-1,0-1,0 1,0-1,0 0,-1-1,1 0,0 0,-1 0,0-1,0 0,0 0,0 0,-1-1,0 0,0 0,0 0,0-1,-1 1,0-1,0 0,-1-1,0 1,0-1,1-1,5-22,-1 0,-2 0,0 0,-2-1,-2 0,0-7,-2 30,0 3,2-2,-1 1,0-1,0 0,-1 0,0 0,0 0,0 0,-1 0,0 0,-1 1,0-1,0 0,0 1,0-1,-1 1,0 0,-1 0,0 0,1 0,-2 1,1-1,-1 1,-1-1,-7-1,0 1,-1 0,1 1,-1 0,-1 1,1 1,-1 0,1 1,-1 0,1 2,-1-1,-4 2,-22-2,0 2,1 1,-36 7,62-6,0 0,0 0,0 1,0 1,1 1,0 0,0 0,0 1,1 1,0 0,0 1,-5 5,-10 17</inkml:trace>
  <inkml:trace contextRef="#ctx0" brushRef="#br0" timeOffset="68718.225">3213 7874,'-11'-12,"0"1,-1-1,-1 2,0 0,0 0,-1 1,0 1,0 0,-1 1,0 1,-1 0,1 1,-1 0,0 2,0 0,0 0,-1 2,1 0,-1 1,1 0,0 2,-1 0,1 0,-13 5,20-4,1 1,0 0,0 1,0-1,0 1,1 1,0 0,0 0,0 0,1 1,0-1,0 2,1-1,0 1,0-1,1 1,0 1,0-1,1 1,0-1,0 1,1 0,0 0,0 3,0 4,1 0,0 0,1-1,1 1,0 0,1 0,1 0,0-1,1 1,1-1,0 0,1 0,6 9,-7-15,0 1,0-2,1 1,1-1,-1 0,1 0,0 0,1-1,0-1,0 1,0-1,1 0,0-1,0 0,1-1,-1 1,1-2,0 0,0 0,0 0,0-1,0-1,1 0,9 0,1-4,-1 0,1-1,-1-1,0-1,0-1,-1-1,1-1,-2 0,0-1,0-1,0-1,-2-1,1 0,-2-1,0 0,0-2,-2 1,0-2,-1 0,1-2,-4 6,0 0,-1-1,-1 0,0-1,-1 0,0 0,-1 0,-1 0,1-11,-4 19,0 0,0-1,-1 1,0 0,-1-1,1 1,-1 0,-1-1,1 1,-1 0,-1 0,1 0,-1 0,-1 1,1-1,-1 1,0-1,0 1,-1 1,0-1,-4-3,-4 0,0 0,0 1,-1 1,-1 0,1 1,-1 1,0 0,0 1,-1 1,1 0,-1 1,1 0,-1 1,0 1,0 1,1 0,-1 1,1 1,-1 0,1 1,0 1,0 0,0 1,-8 6,13-7,1 0,0 1,1 0,-1 1,1 0,1 0,-1 0,1 1,1 0,-1 1,1 0,1 0,-1 0,2 0,-1 1,1 0,0 4,-12 41</inkml:trace>
  <inkml:trace contextRef="#ctx0" brushRef="#br0" timeOffset="69174.006">3133 8249,'-12'-2,"0"0,0 1,-1 1,1 0,0 0,0 1,-1 0,1 1,0 1,0 0,1 1,-1 0,1 0,-1 2,2-1,-1 1,0 1,-7 6,5 1,1-1,1 2,1 0,0 0,0 1,2 0,0 0,1 1,0 0,2 1,0-1,1 1,0 0,2 0,0 1,1-1,1 0,1 0,0 1,1-1,5 16,-3-15,1-1,0 0,2-1,0 1,1-1,0-1,2 1,0-1,1-1,0 0,1-1,1 0,4 3,-9-9,0-1,1 0,0 0,0-1,1 0,0-1,0 0,0 0,1-1,-1 0,1-1,0 0,0-1,0 0,1-1,-1 0,0-1,0 0,1-1,-1 0,0-1,8-2,-4-1,0-1,0 0,-1-1,0-1,0 0,0-1,-1 0,-1-1,0-1,0 0,-1 0,0-1,-1-1,1-1,7-11,-2-1,0-1,-2 0,0-1,-2-1,7-26,-12 32,-1 0,-1 0,-1 0,-1-1,-1 0,-2 1,-1-20,1 35,-1 1,1 0,-2 0,1-1,-1 1,0 0,-1 0,1 0,-1 1,-1-1,1 1,-1-1,0 1,-1 0,0 1,0-1,0 1,0 0,-1 0,0 1,0-1,0 1,0 0,-1 1,1 0,-6-2,-4 2,1 1,0 0,0 2,-1-1,1 2,0 0,-1 1,1 0,0 1,0 1,0 1,1 0,0 1,0 0,0 1,1 0,0 2,-3 1,-17 12,0 1,2 2,1 1,1 2,-12 14,-37 49</inkml:trace>
  <inkml:trace contextRef="#ctx0" brushRef="#br0" timeOffset="69753.471">3280 9305,'-5'23,"-1"19,3 10,8 10,13 1,12-1,10-6,8-5,2-7,-1-6,-4-7,-4-7,-8-7,-9-12,-9-6</inkml:trace>
  <inkml:trace contextRef="#ctx0" brushRef="#br0" timeOffset="70038.705">3721 9292,'-18'0,"-13"7,-10 11,-10 14,-5 15,-2 14,2 7,3 3,7 0,6-4,6-7,4-8,7-14</inkml:trace>
  <inkml:trace contextRef="#ctx0" brushRef="#br0" timeOffset="70307.995">2906 9733,'20'-2,"26"-1,24-2,24-5,18-3,14-2,2 0,-4 0,-11 1,-26 1</inkml:trace>
</inkml:ink>
</file>

<file path=ppt/ink/ink5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4-05T06:36:45.283"/>
    </inkml:context>
    <inkml:brush xml:id="br0">
      <inkml:brushProperty name="width" value="0.1" units="cm"/>
      <inkml:brushProperty name="height" value="0.1" units="cm"/>
      <inkml:brushProperty name="color" value="#33CCFF"/>
      <inkml:brushProperty name="ignorePressure" value="1"/>
    </inkml:brush>
  </inkml:definitions>
  <inkml:trace contextRef="#ctx0" brushRef="#br0">0 188,'73'-9,"502"-47,262 19,1045 3,-1706 30,24-9,-140-6,-59 7,-8 9</inkml:trace>
</inkml:ink>
</file>

<file path=ppt/ink/ink5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4-05T06:36:42.244"/>
    </inkml:context>
    <inkml:brush xml:id="br0">
      <inkml:brushProperty name="width" value="0.1" units="cm"/>
      <inkml:brushProperty name="height" value="0.1" units="cm"/>
      <inkml:brushProperty name="color" value="#33CCFF"/>
      <inkml:brushProperty name="ignorePressure" value="1"/>
    </inkml:brush>
  </inkml:definitions>
  <inkml:trace contextRef="#ctx0" brushRef="#br0">94 126,'-3'19,"0"14,1 11,-1 10,4 4,3 0,1-6,0-8,-5-10,-4-11</inkml:trace>
  <inkml:trace contextRef="#ctx0" brushRef="#br0" timeOffset="362.113">1 100,'6'-8,"1"-1,1 1,0 1,0 0,0 0,1 0,0 1,0 0,0 1,1 0,0 1,0 0,0 0,1 1,-1 0,1 1,0 0,-1 1,1 0,0 1,0 0,0 0,0 1,-1 1,1 0,0 0,6 3,-10-2,1 1,-1-1,0 1,0 0,-1 1,1 0,-1 0,0 0,0 1,-1 0,1 0,-1 0,0 2,-3-5,0 0,0 0,-1 0,1 0,-1 0,0 1,0-1,0 0,0 1,-1-1,1 1,-1-1,0 1,0-1,0 1,-1-1,1 1,-1-1,0 0,0 1,0-1,0 0,0 0,-1 1,1-1,-1 0,0-1,0 1,0 0,-1 0,0 0,-13 10,-2-1,1 0,-1-1,-1-2,0 1,0-2,-1-1,0 0,0-2,0 0,-1-1,-12 0,17-1,-34 13,50-15,0 1,0 0,0 0,1 0,-1-1,0 1,1 0,-1-1,1 1,0 0,0-1,-1 1,1-1,0 1,0-1,0 1,1-1,-1 0,0 0,0 1,1-1,-1 0,1 0,-1 0,1-1,-1 1,1 0,2 2,43 31,1-2,1-2,1-2,2-3,19 6,-58-24,0-1,0 0,1-1,0-1,0 0,0-1,1 0,-1-1,1-1,0 0,-1-1,13-1,0-7</inkml:trace>
  <inkml:trace contextRef="#ctx0" brushRef="#br0" timeOffset="617.433">776 87,'-10'18,"0"1,2 0,0 0,1 1,2 0,0 1,0-1,2 1,1-1,1 1,0 0,1 0,2 0,0 0,-1 2,1 1,2-1,0 1,1-1,3 4,-6-20,0-1,1 1,0-1,0 0,0 0,1-1,0 1,0-1,1 1,-1-1,1-1,0 1,0-1,1 1,-1-2,1 1,0-1,0 1,0-2,3 2,0-1,1-1,0 0,-1-1,1 1,0-2,0 0,0 0,0-1,-1 0,1 0,0-1,-1-1,1 1,-1-1,0-1,6-3,18-10</inkml:trace>
  <inkml:trace contextRef="#ctx0" brushRef="#br0" timeOffset="900.758">628 381,'25'0,"22"-2,17-1,8 0,4-2,-4 0,-10-1,-16 0</inkml:trace>
  <inkml:trace contextRef="#ctx0" brushRef="#br0" timeOffset="1184.043">735 113,'14'0,"22"2,26 1,25 0,18 2,12 0,-14-1</inkml:trace>
  <inkml:trace contextRef="#ctx0" brushRef="#br0" timeOffset="1451.338">1738 126,'-33'-8,"1"2,-1 1,0 1,-1 2,-28 2,-54 10,112-10,0 1,-1 0,1 1,0-1,0 1,0 0,0 0,0 0,0 0,0 1,1-1,-1 1,1 0,0 0,0 1,0-1,0 1,1-1,-1 1,1 0,0 0,0 0,0 0,0 2,1 0,0-1,1 0,0 1,0-1,0 1,1-1,0 0,0 1,0-1,1 0,0 0,-1 0,2 0,-1 0,1-1,-1 1,1-1,1 1,-1-1,1 1,80 75,66 17,-111-75,-1 2,-1 1,24 23,-27-6,-34-41,1 0,-1 0,0 0,1 0,-1 0,0 1,0-1,0 0,0 0,0 0,0 1,0-1,0 0,0 0,0 0,-1 0,1 0,0 1,-1-1,1 0,-1 0,0 0,1 0,-1 0,0 0,1 0,-1 0,0-1,0 1,0 0,0 0,0-1,0 1,0 0,0-1,0 1,0-1,0 0,0 1,0-1,-1 0,-16 5,-1 0,1-2,-1 0,0-2,0 0,0-1,0 0,-12-3,26 2,-1 2,0-1,0 0,1 0,-1-1,0 1,0-1,0-1,1 1,-1-1,1 0,-1 0,1-1,0 1,0-1,0 0,0-1,0 1,1-1,0 0,-1 0,0-2,2-11</inkml:trace>
  <inkml:trace contextRef="#ctx0" brushRef="#br0" timeOffset="1717.635">1978 233,'-4'10,"0"-1,1 0,0 1,0 0,1-1,1 1,-1 0,1 0,1 0,0 6,0 4,-1 1,0 0,2 0,1 0,1 0,0-1,2 1,0-1,9 20,-11-30,2-1,-1 1,1-1,1 0,-1-1,2 1,-1-1,1-1,0 1,1-1,-1 0,2-1,-1 1,1-2,0 1,0-1,0-1,1 0,1 1,-5-3,-1 0,1-1,0 1,-1-1,1-1,0 1,0-1,0 0,-1 0,1 0,0-1,0 0,-1 0,1-1,0 0,-1 0,1 0,-1 0,0-1,0 0,0 0,0 0,-1-1,1 1,-1-1,0 0,0-1,0 1,0-1,2-4,8-23,-5 3</inkml:trace>
  <inkml:trace contextRef="#ctx0" brushRef="#br0" timeOffset="1982.932">1885 435,'2'0,"13"2,14 1,19 0,12-1,10 0,1-4,-5-3,-11-3,-12-4,-13-6,-11 1</inkml:trace>
  <inkml:trace contextRef="#ctx0" brushRef="#br0" timeOffset="2250.215">2126 233,'-107'-18,"102"13,20 1,59-3,0 3,38 4,-67 0,58-1,0 6,0 3,14 8,-104-16,-1 2,0 0,0 0,0 1,0 0,-1 1,1 1,-1-1,0 2,-1 0,1 0,-1 1,0 0,0 1,-1 0,0 0,-1 1,5 6,-12-7,1 1,-1 0,0 0,-1-1,0 1,-1 0,0 0,0 0,0-1,-2 1,1-1,-1 1,0-1,0 0,-1 0,0 0,-1 0,-3 4,-8 20,0 8,2-1,1 2,2 0,2 1,0 10,-3-16,7-41</inkml:trace>
  <inkml:trace contextRef="#ctx0" brushRef="#br0" timeOffset="2498.567">2688 287,'2'-4,"10"-2,16 2,23 3,17 0,16 1,7 1,-3 0,-9-1,-19 1</inkml:trace>
</inkml:ink>
</file>

<file path=ppt/ink/ink5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4-05T06:36:37.311"/>
    </inkml:context>
    <inkml:brush xml:id="br0">
      <inkml:brushProperty name="width" value="0.1" units="cm"/>
      <inkml:brushProperty name="height" value="0.1" units="cm"/>
      <inkml:brushProperty name="color" value="#33CCFF"/>
      <inkml:brushProperty name="ignorePressure" value="1"/>
    </inkml:brush>
  </inkml:definitions>
  <inkml:trace contextRef="#ctx0" brushRef="#br0">285 531,'-13'4,"0"0,1 1,0 0,0 1,0 1,0-1,1 2,0 0,1 0,0 1,0 0,1 1,0 0,0 0,2 1,-1 0,1 0,-4 11,-2 0,1 1,1 0,1 1,2 1,0-1,2 1,0 0,2 1,0-1,2 1,1 13,1-35,-1-1,1 1,0 0,0-1,0 1,0-1,0 1,1-1,0 1,0-1,0 1,0-1,0 0,1 1,-1-1,1 0,0 0,0 0,0 0,1-1,-1 1,0 0,1-1,0 0,0 1,-1-1,1 0,1-1,-1 1,0 0,0-1,1 0,-1 0,0 0,1 0,-1 0,1-1,0 0,-1 1,2-1,12-5,0 0,-1-1,1-1,-1 0,0-1,-1-1,0-1,0 0,-1 0,0-2,-1 0,0 0,-1-2,18-20,-1-2,-3-1,-1 0,-1-2,-3-1,-1-1,-2-1,-1 0,-3-1,-1-1,-3 0,-1 0,-2-1,-2-14,-2 34,-2 1,0 0,-2-1,-1 1,-1 0,-1-1,-2-3,4 20,0 0,-1 0,0 0,0 0,-1 0,0 1,0 0,-1-1,0 2,0-1,-1 0,1 1,-1 0,-1 1,1-1,-1 1,0 0,0 1,-1 0,1 0,-1 0,-1 1,0 1,0 1,0-1,0 2,0 0,-1 0,1 0,0 1,0 0,0 1,0 0,0 1,0 0,0 0,1 1,0 0,0 0,0 1,0 0,0 0,1 1,0 0,1 0,-1 1,1 0,0 0,1 0,-1 1,2 0,-1 0,1 0,0 1,1-1,0 1,0 0,1 0,0 0,0 1,0 3,1 1,0 0,1-1,0 1,1 0,0-1,2 1,-1-1,1 1,1-1,1 0,0-1,5 11,13 19,1-2,1-1,15 14,-9-10,2 3,-1 3,-3 0,14 34,-34-62,-1 0,0 1,-2 0,-1 0,0 0,-2 0,0 1,-1-1,-2 1,-1 15,-5 18,7-55,-1-1,0 1,0-1,0 1,1-1,-1 1,0 0,1-1,-1 1,0-1,1 1,-1-1,1 1,-1-1,1 0,-1 1,1-1,-1 0,1 1,-1-1,1 0,-1 1,1-1,0 0,-1 0,1 0,-1 0,1 0,0 0,-1 0,1 0,0 0,-1 0,1 0,-1 0,1 0,0 0,-1 0,1 0,-1-1,1 1,-1 0,1-1,0 1,-1 0,1-1,-1 1,1-1,-1 1,0 0,1-1,-1 1,1-1,-1 1,0-1,0 0,1 1,-1-1,0 1,0-1,1 0,-1 1,0-1,0 1,0-1,2-1,18-17</inkml:trace>
  <inkml:trace contextRef="#ctx0" brushRef="#br0" timeOffset="-3982.385">1862 946,'73'8,"133"-7,-1-8,81-17,-43 3,-182 16,118-8,56 8,-223 6,-3-2,0 1,0 0,-1 1,1 0,0 0,-1 1,1 0,-1 1,0 0,0 0,7 4,-3 3</inkml:trace>
  <inkml:trace contextRef="#ctx0" brushRef="#br0" timeOffset="-3441.822">2077 1961,'8'9,"16"6,18 2,21-2,20-3,19-4,14-3,13-3,7-1,1-1,-7 0,-9-4,-15 1,-15-1,-17-1,-19 0,-18 1</inkml:trace>
  <inkml:trace contextRef="#ctx0" brushRef="#br0" timeOffset="-2888.291">3226 330,'-3'27,"2"-1,1 1,1-1,1 1,1-1,2 0,0 0,2 0,5 12,-7-20,26 95,19 68,15 124,-33-33,-8 118,-9-105,21 62,-31-308,2-1,1 0,12 31,-12-50</inkml:trace>
  <inkml:trace contextRef="#ctx0" brushRef="#br0" timeOffset="-2250.956">3320 571,'45'-19,"1"2,1 2,1 3,0 1,0 2,1 3,0 2,0 2,18 2,20 4,0 3,0 4,-1 4,-1 4,-1 3,-1 4,74 34,-121-46,0 1,-2 1,0 2,0 2,-2 1,0 1,-2 1,-1 2,0 2,-2 0,-1 2,-2 0,-1 2,-1 1,-1 0,15 34,-24-30,0 0,-2 2,-2-1,-2 1,-1 0,-2 0,-1 1,-4 34,-5 9,-4 0,-3 0,-16 48,20-85,-2-1,-2 0,-2 0,-2-2,-1 0,-3-1,-1-1,-2-1,-1-2,-3 0,0-2,-3-1,0-1,-16 9,2-8,-1-3,-2-2,-1-2,-1-3,-1-1,-46 12,-21 0,-2-5,-70 6,110-26,76-12</inkml:trace>
  <inkml:trace contextRef="#ctx0" brushRef="#br0" timeOffset="-1665.521">5217 1347,'-8'7,"0"1,1 1,0-1,0 1,1 1,0-1,1 1,0 0,0 0,1 0,0 1,1-1,0 1,1 0,0 0,1 0,0 0,1 1,0-1,1 0,0 0,0 0,2 0,-1 0,1-1,1 1,0-1,0 1,1-1,0 0,1-1,0 0,1 1,-1-2,2 1,-1-1,1 0,6 3,0-2,1 0,0-1,0 0,1-1,0-1,0-1,0 0,1-1,0-1,0 0,0-1,0-1,0-1,0 0,0-1,0-1,0-1,0 0,8-4,-13 3,-1-1,0 0,0 0,-1-1,0-1,0 1,0-2,-1 1,0-1,0-1,-1 0,0 0,-1 0,0-1,0 0,-1-1,-1 1,0-1,0 0,-1-1,0 1,-1-1,0 1,-1-1,0 0,-1 0,0 0,-1 0,-1 0,0 0,0 0,-1 0,-1 0,0 0,0 1,-1-1,-4-5,-1 5,0 0,-1 1,0 0,-1 0,0 1,0 1,-1 0,-1 1,1 0,-2 1,1 0,-1 1,1 0,-2 2,1-1,0 2,-1 0,0 0,0 2,1 0,-1 0,0 1,0 1,0 1,0 0,1 1,-1 0,1 1,0 1,0 0,0 1,-10 7,18-11,0 2,0-1,0 1,1 0,0 0,0 0,0 1,0 0,0 0,1 0,0 0,0 1,1 0,-1 0,1 0,1 0,-1 0,1 1,0-1,0 1,1-1,0 1,0 0,0-1,1 1,0 0,1 0,-1-1,1 1,1 0,-1-1,3 6,0-3,1-1,1 1,0-1,0 0,0-1,1 1,0-1,1-1,-1 1,1-1,1-1,0 1,48 28</inkml:trace>
  <inkml:trace contextRef="#ctx0" brushRef="#br0" timeOffset="-1354.394">5859 1467,'10'-9,"0"0,0 1,1 0,0 1,0 0,1 1,0 0,0 0,1 2,-1 0,14-3,94-24,2 5,107-8,-189 29,1841-148,-1799 149,150-9,1-11,-219 23,51-18,-65 18,0 0,0 0,0 0,-1 0,1 0,0 0,0 0,-1 0,1 0,-1 0,1 1,-1-1,1 0,-1 0,0 0,1 1,-1-1,0 0,1 1,-1-1,0 1,0-1,0 1,1-1,-1 1,0-1,0 1,0 0,0-1,0 1,0 0,0 0,0 0,0 0,0 0,0 0,0 0,0 0,0 0,-46-7,-5 1</inkml:trace>
  <inkml:trace contextRef="#ctx0" brushRef="#br0" timeOffset="534.774">819 825,'-3'4,"-1"0,1-1,0 1,0 1,0-1,1 0,-1 1,1-1,0 1,0 0,1 0,-1-1,1 1,0 0,0 0,1 0,0 1,0-1,0 0,0 0,1 0,0 0,0 0,0 0,0 0,1-1,1 4,-2-7,36 197,-34-179,3-29,-2-39,-1 1,-3-1,-2 0,-2 1,-2-1,-9-31,12 64,0 0,-2 0,0 1,0-1,-1 1,-1 0,-1 1,-2-5,10 20,0-1,0 0,0 0,0 1,0-1,0 0,0 0,0 1,-1-1,1 0,0 0,0 1,0-1,0 0,0 0,0 0,0 1,-1-1,1 0,0 0,0 0,0 1,0-1,-1 0,1 0,0 0,0 0,-1 1,1-1,0 0,0 0,0 0,-1 0,1 0,0 0,0 0,-1 0,1 0,0 0,-1 0,1 0,0 0,0 0,-1 0,1 0,0 0,0 0,-1 0,1 0,0 0,0-1,0 1,-1 0,1 0,0 0,0 0,-1-1,5 18,0-1,1 0,0 0,1-1,1 1,0-1,1-1,7 9,-9-13,38 60,4-2,3-3,2-1,3-3,41 33,-93-91,-3-3,0 1,0-1,0 1,0-1,0 1,0 0,0-1,0 1,0 0,0 0,-1-1,1 1,0 0,0 0,-1 0,1 0,0 0,-1 0,1 0,-1 0,0 0,1 1,-1-1,0 0,0 0,1 0,-1 0,0 1,0-1,0 0,-1 0,1 0,0 0,0 1,-1-1,1 0,0 0,-1 0,1 0,-1 0,1 0,-1 0,0 0,0 1,-73 22,-32 5,2 5,-82 38,112-37</inkml:trace>
  <inkml:trace contextRef="#ctx0" brushRef="#br0" timeOffset="1582.763">793 1801,'-11'0,"1"1,-1 1,0 0,1 0,0 1,-1 1,1 0,0 0,1 1,-1 0,1 0,0 1,0 1,1-1,-1 1,2 1,-1-1,-1 4,-7 8,0 1,2 1,0 0,2 1,0 0,1 1,-1 7,3-8,1 0,1 0,1 1,1-1,1 1,1 1,1-1,1 0,1 1,3 22,-2-42,-1 0,1 1,0-1,0 0,0 0,0 0,1 0,-1 0,1 0,0 0,1 0,-1-1,1 1,-1-1,1 0,0 0,0 0,0 0,1 0,-1-1,1 1,-1-1,1 0,0 0,0 0,0-1,0 1,4 0,6-3,-1-1,1 0,-1-1,0 0,0-1,0-1,0 0,-1 0,0-2,0 1,-1-1,1-1,-2 0,1-1,-1 0,0-1,-1 1,3-6,16-15,-1-1,-2-1,-1-1,-2-2,-1 0,-1-1,-3-1,-1-1,-1 0,-2-1,-2 0,-2-1,-1-1,-3 1,0-1,-3-14,-2 36,0 0,-2 0,0 0,-1 0,-1 0,-1 1,-1 0,0 0,-6-11,9 22,0 1,-1 0,0 0,0 1,0-1,0 1,-1 0,0 0,0 0,0 0,-1 1,0 0,0 0,0 1,0 0,0 0,-1 0,1 0,-1 1,0 1,1-1,-1 1,0 0,0 0,0 1,0 0,-3 0,-3 3,1 0,-1 0,1 2,-1-1,1 1,1 1,-1 0,1 1,0 0,0 1,1 0,0 1,1 0,-1 0,2 1,-1 0,2 0,-1 1,1 0,1 1,0 0,1-1,0 2,1-1,0 1,1-1,0 1,1 0,1 0,0 0,0 0,1 0,1 0,1 3,1 4,1 1,0-1,2 0,0 0,2-1,0 0,1 0,1-1,0 0,2 0,10 11,22 24,2-3,49 42,-12-13,-70-67,-1 1,-1 0,0 0,-1 2,0-1,-2 1,8 15,-13-22</inkml:trace>
  <inkml:trace contextRef="#ctx0" brushRef="#br0" timeOffset="1957.76">1435 2162,'53'-7,"-52"6,0 1,0 0,0 0,0 0,0-1,0 1,0 0,0-1,0 1,0-1,0 1,0-1,0 1,0-1,-1 0,1 1,0-1,0 0,-1 0,1 0,0 0,-1 1,1-1,-1 0,1 0,-1 0,0 0,1 0,-1 0,0 0,0-1,0 1,1 0,-1 0,0 0,0 0,-1 0,1 0,0 0,0 0,0 0,-1 0,1 0,-1 0,1-1,-6-3,1 0,-1 0,0 0,0 1,0 0,-1 0,1 0,-1 1,0 0,0 0,0 1,0 0,-1 0,1 1,-1 0,-4 0,2-2,0 1,0 0,0 1,0 0,0 1,0 0,-1 1,1 0,0 0,0 1,0 0,1 1,-1 0,1 0,-1 1,1 1,0 0,0 0,1 0,0 1,-1 0,2 1,-1 0,1 0,0 1,1-1,0 2,0-1,-1 7,1 0,1 0,0 0,1 1,0 0,2 0,0 0,0 0,2 1,0-1,1 0,0 0,1 0,1 0,1 0,0 0,1-1,1 0,0 0,6 10,-7-17,1 0,0-1,0 0,0 0,1 0,0-1,0 0,1 0,-1-1,1 0,0-1,1 1,-1-2,1 1,0-1,0 0,0-1,0 0,0-1,1 1,-1-2,0 1,18-1,0-1,-1-1,1-1,-1-1,0-1,0-1,5-4,64-24,-9-2</inkml:trace>
  <inkml:trace contextRef="#ctx0" brushRef="#br0" timeOffset="3891.59">9509 1721,'-1'-1,"0"-1,0 1,0 0,0 0,0-1,0 1,1-1,-1 1,0 0,1-1,-1 1,1-1,0 0,-1 1,1-1,0 1,0-1,0 1,0-1,0 0,1 1,-1-1,0 1,1-2,3-14,0-1,2 1,0 0,1 0,0 1,6-9,8-19,-17 35,-3 7,-1-1,1 1,-1-1,1 1,0-1,0 1,0-1,1 1,-1 0,0 0,1 0,0 0,-1 0,1 0,0 0,0 0,0 0,0 1,0-1,0 1,1 0,-1-1,0 1,1 0,-1 1,1-1,-1 0,1 1,0-1,-1 1,8 4,-1 0,0 0,0 1,0 0,0 1,-1 0,0 0,0 1,3 4,9 6,-10-9,4 2,-1 1,0 0,-1 1,0 0,0 1,-2 1,1-1,6 14,-17-26,1 1,0-1,-1 0,1 1,-1-1,1 1,-1-1,0 1,1-1,-1 1,0-1,0 1,0-1,0 1,0-1,-1 1,1-1,0 1,-1-1,1 1,-1-1,1 1,-1-1,0 0,0 1,0-1,1 0,-1 0,0 0,-1 0,1 1,0-1,0-1,0 1,-1 0,1 0,0 0,-1-1,1 1,0-1,-2 1,-64 9,62-10,0 0,0 0,0-1,0 0,1 0,-1-1,0 1,0-1,1 0,-1 0,1 0,0-1,-1 0,1 1,0-2,1 1,-1 0,0-1,-2-3,5 5,1 1,-1-1,1 1,-1-1,1 1,0-1,0 0,0 1,0-1,0 1,0-1,0 0,0 1,1-1,-1 1,0-1,1 1,0-1,-1 1,1-1,0 1,0 0,0-1,-1 1,2 0,-1 0,0-1,0 1,0 0,0 0,1 0,-1 1,1-2,51-28,3 9,1 2,1 3,37-5,-94 21,68-10,-67 10,0 1,-1 0,1 0,0 0,-1 0,1 0,-1 0,1 1,-1-1,1 0,-1 1,0-1,0 1,0-1,0 1,0 0,0-1,0 1,0 0,-1 0,1 0,-1-1,1 1,-1 0,0 0,0 0,0 0,0 0,0 0,0 0,0 0,-1-1,1 1,-1 0,1 0,-1 0,0 1,0 6,1 45,2 0,2 0,3-1,3 0,1 0,16 43,31 170,-56-208,-8-48,-2-24,-5-36,3 0,2-1,2 0,2-34,0 30,-42-456,45 500,1 9,-1 0,0 1,1-1,-1 0,1 0,0 0,-1 0,1 0,0 0,0 0,0 0,0 0,1 0,-1 0,1 0,-1 0,1 1,-1-1,1 0,0 0,0 0,0 1,0-1,0 0,1 1,-1-1,0 1,1 0,-1-1,1 1,-1 0,1 0,0 0,-1 0,1 0,1 0,11 1,-1 0,1 2,-1-1,1 2,-1 0,0 0,0 1,0 1,-1 0,0 1,0 0,0 1,7 6,-10-7,0 0,0 1,-1 0,0 0,0 1,-1 0,0 0,5 9,-10-14,0 0,0-1,-1 1,1 0,-1-1,0 1,0 0,0 0,0 0,-1 0,1 0,-1 0,1 1,-1-1,0 0,-1 0,1 0,0 0,-1 0,0 0,1 0,-1 0,0 0,-1 0,1 0,-1-1,1 1,-1 0,0-1,0 1,0-1,-2 2,-6 4,0-1,-1-1,0 1,0-2,0 0,-1 0,1-1,-1 0,0-1,-1-1,1 0,0 0,-9-1,-18-6,29-2</inkml:trace>
  <inkml:trace contextRef="#ctx0" brushRef="#br0" timeOffset="4506.942">10511 1734,'12'-19,"-1"-1,-2 0,0-1,-1 1,-1-2,-1 1,-1-1,0 0,-2 0,-1 0,0-14,-2 29,-1 0,1 1,-1-1,0 0,-1 1,0-1,0 1,0 0,-1-1,-2-3,53 24,-14-5,1-2,-1-1,1-1,8-2,123 23,-164-25,1-1,0 1,0 1,-1-1,1 0,-1 0,1 1,-1 0,1-1,-1 1,0 0,0 0,0 0,0 0,0 1,0-1,-1 0,1 1,-1-1,0 1,1 0,-1-1,-1 1,1 0,0 0,0 0,-1 0,0-1,0 1,0 0,0 0,0 0,0 0,-1 0,1 0,-3 25,2-24,0 0,0 0,0 0,0 0,1 0,-1 1,1-1,0 0,1 0,-1 1,1-1,-1 0,1 0,0 0,1 0,-1 0,1 0,0 0,0 0,0-1,0 1,1-1,-1 1,1-1,0 0,0 0,0 0,1-1,-1 1,0-1,3 2,10 1,1-1,0-1,-1 0,1-1,0-1,0-1,0 0,0-1,0-1,0 0,-1-1,1-1,-1-1,0 0,0-2,0 1,2-3,-3 3,-2 0,1-1,-1-1,0 0,0-1,-1 0,0-1,-1 0,0-1,-1 0,0 0,0-1,-2-1,1 0,-1 0,-1 0,-1-1,0 0,0 0,1-9,-7 21,1-1,-1 1,1 0,-1-1,0 1,0 0,0-1,0 1,0 0,-1-1,1 1,-1 0,1 0,-1-1,0 1,0 0,0 0,0 0,0 0,-1 0,1 0,0 0,-1 1,0-1,1 0,-1 1,0-1,0 1,0 0,0-1,0 1,0 0,0 0,0 1,0-1,0 0,-1 1,1-1,0 1,-1-1,1 1,0 0,-1 0,-1 1,-3-1,0 2,0-1,0 1,0 0,1 0,-1 0,1 1,-1 1,1-1,0 1,0 0,0 0,1 0,-1 1,1 0,0 0,0 1,1-1,0 1,0 0,0 0,1 0,-1 2,1-3,0 0,1 0,0 1,0-1,1 0,-1 1,1-1,0 1,1-1,-1 1,1-1,0 1,0-1,1 1,0-1,0 1,0-1,1 1,-1-1,1 0,1 0,-1 0,1 0,-1 0,2 0,-1-1,0 1,1-1,0 0,0 0,12 7,0-2,0 0,0-1,1-1,0-1,1 0,0-1,0-1,0 0,0-2,0 0,18 0,-29-2,273 12,-143-14</inkml:trace>
</inkml:ink>
</file>

<file path=ppt/ink/ink5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4-05T06:38:02.462"/>
    </inkml:context>
    <inkml:brush xml:id="br0">
      <inkml:brushProperty name="width" value="0.1" units="cm"/>
      <inkml:brushProperty name="height" value="0.1" units="cm"/>
      <inkml:brushProperty name="color" value="#33CCFF"/>
      <inkml:brushProperty name="ignorePressure" value="1"/>
    </inkml:brush>
  </inkml:definitions>
  <inkml:trace contextRef="#ctx0" brushRef="#br0">508 12,'-2'-4,"-1"0,2 1,2 3,-2 5,-1 0</inkml:trace>
  <inkml:trace contextRef="#ctx0" brushRef="#br0" timeOffset="1502.018">0 39,'1'-1,"-1"1,1-1,-1 1,1-1,-1 1,1 0,-1 0,1-1,0 1,-1 0,1 0,-1 0,1-1,0 1,-1 0,1 0,0 0,-1 0,1 0,0 0,-1 0,1 1,0-1,-1 0,1 0,-1 0,1 1,0-1,-1 0,1 1,-1-1,1 0,-1 1,1-1,-1 1,1-1,-1 1,1-1,-1 1,0-1,1 1,-1 0,11 12,-1 1,0 0,-1 0,-1 1,0 0,-1 1,-1 0,0 0,2 11,18 65,-4 2,7 79,25 110,56 95,-73-242,34 72,-66-194,0 1,1-2,1 1,0-1,1 0,0 0,1-1,1 0,0 0,1-1,-1-1,2 0,7 5,58 34,84 66,-154-109,5 6,-1 0,2-2,0 0,0 0,1-1,0 0,0-2,1 1,12 3,121 31,-148-42,0 0,1 0,-1 0,0 0,1 0,-1 0,0 0,0 0,1 0,-1 0,0 0,1 0,-1 0,0 0,1 0,-1 0,0 0,1 0,-1 0,0-1,1 1,-1 0,0 0,0 0,1-1,-1 1,0 0,0 0,0-1,1 1,-1 0,0 0,0-1,0 1,0 0,1-1,-1 1,0 0,0 0,0-1,0 1,0 0,0-1,0 1,0 0,0-1,0 1,0 0,0-1,0 1,0 0,0-1,0 1,-1 0,1-1,0 1,0 0,0 0,0-1,-1 1,1 0,0 0,0-1,-1 1,1 0,0 0,0-1,-5-13</inkml:trace>
  <inkml:trace contextRef="#ctx0" brushRef="#br0" timeOffset="1989.675">895 1643,'0'0,"0"-1,-1 1,1 0,0-1,-1 1,1 0,0-1,-1 1,1 0,-1 0,1-1,0 1,-1 0,1 0,-1 0,1 0,-1 0,1-1,-1 1,1 0,-1 0,1 0,-1 0,1 0,-1 0,1 1,-1-1,1 0,-1 0,1 0,-1 0,1 1,0-1,-1 0,1 0,-1 1,1-1,0 0,-1 1,1-1,-1 0,1 1,0-1,0 0,-1 1,1-1,0 1,0-1,-1 1,1-1,0 1,0-1,0 1,0-1,0 1,0-1,0 1,0-1,0 1,0-1,0 1,0-1,16 30,146 146,-152-162,1 1,-2 1,0-1,-1 1,0 1,-1 0,-1 0,0 6,-4-16,0 0,-1 0,0 1,-1-1,0 1,0-1,0 1,-1-1,0 0,0 1,-1-1,0 0,-1 0,1 0,-1 0,0 0,-1-1,0 0,0 1,0-1,-2 1,-6 4,0 0,-1-1,0-1,0 0,-1-1,0 0,0-1,-1-1,0 0,0-1,0-1,-1 0,-7 0,-45 15,48-12,19-6</inkml:trace>
</inkml:ink>
</file>

<file path=ppt/ink/ink5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4-05T06:38:08.457"/>
    </inkml:context>
    <inkml:brush xml:id="br0">
      <inkml:brushProperty name="width" value="0.1" units="cm"/>
      <inkml:brushProperty name="height" value="0.1" units="cm"/>
      <inkml:brushProperty name="color" value="#33CCFF"/>
      <inkml:brushProperty name="ignorePressure" value="1"/>
    </inkml:brush>
  </inkml:definitions>
  <inkml:trace contextRef="#ctx0" brushRef="#br0">286 1322,'-7'113,"-4"-1,-5 0,-31 108,43-203,-30 133,-39 186,2 81,60-337,4 0,3 1,3 0,5-1,2 1,4-1,13 45,48 112,-65-228,0 1,0-1,1 0,0 0,1-1,0 0,0-1,1 0,0 0,0-1,1 0,-1 0,1-1,1 0,-1-1,1 0,-1-1,1 0,0-1,0 0,9 0,50 9,-1-4,1-2,0-4,16-4,4 2,373-12,847-1,101 15,-829 12,-466-14,80 0,1 8,51 14,-154-8,2-3,83-4,-173-7,-7 1</inkml:trace>
  <inkml:trace contextRef="#ctx0" brushRef="#br0" timeOffset="351.061">5019 3662,'25'14,"65"58,92 89,-180-160,1 1,-1 0,1 0,-1 0,0 1,0-1,1 1,-2-1,1 1,0 0,-1-1,1 1,-1 0,0 0,0 0,0 0,0 0,0 0,-1 1,1-1,-1 0,0 0,0 0,0 1,-1-1,1 0,-1 0,1 0,-1 0,0 0,0 0,-1 0,1 0,-2 2,-6 3,-1-1,1 0,-2-1,1 0,-1 0,0-1,0 0,0-1,-3 0,-3 2,-123 49,112-41</inkml:trace>
  <inkml:trace contextRef="#ctx0" brushRef="#br0" timeOffset="682.22">5674 3915,'21'5,"17"1,19-1,18 0,18-2,19-1,13-1,11 0,1-1,-3-1,-9 1,-14 0,-19 2,-26 3,-26 4,-29-1,-16-1</inkml:trace>
  <inkml:trace contextRef="#ctx0" brushRef="#br0" timeOffset="53217.509">4190 867,'-7'-27,"-1"0,-1 0,-1 0,-1 1,-2 1,0 0,-3-2,8 19,1 0,-1 0,0 0,-1 1,0 0,0 1,-1 0,1 0,-1 1,0 0,-1 1,1 0,-8-1,-146-25,155 29,-529-44,416 34,-635-44,627 54,1 6,-1 5,2 6,-105 27,180-31,1 3,1 2,0 2,2 2,0 3,2 1,0 3,2 2,1 1,-34 33,28-12,2 1,3 3,2 1,2 2,3 2,3 2,3 1,2 1,4 2,-16 57,30-85,1-1,1 2,3-1,1 1,2 0,2 0,1 1,2-1,2 0,2 0,1 0,2-1,2 0,2 0,1-1,7 10,2-9,2 0,1-2,2-1,2-1,1-2,2 0,1-3,1 0,2-2,30 19,1-2,2-3,3-4,46 18,-37-21,2-4,2-3,0-4,2-3,0-5,1-3,0-4,1-4,0-4,-1-3,1-5,-1-3,16-8,22-14,-2-5,-1-5,-3-6,-2-5,-2-6,5-8,-12-1,-2-5,-4-5,-3-4,-4-4,-4-4,-4-5,42-61,-90 108,-2-2,-2-1,-2-2,-3-1,-3-2,-1-1,-4-1,-1-1,-4 0,10-55,-22 74,-1 0,-2 0,-2-1,-2 1,-1-1,-2 1,-2 0,-2 0,-1 1,-2 0,-2 0,-2 2,-1-1,-1 2,-3 0,0 1,-6-3,-3 2,-1 1,-2 1,-1 2,-2 1,-1 2,-1 1,-1 2,-1 2,-2 1,-7-1,-15-4,-2 2,-1 3,0 4,-1 2,-1 3,-33-1,51 8,-1 3,0 3,0 1,0 3,0 2,1 2,-1 2,2 3,0 1,-40 18,0 10</inkml:trace>
</inkml:ink>
</file>

<file path=ppt/ink/ink5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4-05T06:38:43.822"/>
    </inkml:context>
    <inkml:brush xml:id="br0">
      <inkml:brushProperty name="width" value="0.1" units="cm"/>
      <inkml:brushProperty name="height" value="0.1" units="cm"/>
      <inkml:brushProperty name="color" value="#33CCFF"/>
      <inkml:brushProperty name="ignorePressure" value="1"/>
    </inkml:brush>
  </inkml:definitions>
  <inkml:trace contextRef="#ctx0" brushRef="#br0">3732 2166,'-2'-2,"1"0,-1-1,0 1,0 0,0 0,0 0,0 0,0 1,-1-1,1 0,-1 1,1 0,-1 0,1-1,-1 1,0 1,1-1,-1 0,0 1,0-1,0 1,1 0,-1 0,0 0,0 0,0 1,0-1,1 1,-1 0,0 0,0-1,1 2,-1-1,1 0,-1 1,1-1,0 1,-1-1,1 1,0 0,0 0,0 0,0 0,1 1,-1-1,0 0,1 1,-1 1,1-1,-1 1,1 0,0-1,1 1,-1 0,0 0,1 0,0-1,0 1,0 0,1 0,-1 0,1 0,0-1,0 1,0 0,0-1,1 1,-1 0,1-1,0 0,0 1,1-1,-1 0,0 0,1-1,0 1,0 0,0-1,0 1,0-1,0 0,1 0,-1-1,1 1,-1 0,1-1,3 1,1 0,0 0,0-1,0 1,1-2,-1 1,0-1,0 0,1-1,-1 0,0 0,0-1,0 0,4-2,-8 3,-1-1,0 1,1-1,-1 0,0 0,0 0,0 0,0-1,0 1,0-1,-1 0,0 0,1 0,-1 0,0 0,0 0,0 0,-1-1,1 1,-1-1,0 1,0-1,0 0,-1 1,1-1,-1 0,0 0,0 1,0-1,0-2,-1 2,1 0,-1 1,1-1,-1 0,0 0,-1 1,1-1,0 1,-1-1,0 1,0 0,0 0,0-1,-1 1,1 1,-1-1,0 0,0 1,0-1,0 1,0 0,0 0,-1 0,1 0,0 1,-1-1,0 1,1 0,-1 0,0 0,0 1,-3-1,0 0,-1 1,1 0,0 0,0 1,-1 0,1 0,0 1,0-1,0 2,0-1,0 1,1 0,-1 0,1 1,0 0,0 0,-1 1,5-4,0 0,0 1,0 0,0-1,0 1,0 0,0 0,1 0,-1 0,1 0,-1 0,1 0,0 1,0-1,0 1,0-1,0 0,1 1,-1 0,1-1,-1 1,1-1,0 1,0-1,0 1,0 0,1-1,-1 1,1-1,0 1,-1-1,1 1,0-1,0 0,1 1,-1-1,0 0,1 0,0 0,-1 0,2 1,7 2,0 0,1 0,-1-1,1-1,0 0,1 0,-1-1,0 0,1-1,-1-1,1 1,-1-2,0 0,5-1,64-20,-78 21,0 0,0 0,1-1,-1 1,0-1,0 1,0-1,0 1,-1-1,1 0,0 0,-1 0,1 0,-1 0,0 0,0 0,1-1,-2 1,1 0,0-1,0 1,-1-1,1 1,-1-1,0 1,0-1,0 1,0-1,0 1,0-1,-1 0,0-1,-1 0,0 0,0 0,0 1,0-1,-1 0,1 1,-1 0,0 0,0 0,0 0,-1 0,1 0,-1 1,1-1,-1 1,0 0,0 1,0-1,0 0,0 1,-4-1,-2-1,0 1,0 0,0 1,0 0,0 0,0 1,-1 1,1 0,-3 0,8 1,0-1,0 1,0 0,1 0,-1 0,0 0,1 1,-1 0,1 0,0 0,0 1,0-1,1 1,-1 1,2-3,1-1,0 1,-1 0,1-1,0 1,0 0,0 0,1 0,-1 0,0 0,1 0,-1 0,1 0,0 0,-1 1,1-1,0 0,0 0,1 0,-1 0,0 0,1 0,-1 0,1 0,0 0,0 0,-1 0,1 0,1 0,-1 0,0-1,0 1,1 0,-1-1,2 2,3 1,-1-1,1 0,0 0,0 0,1 0,-1-1,0 0,1-1,-1 0,1 0,0 0,-1 0,1-1,0 0,-1-1,1 0,0 0,5-1,-13 2,1 0,-1-1,0 1,1 0,-1 0,1-1,-1 1,1 0,-1 0,1-1,-1 1,1 0,0-1,-1 1,1-1,-1 1,1-1,0 1,-1-1,1 1,0-1,0 1,-1-1,1 1,0-1,0 1,0-1,0 0,0 1,0-1,0 1,0-1,0 0,0 1,0-1,0 1,0-1,0 1,0-1,1 1,-1-1,0 0,0 1,1-1,-1 1,0-1,1 1,-1 0,0-1,1 1,-1-1,1 1,-1 0,1-1,-1 1,1 0,-1-1,1 1,-1 0,1 0,-167-2,-31 16,5-14,77-2,0 5,-6 6,-118 11,-195-10,-204 18,322-38,195 5,59 4,1-3,-1-2,-9-6,-258-44,204 39,116 14,-1-1,1 0,0 0,0-1,0 0,1 0,-1-1,1 0,1-1,-1 0,1 0,0-1,1 1,0-2,0 1,1 0,0-1,0 0,1 0,0-1,1 1,-1-6,-7-36,3 1,2-2,2 1,2 0,5-35,-3 29,-6-593,2 565,-5-126,-28-142,32 313,1 0,2 1,2-2,2-3,-3 41,1-1,0 1,0 0,0 0,0 0,1 0,-1 0,1 0,0-1,0 1,0 0,0 1,0-1,1 0,-1 0,1 0,0 1,0-1,0 1,0 0,0-1,0 1,1 0,-1 0,1 0,0 1,-1-1,1 1,0-1,0 1,0 0,0 0,0 0,1 1,142-8,204-12,233 5,-276 30,-300-16</inkml:trace>
  <inkml:trace contextRef="#ctx0" brushRef="#br0" timeOffset="914.555">256 469,'-158'310,"100"-219,58-91,0 0,0 0,0 0,0 0,0-1,0 1,0 0,0 0,-1 0,1-1,0 1,0 0,0 0,0 0,0 0,0-1,0 1,0 0,0 0,0 0,-1 0,1-1,0 1,0 0,0 0,0 0,0 0,-1 0,1 0,0 0,0 0,0-1,0 1,-1 0,1 0,0 0,0 0,0 0,-1 0,1 0,0 0,7-23,125-348,-131 367,-1 3,0 1,0-1,0 1,0-1,-1 0,1 1,0-1,0 0,0 1,0-1,1 0,-1 1,0-1,0 0,0 1,0-1,1 1,-1-1,0 0,0 1,1-1,-1 1,1-1,-1 1,0-1,1 1,-1-1,1 1,-1 0,1-1,-1 1,1 0,0-1,-1 1,1 0,-1 0,1-1,0 1,-1 0,1 0,0 0,-1 0,1 0,-1 0,1 0,0 0,-1 0,1 0,0 0,-1 0,1 0,54 104,160 151,-213-253,0 1,1-1,-1 0,0 1,-1-1,1 1,0 0,-1-1,0 1,1 0,-1 0,0 0,-1 0,1 0,0 0,-1 0,0 1,1-1,-1 0,-1 0,1 0,0 0,-1 0,1 0,-1 0,0 0,0 0,0 0,-1 0,1 0,-1-1,1 1,-1 0,-1 0,-8 3,1-1,-2 0,1-1,0 0,-1-1,0-1,0 1,0-2,0 0,0 0,0-1,-8-1,4 1,-254-2,247 5,22-3,1 0,0 0,-1 1,1-1,0 1,0-1,-1 0,1 1,0-1,0 1,0-1,-1 0,1 1,0-1,0 1,0-1,0 1,0-1,0 0,0 1,0-1,0 1,0-1,0 1,1-1,-1 0,0 1,0-1,0 1,0-1,1 1,-1-1,0 0,0 1,1-1,-1 0,0 1,1-1,-1 0,0 0,1 1,-1-1,0 0,1 0,-1 1,1-1,-1 0,1 0,-1 0,0 0,1 0,-1 0,1 0,-1 0,1 0,-1 0,1 0,-1 0,0 0,1 0,0 0,31 10,8 0</inkml:trace>
</inkml:ink>
</file>

<file path=ppt/ink/ink5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4-05T06:40:12.440"/>
    </inkml:context>
    <inkml:brush xml:id="br0">
      <inkml:brushProperty name="width" value="0.1" units="cm"/>
      <inkml:brushProperty name="height" value="0.1" units="cm"/>
      <inkml:brushProperty name="color" value="#33CCFF"/>
      <inkml:brushProperty name="ignorePressure" value="1"/>
    </inkml:brush>
  </inkml:definitions>
  <inkml:trace contextRef="#ctx0" brushRef="#br0">174 174,'-2'9,"1"15,2 16,-1 18,-1 15,-4 8,-3 2,1-4,0-11,2-14,2-17</inkml:trace>
  <inkml:trace contextRef="#ctx0" brushRef="#br0" timeOffset="382.972">1 0,'102'130,"-6"-7,-5 5,-6 3,2 16,-79-134,-1 0,0 0,0 1,-2 0,0 0,0 0,-1 1,-1 0,-1 0,0 0,0 0,-2 0,0 9,-1-20,0 0,-1 0,0 0,1 1,-1-1,0-1,-1 1,1 0,-1-1,0 1,0-1,0 0,0 0,0 0,-1 0,1 0,-1-1,0 0,0 1,0-1,0-1,0 1,0-1,0 1,-1-1,-9 2,0 0,0-1,-1-1,1 0,-1 0,1-2,-2 0,-193-37,163 39,32 3</inkml:trace>
  <inkml:trace contextRef="#ctx0" brushRef="#br0" timeOffset="1115.533">723 535,'0'-2,"0"6,0 11,0 13,2 10,1 8,0 8,-1 0,0-1,-1-5,0-9,-1-10</inkml:trace>
  <inkml:trace contextRef="#ctx0" brushRef="#br0" timeOffset="1369.851">616 148,'-11'-5,"0"6,12 9,12 10,11 8,1 0</inkml:trace>
  <inkml:trace contextRef="#ctx0" brushRef="#br0" timeOffset="1639.135">884 616,'9'1,"1"1,-1 0,0 0,0 1,0 0,0 1,0 0,-1 0,0 1,1 0,-2 0,1 1,-1 0,0 1,0-1,0 1,-1 1,0-1,4 8,118 242,-128-256,1 1,-1 0,1-1,0 1,0 0,-1-1,1 1,0-1,0 1,0-1,0 1,1-1,-1 0,0 0,1 1,-1-1,0 0,1 0,-1 0,1-1,0 1,-1 0,1-1,0 1,-1-1,1 1,0-1,0 0,0 1,-1-1,1 0,0 0,0-1,-1 1,1 0,0 0,0-1,-1 1,1-1,0 0,-1 1,1-1,-1 0,1 0,-1 0,1 0,0-1,3-10,0 1,0-1,-2 0,1-1,-2 1,0-1,0 1,-1-1,-1 0,0 1,0-1,-2-3,-30-202,31 215,1 0,-1 0,1 0,-1-1,1 1,0 0,0 0,1 0,-1-1,0 1,1 0,0 0,0 0,0 0,0 0,1-1,8-4</inkml:trace>
  <inkml:trace contextRef="#ctx0" brushRef="#br0" timeOffset="2065.005">1565 295,'-16'-7,"-10"-4,-2-1,1 2,7 3,14 4,20 8,20 8,21 5,1 1</inkml:trace>
  <inkml:trace contextRef="#ctx0" brushRef="#br0" timeOffset="1905.427">1578 629,'5'11,"3"11,1 11,1 6,-2 4,-1-1,-3-4,1-5,2-9,-1-8</inkml:trace>
  <inkml:trace contextRef="#ctx0" brushRef="#br0" timeOffset="2886.811">1779 549,'5'-2,"1"-1,-1 1,0 0,1 0,-1 1,1 0,0 0,-1 0,1 1,0-1,0 1,-1 1,1-1,0 1,-1 0,1 0,0 1,-1 0,0 0,1 0,-1 0,0 1,0 0,0 0,0 0,1 3,6 2,0 1,-1 0,-1 1,1 0,-2 1,1 0,-1 0,-1 1,0 0,-1 0,0 1,-1 0,-1 0,0 1,0 0,-2 0,1 0,-2 0,0 0,0 8,0 16,-2-1,-1 0,-3 0,0 0,-2 0,-2-1,-6 16,-16 40,17-56,2 1,1 0,1 1,0 20,8-52,1 1,-1 0,1 0,1 0,-1 0,1 0,0-1,1 1,0 0,0-1,0 1,1-1,0 0,0 0,0 0,1 0,0-1,0 1,1-1,-1 0,1 0,0 0,0-1,1 0,0 0,-1 0,6 2,-3-2,-1 0,1-1,-1 1,1-2,0 1,0-1,0 0,1-1,-1 0,0 0,1-1,-1 0,0 0,1-1,-1 0,0 0,0-1,0 0,0-1,0 0,0 0,0 0,-1-1,0 0,0-1,0 0,0 0,-1 0,0-1,0 0,0 0,2-5,-3 2,-1 0,0 0,-1-1,0 0,0 0,-1 1,-1-2,0 1,0 0,-1 0,0 0,0 0,-1 0,-1 0,0-1,-4-18,-2 2,0-1,-2 1,-10-19,12 25,0 1,-2 0,0 1,-1 0,-2 1,1 0,-2 1,0 0,-1 1,-1 1,0 0,-1 1,-1 1,0 1,-1 0,0 1,-1 2,0 0,-12-4,11 8,0 1,-1 1,1 1,-1 0,1 2,-1 0,-11 3,47 0,247-42,-198 29,1 2,-1 2,1 4,11 3,-69-1,1 0,-1 0,0 0,1 1,-1 1,1-1,-1 1,0 0,0 0,0 0,0 1,-1 0,1 0,-1 1,1 0,-1 0,0 0,0 0,-1 1,0 0,1 0,-2 0,1 0,2 4,9 51,-16-55,1-1,0 1,1-1,-1 1,1-1,0 1,0-1,0 0,1 0,0 1,-1-1,1 0,1-1,-1 1,0 0,1 0,0-1,0 0,0 1,0-1,1 0,-1-1,1 1,0-1,-1 1,1-1,0 0,0-1,1 1,-1-1,2 1,2-1,-1-1,0-1,0 1,0-1,1-1,-1 1,0-1,-1 0,1 0,0-1,-1 0,1-1,-1 1,0-1,0 0,0 0,-1-1,1 0,-1 0,0 0,-1-1,1 1,-1-1,0 0,-1-1,1 1,-1-1,0 1,-1-1,0 0,0 0,0 0,-1 0,0 0,0 0,-1 0,0-1,-1-3,0 1,-1 1,-1-1,1 1,-2 0,1 0,-1 0,0 1,-1-1,0 1,-1 0,1 1,-1-1,-1 1,1 0,-1 1,-1-1,1 1,-1 1,0-1,0 1,-1 1,0 0,1 0,-1 1,-1-1,1 2,0 0,-1 0,1 0,-1 2,1-1,-1 1,0 0,-2 1,8 0,0 0,-1 0,1 0,0 0,-1 1,1 0,0 0,0 0,1 0,-1 1,0 0,1-1,-1 1,1 0,0 1,0-1,0 1,1-1,-1 1,1 0,0 0,0 0,0 0,0 0,1 0,-1 1,1-1,1 1,-1-1,0 0,1 1,0-1,0 1,0-1,1 1,0-1,-1 1,2-1,-1 0,0 1,1-1,0 0,3 5,0 0,1-1,1 0,-1-1,1 1,0-1,1 0,-1-1,1 0,1 0,-1-1,1 0,0 0,0-1,2 0,42 19</inkml:trace>
  <inkml:trace contextRef="#ctx0" brushRef="#br0" timeOffset="3313.672">2969 990,'5'-135,"-1"97,-2-1,-1 0,-2 0,-2 0,-2 0,-1 0,-5-11,12 49,0 1,0-1,0 1,-1-1,1 1,0 0,0-1,0 1,0 0,0 0,0 0,0 0,0 0,0 0,0 0,-1 0,1 0,0 0,0 0,0 0,0 1,0-1,0 0,0 1,0-1,-1 0,1 1,0 0,0-1,-1 1,1-1,0 1,-1 0,1-1,0 1,-1 0,1 0,-1-1,1 1,-1 1,13 5,228 88,-237-93,0 0,0 0,-1 0,1 1,0 0,-1-1,0 1,1 1,-1-1,-1 0,1 1,0 0,-1-1,0 1,0 0,0 0,0 0,0 1,-1-1,0 0,0 1,0-1,-1 1,1-1,-1 0,0 1,0-1,0 1,-1-1,0 1,0-1,0 1,-10 36,9-36,-1 0,1-1,0 1,1 1,-1-1,1 0,0 0,0 0,0 1,1-1,0 0,0 1,1-1,-1 0,1 1,0-1,0 0,1 0,0 0,0 0,0 0,0 0,1 0,0-1,1 2,7 0,1 0,-1-1,1 0,1-1,-1 0,0-1,1 0,0-1,0-1,-1 0,1-1,0 0,3-1,4 1,274-11,-240 5</inkml:trace>
</inkml:ink>
</file>

<file path=ppt/ink/ink5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4-05T06:40:18.080"/>
    </inkml:context>
    <inkml:brush xml:id="br0">
      <inkml:brushProperty name="width" value="0.1" units="cm"/>
      <inkml:brushProperty name="height" value="0.1" units="cm"/>
      <inkml:brushProperty name="color" value="#33CCFF"/>
      <inkml:brushProperty name="ignorePressure" value="1"/>
    </inkml:brush>
  </inkml:definitions>
  <inkml:trace contextRef="#ctx0" brushRef="#br0">287 95,'0'-3,"1"-1,-1 1,0-1,0 0,-1 1,1-1,-1 1,0-1,0 1,0-1,0 1,0 0,-1-1,1 1,-1 0,0 0,0 0,0 0,-1 1,1-1,-1 0,1 1,-1 0,0-1,0 1,0 0,0 1,0-1,0 1,-1-1,1 1,-1 0,1 0,-1 0,1 0,-1 1,1 0,-1 0,1 0,-1 0,0 0,1 0,-1 1,-6 0,1 0,0 1,0 0,0 0,0 1,0 1,0-1,1 1,0 0,-1 1,2 0,-1 1,0-1,1 1,0 1,1-1,-1 1,1 0,1 1,-1 0,1 0,1 0,-1 0,1 0,0 3,3-6,1-1,0 1,0-1,0 0,0 1,1-1,0 0,0 1,0-1,0 0,0 0,1 0,0 0,0 0,0 0,1 0,-1-1,1 1,0-1,-1 1,2-1,-1 0,2 1,88 54,-68-47,0-2,1 0,0-2,1-1,-1-1,1-1,0-1,0-2,23-1,-41 0,1-2,-1 1,1-1,-1 0,0-1,1 0,-2 0,1-1,0-1,-1 1,0-1,0-1,0 1,0-1,-1-1,0 1,-1-1,1 0,-1-1,-1 0,1 0,-1 0,-1 0,1-1,-2 0,2-4,28-132,-34 168,0 1,2-1,0 1,1-1,2 0,0 0,2 0,0-1,2 0,0 0,6 10,-10-26,0 0,0-1,1 0,0 0,-1 0,2-1,-1 1,0-1,1 0,0-1,0 1,0-1,0-1,1 1,-1-1,1 0,-1 0,1-1,0 0,0 0,-1 0,1-1,0 0,0-1,0 1,0-1,-1-1,1 1,0-1,-1 0,1-1,-1 0,0 0,0 0,0 0,3-3,1-2,1 0,-1-1,-1 0,0-1,0 0,-1 0,0 0,0-1,-2-1,1 1,-1-1,-1 0,0-1,-1 1,0-1,-1 0,0 1,-1-2,-1 1,0 0,-1 0,0 0,-1-5,1 15,0 0,1-1,-2 1,1-1,0 1,-1 0,1-1,-1 1,0 0,0 0,-1 0,1 0,0 0,-1 0,0 0,0 0,0 0,-2-2,3 5,-1 0,1 0,-1 0,1 0,-1 1,1-1,0 0,-1 1,1-1,-1 1,1-1,0 1,0 0,-1-1,1 1,0 0,0 0,0 0,0 0,0 0,0 0,0 0,0 0,0 1,0-1,1 0,-1 0,0 1,1-1,-1 1,1-1,0 0,-1 1,1-1,0 1,-2 4,0 0,0 0,1 0,0 0,0 0,0 0,1 0,0 0,0 0,1 0,-1 0,1 0,1 0,-1 0,1 0,0-1,0 1,1-1,0 1,0-1,0 0,0 0,1 0,1 1,4 4,0-1,0-1,1 1,0-2,0 1,1-1,0-1,0 0,1-1,0 0,5 1,127 24,-73-24</inkml:trace>
</inkml:ink>
</file>

<file path=ppt/ink/ink5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4-05T06:40:21.291"/>
    </inkml:context>
    <inkml:brush xml:id="br0">
      <inkml:brushProperty name="width" value="0.1" units="cm"/>
      <inkml:brushProperty name="height" value="0.1" units="cm"/>
      <inkml:brushProperty name="color" value="#33CCFF"/>
      <inkml:brushProperty name="ignorePressure" value="1"/>
    </inkml:brush>
  </inkml:definitions>
  <inkml:trace contextRef="#ctx0" brushRef="#br0">68 421,'15'5,"0"0,1-1,-1-1,1-1,0 0,0-1,0-1,0 0,0-1,0-1,-1 0,1-1,0-1,-1 0,13-7,1 2,0-2,-1 0,-1-2,0-2,-1 0,-1-1,17-15,-30 21,0 0,-1-1,0 0,0-1,-1 0,-1 0,0-1,-1-1,0 1,-1-1,-1-1,0 1,-1-1,0 0,1-11,-5 24,-1 0,1-1,0 1,-1-1,0 1,1-1,-1 1,0-1,0 1,0-1,-1 1,1-1,-1 1,1-1,-1 1,0-1,0 1,0 0,0 0,0-1,0 1,-1 0,1 0,-1 0,0 0,1 1,-1-1,0 0,0 1,0-1,0 1,0-1,-1 1,1 0,0 0,-1 0,1 0,-2 0,-3 3,0-1,1 1,-1 0,0 0,1 1,-1 0,1 0,0 1,0-1,0 1,0 1,1-1,0 1,0 0,0 0,0 0,1 1,0 0,0 0,0 0,0 2,-19 37,1 0,2 2,3 0,1 1,3 1,1 0,3 0,2 1,3 0,0 31,-9 433,13-482,-2 1,-1 0,-2-1,-1 0,-1 0,-2 0,-1-1,-2 0,-1-1,-1-1,-7 10,-7-7,3-12</inkml:trace>
  <inkml:trace contextRef="#ctx0" brushRef="#br0" timeOffset="327.127">1 902,'195'-70,"-140"53,480-132,-418 127,-115 22,0 0,0 0,-1 0,1 0,0 0,0 0,0 1,0-1,0 0,0 1,0 0,-1-1,1 1,0 0,-1 0,1 0,0 0,-1 0,1 0,-1 1,1-1,-1 0,0 1,0-1,1 1,-1-1,0 1,-1 0,1-1,0 1,0 0,-1 0,1 0,-1 0,1-1,-1 1,0 0,0 0,0 0,0 1,-13 215,13-215,0-1,0 0,0 0,0 1,0-1,0 0,1 0,-1 0,1 0,0 1,-1-1,1 0,0 0,0 0,0 0,1-1,-1 1,0 0,1 0,-1-1,1 1,0-1,-1 1,1-1,0 0,0 0,0 0,0 0,0 0,0 0,0 0,0 0,0-1,1 1,-1-1,1 0,13-2</inkml:trace>
  <inkml:trace contextRef="#ctx0" brushRef="#br0" timeOffset="578.459">964 368,'0'9,"9"7,15 7,14 0,12 2,-3-4</inkml:trace>
  <inkml:trace contextRef="#ctx0" brushRef="#br0" timeOffset="829.791">1378 621,'5'14,"3"11,5 8,8 6,6 2,10 2,11 0,8-1,3-2,0-2,-5-4,-9-7,-11-5,-10-6,-9-8,-7-11,-5-10,-2-5</inkml:trace>
  <inkml:trace contextRef="#ctx0" brushRef="#br0" timeOffset="1093.081">1780 582,'-21'-2,"-15"1,-9 8,-6 14,-3 14,-2 16,-2 12,-1 12,-4 6,-2 4,10-13</inkml:trace>
</inkml:ink>
</file>

<file path=ppt/ink/ink5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4-05T06:40:18.762"/>
    </inkml:context>
    <inkml:brush xml:id="br0">
      <inkml:brushProperty name="width" value="0.1" units="cm"/>
      <inkml:brushProperty name="height" value="0.1" units="cm"/>
      <inkml:brushProperty name="color" value="#33CCFF"/>
      <inkml:brushProperty name="ignorePressure" value="1"/>
    </inkml:brush>
  </inkml:definitions>
  <inkml:trace contextRef="#ctx0" brushRef="#br0">1 485,'28'9,"1"0,0-2,0-1,1-2,0 0,-1-3,1 0,0-2,0-1,0-1,27-7,-27 6,-1-1,0-2,0-1,0-1,-1-2,-1 0,0-2,0-1,-2-1,0-2,0 0,-2-1,9-10,-29 26,0 0,-1 0,1 0,-1 0,1-1,-1 1,0-1,0 1,0-1,0 0,-1 0,1 0,-1 0,0 0,0 0,0 0,0-1,0 1,-1 0,1 0,-1-1,0 1,0 0,0-1,-1 1,1 0,-1 0,0-1,1 1,-2 0,1 0,0 0,0 0,-1 0,0 0,0 0,0 1,0-1,0 0,0 1,0 0,-1 0,0-1,-2 0,-2 0,0 1,-1 0,1 0,-1 1,0 0,1 0,-1 1,0 0,0 0,1 1,-1 0,0 1,1-1,-1 1,1 1,0-1,0 1,0 1,0-1,0 1,1 0,-1 1,1 0,0 0,1 0,-1 0,1 1,0 0,1 0,-1 1,1-1,-1 4,-8 19,2 1,1 1,1-1,1 2,2-1,2 1,1 0,1 0,1 0,2 0,2 4,14 279,-5-174,-7 0,-6 0,-9 40,-12-62,10-83</inkml:trace>
  <inkml:trace contextRef="#ctx0" brushRef="#br0" timeOffset="577.454">41 1006,'198'-62,"-163"53,113-28,1 7,1 6,1 6,37 6,-157 12,-42 3,-3-4,0 2,0 0,0 1,1 0,-1 1,1 1,0 0,0 0,0 2,0-1,1 2,0 0,-5 3,-50 66,65-73,0 0,1 0,-1 0,1 0,-1 0,1 0,0 0,0 0,1 1,-1-1,1 0,-1 1,1-1,0 0,0 1,1-1,-1 0,1 1,-1-1,1 0,0 0,0 0,1 1,-1-1,1 0,-1-1,1 1,1 1,3 1,0-1,0-1,1 1,-1-1,1 0,0-1,0 1,0-1,0-1,0 1,1-1,-1-1,0 1,0-1,1-1,-1 1,0-1,0 0,1-1,-1 0,0 0,0 0,-1-1,6-3,-4 3,0-1,0 0,0-1,-1 0,0 0,0 0,0-1,0 0,-1 0,0-1,-1 0,1 0,-1 0,-1-1,1 1,-1-1,-1 0,1-1,-1 1,-1-1,0 1,0-1,0 0,-1 1,-1-1,1 0,-2 0,1 0,-1 0,0 1,-1-1,-2-6,-11-13,15 27,-1 1,1 0,0 0,-1-1,1 1,-1 0,1 0,0-1,-1 1,1 0,-1 0,1 0,-1 0,1 0,0 0,-1 0,1 0,-1 0,1 0,-1 0,1 0,-1 0,1 0,-1 0,1 0,0 0,-1 0,1 1,-1-1,1 0,0 0,-1 1,1-1,-1 0,1 1,0-1,-1 0,1 1,0-1,0 0,-1 1,1-1,0 0,0 1,0-1,-1 1,1-1,0 1,0-1,0 1,0-1,0 0,0 1,0-1,0 1,0-1,0 1,0-1,0 1,0-1,0 1,1-1,-3 11,1 0,0 0,0 0,1-1,1 1,0 0,1 0,0 0,0-1,1 1,0-1,1 0,0 0,1 0,0-1,1 1,0-1,0 0,1-1,0 1,0-1,1-1,0 0,0 0,1 0,0-1,0 0,10 4,26 6,-3-6</inkml:trace>
  <inkml:trace contextRef="#ctx0" brushRef="#br0" timeOffset="1052.293">1779 779,'-14'-2,"0"0,0 1,0 0,-1 1,1 1,0 1,0 0,0 0,0 1,0 1,0 1,1 0,0 0,0 1,0 1,1 0,-3 3,12-7,-1 0,1 0,0 0,0 1,0-1,0 1,1 0,0-1,0 1,0 0,0 1,0-1,1 0,-1 0,1 1,1-1,-1 1,0-1,1 1,0-1,0 1,1-1,-1 1,1-1,0 0,0 1,0-1,0 0,1 1,0-1,0 0,0 0,1 0,-1-1,1 1,0-1,0 1,0-1,0 0,3 2,7 5,0-2,0 0,1 0,0-1,0-1,0 0,1-1,0-1,0 0,0-1,1-1,-1 0,1-1,-1-1,1 0,-1-1,1-1,-1 0,0-1,1-1,-2 0,1-1,1-1,0-2,-1 1,0-2,-1 0,0-1,0 0,-1-1,0 0,-1-1,-1-1,0 0,0-1,-1 1,-1-2,0 0,-2 0,1 0,2-10,4-15,-2 0,-2-1,-2 0,-1 0,-2-1,-1-26,1-118,-13-101,5 261,-2 21,1 20,-9 73,5 0,2 65,6-124,-4 38,3 1,3 0,3-1,2 0,4 0,8 21,-17-78,1 0,0 0,0-1,1 1,0-1,1 0,0 0,1 0,-1-1,1 0,1 0,0-1,0 1,0-1,1-1,0 0,1 0,4 3,12-5,-5-7</inkml:trace>
  <inkml:trace contextRef="#ctx0" brushRef="#br0" timeOffset="1320.512">1846 417,'-14'-2,"-15"-1,-11 0,1 1,8 0,19 1,25 1,30-1,32 1,27 1,19-1,10 0,-4 0,-24 0</inkml:trace>
  <inkml:trace contextRef="#ctx0" brushRef="#br0" timeOffset="1617.805">2488 765,'-5'17,"2"1,0-1,1 1,1 0,0 0,1 0,1-1,2 7,-2-18,0 1,0-1,1 0,0 0,0 0,0 0,1 0,0-1,0 1,0-1,1 0,0 0,0 0,0 0,0-1,1 1,0-1,0 0,0-1,0 1,1-1,-1 0,1-1,5 3,-4-4,-1 0,0 0,0 0,1-1,-1 0,0-1,1 1,-1-1,0 0,0-1,0 1,0-1,0-1,0 1,0-1,-1 0,1 0,-1 0,0-1,0 0,0 0,0 0,-1-1,0 1,0-1,0 0,0-1,-1 1,0 0,0-1,0 0,-1 0,0 0,0 0,-1 0,1 0,-1 0,0 0,-1-1,0-2,2-5,-1 0,0 0,-2-1,1 1,-2 0,0-1,-1 1,0 0,-4-9,5 16,-1 0,0 0,0 1,0-1,-1 1,0-1,0 1,0 1,-1-1,0 1,0-1,0 1,-1 1,0-1,0 1,0 0,0 0,-1 1,-5-2,7 3,1 1,-1 0,0 0,0 0,0 1,0-1,0 1,-1 1,1-1,0 1,0-1,1 2,-1-1,0 0,0 1,0 0,1 0,-1 0,1 1,0 0,-1 0,1 0,1 0,-1 0,0 1,1 0,0-1,0 1,0 1,0-1,-1 4,0-2,0 1,1-1,0 1,0 0,0 0,1 1,0-1,1 0,0 1,0-1,0 1,1-1,0 1,1-1,-1 1,2-1,-1 0,1 1,0-1,0 0,2 3,27 35,6-7</inkml:trace>
  <inkml:trace contextRef="#ctx0" brushRef="#br0" timeOffset="1930.978">3022 953,'11'-36,"-3"0,0-1,-3 0,-1 0,-2 0,-1-1,-2 1,-2-6,3 39,-1 3,0-1,1 1,0 0,-1 0,1-1,0 1,-1 0,1 0,0-1,0 1,0 0,0-1,0 1,0 0,1 0,-1-1,0 1,1 0,-1 0,1-1,-1 1,1 0,-1 0,1 0,0 0,0 0,-1 0,1 0,0 0,0 0,0 0,0 0,0 1,0-1,1 0,-1 1,0-1,0 1,0-1,1 1,-1 0,150 34,-46 9,-101-41,-1 1,0-1,0 0,0 1,0 0,0 0,0 0,-1 0,0 0,1 1,-1-1,0 1,-1-1,1 1,-1 0,1 0,-1 0,0-1,-1 1,1 0,-1 0,1 0,-1 0,0 0,-1 1,0 1,-2 7,-1 0,0 0,-1 0,0-1,-1 0,-1 0,-7 10,-20 43,33-64,0 1,0 0,0-1,0 1,0 0,1-1,-1 1,1 0,-1 0,1 0,0-1,0 1,-1 0,1 0,1 0,-1 0,0 0,0-1,1 1,-1 0,1 0,-1 0,1-1,0 1,0 0,0-1,0 1,0-1,0 1,0-1,0 1,1-1,-1 0,1 0,-1 1,1-1,-1 0,2 0,9 3,1 0,0-1,0 0,0-1,0-1,1 0,-1-1,0 0,0-1,6-1,-2 1,324-39,-222 21</inkml:trace>
</inkml:ink>
</file>

<file path=ppt/ink/ink5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4-05T06:40:27.296"/>
    </inkml:context>
    <inkml:brush xml:id="br0">
      <inkml:brushProperty name="width" value="0.1" units="cm"/>
      <inkml:brushProperty name="height" value="0.1" units="cm"/>
      <inkml:brushProperty name="color" value="#33CCFF"/>
      <inkml:brushProperty name="ignorePressure" value="1"/>
    </inkml:brush>
  </inkml:definitions>
  <inkml:trace contextRef="#ctx0" brushRef="#br0">314 676,'-12'-7,"0"0,0 0,-1 1,0 1,0 0,0 1,0 1,-1 0,1 0,-1 1,-6 1,13 1,1 0,0 0,0 0,0 1,0 0,0 1,0-1,0 1,0 0,1 1,-1-1,1 1,-1 0,1 1,0-1,0 1,1 0,-1 0,1 0,0 1,0 0,0 0,1 0,-1 0,1 0,0 3,0-3,1-1,0 1,0 0,0 0,1 0,0 0,0 0,0 1,1-1,-1 0,1 0,0 1,1-1,0 0,-1 0,2 0,-1 0,0 0,1 0,0 0,0 0,1 0,-1-1,1 1,0-1,0 0,1 0,-1 0,1 0,0 0,0-1,0 0,0 0,1 0,-1 0,1-1,-1 0,1 0,0 0,0 0,0-1,0 0,5 1,-2-1,0-1,0 0,-1-1,1 1,0-1,-1-1,1 1,-1-2,1 1,-1-1,0 0,0 0,0-1,0 0,-1 0,0 0,1-1,-2 0,1 0,4-6,3-3,-1-1,0-1,-1 0,0 0,-2-1,0 0,6-16,1-21,-1-1,-4-1,-1 0,-3 0,-3-1,-2 0,-4-47,2 75,1 13,-1-1,-1 1,0 0,-1 0,-1 0,-1 0,0-2,4 17,0 0,0 0,-1 0,1 0,0 0,0 0,0 1,-1-1,1 0,0 0,-1 0,1 0,-1 1,1-1,-1 0,1 0,-1 1,1-1,-1 0,0 1,1-1,-1 1,0-1,0 1,0-1,1 1,-1 0,0-1,0 1,0 0,0-1,0 1,1 0,-1 0,0 0,0 0,0 0,0 0,0 0,0 0,0 0,0 1,1-1,-1 0,0 1,0-1,0 0,0 1,1-1,-1 1,0-1,0 1,1-1,-1 1,0 0,1-1,-1 1,1 0,-1 0,-32 50,17-9,2 0,1 1,3 1,1 0,3 0,1 0,2 1,2 19,1-32,2 1,0-1,3 0,0 0,2 0,2 0,-6-20,1 0,0 0,1-1,1 0,0 0,0 0,1-1,0 0,1 0,0-1,1 0,-1-1,2 1,-1-2,1 1,1-1,2 1,-6-5,1 1,0-1,-1 0,1-1,0 0,0 0,1-1,-1 0,0-1,1 1,-1-1,0-1,0 0,1 0,-1-1,0 0,0 0,0 0,-1-1,1-1,-1 1,1-1,3-3,1-1,-1 0,0-1,-1 0,0-1,-1 0,0-1,0 0,-1 0,0 0,-1-1,0 0,-1-1,3-11,-5 16,0 0,-1 0,0-1,-1 0,0 1,0-1,-1 0,0 0,0 0,-1 0,-1 0,1 0,-1 0,-1 0,0 1,0-1,-2-5,3 13,0-1,0 1,-1 0,1-1,0 1,-1 0,1 0,-1 0,1 0,-1 0,1 0,-1 0,0 0,1 1,-1-1,0 1,0-1,0 1,1 0,-1-1,0 1,0 0,0 0,0 1,1-1,-1 0,0 1,0-1,0 0,1 1,-1 0,0 0,0 0,-50 38,48-34,0 1,0-1,0 1,1 0,-1 0,2 0,-1 1,1-1,-1 1,2-1,-1 1,1 0,0 0,0 0,1-1,0 1,0 0,1 0,0 0,0 0,1-1,-1 1,1 0,1-1,-1 1,1-1,1 0,2 4,3 2,1-1,0-1,1 0,0 0,0-1,1 0,0-1,1 0,4 1,56 28</inkml:trace>
</inkml:ink>
</file>

<file path=ppt/ink/ink5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4-05T06:40:27.615"/>
    </inkml:context>
    <inkml:brush xml:id="br0">
      <inkml:brushProperty name="width" value="0.1" units="cm"/>
      <inkml:brushProperty name="height" value="0.1" units="cm"/>
      <inkml:brushProperty name="color" value="#33CCFF"/>
      <inkml:brushProperty name="ignorePressure" value="1"/>
    </inkml:brush>
  </inkml:definitions>
  <inkml:trace contextRef="#ctx0" brushRef="#br0">108 647,'2'23,"4"17,0 7,1 6,0 1,-1-3,-3-7,0-9,-2-11</inkml:trace>
  <inkml:trace contextRef="#ctx0" brushRef="#br0" timeOffset="1612.688">1 380,'8'6,"33"18,-1 3,0 1,-3 2,0 1,-2 2,-1 2,-2 1,14 22,-34-39,-2 0,0 1,-1 0,-1 0,-1 1,0 0,-2 1,1 12,-5-27,-1-5,0-1,0 1,0-1,0 1,0-1,0 1,1 0,-1-1,1 1,-1-1,1 1,-1-1,1 0,0 1,-1-1,1 1,0-1,0 0,0 0,0 0,0 0,1 1,-1-1,0-1,0 1,1 0,-1 0,1 0,-1-1,0 1,1-1,-1 1,2 0,8-2,0 0,-1-1,1 0,-1 0,1-1,-1-1,0 0,0 0,0-1,-1 0,1-1,-1 0,0 0,4-5,-5 5,0-1,-1 1,1-2,-1 1,-1-1,0 0,0 0,0-1,-1 1,0-1,-1 0,0-1,2-7,-5 16,-1 1,1-1,-1 1,1-1,-1 0,1 1,-1-1,0 1,1-1,-1 0,0 1,1-1,-1 0,0 1,0-1,0 0,0 0,0 1,0-1,0 0,0 1,0-1,0 0,0 0,0 1,0-1,0 0,-1 1,1-1,0 0,-1 1,1-1,0 0,-1 1,1-1,-1 1,1-1,-1 1,1-1,-1 1,1-1,-1 1,1 0,-1-1,0 1,1 0,-1-1,0 1,1 0,-1 0,0-1,1 1,-1 0,0 0,0 0,1 0,-1 0,0 0,0 0,1 0,-5 6,1-1,0 1,0-1,0 1,1 0,0 0,0 1,1-1,-1 1,1-1,1 1,-1 0,1 0,1-1,-1 3,0-3,1-1,0 1,0-1,0 1,1-1,0 1,0-1,0 1,0-1,1 0,0 0,0 0,1 0,-1 0,1 0,0 0,0-1,1 0,-1 1,1-1,0-1,0 1,1 0,-1-1,1 0,-1 0,1-1,0 1,0-1,0 0,0 0,1 0,-1-1,3 1,0-1,-1 0,1-1,-1 0,1 0,-1 0,1-1,-1 0,1 0,-1-1,0 0,0 0,0-1,0 0,0 0,0-1,-1 0,0 0,1 0,-2-1,1 0,0 0,-1-1,0 1,0-1,-1 0,0 0,0-1,0 1,-1-1,3-6,31-100,-37 113,-1 0,1 0,0 0,0 0,0 0,0-1,-1 1,1 0,0 0,0 0,0 0,0 0,0 0,0 0,0 0,-1 0,1 0,0-1,0 1,0 0,0 0,0 0,0 0,0 0,0-1,0 1,0 0,0 0,0 0,-1 0,1 0,-8 15,5-9,-1 0,1 0,1 0,-1 0,1 1,0-1,0 0,0 1,1 0,0-1,1 1,0 0,0-1,0 1,0 0,1-1,0 1,1 0,0-1,0 0,0 1,1-1,-1 0,2 0,-1 0,0-1,1 1,0-1,1 1,8 2,1-1,0 0,0 0,0-2,1 0,0 0,0-2,0 0,1 0,-1-1,0-1,1-1,0 0,-1-1,12-3,-16 4,-1-2,1 0,0 0,-1 0,0-2,0 1,0-1,0-1,0 1,-1-2,0 1,0-1,0-1,-1 0,0 0,-1 0,1-1,-1 0,-1-1,1 0,-2 0,1 0,-1-1,4-9,-2 0,0 0,-1-1,-2 0,1 0,-2 0,-1 0,-1-5,-7-17,5 42,0 1,-1-1,1 0,0 1,0-1,0 1,0-1,0 1,1 0,-1-1,0 1,0 0,0-1,0 1,1 0,-1 0,0 0,1 0,-1 0,1 0,-1 0,1 0,0 0,-1 0,1 0,0 0,-1 0,1 1,0-1,-13 41,1 1,2 0,3 1,1-1,0 43,4-58,-24 612,20-579,-4-99,0-83,6 0,8-68,-1 132,2-1,2 0,3 1,3 1,4-7,29-28,-44 89,0 0,0 0,0 0,0 0,0 0,1 0,-1 1,0-1,1 1,0-1,-1 1,1 0,0 0,-1 0,1 0,0 1,0-1,0 1,0 0,0 0,-1 0,1 0,0 0,0 1,0-1,0 1,0 0,-1-1,1 1,0 1,-1-1,1 0,0 1,8 6,-1 0,1 1,-2 0,1 1,-1 0,-1 1,0 0,0 0,-1 0,0 1,-1 0,-1 1,0-1,0 1,1 8,-4-16,0 0,-1 1,1-1,-1 0,0 0,0 1,-1-1,0 1,0-1,0 0,0 1,-1-1,0 0,0 1,-1-1,1 0,-1 0,0 0,0 0,-1 0,1-1,-1 1,0-1,-1 1,1-1,-1 0,-3 3,0-3,0 0,-1 0,1-1,-1 0,0 0,0-1,1 0,-2 0,1-1,0 0,0 0,0-1,0 0,-1-1,1 1,0-2,0 1,0-1,0 0,0-1,1 0,-1 0,1-1,0 0,0 0,0 0,0-1,1 0,-2-2,6 5,0-1,1 1,-1-1,1 1,0-1,0 1,0-1,0 0,0 0,0 1,1-1,0 0,-1 0,1 0,0 0,0 0,0 1,1-1,-1 0,1 0,0 0,-1 1,1-1,1 0,-1 1,0-1,0 0,1 1,0 0,-1-1,1 1,0 0,2-2,77-61,287-119,-343 170,0-2,-2 0,1-2,-2 0,0-2,-2 0,0-1,-1-2,-1 0,-1 0,-2-2,0 0,-1 0,-2-1,-1-1,0 0,-2-1,1-11,-9 35,0 0,0 0,-1 0,1 0,-1-1,0 1,0 0,0 0,-1 0,1-1,-1 1,0 0,0 0,-1 0,1 0,-1 0,0 0,0 1,0-1,-1 1,1-1,-1 1,0 0,0 0,0 0,-2-2,-5 2,0 0,0 1,0 0,0 0,0 1,0 0,-1 1,1 0,0 1,-1 0,1 1,0 0,0 0,0 1,0 0,1 1,-1 0,1 1,0 0,0 0,1 1,-1 0,-3 4,0 0,1 1,0 0,1 0,0 1,1 0,0 1,1 0,0 1,1-1,1 2,0-1,1 0,0 1,2 0,-1 0,0 12,1 8,0 0,2 0,2 0,1 0,2 0,7 28,-6-34,2 0,1 0,1-1,1 0,2-1,1-1,1 1,1-2,1 0,1-1,9 9,-23-29,1 0,-1 0,1 0,0 0,0 0,0-1,0 1,0-1,1 0,0-1,-1 1,1-1,0 0,0 0,0 0,1-1,-1 0,0 0,1 0,-1-1,0 1,1-1,-1-1,0 1,1-1,-1 0,0 0,1 0,-1-1,0 0,0 0,3-2,9-10,0-1,-1-1,0 0,-2-1,0-1,-1 0,-1-1,0 0,-2-1,0 0,-1-1,2-9,14-63,-25 93,0 1,0-1,0 0,0 1,0-1,0 0,0 0,0 1,-1-1,1 0,0 1,0-1,0 0,0 0,0 1,-1-1,1 0,0 0,0 1,0-1,-1 0,1 0,0 0,0 0,-1 1,1-1,0 0,-1 0,1 0,0 0,0 0,-1 0,1 0,0 0,-1 0,1 0,0 0,-1 0,1 0,0 0,-1 0,1 0,0 0,0 0,-1 0,1 0,0 0,-1-1,1 1,0 0,0 0,-1 0,1 0,0-1,0 1,0 0,-1 0,1-1,0 1,0 0,0 0,0-1,-1 1,1 0,0 0,0-1,0 1,0 0,-6 10,0 0,0 0,1 1,0 0,1 0,0 0,1 1,1-1,0 1,0 0,1 0,0-1,1 1,1 0,-1 0,2 3,0-5,0 0,1-1,0 1,0-1,1 0,0 0,0 0,1 0,0-1,1 1,0-1,0-1,1 1,0-1,0 0,1-1,0 0,3 2,22 11</inkml:trace>
  <inkml:trace contextRef="#ctx0" brushRef="#br0" timeOffset="3056.828">2635 782,'-5'12,"1"0,0 0,0 1,1 0,1-1,0 1,1 0,1 0,0 0,0 0,1 0,1 0,0 0,1 0,0-1,1 1,1-1,-1 0,2 0,0-1,0 0,6 8,-11-16,0 0,1-1,-1 1,0 0,1 0,-1-1,1 1,0-1,0 1,0-1,0 0,1 0,-1 0,0 0,1 0,-1-1,1 1,0-1,0 1,-1-1,1 0,0 0,0 0,0-1,0 1,0-1,0 0,0 1,0-1,1-1,-1 1,0 0,0-1,0 1,0-1,0 0,-1 0,1 0,0-1,0 1,7-10,-2 1,1-1,-1 0,-1-1,0 0,-1 0,0-1,-1 1,-1-1,0 0,0-1,0-4,-2 10,22-109,-23 97,-2 20,0 0,0 0,0 0,0 0,0 0,1 0,-1 0,0 0,0 0,0 1,1-1,-1 0,0 1,0-1,0 0,1 1,-1-1,0 1,1-1,-1 1,0-1,1 1,-1 0,1-1,-1 1,1 0,-1-1,1 1,0 0,-1 0,1-1,0 1,-1 0,1 0,0 0,0-1,0 1,0 0,0 0,0 0,-4 6,1 0,0 0,0 0,0 1,1-1,1 1,-1-1,1 1,0 0,1-1,0 1,0 0,1 0,-1-1,2 1,-1 0,1-1,1 1,-1-1,1 0,0 0,1 0,-1 0,2-1,-1 1,1-1,0 0,0 0,0-1,1 1,0-1,0 0,0-1,1 0,-1 0,1 0,0-1,6 2,-8-3,0-1,0 0,1 0,-1 0,0-1,1 0,-1 0,0 0,1-1,-1 0,0 0,1 0,-1 0,0-1,0 0,0 0,0 0,-1-1,1 0,0 0,-1 0,0 0,0-1,0 0,0 1,-1-1,1-1,0-1,9-13,-1 0,0 0,-2-1,-1-1,0 0,0-3,17-65,-25 89,-1 1,0-1,0 1,0-1,0 1,0-1,0 1,-1-1,1 0,0 1,0-1,0 1,0-1,-1 1,1-1,0 0,0 1,-1-1,1 1,0-1,-1 0,1 1,0-1,-1 0,1 1,0-1,-1 0,1 0,-1 1,1-1,-1 0,1 0,0 0,-1 0,1 0,-1 0,1 1,-1-1,1 0,-1 0,1 0,-1-1,1 1,-1 0,1 0,-1 0,1 0,0 0,-1 0,1-1,-1 1,1 0,-1 0,1-1,0 1,-1 0,1-1,0 1,-1 0,1-1,0 1,0 0,-1-1,1 1,0-1,-4 8,2 1,-1-1,1 1,0-1,0 1,1 0,0 0,1 0,0-1,0 1,0 0,1 0,0 0,1 0,0-1,0 1,0-1,1 1,0-1,1 0,0 0,0 0,0-1,1 1,0-1,0 0,0 0,1-1,0 0,0 0,0 0,1-1,0 1,0-2,0 1,0-1,0 0,10 3,0-1,0-1,0-1,1 0,-1-1,1-1,0-1,-1 0,1-1,-1-1,1-1,-1 0,0-1,0-1,0-1,-1 0,1-2,-2 1,1-2,-1 0,0-1,-1 0,0-1,-1-1,2-3,-8 7,-1-1,0 0,0 0,-1 0,-1 0,0-1,0 0,0 0,-2 0,2-6,-3 11,0 1,0-1,-1 0,0 1,0-1,0 1,0-1,-1 1,1-1,-1 1,0-1,-1 1,1-1,-1 1,0 0,0 0,0 0,0 0,-1 0,0 1,0-1,0 1,0-1,0 1,-1 0,1 1,0 0,0 0,0 0,0 1,0-1,0 1,0 0,0 0,0 0,-1 1,1-1,0 1,-1-1,1 1,0 0,-1 1,1-1,0 0,-1 1,1 0,0 0,0 0,0 0,0 0,0 1,0-1,0 1,0 0,0 0,1 0,-1 0,1 0,-1 1,1-1,0 1,0 0,0-1,0 1,1 0,-1 0,0 2,-2 6,1-1,0 1,1 0,0 0,0 0,2 1,-1-1,1 0,1 0,0 0,0 1,1-1,1 0,0-1,0 1,1 0,0-1,1 0,0 0,1 0,0-1,1 0,0 0,0 0,0-1,1 0,2 0,-4-4,0 0,0 0,1-1,0 0,0 0,0-1,0 1,0-2,0 1,1-1,-1 0,0 0,1-1,-1 0,1 0,-1-1,0 0,1-1,-1 1,0-1,0-1,0 1,0-1,5-3,4-2,0-2,0 0,-1 0,0-2,-1 0,0 0,-1-1,-1-1,5-7,-3 4,-1 0,-1-1,0-1,-1 0,-2 0,0-1,-1 0,3-13,-11 33,0 0,0 0,0 0,-1 0,1 0,0 0,0 0,0 0,-1 0,1 0,0 0,0 0,0 0,-1 0,1 0,0 0,0 0,0 0,0 0,-1 0,1 0,0-1,0 1,0 0,0 0,-1 0,1 0,0 0,0 0,0-1,0 1,0 0,0 0,-1 0,1 0,0-1,0 1,0 0,0 0,0 0,0-1,0 1,0 0,0 0,0 0,0-1,0 1,0 0,0 0,-13 16,7-5,1 0,0 1,1 0,0-1,0 1,1 1,1-1,0 0,1 1,0-1,1 1,1-1,-1 1,1-7,0 1,0-1,0 1,0-1,1 0,0 0,1 0,-1 0,1 0,0 0,1 0,-1-1,1 0,0 0,1 0,-1 0,1-1,0 1,0-1,0 0,1-1,-1 1,1-1,0 0,4 1,-3-1,1-1,-1 0,0-1,1 1,-1-1,1-1,-1 1,1-1,0-1,-1 0,1 0,-1 0,1-1,-1 0,0 0,0-1,0 1,0-2,0 1,-1-1,1 0,-1-1,3-2,12-12,0-2,-1 0,-1-1,-1-1,8-15,17-20,-43 58,0 0,0 0,0 0,0 1,0-1,0 0,0 0,0 0,0 1,1-1,-1 0,0 0,0 0,0 1,0-1,0 0,0 0,1 0,-1 0,0 0,0 1,0-1,0 0,1 0,-1 0,0 0,0 0,0 0,1 0,-1 0,0 0,0 0,0 0,1 0,-1 0,0 0,0 0,0 0,1 0,-1 0,0 0,0 0,0 0,1 0,-1 0,-7 32,4-22,0-2,1-1,-1 1,2 0,-1 0,1 0,0 0,1 0,0 0,0 0,1 0,0 0,0 0,1 0,0 0,0 0,1 0,0-1,0 0,1 1,0-1,0 0,1-1,0 1,0-1,0 0,1 0,0-1,0 1,0-1,1-1,6 4,-6-5,1 0,-1-1,1 0,0 0,0-1,0 0,-1 0,1-1,0 0,0 0,0-1,0 0,0 0,-1-1,1 0,0-1,-1 0,0 0,1 0,-1-1,-1 0,4-2,1-3,0 1,0-2,-1 0,0 0,-1-1,0 0,-1 0,0-1,-1 0,0 0,-1-1,2-5,11-44,-2 0,-3-1,-3 0,-2-1,-2-44,-6 104,16-216,-10-48,-10 230,3 39,0-1,0 0,-1 1,1-1,0 0,0 1,-1-1,1 0,0 1,-1-1,1 0,-1 0,1 1,0-1,-1 0,1 0,-1 0,1 1,0-1,-1 0,1 0,-1 0,1 0,-1 0,1 0,-1 0,1 0,-1 0,1 0,-1 0,1 0,0 0,-1-1,1 1,-1 0,1 0,0 0,-1-1,1 1,-1 0,1 0,0-1,-1 1,1 0,0-1,-1 1,1-1,0 1,0 0,-1-1,1 1,0-1,0 1,0 0,0-1,0 1,-1-1,1 1,0-1,0 1,0-1,0 1,0-1,0 1,1 0,-1-1,0 1,0-1,0 1,-7 11,0 1,1 1,1-1,0 1,0 0,1 0,1 0,0 1,0 9,3-22,-8 54,2 1,3 0,2 0,3 0,2-1,9 44,21 76,28 75,-55-225,6 27,-5-16</inkml:trace>
  <inkml:trace contextRef="#ctx0" brushRef="#br0" timeOffset="4063.137">4560 460,'526'147,"-267"-61,-224-67,-35-19,1 0,-1 1,1-1,-1 1,1-1,-1 1,1 0,-1-1,0 1,1-1,-1 1,0 0,1-1,-1 1,0 0,0-1,0 1,0 0,0-1,0 1,0 0,0 0,0-1,0 1,0 0,0-1,0 1,0 0,-1-1,1 1,0 0,0-1,-1 1,1-1,-1 1,1 0,0-1,-1 1,1-1,-1 1,1-1,-1 1,0-1,1 0,-1 1,1-1,-1 0,0 1,1-1,-1 0,0 0,1 0,-1 0,0 1,1-1,-2 0,-73 36,59-30,0 1,0 1,1 0,0 1,1 0,0 1,0 1,1 0,0 1,-1 2,12-11,0-1,0 1,0-1,0 1,0 0,1 0,-1-1,1 1,-1 1,1-1,0 0,0 0,1 0,-1 0,1 1,-1-1,1 0,0 1,0-1,1 0,-1 0,1 1,0-1,-1 0,1 0,0 0,1 0,-1 0,1 0,-1 0,1 0,0-1,0 1,0 0,0-1,1 0,-1 1,1-1,-1 0,1 0,0-1,0 1,1 0,2 1,0-1,0 0,1 0,-1-1,1 0,0 0,-1 0,1-1,0 0,-1 0,1-1,-1 0,1 0,-1 0,1-1,-1 0,1 0,-1-1,0 1,0-1,-1-1,1 1,3-4,0 1,0-1,-1 0,1 0,-2-1,1 0,-1-1,0 1,-1-1,0-1,-1 1,0-1,0 0,-1 0,0-1,-3 10,0 1,-1-1,1 1,-1-1,1 0,-1 1,0-1,1 0,-1 1,0-1,1 0,-1 1,0-1,0 0,0 0,1 1,-1-1,0 0,0 0,0 0,0 1,-1-1,1 0,0 0,0 1,0-1,-1 0,1 0,0 1,-1-1,1 0,0 1,-1-1,1 0,-1 1,1-1,-1 1,1-1,-1 1,0-1,1 1,-1-1,1 1,-1 0,0-1,0 1,1 0,-1-1,0 1,0 0,1 0,-1 0,-1 0,-2 5,0 0,0 0,0 0,0 1,1 0,0 0,0 0,0 0,1 0,0 0,0 1,1-1,0 1,0-1,0 1,1 0,0 3,-1-2,0-1,1 0,0 1,0-1,1 0,0 1,0-1,0 0,1 0,1 0,-1 0,1 0,0 0,0 0,1-1,0 0,0 0,0 0,1 0,0-1,0 1,1-1,-1 0,1-1,0 0,0 0,2 1,-5-5,1 1,-1-1,1 1,-1-1,1 0,-1-1,1 1,-1-1,1 1,-1-1,1 0,-1 0,0 0,1-1,-1 1,0-1,0 0,0 0,0 0,0 0,-1-1,1 1,-1-1,1 1,-1-1,0 0,0 0,0 0,43-91,-36 59,-2 0,-1-1,-2 0,-1 0,-3-24,1 41,-2 18,1 0,0 0,0 0,0 0,0 0,-1 0,2-1,-1 1,0 0,0 0,0 0,0 0,1 0,-1 0,0 0,1 0,-1 0,1 0,0 0,-1 0,1 0,0 0,-1 0,1 0,0 0,0 1,0-1,0 0,-1 1,1-1,0 0,0 1,0 0,1-1,-1 1,0-1,0 1,0 0,0 0,0 0,0 0,0 0,1 0,-1 0,0 0,1 0,20 4,0 1,0 1,0 1,-1 1,-1 1,21 11,-38-19,0 0,1 0,-1 1,0-1,0 1,0-1,0 1,0 0,0 0,-1 0,1 1,0-1,-1 1,0-1,0 1,0 0,0 0,0 0,0 0,-1 0,1 0,-1 1,0-1,0 0,0 1,-1-1,1 0,-1 1,0-1,1 1,-2-1,1 1,-54 115,52-115,0 0,0-1,1 1,0 0,0 0,0 0,0 0,1 0,-1 0,1 0,0 0,0 0,0-1,1 1,0 0,-1 0,1 0,1 0,-1 0,0 0,1-1,0 1,0-1,0 1,0-1,1 0,-1 0,1 0,0 0,0 0,0-1,0 1,3 1,3-1,-1-1,0 1,1-2,0 1,-1-1,1-1,0 1,0-2,-1 1,1-1,0 0,-1-1,1 0,-1 0,1-1,-1 0,0-1,0 0,-1 0,1 0,-1-1,0 0,0-1,0 1,-1-1,0-1,0 1,-1-1,1 0,-1 0,-1-1,3-5,-2 4,-1 0,0-1,0 1,-1-1,-1 1,1-1,-2 0,1 0,-1 0,-1-3,0 13,-1-1,1 1,-1 0,1-1,-1 1,1 0,-1 0,0-1,1 1,-1 0,1 0,-1 0,1 0,-1-1,0 1,1 0,-1 0,1 0,-1 0,0 1,1-1,-1 0,1 0,-1 0,0 0,1 1,-1-1,1 0,-1 0,1 1,-1-1,1 0,-1 1,1-1,-1 1,1-1,0 1,-1-1,1 0,0 1,-1 0,1-1,0 1,0-1,-1 1,1-1,0 1,0-1,0 1,0 0,0-1,0 1,0-1,0 1,0 0,0-1,0 1,0-1,0 1,1 0,-6 10,0 0,1 1,1 0,0-1,1 1,0 0,0 0,2 0,-1 0,2 0,-1 0,2 0,0 0,0 0,1 0,0 0,1-1,0 0,1 0,1 0,-1 0,2-1,-1 0,1 0,1 0,0-1,0-1,1 1,0-1,1 0,40 19,-1-7</inkml:trace>
</inkml:ink>
</file>

<file path=ppt/ink/ink5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4-05T06:40:33.385"/>
    </inkml:context>
    <inkml:brush xml:id="br0">
      <inkml:brushProperty name="width" value="0.1" units="cm"/>
      <inkml:brushProperty name="height" value="0.1" units="cm"/>
      <inkml:brushProperty name="color" value="#33CCFF"/>
      <inkml:brushProperty name="ignorePressure" value="1"/>
    </inkml:brush>
  </inkml:definitions>
  <inkml:trace contextRef="#ctx0" brushRef="#br0">1089 639,'20'2,"16"1,16 0,12-1,11 0,7-1,3 0,-2-1,-8 0,-12 0,-14 0,-14-1,-11 1,-6 0,-7 0</inkml:trace>
  <inkml:trace contextRef="#ctx0" brushRef="#br0" timeOffset="664.223">1730 371,'-1'0,"0"0,0 0,0 0,0 0,0 0,0 0,0 0,0 0,0 0,0 1,0-1,0 0,0 0,0 1,1-1,-1 1,0-1,0 1,0-1,0 1,1 0,-1-1,0 1,0 0,1 0,-1 0,1-1,-1 1,1 0,-1 0,1 0,-1 0,1 0,0 0,0 0,-1 0,1 0,0 0,0 0,0 0,0 0,0 0,0 0,0 0,1 0,-1 0,0 0,0 0,1 0,-1 0,1-1,-1 1,1 0,-1 0,1 0,-1 0,1-1,0 1,7 5,0-1,0 0,0-1,0 0,1-1,0 1,0-1,0-1,0 0,0 0,9 2,58 14,-24-6,-1 2,0 2,38 18,-22 10,-66-42,1 0,0-1,-1 1,1 0,-1 0,1 0,-1 0,0 1,0-1,0 0,0 0,-1 1,1-1,-1 1,1-1,-1 0,0 1,0-1,0 1,0-1,0 1,0-1,-1 1,1-1,-1 0,0 1,0-1,0 0,0 0,0 2,-7 7,-1-1,0 0,0 0,-1-1,0 0,0-1,-1 0,0-1,-1 0,1-1,-6 3,9-5,-58 31,-1-4,-2-2,-65 18,89-34</inkml:trace>
  <inkml:trace contextRef="#ctx0" brushRef="#br0" timeOffset="1499.036">72 144,'0'16,"0"17,0 15,0 15,0 9,0 7,-2 0,-1-1,0-7,1-11,0-16</inkml:trace>
  <inkml:trace contextRef="#ctx0" brushRef="#br0" timeOffset="1834.181">5 77,'-1'-2,"1"0,-1-1,0 1,1 0,-1-1,1 1,0 0,0-1,0 1,0 0,0-1,1 1,-1-1,1 1,-1 0,1 0,0-1,0 1,0 0,0 0,0 0,1 0,-1 0,1 0,-1 0,1 0,-1 1,1-1,0 1,0-1,0 1,0 0,1-1,8 0,-1 0,1 1,0 0,0 1,0 0,0 1,0 0,0 0,0 2,-1-1,1 1,2 1,14 3,-1 1,0 1,0 2,-1 0,0 2,-1 0,0 2,19 15,-39-27,0 0,1 0,-2 0,1 1,0-1,-1 1,0 0,1 0,-2 0,1 0,0 1,-1-1,0 1,0-1,0 1,0 0,-1 0,0 0,0 0,0 0,-1 0,0 0,0 0,0 0,0 0,-7 6,0 0,0 0,-1-1,0 0,-1 0,0-1,0-1,-1 1,0-1,-1-1,0 0,0-1,0 0,-1 0,0-1,-1 0,-181 69,195-74,-1 0,0 0,0 1,0-1,0 0,0 0,0 1,0-1,0 0,0 0,0 1,0-1,0 0,0 0,0 1,0-1,0 0,0 0,0 1,0-1,0 0,0 0,-1 1,1-1,0 0,0 0,0 0,0 1,-1-1,1 0,0 0,0 0,0 1,17-3</inkml:trace>
  <inkml:trace contextRef="#ctx0" brushRef="#br0" timeOffset="2142.325">486 586,'90'-222,"-89"220,-1 2,-1-1,1 1,0-1,0 1,0-1,-1 0,1 1,0-1,0 1,0-1,0 0,0 1,0-1,0 1,1-1,-1 1,0-1,0 0,0 1,1-1,-1 1,0-1,0 1,1-1,-1 1,0-1,1 1,-1 0,1-1,-1 1,1-1,-1 1,0 0,1-1,-1 1,1 0,0 0,-1-1,1 1,-1 0,1 0,-1 0,1 0,-1 0,1 0,0 0,-1 0,1 0,-1 0,1 0,0 0,-1 0,1 0,-1 0,1 1,0-1,-1 146,-4 107,-12-177,5-49</inkml:trace>
  <inkml:trace contextRef="#ctx0" brushRef="#br0" timeOffset="2390.753">433 852,'11'0,"16"0,14 0,14 0,11-2,10-5,6-5,1 1,-14 2</inkml:trace>
</inkml:ink>
</file>

<file path=ppt/ink/ink5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4-05T06:40:40.136"/>
    </inkml:context>
    <inkml:brush xml:id="br0">
      <inkml:brushProperty name="width" value="0.1" units="cm"/>
      <inkml:brushProperty name="height" value="0.1" units="cm"/>
      <inkml:brushProperty name="color" value="#33CCFF"/>
      <inkml:brushProperty name="ignorePressure" value="1"/>
    </inkml:brush>
  </inkml:definitions>
  <inkml:trace contextRef="#ctx0" brushRef="#br0">1 798,'4'-3,"-1"0,1 0,0 1,0-1,1 1,-1 0,1 0,-1 0,1 1,-1-1,1 1,0 0,0 1,-1-1,1 1,0 0,0 0,0 0,0 1,-1 0,1 0,0 0,-1 0,1 1,-1-1,1 1,-1 1,0-1,0 1,0-1,0 1,0 0,0 0,-1 1,1 0,6 14,-1 0,-1 1,-1 0,-1 1,0-1,-2 1,0 0,-1 0,-1 0,-1 1,-1-1,0 3,0-3,1-3,10 45,-9-61,0 0,0 0,0 0,0 0,0 0,0-1,1 1,-1-1,0 0,0 1,0-1,1 0,-1 0,0-1,0 1,0 0,1-1,-1 1,0-1,0 0,0 1,0-1,0 0,0 0,0-1,0 1,0 0,-1-1,1 1,-1-1,1 1,-1-1,1 0,0-1,1 0,24-19,-1-1,-2-2,0 0,-2-2,0-1,2-6,6-25,-29 50,-7 25,4-9,0 0,1 0,0 0,0 0,0 1,1-1,0 0,1 0,0 0,0 0,0 0,1 0,0 0,0 0,1 0,0-1,0 1,0-1,1 0,0 0,0 0,1-1,0 1,0-1,0 0,0 0,1-1,-1 0,1 0,1 0,-1 0,0-1,1 0,1 0,-1-1,0 0,0 0,0 0,0-1,0 0,0-1,0 1,0-1,0-1,0 0,0 1,0-2,0 1,0-1,0 0,-1-1,1 0,-1 0,1 0,-1-1,0 1,0-2,-1 1,1-1,-1 1,0-1,0-1,-1 1,0-1,0 0,0 0,0 0,2-6,-1-4,0 1,0-1,-2 0,0-1,0 1,-2 0,0-1,-1 0,22 147,-19-119,0 1,1-1,0 0,1 0,1 0,-1-1,8 10,-10-17,-1 1,1-1,0 0,0 0,0 0,0 0,1-1,-1 0,1 1,-1-1,1 0,0-1,0 1,0-1,0 1,0-1,0 0,0-1,1 1,-1-1,0 0,0 0,0 0,1 0,3-2,-1 0,0 0,0 0,0-1,0 0,0 0,-1-1,1 1,-1-2,0 1,0-1,0 0,-1 0,0 0,0-1,0 0,0 0,-1 0,0 0,2-6,3-5,-2 1,0-1,-1-1,0 1,-2-1,0 0,-1 0,0 0,-3-38,0 57,0-1,0 0,0 0,0 0,0 0,0 1,0-1,0 0,-1 0,1 0,0 0,0 1,0-1,0 0,0 0,-1 0,1 0,0 0,0 0,0 0,-1 0,1 0,0 1,0-1,0 0,-1 0,1 0,0 0,0 0,0 0,-1 0,1 0,0 0,0-1,0 1,-1 0,1 0,0 0,0 0,0 0,-1 0,1 0,0 0,0 0,0-1,0 1,0 0,-1 0,1 0,0 0,0-1,-7 24,4-9,1 1,1 0,0-1,1 1,0 0,1 0,1-1,0 1,4 12,-4-21,0 1,1 0,-1-1,1 1,0-1,1 0,0 0,0 0,0 0,0-1,1 0,0 1,0-2,1 1,-1-1,1 0,0 0,0 0,0-1,1 0,4 2,70 4,-43-14</inkml:trace>
  <inkml:trace contextRef="#ctx0" brushRef="#br0" timeOffset="959.474">1484 852,'-3'5,"0"0,0 0,1 1,0-1,0 1,0 0,1 0,-1-1,1 1,1 0,-1 0,1 0,0 0,0 0,1 4,-1-1,0 0,0-1,1 1,-1 0,2 0,0-1,0 1,0-1,1 0,0 1,1-1,0-1,0 1,1 0,-1-1,2 0,-1 0,1-1,0 1,0-1,1-1,0 1,0-1,0 0,1-1,0 1,-1-2,2 1,-1-1,0 0,0-1,1 0,4 1,-5-3,0 0,-1-1,1 0,-1 0,1-1,-1 0,0 0,0 0,1-1,-2 0,1-1,0 1,-1-1,1-1,-1 1,0-1,-1 0,1-1,-1 1,0-1,-1 0,1 0,-1 0,0-1,2-3,0-1,-1 0,0 0,-1-1,0 1,-1-1,0 0,-1 0,0 0,-1 0,0 0,-1 0,-1 0,-1-10,3 21,-1 0,0-1,0 1,0 0,0 0,0-1,0 1,0 0,0 0,0-1,-1 1,1 0,0 0,-1 0,1 0,-1 0,1-1,-1 1,0 0,1 0,-1 0,0 1,0-1,0 0,0 0,0 0,0 0,0 1,0-1,0 0,0 1,0-1,0 1,0 0,0-1,-1 1,1 0,0-1,0 1,-1 0,1 0,0 0,0 0,0 0,-1 1,1-1,0 0,0 0,0 1,-1-1,1 1,0-1,0 1,0 0,0-1,0 1,0 0,0-1,0 1,0 0,1 0,-1 0,0 1,-4 3,1 1,0 0,0 0,1 0,0 1,0-1,1 1,-1-1,1 1,1 0,-1 0,1 0,1 0,-1 0,1 0,0 1,1-1,0 0,0 0,0 0,1 0,0-1,0 1,1 0,0-1,0 1,0-1,1 0,0 0,0-1,1 1,-1-1,1 0,0 0,1 0,-1-1,1 1,2 0,4-1,0 0,1 0,0-1,-1 0,1-1,0-1,0 0,0-1,1 0,-1-1,0 0,0-1,-1-1,1 0,0-1,-1 0,0-1,0 0,0-1,-1 0,0-1,0 0,0-1,-1 0,1-2,-6 5,-1 0,1 0,-1-1,0 0,-1 0,1 0,-1 0,0 0,-1-1,1 0,-1 1,0-1,-1 0,0 0,0 0,-1 0,1 0,-2 0,1 0,-1 0,2 8,-1-1,0 0,0 1,0-1,1 0,-1 1,0-1,0 0,0 1,0-1,0 1,0-1,0 0,0 1,0-1,0 0,0 1,0-1,0 1,0-1,0 0,0 1,0-1,0 0,0 1,0-1,-1 0,1 1,0-1,0 0,-1 1,1-1,0 0,0 0,-1 1,1-1,0 0,-1 0,1 1,0-1,-1 0,1 0,0 0,-1 0,1 1,0-1,-1 0,1 0,0 0,-1 0,1 0,-1 0,1 0,0 0,-1 0,1 0,0 0,-1-1,1 1,-1 0,1 0,0 0,-1 0,1 0,0-1,-1 1,1 0,0-1,-1 7,0-1,0 0,1 0,0 1,0-1,0 0,1 0,-1 1,1-1,1 0,-1 0,1 0,0 0,0 0,0 0,1-1,-1 1,1-1,0 0,1 1,-1-1,1-1,0 1,0 0,0-1,0 0,0 0,1 0,-1-1,1 1,0-1,3 1,7 2,0-1,-1 0,1-1,1 0,-1-1,0-1,0-1,1 0,-1-1,0 0,0-2,1 0,-2 0,1-1,0-1,-1 0,0-2,0 1,0-1,-1-1,0-1,-1 0,11-10,7-22,-13 58,-12-10,0 0,0-1,0 0,1 0,0 0,0 0,1-1,0 0,0-1,0 1,0-1,1-1,-1 1,1-1,0-1,0 0,0 0,0 0,0-1,1 0,-1 0,0-1,1-1,-1 1,0-1,0 0,0-1,1 0,-1 0,-1-1,1 0,0-1,-1 1,0-1,7-5,-10 6,-1 0,1-1,-1 1,0-1,0 0,0 0,-1 0,1 0,-1-1,0 1,0 0,-1-1,1 0,-1 1,0-1,0 0,-1 0,1 1,-1-1,0 0,0 0,-1 0,0 0,1 1,-2-1,1 0,0 1,-1-1,0 1,0-1,0 1,-1 0,1 0,-1 0,0 0,0 0,-1 1,1-1,-1 1,1 0,-1 0,0 0,0 1,-1-1,-5-1,0 0,0 1,0 0,-1 0,1 2,-1-1,0 1,1 0,-1 1,0 1,1 0,-1 0,1 1,-1 0,1 0,0 2,0-1,0 1,0 1,1-1,-1 2,1-1,0 1,1 1,0-1,0 2,0-1,1 1,0 0,0 0,1 1,0 0,1 0,-1 3,4-9,1 0,0 1,0-1,0 1,0-1,1 1,0-1,-1 1,1-1,0 1,1-1,-1 1,1 0,-1-1,1 1,0-1,0 0,1 1,-1-1,1 0,-1 0,1 0,0 0,0 0,1 0,-1 0,1-1,-1 1,1-1,0 0,0 0,0 0,0 0,0 0,0-1,2 2,79 14,-43-16</inkml:trace>
  <inkml:trace contextRef="#ctx0" brushRef="#br0" timeOffset="1888.216">2942 504,'-11'-5,"1"0,-1 1,0 0,0 1,0 0,-1 1,1 0,-1 1,1 0,-1 0,-3 2,10-1,0 1,0 0,1 0,-1 0,0 0,0 1,1 0,-1 0,1 0,-1 1,1-1,0 1,0 0,0 0,0 1,1-1,0 1,-1-1,1 1,0 0,1 1,-1-1,1 0,0 1,0-1,0 1,0 1,-1 4,1 0,1 0,0 1,0-1,1 0,0 1,0-1,2 0,-1 1,1-1,0 0,1 0,1 0,-1-1,1 1,1-1,89 143,-76-124,3-1,0-1,1-1,2 0,0-2,2-1,0-1,1-2,12 6,-36-23,1 0,0 0,-1 0,1-1,0 0,0 1,-1-1,1-1,0 1,0-1,0 1,0-1,0 0,0-1,0 1,0-1,0 1,0-1,0-1,0 1,0 0,-1-1,1 0,-1 0,1 0,-1 0,0 0,0-1,0 1,0-1,0 0,0 0,-1 0,1 0,-1-1,0 1,0-1,0 1,0-2,4-12,0-1,-1 0,-1 0,0 0,-2-1,0 1,-1-1,-1 0,-1-5,2-13,-1 36,-1 0,1-1,0 1,0 0,0-1,-1 1,1 0,0-1,0 1,1-1,-1 1,0 0,0-1,1 1,-1 0,1-1,-1 1,1 0,0 0,-1-1,1 1,0 0,0 0,0 0,0 0,0 0,0 0,0 0,0 0,0 1,0-1,0 0,1 1,-1-1,0 1,1-1,-1 1,0-1,1 1,159 15,-139-13,0 2,0 0,0 1,0 2,-1 0,0 1,-16-6,0 0,0 1,0-1,-1 1,0 0,1 0,-1 0,0 1,0 0,-1-1,1 1,-1 1,0-1,0 0,0 1,-1-1,0 1,1 0,-2 0,1 0,0 0,-1 0,0 0,0 1,-1-1,0 0,1 1,-2 1,-2 18,2-23,0 0,0 0,0 1,1-1,-1 0,0 1,1-1,0 1,-1-1,1 0,0 1,0-1,1 1,-1-1,0 1,1-1,0 0,-1 1,1-1,0 0,0 1,0-1,0 0,1 0,-1 0,1 0,-1 0,1 0,0-1,-1 1,1 0,0-1,0 0,0 1,0-1,1 0,-1 0,0 0,0 0,2 0,13 0,-1-2,1 0,-1 0,1-2,-1 0,1 0,-1-2,-1 0,1-1,11-6,88-47,-114 58,-1 1,0 0,1 0,-1-1,1 1,-1 0,1 0,-1 0,1 0,-1 0,1 0,-1 0,1 0,-1 0,1 0,-1 0,1 0,-1 0,1 0,-1 0,1 0,-1 1,1-1,-1 0,1 0,-1 0,0 1,1-1,-1 0,1 1,-1-1,0 0,1 1,-1-1,0 1,1-1,-1 1,0-1,0 0,0 1,1-1,-1 1,0-1,0 1,0-1,0 1,0-1,0 1,0-1,0 1,0-1,0 1,5 11,2-5,0 0,0-1,1 0,0 0,0-1,0 0,0-1,1 1,0-2,0 1,0-1,0-1,1 1,-1-2,3 1,-1 1,-1-1,0 0,1 0,-1-1,1-1,0 1,-1-2,1 0,0 0,-1-1,0 0,1 0,-1-1,0-1,4-2,-11 4,0 0,-1 0,1 0,-1 0,1 0,-1-1,0 1,0-1,0 0,-1 0,1 1,-1-1,1 0,-1 0,0 0,0-1,0 1,-1 0,1 0,-1 0,1-1,-1 1,0 0,-1-1,1 1,0 0,-1 0,0-1,0 1,0 0,0 0,-1-1,0-3,-1 1,-1-1,1 1,-1-1,0 1,-1 0,1 1,-1-1,0 1,-1 0,1 0,-1 0,-6-3,4 4,0 0,0 1,0-1,0 2,-1-1,0 1,1 1,-1-1,0 1,0 1,1 0,-1 0,0 1,0 0,1 0,-1 1,0 0,1 1,0 0,-1 0,1 0,0 1,1 1,-1-1,1 1,0 1,0-1,0 1,1 0,0 1,0-1,1 1,0 0,0 1,0-1,1 1,-2 4,5-9,0 0,0 0,0-1,1 1,-1 0,1 0,-1 0,1 0,0 0,0 0,0 0,0 0,1 0,-1 0,1 0,0-1,0 1,0 0,0 0,0-1,1 1,-1-1,1 1,0-1,0 1,-1-1,2 0,-1 0,0 0,0 0,1 0,-1-1,1 1,-1-1,1 1,-1-1,1 0,0 0,0 0,0 0,0-1,78 8,-43-13</inkml:trace>
  <inkml:trace contextRef="#ctx0" brushRef="#br0" timeOffset="2435.753">4412 597,'-52'-73,"50"71,0 0,0 0,0 0,-1 0,1 0,0 1,-1-1,0 1,1 0,-1 0,0 0,1 0,-1 0,0 1,0-1,0 1,0-1,0 1,0 0,1 1,-1-1,0 0,0 1,0-1,0 1,0 0,1 0,-1 0,0 0,-4 6,0 0,0 1,0-1,1 1,0 1,1-1,0 1,0 0,0 0,2 0,-1 1,1-1,0 1,1 0,0 0,1 0,0 0,0 0,1 0,1 0,0 4,0 5,1 1,0-1,2 1,0-1,1 0,1 0,1-1,1 0,0 0,2-1,-1 0,2 0,1-1,0 0,0-1,2-1,0 0,0-1,2 0,-1-1,17 9,-27-18,0-1,0 1,0-1,0 0,0 0,0-1,1 0,-1 0,0 0,1 0,-1-1,1 0,-1 0,1 0,-1-1,1 0,-1 0,0 0,1-1,-1 1,0-1,0-1,0 1,0-1,-1 0,4-2,12-13,0-1,-1-1,0-1,-2 0,-1-2,0 0,-2 0,0-2,-2 0,-1 0,-1-1,-1 0,-1-1,-2 0,0-4,10-38,-3-1,-3 1,-3-2,-3-27,-6 61,2 37,0 1,0-1,0 0,-1 1,1-1,0 0,-1 0,1 1,0-1,0 0,-1 0,1 0,0 1,-1-1,1 0,0 0,-1 0,1 0,-1 0,1 0,0 0,-1 0,1 0,0 0,-1 0,1 0,-1 0,1 0,0 0,-1 0,1 0,0 0,-1 0,1-1,0 1,-1 0,1 0,0 0,-1-1,1 1,0 0,-1 0,1-1,0 1,0 0,0-1,-1 1,-13 42,1 0,2 0,1 1,0 27,7-51,-10 61,3 2,5-1,3 33,2-96,2 1,0 0,1-1,1 0,1 0,0 0,1 0,1-1,2 2,-6-12,1-1,-1 0,1 0,0 0,1-1,-1 1,1-1,0 0,1-1,-1 1,1-1,0 0,0 0,0-1,0 1,1-1,-1-1,1 0,0 1,0-2,0 1,0-1,0 0,0-1,0 0,-3 0,0 0,0 0,0-1,0 1,0-1,0 0,0 0,0-1,-1 1,1-1,0 0,-1 0,0 0,1 0,-1-1,0 1,0-1,0 0,0 0,-1 0,1 0,-1-1,0 1,0-1,13-26</inkml:trace>
  <inkml:trace contextRef="#ctx0" brushRef="#br0" timeOffset="2685.082">4573 638,'22'-3,"24"0,20 0,15 1,7 1,-5 2,-12 6,-17 2</inkml:trace>
  <inkml:trace contextRef="#ctx0" brushRef="#br0" timeOffset="2933.428">4987 1052,'-2'5,"1"0,0 1,0-1,0 0,1 1,0-1,0 1,0-1,0 1,1-1,0 0,0 1,1-1,0 0,-1 0,2 0,-1 0,0 0,1 0,0-1,0 1,1-1,-1 0,1 0,0 0,0-1,0 1,0-1,1 0,0 0,-1 0,1-1,0 1,0-1,5 1,0-3,-1-1,1 0,0 0,-1-1,1 0,-1-1,1 0,-1 0,0-1,0 0,0-1,-1 0,0 0,0-1,0 0,-1-1,1 1,-2-1,1-1,-1 1,0-1,0 0,3-8,-5 10,-1 0,1 1,-1-1,-1 0,1 0,-1-1,0 1,-1 0,0-1,0 1,0-1,0 0,-1 1,0-1,-1 1,0-1,0 1,0-1,0 1,-1-1,0 1,-1 0,1 0,-1 0,-1 0,1 1,-1-1,0 1,0 0,0 0,-1 0,1 0,-1 1,0 0,-1 0,1 0,-1 1,0 0,-2-1,0 1,0 0,0 1,0 0,0 1,0 0,-1 0,1 1,0 0,-1 0,1 1,0 0,-1 0,1 1,0 0,0 1,0 0,0 0,1 0,-1 1,1 0,0 1,0 0,1 0,-1 0,1 1,0 0,0 0,1 0,0 1,-1 2,4-6,1 0,0 1,0-1,0 0,0 1,0-1,1 0,-1 1,1-1,0 1,0-1,1 1,-1-1,1 0,-1 1,1-1,0 0,0 1,1-1,-1 0,1 0,-1 0,1 0,0 0,0 0,1-1,-1 1,20 20</inkml:trace>
  <inkml:trace contextRef="#ctx0" brushRef="#br0" timeOffset="4643.859">5308 1105,'7'-55,"3"-15,-4 1,-2-1,-4-5,-4 63,6 36,4-16,1-1,0 1,0-1,1 0,0-1,0 0,0 0,1-1,0 0,0 0,0-1,1-1,-1 1,1-1,0-1,0 0,0 0,10 0,159 29,-175-29,-1-1,0 1,0 0,0 0,0 1,0-1,0 1,-1-1,1 1,-1 0,0 0,0 0,0 0,0 0,0 1,-1-1,0 0,1 1,-1-1,0 1,-1 0,1-1,-1 1,1 0,-1-1,0 1,0 0,-1-1,1 1,-1 0,0-1,-1 4,5 57,-2-62,0 1,0-1,1 0,-1 0,1 1,0-1,-1 0,1 0,0 0,0-1,0 1,0 0,1-1,-1 1,0-1,1 0,-1 0,1 0,-1 0,1 0,-1 0,1-1,0 1,-1-1,1 0,0 0,-1 0,1 0,1-1,79-15,-73 12,-1 0,0 0,0-1,0-1,-1 1,0-2,0 1,0-1,-1 0,0 0,0-1,-1 0,0 0,0-1,-1 1,0-1,-1-1,0 1,0 0,-1-1,0 0,-1 0,0 0,1-9,-22 92,17-68,0-1,1 1,0-1,0 1,0-1,0 1,1-1,0 1,0 0,0-1,0 1,1 0,0-1,0 1,0-1,0 1,1-1,0 0,0 1,0-1,0 0,0 0,1 0,0-1,0 1,0-1,0 1,1-1,-1 0,1 0,0-1,1 2,1-3,0 0,1 0,-1-1,0 1,0-1,0-1,0 1,0-1,0 0,0-1,0 1,0-1,0 0,0-1,-1 1,1-1,-1 0,0 0,2-3,7-4,0-1,-1 0,-1-1,0 0,0-1,3-6,-2 2,-1-1,0 0,-2-1,0 0,-1-1,0 1,1-10,-11 29,1 0,0 0,0 0,0 1,0-1,0 0,-1 0,1 0,0 0,0 0,0 0,-1 0,1 0,0 0,0 0,0 0,0 0,-1 0,1 0,0 0,0 0,0 0,0 0,-1 0,1 0,0-1,0 1,0 0,0 0,0 0,-1 0,1 0,0 0,0 0,0-1,0 1,0 0,0 0,0 0,-1 0,-11 18,7-11,1 1,-1 1,2-1,-1 1,1-1,1 1,-1 0,1 0,1 0,0 0,0 0,1 1,0-1,0 0,1 0,1 0,-1 0,2 0,-1 0,1 0,0 0,4-3,0 0,0-1,0 0,1 0,0-1,0 0,0 0,0-1,0 0,1-1,-1 1,1-2,0 1,0-1,0 0,-1-1,1 0,0-1,3 0,4 2,1 0,-1-2,1 0,-1-1,0 0,1-1,-1-1,0-1,-1 0,1-1,-1-1,0 0,-1-1,0-1,0 0,-1-1,0 0,0-1,-1 0,-1-1,0-1,-1 0,0 0,-1-1,3-6,5-28,-2-2,-2 0,-3 0,-1-1,-3 0,-2-1,-2-34,0-228,-2 301,-1 0,0 1,-1-1,0 1,-1-1,0 1,-1 0,-5-12,8 23,0-1,1 1,-1 0,0 0,0-1,0 1,1 0,-2 0,1 0,0 0,0 0,0 0,0 0,0 0,-1 1,1-1,0 0,-1 1,1-1,-1 1,1 0,0-1,-1 1,1 0,-1 0,1 0,-1 0,1 0,-1 0,1 0,-1 0,1 1,-1-1,1 0,0 1,-1-1,1 1,0 0,-1 0,-45 42,26-11,1 1,2 1,1 1,2 0,1 1,2 0,2 1,1 0,1 4,2-8,1 0,2 0,1 0,2 1,1-1,1 1,2-1,6 23,-5-37,0-1,1 0,0-1,2 1,0-1,1-1,0 1,2-2,0 1,0-2,2 1,0-1,0-1,1-1,1 0,2 1,-6-5,0-1,1 0,0 0,0-2,0 1,1-2,-1 1,1-2,0 0,0 0,1-1,-1-1,0 0,1-1,-1 0,0-1,1-1,-1 0,0-1,0 0,0-1,-1 0,1-1,-1-1,11-6,-6 0,0-1,-1 0,-1-1,0-1,-1-1,-1 0,0 0,-1-1,-1-1,-1 0,4-10,1-16,-32 48,13 0,-1 1,1 0,0 0,0 0,1 0,-1 0,1 1,0-1,1 1,0 0,-1 0,2 0,-1 0,0 4,2-7,-1 0,1 0,0 0,0 0,0 0,0-1,0 1,1 0,-1 0,1 0,0 0,0-1,0 1,0 0,1-1,-1 1,1-1,-1 0,1 1,0-1,0 0,0 0,0 0,0 0,0 0,1-1,-1 1,1-1,-1 1,1-1,-1 0,4 1,6 2,0-1,0-1,1 0,-1-1,0 0,1-1,-1 0,1-1,-1 0,1-1,-1 0,0-1,0-1,0 0,0 0,-1-1,1-1,7-5,-9 3,-1 0,0 0,-1-1,0-1,0 1,-1-1,0 0,3-8,-4 9,-6 9,0 0,1 0,-1 0,0 1,0-1,0 0,1 0,-1 0,0 0,0 0,1 0,-1 0,0 0,0 0,1 0,-1 0,0 0,0 0,1 0,-1 0,0 0,0 0,1 0,-1 0,0 0,0 0,1 0,-1 0,0 0,0-1,0 1,1 0,-1 0,0 0,0 0,0-1,1 1,-1 0,0 0,0-1,-6 33,4-24,1-5,0 0,-1 0,1 0,-1 0,1 1,0-1,1 0,-1 1,1-1,-1 1,1-1,0 1,0-1,0 1,1-1,-1 1,1-1,0 0,0 1,0-1,0 0,1 0,0 0,-1 1,1-2,0 1,0 0,0 0,1-1,-1 1,1-1,-1 1,1-1,0 0,0 0,1 0,11 0,0-1,0-1,0 0,0-1,0-1,0 0,0-1,-1 0,1-1,-1-1,0-1,0 0,0 0,-1-1,0-1,8-7,-7 7,-1-1,0 0,-1-1,0-1,0 0,-1 0,1-3,-28 29,13-11,0 1,-1-1,2 1,-1 0,0 0,1 0,0 0,0 0,0 1,1-1,0 0,0 1,0-1,1 1,0-1,0 1,0 0,1-1,-1 1,1-1,1 0,-1 1,1-1,0 0,0 0,0 0,1 0,0 0,0 0,0-1,1 1,5 1,0 0,1 0,-1-1,1-1,1 1,-1-2,0 1,1-1,0-1,0 0,0-1,0 0,0 0,0-1,0-1,-1 0,1 0,0-1,0 0,0-1,-1-1,2 0,23-10</inkml:trace>
  <inkml:trace contextRef="#ctx0" brushRef="#br0" timeOffset="4901.168">8195 504,'-9'-2,"-3"1,1 1</inkml:trace>
</inkml:ink>
</file>

<file path=ppt/ink/ink5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4-05T06:40:37.153"/>
    </inkml:context>
    <inkml:brush xml:id="br0">
      <inkml:brushProperty name="width" value="0.1" units="cm"/>
      <inkml:brushProperty name="height" value="0.1" units="cm"/>
      <inkml:brushProperty name="color" value="#33CCFF"/>
      <inkml:brushProperty name="ignorePressure" value="1"/>
    </inkml:brush>
  </inkml:definitions>
  <inkml:trace contextRef="#ctx0" brushRef="#br0">348 476,'-12'-3,"0"1,0 0,0 0,0 2,0-1,0 2,0-1,0 2,0 0,0 0,0 1,1 0,-1 1,1 0,0 1,0 1,0 0,1 0,0 0,0 2,1-1,0 1,0 1,1-1,0 1,0 1,1 0,0 0,1 0,0 0,1 1,0 0,1 1,0-1,0 1,1-1,1 1,0 6,1-14,1-1,0 0,0 1,0-1,1 1,0-1,-1 1,1-1,0 0,0 1,1-1,-1 0,1 0,-1 0,1 0,0 0,0 0,1-1,-1 1,0 0,1-1,0 0,-1 0,1 0,0 0,0 0,0 0,0-1,1 0,-1 1,0-1,1 0,-1-1,0 1,1-1,-1 1,1-1,-1 0,1 0,-1 0,3-1,9-3,1 0,-1-1,0 0,0-1,-1-1,0 0,0-1,-1-1,0 0,0-1,-1 0,0-1,-1 0,0-1,-1 0,0-1,-1 0,0 0,5-13,-8 15,-2 1,1 0,-1-1,-1 0,0 0,0 0,-1 0,-1 0,0-1,0 1,-1 0,-1-9,1 19,0 1,1-1,-1 0,0 0,0 1,0-1,0 0,0 0,0 1,0-1,0 0,0 0,-1 1,1-1,0 0,0 0,-1 1,1-1,0 0,-1 1,1-1,0 0,-1 1,1-1,-1 1,0-1,1 1,-1-1,1 1,-1-1,0 1,1-1,-1 1,0 0,1-1,-1 1,0 0,0 0,1 0,-1 0,0-1,0 1,1 0,-1 0,0 0,0 0,1 1,-1-1,0 0,0 0,1 0,-1 1,0-1,1 0,-1 1,0-1,1 0,-1 1,0-1,1 1,-4 6,0 0,1 0,0 1,0-1,1 1,0-1,0 1,1 0,0 0,0 0,1 0,0 1,-1 5,1-1,1 1,0 0,1-1,1 1,0-1,0 0,1 1,1-2,0 1,1-1,1 1,-3-6,0 0,1 0,0-1,0 0,0 0,1 0,-1-1,1 1,1-1,-1-1,1 1,0-1,0 0,0-1,0 0,1 0,0 0,-1-1,1 0,0-1,2 1,1-2,0 0,-1-1,1 0,0 0,-1-1,1 0,-1-1,0-1,0 1,0-2,0 1,-1-1,1-1,-1 1,-1-2,3-1,7-7,-1 0,-1-1,0-1,-1 0,-1-1,-1-1,2-5,6-11,-3-1,-1-1,-1 0,-2-2,-2 0,-2 0,-1-1,-2 0,-2 0,-1-19,-2 49,-1 1,-1-1,0 1,0 0,-1-1,0 1,-1-1,0 1,0 0,-1 0,0 0,-1 0,0 1,0-1,-2 0,5 7,-1 1,0-1,0 0,0 1,0-1,0 1,-1 0,1 0,0 0,-1 0,1 0,0 0,-1 1,1-1,-1 1,1 0,-1-1,0 1,1 0,-1 1,1-1,-1 0,1 1,-1-1,1 1,0 0,-1 0,1 0,0 0,-1 0,1 1,-65 50,52-33,2 0,0 1,1 0,1 1,1 0,1 0,1 1,0 1,2-1,1 1,1 1,0-1,2 0,1 1,1-1,1 1,0-1,2 0,1 1,1-1,1-1,3 7,-3-11,1 0,1-1,1 1,0-1,1-1,1 0,1-1,0 0,1 0,0-1,1-1,1 0,0-1,0-1,2 0,-1-1,1-1,0-1,1 0,1-1,-12-5,1-1,-1 0,1 0,0-1,-1 0,1 0,0-1,-1 0,1 0,-1 0,1-1,-1-1,0 1,1-1,-1 0,-1-1,1 0,0 0,-1 0,0-1,0 0,0 0,-1 0,5-6,4-6,0 0,-1-1,-1 0,-1-1,-1-1,0 0,-2 0,1-4,-3 9,0-1,-2 1,0-1,-1 0,0 0,-1 0,-1-1,-1 16,0-1,1 1,-1 0,0 0,0-1,0 1,0 0,0-1,0 1,0 0,-1-1,1 1,0 0,-1 0,1 0,-1-1,1 1,-1 0,0 0,1 0,-1 0,0 0,0 0,0 0,0 0,0 0,0 0,0 0,0 1,0-1,0 0,0 1,0-1,0 1,-1-1,1 1,0 0,-1 0,1-1,0 1,0 0,-1 0,1 0,0 0,-1 0,1 0,0 1,0-1,-1 0,1 1,0-1,0 1,0-1,-1 1,1 0,0-1,0 1,0 0,0 0,0 0,0 0,0 0,-5 4,0 0,0 1,0 0,0 0,1 1,0-1,1 1,-1 0,1 0,1 1,-1-1,1 1,1 0,-1 0,1 0,1 0,-1 0,1 0,1 1,0-1,0 0,0 1,1-1,0 0,1 0,0 0,0 0,1 0,0 0,0-1,1 1,0-1,0 0,4 4,4-2,0 0,1-1,0-1,1 0,0 0,0-2,0 0,0 0,1-2,0 0,0 0,0-1,0-1,0-1,0 0,8-1,134-16,-89 3</inkml:trace>
  <inkml:trace contextRef="#ctx0" brushRef="#br0" timeOffset="1592.746">1872 543,'-13'-7,"0"1,0 1,0 1,0 0,-1 0,0 1,0 1,0 0,1 1,-2 1,1 0,0 1,0 0,1 1,-1 1,0 0,1 1,-1 0,1 1,0 1,1 0,-1 1,1 0,1 0,-1 2,0 1,9-10,1 1,0 0,0 1,0-1,0 0,0 0,0 1,0-1,1 1,-1 0,0-1,1 1,0 0,-1 0,1 0,0 0,0 0,0 0,0 1,0-1,0 0,1 0,-1 1,1-1,0 0,0 1,0-1,0 0,0 1,0-1,0 1,1-1,-1 0,1 0,0 1,-1-1,1 0,0 0,1 0,-1 0,0 0,0 0,1 0,-1 0,1 0,0 0,9 1,0 1,-1-2,2 1,-1-2,0 1,0-1,0-1,1 0,-1-1,0 0,0 0,0-2,0 1,0-1,7-3,-7 4,1-1,-1-1,1 1,-1-2,0 1,-1-2,1 1,-1-1,0-1,-1 0,1 0,-1-1,-1-1,0 1,0-1,0 0,-1-1,-1 0,1 0,-1-2,-5-14,-5 28,1 8,1 1,0-1,1 0,0 0,1 1,0-1,0 0,1 1,1-1,0 0,1 4,-1-2,76 383,-77-389,3 14,0-1,-2 1,0 0,-2 0,0 0,-1 0,-1 0,-1 0,0-1,-2 1,-5 14,9-31,0-1,0 0,0 1,0-1,0 0,0 0,-1 1,1-1,-1 0,1-1,-1 1,0 0,0 0,0-1,0 1,0-1,0 1,0-1,-1 0,1 0,0 0,-1 0,1 0,-1-1,1 1,-1-1,1 0,-1 1,1-1,-1 0,1 0,-1-1,1 1,-1-1,1 1,-2-1,-2-4,-1 0,1 0,0 0,0-1,1 0,0 0,0-1,0 0,1 1,0-1,0-1,1 1,-1 0,2-1,-1 0,0-3,-6-12,1 0,1 0,2-1,0 0,1 0,1 0,1-1,2 1,0 0,1-1,2 1,0 0,2 0,1 0,0 1,2 0,1 0,0 1,13-20,-11 30,0 1,0 1,2 0,-1 0,1 1,0 1,1 0,0 1,0 0,1 2,0-1,0 2,0 0,1 0,-1 2,1 0,-1 1,16 0,83-18,-105 17,-1-1,0 1,0-2,0 1,0-1,-1-1,1 1,-1-1,0-1,2-1,-7 5,0 0,0 0,0 0,0 0,0-1,-1 1,1-1,-1 1,1-1,-1 1,0-1,0 0,0 1,0-1,-1 0,1 0,-1 0,0 0,0 0,0 0,0 1,0-1,0 0,-1 0,0 0,1 0,-1 1,0-1,0 0,-1 1,1-1,0 0,-1 1,0 0,1-1,-1 1,0 0,0 0,0 0,0 0,0 0,-1 0,1 1,0-1,-1 1,1 0,-1 0,0 0,1 0,-1 0,0 0,0 1,1-1,-1 1,0 0,0 0,0 0,0 0,0 0,1 1,-1-1,0 1,0 0,1 0,-1 0,0 0,1 0,-1 0,1 1,0-1,-1 1,1 0,0 0,0 0,0 0,0 0,0 0,0 1,-2 5,-1-1,2 2,-1-1,1 0,0 1,1-1,0 1,0 0,1 0,0 0,1 0,0 0,0 0,1 0,0 0,0 0,1-1,1 1,-1 0,1-1,1 0,-1 1,2-1,-1-1,1 1,0-1,0 1,1-2,0 1,0-1,1 1,0-2,0 1,0-1,1 0,0-1,0 1,4 0,-8-3,1-1,0 0,-1 0,1 0,0-1,-1 1,1-1,0-1,0 1,-1 0,1-1,0 0,-1 0,1-1,-1 1,1-1,-1 0,0 0,0 0,0-1,0 0,0 1,0-1,-1 0,1-1,-1 1,0-1,0 0,1-1,5-7,-1-1,0 0,0 0,-1-1,-1 0,-1 0,0-1,2-9,12-132,-19 155,0 0,-1 1,1-1,1 0,-1 0,0 1,0-1,0 0,0 1,0-1,1 0,-1 0,0 1,1-1,-1 0,0 1,1-1,-1 1,1-1,-1 0,1 1,-1-1,1 1,0-1,-1 1,1 0,-1-1,1 1,0 0,-1-1,1 1,0 0,0 0,-1-1,1 1,0 0,0 0,-1 0,1 0,0 0,0 0,-1 0,1 0,0 1,0-1,-1 0,1 0,0 1,-1-1,1 0,0 1,-1-1,1 0,-1 1,1-1,0 1,-1-1,1 1,-1 0,1-1,-1 1,0-1,1 1,-1 0,0-1,1 2,8 3,193 73,-199-77,0 0,0 0,0 0,0 1,-1 0,1-1,-1 1,1 0,-1 0,1 0,-1 0,0 1,0-1,0 1,0-1,-1 1,1 0,-1 0,0-1,1 1,-1 0,0 0,-1 0,1 0,-1 1,1-1,-1 0,0 0,0 0,0 0,0 0,-1 2,-3 28,1-26,1 1,1 0,-1-1,1 1,0 0,1 0,0 0,0 0,1-1,0 1,0 0,1 0,0-1,0 1,1-1,0 0,0 0,1 0,0 0,0 0,0-1,1 1,5 3,-1-3,1-2,0 1,0-1,1-1,0 0,-1 0,1-1,1-1,-1 1,0-2,0 0,1 0,-1-1,1 0,-1-1,0-1,1 1,-1-2,0 0,0 0,0-1,-1 0,1-1,-1 0,0 0,-1-1,1-1,1-1,3-3,-1 0,0 0,-1-1,0-1,-1 0,0-1,-1 0,-1 0,0-1,-1 0,-1-1,0 0,-1 0,0-1,-2 1,3-15,-7 29,1 0,0 0,-1-1,1 1,-1 0,0 0,0 0,0-1,0 1,0 0,0 0,-1 0,1-1,-1 1,1 0,-1 0,0 0,0 0,0 0,0 0,0 0,0 0,-1 1,1-1,-1 0,1 1,-1-1,0 1,1-1,-1 1,0 0,0 0,0 0,0 0,0 0,0 0,0 0,0 1,0-1,-1 1,1 0,0-1,0 1,0 0,-1 0,1 1,0-1,-5 2,-1 1,1 0,0 0,1 1,-1 0,1 0,0 0,0 1,0 0,0 0,1 0,0 1,0 0,0 0,1 0,0 1,0-1,1 1,0 0,0 0,0 0,1 1,0-1,1 1,-1-1,1 1,1-1,0 8,1-10,0-1,0 1,1-1,-1 0,1 0,1 0,-1 0,0 0,1 0,0-1,0 1,0-1,0 1,0-1,1 0,-1-1,1 1,0-1,0 1,0-1,4 1,96 26,-59-23,0-2,0-2,1-2,-1-2,0-2,0-2,-1-2,23-8,-53 13,0-2,1 0,-2-1,1 0,-1-1,1 0,3-4,-14 9,0-1,0 1,0 0,-1-1,1 0,0 0,-1 0,0 0,0 0,0 0,0-1,0 1,-1-1,1 1,-1-1,0 0,0 1,0-1,-1 0,1 0,-1 0,0 0,0 1,0-1,-1 0,1 0,-1 0,0 1,0-1,-2-2,1-1,-1 1,1 1,-2-1,1 0,-1 1,0-1,0 1,0 0,-1 1,1-1,-1 1,0 0,-1 0,1 0,-1 1,0 0,0 0,0 0,0 1,0 0,0 0,-1 0,1 1,-1 0,1 0,-1 1,1 0,-1 0,1 0,-1 1,1 0,-1 1,1-1,0 1,-1 0,1 0,-3 3,2-1,0 1,-1 0,2 0,-1 1,1 0,-1 0,2 1,-1 0,1 0,0 0,0 1,1-1,-3 8,5-12,1 1,-1 0,1 0,0 0,0-1,1 1,-1 0,1 0,-1 0,1 1,1-1,-1 0,0 0,1 0,0-1,0 1,0 0,1 0,-1 0,1-1,0 1,0 0,0-1,0 0,0 0,1 1,0-1,0-1,0 1,2 2,4 0,0-1,1 0,0 0,-1-1,1-1,0 1,0-1,1-1,-1 0,0 0,1-1,-1-1,0 0,0 0,0-1,1 0,-1 0,-1-1,1-1,0 0,-1 0,0-1,0 0,0 0,-1-1,1 0,-3 2,1-1,-1 1,1-1,-1-1,-1 1,1-1,-1 0,0 0,0 0,-1-1,0 1,0-1,0 0,-1-1,0 1,-1-1,1 1,-1-1,-1 0,-1 8,0 1,-1 0,1 0,-1-1,1 1,0 0,-1-1,1 1,-1 0,0-1,1 1,-1-1,1 1,-1-1,0 1,1-1,-1 0,0 1,0-1,1 0,-1 0,0 1,0-1,0 0,1 0,-1 0,0 0,0 0,0 0,1 0,-1 0,0 0,0 0,0-1,1 1,-1 0,0 0,0-1,1 1,-1-1,0 1,1 0,-1-1,0 1,1-1,-1 0,1 1,-1-1,1 1,-1-1,1 0,-1 0,1 1,0-1,-1 0,1 1,0-1,0 0,-1 0,0 4,0 0,0-1,1 1,-1 0,0 0,1 0,0 0,0 0,0 0,0 0,0 0,0 0,1 0,-1 0,1 0,0 0,0-1,0 1,1 0,-1 0,0-1,1 1,0-1,0 1,-1-1,1 0,1 0,-1 0,0 0,0 0,1 0,-1-1,1 1,1 0,7 4,0-1,0 0,1-1,0 0,0-1,0 0,12 1,10-1,-1-2,1-1,0-1,-1-2,1-1,-1-2,0-1,16-7,19-8</inkml:trace>
</inkml:ink>
</file>

<file path=ppt/ink/ink5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4-05T06:40:22.968"/>
    </inkml:context>
    <inkml:brush xml:id="br0">
      <inkml:brushProperty name="width" value="0.1" units="cm"/>
      <inkml:brushProperty name="height" value="0.1" units="cm"/>
      <inkml:brushProperty name="color" value="#33CCFF"/>
      <inkml:brushProperty name="ignorePressure" value="1"/>
    </inkml:brush>
  </inkml:definitions>
  <inkml:trace contextRef="#ctx0" brushRef="#br0">0 671,'21'2,"22"3,22 3,18 1,16 0,9-1,0 0,-10-1,-14-2,-22-1</inkml:trace>
  <inkml:trace contextRef="#ctx0" brushRef="#br0" timeOffset="286.232">521 470,'-1'2,"1"0,0-1,0 1,0-1,0 1,0 0,0-1,0 1,1 0,-1-1,0 1,1-1,0 1,-1-1,1 1,0-1,0 1,-1-1,1 0,0 0,0 1,1-1,-1 0,0 0,0 0,0 0,1 0,-1 0,1 0,-1-1,1 1,27 19,0-1,1-2,1-1,1-2,2 0,36 18,-61-28,15 6,0 2,0 1,-1 0,-1 2,0 1,-1 0,2 4,-20-17,0 0,-1-1,1 2,-1-1,0 0,0 0,0 1,0-1,-1 1,1-1,-1 1,0 0,0 0,0-1,0 1,-1 0,0 0,0 0,0 0,0 0,0 0,-1-1,0 1,0 0,0 0,0 0,0-1,-1 1,0-1,1 1,-1-1,-1 0,1 0,0 0,-2 1,-14 15,-1-1,0-2,-2 0,0-1,0-1,-1 0,-1-2,-11 4,-11 8,23-13,6-3,0 1,1 0,0 1,1 0,0 1,-5 6,6-1</inkml:trace>
  <inkml:trace contextRef="#ctx0" brushRef="#br0" timeOffset="1252.657">2072 1085,'14'-48,"-2"0,-1 0,-3-1,-3 0,-1-1,-2 1,-6-49,3 76,-1 0,-1 0,-2 0,0 0,-1 1,-1 0,-1 0,-1-1,-13-5,19 44,10-9,0 0,0-1,1 1,-1-2,1 1,1-1,-1 0,1-1,0 0,1-1,-1 0,1 0,8 2,-14-5,68 25,-49-19,-1 1,1 1,-1 0,-1 2,0 1,0 0,8 8,-23-13,0 0,-1 1,1 0,-2 0,1 0,-1 0,0 1,-1-1,0 1,0 0,-1 0,0 0,-1 1,0-1,0 0,-1 1,0-1,-1 0,0 1,-1-1,1 0,-2 0,1 0,-3 4,-5 61,9-69,1-1,0 1,1 0,-1-1,1 1,-1 0,1-1,1 1,-1-1,1 1,0-1,0 0,0 0,0 0,1 0,-1 0,1 0,0 0,0-1,1 0,-1 0,1 0,0 0,-1 0,1-1,1 1,-1-1,0 0,0 0,1-1,-1 1,1-1,-1 0,1 0,1-1,9 2,-1-2,1 0,-1-1,0 0,1-1,-1-1,0 0,0-1,0 0,-1-1,0-1,0 0,0-1,0 0,-1-1,-1-1,1 0,-1 0,-1-1,0 0,0-1,-1 0,0 0,-1-1,0-1,-1 1,-1-1,0 0,0-1,-1 1,-1-1,2-14,-2 16,-2 0,0 0,0 0,-1 0,0 0,-1-1,-1 1,0 0,-2-9,3 20,0 0,0-1,0 1,0 0,-1 0,1-1,0 1,-1 0,1 0,-1 0,1 0,-1 0,0 0,1 0,-1 0,0 0,0 0,0 0,0 0,0 0,0 1,0-1,0 0,0 1,0-1,0 1,0-1,0 1,0-1,-1 1,1 0,0-1,0 1,0 0,-1 0,1 0,0 0,0 0,-1 1,1-1,0 0,0 0,0 1,-1-1,1 1,0-1,-46 41,36-26,1 1,1 0,0 1,1 0,0 0,2 1,0 0,1 0,0 0,2 1,0-1,1 15,1-23,1 0,0 1,1-1,0 0,1 0,0 1,1-1,0 0,0-1,1 1,0-1,1 1,0-1,1-1,-1 1,2-1,-1 0,1 0,0-1,1 0,0 0,0 0,6 2,43 20,-3-10</inkml:trace>
  <inkml:trace contextRef="#ctx0" brushRef="#br0" timeOffset="3122.882">3556 817,'-10'-9,"0"0,-1 1,0 0,0 1,-1 0,0 1,0 0,-1 1,0 0,0 1,0 0,0 1,0 1,-1 0,1 1,-1 0,0 1,1 1,-1 0,1 1,-11 2,13-1,0 1,0 0,0 0,1 1,0 0,0 1,0 0,-7 7,13-11,0 1,0 0,1 1,0-1,-1 0,1 1,0 0,1 0,-1 0,1 0,0 0,0 0,0 1,0-1,1 1,0-1,0 1,0 0,0-1,1 1,0 0,0 2,1-3,0-1,0 1,0 0,1-1,-1 1,1-1,0 0,0 0,0 0,0 0,1 0,-1 0,1 0,0-1,0 1,0-1,0 0,0 0,0 0,1 0,-1 0,2 0,83 22,-72-22,0-1,0-1,0 0,1-1,-1-1,-1 0,1-1,0-1,-1 0,1-1,-1-1,-1 0,1-1,-1-1,0 0,-1-1,0 0,0-1,2-4,-11 11,0-1,-1 0,0-1,0 1,0 0,0-1,-1 0,1 1,-1-1,0 0,-1 0,1 0,-1-1,0 1,-1 0,1 0,-1-1,0-2,0 8,0 0,0 0,0 0,0 1,0-1,-1 0,1 0,0 0,0 1,0-1,0 0,0 0,-1 0,1 0,0 0,0 1,0-1,-1 0,1 0,0 0,0 0,0 0,-1 0,1 0,0 0,0 0,0 0,-1 0,1 0,0 0,0 0,0 0,-1 0,1 0,0 0,0 0,-1 0,1 0,0 0,0 0,0 0,-1-1,1 1,0 0,0 0,0 0,0 0,-1 0,1-1,0 1,0 0,0 0,0 0,0-1,0 1,0 0,0 0,-1 0,1-1,0 1,-8 21,5 6,0 0,2 0,1 0,2 0,0 0,6 23,-5-22,7 45,0-18,-3 1,-1 0,-4 0,-2 1,-2-1,-3 0,-8 36,8-73,-1 0,-1 0,0-1,-2 0,0 0,-1-1,-6 8,11-18,0 0,0 0,-1-1,0 0,-1 0,1 0,-1-1,0 0,0 0,-1-1,0 1,1-2,-1 1,-1-1,1-1,0 1,-1-1,0-1,5 0,-1-1,0 0,0 0,0 0,0 0,0-1,1 0,-1 0,0 0,1-1,-1 0,1 0,-1 0,1 0,0-1,0 1,0-1,0 0,0 0,1-1,-1 1,1-1,0 0,0 0,0 0,1 0,-4-5,1-1,1 1,0-1,0 0,1 0,0-1,1 1,0-1,1 1,0-1,0-6,2-8,2 1,0-1,1 1,2-1,0 2,2-1,1 1,0 0,5-6,16-28,3 1,38-49,-33 52,3 2,1 2,3 1,2 3,2 1,3 3,-52 39,1 1,0 0,0-1,0 1,0 0,0 0,0-1,0 1,1 0,-1 0,0 0,1 1,-1-1,0 0,1 0,-1 1,1-1,-1 1,1-1,-1 1,1 0,0-1,-1 1,1 0,-1 0,1 0,0 0,-1 1,1-1,-1 0,1 1,-1-1,1 1,-1-1,1 1,-1 0,1 0,-1-1,0 1,0 0,1 0,-1 0,0 1,0-1,0 0,1 1,9 113,-9-102,1 0,0-1,1 1,0 0,1-1,0 0,1 0,1-1,4 6,-8-12,0 0,1-1,0 1,0-1,0 0,1 0,-1 0,1 0,0-1,0 0,0 0,0 0,1-1,-1 1,1-1,-1-1,1 1,0-1,0 0,0 0,0-1,1 0,-3 0,0-1,0 1,0-1,0 0,0-1,0 1,0-1,-1 1,1-1,0-1,-1 1,0 0,1-1,-1 1,0-1,0 0,-1 0,1 0,0-1,-1 1,0-1,0 1,2-5,31-93,-32 87,34-131,-28 137,-7 35,-2-22,-1 6,1 0,0 0,1 0,0 0,0 0,1 0,1 0,0-1,0 1,1-1,1 0,-1 0,1-1,1 1,0-1,1 0,-1 0,2-1,-1 0,1 0,0-1,1 0,7 5,-7-9,0 0,0 0,0-1,0-1,0 1,0-1,0-1,0 0,1 0,-1 0,0-2,0 1,0-1,0 0,0-1,0 0,-1 0,1-1,-1 0,0-1,0 1,6-6,5-4,1-2,-2 0,0-1,-1 0,-1-2,0 0,-2-1,2-3,15-34,-3 0,-2-2,-2-1,-4-1,-2-1,-3 0,-2-1,3-61,-14 109,2-5,-1 0,-1 0,0 0,-2 0,0-1,-1 1,-2 0,0 0,0 0,-6-12,8 28,-1 0,0 0,0 0,0 1,0-1,-1 1,1-1,-1 1,0 0,0 0,0 0,-1 0,1 0,-1 1,1 0,-1-1,0 1,0 1,0-1,0 1,0-1,0 1,-1 0,1 1,0-1,0 1,-1-1,1 2,0-1,-1 0,1 1,0 0,-2 0,-8 5,0 0,0 1,0 0,1 2,1-1,-1 1,1 1,1 0,0 1,0 0,1 1,1 0,0 1,0-1,2 2,-1-1,2 1,0 0,-1 3,-5 15,1 0,2 1,1 1,1-1,2 1,2 1,1-1,1 0,2 0,2 1,0-1,3 0,1-1,1 0,2 0,1 0,2-1,1-1,1 0,2-1,1-1,1-1,6 5,-18-22,0-1,1 0,0-1,1 0,0 0,0-1,1 0,0-1,0 0,1 0,0-1,0-1,0 0,1 0,0-1,0 0,0-1,0-1,1 0,-1-1,0 0,1 0,-1-2,1 1,-1-2,1 0,10-3,-8-3,0-1,-1 0,-1-1,0 0,0-2,-1 1,0-1,-1-1,-1 0,0-1,0 0,-2 0,1-1,-2 0,0-1,-1 1,-1-1,0 0,1-10,-2-3,-11 41,4-2,0 1,0 0,1 0,1-1,0 1,1 0,0 0,0 0,1 0,0 0,1 0,1 0,0-1,0 1,1-1,0 0,0 0,1 0,1 0,0-1,0 0,1 0,0-1,0 0,1 0,0-1,1 0,-1 0,2 0,-3-1,1-1,-1 0,1-1,0 1,0-1,0-1,1 0,-1 0,1-1,-1 0,1 0,0-1,0 0,0 0,0-1,0 0,0-1,0 0,-1-1,1 1,0-2,0 1,-1-1,0 0,0-1,0 0,0-1,0 1,-1-1,0-1,4-2,-2-5,1 1,-2-2,0 1,0-1,-1 0,-1-1,0 0,-1 0,-1 0,0 0,-1-1,-1 1,0-5,-7-1,1 32,0-1,1 1,0 0,1 0,0 0,1 1,0-1,1 0,0 1,0-1,2 0,-1 0,1 0,2 6,-2-10,0 0,1 0,0 0,0-1,0 1,1-1,-1 0,2 0,-1 0,1 0,0-1,0 1,0-1,1-1,2 3,9 2</inkml:trace>
  <inkml:trace contextRef="#ctx0" brushRef="#br0" timeOffset="3384.183">5508 497,'-2'-5,"-1"2,0 0</inkml:trace>
  <inkml:trace contextRef="#ctx0" brushRef="#br0" timeOffset="24195.444">4304 2609,'-4'4,"-1"0,1-1,-1 1,0-1,0 0,-1-1,1 1,-1-1,1 0,-1 0,0-1,1 1,-1-1,0 0,0-1,0 0,0 0,0 0,0-1,0 1,0-1,1-1,-1 1,0-1,1 0,-1 0,1-1,0 0,-1 0,1 0,1 0,-1-1,-3-3,6 6,0-1,0 0,1 0,-1 0,0 0,1 0,-1 0,1-1,0 1,0-1,0 1,0-1,0 1,0-1,1 1,-1-1,1 1,0-1,0 0,0 1,0-1,0 0,0 1,1-1,-1 1,1-1,0 0,0 1,0-1,0 1,0 0,1-1,-1 1,0 0,1 0,0 0,0 0,0 0,-1 0,1 1,1-1,-1 0,0 1,0 0,1-1,-1 1,1 0,19-10,1 0,0 2,1 0,0 2,0 0,0 2,1 1,0 1,0 1,9 0,-27 1,0 0,1 0,-1 0,0 1,1 0,-1 1,0 0,1 0,-1 0,0 1,0 0,0 0,0 1,-1 0,1 0,0 0,-1 1,0 0,0 1,0-1,-1 1,0 0,1 0,-2 1,1-1,-1 1,1 0,-2 1,1-1,-1 1,1 0,-2 5,1-1,-1 1,-1 0,0 0,-1-1,0 1,-1 0,0 0,-1-1,0 1,-1-1,0 1,-1-1,0 0,-1 0,-4 6,-3 5,-1 0,-1-1,-1 0,0-1,-2-1,0-1,-8 5,2-2,0-2,-2 0,0-2,-2 0,1-2,-2-1,0-2,0 0,-2-2,-24 6,51-15,-1 0,1 1,0-1,-1 0,1-1,-1 1,0 0,1-1,-1 0,1 0,-1 0,1-1,-1 1,1-1,-1 1,1-1,-1 0,1-1,0 1,-1-1,1 1,0-1,0 0,0 0,0 0,1 0,-1-1,0 1,1-1,0 0,-1 0,1 0,1 0,-2-1,3 0,-1-1,1 0,0 1,1-1,-1 1,1-1,0 1,0 0,0-1,1 1,0 0,-1 0,2-1,-1 2,0-1,1 0,-1 0,1 1,0-1,0 1,1 0,-1 0,1 0,0 1,-1-1,1 1,0 0,0 0,0 0,1 0,-1 1,0-1,1 1,-1 1,1-1,-1 0,1 1,-1 0,1 0,0 1,-1-1,1 1,-1 0,0 0,11 6,0 0,-1 1,0 1,-1 0,0 1,0 0,6 8,13 10,-15-14,0 0,1-1,0-1,0-1,2 0,-1-1,1-2,1 0,-1 0,1-2,1-1,-1-1,1 0,0-2,0 0,-1-2,1 0,18-4,34-29,-73 32,1 0,-1 0,0 0,1 0,-1 0,0-1,0 1,0 0,0-1,0 1,0-1,-1 1,1-1,0 1,-1-1,1 0,-1 1,0-1,1 0,-1 1,0-1,0 0,0 1,0-1,0 0,-1 1,1-1,0 0,-1 1,1-1,-1 0,0 1,1-1,-1 1,0-1,0 1,0 0,0-1,0 1,0 0,-1 0,1 0,0-1,-1 1,-20-17</inkml:trace>
  <inkml:trace contextRef="#ctx0" brushRef="#br0" timeOffset="22799.178">1056 2636,'-6'-2,"1"-2,11 1,16 1,20 0,22 1,15 1,8 2,-2 3,-10 3,-19 3,-18-1</inkml:trace>
  <inkml:trace contextRef="#ctx0" brushRef="#br0" timeOffset="22982.69">1003 2836,'16'7,"18"4,21 1,17-2,19-3,13-2,5-5,-2-1,-8-4,-21-1</inkml:trace>
  <inkml:trace contextRef="#ctx0" brushRef="#br0" timeOffset="23285.878">1711 2422,'1'3,"0"1,0-1,0 1,1-1,-1 0,1 0,-1 1,1-1,0 0,1 0,-1-1,0 1,1 0,0-1,-1 0,1 1,0-1,0 0,0-1,2 2,-5-3,42 26,1-2,1-2,1-2,34 10,128 62,-202-90,-1 0,1 0,0 0,0 0,-1 1,1 0,-1 0,0 0,0 1,0-1,0 1,-1 0,0 0,1 0,-1 1,-1-1,1 1,-1-1,1 1,-2 0,1 0,0 0,-1 0,0 0,0 1,0-1,-1 0,0 0,0 6,-4-3,0 0,-1 0,0 0,-1-1,1 0,-1 0,-1 0,1 0,-1-1,0 0,-1-1,1 0,-7 3,-53 33,-1-4,-3-2,-11 1,-122 61,174-80</inkml:trace>
  <inkml:trace contextRef="#ctx0" brushRef="#br0" timeOffset="24989.32">4907 2048,'-3'0,"-2"7,-4 11,-1 11,-5 9,-1 6,0 2,2 1,3-4,5-6,2-10</inkml:trace>
  <inkml:trace contextRef="#ctx0" brushRef="#br0" timeOffset="25213.722">4840 2061,'9'16,"10"12,8 6,9 3,5 3,2 0,1-6,-2-4,-7-6,-6-9,-9-5</inkml:trace>
  <inkml:trace contextRef="#ctx0" brushRef="#br0" timeOffset="25476.018">5227 1941,'-2'-9,"-1"3,2 13,2 13,0 15,-2 16,-8 12,-9 9,-10 6,-13 2,2-14</inkml:trace>
  <inkml:trace contextRef="#ctx0" brushRef="#br0" timeOffset="29813.518">5654 2622,'-1'-7,"-1"1,1-1,-2 1,1-1,-1 1,0 0,0 0,0 0,-1 1,0-1,0 1,-1 0,1 0,-1 0,0 1,-3-3,9 15,15 4,1-1,0 0,0-1,1-1,1-1,14 5,-5-1,213 98,-190-68,-50-40,0-1,0 1,0 0,0-1,-1 1,1 0,-1-1,1 1,-1 0,0-1,1 1,-1 0,0 0,0-1,0 1,-1 0,1 0,0-1,-1 1,1 0,-1 0,1-1,-1 1,0-1,0 1,0-1,0 1,0-1,0 1,0-1,0 0,0 1,-1-1,1 0,-1 0,-13 11,0-2,-1 0,-1 0,1-2,-1 0,-1-1,0 0,-13 2,15-4,-274 77,203-61</inkml:trace>
  <inkml:trace contextRef="#ctx0" brushRef="#br0" timeOffset="31006.443">6336 3023,'-18'2,"-17"6,-15 8,-12 8,-9 7,-8 5,-5 0,3 2,9-4,11-2,15-8,17-7,13-7</inkml:trace>
</inkml:ink>
</file>

<file path=ppt/ink/ink5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4-05T06:40:54.860"/>
    </inkml:context>
    <inkml:brush xml:id="br0">
      <inkml:brushProperty name="width" value="0.1" units="cm"/>
      <inkml:brushProperty name="height" value="0.1" units="cm"/>
      <inkml:brushProperty name="color" value="#33CCFF"/>
      <inkml:brushProperty name="ignorePressure" value="1"/>
    </inkml:brush>
  </inkml:definitions>
  <inkml:trace contextRef="#ctx0" brushRef="#br0">108 1,'0'16,"-2"18,-4 19,-2 12,-3 12,-3 6,-2 3,1-5,2-6,3-12,2-12,4-14</inkml:trace>
  <inkml:trace contextRef="#ctx0" brushRef="#br0" timeOffset="423.882">670 1,'-55'41,"-1"-3,-2-2,-1-2,-1-3,-6-1,62-28,-23 11,1-1,-2-2,0 0,0-2,0-1,-12 1,40-8,1-1,-1 1,0 0,0-1,1 1,-1 0,0-1,0 1,0-1,1 1,-1-1,0 1,0 0,0-1,0 1,0-1,0 1,0-1,0 1,0-1,0 1,0-1,0 1,0 0,0-1,0 1,-1-1,1 1,0-1,0 1,-1 0,1-1,0 1,0 0,-1-1,1 1,0 0,-1-1,1 1,0 0,-1-1,1 1,-1 0,6-3,1 0,-1 1,1 0,0 0,-1 1,1-1,0 1,0 0,0 1,0 0,0 0,0 0,0 0,0 1,0 0,-1 0,1 1,0 0,0 0,-1 0,1 0,-1 1,0 0,0 0,0 1,0-1,-1 1,1 0,-1 0,0 1,0-1,1 3,51 121,-22-40,-28-75,0 0,1 0,1-1,0 1,1-2,0 1,1-1,0 0,1-1,0-1,0 0,1 0,0-1,1 0,0-1,0-1,0 0,2 0,10 2,0-2,1-1,0 0,0-2,0-1,0-1,0-1,0-2,0 0,0-2,0-1,-1-1,1-1,-2-1,1-1,15-9,-32 14,0 0,-1-1,0 0,0 0,0-1,0 0,-1 0,0-1,0 0,-1 0,0 0,0 0,-1-1,1 0,11-41</inkml:trace>
</inkml:ink>
</file>

<file path=ppt/ink/ink5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4-05T06:41:01.726"/>
    </inkml:context>
    <inkml:brush xml:id="br0">
      <inkml:brushProperty name="width" value="0.1" units="cm"/>
      <inkml:brushProperty name="height" value="0.1" units="cm"/>
      <inkml:brushProperty name="color" value="#33CCFF"/>
      <inkml:brushProperty name="ignorePressure" value="1"/>
    </inkml:brush>
  </inkml:definitions>
  <inkml:trace contextRef="#ctx0" brushRef="#br0">175 101,'0'18,"-2"20,-4 16,-4 14,-6 8,-2 5,-2 1,-1-6,4-8,4-13,5-17</inkml:trace>
  <inkml:trace contextRef="#ctx0" brushRef="#br0" timeOffset="269.239">1 208,'7'16,"9"14,11 11,10 8,7 4,6 1,4-3,1-5,-2-8,-3-11,-7-9,-8-13,-6-12,-6-14,-7-2</inkml:trace>
  <inkml:trace contextRef="#ctx0" brushRef="#br0" timeOffset="553.569">563 221,'-2'-23,"-1"-16,0-9,0 2,2 6,0 17,0 22,-1 24,-4 26,-4 24,-3 17,-5 11,-2 5,1-4,4-9,5-15,4-21</inkml:trace>
  <inkml:trace contextRef="#ctx0" brushRef="#br0" timeOffset="824.05">883 475,'14'-3,"16"0,16 1,16-3,16 0,11 2,6 0,-14 1</inkml:trace>
</inkml:ink>
</file>

<file path=ppt/ink/ink5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4-05T06:41:06.625"/>
    </inkml:context>
    <inkml:brush xml:id="br0">
      <inkml:brushProperty name="width" value="0.1" units="cm"/>
      <inkml:brushProperty name="height" value="0.1" units="cm"/>
      <inkml:brushProperty name="color" value="#33CCFF"/>
      <inkml:brushProperty name="ignorePressure" value="1"/>
    </inkml:brush>
  </inkml:definitions>
  <inkml:trace contextRef="#ctx0" brushRef="#br0">310 593,'-8'-3,"-1"1,0 0,0 0,0 1,0 0,0 0,0 1,0 0,0 1,0 0,0 0,0 1,0 0,0 1,0 0,1 0,0 1,-1 0,1 0,1 1,-6 4,3-2,0 1,1 0,0 0,1 1,0 0,0 1,1 0,0 0,0 0,1 1,1 0,0 0,0 1,1-1,0 3,4-11,-1 1,1-1,0 0,0 1,0-1,0 1,0-1,1 1,0-1,0 0,0 1,0-1,0 0,0 0,1 0,0 0,-1 0,1 0,0 0,1 0,-1-1,0 1,1-1,0 0,-1 1,1-1,0-1,0 1,0 0,0-1,0 1,1-1,-1 0,0 0,1 0,-1-1,0 1,1-1,-1 0,2 0,9-1,0-1,0-1,-1 0,1-1,-1 0,0-1,0 0,-1-1,1-1,-2 0,1-1,-1 0,0 0,0-1,-1-1,0 0,-1 0,0-1,-1 0,0-1,-1 0,0 0,-1 0,5-13,3-19,-2-1,-2 0,-2-1,-2 0,-2 0,-2 0,-2 0,-2 0,-8-46,8 61,2 16,-1 0,0 0,-1 0,-1 1,-1-1,0 1,-4-11,8 24,0 1,-1-1,1 1,0-1,0 1,0 0,-1-1,1 1,0-1,0 1,-1-1,1 1,0 0,-1-1,1 1,0-1,-1 1,1 0,-1 0,1-1,-1 1,1 0,-1 0,1-1,-1 1,1 0,-1 0,1 0,-1 0,1 0,-1 0,1 0,-1 0,1 0,-1 0,1 0,-1 0,1 0,-1 0,1 0,-1 1,1-1,-1 0,1 0,-1 1,1-1,0 0,-1 1,1-1,-1 0,1 1,0-1,-1 0,1 1,0-1,0 1,-1-1,1 1,0-1,0 1,0-1,-1 1,1-1,0 1,0-1,0 1,0-1,-7 16,1-1,1 1,0 0,1 0,0 1,2-1,-1 10,2-16,-10 82,5 0,5 52,1-120,2 0,0 0,2 0,0 0,2 0,5 15,-7-30,-1 0,1 0,1 0,0-1,0 0,0 0,1 0,0 0,1-1,0 0,0 0,0-1,1 0,0 0,0-1,0 0,9 3,-6-4,0-1,0 0,0-1,1 0,-1-1,1 0,-1-1,1 0,-1-1,1 0,-1-1,0 0,1-1,-1 0,0-1,-1 0,1-1,-1 0,0 0,0-1,0-1,-1 1,0-2,0 1,-1-1,0-1,0 1,-1-1,0-1,-1 1,0-1,0 0,-1 0,0-1,-1 0,-1 0,1 0,-2 0,1 0,0-10,-5-6,2 26,0 1,1-1,-1 1,0 0,0-1,0 1,0-1,0 1,0 0,0-1,-1 1,1 0,0-1,0 1,0-1,0 1,0 0,0-1,-1 1,1 0,0-1,0 1,-1 0,1-1,0 1,0 0,-1 0,1-1,0 1,-1 0,1 0,0 0,-1-1,1 1,-1 0,1 0,0 0,-1 0,1 0,0 0,-1 0,1 0,-1 0,1 0,0 0,-1 0,1 0,-1 0,1 0,0 0,-1 0,1 1,0-1,-1 0,1 0,0 0,-1 1,1-1,0 0,-1 0,-3 5,1 0,0 0,-1 1,2-1,-1 1,1-1,-1 1,2 0,-1 0,0 0,1 0,1 0,-1 0,0-1,-1 2,0 0,0 0,1 0,0 0,1 1,-1-1,1 0,1 0,-1 1,1-1,1 0,-1 0,1 0,0 0,1 0,0-1,0 1,0-1,1 1,0-1,0 0,1 0,-1-1,1 0,0 0,1 0,0 1,2-2,-1 0,0-1,1 1,0-2,0 1,0-1,0 0,0-1,6 1,27 0</inkml:trace>
  <inkml:trace contextRef="#ctx0" brushRef="#br0" timeOffset="473.732">739 192,'1'4,"1"0,0-1,0 1,1 0,-1-1,1 0,-1 0,1 0,0 0,0 0,0 0,1-1,-1 1,1-1,-1 0,1 0,0 0,0-1,0 1,139 68,-104-55,-2 2,0 2,-1 2,-1 1,30 25,-56-39,0 1,-1-1,0 1,-1 1,0 0,-1 0,1 0,-2 1,0-1,0 2,-1-1,0 0,-1 1,0-1,-1 1,-1 0,0 0,0 9,-2 10,0-24,0 1,1 0,0-1,0 1,1-1,-1 1,2-1,-1 1,1-1,0 0,1 1,-1-1,1 0,3 4,-4-9,0 0,0 0,1 0,-1 0,0-1,1 1,-1-1,1 1,0-1,-1 0,1 0,0 0,0 0,0-1,0 1,-1-1,1 1,0-1,0 0,0 0,0-1,0 1,0-1,0 1,0-1,-1 0,1 0,0 0,1-1,4-1,0-1,-1 0,1-1,-1 0,0 0,0 0,-1-1,0 0,3-3,-1 0,-1-1,0 1,-1-1,0 0,0-1,-1 1,-1-1,0 0,0 0,-1-1,0 1,-1-1,-1 1,1-4,-2 14,0 1,1-1,-1 0,0 1,0-1,1 1,-1-1,0 1,0-1,0 0,0 1,0-1,0 0,0 1,0-1,0 1,0-1,0 0,0 1,-1-1,1 1,0-1,0 0,-1 1,1-1,0 1,-1-1,1 1,0-1,-1 1,1-1,-1 1,1 0,-1-1,1 1,-1-1,1 1,-1 0,1 0,-1-1,0 1,1 0,-1 0,1 0,-1 0,0-1,1 1,-1 0,1 0,-1 0,0 0,1 1,-1-1,0 0,1 0,-1 0,-3 6,1 0,0 0,0 0,0 0,0 0,1 0,0 1,1-1,0 1,0 0,0-1,1 1,-1 0,2 0,-1-1,1 1,0 0,0-1,1 1,0-1,0 1,0-1,1 0,0 0,0 0,1 0,2 3,3 0,0 0,0 0,0-1,1-1,0 0,1 0,0 0,0-2,0 1,0-2,1 1,0-1,0-1,0 0,4-1,29 7</inkml:trace>
</inkml:ink>
</file>

<file path=ppt/ink/ink5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4-05T06:41:04.001"/>
    </inkml:context>
    <inkml:brush xml:id="br0">
      <inkml:brushProperty name="width" value="0.1" units="cm"/>
      <inkml:brushProperty name="height" value="0.1" units="cm"/>
      <inkml:brushProperty name="color" value="#33CCFF"/>
      <inkml:brushProperty name="ignorePressure" value="1"/>
    </inkml:brush>
  </inkml:definitions>
  <inkml:trace contextRef="#ctx0" brushRef="#br0">149 441,'0'21,"0"15,0 12,0 3,0 1,0-3,0-6,0-11</inkml:trace>
  <inkml:trace contextRef="#ctx0" brushRef="#br0" timeOffset="250.278">82 81,'-14'-3,"-6"0,0 3,3 5,7 7,10 10,13 9,15 7,8 7,-1-4</inkml:trace>
  <inkml:trace contextRef="#ctx0" brushRef="#br0" timeOffset="507.634">376 709,'18'-4,"1"-1,-1-1,-1 0,1-1,-1-1,0-1,-1 0,0-2,-1 0,0 0,0-1,-1-1,-1 0,10-13,-21 23,1 1,-1-1,0 0,0 0,0 0,0 0,-1 0,1 0,-1 0,0-1,0 1,0-1,0 1,0-1,-1 1,1-1,-1 1,0-1,-1 1,1-1,0 1,-1-1,0 1,0-1,0 1,0 0,0 0,-1-1,1 1,-1 0,0 0,0 0,-2-1,-2 1,0 0,0 1,0 0,-1 0,1 1,-1 0,1 0,-1 0,1 1,-1 0,0 0,1 0,-1 1,1 0,-1 1,1-1,0 1,-1 1,1-1,0 1,0 0,0 0,1 1,-1-1,1 1,0 1,-2 1,2-2,0 0,0 1,0 0,0 0,1 0,0 0,0 1,0-1,1 1,-1 0,2 1,-1-1,1 0,0 1,0-1,0 1,1 0,0-1,1 1,-1 0,1 0,1-1,-1 1,1 0,0 0,1-1,-1 1,1-1,1 1,-1-1,1 0,0 0,1 0,-1 0,1-1,0 1,1-1,1 2,9 2,-1-2,1 1,0-2,1 0,-1-1,1 0,0-1,0-1,1-1,-1 0,1-1,-1-1,1 0,9-2,43-2</inkml:trace>
  <inkml:trace contextRef="#ctx0" brushRef="#br0" timeOffset="967.404">1152 389,'-14'-6,"-1"1,0 1,0 0,0 1,0 1,0 0,-1 1,1 1,0 0,-1 1,1 1,0 0,0 1,0 1,0 0,-11 5,23-8,0 0,1 0,-1 1,0-1,1 1,-1 0,1-1,-1 1,1 0,0 0,0 1,0-1,0 0,0 1,0-1,0 1,1 0,0-1,-1 1,1 0,0 0,0 0,1 0,-1 0,1 0,-1 0,1 0,0 0,0 0,0 0,0 0,1 0,0 0,-1 0,1 0,0 0,0 0,1 0,7 9,2-1,-1 0,2 0,-1-2,1 1,1-1,0-1,0 0,0-1,1-1,0 0,0-1,1 0,9 2,-14-4,115 44,-124-47,0 0,0 1,1-1,-1 0,0 1,0-1,0 0,0 1,0-1,0 1,0 0,0-1,0 1,0 0,-1-1,1 1,0 0,0 0,0 0,-1 0,1 0,-1 0,1 0,-1 0,1 0,-1 0,1 0,-1 0,0 0,0 0,1 0,-1 1,0-1,0 0,0 0,0 0,-1 0,1 0,0 1,0-1,-1 0,1 0,0 0,-1 0,1 0,-1 0,0 0,1 0,-1 0,0 0,0 0,1-1,-1 1,0 0,0 0,0-1,0 1,0-1,0 1,0-1,0 1,0-1,0 1,-1-1,-11 6,0 0,-1 0,1-2,-1 0,0 0,0-2,-1 1,0-2,14 0,0-1,0 1,0-1,-1 1,1-1,0 0,0 1,0-1,-1 0,1 0,0 0,0 0,0 0,-1 0,1 0,0-1,0 1,0 0,0-1,-1 1,1-1,0 1,0-1,0 1,0-1,0 0,0 1,0-1,0 0,1 0,-1 0,0 0,0 0,1 0,-1 0,0 0,1 0,-1 0,1 0,-1 0,1 0,0-1,0 1,-1 0,1-1,3-6,1 0,0 0,0 0,1 1,-1 0,2 0,-1 0,1 1,0 0,0 0,1 0,5-3,-5 3,39-33,1 3,2 2,1 2,16-6,-59 34,-5 2,1 0,-1 0,1 0,0 0,0 0,0 1,0-1,0 1,0 0,0 0,0 0,0 0,1 1,-1-1,0 1,1 0,-1 0,0 0,1 0,-1 0,0 1,0 0,1-1,-1 1,0 1,0-1,0 0,0 1,2 1,0 5,-1 0,0 1,-1-1,0 1,0 0,-1 0,0 0,-1 0,0 0,0 8,6 29,-7-40,1 1,0 0,0-1,1 0,0 1,0-1,0 0,1 0,0 0,0 0,1 0,-1-1,1 1,0-1,1 0,-1 0,1-1,0 0,0 1,1-2,-1 1,1 0,0-1,0 0,0-1,4 2,12-2</inkml:trace>
  <inkml:trace contextRef="#ctx0" brushRef="#br0" timeOffset="1217.734">1553 1,'-7'16,"5"16,9 13,11 9,8 7,1-7</inkml:trace>
  <inkml:trace contextRef="#ctx0" brushRef="#br0" timeOffset="1724.425">1847 683,'5'-8,"0"1,0-1,-1-1,-1 1,1 0,-1-1,-1 0,1 0,-1 0,-1 0,1-6,-1 9,3-26,-2 1,0-1,-2 1,-2-1,0 0,-6-17,-3 8,18 47,0 0,1-1,0 1,0-1,1-1,-1 0,1 0,0 0,0-1,9 2,69 14,-63-15,0 2,0 0,0 1,-1 2,6 2,-24-7,1-1,-1 1,0 0,0 0,0 0,-1 1,0 0,0 0,0 0,0 0,-1 1,0-1,0 1,0 0,-1 0,1 0,-2 0,1 0,-1 0,0 1,0-1,0 0,-1 1,0-1,0 0,-1 1,0-1,0 1,0-1,-2 1,3-6,-1 2,0 0,0 0,0 0,1 0,-1 0,1 0,0 1,0-1,0 0,0 0,0 0,1 0,0 0,-1 0,1 0,0 0,0 0,1 0,-1-1,0 1,1 0,0-1,0 1,0-1,0 1,0-1,0 0,2 2,6-2,-1 0,1-1,0 1,-1-2,1 1,0-2,-1 1,1-1,0-1,-1 0,1 0,-1 0,0-2,0 1,0-1,0 0,-1-1,5-2,9-6,0-1,-1 0,0-2,-1 0,-1-1,-1-1,0-1,12-17,-31 36,1 1,0 0,0-1,1 1,-1 0,0-1,0 1,0-1,0 1,0-1,1 1,-1 0,0-1,1 1,-1-1,0 1,1-1,-1 1,0-1,1 1,-1-1,1 0,-1 1,1-1,-1 0,1 1,-1-1,1 0,0 0,-1 1,1-1,-1 0,1 0,-1 0,1 0,0 0,-1 0,1 0,0 0,-1 0,1 0,-1 0,1 0,0 0,-1 0,1-1,-1 1,1 0,-1 0,1-1,-1 1,1 0,-1-1,1 1,-1-1,-4 51,1 56,4-101,0-1,0 1,0-1,0 1,1-1,0 0,0 1,0-1,0 0,0-1,1 1,0 0,0-1,0 1,0-1,1 0,-1 0,1 0,0 0,-1-1,3 1,10 5</inkml:trace>
  <inkml:trace contextRef="#ctx0" brushRef="#br0" timeOffset="1979.5">2689 41,'-18'-2,"-6"1,0 3,10 9,19 8,26 9,28 5,5-2</inkml:trace>
</inkml:ink>
</file>

<file path=ppt/ink/ink6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4-05T06:41:03.202"/>
    </inkml:context>
    <inkml:brush xml:id="br0">
      <inkml:brushProperty name="width" value="0.1" units="cm"/>
      <inkml:brushProperty name="height" value="0.1" units="cm"/>
      <inkml:brushProperty name="color" value="#33CCFF"/>
      <inkml:brushProperty name="ignorePressure" value="1"/>
    </inkml:brush>
  </inkml:definitions>
  <inkml:trace contextRef="#ctx0" brushRef="#br0">0 61,'31'187,"-25"-136,2-1,2 0,2-1,3 5,-5-42,-5-35,-5 23,2-22,1 1,1-1,1 1,1 0,0 0,2 1,0 0,2 0,0 1,1 0,1 1,0 0,11-10,-23 27,1 0,-1 0,1 0,-1 0,1 0,0 0,-1 0,1 0,0 1,0-1,-1 0,1 0,0 1,0-1,0 0,0 1,0-1,0 1,0 0,0-1,0 1,0 0,0-1,0 1,1 0,-1 0,0 0,0 0,0 0,0 0,0 0,0 0,0 1,0-1,1 0,-1 1,0-1,0 1,0-1,0 1,-1-1,1 1,0 0,0-1,0 1,0 0,-1 0,1 0,0-1,-1 1,1 0,0 0,-1 0,1 0,-1 0,0 0,1 0,-1 1,0-1,0 0,1 1,18 179,-18-174,0-1,1 1,-1-1,2 0,-1 0,0 0,1 0,0 0,1-1,-1 1,1-1,0 0,0 0,1 0,-1-1,1 0,0 1,0-2,1 1,-1-1,1 1,0-1,0-1,0 1,0-1,5 1,22 2,-2-4</inkml:trace>
  <inkml:trace contextRef="#ctx0" brushRef="#br0" timeOffset="452.832">601 407,'-10'-13,"1"-1,0 0,1 0,0-1,1 0,1 0,0-1,1 0,1 0,0 0,1-1,1 1,1-1,0 1,2-13,1-119,49 174,161 68,-206-90,0 1,-1-1,1 1,-1 0,0 1,-1-1,1 1,-1 0,0 0,0 0,-1 0,0 1,0-1,-1 1,1 0,-1 0,-1 0,1 5,1 133,-5-106,1-19,-1-16,1-1,1 0,-1 1,0 0,1-1,0 1,0-1,0 1,0 0,0-1,1 1,-1-1,1 1,0-1,0 1,1-1,-1 0,1 1,0-1,-1 0,1 0,0 0,1 0,-1-1,1 1,-1-1,3 3,13-1,-1-1,1-1,0 0,-1-1,1-1,0-1,0 0,12-4,-2 2,142-19,-91 9</inkml:trace>
</inkml:ink>
</file>

<file path=ppt/ink/ink6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4-05T06:41:09.214"/>
    </inkml:context>
    <inkml:brush xml:id="br0">
      <inkml:brushProperty name="width" value="0.1" units="cm"/>
      <inkml:brushProperty name="height" value="0.1" units="cm"/>
      <inkml:brushProperty name="color" value="#33CCFF"/>
      <inkml:brushProperty name="ignorePressure" value="1"/>
    </inkml:brush>
  </inkml:definitions>
  <inkml:trace contextRef="#ctx0" brushRef="#br0">1 465,'14'6,"-1"0,0 1,0 1,0 0,-1 1,-1 0,1 1,-1 1,-1-1,0 1,-1 1,0 0,0 1,-1-1,-1 1,0 1,-1-1,-1 1,0 0,-1 1,0-1,-1 1,-1 0,-2-14,0 0,0 0,0 0,-1 0,1 0,0 0,0 0,0 0,0 0,1 0,-1 0,0 0,0 0,1 0,-1 0,0 0,1-1,-1 1,1 0,-1 0,1 0,-1 0,1-1,0 1,-1 0,1-1,0 1,0 0,-1-1,1 1,0-1,0 1,0-1,0 0,0 1,0-1,0 0,0 1,0-1,0 0,0 0,0 0,0 0,0 0,-1 0,1 0,0-1,0 1,0 0,0 0,0-1,0 1,0 0,0-1,0 1,0-1,11-13,-2 0,0 0,0-1,-2-1,1 1,-2-1,0-2,6-9,14-30,-27 57,0-1,0 1,1-1,-1 1,0-1,0 1,0 0,0-1,0 1,0-1,1 1,-1-1,0 1,0 0,1-1,-1 1,0 0,1-1,-1 1,0 0,1-1,-1 1,0 0,1 0,-1-1,0 1,1 0,-1 0,1 0,-1 0,1 0,-1-1,1 1,-1 0,0 0,1 0,-1 0,1 0,-1 0,1 0,-1 1,1-1,-1 0,0 0,1 0,-1 0,1 0,-1 1,0-1,1 0,-1 0,1 1,-1-1,0 0,1 1,-1-1,0 0,11 28,-9-20,5 12,0-1,1-1,1 1,1-1,1-1,0 0,14 15,-20-25,2 0,-1-1,1 1,-1-1,2-1,-1 1,1-1,-1-1,2 1,-1-1,0-1,1 0,-1 0,1 0,0-1,0-1,0 1,0-1,1-1,-2 0,-1-1,1-1,0 1,-1-1,1 0,-1-1,1 0,-1 0,0 0,0-1,-1 0,1-1,-1 1,0-1,0-1,0 1,-1-1,0 0,0 0,0 0,-1-1,2-3,3-6,0 0,-2 0,0-1,0 0,-2 0,0-1,-1 1,-1-1,0-4,-2 6,-1 11,0 12,1 6,0 1,1-1,1 0,0 0,0 0,1-1,1 1,0-1,1 0,0 0,1-1,1 0,0 1,-4-6,1-1,-1 1,2-1,-1 0,0 0,1-1,0 1,0-1,0-1,1 1,-1-1,1 0,0 0,0-1,0 0,0 0,0-1,0 0,1 0,-1 0,0-1,0 0,1-1,4 0,-2-2,0-1,-1 0,1 0,-1 0,0-1,0-1,-1 0,0 0,0 0,0-1,0 0,-1-1,-1 1,1-1,-1-1,-1 1,1-1,-1 0,-1 0,0-1,0 0,-1 1,0-1,-1 0,0 0,0 0,-1-1,0 1,-1 7,1 1,-1 0,0 0,1-1,-1 1,0 0,0-1,0 1,-1 0,1 0,0-1,-1 1,1 0,-1 0,0 0,0-1,0 1,0 0,0 0,-1 1,1-1,0 0,-1 0,1 1,-1-1,0 0,0 1,1 0,-2-1,1 4,-1 0,1 0,0 0,0 0,0 0,0 1,0-1,0 1,0-1,1 1,0 0,-1-1,1 1,0 0,0 0,1 0,-1 0,0 0,1 0,0 0,0 0,0 0,0 3,0-4,-1 11,1-1,1 1,0-1,1 1,0-1,1 0,0 1,1-1,0-1,1 1,1-1,-1 0,2 0,0 0,0-1,0 0,2 0,-1-1,1 0,0-1,1 0,0 0,0-1,8 4,19 11</inkml:trace>
  <inkml:trace contextRef="#ctx0" brushRef="#br0" timeOffset="426.9">1619 505,'-1'17,"1"0,0-1,2 1,0 0,1-1,0 0,2 1,-1-1,2-1,0 1,1-1,1 0,0-1,1 1,1-2,0 1,1-2,9 10,-18-18,1-1,0 0,0 1,0-1,1 0,-1 0,0-1,1 1,0-1,0 0,0 0,0 0,0 0,0-1,0 0,0 1,1-1,-1-1,1 1,-1-1,0 0,1 0,-1 0,1 0,-1-1,0 0,1 0,-1 0,0 0,0-1,0 0,0 0,0 0,0 0,1-1,2-4,0 0,0 0,-1 0,0-1,0 0,-1 0,0-1,-1 0,0 0,0 0,0 0,-1 0,-1-1,0 1,1-7,5-146,-8 160,-1-21,1 24,0-1,-1 0,1 0,0 0,0 1,0-1,0 0,0 0,0 0,-1 0,1 1,0-1,0 0,0 0,0 0,-1 0,1 0,0 0,0 0,0 0,-1 1,1-1,0 0,0 0,0 0,-1 0,1 0,0 0,0 0,0 0,-1 0,1 0,0 0,0 0,0-1,-1 1,1 0,0 0,0 0,0 0,-1 0,1 0,0 0,0 0,0-1,0 1,-1 0,1 0,0 0,0 0,0-1,0 1,0 0,0 0,0 0,0-1,-1 1,1 0,0 0,-5 13,0 1,0 1,1-1,1 1,0-1,2 1,-1 0,2 0,-1-10,-1 3,1-1,0 0,0 1,0-1,1 0,0 1,1-1,-1 1,2-1,-1 0,1 0,0 0,0 0,1 0,0 0,0 0,1-1,-1 1,1-1,1 0,-1 0,1-1,0 1,1-1,-1 0,1-1,0 1,5 2,2-3,0 0,1 0,0-1,-1-1,1 0,0-1,0-1,0 0,0-1,0 0,0-1,-1-1,1 0,-1-1,0 0,0-1,0-1,0 0,4-3,25-15</inkml:trace>
  <inkml:trace contextRef="#ctx0" brushRef="#br0" timeOffset="916.599">2381 598,'-6'6,"1"0,0 0,0 0,1 1,0-1,0 1,0 0,1 1,0-1,1 0,0 1,0 0,0-1,0 4,2-7,0 0,0 0,0 0,0 1,1-1,0 0,-1 0,1 0,1 0,-1-1,1 1,-1 0,1 0,0-1,0 1,1-1,-1 0,1 1,0-1,0 0,0-1,0 1,0 0,0-1,1 0,-1 0,4 2,13 3,-1-1,2-1,-1 0,1-2,-1 0,1-1,0-1,0-2,14-1,-26 2,100-12,-104 12,0 1,0-1,0 1,-1 0,1 1,-1-1,1 1,-1 0,1 0,-1 0,0 1,0-1,0 1,0 0,-1 0,3 3,24 14,-22-15,0 0,1-1,-1-1,1 1,0-2,0 1,0-1,0 0,0-1,1 0,-1 0,1-1,-1-1,0 1,1-2,-1 1,0-1,8-3,-14 4,0-1,0 0,0 0,-1 0,1 0,-1 0,0 0,1-1,-1 1,0-1,0 1,0-1,-1 0,1 0,-1 0,0 0,1 0,-1 0,-1 0,1-1,0 1,-1 0,0 0,1-1,-1 1,0 0,-1-1,1 1,-1 0,1 0,-1 0,0-1,0 1,-1-1,-2-7,-1 0,0 0,-1 0,0 0,0 1,-1 0,0 1,-8-8,7 9,0 0,0 1,-1 0,0 1,-1 0,1 0,-1 1,0 0,-1 1,1 0,-1 1,1 0,-1 0,-7 0,12 3,0-1,0 1,0 0,0 0,0 1,0-1,1 1,-1 1,0-1,0 1,1 0,-1 0,1 1,-1 0,1 0,0 0,0 0,1 1,-1 0,1 0,-1 0,1 0,1 1,-1 0,0 0,1 0,-2 4,2-4,1 0,-1 1,1-1,0 1,0-1,1 1,-1 0,1 0,1 0,-1 0,1 0,0 0,0 0,1 0,0 0,0 0,0-1,1 1,0 0,0-1,0 1,1-1,-1 1,2-1,-1 0,0 0,1-1,0 1,0-1,0 0,1 0,-1 0,2 1,31 14,0-5</inkml:trace>
  <inkml:trace contextRef="#ctx0" brushRef="#br0" timeOffset="1814.232">3115 224,'-6'-2,"0"-1,0 1,0 0,0 0,-1 1,1 0,-1 0,1 0,-1 1,1 0,-1 0,1 1,-1 0,1 0,0 1,-1-1,1 1,0 0,0 1,0 0,0 0,1 0,-1 1,1-1,0 1,0 0,0 1,1 0,-1-1,1 1,0 1,0-1,1 1,0 7,0 0,1 1,1 0,0 0,1-1,1 1,0 0,1-1,0 1,1-1,1 1,0-1,0 0,2-1,-1 1,2-1,-1 0,2 0,4 5,37 60,2-2,38 40,-88-113,0 0,1 1,-1-1,1 0,-1 0,1 0,0 0,0 0,-1 0,2 0,-1 0,0-1,0 1,0-1,1 0,-1 0,1 0,-1 0,1 0,-1 0,1 0,-1-1,1 0,0 1,-1-1,1 0,0 0,-1 0,1-1,0 1,-1-1,1 1,0-1,-1 0,1 0,-1 0,0 0,2-2,7-8,0-1,-1-1,-1 0,-1 0,1-1,-2 0,0 0,-1-1,0 0,-1 0,-1 0,0-1,-1 1,-1-1,0 0,-2 0,1 1,-3-11,3 4,-1-1,-1 1,-1 0,-1 0,-1 0,-1 0,-1-1,-8 3,20 34,5-7,0 1,0-1,1-1,0 0,0 0,1-1,-1-1,1 0,2 0,-5-1,177 58,-182-59,-1 0,0 1,0 0,0 0,0 0,0 1,0-1,-1 1,0 0,0 0,0 0,0 0,0 1,-1-1,0 1,0 0,0-1,-1 1,1 0,-1 0,0 0,-1 0,1 0,-1 0,0 0,-1 4,1-6,0 1,-1 1,1-1,0 1,0-1,0 0,1 1,-1-1,1 1,0-1,1 0,-1 0,1 0,-1 1,1-2,1 1,-1 0,0 0,1-1,0 1,0-1,0 1,8 2,1 0,0-1,0 0,0 0,0-1,1-1,-1 0,1-1,0-1,0 1,0-2,2 0,-13 0,20 1,-1 0,1-2,0 0,0-1,12-4,-27 5,0-1,0 0,-1 0,1 0,-1-1,1 0,-1 0,0-1,0 0,-1 0,1 0,-1 0,0-1,0 0,0 0,-1-1,0 1,0-1,1-2,30 65,-28-49,0-1,0 0,1 0,0-1,1 0,-1-1,1 1,0-2,1 1,-1-1,1-1,0 0,0 0,0-1,0 0,0 0,0-1,0-1,1 0,-1 0,0-1,0-1,0 1,0-1,0-1,5-2,-12 4,0-1,1 0,-1 1,0-1,0-1,0 1,-1 0,1-1,0 0,-1 1,0-1,0 0,0 0,0 0,0-1,0 1,-1 0,1-1,-1 1,0-1,0 1,-1-1,1 0,-1 1,1-1,-1 0,0 1,-1-1,1 0,-1 0,0-3,0 1,-1-1,0 1,-1 0,1-1,-1 1,0 0,-1 1,1-1,-1 1,0-1,-1 1,1 0,-1 0,0 1,-2-1,-3-2,-1 0,0 2,0-1,-1 1,0 1,0 0,0 1,0 0,0 1,-1 0,1 1,-1 1,1 0,-1 0,0 1,1 1,0 0,-1 1,1 0,0 0,0 2,-7 3,13-5,1 0,0 1,-1 0,1 0,1 0,-1 0,0 1,1 0,0 0,0 0,1 1,-2 2,3-6,1 1,0-1,0 1,0-1,0 1,1-1,-1 1,1 0,-1-1,1 1,0 0,0-1,0 1,0 0,1-1,-1 1,1 0,0-1,-1 1,1-1,0 1,1-1,-1 1,0-1,1 0,-1 0,1 0,0 1,-1-2,3 3,24 14,3-4</inkml:trace>
  <inkml:trace contextRef="#ctx0" brushRef="#br0" timeOffset="2317.847">4559 237,'-76'-60,"73"58,-1 0,0 0,0 0,0 0,0 0,0 1,0 0,0 0,-1 0,1 0,0 1,-1 0,1 0,0 0,-1 0,1 1,0-1,-1 1,1 0,-2 1,1 2,1 1,-1 0,1 0,1 0,-1 0,0 1,1-1,0 1,1 0,-1 0,1 0,0 0,1 0,-1 0,1 1,1-1,-1 1,1-1,0 0,0 1,1-1,0 1,0-1,1 4,4 24,2-1,1 0,1 0,2-1,1 0,1-1,2-1,1 0,2-1,6 6,-21-26,1-1,0 0,1 0,-1 0,2-1,-1 0,1 0,0-1,0 0,1 0,0 0,0-1,0 0,0-1,1 0,0 0,0-1,0 0,0 0,1-1,-1-1,0 1,5-1,1-5,-1 1,0-2,0 0,0-1,0 0,-1-1,0 0,0-1,-1-1,0 0,-1-1,0 0,0 0,-1-1,-1-1,0 0,0 0,-1 0,-1-1,0-1,0 1,-2-1,1-1,11-43,-3 0,-2-1,-3-1,-2 1,-3-1,-2-1,-4-11,-3-3,-3 76,-18 70,15-16,2 1,3 0,2 0,2 1,3-1,2 0,8 38,-8-74,0 1,2-1,0 0,1 0,1-1,1 1,0-2,2 1,0-1,11 14,2-8</inkml:trace>
  <inkml:trace contextRef="#ctx0" brushRef="#br0" timeOffset="2571.171">4827 251,'14'-5,"17"-1,23 0,20 2,13 3,5 6,-12 3</inkml:trace>
  <inkml:trace contextRef="#ctx0" brushRef="#br0" timeOffset="2775.625">5282 786,'10'7,"0"-1,0 0,0-1,1 0,0 0,0-1,0-1,1 0,-1 0,1-1,0-1,7 1,-13-2,0 0,1 0,-1 0,0-1,1 0,-1 0,0-1,0 1,0-2,0 1,0 0,0-1,-1 0,1-1,-1 1,0-1,0 0,0 0,-1 0,1-1,-1 0,0 0,0 0,-1 0,-1 1,1 0,-1 0,0-1,-1 1,1 0,-1-1,0 1,0-1,0 1,-1-1,1 0,-1 1,0-1,0 1,-1-1,0 0,0 1,0-1,0 1,0-1,-1 1,0 0,0 0,0 0,-1 0,1 0,-1 0,0 0,0 1,-1-2,-3-1,1 0,-1 0,0 1,0 0,0 0,-1 1,0-1,0 2,0-1,0 1,-1 1,1-1,-1 1,1 1,-7-1,10 1,0 0,0 1,0-1,0 1,0 0,0 0,0 1,0 0,0-1,1 2,-1-1,0 0,1 1,-1 0,0 0,1 1,0-1,0 1,0 0,0 0,0 0,0 0,1 1,0 0,0 0,0 0,0 0,0 0,1 0,-1 1,1-1,1 1,-1-1,1 1,-1 0,1 0,0 0,1 0,-1-1,1 1,0 0,1 0,-1 0,1 3,13 24</inkml:trace>
  <inkml:trace contextRef="#ctx0" brushRef="#br0" timeOffset="3184.531">5763 866,'19'-33,"-2"0,-1-1,-2-1,-1 0,-1-1,-3 0,0-1,2-35,-10 68,0-1,-1 1,1-1,-1 1,0-1,0 1,0-1,-1 1,1-1,-1 1,0-1,0 1,-1 0,1 0,-1-1,0 1,0 0,-1 1,1-1,-1 0,0 1,0-1,0 1,-3-3,5 6,0-1,0 1,0-1,0 1,0 0,0-1,0 1,0 0,0 0,0 0,0 0,0 0,0 0,0 0,0 0,0 0,0 0,0 1,0-1,0 0,1 1,-1-1,0 1,0-1,0 1,0-1,0 1,1 0,-1-1,0 1,1 0,-1-1,0 1,1 0,-1 0,1 0,-1 0,1 0,-1-1,1 1,0 0,0 0,-1 0,1 0,0 0,0 0,0 0,0 0,0 0,0 0,0 0,0 0,1 0,-1 0,0 0,1 0,-1 0,0 0,1 0,-1 0,1 0,4 5,0 0,1 0,0-1,0 1,0-1,1-1,-1 1,1-1,0 0,0-1,1 1,2 0,-3-1,263 101,-267-103,0 0,0 0,-1 0,1 0,0 1,-1-1,1 1,-1-1,0 1,1 0,-1 0,0 0,0 0,0 0,0 1,0-1,-1 1,1-1,-1 1,0-1,1 1,-1 0,0 0,-1 0,1-1,0 1,-1 0,0 0,0 0,0 0,0 0,0 2,-12 29,10-31,0-1,0 1,0 0,1 0,0 0,-1 0,1 0,0 0,0 0,1 0,-1 0,1 0,-1 1,1-1,0 0,0 0,0 1,1-1,-1 0,1 0,0 0,0 0,0 1,0-1,0-1,1 1,0 0,-1 0,1 0,0-1,0 1,0-1,1 0,-1 1,0-1,1 0,0 0,13 6,1-1,1-1,-1 0,1-1,0-1,0-1,1-1,-1 0,1-1,3 1,326 16,-241-16</inkml:trace>
</inkml:ink>
</file>

<file path=ppt/ink/ink6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4-05T06:41:15.580"/>
    </inkml:context>
    <inkml:brush xml:id="br0">
      <inkml:brushProperty name="width" value="0.1" units="cm"/>
      <inkml:brushProperty name="height" value="0.1" units="cm"/>
      <inkml:brushProperty name="color" value="#33CCFF"/>
      <inkml:brushProperty name="ignorePressure" value="1"/>
    </inkml:brush>
  </inkml:definitions>
  <inkml:trace contextRef="#ctx0" brushRef="#br0">0 1,'14'0,"18"0,19 0,18 0,14 0,14 0,-9 0</inkml:trace>
</inkml:ink>
</file>

<file path=ppt/ink/ink6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4-05T06:41:16.319"/>
    </inkml:context>
    <inkml:brush xml:id="br0">
      <inkml:brushProperty name="width" value="0.1" units="cm"/>
      <inkml:brushProperty name="height" value="0.1" units="cm"/>
      <inkml:brushProperty name="color" value="#33CCFF"/>
      <inkml:brushProperty name="ignorePressure" value="1"/>
    </inkml:brush>
  </inkml:definitions>
  <inkml:trace contextRef="#ctx0" brushRef="#br0">134 531,'67'-18,"-1"-3,-1-2,-2-3,46-27,-108 53,31-15,0-1,-1-1,-1-2,-1-1,0-1,-2-2,16-16,-41 37,-1 1,1 0,0-1,-1 1,1-1,-1 1,0-1,1 0,-1 0,0 0,0 0,0 0,0 0,-1 0,1 0,0 0,-1 0,1 0,-1 0,0 0,0-1,0 1,0 0,0 0,0 0,-1 0,1 0,-1-1,0 1,1 0,-1 0,0 0,0 0,0 1,0-1,0 0,-1 0,1 1,-1-1,1 0,-1 1,-1-1,-5-2,0 2,-1-1,0 1,1 1,-1-1,0 1,0 1,0 0,0 0,0 1,1 0,-1 0,0 1,0 0,1 1,-1 0,1 0,0 1,0 0,0 0,1 1,0 0,-1 0,2 1,-1 0,1 0,-1 1,1 1,-11 15,1 0,1 2,2 0,0 1,2 0,0 0,2 2,1-1,2 1,0 0,2 0,-1 25,-11 135,8 0,10 71,-1-92,-6-45,0-87</inkml:trace>
  <inkml:trace contextRef="#ctx0" brushRef="#br0" timeOffset="548.829">1 958,'32'-18,"2"2,0 0,1 3,18-4,-20 5,333-98,35 8,-355 90,-31 6,-25 5,-27 6,0 2,0 2,0 1,1 1,0 2,-48 38,83-50,-1 1,0-1,0 1,1-1,-1 1,1 0,0 0,-1-1,1 1,0 0,0 0,0 0,0 1,0-1,1 0,-1 0,1 0,-1 1,1-1,0 0,0 0,0 1,0-1,0 0,1 0,-1 1,1-1,-1 0,1 0,0 0,0 0,0 0,0 0,0 0,0 0,1 0,-1 0,0 0,1-1,0 1,6 4,0 0,1-1,-1-1,1 1,0-2,0 1,0-1,0 0,1-1,-1 0,1-1,0 0,-1 0,1-1,0 0,-1-1,1 0,5-1,-6-1,0 0,0 0,-1-1,1 0,-1-1,1 1,-1-2,-1 1,1-1,-1 0,0-1,0 0,-1 0,0 0,0-1,-1 0,0 0,0 0,-1-1,0 1,0-1,-1 0,-1 0,1-1,-1 1,-1 0,0-1,0 1,-1-10,-7-13,6 32,0 0,1-1,-1 1,0 0,1-1,-1 1,0 0,1 0,-1 0,0 0,0-1,0 1,1 0,-1 1,0-1,0 0,1 0,-1 0,0 0,1 0,-1 1,0-1,0 0,1 1,-1-1,0 0,1 1,-1-1,1 1,-1-1,1 1,-1 0,1-1,-1 1,1-1,-1 1,1 0,0-1,-1 1,1 0,-6 7,0 0,0 0,1 0,1 0,-1 1,1 0,1 0,-1 0,2 1,-1-1,1 1,0 2,2-7,-1 0,1 0,-1 0,1 0,1 0,-1-1,1 1,0 0,0 0,0 0,1-1,0 1,-1-1,2 1,-1-1,0 0,1 0,0 0,0 0,0 0,0-1,1 1,0-1,-1 0,3 1,3 1,1 0,0 0,1-2,-1 1,1-1,0 0,-1-1,8 0,37 4</inkml:trace>
  <inkml:trace contextRef="#ctx0" brushRef="#br0" timeOffset="1019.57">1619 625,'-31'-11,"26"9,0-1,1 1,-1 0,0 0,0 0,0 0,-1 1,1 0,0 0,0 1,-1-1,1 1,0 0,-1 1,1-1,0 1,0 0,-1 1,1-1,0 1,0 0,0 0,1 0,-1 1,0-1,1 1,0 1,-1-1,1 2,0 0,0-1,0 1,1 1,0-1,0 0,0 1,1-1,0 1,0 0,0 0,1 0,-1 0,2 0,-1 0,1 1,0-1,0 0,0 0,1 0,0 0,0 0,1 0,-1 0,2 0,-1 0,0-1,1 1,0-1,0 0,1 1,0-2,-1 1,2 0,-1-1,0 1,1-1,0-1,0 1,0-1,7 3,0-1,0 0,1-1,0 0,-1-1,1-1,0 0,1 0,-1-2,0 1,0-2,0 0,0 0,0-1,0-1,0 0,3-2,3-1,0-1,0-1,-1-1,0 0,-1-2,0 0,0 0,-1-2,-1 0,14-15,-5-5,-1 0,-2-2,-2 0,0-1,-3-1,-1-1,-2 0,-1-1,-3 0,0 0,-1-21,29-166,-34 188,-11 29,-3 26,-12 34,2 0,3 2,2 0,-7 46,13-64,2 0,2 0,1 0,1 1,2 0,2 0,1-1,2 1,3 15,-4-43,0 1,0-1,1 0,0-1,0 1,1 0,0-1,0 0,1 0,0 0,0-1,1 1,-1-1,1 0,1-1,-1 0,1 0,0 0,0-1,0 0,1 0,0-1,-1 1,1-2,0 1,0-1,1-1,-1 1,0-1,1-1,7 0,23-6</inkml:trace>
  <inkml:trace contextRef="#ctx0" brushRef="#br0" timeOffset="1267.919">1726 303,'-16'0,"-8"0,3 2,14 1,24 0,27 0,29-4,25-1,16 0,3 0,-8 5,-22 2</inkml:trace>
  <inkml:trace contextRef="#ctx0" brushRef="#br0" timeOffset="1490.31">2367 798,'0'4,"-1"0,1 0,0 0,0 0,0 0,0 0,1 0,-1 0,1 0,0 0,1 0,-1 0,1-1,-1 1,1 0,0-1,0 0,1 1,-1-1,1 0,-1 0,1 0,0 0,0-1,0 1,1-1,-1 0,1 0,-1 0,1 0,0-1,-1 0,1 1,0-1,0 0,0-1,0 1,0-1,0 0,0 0,0 0,0 0,0-1,0 0,6-3,1-1,-2-1,1 0,-1 0,0-1,0-1,-1 1,0-1,0 0,-1-1,0 0,0 0,-1-1,0 1,-1-1,0 0,-1-1,0 0,0 1,-1-1,-1 0,1-8,-1 15,-1 0,0 1,0-1,-1 0,1 0,-1 0,0 0,0 0,0 0,-1 0,1 0,-1 0,0 1,0-1,0 0,-1 0,1 1,-1-1,0 1,0-1,0 1,0 0,-1 0,1 0,-1 0,0 0,0 0,0 1,0 0,0-1,0 1,-1 0,1 0,-1 1,0-1,1 1,-1 0,0 0,0 0,0 1,0-1,0 1,-1 0,-1 0,1 1,-1 0,0 0,0 0,1 1,-1 0,1 0,0 1,0-1,-1 1,2 0,-1 0,0 1,1 0,-1-1,1 2,0-1,0 0,1 1,-1 0,1-1,0 1,1 1,-1-1,1 0,0 1,0-1,0 1,1-1,0 1,0 0,1 0,-1-1,1 1,0 0,1 0,0 0,0 2,19 24,4-6</inkml:trace>
  <inkml:trace contextRef="#ctx0" brushRef="#br0" timeOffset="1849.355">2768 852,'10'-20,"1"-1,-2 0,-1 0,-1-1,-1 0,0 0,-2-1,0 1,-2-1,-1 0,0 0,-2 0,-2-16,3 35,-1 3,1 0,-1 0,1-1,-1 1,1 0,0 0,0 0,0 0,0-1,0 1,0 0,0 0,0 0,0 0,0-1,0 1,1 0,-1 0,1 0,-1 0,1 0,-1 0,1 0,-1 0,1 0,0 0,0 0,0 0,-1 0,1 0,0 1,0-1,0 0,0 1,0-1,0 1,0-1,0 1,1-1,-1 1,0 0,0-1,1 1,114 23,-102-19,8-1,0 2,0 1,-1 1,1 1,-2 0,1 2,0 1,-18-9,0-1,0 1,-1 0,1 0,-1 0,1 0,-1 1,0-1,0 1,0-1,0 1,0 0,0 0,-1 0,0 0,1 0,-1 0,0 0,-1 0,1 0,0 1,-1-1,0 0,0 1,0-1,0 0,0 0,-1 1,1-1,-1 0,0 0,0 0,-1 3,-31 53,-7 25,39-82,1 0,0-1,0 1,0 0,0-1,0 1,0 0,0-1,1 1,-1 0,1-1,-1 1,1 0,-1-1,1 1,0-1,0 1,0-1,0 0,0 1,0-1,0 0,0 0,1 0,-1 0,0 0,1 0,-1 0,1 0,-1 0,1-1,-1 1,1 0,0-1,-1 0,1 1,69 8,-64-8,97-1,-1-4,11-5,-98 7,116-10</inkml:trace>
</inkml:ink>
</file>

<file path=ppt/ink/ink6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4-05T06:41:14.963"/>
    </inkml:context>
    <inkml:brush xml:id="br0">
      <inkml:brushProperty name="width" value="0.1" units="cm"/>
      <inkml:brushProperty name="height" value="0.1" units="cm"/>
      <inkml:brushProperty name="color" value="#33CCFF"/>
      <inkml:brushProperty name="ignorePressure" value="1"/>
    </inkml:brush>
  </inkml:definitions>
  <inkml:trace contextRef="#ctx0" brushRef="#br0">134 117,'-4'-16,"-5"-8,0-1,2 1,-1 4,1 13,2 18,2 22,1 18,1 17,-1 12,-3 7,-3 2,-2-5,-2-10,1-13,3-17</inkml:trace>
  <inkml:trace contextRef="#ctx0" brushRef="#br0" timeOffset="333.108">441 103,'-42'56,"-3"-1,-2-3,-3-2,-1-2,-3-3,-57 38,71-46,40-36,0 0,0 0,0 0,0 0,1 0,-1 0,0 0,1 0,-1 0,1 0,-1 0,1 0,-1 0,1 0,0 0,-1-1,1 1,0 0,0 0,0-1,0 1,-1-1,1 1,0-1,0 1,0-1,0 1,0-1,0 0,0 1,1-1,0 1,178 63,-169-60,35 16,0-3,2-2,0-2,0-2,1-2,26 1,66-17,-80-2</inkml:trace>
</inkml:ink>
</file>

<file path=ppt/ink/ink6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4-05T06:41:21.190"/>
    </inkml:context>
    <inkml:brush xml:id="br0">
      <inkml:brushProperty name="width" value="0.1" units="cm"/>
      <inkml:brushProperty name="height" value="0.1" units="cm"/>
      <inkml:brushProperty name="color" value="#33CCFF"/>
      <inkml:brushProperty name="ignorePressure" value="1"/>
    </inkml:brush>
  </inkml:definitions>
  <inkml:trace contextRef="#ctx0" brushRef="#br0">57 0,'-2'2,"-8"1,-11-2,-2-2</inkml:trace>
</inkml:ink>
</file>

<file path=ppt/ink/ink6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4-05T06:41:18.908"/>
    </inkml:context>
    <inkml:brush xml:id="br0">
      <inkml:brushProperty name="width" value="0.1" units="cm"/>
      <inkml:brushProperty name="height" value="0.1" units="cm"/>
      <inkml:brushProperty name="color" value="#33CCFF"/>
      <inkml:brushProperty name="ignorePressure" value="1"/>
    </inkml:brush>
  </inkml:definitions>
  <inkml:trace contextRef="#ctx0" brushRef="#br0">324 487,'-11'-3,"-1"0,0 1,1 1,-1 0,0 0,0 1,0 1,0-1,0 2,1 0,-1 1,1 0,-1 0,1 1,0 1,0 0,1 0,-1 1,1 0,1 1,-1 0,1 1,0 0,1 0,0 1,0 0,1 0,-1 3,5-9,1 0,0 1,0-1,0 1,1-1,-1 1,1 0,0 0,0 0,0 0,0 0,1 0,-1 0,1 0,0 0,0 0,1 0,-1 0,1 0,0-1,0 1,0 0,1 0,-1 0,1-1,0 1,0-1,0 1,1-1,-1 0,1 0,0 0,-1 0,1-1,1 1,-1-1,1 1,4 0,1-1,1 1,-1-2,0 1,0-1,1-1,-1 0,0 0,0-1,1 0,-1 0,0-1,0 0,0-1,0 0,0-1,-1 0,0 0,1 0,-1-1,-1 0,1-1,-1 0,0 0,0-1,-1 1,0-2,0 1,-1 0,0-1,0-1,6-15,-1-1,-2 1,0-2,-2 1,-1-1,-1 0,-1-1,-1 1,-2 0,0-1,-2 1,-1 0,-1 0,-2-6,-31-201,37 234,0-1,-1 0,1 0,0 0,0 1,-1-1,1 0,0 0,-1 0,1 1,0-1,0 0,-1 0,1 0,0 0,-1 0,1 0,0 0,-1 0,1 0,0 0,-1 0,1 0,-1 0,1 0,0 0,-1 0,1 0,0 0,0 0,-1-1,1 1,0 0,-1 0,1 0,0-1,0 1,-1 0,1 0,0-1,0 1,-1 0,1 0,0-1,0 1,-7 38,1 0,3 1,0-1,3 9,-1-7,0 8,3 147,0-180,0-1,1 1,0-1,1 0,1 0,0 0,1 0,0-1,1 0,1 0,7 9,-9-15,1-2,-1 1,1-1,0 0,0 0,0-1,1 0,0 0,0-1,0 0,0 0,0-1,0 0,1-1,-1 1,1-2,-1 1,1-1,-1 0,1-1,-1 0,1-1,-1 1,0-2,1 1,-1-1,0 0,-1-1,1 0,-1 0,1 0,-1-1,-1 0,1-1,-1 0,0 0,1-1,5-4,-1 0,-1 0,0-1,0-1,-1 0,-1 0,0-1,-1 0,0 0,-1 0,1-8,-8 15,-7 16,0 4,0 1,1 0,1 0,0 0,1 1,0 0,1 0,1 0,0 0,0 16,2-28,1 0,0 1,0-1,0 0,0 1,1-1,-1 0,1 0,0 1,0-1,0 0,0 0,0 0,1 0,0 0,-1-1,1 1,0 0,0-1,0 1,1-1,-1 0,1 0,-1 0,1 0,0 0,-1 0,1-1,0 1,0-1,0 0,1 0,-1 0,0 0,0-1,4 1,22 0</inkml:trace>
  <inkml:trace contextRef="#ctx0" brushRef="#br0" timeOffset="236.363">685 73,'16'9,"19"5,3 1</inkml:trace>
  <inkml:trace contextRef="#ctx0" brushRef="#br0" timeOffset="521.599">1166 434,'6'23,"-4"-8,2 1,0-1,1 0,0-1,1 1,0-1,2 0,-1-1,2 0,2 3,-9-13,0-1,1 1,-1-1,0 0,1 1,0-1,-1-1,1 1,0 0,0-1,0 1,0-1,0 0,0 0,1 0,-1 0,0-1,0 1,1-1,-1 0,0 0,1 0,-1 0,0-1,0 1,1-1,-1 0,0 0,0 0,0 0,0-1,0 1,0-1,0 0,0 0,-1 0,1 0,1-2,5-8,-2 1,1-1,-2-1,0 1,0-1,-1 0,0-1,-1 1,-1-1,0 1,-1-1,-1 0,0 0,-1-11,19-99,-18 121,0 0,-1 1,1-1,0 0,0 1,1-1,-1 1,0 0,1-1,-1 1,1 0,0 0,0 0,0 0,0 0,0 1,0-1,1 0,-1 1,0 0,1-1,-1 1,3 0,12-1</inkml:trace>
  <inkml:trace contextRef="#ctx0" brushRef="#br0" timeOffset="777.923">1795 447,'0'18,"0"11,0 7,0 2,0-3,2-3,3-7,3-8,1-6</inkml:trace>
  <inkml:trace contextRef="#ctx0" brushRef="#br0" timeOffset="778.923">1822 33,'-18'-10,"-9"-2,6 3,9 8,20 5,19 8,5 1</inkml:trace>
  <inkml:trace contextRef="#ctx0" brushRef="#br0" timeOffset="2110.372">1968 260,'13'-4,"-1"1,1 0,0 1,0 0,0 1,0 0,0 1,0 1,0 0,0 1,0 0,-1 1,1 0,-1 1,1 1,-1 0,-1 0,1 1,-1 1,0 0,0 0,-1 1,0 1,0-1,-1 2,0-1,-1 1,0 1,-1-1,0 1,0 1,-1-1,-1 1,4 10,-3-3,-1 0,-1 1,-1-1,-1 1,0-1,-1 1,-1 0,-2-1,1 1,-4 11,-54 193,42-170,15-47,-49 197,48-188,1 1,1-1,0 1,1-1,1 0,1 1,0-1,1 0,1 0,1 0,3 9,-7-21,0 0,1 0,-1 0,1 0,0 0,0 0,1-1,-1 1,1-1,-1 1,1-1,0 0,1 0,-1 0,0-1,1 1,-1-1,1 0,0 0,0 0,0 0,0-1,0 1,0-1,0 0,1 0,-1-1,0 1,1-1,-1 0,0 0,1-1,2 0,0-3,1-1,-1-1,0 0,-1 0,1 0,-1 0,0-1,-1 0,0 0,0-1,0 0,-1 1,0-2,-1 1,0 0,0-1,-1 1,0-1,0 0,-1 1,0-6,3-21,-2-1,-1 0,-2 0,-2 1,-1-1,-2 1,-1-1,-2 2,-1-1,-2 1,-1 1,-1 0,-17-24,21 37,-2 1,-1 0,0 1,-1 0,-1 1,-1 1,0 0,-2 1,1 1,-1 1,-1 0,-10-4,10 7,35 5,701 14,-645-14,-72 5,0 0,0 0,-1 0,1 0,0 0,0 1,-1-1,1 0,0 0,-1 0,1 0,0 0,-1 0,1 0,0 0,0 0,-1 0,1 0,0 0,-1 0,1 0,0-1,0 1,-1 0,1 0,0 0,0 0,-1 0,1-1,0 1,0 0,-1 0,1 0,0-1,0 1,0 0,-1 0,1-1,0 1,0 0,0 0,0-1,0 1,0 0,0 0,-1-1,1 1,0 0,0-1,0 1,0 0,0-1,0 1,0 0,1 0,-1-1,0 1,0 0,0-1,0 1,0 0,0 0,0-1,1 1,-1 0,0 0,-153-11,148 10,0 1,0 0,0 0,0 0,0 0,-1 1,1 0,0 0,0 0,1 1,-1 0,0 0,0 0,1 0,-1 1,1 0,0 0,0 0,0 0,0 1,0-1,1 1,0 0,0 0,0 0,0 1,0-1,1 1,0-1,0 1,0 0,1 0,-1 0,1 0,0 0,1 0,-1 1,2-2,0 0,0 0,0 0,0 0,1 0,0 0,-1-1,1 1,1 0,-1-1,0 0,1 0,0 1,0-1,0-1,0 1,0 0,1-1,-1 0,1 0,-1 0,1 0,0 0,0-1,0 0,0 1,0-1,0-1,5 2,0 0,0-1,1 0,-1 0,1-1,-1 0,0-1,1 0,-1-1,0 0,0 0,0-1,1-1,-2 0,1 0,0-1,-1 0,0-1,0 0,0 0,-1-1,0 0,0 0,-1-1,0 1,0-1,3-7,-9 15,0 0,0 1,0-1,1 0,-1 0,0 0,0 0,0 0,0 1,1-1,-1 0,0 0,0 0,1 0,-1 0,0 0,0 0,0 0,1 0,-1 0,0 0,0 0,1 0,-1 0,-1 4,-4 108,6-109,-1 0,0 0,1 1,0-1,-1 0,1 0,1 0,-1 0,0 0,1 0,-1 0,1 0,0-1,0 1,0-1,0 1,1-1,-1 0,1 0,-1 0,1 0,0 0,0 0,-1-1,1 1,0-1,1 0,-1 0,0 0,0-1,0 1,2 0,0-1,-1-1,1 1,0 0,0-1,-1 0,1 0,-1-1,1 1,-1-1,1 0,-1 0,0 0,0-1,0 0,0 1,0-1,-1-1,1 1,-1 0,0-1,0 0,0 0,-1 0,1 0,0-2,5-9,0 0,-1-1,-1-1,0 1,-2-1,2-6,26-198,-32 219,0 0,0 0,1 0,-1 0,1 0,-1 0,1 0,0 0,0 1,0-1,0 0,0 0,0 1,0-1,1 1,-1-1,0 1,1 0,-1-1,1 1,0 0,-1 0,1 0,0 0,0 0,0 0,0 1,-1-1,1 1,0-1,0 1,0 0,0 0,0 0,0 0,0 0,0 0,0 0,1 1,10 2,1 1,-1 1,0 0,0 0,0 2,-1-1,0 2,0 0,-1 0,0 1,0 0,-1 1,-1 0,2 2,-5-3,0 0,0 1,-1 0,-1-1,1 2,-2-1,1 0,-1 1,-1 0,0 0,0 0,-1-1,-1 1,0 0,0 0,-1 0,-1 0,0 0,-1 3,-1 30,4-41,-1 0,1 1,-1-1,1 0,0 1,0-1,1 0,-1 0,1 1,0-1,-1 0,1 0,1 1,-1-1,0 0,1 0,0-1,-1 1,1 0,0 0,0-1,1 1,-1-1,1 0,-1 0,1 0,0 0,-1 0,1 0,0-1,0 1,11 0,-1 1,0-2,0 0,1-1,-1 0,0-1,1 0,-1-1,0-1,0 0,0 0,-1-2,1 1,-1-2,0 0,0 0,-1-1,0 0,3-4,-5 5,0 0,-1-1,0 0,0-1,-1 0,0 0,0 0,-1-1,0 0,-1 0,0-1,0 1,-1-1,0 0,-1-1,0 1,0-1,-1 1,-1-1,0 1,0-1,-1 0,0 0,-1 0,0 1,-1-2,1 10,1 0,-1 0,1 0,-1 0,0 0,1 0,-1 0,0 1,0-1,0 0,-1 0,1 1,0-1,-1 1,1-1,-1 1,1-1,-1 1,0 0,0 0,1 0,-1 0,0 0,0 0,0 1,0-1,0 1,0-1,0 1,0 0,0 0,0 0,0 0,-1 0,1 0,0 0,0 1,0-1,0 1,0-1,0 1,0 0,1 0,-1 0,0 0,0 0,1 0,-1 1,0-1,1 0,-1 2,-5 4,0 1,1 0,0 1,1-1,0 1,0 0,0 1,2-1,-1 1,1 0,0-1,1 1,0 1,1-1,0 0,1 0,0 0,0 1,1-1,1 5,0-9,0 0,0 0,0 0,0 0,1-1,0 0,0 1,0-1,1 0,0 0,0-1,0 1,0-1,1 0,0 0,0 0,0-1,0 0,0 0,1 0,0 0,-1-1,6 1,9 3,0-1,1-1,-1 0,1-2,0-1,7 0,35-2</inkml:trace>
</inkml:ink>
</file>

<file path=ppt/ink/ink6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4-05T06:41:22.199"/>
    </inkml:context>
    <inkml:brush xml:id="br0">
      <inkml:brushProperty name="width" value="0.1" units="cm"/>
      <inkml:brushProperty name="height" value="0.1" units="cm"/>
      <inkml:brushProperty name="color" value="#33CCFF"/>
      <inkml:brushProperty name="ignorePressure" value="1"/>
    </inkml:brush>
  </inkml:definitions>
  <inkml:trace contextRef="#ctx0" brushRef="#br0">81 231,'0'16,"-2"19,-3 20,-3 13,0 9,-1 6,1-1,0-7,0-14,3-17</inkml:trace>
  <inkml:trace contextRef="#ctx0" brushRef="#br0" timeOffset="268.37">15 526,'-11'-261,"9"250,1 1,1-1,0 0,0 1,1-1,1 1,0-1,0 1,1 0,0-1,1 1,0 1,0-1,1 1,0-1,1 1,0 1,1-1,0 1,0 0,0 1,1 0,0 0,1 0,4-1,-2 3,0 1,0 1,1 0,-1 0,1 1,0 1,0 0,0 1,-1 0,1 0,0 2,0-1,0 1,-1 1,1 0,-1 1,0 0,0 1,0 0,-1 1,0 0,0 0,0 1,-1 0,0 1,0 0,-1 1,0-1,0 2,-1-1,0 1,2 6,-6-10,-1 0,0 0,0 0,0 0,-1 0,0 1,0-1,0 0,-1 1,0-1,-1 1,1-1,-1 1,0-1,-1 0,1 0,-1 0,-1 1,1-2,-1 1,0 0,0-1,-1 1,0-1,1 0,-2 0,1 0,-1-1,1 1,-3 0,-13 11,-1-2,-1 0,0-1,-1-1,0-1,-1-1,0-1,-1-1,0-1,0-2,0 0,0-2,-21 1,30-4,11-1</inkml:trace>
  <inkml:trace contextRef="#ctx0" brushRef="#br0" timeOffset="618.906">429 712,'4'-8,"1"0,0 0,0 0,1 0,0 1,0 0,1 0,0 1,0-1,0 2,1-1,0 1,0 0,0 1,1-1,0 2,0-1,0 1,4 0,-4 0,0 0,0 1,0 0,0 1,0 0,0 1,1-1,-1 2,0-1,6 2,-12-1,0-1,0 1,0 0,0 0,0 0,0 1,0-1,0 0,0 1,-1 0,1 0,-1 0,1 0,-1 0,0 0,0 1,0-1,0 1,0 0,-1-1,1 1,-1 0,0 0,0 0,0 0,0 0,0 0,0 0,-1 0,0 0,1 0,-1 3,-3 8,0 1,-1-1,0-1,-1 1,-1 0,0-1,-1 0,0-1,-1 1,0-2,-1 1,0-1,-1 0,0-1,-7 5,-145 136,161-150,0-1,0 0,0 0,0 1,1-1,-1 1,0-1,0 1,1-1,-1 1,0 0,1-1,-1 1,0 0,1-1,-1 1,1 0,0 0,-1 0,1-1,-1 1,1 0,0 0,0 0,0 0,-1 0,1 0,0-1,0 1,0 0,0 0,0 0,1 0,-1 0,0 0,0 0,0-1,1 1,-1 0,1 0,-1 0,0 0,1-1,-1 1,1 0,0-1,-1 1,1 0,0-1,-1 1,1-1,0 1,0-1,-1 1,1-1,0 1,0-1,0 0,0 0,-1 1,1-1,0 0,0 0,0 0,0 0,0 0,21 3,0-1,1 0,-1-2,0-1,0-1,4-1,-5 1,291-51,-212 30</inkml:trace>
  <inkml:trace contextRef="#ctx0" brushRef="#br0" timeOffset="871.237">1298 499,'14'-2,"18"-1,19 0,18 3,9 5,7 8,-1 5,-3 5,-9 0,-11-2,-17-3</inkml:trace>
  <inkml:trace contextRef="#ctx0" brushRef="#br0" timeOffset="1122.565">1713 339,'-2'2,"1"1,0 0,1 0,-1 0,1 0,-1 0,1 0,0 0,0 0,0 0,0 0,1 0,-1 0,1 0,0 0,0 0,0 0,0 0,0 0,1-1,-1 1,1-1,0 1,0-1,0 1,0-1,2 2,72 45,192 45,-263-92,-1 0,1 0,0 0,-1 0,1 1,-1 0,0 0,0 0,0 0,0 1,-1-1,1 1,-1 0,0 0,0 0,-1 1,1-1,-1 1,0-1,0 1,0 0,-1 0,1 0,-1 0,0 0,-1 0,1 0,-1 4,-4 3,-1 0,0 0,-1-1,0 1,-1-1,0-1,0 1,-1-1,-1 0,0-1,0 0,0-1,-1 0,-1 0,-1 0,-29 25,-2-2,-2-2,-38 18,26-19</inkml:trace>
</inkml:ink>
</file>

<file path=ppt/ink/ink6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4-05T06:41:25.167"/>
    </inkml:context>
    <inkml:brush xml:id="br0">
      <inkml:brushProperty name="width" value="0.1" units="cm"/>
      <inkml:brushProperty name="height" value="0.1" units="cm"/>
      <inkml:brushProperty name="color" value="#33CCFF"/>
      <inkml:brushProperty name="ignorePressure" value="1"/>
    </inkml:brush>
  </inkml:definitions>
  <inkml:trace contextRef="#ctx0" brushRef="#br0">270 464,'-5'16,"-1"14,-2 16,-2 11,1 8,0 4,1-1,2-2,2-9,1-11,2-12,1-15,0-12</inkml:trace>
  <inkml:trace contextRef="#ctx0" brushRef="#br0" timeOffset="264.363">123 531,'-82'-165,"78"159,3 5,-1 0,1-1,0 1,0 0,0-1,0 1,0-1,0 1,0-1,0 1,1-1,-1 0,1 1,-1-1,1 0,-1 1,1-1,0 0,0 0,0 1,0-1,0 0,1 0,-1 1,0-1,1 0,-1 0,1 1,0-1,-1 1,1-1,0 1,0-1,0 1,0-1,0 1,1 0,0-1,92-26,-1 14,1 3,0 5,0 4,8 5,-99-3,16 0,0 1,0 1,0 0,0 1,0 1,-1 1,0 1,0 0,4 4,4 9,-12-1</inkml:trace>
  <inkml:trace contextRef="#ctx0" brushRef="#br0" timeOffset="543.509">3 638,'-2'16,"8"7,17 3,22-4,25-7,22-12,19-10,11-8,0-7,-9-2,-23 4</inkml:trace>
  <inkml:trace contextRef="#ctx0" brushRef="#br0" timeOffset="1157.871">1059 785,'-11'-8,"-1"1,1 1,-1 0,-1 0,1 1,-1 1,0 0,0 0,0 2,0-1,-8 1,15 2,0-1,1 1,-1 1,0-1,0 1,1 0,-1 0,0 1,1 0,-1 0,1 0,0 0,0 1,0 0,0 0,0 0,1 1,-1 0,1-1,0 2,0-1,0 0,1 1,-1 0,1 0,0 0,-1 3,2-5,0 2,0-1,0 0,1 0,-1 1,1-1,0 1,0-1,0 1,1-1,0 1,0 0,0-1,0 1,1-1,0 1,0-1,0 1,0-1,1 1,0-1,-1 0,2 0,-1 0,0 0,1 0,0 0,0-1,0 1,0-1,0 0,1 0,0 0,0 0,3 0,1 0,-1 0,0-1,1 0,-1 0,1-1,0 0,0 0,-1-1,1 0,0 0,0-1,-1 0,1 0,0-1,-1 0,1 0,-1-1,0 0,0 0,0-1,0 0,-1 0,1 0,-1-1,0 0,0 0,-1-1,0 0,0 1,0-2,0 1,-1-1,0 1,-1-1,0 0,0-1,0 1,1-7,0 1,-1 0,-1 0,0-1,0 1,-2 0,1-1,-2 1,0-1,0 1,-2 0,-3-13,-1 11,1 19,0 28,5-21,0 0,0 0,2 0,-1 0,1 0,1 0,0 0,1 0,0 0,0-1,1 0,0 1,1-2,0 1,1 0,0-1,1 0,0 0,0-1,0 0,1 0,8 5,24 7,0-7</inkml:trace>
  <inkml:trace contextRef="#ctx0" brushRef="#br0" timeOffset="1612.656">1687 678,'-11'0,"-1"0,1 0,0 1,-1 1,1 0,0 0,0 1,0 1,0 0,1 0,-1 1,1 0,0 1,0 0,1 1,0 0,0 0,1 1,0 0,0 1,1-1,0 2,0-1,1 1,0 0,-3 8,8-14,0 0,0 0,0 1,1-1,0 0,-1 0,2 0,-1 0,0 0,1 0,0 0,0 0,0 0,0 0,0 0,1 0,0 0,0-1,0 1,0-1,1 1,-1-1,1 0,0 0,0 0,0 0,0-1,0 1,1-1,-1 0,1 0,-1 0,1 0,0-1,0 1,0-1,0 0,2 0,11 3,0-2,0 0,1 0,-1-2,0 0,1-1,-1-1,0 0,0-2,0 0,0 0,-1-2,1 0,-1-1,-1 0,1-2,-2 0,1 0,-1-1,0-1,-1 0,0-2,3-4,-1 0,0-2,-2 0,0 0,-1-1,-1 0,-1-1,-1-1,0 0,4-19,6-36,-3 0,2-44,-14 89,34-255,-39 268,-4 21,-11 31,-25 91,5 2,-11 89,47-214,-12 51,3 1,2 0,2 0,3 48,2-92,0 0,0 0,1-1,1 1,0 0,0-1,0 1,1-1,0 0,1 0,0 0,0 0,0-1,1 1,0-1,1-1,0 1,0-1,0 0,1 0,0 0,0-1,0 0,0-1,1 1,0-2,5 3,-5-4,0 0,0-1,1 0,-1-1,0 1,0-1,0-1,1 0,-1 0,0-1,4-1,31-11</inkml:trace>
  <inkml:trace contextRef="#ctx0" brushRef="#br0" timeOffset="1875.953">1660 397,'-16'0,"-9"0,1 2,11 2,23-1,29-1,31 0,24-1,17 0,2 1,-8 3,-23 1</inkml:trace>
  <inkml:trace contextRef="#ctx0" brushRef="#br0" timeOffset="2127.328">2248 839,'-4'9,"1"0,0 0,0 0,1 0,0 1,1 0,0-1,0 1,1-1,1 1,-1 0,2-1,-1 1,1-1,3 9,-3-15,0 0,0-1,0 1,1-1,-1 1,1-1,-1 0,1 0,0 0,0 0,0 0,0-1,0 1,0-1,1 0,-1 0,0 0,1 0,-1-1,0 1,1-1,-1 0,1 0,2 0,82-23,-81 19,1 0,-1 0,0-1,0 0,-1 0,0 0,1-1,-2 0,1 0,-1-1,0 0,0 0,-1 0,0 0,0-1,-1 1,0-1,0 0,-1 0,0 0,0 0,-1-1,0 1,0 0,-1-1,0 1,-1-1,1 1,-2 0,1 0,-1-1,-1 1,1 0,-1 1,-1-1,1 0,-1 1,-1 0,1 0,-4-4,4 8,1 0,-1-1,0 1,0 1,-1-1,1 0,0 1,-1 0,0 0,1 1,-1-1,0 1,0 0,0 0,0 0,0 1,0 0,0 0,0 0,0 1,1-1,-1 1,0 0,0 1,0-1,1 1,-1 0,0 0,1 0,0 1,0 0,-1-1,2 2,-3 0,1 0,0 1,0-1,1 1,-1 0,1 0,0 1,1-1,-1 1,1 0,0 0,1 0,-1 0,1 0,0 1,1-1,0 1,0-1,0 1,1-1,-1 1,2 0,-1-1,1 1,0-1,0 1,1 0,20 37,7-6</inkml:trace>
  <inkml:trace contextRef="#ctx0" brushRef="#br0" timeOffset="3059.885">2823 918,'4'-23,"-1"-1,-1 0,-2 0,0 0,-2 0,0 0,-2 0,0 1,-2-1,0 1,-5-7,10 26,0 1,0 0,0 0,-1 0,0 0,0 0,0 0,0 0,0 0,0 1,-1-1,1 1,-1 0,1 0,-1 0,0 0,0 0,0 0,0 1,-1-1,1 1,0 0,0 0,-1 0,1 1,-1-1,1 1,-1 0,1 0,-1 0,1 0,0 1,-2-1,4 1,0-1,1 0,-1 1,0-1,1 1,-1-1,1 1,-1-1,1 1,-1 0,1-1,-1 1,1-1,-1 1,1 0,0-1,-1 1,1 0,0 0,0-1,0 1,-1 0,1 0,0-1,0 1,0 0,0 0,0 0,0-1,1 1,-1 0,0 0,0-1,0 1,1 0,-1-1,0 1,1 0,-1-1,1 1,-1 0,1-1,-1 1,1-1,-1 1,1-1,-1 1,1-1,0 1,-1-1,2 1,38 18,-6-12,0-2,1-1,-1-2,33-3,83 8,-144-7,0 0,0 1,0 0,0 0,-1 0,1 1,0 0,0 0,-1 1,1-1,-1 1,0 0,0 1,0-1,0 1,-1 0,0 0,1 1,-1-1,-1 1,1 0,-1 0,0 0,2 3,7 70,-13-72,0 0,1-1,0 1,1 0,-1 0,1 0,0 0,1-1,-1 1,1 0,0-1,0 0,1 1,0-1,0 0,0 0,0 0,1-1,0 1,0-1,0 0,0 0,5 3,-1-4,1 0,-1 0,1-1,0 0,0 0,0-1,0 0,0-1,-1 0,1 0,0-1,0 0,0-1,0 0,0 0,-1-1,1 0,-1 0,0-1,0 0,0-1,-1 1,1-1,-1-1,0 0,-1 0,1 0,-1-1,-1 0,1 0,-1 0,0-1,-1 1,1-1,1-7,20-94,-19 60,-3 103,-4-33,1 0,1 0,0 1,2-1,0-1,7 17,-8-29,0 1,1-1,0 0,0 0,1-1,0 1,0-1,1 0,0 0,0-1,1 0,-1 0,1 0,1-1,-1 0,1-1,4 3,-4-4,0 0,0-1,0 0,0 0,1-1,-1 0,0 0,1-1,-1 0,1 0,-1-1,0 0,1-1,-1 1,0-2,0 1,1-2,10-3,0-2,-1 0,0-1,-1-1,0-1,9-8,-3-1,0-2,-2 0,0-2,-2 0,-1-1,-1-1,-1-1,-2 0,0-1,-2 0,-1-1,-2 0,-1-1,-1 0,-2 0,-1-1,-1 1,-2-1,-1 0,-1 0,-6-28,4 42,0 0,-2 1,0-1,-1 1,0 0,-2 1,0-1,5 11,-1 0,1 0,-1 0,0 0,-1 1,1 0,-1 0,0 0,-1 0,1 1,-1 0,0 0,0 0,0 1,0 0,-1 0,1 0,-1 1,-2 0,5 1,0 0,0 1,0 0,0 0,0 0,0 0,0 0,0 1,0 0,0 0,0 0,1 0,-1 1,0-1,0 1,1 0,0 0,-1 1,1-1,0 1,0-1,0 1,0 0,1 0,-1 0,1 0,-1 1,1-1,-4 8,1-1,0 1,0 0,1 0,1 1,0-1,0 1,0 11,1 26,2-1,3 0,2 1,1-1,3-1,2 1,16 41,-7-11,-10-39,-5-12,2 0,0-1,2 0,0-1,2 0,1 0,1-1,12 17,-24-40,0 0,-1 0,1-1,0 1,-1 0,1 0,0 0,0-1,0 1,0 0,0-1,0 1,0-1,0 1,0-1,0 1,0-1,0 0,0 0,0 1,0-1,0 0,0 0,0 0,0 0,1 0,-1 0,0-1,0 1,0 0,0 0,0-1,0 1,0-1,0 1,0-1,6-5</inkml:trace>
  <inkml:trace contextRef="#ctx0" brushRef="#br0" timeOffset="3421.366">3893 652,'-2'-5,"-3"-1,-2 2,0 9,-2 13,-2 12,1 13,2 7,3 5,6-2,4-6,0-11</inkml:trace>
</inkml:ink>
</file>

<file path=ppt/ink/ink6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4-05T06:41:30.327"/>
    </inkml:context>
    <inkml:brush xml:id="br0">
      <inkml:brushProperty name="width" value="0.1" units="cm"/>
      <inkml:brushProperty name="height" value="0.1" units="cm"/>
      <inkml:brushProperty name="color" value="#33CCFF"/>
      <inkml:brushProperty name="ignorePressure" value="1"/>
    </inkml:brush>
  </inkml:definitions>
  <inkml:trace contextRef="#ctx0" brushRef="#br0">20 433,'0'-1,"0"1,0 0,0-1,0 1,0-1,0 1,-1-1,1 1,0 0,0-1,0 1,-1-1,1 1,0 0,0-1,-1 1,1 0,0 0,-1-1,1 1,-1 0,1 0,0-1,-1 1,1 0,-1 0,1 0,0 0,-1-1,1 1,-1 0,1 0,-1 0,1 0,0 0,-1 0,1 0,-1 0,1 0,-1 1,1-1,0 0,-1 0,1 0,-1 0,1 1,0-1,-1 0,1 0,0 1,-1-1,1 0,0 0,-1 1,1-1,0 0,-1 1,1-1,0 1,0-1,0 0,-1 1,1-1,0 1,6-40,6-14,62-207,-74 258,29-55,-28 56,0-1,0 1,0 0,1-1,-1 1,0 0,1 0,-1 0,1-1,-1 2,1-1,-1 0,1 0,-1 0,1 1,0-1,0 1,-1-1,1 1,0 0,0 0,0 0,-1 0,1 0,0 0,0 0,-1 1,1-1,0 0,0 1,-1 0,2-1,8 8,0 0,0 0,0 1,-1 0,0 1,-1 0,0 0,0 1,-1 0,-1 1,5 8,33 86,-44-103,0 1,0 0,-1-1,1 1,-1 0,0 0,0 0,0-1,0 1,-1 0,1 0,-1 0,0-1,0 1,-1-1,1 1,-1-1,0 1,0-1,0 0,0 0,0 0,-1 0,1 0,-1 0,0-1,0 1,-1 0,-2 0,0 0,-1 0,1-1,-1 0,1 0,-1-1,0 1,0-2,1 1,-1-1,0 0,-4 0,9 0,-1 0,1 0,-1 0,1-1,-1 1,1-1,-1 1,1-1,-1 0,1 0,0 0,-1 0,1 0,0-1,0 1,0-1,0 1,0-1,0 0,1 0,-1 0,0 0,1 0,0 0,-1 0,1 0,0-1,0 1,0 0,0-1,1 1,-1-1,1 1,-1-3,2 2,1 0,-1 0,1 0,-1 0,1 1,0-1,0 1,0-1,0 1,1-1,-1 1,1 0,-1 0,1 0,0 1,0-1,0 1,0-1,0 1,0 0,0 0,0 0,0 1,1-1,-1 1,0 0,0-1,1 2,0-1,117-13,-85 11,0-2,0-1,-1-2,0-1,0-2,16-7,-46 16,0-1,0 1,-1-1,1-1,-1 1,1 0,-1-1,0 0,0 0,0 0,0-1,-1 1,1-1,-1 0,0 0,0 0,0 0,-1-1,1 1,-1-1,0 1,0-1,-1 0,0 0,0 0,0 0,0 0,-1 0,1 0,-1-2,-3 4,1 0,-1 0,0 0,1 0,-1 1,-1-1,1 1,0 0,0-1,-1 1,0 1,1-1,-1 1,0-1,0 1,1 0,-1 0,0 1,0-1,0 1,0 0,0 0,0 0,0 1,0-1,0 1,0 0,0 0,0 0,1 1,-4 1,1-1,0 0,0 1,0 0,0 0,0 1,1-1,0 1,-1 0,2 1,-1 0,0-1,1 1,0 1,0-1,0 0,1 1,0 0,0 0,0 0,1 0,0 1,0-1,0 0,1 1,0-1,1 1,-1 0,1-1,0 1,1 0,0-1,0 1,0-1,1 1,0-1,0 0,0 0,1 0,0 0,0 0,1 0,2 2,8 3,2 0,0-1,0-1,1 0,0-1,0-1,1-1,-1 0,2-2,-1 0,0-1,1 0,-1-2,17 0,47 5</inkml:trace>
</inkml:ink>
</file>

<file path=ppt/ink/ink6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4-05T06:41:32.478"/>
    </inkml:context>
    <inkml:brush xml:id="br0">
      <inkml:brushProperty name="width" value="0.1" units="cm"/>
      <inkml:brushProperty name="height" value="0.1" units="cm"/>
      <inkml:brushProperty name="color" value="#33CCFF"/>
      <inkml:brushProperty name="ignorePressure" value="1"/>
    </inkml:brush>
  </inkml:definitions>
  <inkml:trace contextRef="#ctx0" brushRef="#br0">228 217,'-7'23,"-2"16,0 11,2 4,2-1,2-4,4-7,1-10</inkml:trace>
  <inkml:trace contextRef="#ctx0" brushRef="#br0" timeOffset="427.902">1 3,'39'-2,"0"2,1 1,-1 2,0 2,0 2,-1 1,0 2,5 3,-31-11,1 1,0 1,-1 0,1 1,-1 0,-1 1,1 0,-1 1,0 0,0 1,-1 0,0 1,-1 0,1 0,-2 1,0 1,0-1,0 1,-2 0,1 1,-1 0,-1 0,4 12,-8-7,0 0,-1 0,-1 0,-1-1,0 1,-1 0,-1-1,-1 0,0 0,-4 7,1 4,7-26,0 0,1 0,-1 0,0 0,1 0,-1 0,1 1,-1-1,1 0,-1 0,1 0,0 1,0-1,0 0,-1 0,1 1,0-1,1 0,-1 0,0 1,0-1,0 0,1 0,-1 0,1 1,-1-1,1 0,-1 0,1 0,0 0,0 0,-1 0,1 0,0 0,0 0,0 0,0-1,0 1,0 0,0-1,1 2,6-2,1-1,-1 1,0-1,0 0,0-1,1 0,-2-1,1 1,0-1,0-1,-1 1,0-1,0-1,0 0,0 1,4-6,-1 2,1 0,-1-1,-1-1,0 1,0-2,0 1,-2-1,1-1,-2 1,1-1,-1 0,-1-1,0 1,-1-1,1-6,-6-16,1 34,0 1,0-1,0 1,0-1,0 1,0 0,-1-1,1 1,0-1,0 1,0 0,-1-1,1 1,0-1,-1 1,1 0,0-1,-1 1,1 0,0 0,-1-1,1 1,-1 0,1 0,0-1,-1 1,1 0,-1 0,1 0,-1 0,1 0,-1 0,1 0,0 0,-1 0,1 0,-1 0,1 0,-1 0,1 0,-1 0,1 0,-1 1,1-1,0 0,-1 0,1 0,-1 1,1-1,0 0,-1 1,1-1,0 0,-1 1,1-1,0 0,0 1,-1-1,1 1,0-1,0 0,0 1,-1-1,1 1,0-1,0 1,0-1,-2 4,0 1,0-1,0 0,1 1,-1-1,1 0,0 1,0 0,1-1,-1 1,1-1,0 1,1 0,-1-1,1 1,0-1,0 1,0-1,0 1,1-1,0 0,0 1,0-1,0 0,1 0,0-1,0 1,0-1,0 1,0-1,1 0,-1 0,1 0,0-1,0 1,0-1,2 1,22 12,0-2,1-1,0-1,0-2,1 0,1-3,-1 0,11-1,-21-1,105 15</inkml:trace>
</inkml:ink>
</file>

<file path=ppt/ink/ink6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4-05T06:41:30.972"/>
    </inkml:context>
    <inkml:brush xml:id="br0">
      <inkml:brushProperty name="width" value="0.1" units="cm"/>
      <inkml:brushProperty name="height" value="0.1" units="cm"/>
      <inkml:brushProperty name="color" value="#33CCFF"/>
      <inkml:brushProperty name="ignorePressure" value="1"/>
    </inkml:brush>
  </inkml:definitions>
  <inkml:trace contextRef="#ctx0" brushRef="#br0">0 770,'84'-171,"28"-79,-88 210,-24 39,1 1,-1 0,1 0,0 0,-1 0,1 0,0 0,-1 0,1 0,0 0,-1 0,1 0,0 0,-1 0,1 0,-1 1,1-1,0 0,-1 1,1-1,-1 0,1 1,-1-1,1 0,-1 1,1-1,-1 1,1-1,-1 1,0-1,1 1,-1 0,0-1,1 1,-1-1,0 1,0 0,0-1,1 1,63 152,-2 6,-62-156,1 0,-1 0,0-1,0 1,0 0,-1 0,1 0,-1-1,1 1,-1 0,0 0,0-1,0 1,0-1,-1 1,1-1,-1 1,0-1,1 0,-1 0,0 0,0 0,0 0,0 0,-1 0,1-1,-1 1,1-1,-1 0,1 0,-1 0,1 0,-1 0,0 0,0-1,1 1,-1-1,0 0,0 0,0 0,0 0,1 0,-1-1,0 1,0-1,1 0,-1 0,0 0,1 1,0-1,0 1,0-1,0 1,0-1,0 0,0 0,0 0,0 0,1 0,-1-1,0 1,1 0,-1-1,1 1,-1-1,1 0,0 1,0-1,0 0,0 0,0 0,0 0,0 0,1 0,-1 0,0 0,1 0,0 0,0 0,-1 0,1 0,1 0,-1 0,0 0,0 0,1-1,-1 1,1-1,8-18</inkml:trace>
  <inkml:trace contextRef="#ctx0" brushRef="#br0" timeOffset="759.964">762 450,'-6'-4,"1"-1,-1 2,0-1,0 1,-1 0,1 0,-1 1,1 0,-1 0,0 0,0 1,0 0,0 0,0 1,0 0,0 0,0 1,0 0,0 0,1 0,-1 1,0 0,0 1,1-1,0 1,-1 1,1-1,0 1,1 0,-1 0,1 0,0 1,0 0,0 0,-4 6,7-7,0 0,0 0,0 0,0 1,1-1,0 0,0 1,0-1,0 1,1-1,-1 1,1 0,1-1,-1 1,0-1,1 1,0-1,0 1,1-1,-1 0,1 0,0 1,0-1,0 0,1 0,-1-1,1 1,0-1,0 1,0-1,0 0,2 1,10 7,1-1,0 0,1-2,0 0,0 0,0-2,1 0,0-1,0-1,1 0,-1-2,1 0,-1-1,1-1,6-1,-16 1,-1 0,1 0,0-1,-1 0,1 0,-1-1,0-1,1 1,-1-1,0 0,0-1,-1 0,1 0,-1-1,0 0,0 0,0-1,-1 1,0-2,0 1,0 0,-1-1,0 0,-1-1,3-3,0-14,0 0,-2 0,-1-1,-1 0,0-14,3-26,5-58,16 138,-7-5,1-2,0 0,0-2,1 0,0-2,-1 0,7-1,37 7,-58-8,6 0,0 0,0 2,0 0,0 0,0 1,-1 0,1 1,-1 1,0 0,-1 1,1 0,2 3,-10-4,-1 1,1 0,-1-1,0 2,-1-1,0 0,0 0,0 1,-1-1,0 1,-1-1,1 1,-1 0,-1-1,0 1,0-1,0 1,-1-1,0 0,0 1,-1-1,-5 33,7-36,0-1,0 1,0 0,0 0,1 0,0 0,0 0,0-1,0 1,0 0,1 0,0 0,0 0,0-1,0 1,1 0,-1-1,1 1,0-1,0 0,0 1,0-1,1 0,-1 0,1 0,0-1,2 3,4-2,0-1,1 0,-1 0,1-1,-1 0,1-1,-1 0,1-1,-1 1,1-2,-1 1,0-1,0-1,1 0,-1 0,-1-1,1 0,-1 0,1-1,-1 0,-1-1,1 0,-1 0,6-6,-5 4,0 0,0-1,-1 0,0-1,-1 1,0-1,-1 0,1-1,-2 1,0-1,0 0,-1 0,0-1,-1 1,0 0,-1-1,-1 0,-4-25,4 36,0 1,0-1,0 0,0 0,-1 1,1-1,0 0,0 0,-1 1,1-1,0 0,-1 1,1-1,-1 1,1-1,-1 0,1 1,-1-1,1 1,-1-1,1 1,-1 0,0-1,1 1,-1-1,0 1,1 0,-1 0,0-1,1 1,-1 0,0 0,0 0,1 0,-1 0,0 0,0 0,1 0,-1 0,0 0,0 0,1 1,-1-1,0 0,-2 3,0 0,1 0,-1 0,1 0,-1 0,1 1,0-1,0 1,0-1,1 1,0 0,-1-1,1 1,0 0,1 0,-1 2,0-3,-1 3,0 1,0 0,1 0,-1-1,2 1,-1 0,1 0,0 0,0 0,1 0,-1 0,2 0,-1 0,1-1,0 1,0-1,1 1,0-1,0 0,1 0,0 0,0 0,0-1,0 1,1-1,0 0,0-1,0 1,5 2,23 5,-2-5</inkml:trace>
  <inkml:trace contextRef="#ctx0" brushRef="#br0" timeOffset="1013.287">1819 21,'-16'-9,"-5"-1,7 9,16 10,17 12,13 8,9 10,-3 0</inkml:trace>
  <inkml:trace contextRef="#ctx0" brushRef="#br0" timeOffset="1222.735">2073 609,'12'4,"1"-1,-1-1,1 0,0-1,0 0,-1-1,1-1,0 0,0 0,0-1,-1-1,1 0,-1-1,0 0,0-1,0 0,-1-1,-3 2,0 0,0-1,-1 0,0 0,0 0,-1-1,1 0,-1 0,0-1,-1 1,1-1,-2-1,1 1,-1-1,0 0,0 0,-1 0,0 0,0 0,-1-1,0 1,-1-1,0 0,0-8,-1 12,-1 0,1 1,-1-1,0 1,0-1,0 0,-1 1,0 0,0-1,0 1,0 0,-1 0,1 0,-1 0,0 1,0-1,-1 1,1 0,-1 0,1 0,-1 0,0 0,0 1,0 0,-1 0,1 0,0 0,-1 1,1-1,-1 1,0 0,1 1,-1-1,0 1,1 0,-1 0,-2 1,0 0,1 0,0 0,-1 1,1 0,0 1,0-1,0 1,0 0,0 1,1-1,-1 1,1 0,0 0,0 1,1 0,-1 0,1 0,0 0,0 1,1-1,0 1,0 0,0 0,0 0,1 0,0 1,1-1,-1 0,1 1,1 0,-1-1,1 1,0-1,0 1,1 0,0-1,0 1,1-1,-1 0,1 1,1-1,-1 0,1 0,6 4,1 0,-1 0,2-2,-1 1,1-1,0-1,1 0,-1 0,1-1,1-1,-1 0,1-1,0 0,0-1,0 0,1-1,-1 0,10-1,72 8,-5-4</inkml:trace>
</inkml:ink>
</file>

<file path=ppt/ink/ink6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4-05T06:41:29.173"/>
    </inkml:context>
    <inkml:brush xml:id="br0">
      <inkml:brushProperty name="width" value="0.1" units="cm"/>
      <inkml:brushProperty name="height" value="0.1" units="cm"/>
      <inkml:brushProperty name="color" value="#33CCFF"/>
      <inkml:brushProperty name="ignorePressure" value="1"/>
    </inkml:brush>
  </inkml:definitions>
  <inkml:trace contextRef="#ctx0" brushRef="#br0">66 14,'0'20,"-3"21,-2 17,-3 12,-3 8,-1 2,1-4,3-9,2-15,5-16,9-16,13-19,2-9</inkml:trace>
  <inkml:trace contextRef="#ctx0" brushRef="#br0" timeOffset="261.293">480 1,'-37'41,"-2"-1,-1-2,-2-1,-2-3,-46 29,-44 4,132-67,1 1,0-1,-1 1,1-1,0 1,-1-1,1 1,0 0,0 0,0 0,-1-1,1 1,0 0,0 0,1 1,-1-1,0 0,0 0,0 0,1 1,-1-1,1 0,-1 1,1-1,-1 0,1 1,0-1,0 0,-1 1,1-1,0 1,0-1,1 1,-1-1,0 0,0 1,1-1,-1 1,1-1,0 1,5 19,1 0,1-1,1 0,1-1,0 0,2 0,0-1,1-1,11 12,-12-18,0-1,0-1,1 0,0 0,1-2,-1 1,2-2,-1 0,1-1,-1 0,1-1,1 0,-1-2,23 4,0-2,0-2,0-1,25-4,37-5</inkml:trace>
</inkml:ink>
</file>

<file path=ppt/ink/ink6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4-05T06:41:35.751"/>
    </inkml:context>
    <inkml:brush xml:id="br0">
      <inkml:brushProperty name="width" value="0.1" units="cm"/>
      <inkml:brushProperty name="height" value="0.1" units="cm"/>
      <inkml:brushProperty name="color" value="#33CCFF"/>
      <inkml:brushProperty name="ignorePressure" value="1"/>
    </inkml:brush>
  </inkml:definitions>
  <inkml:trace contextRef="#ctx0" brushRef="#br0">9 371,'-1'-3,"-1"0,1 0,0 0,0 0,0 0,1 0,-1 0,1 0,-1 0,1 0,0 0,0 0,1 0,-1-1,1 1,-1 0,1 0,0 0,0 1,0-1,2-2,0-5,2-13,2 1,0-1,2 1,0 1,1 0,2 0,0 1,1 0,1 1,0 1,13-12,-24 27,1 0,-1 0,1 0,0 0,0 1,0 0,1-1,-1 1,0 1,1-1,-1 1,1 0,0 0,-1 0,1 0,0 1,0 0,-1 0,1 0,0 1,0-1,-1 1,1 0,0 1,-1-1,1 1,-1 0,0 0,0 0,4 3,4 4,0 2,0-1,-1 2,0-1,-1 2,0-1,-1 1,0 1,-1 0,-1 0,0 0,-1 1,-1 0,3 12,-6-24,-1 1,0-1,0 1,0-1,0 1,-1 0,1-1,-1 1,0 0,0-1,0 1,-1 0,1-1,-1 1,0-1,0 1,0-1,-1 1,1-1,-1 1,0-1,1 0,-1 0,-1 0,1 0,0 0,-1-1,0 1,1-1,-1 0,0 1,0-1,-1-1,1 1,-2 1,1-2,0 1,-1-1,1 0,0 0,-1 0,1-1,0 0,-1 0,1 0,0 0,-1 0,1-1,0 0,-1 0,1 0,0-1,0 1,0-1,0 0,0 0,0 0,1-1,-1 1,1-1,-1 0,1 0,0 0,0 0,1-1,-1 1,1-1,-1 0,1 0,0 1,1-1,-1-1,1 1,-1 0,1 0,0 0,1-1,-1 1,1-1,0-2,4-5,0 1,1 0,1 0,0 1,0-1,1 1,0 1,1-1,0 1,0 1,1-1,0 1,1 1,0 0,0 0,0 1,1 0,0 1,0 0,0 1,2 0,0-3,0 2,0-1,1 2,-1 0,1 0,0 2,0 0,0 0,1 1,-1 1,0 0,2 1,-12 1,0 1,-1 0,1-1,-1 1,1 1,-1-1,0 0,0 1,-1-1,1 1,-1 0,0 0,0 0,0 0,0 1,-1-1,1 0,-1 1,0-1,-1 1,1-1,-1 1,0-1,0 1,0-1,-1 1,1-1,-1 1,-1 1,2 4,-2 147,2-153,1-1,-1 0,1 1,0-1,0 0,1 0,-1 0,1 1,-1-2,1 1,0 0,0 0,0 0,1-1,-1 1,1-1,-1 0,1 0,0 0,0 0,0 0,0-1,0 1,0-1,0 0,0 0,1 0,-1 0,0 0,1-1,-1 0,0 1,1-1,-1-1,1 1,-1 0,0-1,1 0,1 0,26-6</inkml:trace>
</inkml:ink>
</file>

<file path=ppt/ink/ink6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4-05T06:41:36.004"/>
    </inkml:context>
    <inkml:brush xml:id="br0">
      <inkml:brushProperty name="width" value="0.1" units="cm"/>
      <inkml:brushProperty name="height" value="0.1" units="cm"/>
      <inkml:brushProperty name="color" value="#33CCFF"/>
      <inkml:brushProperty name="ignorePressure" value="1"/>
    </inkml:brush>
  </inkml:definitions>
  <inkml:trace contextRef="#ctx0" brushRef="#br0">86 21,'-16'-7,"-7"-2,0 5,6 7,11 9,13 8,14 6,4-2</inkml:trace>
</inkml:ink>
</file>

<file path=ppt/ink/ink6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4-05T06:41:37.043"/>
    </inkml:context>
    <inkml:brush xml:id="br0">
      <inkml:brushProperty name="width" value="0.1" units="cm"/>
      <inkml:brushProperty name="height" value="0.1" units="cm"/>
      <inkml:brushProperty name="color" value="#33CCFF"/>
      <inkml:brushProperty name="ignorePressure" value="1"/>
    </inkml:brush>
  </inkml:definitions>
  <inkml:trace contextRef="#ctx0" brushRef="#br0">38 295,'-38'35,"70"-66,-2-2,-2-1,17-27,26-30,-70 89,0 0,0 0,0 0,0 1,1-1,-1 0,0 1,1-1,0 1,-1-1,1 1,0 0,0-1,0 1,0 0,0 0,0 1,0-1,0 0,0 1,0-1,0 1,0 0,0-1,1 1,-1 0,0 0,0 1,0-1,1 0,-1 1,0-1,0 1,0 0,0 0,0 0,0 0,0 0,0 0,-1 0,1 0,1 2,6 5,-1 1,1 0,-2 0,1 1,-1 0,-1 0,0 0,0 1,-1 0,0 1,-1-1,0 1,-1-1,-1 1,0 0,0 0,-1 0,0 1,-2 4,0-11,-1-1,1 1,-2 0,1-1,0 0,-1 1,0-1,-1 0,1 0,-1-1,0 1,0-1,0 0,0 0,-1 0,0 0,0-1,0 0,0 0,0 0,-1-1,1 1,-1-2,0 1,0 0,1-1,-1 0,0 0,0-1,0 0,0 0,0 0,0-1,0 0,4 1,-1-1,1 0,-1 1,1-1,-1-1,1 1,0 0,-1 0,1-1,0 1,0-1,0 0,0 0,0 0,1 0,-1 0,1 0,-1 0,1 0,0-1,-1 1,1 0,0-1,1 1,-1-1,0 1,1-1,-1 0,1 1,0-1,0 1,0-1,0 0,1 1,-1-1,1 1,-1-1,1 1,0-1,0 1,0-1,0 1,0 0,1-1,-1 1,1 0,-1 0,3-2,6-5,1 0,0 0,1 1,0 0,0 1,0 0,1 1,0 1,0 0,1 1,0 0,-1 1,1 0,0 1,0 1,10 0,77-8,-67 7,1-1,-1-2,0-1,0-1,15-7,-43 12,-1 1,1-1,-1 0,0-1,1 1,-1-1,0 0,-1 0,1-1,0 1,-1-1,0 0,0 0,0-1,0 1,-1-1,0 0,0 0,0 0,-1 0,1 0,-1-1,0 1,0-4,-2 7,-1-1,0 1,1 0,-1-1,0 1,0 0,0 0,-1 0,1 0,0 0,-1 0,0 0,1 0,-1 0,0 1,0-1,0 1,0 0,0-1,0 1,0 0,0 0,-1 0,1 0,0 1,-1-1,1 1,0-1,-1 1,-73-6,67 5,0 1,0 1,0-1,0 2,0-1,0 1,0 0,1 1,-1 0,1 1,-1-1,1 2,0-1,1 1,-1 0,1 1,0-1,0 1,1 1,0 0,-2 2,7-6,0 0,0 0,0 0,0 0,1 1,-1-1,1 0,0 0,0 1,0-1,0 0,1 1,-1-1,1 0,0 0,0 0,0 0,1 0,-1 0,0 0,1 0,0 0,0-1,0 1,0 0,2 0,69 57,-38-42,0-2,1-1,0-2,2-1,-1-2,1-1,26 1,8 0</inkml:trace>
</inkml:ink>
</file>

<file path=ppt/ink/ink6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4-05T06:41:37.645"/>
    </inkml:context>
    <inkml:brush xml:id="br0">
      <inkml:brushProperty name="width" value="0.1" units="cm"/>
      <inkml:brushProperty name="height" value="0.1" units="cm"/>
      <inkml:brushProperty name="color" value="#33CCFF"/>
      <inkml:brushProperty name="ignorePressure" value="1"/>
    </inkml:brush>
  </inkml:definitions>
  <inkml:trace contextRef="#ctx0" brushRef="#br0">96 720,'-11'20,"-7"17,1 10,2 7,4 0,4-3,8-7,6-10,6-12,1-8</inkml:trace>
  <inkml:trace contextRef="#ctx0" brushRef="#br0" timeOffset="265.289">15 413,'-9'18,"4"13,16 10,20 8,21 3,2-6</inkml:trace>
  <inkml:trace contextRef="#ctx0" brushRef="#br0" timeOffset="781.92">710 881,'-10'-11,"-2"1,1 0,-1 1,-1 0,0 1,0 0,0 1,-1 1,0 0,0 1,-1 0,0 2,1-1,-1 2,0 0,-1 0,1 2,0 0,0 0,-4 2,12 0,0 0,0 0,0 1,0 0,1 0,-1 0,1 1,0 0,0 0,1 0,-1 1,1 0,0 0,0 1,0-1,1 1,0 0,0 0,1 0,-1 1,1 0,1-1,-1 1,1 0,0 0,1 0,0 0,0 0,0 1,1-1,0 0,1 0,-1 1,1-1,1 0,0 3,-1-6,1 0,0 0,0 0,0-1,0 1,0 0,1-1,0 1,0-1,0 0,0 0,0 0,0-1,1 1,-1-1,1 0,0 1,0-2,0 1,0 0,0-1,0 0,0 0,0 0,1 0,-1-1,0 0,1 0,0 0,6 0,0-1,0-1,-1 1,1-2,-1 1,0-2,1 1,-1-2,-1 1,1-1,2-2,3-4,-1 1,0-2,-1 0,0-1,-1 0,-1-1,0 0,0-1,-2 0,0-1,6-13,3-13,-2 0,-1-1,-2 0,-2-7,-10 49,6-27,0-1,-2 0,-1-1,-2 1,0-1,-3-10,2 39,-1 0,0 0,0 0,0 0,0 1,0-1,0 0,0 0,0 0,0 0,0 0,-1 0,1 0,0 0,-1 0,1 0,0 0,-1 1,1-1,-1 0,0 0,1 0,-1 1,0-1,1 0,-1 1,0-1,0 1,1-1,-1 1,0-1,0 1,0 0,0-1,0 1,0 0,0-1,0 1,0 0,0 0,1 0,-1 0,0 0,0 0,0 0,0 1,0-1,0 0,0 0,0 1,0-1,0 0,0 1,1-1,-1 1,0-1,0 1,0 0,1-1,-1 1,0 0,1-1,-1 1,0 0,-9 11,0 0,1 1,0-1,1 2,1-1,0 1,0 0,0 5,5-15,-9 23,0 1,2 0,1 0,2 1,0-1,2 2,1-1,1 10,2-26,0-1,1 1,0-1,1 1,0-1,1 0,1 0,0 0,0 0,1 0,0-1,1 0,1 0,0-1,0 0,1 0,0 0,1-1,0 0,7 5,-6-8,1 0,-1 0,2-1,-1-1,0 1,1-2,0 0,0 0,0-1,0-1,0 0,1 0,-1-1,0-1,0 0,0-1,0 0,0-1,0 0,0-1,-1 0,0-1,0 0,0 0,0-2,-1 1,0-1,0-1,-1 0,0 0,0-1,-1 0,0 0,-1-1,0 0,0 0,0-3,-1 2,0 1,-1-1,0 0,0-1,-1 1,-1-1,0 0,0 0,-2 0,1 0,-1 0,-1 0,-1-9,1 19,0 1,0-1,0 1,-1-1,1 0,0 1,-1-1,1 1,-1-1,0 1,0-1,1 1,-1-1,0 1,0 0,0 0,0-1,-1 1,1 0,0 0,0 0,-1 0,1 0,-1 0,1 1,-1-1,1 0,-1 1,1-1,-1 1,1 0,-1-1,0 1,1 0,-1 0,0 0,1 0,-1 0,1 0,-1 1,0-1,1 1,-1-1,1 1,-1-1,1 1,-1 0,1 0,-1 0,1-1,0 1,-1 1,-4 4,0 1,0 0,1 0,0 0,0 1,1-1,0 1,0 0,1 0,0 0,1 1,-1-1,2 1,-1 0,1-1,0 1,1 0,0 0,1 0,0-1,0 1,1 3,0-4,1 0,0 0,0-1,0 1,1-1,0 0,0 0,1 0,0 0,0-1,1 0,0 0,0 0,0-1,1 0,0 0,0 0,0-1,0 0,1-1,6 3,26 8</inkml:trace>
  <inkml:trace contextRef="#ctx0" brushRef="#br0" timeOffset="1591.755">1392 747,'-7'11,"1"1,0-1,0 1,1 0,0 0,1 1,1 0,0-1,1 1,0 0,1 0,0 0,1 1,0-1,1 0,1 0,0 0,1-1,0 1,4 6,-5-15,0 0,1-1,0 1,0-1,0 0,0 0,1 0,-1 0,1-1,0 1,-1-1,1 0,0 0,0 0,1-1,-1 1,0-1,0 0,1 0,-1-1,1 1,-1-1,0 0,1 0,-1-1,1 1,-1-1,0 0,1 0,-1 0,0-1,0 1,0-1,0 0,0 0,0-1,0 1,-1-1,0 0,1 0,-1 0,2-3,8-6,-1-1,-1 0,0-1,-1 0,0-1,-1 0,-1 0,-1-1,0 0,-1-1,0 1,2-16,-5 11,-3 21,0 1,-1-1,1 0,0 0,0 0,0 0,0 0,0 1,0-1,-1 0,1 0,0 0,0 0,0 0,0 0,-1 0,1 1,0-1,0 0,0 0,-1 0,1 0,0 0,0 0,0 0,0 0,-1 0,1 0,0 0,0 0,0 0,-1 0,1 0,0 0,0 0,0-1,-1 1,1 0,0 0,0 0,0 0,0 0,-1 0,1 0,0-1,-3 9,1-1,0 1,0-1,0 1,1 0,0 0,1 0,0 0,0-1,0 1,1 0,1 0,-1 0,1-1,0 1,1-1,0 1,0-1,0 0,1 0,0 0,1-1,0 0,-1 1,2-1,-1-1,1 1,0-1,0 0,7 4,-4-5,0 0,1 0,-1-1,1 0,0-1,-1 0,1 0,1-1,-1-1,0 1,0-2,0 1,0-1,0-1,0 0,-1 0,1-1,0 0,-1-1,0 0,0-1,0 0,0 0,-1 0,0-1,0-1,0 1,-1-1,0-1,0 1,-1-1,0 0,0-1,2-5,16-35,-2 0,-3-1,-1-1,-3-1,3-24,-6 29,-6 22,16-55,-3-1,-3-1,-5 0,-1-21,-10 97,1 0,-1 0,0 0,-1 0,1 0,-1 0,0 0,-1 0,0 0,1 0,-2 1,1-1,-1 1,0-1,2 5,0 0,0 0,0 0,0 0,0 0,0 0,0 0,0 1,-1-1,1 0,0 1,0-1,-1 1,1-1,-1 1,1 0,0 0,-1-1,1 1,-1 0,1 0,0 0,-1 1,1-1,-1 0,1 0,0 1,-1-1,1 1,0-1,0 1,-1 0,1-1,0 1,0 0,-1 0,-37 40,26-17,1 0,1 2,2-1,0 1,1 0,2 1,1 0,1 0,1 0,1 21,2 19,3 0,3 0,3-1,3 0,2-1,4 0,23 57,-38-113,27 55,-29-63,0 1,1-1,-1 1,0-1,1 1,-1-1,0 0,1 0,-1 0,1 0,0 0,-1 0,1 0,0 0,0-1,0 1,-1-1,1 1,0-1,0 0,0 0,0 0,0 0,0 0,0 0,0 0,-1-1,1 1,0-1,0 1,0-1,-1 0,2 0,12-9,-1 0,0-1,-1-1,0 0,-1-1,-1 0,0-1,0 0,-2-1,7-13,33-58,-49 86,0 0,0 0,0 0,0 1,0-1,0 0,0 0,1 0,-1 0,0 0,0 1,0-1,0 0,0 0,0 0,0 0,1 0,-1 0,0 0,0 1,0-1,0 0,0 0,0 0,1 0,-1 0,0 0,0 0,0 0,0 0,1 0,-1 0,0 0,0 0,0 0,0 0,1 0,-1 0,0 0,0 0,0 0,0 0,0 0,1 0,-1 0,0-1,-3 22,3-19,-1 3,-10 112,11-112,0 1,1-1,0 1,0-1,0 0,1 0,0 1,0-1,0 0,0 0,1-1,0 1,0 0,0-1,0 0,1 0,0 0,0 0,0 0,1-1,17 11</inkml:trace>
  <inkml:trace contextRef="#ctx0" brushRef="#br0" timeOffset="1856.048">2435 560,'-16'-11,"-12"-9,-10-5,-8-3,4 3</inkml:trace>
  <inkml:trace contextRef="#ctx0" brushRef="#br0" timeOffset="2127.367">1927 239,'455'26,"-394"-23,81 5,0-6,40-8,-161 6,-1-1,0-1,1-1,-1-1,0 0,-1-2,1 0,-1-1,0-1,-1-1,1-1,-2 0,0-1,0-1,1-2,-15 12,-1 0,-1 0,1 0,0-1,0 1,-1 0,1-1,-1 1,0-1,0 0,0 1,0-1,0 0,-1 1,1-1,-1 0,1 0,-1 0,0 0,0 1,-1-1,1 0,0 0,-1 0,0 1,0-1,0 0,0 1,0-1,0 0,-1 1,1 0,-1-1,1 1,-1 0,0 0,0 0,-1-1,-4-1,-1-1,0 2,1-1,-2 1,1 0,0 1,0 0,-1 0,1 1,-1 0,1 0,-1 1,0 0,1 0,-1 1,1 1,-1-1,1 1,-1 1,1-1,0 1,0 1,0 0,1 0,0 0,-1 1,1 0,1 0,-7 7,-1 2,1 0,0 1,1 1,1 0,0 1,1 0,1 0,1 1,0 0,2 1,-2 5,-6 26,3 1,2 1,-2 36,1 70,9 67,0-11,0-171,-1-1,-2 1,-2-1,-2 0,-2-1,-1 0,-16 36,-1-32,18-39</inkml:trace>
  <inkml:trace contextRef="#ctx0" brushRef="#br0" timeOffset="2442.95">2609 894,'36'-14,"1"1,0 2,1 2,0 2,0 1,1 1,10 2,-28 1,171-11,-185 12,-5 0,-1 1,1-1,0 1,-1-1,1 1,0 0,0-1,0 1,-1 0,1 0,0 0,0 1,0-1,-1 0,1 1,0-1,0 1,-1-1,1 1,0 0,-1 0,1 0,-1 0,1 0,-1 0,0 0,1 0,-1 1,0-1,0 1,0-1,0 1,0-1,0 1,0-1,0 1,0 0,-27 101,22-89,0-4,1-1,1 1,-1 0,1 0,1 0,0 0,0 0,1 0,0 0,1 0,0 0,1 1,26 17,-9-22</inkml:trace>
  <inkml:trace contextRef="#ctx0" brushRef="#br0" timeOffset="2697.27">3210 507,'3'20,"13"14,19 8,3-4</inkml:trace>
  <inkml:trace contextRef="#ctx0" brushRef="#br0" timeOffset="3123.139">3799 801,'-14'-5,"1"1,0 1,-1 0,1 1,-1 1,0 0,0 0,0 2,1-1,-1 2,0 0,1 1,-1 0,1 1,-5 2,14-3,0 0,0 1,0 0,0 0,1 0,-1 1,1-1,0 1,1-1,-1 1,1 0,0 0,0 0,0 1,1-1,-1 0,1 1,1-1,-1 1,1-1,0 1,0-1,1 0,-1 1,1-1,1 1,-1-1,1 0,0 0,0 0,0 0,0 0,1 0,0 0,0-1,1 0,-1 1,1-1,0-1,2 3,9 7,0 0,2-1,-1-1,1 0,1-1,-1-1,2-1,-1-1,1 0,0-1,1-1,0-1,-1-1,1-1,0 0,15-2,-22 0,1 0,0-1,0-1,0 0,-1-1,1-1,-1 0,0 0,10-6,-17 7,0 0,-1-1,1 1,0-1,-1 0,0-1,0 1,0-1,-1 0,0 0,0-1,0 1,0-1,-1 0,0 0,0 0,0 0,-1 0,0-1,0-4,-10 29,7-14,0 0,0 0,0 0,1 1,-1-1,1 0,0 0,1 1,-1-1,1 0,0 0,0 0,0 0,0 0,1 0,-1 0,1 0,0 0,0-1,1 1,-1-1,1 1,0-1,0 0,0 0,0 0,0-1,1 1,-1-1,1 0,0 0,1 2,1-1,0-1,0 1,0-1,0 0,0 0,0-1,1 1,-1-1,1-1,-1 0,0 1,1-2,-1 1,1-1,-1 0,0 0,1-1,-1 0,0 0,0 0,0-1,-1 0,1 0,0-1,-1 1,0-1,0 0,0 0,-1-1,1 0,-1 0,0 0,0 0,-1 0,0-1,0 1,0-1,0 0,-1 0,1-4,-2 4,-1 0,0 0,0 0,-1 0,0 0,0 0,0 1,0-1,-1 0,0 0,0 1,-1-1,0 1,0 0,0 0,0 0,-1 0,0 0,0 1,0 0,0 0,-1 0,0 0,1 1,-1-1,-1 1,1 1,0-1,-1 1,0 0,1 0,-1 0,0 1,0 0,0 0,-6 0,1 0,0 1,0 0,-1 0,1 1,0 0,0 1,0 1,0 0,0 0,0 1,-2 2,7-4,0 1,1 0,0 0,-1 0,1 0,1 1,-1 0,0 0,1 0,0 1,0 0,0-1,1 1,-1 1,1-1,1 0,-1 1,1-1,0 1,0 0,-1 4,3-6,0 0,0 1,0-1,0 0,1 1,0-1,0 0,0 0,0 1,1-1,0 0,0 0,0-1,0 1,0 0,1-1,-1 1,1-1,0 0,0 0,1 0,-1 0,0 0,1-1,1 1,29 19</inkml:trace>
  <inkml:trace contextRef="#ctx0" brushRef="#br0" timeOffset="3425.331">4521 734,'-1'-9,"0"0,-1 0,0 0,-1 1,0-1,0 1,0-1,-1 1,-1 0,1 0,-1 1,-1 0,1-1,-1 2,-1-1,1 1,-1 0,0 0,0 1,-6-4,10 8,-1 1,1-1,0 0,-1 1,1-1,-1 1,1 0,-1 0,1 1,-1-1,1 1,0 0,-1-1,1 1,0 1,-1-1,1 0,0 1,0 0,0 0,0 0,1 0,-1 0,0 0,1 1,-1 0,-3 3,0 1,1 0,0 0,0 1,0-1,1 1,0 0,1 0,-3 8,2 3,1 0,1 1,1-1,0 0,2 1,0-1,1 1,1-1,0 0,2 0,0 0,2 0,0-1,0 0,2-1,0 0,1 0,1-1,0 0,12 11,-11-14,0-1,2 0,-1-1,1-1,1 0,0 0,0-2,1 0,0-1,1 0,-1-2,1 0,4 0,20 4,1-3,0-1,0-3,38-2,-43-1</inkml:trace>
</inkml:ink>
</file>

<file path=ppt/ink/ink6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4-05T06:41:33.667"/>
    </inkml:context>
    <inkml:brush xml:id="br0">
      <inkml:brushProperty name="width" value="0.1" units="cm"/>
      <inkml:brushProperty name="height" value="0.1" units="cm"/>
      <inkml:brushProperty name="color" value="#33CCFF"/>
      <inkml:brushProperty name="ignorePressure" value="1"/>
    </inkml:brush>
  </inkml:definitions>
  <inkml:trace contextRef="#ctx0" brushRef="#br0">53 0,'-2'140,"-5"-1,-7 0,-14 48,27-178,3-15,3-8,1 2,0 0,1 0,0 0,1 1,0 0,1 1,0 0,0 0,1 1,1 0,-6 5,0 0,0 1,0 0,0 0,0 0,1 1,-1-1,1 1,0 1,0-1,-1 1,1 0,0 0,0 1,0 0,0 0,0 0,0 1,0 0,0 0,0 0,-1 1,1 0,1 0,1 2,0 0,-1 1,0 0,0 0,0 0,0 1,-1 0,0 0,0 0,-1 1,0 0,0 0,0 1,-1-1,0 1,-1 0,0 0,0 0,0 1,-1-1,-1 1,0-6,-1-1,0 1,0 0,0 0,0 0,-1-1,1 1,-1 0,1 0,-1-1,0 1,0 0,0-1,-1 1,1-1,-1 0,1 1,-1-1,0 0,0 0,0 0,0 0,0 0,0 0,0-1,-1 1,1-1,-1 0,1 1,-1-1,1 0,-1 0,0-1,0 1,-8 2,1-1,0-1,-1 1,1-2,-1 1,1-2,-1 1,-7-2,-66-29,82 30,0 0,-1 0,1 0,1-1,-1 1,0 0,0-1,0 0,1 1,-1-1,1 0,-1 0,1 0,0 0,0 0,0 0,0 0,0-1,0 1,1 0,-1 0,1-1,-1 1,1 0,0-1,0 1,0 0,0-1,0 1,1 0,-1-1,1 1,-1 0,1-1,0 1,0 0,4-5,1 1,-1 0,1 0,0 0,1 1,0 0,-1 0,1 1,1-1,-1 2,1-1,0 1,0 0,0 0,8 0,13-6,0 1,1 2,0 1,0 1,0 2,8 1,-35 0,0 1,0 0,0 0,0 0,0 1,0-1,0 1,0-1,0 1,0 0,0 0,-1 1,1-1,0 0,-1 1,1 0,-1-1,1 1,-1 0,0 0,0 1,0-1,0 0,0 1,0-1,-1 1,1-1,-1 1,0 0,0 0,0 0,0-1,0 4,9 60,-9-52,0 0,1 0,1 0,0-1,1 1,1-1,0 0,2 3,-6-13,1-1,-1 1,1-1,-1 0,1 0,0 1,0-1,0 0,0-1,0 1,1 0,-1-1,0 1,1-1,-1 0,1 1,-1-1,1-1,0 1,1 0,13 0</inkml:trace>
  <inkml:trace contextRef="#ctx0" brushRef="#br0" timeOffset="1154.861">400 120,'61'20,"-11"-6,-2 3,0 2,0 2,10 9,-49-25,-1 0,1 0,-1 1,0 0,-1 0,0 1,0 0,0 0,-1 1,0-1,0 1,-1 1,0-1,-1 1,0 0,0 0,-1 0,0 1,0-1,-1 5,4 67,-6-64,0 0,1 0,1 0,1 0,0 0,1-1,1 0,0 1,2-2,3 9,-9-22,0 0,0 0,0 0,0 0,1 0,-1 0,1 0,-1-1,1 1,0 0,-1-1,1 1,0-1,0 0,0 1,0-1,0 0,0 0,0-1,1 1,-1 0,0-1,1 1,-1-1,0 0,1 0,-1 0,0 0,1 0,-1 0,0 0,0-1,1 0,-1 1,0-1,0 0,0 0,1 0,-1 0,0 0,-1-1,1 1,0 0,0-1,1-1,97-120,-68 78,36-38,-67 83,-1 0,1 0,0 0,0 0,-1 1,1-1,0 0,-1 0,1 1,0-1,-1 1,1-1,-1 0,1 1,0-1,-1 1,1-1,-1 1,1 0,-1-1,0 1,1 0,-1-1,0 1,1 0,-1-1,0 1,0 0,0-1,1 1,-1 0,0 0,0-1,0 1,0 0,0 0,0-1,-1 1,1 0,0-1,0 1,0 0,-1 0,1-1,0 1,-1 0,1-1,-1 1,1-1,-1 1,1-1,-1 1,1 3,-3 5,2 1,0-1,0 1,0-1,1 1,1-1,0 1,0-1,1 0,0 1,0-1,1 0,0 0,1 0,0-1,1 1,-1-1,1 0,1 0,5 6,6-2,0-1,0 0,1-1,1-1,0-1,0-1,0 0,1-2,0 0,0-1,0-1,0-1,1 0,-1-2,2-1,-1 2,1-1,0-2,-1 0,0-1,15-5,-29 6,1 0,-1 0,0-1,0 0,1 0,-2-1,1 0,0 0,-1-1,0 0,0 0,0 0,-1-1,0 0,0 0,0 0,0-2,-3 4,0 0,-1 0,1 0,-1 0,0 0,0-1,0 1,0 0,-1-1,0 1,0-1,0 1,0 0,-1-1,0 1,0-1,0 1,0 0,-1 0,1 0,-1 0,0 0,0 0,-1 0,1 1,-1-1,0 1,0-1,0 1,0 0,-1 0,1 1,-1-1,0 1,1 0,-1 0,0 0,0 0,-4-1,-1 0,1 0,-1 0,0 1,0-1,0 2,0 0,0 0,0 0,0 1,-1 1,1-1,0 2,0-1,0 1,0 0,0 1,1 0,-1 1,1 0,0 0,0 0,0 1,0 0,1 1,0 0,0 0,1 0,0 1,0 0,0 1,1-1,0 1,0 0,1 0,-3 7,6-11,0 0,0 1,0-1,1 0,0 1,0-1,0 1,0-1,1 0,0 1,0-1,0 0,0 0,0 0,1 1,0-1,0-1,0 1,0 0,1 0,0-1,-1 0,1 1,0-1,1 0,-1 0,0-1,1 1,0-1,-1 0,3 1,5 3,-1-1,1-1,0 0,1-1,-1 0,0 0,1-1,0-1,-1 0,1 0,4-2,-7 1,-1 0,0-1,1-1,-1 1,0-1,0-1,0 1,-1-2,1 1,0-1,-1 0,0 0,0-1,0 0,-1 0,0-1,0 1,0-1,0-1,-1 1,0-1,-1 0,0 0,0 0,0-1,1-5,-5 20,0 0,0 0,1 0,0 0,0-1,0 1,1 0,0-1,0 1,1-1,0 0,0 0,0 0,1 0,4 5,-4-7,0 0,0 0,0-1,1 1,-1-1,1 0,0 0,0-1,0 0,1 1,-1-2,0 1,1-1,-1 1,1-2,-1 1,1 0,0-1,-1 0,1-1,0 1,-1-1,1 0,-1 0,1-1,-1 0,0 0,1 0,-1 0,0-1,0 0,-1 0,1 0,-1-1,1 1,-1-1,0 0,-1 0,1-1,1-1,3-14,-1-1,0 0,-2-1,0 1,-1-1,-1 0,-2 0,0 0,-1-3,0 20,3-132,-2 136,0 0,0-1,0 1,-1-1,1 1,1 0,-1 0,0 0,0 0,0 0,1 0,-1 0,0 0,1 0,-1 0,1 1,-1-1,1 0,-1 1,1 0,-1-1,1 1,0 0,-1 0,1 0,-1 0,1 0,0 0,-1 0,1 0,-1 1,1-1,-1 1,1-1,0 1,-1-1,0 1,1 0,-1 0,0 0,1 0,-1 0,0 0,0 0,13 4,89 24,84 31,-184-59,0 0,1 0,-1 0,0 0,0 0,0 1,0-1,0 1,0 0,0 0,0 0,0 0,-1 1,0-1,1 1,-1 0,0-1,0 1,0 0,0 0,-1 0,1 0,-1 0,0 1,0-1,0 0,0 1,-1-1,1 1,-1-1,0 0,0 1,-56 110,54-110,0 0,0-1,1 1,0 0,-1 0,1 0,0 1,1-1,-1 0,1 0,0 0,0 1,0-1,1 0,-1 0,1 0,0 0,0 1,1-1,-1-1,1 1,0 0,0 0,0-1,1 1,-1-1,1 1,-1-1,3 1,12 5,0 0,0-2,1 0,0-1,0-1,1 0,0-2,0 0,-1-1,1-1,1 0,2-2,17 2,0-1,0-2,0-2,22-5,-10-4</inkml:trace>
</inkml:ink>
</file>

<file path=ppt/ink/ink6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4-05T06:41:46.474"/>
    </inkml:context>
    <inkml:brush xml:id="br0">
      <inkml:brushProperty name="width" value="0.1" units="cm"/>
      <inkml:brushProperty name="height" value="0.1" units="cm"/>
      <inkml:brushProperty name="color" value="#33CCFF"/>
      <inkml:brushProperty name="ignorePressure" value="1"/>
    </inkml:brush>
  </inkml:definitions>
  <inkml:trace contextRef="#ctx0" brushRef="#br0">266 7,'-10'-3,"-1"2,1 0,-1 0,1 0,-1 2,0-1,1 1,-1 1,1 0,-1 0,1 1,0 1,0 0,0 0,1 0,0 1,-1 1,2 0,-1 0,1 1,0 0,0 0,1 0,0 1,0 1,-5 8,10-13,1-1,0 1,0 0,0 0,1-1,-1 1,1 0,0 0,0 0,0 0,1 0,-1 0,1-1,0 1,0 0,0 0,1-1,-1 1,1-1,0 1,0-1,0 0,1 0,-1 0,1 0,-1 0,1 0,0-1,0 1,0-1,0 0,1 0,-1 0,1 0,-1-1,1 1,0-1,-1 0,1 0,0 0,0-1,2 1,43 9,0-1,0-3,1-2,-1-3,1-1,-1-3,13-3,24-1,-1-4,-1-4,62-19,-141 32,61-30,-66 31,1 1,-1-1,0 0,0 1,1-1,-1 0,0 0,0 1,0-1,0 0,0 0,1 1,-2-1,1 0,0 0,0 1,0-1,0 0,0 0,-1 1,1-1,0 0,-1 1,1-1,0 0,-1 1,1-1,-1 0,1 1,-1-1,1 1,-1-1,1 1,-1-1,0 1,1 0,-1-1,0 1,1 0,-1-1,0 1,0 0,1 0,-1 0,0-1,0 1,1 0,-1 0,0 0,-19-5,0 1,-1 0,1 1,-1 2,0 0,-19 2,10-1,24 0,-8-2,1 1,0 1,-1 0,1 1,0 0,0 1,0 1,0 0,0 1,0 0,1 1,0 0,0 1,0 0,-4 4,14-9,0 1,1 0,-1-1,0 1,1 0,-1 0,1 0,0 0,-1 0,1 0,0 0,0 1,1-1,-1 0,0 1,1-1,-1 0,1 1,0-1,0 1,0-1,0 0,0 1,0-1,1 1,-1-1,1 0,0 1,0-1,0 0,0 0,0 0,0 1,0-1,1 0,-1-1,1 1,-1 0,1 0,0-1,5 6,0-1,0-1,1 1,-1-2,1 1,1-1,-1 0,0 0,1-1,0 0,9 2,0-1,0 0,0-1,0-1,1-1,-1-1,0 0,17-3,-28 2,-1 0,0 0,1-1,-1 1,0-1,0-1,0 1,0-1,-1 0,1-1,-1 1,0-1,0 0,0 0,0-1,-1 1,1-1,-1 0,0 0,-1-1,1 1,-1-1,0 0,-1 1,1-1,0-5,6-45,11 80,-12-8,-2-3,0 1,0-1,1 0,1-1,0 0,1 0,0-1,1 0,0 0,1-1,0-1,8 6,-17-14,-1 0,1-1,-1 1,1-1,0 1,-1-1,1 0,0 1,-1-1,1 0,0 0,0 0,-1-1,1 1,0 0,-1-1,1 1,-1-1,1 1,0-1,-1 0,1 0,-1 1,0-1,1 0,-1 0,0-1,1 1,-1 0,0 0,0-1,0 1,0 0,0-1,0 1,0-2,28-62,-26 56,58-176,-61 183,0-1,1 1,0-1,0 1,0 0,0-1,0 1,0 0,0 0,1 0,-1 0,1 0,-1 0,1 0,0 0,0 1,0-1,0 1,0-1,0 1,0 0,1 0,-1 0,0 0,1 0,-1 0,1 1,-1-1,1 1,1 0,19 3,1 2,0 1,-1 1,0 1,-1 1,10 6,-24-13,0 0,0 1,0 1,-1-1,0 1,1 0,-1 1,-1 0,1 0,-1 0,0 1,0 0,-1 0,1 1,-1-1,-1 1,1 0,-1 1,-1-1,1 1,-1-1,0 1,-1 0,0 0,0 4,-27 115,24-125,1 0,-1 0,1 0,0 0,0 0,0 0,0 0,0 0,0 1,1-1,-1 0,1 0,-1 0,1 0,0 0,0-1,0 1,0 0,0 0,0 0,0-1,1 1,-1-1,1 1,-1-1,1 1,-1-1,1 0,0 0,0 0,0 0,-1 0,1 0,1 0,74 10,-49-12,0-1,0-1,0-1,0-2,-1-1,0-1,0-1,-1-1,0-2,1-1,-19 8,-1 0,1-1,-1 1,0-1,-1 0,0-1,0 0,0 0,-1 0,0-1,3-5,-6 10,-1 0,1 0,-1 0,0 0,0 0,0 0,0 0,0-1,-1 1,1 0,-1 0,0-1,0 1,0 0,-1 0,1-1,-1 1,0 0,0 0,0 0,0 0,0 0,-1 0,1 0,-1 0,0 0,0 1,0-1,0 1,0-1,-1 1,1 0,-1 0,-1-1,0 0,0 0,-1 1,1 0,-1-1,0 2,1-1,-1 1,0-1,0 1,0 0,0 1,0 0,0-1,0 2,0-1,0 0,0 1,0 0,0 0,0 1,0-1,1 1,-1 0,0 0,1 1,0-1,-1 1,1 0,0 0,1 0,-1 1,0-1,1 1,0 0,0 0,0 0,0 1,1-1,0 1,0-1,-1 4,2-5,1 0,0 1,0-1,0 0,0 1,1-1,-1 0,1 0,0 1,0-1,0 0,0 0,0 0,1 0,-1 0,1 0,0 0,0-1,0 1,0-1,1 1,-1-1,1 0,-1 0,1 0,0 0,85 40,-25-26,1-3,1-2,0-4,15-1,-52-4,112 8</inkml:trace>
</inkml:ink>
</file>

<file path=ppt/ink/ink6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4-05T06:41:47.327"/>
    </inkml:context>
    <inkml:brush xml:id="br0">
      <inkml:brushProperty name="width" value="0.1" units="cm"/>
      <inkml:brushProperty name="height" value="0.1" units="cm"/>
      <inkml:brushProperty name="color" value="#33CCFF"/>
      <inkml:brushProperty name="ignorePressure" value="1"/>
    </inkml:brush>
  </inkml:definitions>
  <inkml:trace contextRef="#ctx0" brushRef="#br0">358 136,'-4'-7,"-1"-1,0 1,0 0,-1 0,0 0,0 1,-1 0,1 0,-1 1,-1 0,1 0,-1 0,1 1,-1 0,-1 1,1 0,0 0,-1 1,1 0,-1 0,0 1,0 0,0 0,1 1,-1 1,0-1,0 1,0 1,1 0,-1 0,1 0,-1 1,-2 2,4-1,-1 1,1-1,1 1,-1 1,1-1,0 1,0 0,0 1,1-1,0 1,0 0,1 1,-2 2,5-6,-1-1,0 0,1 1,0 0,0-1,0 1,0 0,1-1,-1 1,1 0,0 0,0-1,0 1,1 0,-1 0,1-1,0 1,0 0,0-1,1 1,-1-1,1 1,0-1,0 0,0 0,0 0,0 0,1 0,-1 0,3 1,4 2,0-1,0 0,1 0,-1-1,1-1,0 1,0-2,0 1,0-2,1 1,-1-1,1-1,-1 0,0 0,1-1,-1 0,0-1,1 0,-1-1,0 0,-1 0,1-1,0 0,-1-1,0 0,0-1,-1-1,0 0,-1-1,0 0,-1 0,0-1,0 1,0-1,-1 0,-1-1,0 1,0-1,-1 0,0 0,0 0,-1-1,-1 1,0 0,0-1,-1 1,0-1,-1 1,0-1,-1-2,-1-1,-2 21,-1 25,4-16,1 1,0-1,1 1,1-1,1 1,2 12,-2-24,-1 1,1 0,0 0,0 0,1-1,0 1,0-1,0 0,0 0,1 0,0 0,0-1,0 1,1-1,-1 0,1 0,0-1,0 0,0 1,1-1,2 0,-1 0,1-1,-1 0,1 0,0 0,0-1,0 0,0-1,0 0,0 0,0-1,0 1,0-2,0 1,-1-1,1-1,0 1,-1-1,0 0,0-1,0 0,1 0,2-3,0 1,-1-1,0-1,0 0,0 0,-1-1,0 0,-1 0,0-1,-1 0,0 0,0 0,-1-1,2-6,9-60,-17 98,-1-12,0 0,1 0,0 0,0 0,1 0,1 0,-1 0,1 0,1 0,0 0,0 0,1 0,0-1,0 0,1 1,0-1,0 0,1-1,0 1,1-1,0 0,0 0,6 5,-6-9,0 0,0 0,0-1,1 0,-1 0,0 0,1-1,-1 0,1 0,-1-1,1 0,0 0,-1 0,1-1,-1 0,1-1,-1 1,0-1,1 0,-1-1,0 1,0-1,-1 0,1-1,4-3,-1 1,-1 0,0-1,0 0,-1-1,0 0,0 0,-1 0,0-1,-1 0,0 0,0 0,-1 0,0-1,0 0,-1 0,0 0,-3 9,1-1,0 1,-1 0,1-1,-1 1,1-1,-1 1,0-1,1 1,-1-1,0 1,0-1,0 1,0-1,-1 1,1-1,0 1,0-1,-1 1,1-1,-1 1,0 0,1-1,-1 1,0 0,0-1,0 1,0 0,0 0,0 0,0 0,0 0,0 0,0 0,-1 0,1 0,0 1,-1-1,1 0,0 1,-1-1,1 1,-1 0,-1-1,0 3,1 1,-1-1,0 0,1 1,-1 0,1-1,0 1,0 0,0 0,0 1,1-1,-1 0,1 0,-1 1,1-1,1 1,-1-1,0 1,1-1,-1 1,1 0,0-1,1 1,-1 0,0-1,1 1,0-1,0 1,0-1,0 0,1 1,0 0,3 3,0-1,1 0,0 0,0 0,0 0,1-1,0 0,0-1,0 1,1-1,-1-1,1 1,0-1,0-1,0 0,1 0,-1 0,1-1,83 18,2-6</inkml:trace>
</inkml:ink>
</file>

<file path=ppt/ink/ink6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4-05T06:41:42.223"/>
    </inkml:context>
    <inkml:brush xml:id="br0">
      <inkml:brushProperty name="width" value="0.1" units="cm"/>
      <inkml:brushProperty name="height" value="0.1" units="cm"/>
      <inkml:brushProperty name="color" value="#33CCFF"/>
      <inkml:brushProperty name="ignorePressure" value="1"/>
    </inkml:brush>
  </inkml:definitions>
  <inkml:trace contextRef="#ctx0" brushRef="#br0">280 410,'0'16,"0"19,0 21,0 20,-2 18,-1 12,-2 12,-2 5,-5 1,-3-5,-3-9,-1-17,3-23</inkml:trace>
  <inkml:trace contextRef="#ctx0" brushRef="#br0" timeOffset="592.414">53 972,'-44'-189,"42"183,1 3,0 0,0 1,0-1,1 0,-1 0,0 0,1 0,0 0,0 0,0 1,0-1,0 0,1 0,-1 0,1 0,0 0,-1 0,1 1,1-1,-1 0,0 1,1-1,-1 1,1-1,0 1,0 0,0-1,2 0,5-1,0 1,0 1,1 0,-1 0,1 1,0 0,-1 0,1 1,0 1,-1-1,1 2,7 1,0-2,-1 1,1 1,-1 0,0 1,0 1,0 0,0 1,-1 1,0 0,0 2,-1-1,-12-7,0 0,-1 1,1-1,-1 0,1 0,-1 1,1-1,-1 1,0 0,1-1,-1 1,0 0,0-1,0 1,-1 0,1 0,0 0,-1 0,1 0,-1 0,1 0,-1 0,0 0,0 0,0 0,0 0,-1 0,1 0,0 0,-1 0,1 0,-1 0,0 0,0 0,0 0,0-1,0 1,-1 1,-7 5,0-1,0 0,-1-1,1 0,-1 0,-1-1,1-1,-1 1,0-2,0 0,0 0,-1-1,-8 1,20-3,-63 7,62-7,-1 0,1 0,-1 0,0 0,1 0,-1 0,0-1,1 1,-1 0,1-1,-1 1,1-1,-1 0,1 1,-1-1,1 0,-1 0,1 0,0 0,0 0,-1 0,1 0,0-1,0 1,0 0,0-1,1 1,-1-1,0 1,0-1,1 1,-1-1,1 1,-1-2,2-1,0-1,1 1,-1-1,1 1,0 0,0 0,0 0,1 0,-1 0,1 0,0 1,0-1,0 1,0 0,1 0,-1 0,1 0,0 1,0-1,0 1,0 0,0 0,15-8,0 0,1 2,-1 0,2 1,-1 1,1 0,-1 2,2 1,-1 0,15 1,-32 2,0 0,-1 0,1 0,0 0,0 1,-1 0,1 0,0 0,-1 0,1 0,-1 1,1-1,-1 1,1 0,-1 0,0 0,0 0,0 1,0 0,-1-1,1 1,-1 0,0 0,1 0,-1 0,-1 1,1-1,0 1,9 26,-11-26,1-1,-1 1,1-1,0 1,0-1,0 1,0-1,1 1,-1-1,1 0,0 0,0 0,0 0,0 0,1 0,-1-1,1 1,-1-1,1 0,0 0,0 0,0 0,0 0,1 0,-1-1,0 1,1-1,-1 0,1 0,-1-1,1 1,2-1,2-1,1-1,-1 0,0-1,0 0,0 0,0-1,-1 0,1 0,-1-1,0 0,0 0,-1-1,1 0,-1 0,-1 0,1-1,-1 1,0-2,0 1,-1 0,0-1,-1 0,0 0,0 0,0 0,-1 0,0-2,-1 5,-1 0,0 0,-1 0,1 1,-1-1,0 0,0 0,0 1,-1-1,0 1,0-1,0 1,0 0,-1 0,1 0,-1 0,0 0,0 0,-1 1,1 0,-1-1,1 1,-1 1,0-1,0 0,-1 1,1 0,0 0,-1 0,1 1,-1-1,0 1,1 0,-1 1,0-1,0 1,1 0,-1 0,0 0,0 0,0 1,1 0,-1 0,0 1,1-1,-1 1,1 0,0 0,-1 0,1 1,1-1,0 1,1 0,-1 0,1 0,0 0,-1 0,1 1,1-1,-1 1,0-1,1 1,0-1,0 1,0 0,0 0,0 0,1 0,0-1,0 1,0 0,0 0,0 0,1 0,0 0,0-1,0 1,0 0,1-1,-1 1,3 2,12 20</inkml:trace>
  <inkml:trace contextRef="#ctx0" brushRef="#br0" timeOffset="1206.771">935 624,'1'-10,"-1"-1,2 0,-1 1,2-1,-1 1,1 0,1 0,0 0,0 0,3-2,-6 8,2 0,-1 0,1 0,-1 0,1 1,0 0,0-1,0 1,1 0,-1 0,1 1,0-1,-1 1,1 0,0 0,1 0,-1 0,0 1,0-1,1 1,-1 0,1 1,-1-1,1 1,0 0,2 2,-1 0,1 1,0 0,-1 0,0 0,0 1,0 0,0 0,-1 1,1-1,-1 1,0 0,-1 1,1-1,-1 1,0 0,0 0,-1 0,0 1,0-1,-1 1,1 0,-1-1,-1 1,2 6,5 32,-2 0,-2 0,-2 1,-2-1,-2 1,-2-1,-1 0,-3 0,-2 0,-8 21,-21 137,36-183,0 0,2 0,1 0,0 0,2 0,1 4,-2-18,0 1,1-1,-1 0,1 0,1 0,-1 0,1 0,1 0,-1-1,1 1,-1-1,1 0,1 0,-1-1,1 1,0-1,0 0,0 0,1 0,4 2,-4-4,-1 1,1-1,-1 0,1 0,0-1,0 0,0 0,0 0,0-1,0 0,0 0,0 0,0-1,0 0,0 0,0 0,-1-1,1 0,0 0,-1 0,1-1,-1 0,0 0,0 0,0-1,0 0,-1 0,1 0,-1 0,0-1,0 1,-1-1,1 0,-1 0,0-1,-1 1,1-1,-1 1,0-1,0 0,-1-2,3-15,-2 0,-1-1,-1 1,0 0,-2-1,-1 1,-1 0,-1 0,-1 0,-1 1,0 0,-2 0,-7-12,3 0,-1 0,-2 1,-1 1,-2 1,-1 0,-1 2,-2 0,0 1,-2 2,-1 0,-13-8,22 22,17 11,0 1,0-1,1 0,-1 1,0-1,1 1,-1-1,0 0,1 1,-1-1,1 1,-1-1,1 1,-1 0,1-1,-1 1,1-1,0 1,-1 0,1 0,-1-1,1 1,0 0,-1 0,1 0,0-1,-1 1,1 0,0 0,-1 0,1 0,0 0,0 1,-1-1,1 0,-1 0,1 0,0 0,-1 1,1-1,0 0,-1 1,1-1,-1 0,1 1,-1-1,1 1,-1-1,7 1,61-4,-1-2,1-4,-1-2,170-17,-234 28,-1-1,1 1,0-1,-1 1,1 0,0 0,0 0,-1 0,1 1,0-1,-1 1,1 0,0-1,-1 1,1 1,-1-1,1 0,-1 0,0 1,0 0,1-1,-1 1,0 0,0 0,-1 0,1 0,0 0,-1 0,1 1,-1-1,0 1,1-1,-1 1,-1-1,1 1,0 0,-1-1,1 4,-1 121,1-126,0 1,-1 0,1-1,0 1,0-1,0 1,0-1,0 0,0 1,0-1,0 0,1 0,-1 0,0 0,1 0,-1 0,1 0,-1 0,1 0,-1-1,1 1,0-1,-1 1,1-1,0 0,-1 1,1-1,0 0,0 0,-1 0,1 0,0-1,-1 1,1 0,0-1,-1 1,1-1,1 0,13-7</inkml:trace>
  <inkml:trace contextRef="#ctx0" brushRef="#br0" timeOffset="1393.389">1645 397,'6'7,"3"2</inkml:trace>
  <inkml:trace contextRef="#ctx0" brushRef="#br0" timeOffset="1790.331">2139 129,'-28'-51,"49"148,-15-11,-4-1,-3 1,-4-1,-16 85,6-50,12-97,1-12,0-1,1 1,0 0,1 0,0-1,1 1,0 0,1 0,0-1,0 1,4 7,-5-15,0-1,1 1,0-1,-1 1,1-1,0 0,0 0,0 0,1 0,-1 0,0 0,1 0,-1-1,1 1,0-1,-1 0,1 0,0 0,0 0,0 0,0-1,0 1,0-1,0 0,-1 0,1 0,0 0,0 0,0-1,0 1,0-1,0 0,0 0,2-1,6-2,1-1,-1 0,0 0,0-1,-1-1,1 0,7-7,-2-2,0 0,0-2,-2 0,0-1,-1 0,6-14,-1 5,-18 28,0 0,0 0,0 1,0-1,0 0,0 0,0 0,0 1,0-1,0 0,0 0,0 0,0 1,0-1,0 0,0 0,0 1,0-1,1 0,-1 0,0 0,0 0,0 1,0-1,0 0,1 0,-1 0,0 0,0 0,0 0,1 1,-1-1,0 0,0 0,0 0,1 0,-1 0,0 0,0 0,1 0,-1 0,0 0,0 0,0 0,1 0,-1 0,0 0,0 0,1 0,-1 0,0 0,0-1,0 1,1 0,-1 0,0 0,0 0,0 0,1-1,0 30,-1-24,-1 2,1-1,1 0,-1 0,1 1,0-1,0 0,1 0,0 0,0 0,0 0,1-1,0 1,0-1,0 1,1-1,-1 0,1 0,1-1,-1 1,0-1,1 0,0 0,0-1,1 1,-1-1,1 0,-1 0,1-1,4 1,23 3,-2-4</inkml:trace>
  <inkml:trace contextRef="#ctx0" brushRef="#br0" timeOffset="2074.569">2647 558,'-14'0,"-8"0,-4 0,-1-3,-1-2,4-1</inkml:trace>
  <inkml:trace contextRef="#ctx0" brushRef="#br0" timeOffset="2232.152">2113 371,'15'-3,"20"0,17-2,18-1,13 2,8 0,2 2,-14 1</inkml:trace>
  <inkml:trace contextRef="#ctx0" brushRef="#br0" timeOffset="2420.647">2914 771,'-5'14,"-3"11,0 8,0 3,3 0,6-3,5-4,4-6,2-7,0-7</inkml:trace>
  <inkml:trace contextRef="#ctx0" brushRef="#br0" timeOffset="2579.225">2954 330,'-9'-2,"2"8,8 13,9 11,3 1</inkml:trace>
  <inkml:trace contextRef="#ctx0" brushRef="#br0" timeOffset="2947.24">3248 811,'29'-26,"-2"-2,-1 0,-1-2,-1-1,-2-1,-2-1,0-1,-3 0,0-1,-3-1,-1-1,1-6,-9 21,0 0,-2 0,0 0,-1 0,-1-1,-2 1,0 0,-1-1,-1 1,-1 0,-1 1,-1-1,-1 1,-6-13,12 31,0 1,-1 0,1-1,0 1,-1 0,1-1,-1 1,0 0,0 0,0 0,0 0,0 1,0-1,0 1,-1-1,1 1,-1 0,1 0,-1 0,1 0,-1 0,0 0,1 1,-1-1,0 1,1 0,-1 0,0 0,0 0,1 0,-1 1,0-1,1 1,-1 0,0 0,1 0,-1 0,1 0,0 0,-3 2,-5 6,1 0,0 1,1-1,0 2,1-1,0 1,0 0,1 1,1 0,0 0,0 0,1 0,1 1,-1 3,-7 22,1 0,1 1,3 0,1 0,1 0,3 1,1-1,2 1,2-1,5 26,-6-53,0 1,1 0,0-1,0 0,2 0,-1 0,2-1,-1 0,2 0,-1-1,1 1,1-2,0 1,0-1,1-1,0 0,1 0,0-1,0 0,0-1,1 0,0-1,0 0,0-1,1 0,-1-1,1 0,0-1,0-1,0 0,0-1,0 0,-3-1,-1-1,1 0,-1 0,1-1,-1 0,0 0,0-1,0 0,0-1,-1 0,1-1,-2 1,1-1,0-1,-1 0,0 0,-1 0,0-1,0 0,0 0,-1 0,0-1,-1 1,0-1,0-1,-1 1,0 0,-1-1,0 1,-1-1,1 0,-2 0,0 0,0 1,-1-10,1 16,0 0,0 0,0 0,0 0,-1 0,1 1,-1-1,0 0,0 0,0 1,0-1,0 0,-1 1,1-1,-1 1,1 0,-1 0,0-1,0 1,0 0,0 0,0 1,-1-1,1 0,-1 1,1-1,-1 1,1 0,-1 0,0 0,1 0,-1 0,0 1,0-1,0 1,0 0,1 0,-1 0,0 0,0 0,0 1,0-1,1 1,-1 0,0 0,0 0,-1 1,-1 2,0 1,0-1,0 1,1 0,0 1,0-1,1 1,-1-1,1 1,0 0,1 0,0 0,0 1,0-1,0 1,1-1,0 1,1-1,-1 1,1 0,1-1,-1 1,1 0,0-1,1 1,-1-1,1 0,0 1,1-1,0 0,0 0,0-1,4 5,4-1,1-1,0 0,0-1,1-1,0 0,0 0,0-2,1 1,-1-2,1 0,0 0,0-2,1 1,8-2,-17 1,111 8,0-4</inkml:trace>
</inkml:ink>
</file>

<file path=ppt/ink/ink6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4-05T06:41:50.608"/>
    </inkml:context>
    <inkml:brush xml:id="br0">
      <inkml:brushProperty name="width" value="0.1" units="cm"/>
      <inkml:brushProperty name="height" value="0.1" units="cm"/>
      <inkml:brushProperty name="color" value="#33CCFF"/>
      <inkml:brushProperty name="ignorePressure" value="1"/>
    </inkml:brush>
  </inkml:definitions>
  <inkml:trace contextRef="#ctx0" brushRef="#br0">1 360,'22'-19,"-1"0,-1-1,0-1,-2-1,0 0,-1-2,-2 0,0 0,-2-2,0 0,-2 0,-1-1,-1 0,0-6,-24 95,1 137,13-153,-1 0,-2 0,-2 0,-2 0,-13 38,20-80,0 0,0 0,0 0,0 0,-1 0,0 0,0-1,0 1,0 0,0-1,-1 0,1 0,-1 1,0-1,0-1,0 1,-1 0,1-1,0 0,-1 0,0 0,1 0,-3 0,5-2,-1 0,1-1,0 1,0-1,0 0,0 1,0-1,0 0,0 0,0 0,0 1,0-1,1 0,-1 0,0 0,0 0,1-1,-1 1,1 0,-1 0,1 0,-1 0,1-1,0 1,0 0,0 0,-1-1,1 1,0 0,1 0,-1-1,0 1,0 0,0 0,1 0,-1-1,1 1,-1 0,1 0,-1 0,1 0,-1 0,1 0,0 0,0 0,0-1,66-1,-51 5,401 32,-358-30</inkml:trace>
  <inkml:trace contextRef="#ctx0" brushRef="#br0" timeOffset="272.284">1042 694,'-11'0,"-15"0,-4 0</inkml:trace>
</inkml:ink>
</file>

<file path=ppt/ink/ink6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4-05T06:41:47.721"/>
    </inkml:context>
    <inkml:brush xml:id="br0">
      <inkml:brushProperty name="width" value="0.1" units="cm"/>
      <inkml:brushProperty name="height" value="0.1" units="cm"/>
      <inkml:brushProperty name="color" value="#33CCFF"/>
      <inkml:brushProperty name="ignorePressure" value="1"/>
    </inkml:brush>
  </inkml:definitions>
  <inkml:trace contextRef="#ctx0" brushRef="#br0">26 668,'-5'14,"0"1,1 0,0 0,1 0,1 0,1 1,0-1,1 1,0-1,1 0,1 1,1-1,3 13,-3-18,0 0,0-1,1 1,0-1,1 1,0-1,0-1,1 1,0-1,0 0,1 0,0 0,1-1,0-1,0 1,0-1,1 0,-1-1,1 0,9 3,-13-6,1 0,-1-1,0 0,0 0,0 0,1 0,-1-1,1 0,-1 0,0-1,1 1,-1-1,0 0,0-1,0 1,1-1,-2 0,1 0,0-1,0 1,-1-1,1 0,-1 0,0-1,0 1,0-1,0 0,-1 0,0 0,1-1,-2 1,1-1,0 0,1-3,36-106,-38 101,1 0,0 0,0 1,2-1,-1 1,2-1,-1 1,2 1,0-1,0 1,1 1,0-1,1 1,0 0,0 1,1 0,1 1,-1 0,10-5,-13 11,0 0,0-1,0 2,0-1,0 1,0 1,0-1,1 1,-1 0,4 1,26 5</inkml:trace>
  <inkml:trace contextRef="#ctx0" brushRef="#br0" timeOffset="967.415">882 815,'0'-5,"0"0,0 1,0-1,-1 1,1-1,-1 1,0-1,0 1,-1-1,1 1,-1 0,0 0,-1 0,1 0,0 0,-1 0,0 1,0-1,0 1,0 0,-1 0,1 0,-1 0,0 1,0-1,0 1,0 0,0 0,0 0,-1 1,1 0,0 0,-1 0,-1 0,-4-1,0 1,0 1,0 0,0 0,0 1,0 0,0 0,0 1,0 1,0 0,1 0,-1 1,1 0,0 1,0-1,1 2,-1-1,1 1,0 1,1 0,0 0,0 0,0 1,1 0,0 0,-3 6,7-10,1-1,-1 1,1-1,0 1,0-1,1 1,-1-1,1 1,0 0,0-1,0 1,0 0,1-1,-1 1,1 0,0-1,0 1,0-1,1 1,-1-1,1 0,0 0,0 1,0-1,0 0,0-1,1 1,-1 0,1-1,0 1,0-1,0 0,0 0,0 0,0 0,1-1,0 1,4 1,1 0,-1 0,1 0,0-1,0-1,0 0,0 0,0-1,0 0,0 0,0-1,0 0,-1 0,1-1,0-1,0 1,-1-1,0-1,1 0,-2 0,1 0,0-1,-1 0,0-1,0 0,0 0,-1 0,0-1,0 0,0 0,-1 0,0-2,15-26,-18 35,-1 1,1-1,-1 0,0 0,1 1,-1-1,0 1,1-1,-1 1,0-1,1 1,-1 0,0 0,0-1,0 1,0 0,0 0,0 0,0 0,0 1,0-1,0 0,-1 0,1 0,0 1,-1-1,1 0,-1 1,0-1,1 0,-1 1,0-1,0 1,0 0,2 2,0 2,0-1,-1 0,2 0,-1 0,1-1,-1 1,1 0,0-1,1 0,-1 1,1-1,0-1,0 1,0-1,1 1,-1-1,1 0,-1-1,1 1,0-1,0 0,0 0,1-1,-1 1,0-1,0 0,1-1,-1 1,1-1,-1 0,1 0,-1-1,1 0,10-6,-1-1,1 0,-2-1,1-1,-1 0,-1-1,0-1,0 0,-1-1,-1 0,0-1,-1 0,1-1,11-24,0 0,-3-1,-2-1,-1-1,-2 0,-2-1,-1 0,-3-1,-2 0,-1-10,0 24,-1 1,-2-1,-1 1,-1-1,-2 0,-1 1,-3-10,6 36,0 0,0 1,-1-1,1 0,-1 0,0 0,0 0,0 1,0-1,0 0,-1 1,1-1,-1 1,1-1,-1 1,0 0,0 0,0 0,0 0,-1 0,1 0,0 1,-1-1,0 1,1-1,-1 1,0 0,1 0,-1 0,0 1,0-1,0 1,0-1,0 1,1 0,-1 0,0 0,0 1,0-1,0 1,0-1,-1 1,-6 6,0 1,0 0,0 0,1 1,0 0,1 0,0 1,0 0,1 1,0 0,1 0,0 0,1 1,0-1,0 6,-9 16,2 0,1 1,2 0,2 1,0-1,3 2,1-1,1 0,2 1,2-1,1 0,2 6,-3-29,1 0,0 0,0 0,1-1,1 1,0-1,0 0,1 0,1-1,0 1,0-1,1-1,0 0,1 0,0 0,0-1,1-1,0 1,0-2,1 1,0-1,0-1,0 0,1-1,-1 0,1 0,0-2,0 1,5-1,-7-1,0-1,0-1,0 1,0-2,0 1,-1-1,1-1,-1 0,1 0,-1-1,0 0,0 0,-1-1,1-1,-1 1,0-1,-1-1,1 1,-1-1,0 0,-1-1,0 0,0 0,-1 0,3-6,-9 24,-1 1,2 0,0-1,0 1,0 0,2-1,-1 1,1-1,1 1,0-1,1 2,1-6,1 0,0 0,0-1,0 1,1-1,0-1,0 1,0-1,1-1,-1 1,1-1,0 0,0-1,0 0,0 0,0-1,0 0,1 0,-1-1,0 0,0-1,1 0,-1 0,0 0,0-1,0 0,0-1,0 0,-1 0,6-3,-8 2,1 0,-1 0,0-1,0 1,0-1,-1 0,1-1,-1 1,0-1,-1 1,0-1,0 0,0 0,0-1,-1 1,0-1,0 1,-1-1,0 0,0 1,-1-1,0 0,0 0,0 1,-1-1,0 0,0 1,-1-1,1 0,-2 1,1 0,-1-1,0 1,0 0,0 1,-1-1,0 0,0 1,-1 0,1 0,-1 0,0 1,0 0,-1 0,0 0,1 0,-1 1,0 0,0 0,-3 0,0 0,1 1,-1 1,0-1,0 1,0 1,0 0,1 0,-1 0,0 2,0-1,0 1,1 0,-1 0,1 1,-1 1,1-1,0 1,1 0,-1 1,1 0,-1 0,2 1,-1 0,-5 6,10-10,1 0,-1 1,1-1,-1 0,1 1,0-1,0 1,0-1,0 1,0 0,1 0,-1-1,1 1,0 0,-1 0,1-1,1 1,-1 0,0 0,1-1,-1 1,1 0,0 0,0-1,0 1,0-1,0 1,1-1,-1 0,1 1,0-1,-1 0,1 0,0 0,0 0,1 0,-1-1,1 2,41 22,4-4</inkml:trace>
  <inkml:trace contextRef="#ctx0" brushRef="#br0" timeOffset="2217.116">2232 788,'0'-17,"1"5,0-1,-1 1,-1-1,0 1,-1 0,0-1,0 1,-2 0,1 0,-2 0,1 1,-4-5,6 13,0 0,-1 1,1-1,-1 0,0 1,0-1,0 1,0 0,-1 0,1 0,0 1,-1-1,1 1,-1 0,0 0,1 0,-1 0,0 1,0-1,1 1,-1 0,0 0,0 0,0 1,1-1,-1 1,0 0,1 0,-1 1,1-1,-4 2,-3 1,1 1,-1 0,1 0,0 1,1 0,-1 1,1 0,0 0,1 1,-6 7,10-13,0 1,1 0,-1 0,1 1,-1-1,1 1,0-1,1 1,-1-1,0 1,1 0,0 0,0 0,0 0,1 0,-1 0,1 0,0 0,0 0,0 0,1 0,-1 0,1 0,0 0,0 0,0 0,1-1,-1 1,1 0,0-1,0 1,0-1,1 0,-1 0,1 0,0 0,0 0,0 0,0-1,0 1,1-1,3 2,0-1,1 1,-1-2,1 1,0-1,0 0,0-1,0 0,0 0,0-1,0 0,0 0,0-1,0 0,0-1,0 1,0-1,-1-1,1 0,-1 0,1 0,-1-1,0 0,0 0,-1-1,1 0,-1 0,0 0,0-1,-1 0,0 0,0-1,0 1,-1-1,2-4,6-26,-6 18,-5 44,-3-17,1 1,0-1,1 1,0-1,0 1,1-1,0 1,1-1,-1 1,2-1,-1 0,1 0,0 0,1 0,0-1,0 1,1-1,0 0,0-1,0 1,7 5,-10-11,0 0,0 0,1 0,-1-1,0 1,0-1,1 1,-1-1,0 0,1 0,-1 0,1 0,-1 0,0 0,1-1,-1 1,0-1,0 0,1 1,-1-1,0 0,0 0,0-1,0 1,0 0,0-1,0 1,-1-1,1 0,0 1,-1-1,0 0,1 0,-1 0,1-1,39-77,23-132,-64 210,0 0,1 0,-1 0,1 0,-1 0,1 0,-1 1,1-1,0 0,0 0,0 1,0-1,0 0,0 1,1-1,-1 1,0 0,1-1,-1 1,1 0,0 0,-1 0,1 0,0 0,-1 0,1 1,0-1,0 0,0 1,0-1,0 1,0 0,0 0,-1 0,1 0,0 0,0 0,2 1,176 52,-158-46,-9-3,0 0,0 0,0 1,-1 1,1 0,-2 1,1 0,1 2,-11-6,0 1,0-1,0 0,-1 0,1 1,-1-1,0 1,0-1,0 1,0 0,-1-1,1 1,-1 0,0-1,0 1,0 0,-1-1,0 1,1 0,-1-1,0 1,-1-1,1 1,0-1,-1 1,0-1,0 0,0 0,0 0,-1 0,1 0,-3 1,-7 18,9-19,1 1,-1-1,1 1,0-1,0 1,1 0,-1 0,1 0,0 0,0 0,0 0,1 0,-1 0,1 0,0 0,0 1,0-1,1 0,-1 0,1 0,0 0,0 0,1 0,-1 0,1 0,0-1,0 1,0-1,0 1,1-1,-1 0,1 1,0-1,0-1,2 3,13 3,0 0,0-1,1 0,0-2,0 0,0-1,1-1,-1-1,1-1,-1 0,1-2,16-2,-10 1,-1 0,1-2,0-1,-1-2,0 0,21-10,-35 13,1-2,-1 1,0-2,0 1,-1-1,0-1,0 0,-1-1,0 1,0-2,-1 1,0-1,-1 0,0-1,0-1,-5 9,-1 1,1-1,0 0,-1 0,1 1,-1-1,0 0,0 0,0-1,0 1,-1 0,1 0,-1 0,0 0,0-1,0 1,0 0,-1 0,1 0,-1 0,0-1,0 1,0 0,0 0,-1 0,1 1,-1-1,1 0,-1 1,0-1,0 1,0-1,-1 1,1 0,0 0,-1 0,1 0,-1 0,0 0,0 1,0 0,0-1,0 1,0 0,0 0,-2 0,-2 2,0 0,0 0,-1 0,1 1,0 0,0 0,1 0,-1 1,0 0,1 1,0 0,0 0,0 0,0 0,1 1,-1 0,1 0,0 1,1-1,-1 1,1 0,1 0,-1 1,1-1,0 1,0 0,1-1,0 1,0 0,0 1,1-1,0 6,1-8,0 0,1-1,0 1,0 0,0 0,0-1,1 1,-1-1,1 1,1-1,-1 0,0 1,1-1,0 0,0-1,0 1,1-1,-1 1,1-1,0 0,0 0,0 0,0-1,0 0,0 1,4 0,9 3,0 0,0 0,0-2,0 0,1-1,12 0,-10 0,1-1,0 0,0-2,0-1,0 0,0-2,-1 0,1-1,-1-1,0-1,0-1,0-1,-1 0,16-11,-29 14,0 0,-1 0,1-1,-1 0,0 0,-1 0,1-1,-1 0,0 1,-1-1,0-1,2-4,-4 9,0 0,0-1,0 1,-1 0,1-1,-1 1,1-1,-1 1,0 0,-1-1,1 1,-1-1,1 1,-1 0,0-1,0 1,0 0,-1 0,1 0,-1 0,0 0,0 0,0 0,0 0,0 1,0-1,-1 1,1 0,-2-2,-2 1,0-1,0 1,0 0,0 0,-1 0,1 1,-1 0,1 0,-1 1,0 0,0 0,1 0,-1 1,0 0,0 1,0-1,1 1,-1 0,0 1,1 0,-1 0,1 0,-1 1,1 0,0 0,0 1,0-1,1 1,-1 1,1-1,0 1,0 0,1 0,0 0,-1 1,2-1,-1 1,1 0,-1 0,-1 6,5-8,-1 0,1 0,-1 0,1 1,0-1,1 0,-1 0,1 0,0 0,0 0,0 0,0 0,1 0,-1 0,1-1,0 1,1-1,-1 1,0-1,1 0,0 0,0 0,0 0,0 0,0 0,0-1,1 0,-1 0,1 0,0 0,0 0,-1-1,1 0,3 1,-2 0,0 0,1 0,-1-1,1 1,0-1,-1-1,1 1,0-1,0 0,-1 0,1-1,0 0,0 0,-1 0,1-1,-1 0,1 0,-1 0,0 0,0-1,0 0,0 0,0 0,3-4,-3 0,0 0,-1 0,0 0,0 0,-1-1,1 0,-2 1,1-1,-1 0,-1 0,1 0,-1-1,-1 1,0-2,36 52,-19-31,1-1,0-1,0 0,1-1,0-1,0-1,1-1,0 0,9 0,-15-2,61 12</inkml:trace>
</inkml:ink>
</file>

<file path=ppt/ink/ink6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4-05T06:42:02.470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28 501,'67'-500,"-105"700,27-144,-7 37,4 0,0 59,15-114,2-11</inkml:trace>
  <inkml:trace contextRef="#ctx0" brushRef="#br0" timeOffset="360.265">282 154,'7'-6,"1"0,0 1,0 0,1 0,0 1,0 0,0 0,0 1,0 0,1 1,-1 0,1 0,0 1,0 0,-1 1,1 0,0 1,0 0,-1 0,1 1,-1 0,7 3,-4-4,0 2,0 0,1 0,-2 1,1 0,0 1,-1 1,0 0,0 0,-1 1,0 0,0 1,0 0,-1 1,2 2,-9-8,-1-1,0 1,1-1,-1 1,0-1,-1 1,1 0,0 0,-1-1,1 1,-1 0,0 0,0 0,0 0,0-1,-1 1,1 0,-1 0,1 0,-1-1,0 1,0 0,0-1,-1 1,1-1,-1 1,1-1,-2 2,-61 56,-217 132,277-189,2-2,0 0,0 0,0 0,-1 0,1 1,0-1,1 1,-1-1,0 1,0 0,1 0,-1 0,1 0,-1 0,1 0,0 0,0 0,0 0,0 1,0-1,1 0,-1 1,1-1,-1 1,1-1,0 0,0 1,0-1,0 1,0-1,1 1,-1-1,1 0,0 3,4-2,0 1,1-1,-1 0,1-1,-1 1,1-1,0 0,0 0,0-1,0 0,0 0,6 0,68 7,2-4,-1-3,52-7,-33 0</inkml:trace>
</inkml:ink>
</file>

<file path=ppt/ink/ink6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4-05T06:42:00.969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280 0,'-4'23,"-7"20,-5 20,-3 15,0 7,-1 4,0-5,1-8,4-9,5-14,3-17</inkml:trace>
  <inkml:trace contextRef="#ctx0" brushRef="#br0" timeOffset="383.02">641 93,'-4'0,"-1"-1,1 1,0 1,0-1,-1 1,1-1,0 1,0 0,0 1,0-1,0 1,0 0,0 0,0 0,-1 1,-78 40,3 3,-57 45,35-23,-52 36,153-104,0 1,0-1,0 1,0-1,0 1,0-1,0 1,0 0,0 0,1-1,-1 1,0 0,1 0,-1 0,0-1,1 1,-1 0,1 0,-1 0,1 0,0 0,-1 0,1 0,0 0,0 1,0-1,0 0,0 0,0 0,0 0,0 0,0 0,0 0,1 0,-1 0,0 0,1 0,-1 0,1 0,-1 0,1 0,-1 0,1 0,0-1,-1 1,1 0,0 0,0-1,0 1,-1 0,1-1,0 1,0-1,0 1,0-1,0 1,0-1,0 0,0 1,0-1,0 0,0 0,1 0,185 49,-153-37,0 1,-2 2,1 1,-2 2,23 17,-41-26,1 0,1-1,-1-1,1 0,1-1,-1-1,1 0,0-1,0-1,0 0,0-1,1-1,-1-1,8 0,15-3</inkml:trace>
  <inkml:trace contextRef="#ctx0" brushRef="#br0" timeOffset="572.558">962 387,'25'-2,"24"-1,22 2,15 2,4 3,-9 2,-17 1</inkml:trace>
  <inkml:trace contextRef="#ctx0" brushRef="#br0" timeOffset="780.003">975 629,'16'0,"19"0,19 2,19 3,15 1,7 1,-14 0</inkml:trace>
</inkml:ink>
</file>

<file path=ppt/ink/ink6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4-05T06:42:03.587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0 1,'19'6,"21"4,20-2,20-1,13-2,6-2,-5 1,-15 2,-22 0</inkml:trace>
</inkml:ink>
</file>

<file path=ppt/ink/ink6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4-05T06:42:03.759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1 1,'23'2,"25"3,28 1,26-1,20 1,10 0,3-2,-21-1</inkml:trace>
</inkml:ink>
</file>

<file path=ppt/ink/ink6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4-05T06:42:04.621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0 409,'13'-67,"2"0,3 1,23-57,-10 38,-28 96,-48 194,37-159,2 0,2 0,1 1,3 0,2 0,3 7,3-9</inkml:trace>
</inkml:ink>
</file>

<file path=ppt/ink/ink6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4-05T06:42:04.905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1 473,'68'-473,"-121"824,52-337,-7 50,4 1,2 0,4 12,4-31,3-11</inkml:trace>
</inkml:ink>
</file>

<file path=ppt/ink/ink6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4-05T06:42:14.702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19 342,'43'-61,"5"-4,-4-2,13-28,-28 42,-29 53,1-1,-1 1,0 0,1 0,-1 0,1 0,-1 0,1 0,-1 0,0 0,1 0,-1 1,1-1,-1 0,0 0,1 0,-1 0,0 1,1-1,-1 0,0 0,1 0,-1 1,0-1,1 0,-1 1,0-1,1 0,-1 1,0-1,0 0,0 1,1-1,-1 1,0-1,0 0,0 1,0-1,0 1,0-1,0 0,0 1,0-1,0 1,0-1,0 0,0 1,0-1,0 1,0-1,0 0,-1 1,1-1,0 1,0-1,0 0,-1 1,1-1,-14 206,12-187,0 10,0-1,-2 1,-1-1,-1 0,-1 0,-2-1,0 1,-2-2,-1 0,-5 6,13-26,-1-1,1 1,-2-1,1 0,0 0,-1-1,0 0,0 0,0 0,-1 0,0-1,4-2,1 1,0-1,-1-1,0 1,1 0,-1-1,1 1,-1-1,0 0,1 0,-1 0,0 0,1 0,-1-1,1 1,-1-1,0 0,1 1,-1-1,1 0,0-1,-1 1,1 0,0-1,0 1,0-1,-1 0,2 0,-1 1,0-1,0-1,2 3,-1-1,1 1,-1 0,1-1,-1 1,1-1,0 1,-1-1,1 1,0-1,-1 1,1-1,0 0,0 1,0-1,-1 1,1-1,0 1,0-1,0 0,0 1,0-1,0 0,0 1,0-1,0 1,1-1,-1 0,0 1,0-1,0 1,1-1,-1 1,0-1,1 1,-1-1,0 1,1-1,-1 1,1-1,-1 1,1-1,-1 1,1 0,-1-1,1 1,-1 0,1 0,-1-1,1 1,0 0,35-7,338 4,-286 4</inkml:trace>
</inkml:ink>
</file>

<file path=ppt/ink/ink6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4-05T06:42:15.039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214 0,'0'25,"-3"24,0 20,-2 16,0 12,-2 8,-4 4,-4-1,-5-4,1-21</inkml:trace>
  <inkml:trace contextRef="#ctx0" brushRef="#br0" timeOffset="612.364">0 429,'0'-29,"1"0,2 0,0 0,2 0,2-3,-7 29,1 0,-1 0,1 1,0-1,0 0,0 0,0 1,1-1,-1 1,1-1,-1 1,1 0,0-1,0 1,0 0,0 0,1 0,-1 1,0-1,1 0,-1 1,1 0,-1-1,1 1,0 0,0 0,-1 1,1-1,0 0,1 1,12 2,-1 1,0 0,-1 1,1 0,0 2,-1 0,0 0,-1 1,0 1,0 0,0 1,-1 0,2 3,1-1,1 1,-2 0,1 1,-2 1,0 0,0 1,-2 1,2 2,-11-16,-1 0,1 0,-1 0,0 0,0 0,0 1,0-1,0 0,0 0,-1 1,1-1,-1 0,0 1,0-1,1 1,-2-1,1 0,0 1,0-1,-1 1,1-1,-1 0,0 1,0-1,1 0,-2 0,1 0,0 0,0 0,-1 0,1 0,-1 0,1 0,-1 0,0-1,0 1,0-1,0 1,0-1,0 0,0 0,-13 4,1-1,-1 0,0-1,0 0,0-2,-1 0,1 0,0-2,0 0,-1 0,1-1,0-1,0-1,-12-4,-17-13,44 20,1 0,-1 0,0 1,1-1,-1 0,1 0,0 1,-1-1,1 1,-1-1,1 1,0-1,0 1,-1-1,1 1,0-1,0 1,-1 0,1-1,0 1,0 0,0 0,0 0,0 0,-1 0,1 0,0 0,0 0,0 0,0 0,0 0,-1 0,1 1,0-1,102 0,-82 2,-1-1,1-1,-1 0,1-2,-1 0,0-2,0 0,0-1,0-1,-1-1,3-2,9-9,-1-3,0 0,-2-2,-1-1,-1-1,-1-1,0-4,-18 23,-3 3,1 0,-1-1,1 0,-1 0,-1 0,1-1,-1 1,0-1,0 0,0 0,-1 0,0 0,0 0,0-3,-4 5,-1 0,1 0,-1 1,0-1,0 1,0-1,0 1,-1 0,1 0,-1 1,0-1,0 1,0 0,0 0,0 0,0 0,0 1,-1-1,1 1,-1 0,1 1,-1-1,1 1,-1 0,-1 0,2-1,-6 0,0-2,-1 1,1 0,-1 1,0 0,0 1,1 0,-1 1,0 0,1 1,-1 0,8 0,0 1,1-1,-1 1,1 0,0 0,0 0,0 0,0 0,0 0,1 1,-1-1,1 0,0 1,0-1,0 1,1 0,-1-1,1 1,0 0,0-1,0 1,0 0,1-1,0 1,-1-1,1 1,0-1,1 1,-1-1,1 0,-1 1,1-1,2 3,9 16,0 1,1-2,2 0,0 0,1-2,1 0,1-1,0-1,1-1,1 0,1-2,0 0,7 1,-18-8,0-1,1-1,0 0,0 0,0-2,1 1,-1-1,10 0,3-2</inkml:trace>
</inkml:ink>
</file>

<file path=ppt/ink/ink6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4-05T06:42:13.498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316 262,'1'-4,"-1"-1,0 1,0-1,0 0,-1 1,0-1,0 1,0-1,0 1,-1-1,1 1,-1 0,0 0,-1 0,1 0,-1 0,0 0,1 1,-2-1,1 1,0 0,-1 0,1 0,-1 0,0 1,0 0,0-1,0 1,0 1,-1-1,1 1,-1-1,1 1,-1 0,1 1,-1-1,-2 1,-3 0,0 0,0 1,0 0,0 1,0 0,0 1,1 0,-1 0,1 1,0 0,0 1,0 0,0 0,1 1,0 0,0 1,1-1,-1 1,2 1,-1 0,1 0,-6 8,11-13,0-1,0 1,0 0,0 0,0-1,0 1,1 0,0 0,-1 0,1 0,0 0,0-1,1 1,-1 0,0 0,1 0,0 0,0-1,0 1,0 0,0 0,0-1,1 1,-1-1,1 0,0 1,-1-1,1 0,0 0,1 0,-1 0,0 0,0-1,1 1,-1-1,1 1,0-1,-1 0,1 0,2 1,6 1,1 0,0 0,0-1,0-1,0 0,0 0,0-1,0-1,0 0,0 0,0-1,-1-1,1 0,0-1,-1 0,0-1,0 0,0 0,-1-1,0-1,0 0,0 0,-1-1,0 0,0-1,-1 0,-1 0,1-1,-1 0,-1 0,0 0,0-1,-1 0,-1 0,1 0,-1-3,-1 0,1 1,-2-1,0 0,-1 1,0-1,-1 0,0 0,-2 0,0-7,2 21,0-1,0 0,0 1,0-1,0 1,0-1,0 0,0 1,0-1,0 1,0-1,-1 0,1 1,0-1,0 1,-1-1,1 1,0-1,-1 0,1 1,0-1,-1 1,1 0,-1-1,1 1,-1-1,1 1,-1 0,1-1,-1 1,1 0,-1 0,1-1,-1 1,1 0,-1 0,0 0,1 0,-1 0,0-1,1 1,-1 0,1 1,-1-1,0 0,1 0,-1 0,0 0,-17 29,13-14,1 1,1 1,0-1,1 0,1 1,0-1,1 1,1-1,1 1,0-1,1 0,0 1,2-1,0-1,1 1,0-1,1 0,1 0,6 7,52 32,-33-40</inkml:trace>
  <inkml:trace contextRef="#ctx0" brushRef="#br0" timeOffset="541.55">770 61,'-6'10,"1"0,0 1,0-1,1 1,1 0,0 0,0 0,1 0,1 0,-1 1,2-1,0 1,0-1,1 0,0 1,2 1,-2-6,0 0,1-1,-1 1,2-1,-1 1,1-1,0 0,0 0,1 0,-1 0,1-1,1 0,-1 1,1-1,0-1,0 1,0-1,1 0,-1 0,1 0,0-1,0 0,0 0,1-1,-1 0,1 0,2 1,-3-3,-1 1,1 0,-1-1,1 0,-1 0,1-1,-1 0,1 0,-1 0,0 0,1-1,-1 0,0 0,0 0,0-1,-1 0,1 0,0 0,-1 0,0-1,0 1,0-1,0 0,-1-1,1 1,-1-1,0 1,2-6,3-4,-2 0,0-1,0 0,-1 0,-1 0,-1-1,0 1,-1-1,0-9,-1-18,-12 74,6-16,2 0,0 0,1 0,0 0,1 0,1 0,0 1,1-1,1 0,0 0,2 3,-3-15,0 0,0 0,0 0,1 0,-1 0,1 0,0 0,0 0,0-1,0 1,1-1,-1 1,1-1,-1 0,1 0,0 0,0-1,0 1,0-1,0 1,0-1,0 0,0 0,1 0,-1-1,0 1,1-1,-1 0,0 0,1 0,-1 0,0 0,1-1,5-1,0 0,-1 0,0-1,1 0,-1 0,0-1,-1 0,1 0,-1-1,1 0,-1-1,1-1,5-6,-1 0,0 0,-1-1,0-1,-1 1,-1-2,-1 0,0 0,-1 0,0-1,-1 0,-2 0,1 0,0-11,-5 27,1 0,-1-1,0 1,1-1,-1 1,0-1,0 1,0-1,0 1,0 0,0-1,0 1,-1-1,1 1,0-1,-1 1,1 0,-1-1,0 1,1 0,-1-1,0 1,0 0,0 0,0 0,0 0,0 0,0 0,0 0,0 0,0 0,-1 0,1 1,0-1,0 0,-1 1,1-1,-1 1,1 0,0-1,-1 1,1 0,-1 0,1 0,-1 0,1 0,-1 0,1 0,-1 1,1-1,0 0,-1 1,1-1,-1 1,1 0,0-1,0 1,-1 0,1 0,0 0,0 0,0 0,0 0,-4 2,1 0,-1 1,1 0,0 0,0 0,0 0,1 1,0-1,0 1,0 0,0 0,1 0,-1 0,1 1,1-1,-1 0,1 1,0 0,0-1,0 1,1-1,0 1,0 0,1-1,-1 1,1 0,0-1,1 1,-1-1,1 1,1-1,-1 0,0 0,2 1,10 7,1 0,0-1,1 0,0-1,1-1,0-1,0 0,1-1,0-1,1-1,0 0,0-2,0 0,0-1,2-1,71 15</inkml:trace>
</inkml:ink>
</file>

<file path=ppt/ink/ink6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4-05T06:42:12.355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0 201,'21'-2,"22"1,25 4,25 2,25 4,16 2,12 4,0-1,-8 0,-16-3,-22-3,-29-3</inkml:trace>
  <inkml:trace contextRef="#ctx0" brushRef="#br0" timeOffset="303.192">710 0,'68'17,"20"3,-1 4,-2 3,0 5,37 21,-114-50,-1 0,1 1,-1 1,0-1,0 1,-1 0,1 0,-1 1,0 0,-1 0,1 1,-1-1,1 4,-5-7,0-1,-1 1,1 0,-1 0,0 0,0 0,0 0,0 0,0-1,-1 1,1 0,-1 0,0 0,0-1,0 1,0 0,-1-1,1 1,0-1,-1 1,0-1,0 0,0 0,0 1,0-1,0-1,0 1,-1 0,0 0,-20 14,-1 0,0-2,-1-1,0-1,-1-1,-19 5,10-3,-28 10,25-10,1 1,0 2,1 2,1 1,-20 15,26-7,15-5</inkml:trace>
</inkml:ink>
</file>

<file path=ppt/ink/ink6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4-05T06:42:11.431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243 187,'-3'-8,"0"1,-1 0,0 0,0 0,-1 0,0 1,0 0,0 0,-1 0,-2-1,6 6,0-1,-1 0,1 1,-1-1,0 1,0 0,1 0,-1 0,0 0,0 1,0-1,0 1,0-1,0 1,0 0,0 0,0 1,0-1,1 1,-1-1,0 1,0 0,0 0,0 0,1 0,-1 1,1-1,-3 2,-5 5,1 0,0 1,1 0,0 0,0 1,1 0,0 0,1 0,0 1,1 0,0 1,1-1,0 1,1 0,0 0,0 0,2 0,-1 2,2-5,0 0,0-1,0 1,1 0,1-1,0 1,0-1,0 1,1-1,0 0,1 0,0 0,0-1,0 1,1-1,1 0,-1-1,1 1,0-1,0 0,1 0,-1-1,2 0,-1 0,0 0,1-1,0-1,0 1,5 1,4 1,0 0,0-1,1-1,0-1,0-1,-1 0,1-1,0-1,0 0,0-2,14-2,-23 2,-1 1,1-2,-1 1,1-1,-1-1,0 1,0-2,0 1,-1-1,0 0,0 0,0-1,0 0,-1 0,0-1,0 1,-1-1,0-1,0 1,0-1,-1 0,0 0,-1 0,2-5,0-4,-1 0,0 1,-1-1,-1-1,-1 1,0 0,-2 0,1-1,-2 1,-1 0,0 0,-1 0,0 1,-2-1,0 1,0 0,-2 1,0-1,-1 2,-1-2,5 11,0 0,0 0,0 1,-1 0,0 0,0 0,0 0,0 1,-1 0,1 1,-1-1,0 1,0 1,1-1,-1 1,0 0,0 1,0 0,0 0,0 0,0 1,0 0,0 0,0 1,0 0,0 0,1 0,-1 1,1 0,0 0,0 1,0 0,0 0,1 0,-1 1,-2 3,-1 1,0 0,1 0,0 1,0 0,1 1,0 0,1 0,0 0,1 1,1-1,-1 1,2 0,0 1,0-1,1 1,1-1,0 1,0 0,2 3,4 41</inkml:trace>
  <inkml:trace contextRef="#ctx0" brushRef="#br0" timeOffset="374">1019 294,'-5'-5,"0"1,0 0,0 0,0 1,0 0,-1 0,1 0,-1 0,0 1,0 0,0 0,0 0,0 1,0 0,0 0,-1 1,1 0,0 0,-1 0,1 1,0 0,0 0,0 0,0 1,0 0,0 0,0 1,0-1,1 1,-1 1,1-1,0 1,-4 3,3 0,0 0,0 0,1 0,0 1,1 0,0 0,0 0,0 0,1 0,1 1,-1 0,1 0,1-1,-1 1,2 0,-1 0,1 0,1 0,-1 0,1 0,1 0,0 0,0-1,1 1,0-1,0 1,1-1,0 0,1 0,0-1,0 1,0-1,1 0,0-1,0 1,1-1,1 0,7 7,0-1,1-1,0-1,1 0,0-1,1-1,0 0,0-1,1-2,-1 1,1-2,0-1,1 0,-1-1,0-2,1 0,6-1,-12 1,0-2,0 1,0-2,0 0,0 0,0-2,-1 1,0-2,0 0,0 0,-1-2,1 1,-2-1,1-1,-1 0,-1-1,0 0,0 0,-1-1,0 0,-1-1,0 0,4-10,-6 7,-1 0,0 0,-2 0,0-1,0 0,-2 1,0-1,0 0,-2 1,0-1,0 0,-2 1,0-1,-1 1,0 0,-1 0,-1 0,0 1,-1 0,-1 0,0 0,-1 1,0 0,-1 1,-1 0,1 1,-2 0,0 1,0 0,-1 1,-7-5,11 10,0 1,0-1,0 2,0-1,0 1,-1 1,1-1,-1 2,1-1,0 1,-1 1,1 0,-1 0,1 1,0 0,-1 0,1 1,0 0,1 1,-1 0,1 0,-1 1,1 0,0 1,-7 6,0 0,1 0,0 2,1 0,1 0,0 1,1 0,0 1,1 1,1-1,-3 11,-16 45</inkml:trace>
</inkml:ink>
</file>

<file path=ppt/ink/ink6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4-05T06:42:16.303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361 575,'-9'21,"-3"22,-2 20,2 17,-2 14,-1 6,-2 3,-6-3,-5-10,-4-13,-5-17,1-19,5-17</inkml:trace>
  <inkml:trace contextRef="#ctx0" brushRef="#br0" timeOffset="520.61">0 1137,'4'-87,"4"1,14-55,-17 111,-1 4,-1 2,1 0,1 0,1 0,1 1,7-15,-12 34,1-1,-1 1,1 0,0 0,0 0,0 0,1 1,-1-1,1 1,0 0,0 0,0 1,0-1,0 1,1-1,-1 1,1 1,-1-1,1 1,0-1,0 2,-1-1,1 0,0 1,0 0,2 0,10 1,1 1,-2 0,1 2,0 0,-1 0,17 8,-18-7,0 1,0 0,-1 1,0 1,0 0,-1 1,0 1,7 6,-18-15,-1 0,0 0,1 1,-1-1,0 0,1 0,-1 1,0-1,0 1,0-1,0 1,0-1,-1 1,1 0,0-1,-1 1,1 0,-1 0,1-1,-1 1,0 0,0 0,0 0,0-1,0 1,0 0,-1 0,1-1,-1 1,1 0,-1 0,1-1,-1 1,0-1,0 1,0 0,0-1,0 0,0 1,0-1,-1 0,1 1,0-1,-1 0,1 0,-11 6,0-1,-1 0,0-1,0-1,0 0,0-1,0 0,-1-1,0 0,1-1,-3 0,15-1,-2 0,0 1,-1 0,1-1,0 0,-1 0,1 0,0 0,-1 0,1-1,0 0,-1 1,1-1,0 0,0-1,0 1,0 0,0-1,0 0,0 0,0 0,1 0,-1 0,3 0,0 1,0-1,0 1,1 0,-1-1,1 1,-1 0,1 0,-1-1,1 1,0 0,0 0,-1 0,1 0,0 0,0 0,0 0,0 0,0 0,0 0,1 1,-1-1,0 0,0 1,0-1,1 1,-1-1,0 1,1-1,25-9,1 1,-1 2,2 0,-1 2,1 1,0 1,-1 2,13 1,-34-2,0 2,0-1,0 1,0 0,0 0,0 1,-1 0,1 0,0 1,0-1,-1 2,1-1,-1 1,0 0,1 0,-1 0,-1 1,1 0,2 3,-6-5,-1 1,0 0,0-1,-1 1,1 0,-1-1,1 1,-1 0,0 0,0-1,0 1,0 0,0 0,-1-1,1 1,-1 0,0-1,0 1,0 0,0-1,0 1,-2 1,-6 44,11-45,0 0,1-1,-1 0,1 1,0-1,0 0,0 0,0 0,0-1,0 1,1-1,-1 0,0 0,1 0,-1 0,1-1,-1 1,1-1,-1 0,1 0,-1 0,1 0,-1-1,1 1,3-2,5 1,1-1,0-1,-1 0,0 0,1-1,-2-1,9-4,-15 7,-1 0,1-1,-1 0,0 1,0-1,0-1,0 1,0-1,-1 1,0-1,1 0,-1 0,-1-1,1 1,-1-1,0 1,0-1,0 0,0 0,0-3,-2 5,0-1,0 0,0 0,-1 0,1 1,-1-1,0 0,0 1,-1-1,1 1,-1-1,1 1,-1-1,0 1,0 0,-1 0,1 0,-1 0,1 1,-1-1,0 1,0-1,0 1,0 0,-1 0,1 0,0 1,-1-1,1 1,-1 0,0 0,1 0,-4 0,3-1,-1 1,0 0,0 0,1 0,-1 0,0 1,0 0,0 0,0 0,0 1,0 0,1 0,-1 0,0 0,1 1,-1 0,1 0,-1 0,1 0,0 1,0-1,0 1,0 0,0 1,1-1,-2 2,4-4,0 1,0 0,0 1,0-1,0 0,1 0,-1 0,1 0,-1 1,1-1,0 0,0 1,0-1,0 0,0 0,0 1,1-1,-1 0,1 0,-1 0,1 1,0-1,0 0,13 22</inkml:trace>
  <inkml:trace contextRef="#ctx0" brushRef="#br0" timeOffset="1141.992">1123 588,'10'-5,"0"-1,0 2,1-1,0 1,0 1,0 0,0 0,1 1,-1 1,1 0,-1 0,1 1,-1 1,1 0,-1 0,0 2,1-1,-1 1,0 1,0-1,-1 2,1 0,-1 0,0 1,0 0,-1 1,0 0,0 0,-1 1,1 0,-2 1,1 0,-1 0,-1 0,0 1,0 0,0 0,-2 1,3 6,-5 7,0 1,-2 0,-1-1,-2 1,0-1,-1 1,-1-1,-2 0,0-1,-1 0,-2 0,0-1,-12 18,-22 65,34-82,1 1,1 0,2 0,0 1,2 0,0 0,2 0,0 24,2-46,0-1,0 0,0 1,1-1,-1 1,0-1,1 0,0 1,-1-1,1 0,0 0,0 1,1-1,-1 0,0 0,1 0,-1 0,1-1,-1 1,1 0,0-1,0 1,0-1,0 1,0-1,0 0,0 0,0 0,0 0,1 0,-1 0,0-1,1 1,-1-1,1 0,-1 1,0-1,1 0,-1-1,1 1,-1 0,0-1,1 1,-1-1,0 0,2 0,3-5,-1 1,1-1,-1 0,-1 0,1-1,-1 0,0 0,-1 0,0-1,0 1,0-1,-1 0,0 0,-1 0,0 0,0-1,-1 1,0-1,0 1,-1-1,0 0,2-19,-2-1,-1 1,-1 0,-1 0,-2 0,0 1,-2-1,-1 1,-2 1,0 0,-2 0,0 1,-2 0,-1 1,-1 1,-1 0,-1 1,0 1,-22-18,13 18,27 21,-1 0,1 0,0 0,-1 0,1 0,0 0,-1 0,1-1,0 1,-1 0,1 0,0 0,-1 0,1 0,0-1,0 1,-1 0,1 0,0 0,0-1,-1 1,1 0,0-1,0 1,0 0,-1 0,1-1,0 1,0 0,0-1,0 1,0 0,0-1,0 1,-1 0,1-1,0 1,0 0,0-1,0 1,1 0,-1-1,0 1,0 0,0-1,0 1,0 0,0-1,0 1,1 0,-1-1,0 1,0 0,0 0,1-1,-1 1,0 0,0 0,1-1,-1 1,0 0,1 0,-1 0,0 0,1 0,-1-1,0 1,1 0,28-1,-22 2,122 3,1-6,104-15,-170 3,-88 21,18-4,1 0,-1 1,1-1,0 1,0 0,0 0,1 1,-1-1,1 1,0 0,0 0,1 1,-1-1,1 1,1 0,-1 0,1 0,0 0,0 0,1 0,-1 0,1 1,1-1,-1 0,1 1,0-1,1 1,0-1,0 0,0 1,1-1,-1 0,1 0,1 0,1 2,0-1,1-1,0 0,1-1,-1 1,1-1,0 0,1 0,-1-1,1 0,0 0,0-1,0 1,5 0,20 6</inkml:trace>
  <inkml:trace contextRef="#ctx0" brushRef="#br0" timeOffset="1394.277">1885 429,'11'13,"4"5</inkml:trace>
  <inkml:trace contextRef="#ctx0" brushRef="#br0" timeOffset="1720.91">2393 0,'-4'53,"-3"0,-2-1,-2-1,-2 1,-3-2,-2 0,-2-1,-10 15,-43 120,66-163,0 0,2 1,0-1,1 1,0 13,3-29,1 1,0-1,1 0,-1 0,1 1,0-1,0 0,1 0,0 0,0 0,1 0,-1-1,1 1,0-1,1 0,-1 1,1-1,0-1,0 1,1-1,3 4,0-3,-1-1,1 1,0-1,0-1,0 0,0 0,1 0,0-1,-1-1,1 1,0-1,0-1,-1 1,1-2,0 1,0-1,-1 0,1-1,0 0,-1-1,1 1,-1-2,0 1,0-1,0 0,-1-1,0 0,1 0,-2-1,1 1,0-1,-1-1,-1 1,1-1,-1 0,0-1,0 1,-1-1,0 0,0 0,-1 0,0-1,1-5,3-32,-7 46,0 0,0 0,0 0,0 0,-1 0,1 0,0 0,0 0,0 0,0 0,0 0,0 0,-1 0,1 0,0 0,0 0,0 0,0-1,0 1,0 0,0 0,-1 0,1 0,0 0,0 0,0 0,0 0,0-1,-5 18,0 0,0 1,1 1,2-1,-1 0,2 1,1-1,0 1,2 7,-1-22,0-1,0 1,0-1,0 1,1-1,-1 0,1 1,0-1,0 0,0 0,1-1,-1 1,1 0,0-1,1 2,18 11</inkml:trace>
  <inkml:trace contextRef="#ctx0" brushRef="#br0" timeOffset="1968.259">2807 575,'-16'-7,"-7"-2,-3 1,2 1,0 2,4 1</inkml:trace>
  <inkml:trace contextRef="#ctx0" brushRef="#br0" timeOffset="2159.756">2139 308,'14'-2,"20"1,25 4,23 5,17 8,11 9,-13-1</inkml:trace>
  <inkml:trace contextRef="#ctx0" brushRef="#br0" timeOffset="2471.921">3142 976,'0'-21,"-1"0,0-1,-2 1,0 0,-5-14,6 28,0 0,-1 1,0-1,0 0,0 1,-1-1,0 1,0 0,-1 1,0-1,0 1,0 0,0 0,-1 0,0 1,0 0,0 0,-2-1,3 2,-1 0,1 1,-1-1,1 1,-1 1,0-1,0 1,0 0,0 0,0 0,0 1,0 0,0 0,0 1,0-1,0 1,1 1,-1-1,0 1,0 0,1 0,-1 1,1 0,0 0,0 0,0 0,0 1,0 0,1 0,0 0,-1 0,2 1,-1 0,0 0,1 0,0 0,0 0,1 1,-1-1,0 7,2-8,0 1,1-1,-1 1,1 0,0-1,1 1,-1 0,1-1,0 1,0-1,0 1,1-1,-1 0,1 1,0-1,1 0,-1 0,1 0,-1-1,1 1,0-1,1 1,-1-1,0 0,1 0,0 0,0-1,0 0,0 1,0-1,0 0,1 0,6 2,-1 0,0-1,1 0,0-1,0 0,0-1,0 0,0 0,0-1,0-1,0 0,-1 0,4-2,-3 0,-1 0,1-1,-1 0,0-1,-1 0,1 0,-1-1,0 0,0-1,-1 0,0-1,0 1,-1-1,0-1,0 0,-1 0,5-9,-11 18,12-18,-3 35,-2-2,1-1,0 0,1 0,1 0,0-2,0 1,1-1,1-1,0 0,1 0,0-2,0 1,1-2,0 0,1 0,0-1,8 2,33 16</inkml:trace>
</inkml:ink>
</file>

<file path=ppt/ink/ink6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4-05T06:42:22.391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28 59,'4'14,"-1"1,-1 0,0-1,-1 1,-1 0,0 0,-1 0,-1 0,0 0,-1-1,-1 1,0 1,-19 30,27-64,44-187,-44 199,0 0,0 1,0 0,1 0,0 0,0 0,1 1,-1 0,1 0,0 0,0 1,0 0,0 0,1 0,-1 1,1 0,-1 0,1 1,0 0,0 0,0 1,0-1,0 1,0 1,-1 0,6 0,-10-1,-1 0,1 0,-1 0,1 1,-1-1,1 0,-1 1,1-1,-1 0,1 1,-1 0,1-1,-1 1,0 0,1 0,-1 0,0 0,0 0,1 0,-1 0,0 0,0 0,0 1,-1-1,1 0,0 1,0-1,-1 1,1-1,-1 1,1-1,-1 1,0-1,1 1,-1-1,0 1,0-1,0 1,0-1,0 1,-1 0,1-1,0 1,-1-1,1 1,-1-1,1 1,-1-1,0 0,0 1,0-1,0 0,-5 9,-1-1,0-1,0 1,-1-1,0 0,-1-1,1 0,-1 0,-1-1,1 0,-3 0,-35 26,47-32,0 1,0 0,1-1,-1 1,0-1,1 1,-1 0,1-1,-1 1,1-1,-1 1,1-1,-1 0,1 1,0-1,-1 0,1 1,-1-1,1 0,0 0,-1 1,1-1,0 0,-1 0,1 0,0 0,-1 0,1 0,0 0,-1 0,1 0,0 0,0 0,-1-1,1 1,-1 0,1 0,0-1,-1 1,1 0,-1-1,1 1,0-1,-1 1,1-1,-1 1,0-1,1 1,5-1,0-1,0 1,1-1,-1 1,1 0,0 1,-1 0,1 0,0 0,-1 1,1 0,-1 0,1 1,-1 0,1 0,-1 0,0 1,0 0,0 0,0 1,-1-1,0 1,1 1,-1-1,-1 1,1-1,-1 1,1 1,-1-1,-1 0,1 1,-1 0,0 0,1 4,-3-9,-1 1,1 0,-1 0,1 0,-1 0,0-1,0 1,1 0,-2 0,1 0,0 0,0 0,0 0,-1 0,1 0,-1-1,0 1,1 0,-1 0,0-1,0 1,0 0,0-1,0 1,-1-1,1 0,0 1,-1-1,1 0,-1 0,1 1,-1-1,0 0,1-1,-1 1,0 0,0 0,0-1,1 1,-1-1,0 0,0 0,0 1,-97 3,64-5</inkml:trace>
</inkml:ink>
</file>

<file path=ppt/ink/ink6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4-05T06:42:23.120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222 27,'-11'-6,"-9"-3,-5 0,-5 7,-2 5,0 10,3 6,6 8,8 5,10 4,13 1,17-1,15-5,12-8,11-7,7-7,-10-4</inkml:trace>
</inkml:ink>
</file>

<file path=ppt/ink/ink6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4-05T06:42:23.638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112 0,'-2'16,"-3"12,-1 8,1 3,1 1,1-2,2-4,0-7,3-7,1-7</inkml:trace>
  <inkml:trace contextRef="#ctx0" brushRef="#br0" timeOffset="249.333">99 14,'9'9,"13"7,8 9,9 3,2 5,-1 1,-6-1,-10 1,-16-1,-22-1,-20-2,-22-1,-19-2,-13-2,9-6</inkml:trace>
</inkml:ink>
</file>

<file path=ppt/ink/ink6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4-05T06:42:21.032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108 45,'-14'19,"1"2,1 0,1 0,1 1,1 0,1 1,-4 19,11-42,1 1,0-1,-1 0,1 0,0 0,-1 1,1-1,0 0,-1 0,1 1,0-1,0 0,-1 1,1-1,0 0,0 1,-1-1,1 0,0 1,0-1,0 0,0 1,0-1,0 1,0-1,0 0,0 1,0-1,0 1,0-1,0 0,0 1,0-1,0 0,0 1,0-1,0 1,0-1,1 0,-1 1,0-1,0 0,0 1,1-1,-1 0,0 1,1-1,-1 0,0 0,0 1,1-1,-1 0,0 0,1 0,-1 0,1 1,-1-1,0 0,1 0,72-139,-20 30,-52 109,-1 0,0-1,0 1,0 0,1-1,-1 1,0 0,0-1,1 1,-1 0,0 0,1-1,-1 1,0 0,1 0,-1 0,0-1,1 1,-1 0,0 0,1 0,-1 0,1 0,-1 0,0 0,1 0,-1 0,1 0,-1 0,0 0,1 0,-1 0,0 0,1 0,-1 0,1 1,-1-1,0 0,1 0,-1 0,0 1,0-1,1 0,-1 0,0 1,1-1,-1 0,0 1,0-1,0 0,1 1,-1-1,0 0,0 1,0-1,0 0,0 1,1-1,-1 1,0-1,0 0,0 1,0-1,0 1,0-1,-1 1,9 32,-8-31,65 294,-61-277</inkml:trace>
  <inkml:trace contextRef="#ctx0" brushRef="#br0" timeOffset="171.539">1 218,'18'-4,"17"-4,15-1,12 2,-5 1</inkml:trace>
</inkml:ink>
</file>

<file path=ppt/ink/ink6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4-05T06:42:33.194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67 1422,'0'0,"0"-1,-1 0,1 1,0-1,0 1,0-1,0 0,0 1,-1-1,1 0,0 1,0-1,1 1,-1-1,0 0,0 1,0-1,0 0,0 1,1-1,-1 1,0-1,1 0,-1 1,0-1,1 1,-1-1,1 1,-1-1,0 1,1 0,-1-1,1 1,0 0,-1-1,1 1,-1 0,1-1,-1 1,2 0,22-19,0 2,2 1,0 0,1 2,2 1,19-11,324-180,82-73,-366 221,-88 56,0 0,1-1,-1 1,0 0,1-1,-1 1,0 0,1 0,-1-1,1 1,-1 0,0 0,1 0,-1-1,1 1,-1 0,1 0,-1 0,1 0,-1 0,0 0,1 0,-1 0,1 0,-1 0,1 0,-1 0,1 0,-1 1,0-1,1 0,-1 0,1 0,-1 1,0-1,1 0,-1 0,1 1,-1-1,0 0,0 1,1-1,-1 0,0 1,1-1,-1 1,0-1,0 0,0 1,0-1,1 1,-1-1,0 1,0-1,0 0,0 1,0-1,0 1,0-1,0 1,0-1,0 1,0-1,-10 36,7-27,-5 20,1-4</inkml:trace>
  <inkml:trace contextRef="#ctx0" brushRef="#br0" timeOffset="2318.347">1992 246,'-10'2,"-1"1,1 0,0 1,0 0,0 1,1 0,0 0,0 1,0 0,0 0,1 1,0 1,1-1,-1 1,1 0,1 1,0 0,-2 3,-16 20,2 1,1 1,1 1,2 0,2 2,1 0,2 0,-7 36,17-60,1 0,0 0,1 0,0 0,1 0,1 0,0 0,2 8,-2-16,0 1,1-1,0 0,0 0,0 0,0 0,1-1,-1 1,1-1,0 1,1-1,-1 0,1 0,0-1,0 1,0-1,0 0,1 0,-1 0,1 0,0-1,1 1,0-1,0 0,0-1,1 1,-1-1,1 0,-1-1,0 0,1 0,-1 0,1-1,-1 0,0 0,1 0,-1-1,0 0,0 0,0-1,0 0,0 0,-1 0,1 0,-1-1,7-5,-1 0,0-1,0 0,-1-1,-1 0,0 0,0-1,-1 0,2-5,13-31,-3 0,-1-1,-3-1,7-37,-15 56,-2 10,20-75,-4 0,8-84,-28 177,-1 0,0 1,0-1,-1 0,1 0,-1 0,1 0,-1 0,0 0,0 0,0 0,-1 0,1 0,-1 0,0 0,1 0,-1 0,0 0,-1 0,1 1,-1-1,1 1,-1-1,0 1,1-1,-1 1,-1 0,1 0,0 0,0 0,-1 0,1 0,-1 1,0-1,1 1,-1 0,0 0,0 0,-8 2,0 1,0 1,0 0,0 1,1 0,0 0,0 1,0 0,0 1,1 0,0 1,0 0,1 0,-1 1,2 0,-1 0,1 1,0 0,0 3,-8 14,2 0,0 2,2 0,1 0,2 1,0 0,2 0,1 1,2-1,0 1,3 0,0 0,2 0,1 0,1 0,1-1,2 0,3 6,9 23,2 0,2-2,3-1,29 47,-37-72</inkml:trace>
  <inkml:trace contextRef="#ctx0" brushRef="#br0" timeOffset="2781.142">2567 981,'2'-4,"-1"0,1 1,-1-1,0 0,0 1,0-1,-1 0,0 0,1 0,-1 0,0 0,-1 0,1 0,-1 1,0-1,0 0,0 0,0 1,-1-1,1 1,-1-1,0 1,0-1,0 1,-1 0,1 0,-1 0,0 0,-1 0,-6-2,0 1,0 0,0 1,-1 0,0 1,1 0,-1 0,0 1,0 1,0 0,0 0,0 1,1 1,-1 0,0 0,1 1,-1 0,1 1,-4 2,7-3,1 0,-1 1,1 0,0 0,0 0,1 1,-1 0,1 0,0 0,0 1,1 0,0-1,0 2,0-1,0 0,1 1,0 0,1-1,0 1,0 0,0 0,1 1,0-1,0 0,0 0,1 1,1-1,-1 0,1 0,0 1,1-1,0 0,0 0,0 0,1-1,0 1,0 0,1-1,-1 0,2 0,10 12,2-2,0 0,0-1,2 0,0-2,0 0,1-1,1-1,0-1,1-1,-1-1,2-1,-1-1,19 3,22 5</inkml:trace>
  <inkml:trace contextRef="#ctx0" brushRef="#br0" timeOffset="3600.945">1 1448,'101'65,"4"-5,2-5,14 1,-21-9,522 254,-583-285,-46-25,-3 1</inkml:trace>
  <inkml:trace contextRef="#ctx0" brushRef="#br0" timeOffset="4450.675">1911 1676,'-12'2,"1"0,-1 1,0 1,1 0,-1 0,1 1,1 0,-1 1,1 1,0-1,0 2,0-1,1 1,1 1,-1-1,1 2,-3 4,-8 8,2 0,0 1,2 1,0 0,2 1,0 1,2 0,1 0,1 1,1 1,2-1,-2 17,7-40,0 0,1 0,-1 1,1-1,0 0,0 0,0 1,1-1,-1 0,1 0,0 0,1 1,-1-1,0 0,1-1,0 1,0 0,0 0,1-1,-1 1,1-1,0 0,0 0,0 0,0 0,0 0,1-1,0 0,-1 1,1-1,0-1,1 2,8-2,-1 0,0 0,0-2,1 1,-1-2,0 1,0-2,0 0,0 0,-1-1,1 0,-1-1,0 0,0-1,-1 0,1-1,-2 0,1-1,3-3,18-17,-1-1,-2-1,-1-1,-1-2,-2 0,-1-2,-2 0,-1-2,-2 0,12-35,-22 55,-1 1,-1-1,-1 0,0 0,-1 0,-1-1,0 0,-2 1,0-1,-1 0,0 0,-2 0,0 1,-3-10,2 22,0 0,0 0,-1 0,1 1,-1-1,-1 1,1 0,-1 0,1 0,-1 1,0-1,0 1,-1 0,1 1,0-1,-1 1,0 0,0 1,1-1,-1 1,0 0,0 1,0 0,0-1,0 2,0-1,0 1,0 0,0 0,0 0,1 1,-1 0,0 0,1 1,-1 0,1-1,0 2,0-1,-2 2,-7 5,1 0,1 1,-1 0,2 1,-1 0,2 1,0 0,0 1,1 0,1 1,0-1,1 1,1 1,0-1,2 1,-3 11,1 2,1 0,1-1,2 1,1 0,1 0,2 0,0 0,2 0,3 6,12 36,4-1,3-1,3-1,32 55,-46-95,-2-8</inkml:trace>
  <inkml:trace contextRef="#ctx0" brushRef="#br0" timeOffset="4749.086">2353 2184,'-2'2,"-4"8,-2 11,-2 9,-2 11,1 7,0 5,2 0,1-2,1-6,1-5,3-7,1-10</inkml:trace>
  <inkml:trace contextRef="#ctx0" brushRef="#br0" timeOffset="5033.37">2313 2104,'1'9,"0"0,1-1,0 1,0-1,1 1,0-1,1 0,0 0,0 0,3 4,0 1,91 139,-70-114,-2 2,-2 0,-1 2,16 41,-38-80,1 0,-1 0,0 0,1 1,-2-1,1 0,0 0,-1 1,1-1,-1 0,0 1,0-1,0 0,0 1,-1-1,0 0,1 0,-1 1,0-1,0 0,-1 0,1 0,-1 0,0 0,1 0,-1-1,0 1,-1-1,1 1,0-1,-1 0,1 0,-1 0,0 0,0 0,0 0,0-1,-2 2,-12 2,0-1,0-1,-1 0,1-1,-1 0,1-2,-8 0,4 0,-46 0</inkml:trace>
</inkml:ink>
</file>

<file path=ppt/ink/ink6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4-05T06:42:55.148"/>
    </inkml:context>
    <inkml:brush xml:id="br0">
      <inkml:brushProperty name="width" value="0.1" units="cm"/>
      <inkml:brushProperty name="height" value="0.1" units="cm"/>
      <inkml:brushProperty name="color" value="#33CCFF"/>
      <inkml:brushProperty name="ignorePressure" value="1"/>
    </inkml:brush>
  </inkml:definitions>
  <inkml:trace contextRef="#ctx0" brushRef="#br0">1 215,'18'2,"20"1,19 0,16-1,14 0,5-1,1-1,-6 1,-11-1,-14 0,-18-1</inkml:trace>
  <inkml:trace contextRef="#ctx0" brushRef="#br0" timeOffset="283.294">376 1,'-2'1,"1"1,0 0,0 0,0 0,0 0,1 0,-1 0,0 0,1 1,0-1,-1 0,1 0,0 0,0 0,0 1,0-1,1 0,-1 0,1 0,-1 0,1 0,0 0,0 0,-1 0,2 0,-1 0,0 0,0 0,0-1,1 1,-1 0,1-1,-1 1,1-1,0 0,0 1,77 32,215 33,-289-66,1 1,-1-1,1 1,-1 0,0 0,1 0,-1 1,0-1,-1 2,1-1,0 0,-1 1,0 0,0 0,0 0,0 0,-1 1,1-1,-1 1,0 0,-1 0,1 0,-1 0,0 1,1 3,-4-3,0 1,0-1,-1 1,0-1,0 0,0 0,-1 0,0 0,0 0,0 0,-1-1,0 1,0-1,0 0,-5 3,-27 27,-2-2,-1-2,-1-1,-2-3,-1-1,-5 0,44-23,-65 36</inkml:trace>
</inkml:ink>
</file>

<file path=ppt/ink/ink6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4-05T06:42:54.012"/>
    </inkml:context>
    <inkml:brush xml:id="br0">
      <inkml:brushProperty name="width" value="0.1" units="cm"/>
      <inkml:brushProperty name="height" value="0.1" units="cm"/>
      <inkml:brushProperty name="color" value="#33CCFF"/>
      <inkml:brushProperty name="ignorePressure" value="1"/>
    </inkml:brush>
  </inkml:definitions>
  <inkml:trace contextRef="#ctx0" brushRef="#br0">121 139,'0'18,"0"15,0 14,0 9,0 8,0 3,3 3,0-1,0-1,-1-7,0-8,-1-12,0-14,-3-17,-2-10</inkml:trace>
  <inkml:trace contextRef="#ctx0" brushRef="#br0" timeOffset="269.28">14 112,'-3'-11,"1"9,1-1,0 1,-1-1,1 1,0-1,1 0,-1 0,0 1,1-1,-1 0,1 0,0 0,0 0,0 0,0 1,1-1,-1 0,1 0,0 0,0 1,0-1,0 0,0 1,0-1,1 1,-1-1,1 1,0 0,0 0,2-2,6 0,1 0,0 2,0-1,0 1,1 1,-1 0,0 0,1 2,7 0,-13-1,8-1,0 1,0 1,0 0,1 1,-2 0,1 1,0 1,-1 0,1 1,-1 0,0 1,-1 0,1 1,-2 1,1 0,-1 0,7 8,-16-14,0 1,0 0,0 0,-1 0,0 0,1 1,-1-1,0 0,0 0,-1 1,1-1,-1 0,1 1,-1-1,0 1,-1-1,1 1,-1-1,1 0,-1 1,0-1,0 0,0 0,-1 0,1 1,-1-1,1-1,-1 1,-1 1,-4 5,0 0,0 0,-1-1,-1 0,1 0,-1-1,-1 0,0 0,-130 59,103-54</inkml:trace>
  <inkml:trace contextRef="#ctx0" brushRef="#br0" timeOffset="806.029">308 647,'6'-9,"1"1,0 0,0 0,1 1,0 0,0 0,1 1,0 0,0 0,0 1,0 0,1 1,0 0,0 1,0 0,1 0,-1 1,0 0,1 1,0 0,-1 1,1 0,0 1,-1 0,9 2,-17-3,1 0,-1 0,0 0,1 1,-1-1,1 1,-1-1,0 1,0 0,1 0,-1 0,0 0,0 0,0 1,0-1,0 1,0-1,0 1,-1 0,1-1,-1 1,1 0,-1 0,0 0,1 0,-1 1,0-1,0 0,-1 0,1 1,0-1,-1 0,1 1,-1-1,0 1,0-1,0 0,0 1,0-1,-1 1,1-1,-1 1,-5 6,-1-1,0 0,-1 0,1-1,-1 0,-1-1,0 1,1-2,-2 1,1-1,-1 0,1-1,-1 0,-4 0,1-1,30-10,4 2,0 0,0 1,0 2,0 0,0 1,1 1,-1 1,0 1,7 2,-19-2,0 0,0 0,0 1,0 0,-1 0,1 1,-1 0,0 1,0-1,0 2,-1-1,0 1,0 0,0 1,-1-1,0 1,0 1,0-1,-1 1,0 0,-1 0,2 6,-3-8,0 1,-1 1,0-1,-1 0,0 0,0 1,0-1,-1 0,0 1,-1-1,1 1,-1-1,-1 0,1 0,-1 0,-1 0,1 0,-1 0,0 0,-1-1,0 1,0-1,0 0,-1 0,1-1,-1 1,-1-1,1 0,-1 0,-1 0,-5 3,-1 0,0 0,-1-1,0-1,0 0,0-1,0-1,-1 0,0-1,0 0,0-1,0-1,0-1,0 0,-1-1,1 0,-9-3,23 5,0-1,0 0,-1 0,1 0,0 0,0 0,-1 0,1-1,0 1,0 0,-1-1,1 1,0 0,0-1,0 1,0-1,0 0,0 1,0-1,0 0,0 0,0 0,0 0,0 0,0 0,1 0,-1 0,0 0,1 0,-1 0,1 0,-1 0,1-1,0 1,-1 0,1 0,0 0,0-1,0 1,0 0,0 0,0-1,0 1,0 0,0 0,1-1,-1 1,1 0,-1 0,0 0,1-1,22-20,7 2</inkml:trace>
</inkml:ink>
</file>

<file path=ppt/ink/ink6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4-05T06:43:14.831"/>
    </inkml:context>
    <inkml:brush xml:id="br0">
      <inkml:brushProperty name="width" value="0.1" units="cm"/>
      <inkml:brushProperty name="height" value="0.1" units="cm"/>
      <inkml:brushProperty name="color" value="#33CCFF"/>
      <inkml:brushProperty name="ignorePressure" value="1"/>
    </inkml:brush>
  </inkml:definitions>
  <inkml:trace contextRef="#ctx0" brushRef="#br0">292 43,'-19'-4,"1"0,-1 1,0 0,0 2,0 1,-19 1,31-1,0 1,0 0,0 1,1-1,-1 1,0 1,1-1,-1 1,1 0,0 0,0 1,0 0,1 0,-1 1,1-1,0 1,0 0,1 0,-1 1,-1 2,4-4,0-1,0 1,1 0,-1 0,1 0,-1 1,1-1,1 0,-1 0,0 1,1-1,0 0,0 0,1 1,-1-1,1 0,0 1,0-1,0 0,0 0,1 0,0 0,0 0,0 0,0-1,0 1,1-1,0 1,-1-1,1 0,1 0,-1 0,0 0,1-1,-1 0,1 1,0-1,0 0,0-1,0 1,5 2,0 0,1-1,-1 0,1-1,-1 0,1 0,0-1,0 0,0-1,0 0,0-1,1 0,-6 1,-1-1,1 0,-1 0,1 0,0-1,-1 0,0 1,1-1,-1-1,0 1,0-1,0 1,-1-1,1 0,-1-1,1 1,-1-1,0 1,0-1,-1 0,1 0,-1 0,0 0,0-1,0 1,0-2,0-10,0-1,-1 1,-1 0,0 0,-1-1,-1 1,0 0,-2 0,0 0,-4-11,33 119,-21-81,0 0,1 0,0 0,1-1,0 1,0-2,1 1,0 0,1-1,0-1,0 1,1-1,0-1,1 0,0 0,0-1,0 0,1 0,-1-1,1-1,1 0,-1 0,2-1,-4-1,0 0,0-1,0 0,0-1,1 0,-1 0,0-1,1 0,-1 0,0-1,0-1,0 1,-1-1,1-1,0 0,-1 0,0-1,0 1,-1-2,1 1,-1-1,0 0,0-1,-1 0,0 0,0 0,-1-1,0 0,0 0,-1 0,0 0,0-1,-1 1,0-1,0 0,-1 0,-1 0,1-1,-2 6,0 0,1 0,-1 0,-1 0,1 0,-1 0,1 0,-1 0,0 0,-1 0,1 0,-1 0,1 1,-1-1,0 1,0-1,-1 1,1 0,-1 0,0 0,0 0,-3-3,5 7,0-1,-1 0,1 0,0 1,-1-1,1 1,0-1,0 1,-1-1,1 1,0 0,0 0,0-1,0 1,0 0,0 0,0 0,0 0,0 0,0 1,1-1,-1 0,0 0,1 0,-1 1,1-1,-1 0,1 0,0 1,0-1,-1 1,1-1,0 0,0 1,0-1,1 1,-3 7,0 0,1 0,0 0,0-1,1 1,1 0,-1 0,1 0,1 0,0-1,0 1,0 0,1-1,1 0,-1 0,1 0,1 0,-1 0,1-1,1 0,-1 0,1 0,1-1,-1 0,1 0,0-1,0 1,0-1,1-1,0 0,0 0,0 0,1-1,-1 0,1-1,-1 0,7 1,-9-3,-1 0,0 0,0-1,1 0,-1 1,0-2,0 1,0-1,0 1,0-1,0-1,-1 1,1-1,-1 0,1 0,-1 0,0 0,0-1,0 0,-1 1,1-2,-1 1,0 0,0-1,-1 1,1-1,-1 0,0 1,1-5,3-7,-1-2,0 1,-2 0,0-1,-1 0,0 0,-2 0,0-3,-5-6,-2 42,6-6,1 0,1 0,0 0,0 0,1 0,0 0,0-1,1 1,0-1,1 1,0-1,0 0,1-1,0 1,0-1,0 0,1 0,1 0,-1-1,1 0,0 0,0-1,0 0,1 0,0-1,0 0,0 0,0-1,1 0,0 0,4 0,21 4,0-2,1-1,0-1,-1-2,31-4,20-2</inkml:trace>
</inkml:ink>
</file>

<file path=ppt/ink/ink6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4-05T06:43:16.962"/>
    </inkml:context>
    <inkml:brush xml:id="br0">
      <inkml:brushProperty name="width" value="0.1" units="cm"/>
      <inkml:brushProperty name="height" value="0.1" units="cm"/>
      <inkml:brushProperty name="color" value="#33CCFF"/>
      <inkml:brushProperty name="ignorePressure" value="1"/>
    </inkml:brush>
  </inkml:definitions>
  <inkml:trace contextRef="#ctx0" brushRef="#br0">28 388,'-27'50,"41"-72,7-32,-2-1,-2-1,-3-1,1-22,4 14,-17 64,-1 1,0-1,1 0,-1 1,1-1,-1 1,0-1,1 1,-1-1,1 1,0 0,-1 0,1 0,-1 0,1 0,-1 0,1 0,-1 1,1-1,-1 1,1-1,-1 1,1-1,-1 1,0 0,1-1,-1 1,0 0,0 0,0 0,1 0,-1 0,0 0,0 1,0-1,-1 0,1 1,0-1,0 0,-1 1,1 0,1 0,27 31,-1 2,-2 1,-1 1,17 37,-13 3,-29-74,1-1,-1 0,0 0,0 0,1 0,-2 1,1-1,0 0,0 0,-1 0,1 0,-1 1,0-1,1 0,-1 0,0 0,0 0,0-1,-1 1,1 0,0 0,-1-1,1 1,-1-1,0 1,1-1,-1 1,0-1,0 0,0 0,0 0,0 0,0 0,0-1,-1 1,-4 1,0-1,1 0,-1-1,0 1,0-1,0 0,0-1,0 0,1 0,-1-1,0 1,1-1,-1-1,1 1,-1-1,1 0,0-1,1 1,-1-1,0-1,1 1,-3-3,7 6,0 0,0-1,0 1,0 0,0 0,0 0,0-1,1 1,-1 0,0-1,1 1,-1 0,1-1,-1 1,1-1,0 1,0-1,-1 1,1-1,0 1,0-1,1 1,-1-1,0 1,0-1,1 1,-1-1,1 1,-1 0,1-1,0 1,-1-1,1 1,0 0,0 0,0 0,0 0,0-1,0 1,0 0,1 1,-1-1,0 0,1 0,-1 0,1 1,69-25,66 6,-100 16,0-2,0-1,-1-2,-1-1,20-9,-51 17,0 0,0 0,0 0,-1-1,1 0,0 0,-1 0,1 0,-1 0,0-1,0 1,0-1,0 0,0 0,-1 0,1 0,-1-1,0 1,0-1,0 1,0-1,-1 0,1 0,-1 1,0-1,0 0,-1 0,1 0,-1 0,0 0,0-1,0-2,-4-2,0 1,-1 0,0 0,0 0,0 1,-1 0,0 0,-1 0,0 1,0 0,0 0,-1 1,1 0,-1 0,-1 0,1 1,-1 1,1-1,-2 1,8 2,1 0,-1 0,0 0,0 0,0 1,1-1,-1 0,0 1,0-1,0 1,0 0,0 0,0 0,0 0,0 0,0 0,0 0,0 1,0-1,1 0,-1 1,0 0,0 0,0-1,1 1,-1 0,0 0,1 0,-1 1,1-1,-1 0,1 1,-1-1,1 1,0-1,0 1,0-1,0 1,0 0,0 0,0-1,1 1,-1 0,1 0,-1 0,1 0,0 0,-1 0,1 0,3 6,-1 0,1 0,0-1,1 0,-1 1,2-1,-1 0,1-1,0 1,0-1,1 0,-1 0,1-1,1 0,-1 0,1 0,1 0,24 15,1-1,0-1,2-2,0-1,1-2,0-2,1-1,28 4,26 3</inkml:trace>
</inkml:ink>
</file>

<file path=ppt/ink/ink6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4-05T06:43:19.654"/>
    </inkml:context>
    <inkml:brush xml:id="br0">
      <inkml:brushProperty name="width" value="0.1" units="cm"/>
      <inkml:brushProperty name="height" value="0.1" units="cm"/>
      <inkml:brushProperty name="color" value="#33CCFF"/>
      <inkml:brushProperty name="ignorePressure" value="1"/>
    </inkml:brush>
  </inkml:definitions>
  <inkml:trace contextRef="#ctx0" brushRef="#br0">1 837,'34'-18,"0"-3,-1-1,-1-1,-2-2,7-7,-9 2,-1-1,-1 0,-2-2,-2-1,0-1,-3-1,-1-1,-2 0,-1-1,-2-1,-1 0,-3-1,5-38,-14-21,0 96,-1 1,1-1,-1 0,0 0,0 1,0-1,0 1,0-1,0 1,-1-1,1 1,-1 0,1-1,-1 1,0 0,0 0,0 0,0 1,-1-1,1 0,0 1,-1 0,1-1,-1 1,1 0,-1 0,1 0,-1 1,0-1,0 1,1-1,-4 1,-3 2,-1 0,0 0,1 1,0 0,0 1,0 0,0 0,0 1,1 0,0 0,0 1,0 1,1-1,0 1,0 0,1 0,-3 5,-10 9,2 1,0 0,2 2,0-1,2 2,0 0,2 1,1 0,1 0,-3 15,8-22,0-1,2 0,0 1,1 0,1-1,0 1,2 0,0-1,1 1,1-1,0 0,1 0,2-1,0 1,0-1,4 4,3 0,0-1,2 0,0 0,1-2,1 0,1-1,0-1,2-1,-1-1,2 0,0-2,0 0,1-2,0 0,1-2,15 3,32 7</inkml:trace>
  <inkml:trace contextRef="#ctx0" brushRef="#br0" timeOffset="363.034">816 837,'-1'-7,"0"0,0 0,-1 0,0 0,-1 0,1 1,-1-1,-1 0,1 1,-1 0,0 0,0 0,-1 1,0-1,0 1,0 0,-1 0,1 1,-1 0,0 0,0 0,-1 1,1 0,-1 0,0 0,0 1,0 0,0 0,0 1,0 0,0 0,0 1,-1 0,1 0,3 0,1 0,-1 0,0 0,0 0,1 1,-1 0,0 0,1 0,-1 0,1 0,-1 1,1 0,0-1,-1 1,1 1,0-1,0 0,1 1,-1-1,0 1,1 0,0 0,-1 0,1 0,0 0,1 1,-1-1,0 0,1 1,0-1,0 1,0 0,0-1,1 1,-1 0,1 0,0-1,0 4,1 1,-1 0,1 0,0-1,0 1,1 0,0-1,1 1,0-1,0 0,0 0,1 0,0 0,0-1,1 1,0-1,0 0,0-1,3 3,-4-5,0 1,0-1,0 0,1 0,-1-1,1 1,0-1,-1 0,1 0,0 0,0-1,1 0,-1 0,0 0,0 0,0-1,1 0,-1 0,0-1,0 1,1-1,-1 0,0 0,0-1,0 0,0 0,2-1,2-3,1 0,-2-1,1 0,-1-1,0 0,0 0,-1-1,-1 0,1 0,-1 0,-1-1,0 0,0 0,-1 0,0-1,0 1,-2-1,1 0,-1-4,-1 14,0 0,-1 0,1-1,-1 1,1 0,-1-1,0 1,1 0,-1-1,0 1,0 0,0-1,0 1,0-1,0 1,0 0,-1-1,1 1,0 0,-1-1,1 1,-1 0,0-1,1 1,-1 0,0 0,0 0,0 0,1 0,-1 0,0 0,0 0,-1 0,1 0,0 0,0 1,0-1,-1 0,1 1,0-1,0 1,-1 0,1-1,0 1,-1 0,1 0,-1-1,-2 3,1 1,0-1,0 0,0 1,1-1,-1 1,0 0,1 0,0 0,0 0,0 1,0-1,0 0,1 1,-1-1,1 1,0 0,0-1,1 1,-1 0,1 0,-1 0,1-1,0 1,1 0,-1 0,1 0,0 5,1 0,1 0,-1-1,2 1,-1-1,1 0,0 0,0 0,1-1,0 1,1-1,0 0,0-1,0 1,1-1,0 0,1 0,14 10,1 0,0-2,1-1,24 10,28 9</inkml:trace>
</inkml:ink>
</file>

<file path=ppt/ink/ink6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4-05T06:43:17.606"/>
    </inkml:context>
    <inkml:brush xml:id="br0">
      <inkml:brushProperty name="width" value="0.1" units="cm"/>
      <inkml:brushProperty name="height" value="0.1" units="cm"/>
      <inkml:brushProperty name="color" value="#33CCFF"/>
      <inkml:brushProperty name="ignorePressure" value="1"/>
    </inkml:brush>
  </inkml:definitions>
  <inkml:trace contextRef="#ctx0" brushRef="#br0">1 685,'33'-23,"-1"-1,0-2,-2-1,-2-2,0-1,-2 0,-1-2,-1-1,-2-1,-2-1,-1-1,-2 0,-1-2,9-33,-22 63,0-1,0 1,0-1,-1 0,-1 0,0 0,0 0,0 0,-1 0,-1 0,0 0,0 0,0 0,-1 0,-1 0,0-1,2 8,0 0,0 0,-1 1,1-1,-1 0,1 0,-1 1,0-1,0 1,1-1,-1 1,0 0,0 0,-1 0,1 0,0 0,0 0,0 0,-1 1,1-1,0 1,0 0,-1 0,1 0,0 0,-1 0,1 0,0 1,-1-1,1 1,0-1,-5 2,1 0,0 1,0-1,0 1,1 0,-1 1,1-1,0 1,0 0,-5 5,-4 9,1 0,1 0,0 2,2-1,0 1,1 1,1 0,1 0,1 0,1 1,1 0,0 0,2 0,1 1,0 8,0-14,0 0,1 0,1-1,0 1,2 0,0-1,0 1,2-1,0 0,0 0,2-1,0 0,1 0,0 0,1-1,1-1,0 1,1-1,0-1,1 0,0-1,1 0,0-1,1 0,0-1,1-1,0 0,9 3,-13-8,-1 0,1-1,0 0,0-1,0 0,0-1,0 0,0 0,1-1,-2-1,1 0,0-1,0 0,-1 0,1-1,-1 0,0-1,0 0,-1-1,1 0,-1-1,-1 1,1-2,-1 1,-1-1,1 0,-1-1,0 0,-1 0,0 0,-1-1,0 0,0 0,0-3,-2 6,1-1,-1 0,0-1,-1 1,0 0,0-1,0 1,-2-1,1 1,-1-1,0 0,0 1,-1-1,-1 1,1-1,-1 1,-1 0,0-2,2 9,0-1,0 0,0 1,-1 0,1-1,-1 1,1 0,-1 0,1-1,-1 1,0 0,1 1,-1-1,0 0,0 0,0 1,0-1,1 1,-1 0,0 0,0-1,0 1,0 0,0 0,0 1,0-1,0 0,0 1,0-1,1 1,-1 0,0-1,0 1,1 0,-1 0,0 0,0 1,-52 52,51-49,0 1,0-1,0 1,1 0,0 0,0 0,1 0,0 1,0-1,0 0,1 0,0 1,0-1,1 0,-1 1,1-1,1 0,-1 0,1 0,0 0,1 0,-1 0,1 0,0-1,1 1,-1-1,1 0,3 3,11 7,0-1,1 0,1-1,0-1,1-1,0-1,1-1,0-1,0-1,0-1,1 0,0-2,18 1,56 10</inkml:trace>
  <inkml:trace contextRef="#ctx0" brushRef="#br0" timeOffset="376.989">1578 672,'-31'-15,"-1"1,0 2,-1 1,-1 1,0 2,0 2,0 1,-1 1,-21 2,52 2,-1-1,1 1,-1 1,0-1,1 1,-1 0,1 0,-1 0,1 0,0 1,-1 0,1 0,0 0,0 0,0 1,0-1,1 1,-1 0,1 0,0 1,0-1,0 1,0-1,0 1,1 0,-1 0,1 0,0 0,1 1,-1-1,1 0,-1 4,2-2,0 1,0-1,1 1,0-1,0 0,0 1,1-1,0 0,0 0,1 0,0 0,0 0,0-1,0 1,1-1,0 0,0 0,1 0,-1-1,1 1,0-1,0 0,2 0,3 3,1 0,-1-1,1 0,0-1,0 0,1-1,-1 0,1-1,0 0,0-1,0-1,1 1,-6-2,0 0,0-1,0 1,0-1,0-1,0 1,0-1,-1 0,1-1,0 0,-1 0,0 0,0-1,0 1,0-2,0 1,-1-1,0 1,0-1,0-1,0 1,-1-1,0 0,0 0,-1 0,0 0,0-1,0 1,2-5,-1 1,0-1,0 0,-1 0,-1 0,0-1,0 1,-1-1,-1 1,0-11,-11 11,-1 30,11-14,-1 1,1 0,0 0,0-1,0 1,1 0,0 0,0 0,0 0,1 0,0-1,0 1,1 0,-1 0,1-1,1 1,-1-1,1 0,0 0,0 0,0 0,1 0,-1-1,2 2,6 5,0-1,0 1,1-2,0 0,0 0,1-1,0-1,1 0,0-1,152 41,-84-34</inkml:trace>
  <inkml:trace contextRef="#ctx0" brushRef="#br0" timeOffset="1276.591">2340 672,'-13'-9,"-1"0,0 1,0 0,-1 1,0 1,0 1,0 0,-1 1,0 0,0 2,0-1,0 2,0 0,0 1,-1 1,1 1,0 0,0 1,1 0,-1 1,-8 4,-40 28,62-35,1 0,0 0,0 0,-1 0,1 0,0 1,0-1,0 0,1 0,-1 1,0-1,0 1,1-1,-1 0,1 1,-1-1,1 1,0 0,-1-1,1 1,0-1,0 1,0-1,0 1,0 0,1-1,-1 1,0-1,1 1,-1-1,1 1,0-1,-1 1,1-1,0 0,0 1,0-1,0 0,0 0,0 0,0 0,0 0,1 1,8 4,0 1,1-1,0 0,1-1,-1-1,1 0,0 0,0-1,0-1,0 0,0 0,8-1,-2 2,1-1,0 0,0-1,-1-1,1-1,0-1,0 0,-1-2,0 0,1-1,-1 0,6-4,-21 7,0 1,1-1,-1 0,0 0,0 0,0 0,-1-1,1 1,0-1,-1 0,1 0,-1 0,0 0,0 0,0 0,-1 0,1-1,-1 1,0 0,0-1,0 1,0-1,0 0,-1 1,0-1,0 0,0 1,0-1,0 0,-1 1,1-1,-1 0,0 1,0-1,-1 1,1 0,-1-1,1 1,-1 0,0 0,0 0,-1 0,1 0,-1 0,1 1,-2-1,3 2,0 1,0-1,0 1,0-1,0 1,0 0,0-1,0 1,0 0,0 0,0 0,0 0,0 0,-1 0,1 0,0 0,0 0,0 1,0-1,0 0,0 1,0-1,0 1,0-1,0 1,0-1,0 1,0 0,1-1,-1 1,0 0,0 0,1 0,-1 0,0 0,1-1,-1 1,1 0,-1 0,1 0,0 1,-1-1,1 0,0 0,0 0,0 0,0 0,-1 0,2 0,-1 0,0 0,0 0,0 1,0-1,1 0,-1 0,0 0,1 0,-1 0,1 0,-1 0,2 0,39 150,-22-88,-2 0,-2 2,-4 0,-3 0,-2 1,-3 14,-4-60,-1 0,-1-1,0 1,-2-1,0 1,-1-1,-1-1,-7 13,11-23,-2 0,1-1,-1 1,0-1,-1 0,1 0,-1 0,-1-1,1 0,-1 0,-1 0,1-1,-1-1,1 1,-1-1,0 0,-1-1,1 0,-1 0,0-1,4-1,0 0,0-1,0 0,0 0,1 0,-1-1,0 0,0 0,0 0,1 0,-1-1,0 0,1 0,0 0,-1 0,1-1,0 0,0 1,0-2,1 1,-1 0,1-1,-1 1,1-1,1 0,-1 0,0 0,1-1,0 1,0-1,0 1,1-1,-1 0,1 1,0-1,0-5,-1-16,2-1,0 1,2 0,1-1,1 1,1 0,1 1,2-1,0 1,2 0,0 1,2 1,1-1,1 2,2-2,8-17,2 0,2 2,2 1,1 2,2 1,1 1,2 2,1 2,25-16,-3 18,-57 28,0 1,-1 0,1-1,-1 1,1 0,0 0,-1 0,1 0,-1 1,0-1,1 0,-1 1,0-1,0 0,0 1,0-1,0 1,0 0,0-1,-1 1,1 0,-1 0,1-1,-1 1,0 0,1 0,-1 0,0-1,0 1,0 0,0 0,-1 0,1 0,0-1,-1 1,0 0,1 0,-1-1,0 1,0 1,0 5,0-4,1 0,0 1,0-1,0 0,0 1,1-1,-1 0,1 1,0-1,1 0,-1 0,1 0,0 0,0 0,0 0,0-1,1 1,-1-1,1 1,0-1,0 0,0 0,1 0,-1-1,1 1,1 0,3 2,0-1,0 0,0 0,0-1,1 0,-1-1,1 0,-1 0,1-1,0 0,0-1,0 1,0-2,0 1,-1-1,1-1,0 0,0 0,-1 0,0-1,7-3,-10 1,-1 0,0 0,0 0,-1-1,1 1,-1-1,0 0,-1 0,1 0,-1 0,-1 0,1-1,-1 1,0-1,0 1,-1-1,0 1,0-1,0 1,-1-1,0 1,0 0,-1-1,0 1,0 0,0 0,-1 0,0 0,0 0,-1 1,1-1,-1 1,0 0,-1 0,1 0,-1 1,-3-3,3 3,0 1,0 0,-1-1,1 2,-1-1,0 1,0 0,0 0,0 0,0 1,0 0,0 0,0 1,-1-1,1 1,0 1,0-1,-1 1,1 0,0 1,0-1,0 1,0 1,1-1,-1 1,0 0,1 0,-3 2,2-1,-1 1,1-1,0 1,0 1,1-1,-1 1,1 0,1 0,-1 0,1 1,0 0,0 0,1 0,0 0,0 0,1 0,0 1,0 0,1-1,0 1,0 0,1 7,1-8,1-1,0 0,0 1,1-1,0 0,0 0,0 0,1-1,-1 1,1-1,1 0,-1 0,1 0,0-1,0 0,0 0,1 0,-1 0,1-1,0 0,0 0,0 0,0-1,1 0,-1 0,0-1,1 0,0 0,-1 0,4-1,34 5</inkml:trace>
  <inkml:trace contextRef="#ctx0" brushRef="#br0" timeOffset="1528.917">3036 191,'-16'-9,"-13"-3,-9 0,-8 5,-3 8,2 10,7 11,11 8,9 8,16 5,8-6</inkml:trace>
  <inkml:trace contextRef="#ctx0" brushRef="#br0" timeOffset="1700.562">2955 779,'0'13,"2"10,8 1,11-2,13-5,15-5,13-4,-5-4</inkml:trace>
</inkml:ink>
</file>

<file path=ppt/ink/ink6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4-05T06:43:15.536"/>
    </inkml:context>
    <inkml:brush xml:id="br0">
      <inkml:brushProperty name="width" value="0.1" units="cm"/>
      <inkml:brushProperty name="height" value="0.1" units="cm"/>
      <inkml:brushProperty name="color" value="#33CCFF"/>
      <inkml:brushProperty name="ignorePressure" value="1"/>
    </inkml:brush>
  </inkml:definitions>
  <inkml:trace contextRef="#ctx0" brushRef="#br0">341 762,'6'-18,"0"0,1 0,1 0,0 1,2 1,0-1,1 2,0-1,1 2,1-1,5-3,6-10,24-22,-47 50,0 0,1 0,-1 0,0 1,0-1,0 0,1 0,-1 1,0-1,0 1,0-1,0 1,0 0,0-1,0 1,0 0,0 0,0-1,0 1,0 0,-1 0,1 0,0 0,0 0,-1 0,1 1,-1-1,1 0,-1 0,0 0,1 0,-1 1,0-1,0 0,0 0,0 1,0-1,0 0,0 0,0 0,-1 1,1-1,0 0,-1 0,1 0,-1 1,1 2,-3 286,-9-126,7-126</inkml:trace>
  <inkml:trace contextRef="#ctx0" brushRef="#br0" timeOffset="241.358">394 1096,'18'0,"15"0,12 0,8-2,5-1,2 0,-3-1,-8-1,-11-1,-12 0</inkml:trace>
  <inkml:trace contextRef="#ctx0" brushRef="#br0" timeOffset="510.634">7 201,'-3'-18,"0"-9,3-1,3 3,3 9,4 14,4 16,4 14,4 15,4 9,8 4,-2-7</inkml:trace>
  <inkml:trace contextRef="#ctx0" brushRef="#br0" timeOffset="796.865">929 0,'-2'14,"1"15,8 13,9 10,12 7,7 4,5-1,-5-10</inkml:trace>
</inkml:ink>
</file>

<file path=ppt/ink/ink6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4-05T06:43:20.264"/>
    </inkml:context>
    <inkml:brush xml:id="br0">
      <inkml:brushProperty name="width" value="0.1" units="cm"/>
      <inkml:brushProperty name="height" value="0.1" units="cm"/>
      <inkml:brushProperty name="color" value="#33CCFF"/>
      <inkml:brushProperty name="ignorePressure" value="1"/>
    </inkml:brush>
  </inkml:definitions>
  <inkml:trace contextRef="#ctx0" brushRef="#br0">135 772,'0'21,"0"13,0 10,-3 4,1 1,-1-1,0-6,2-11</inkml:trace>
  <inkml:trace contextRef="#ctx0" brushRef="#br0" timeOffset="756.998">0 438,'50'9,"0"2,-1 3,-1 2,0 2,43 23,-83-38,-1 1,1 0,-1 0,0 1,0 0,0 0,-1 0,1 1,-1 0,-1 0,1 1,-1 0,0 0,-1 0,0 0,0 1,0-1,-1 1,0 0,-1 0,1 1,-2-1,1 0,-1 1,0-1,-1 1,0 6,-59 177,59-189,0 0,0 0,0 0,1 0,-1 0,1 0,0 0,0 0,0 0,0 0,0-1,1 1,-1 0,1-1,0 1,0-1,-1 0,2 1,-1-1,0 0,0 0,1 0,-1-1,1 1,-1 0,1-1,0 0,0 0,0 0,-1 0,1 0,3 0,4 2,1-1,-1 0,1-1,-1 0,1 0,0-1,-1-1,11-1,-11-1,-1-1,1 1,-1-2,0 1,0-1,-1-1,1 1,-1-1,-1-1,1 0,-1 0,0 0,0-1,-1 0,0 0,-1 0,0-1,0 0,-1 0,0-1,0 1,-1-1,0 1,-1-1,0 0,0-6,3-3,5 73,-6-36,1-1,0 0,1 0,1-1,1 1,0-1,1-1,1 0,0 0,10 10,-14-19,-1 1,1-1,1-1,-1 1,1-1,0 0,0-1,0 1,1-1,0-1,-1 0,1 0,0 0,1-1,-1 0,0-1,1 0,-1 0,1 0,-1-1,1-1,-1 0,7-1,-6 0,-1-1,0 0,1-1,-1 0,-1 0,1 0,-1-1,1 0,-1-1,-1 0,1 0,-1 0,0-1,0 0,2-5,65-120,-43 55,-3-2,-4-1,-3-1,-4-1,-3 0,-1-43,-11 120,2-15,-1-1,-1 0,-1 0,-1 1,-1-1,-1 0,0 1,-2-1,-4-13,8 31,0 0,0 0,0 0,-1 0,1 0,-1 1,1-1,-1 0,0 1,0 0,0-1,0 1,-1 0,1 0,-1 0,1 0,-1 1,1-1,-1 1,0-1,0 1,0 0,0 0,0 0,0 1,0-1,0 1,0 0,0-1,0 1,-1 1,1-1,0 0,0 1,0-1,0 1,0 0,0 0,-4 3,0 0,1 1,0-1,-1 1,1 1,1-1,-1 1,1 0,0 0,0 0,1 1,0 0,0 0,1 0,-3 6,-31 120,33-80,1 0,4 1,1-1,3 0,2 0,2 0,3-1,2 0,2-2,2 1,3-2,26 45,-38-72,2 0,0-1,1-1,2 0,0 0,1-2,0 0,2 0,0-2,13 10,-3-11</inkml:trace>
  <inkml:trace contextRef="#ctx0" brushRef="#br0" timeOffset="993.365">1057 291,'-16'-11,"-7"-7,-3 1,6 2,16 9,23 10,33 11,31 9,27 11,15 8,3 5,-21-4</inkml:trace>
  <inkml:trace contextRef="#ctx0" brushRef="#br0" timeOffset="1639.639">1485 1147,'8'-2,"0"0,0 0,0-1,0 0,-1-1,1 1,-1-2,0 1,0-1,0 0,-1 0,0-1,0 1,0-2,-1 1,1 0,-2-1,1 0,1-3,5-10,-1-1,-1 0,0 0,-2-1,0 0,0-9,-1 9,-1 0,-1 0,-1 0,-1 0,-1-1,-1 1,0-1,-2 1,-1-1,-1 1,-1 0,0 1,-3-3,-16-10,24 33,-1 0,0 1,1-1,-1 1,1-1,-1 0,0 1,0-1,1 1,-1 0,0-1,0 1,1 0,-1-1,0 1,0 0,0 0,0-1,0 1,0 0,1 0,-1 0,0 0,0 0,0 1,0-1,0 0,1 0,-1 0,0 1,0-1,0 1,1-1,-1 0,0 1,0-1,1 1,-1 0,0-1,1 1,-1-1,0 2,0 1,1 0,-1 0,1 0,-1 0,1 0,0 0,0 0,1 0,-1 0,0 0,1 0,0 0,0-1,0 1,0 0,0 0,1 0,-1-1,1 1,-1-1,1 1,0-1,0 0,0 0,0 1,1-1,-1-1,1 1,-1 0,1-1,-1 1,4 0,20 12,2-2,-1-1,2-1,-1-2,1 0,1-2,-1-1,1-2,0 0,0-3,1 0,-30 0,1-1,-1 1,1-1,-1 1,1 0,-1 0,0 0,1 0,-1 0,1 0,-1 0,1 0,-1 0,0 1,1-1,-1 1,1-1,-1 1,0 0,0-1,1 1,-1 0,0 0,0 0,0 0,0 0,0 0,0 0,0 0,0 0,0 0,-1 0,1 1,0-1,-1 0,1 1,-1-1,1 1,-1-1,0 0,1 1,-1-1,0 1,0-1,0 1,0-1,-1 0,1 1,0-1,0 1,-12 37,8-32,1 1,0-1,1 1,-1 0,2 0,-1 0,1 0,0 0,1 0,-1 0,2 1,-1-1,1 0,0 0,1 0,0 0,0 0,1-1,0 1,1-1,2 5,2-3,1-2,0 1,1-1,0-1,0 1,0-2,1 0,0 0,0-1,0 0,0 0,1-2,-1 1,1-2,0 1,0-2,-1 1,1-2,0 1,0-2,-1 1,1-2,0 0,-1 0,8-4,-9 3,0 0,0-1,-1 0,1-1,-1 0,-1 0,1-1,-1-1,0 1,3-5,1 6,-13 23,0-9,0 3,0 0,1 0,0 1,1-1,0 0,1 0,0 0,1 0,0 0,3 5,-4-12,0 1,0 0,1-1,-1 1,1-1,0 0,0 0,1 0,-1 0,1 0,0-1,0 0,0 0,1 0,-1 0,1 0,-1-1,1 0,0 0,0-1,0 1,0-1,5 1,-7-2,1 1,0-1,0 0,-1 0,1-1,0 1,-1-1,1 0,0 0,-1 0,1 0,-1-1,1 1,-1-1,0 0,0 0,1 0,-1-1,-1 1,1-1,0 1,-1-1,1 0,-1 0,0 0,0 0,0-1,0 1,0-1,2-7,0 1,0-1,-1 0,0 0,-1 0,0 0,-1-1,0 1,-1-3,0 0,-1 0,0 0,-1 0,0 1,-1-1,-1 1,0 0,-1 0,-5-10,7 18,0-1,0 1,0 0,-1 0,0 0,0 0,0 1,0 0,-1-1,0 1,0 1,0-1,0 1,0 0,-1 0,0 1,1 0,-1-1,0 2,0-1,0 1,-6-1,4 2,1 1,-1 0,0 0,1 0,-1 1,1 0,-1 0,1 1,0 0,0 0,0 1,1 0,-1 0,1 0,0 1,0 0,0 0,1 1,0 0,0 0,0 0,1 0,0 1,0-1,1 1,-1 0,2 0,-1 1,1-1,0 1,0-1,1 1,0-1,0 1,1 0,0-1,1 1,-1 0,1-1,1 1,0 0,1 3,19 31,3-7</inkml:trace>
  <inkml:trace contextRef="#ctx0" brushRef="#br0" timeOffset="1891.963">2768 424,'-20'-4,"-14"-2,-8 5,-2 9,6 13,8 13,12 14,13 8,12 8,5-9</inkml:trace>
  <inkml:trace contextRef="#ctx0" brushRef="#br0" timeOffset="2393.622">2715 1200,'6'3,"1"-1,0 1,1-1,-1-1,0 1,1-1,-1 0,0-1,1 0,-1 0,1 0,-1-1,1 0,-1-1,0 0,0 0,0 0,0-1,0 0,0 0,-1-1,1 0,-1 0,0 0,0-1,-1 0,2-2,4-7,0-2,-2 1,0-1,-1 0,0-1,-1 0,-1 0,-1-1,-1 0,0 0,-1 0,-1 0,0-18,-1 29,0 0,-1 0,0 0,0-1,0 1,-1 0,0 0,-1 0,0 0,0 0,0 0,-1 1,0-1,0 1,0 0,-1 0,0 0,-1-1,-9 0,16 14,117 48,-91-44,6 1,-12-5,0 1,0 1,-1 1,0 0,0 2,-1 0,-1 2,7 6,-22-15,0 0,-1 0,1 1,-1-1,0 1,-1-1,1 1,-1 0,0 0,-1 0,1 1,-1-1,-1 0,1 0,-1 1,0-1,0 0,-1 1,0-1,0 0,0 0,-3 5,-1 41,5-47,0 0,0 0,1 0,0 0,0 1,0-1,1-1,0 1,0 0,0 0,0-1,1 1,0-1,-1 1,2-1,-1 0,0-1,1 1,0 0,0-1,0 0,0 0,1 0,-1-1,1 1,-1-1,1 0,0 0,0-1,0 1,4-1,1 2,1-1,-1 0,1-1,0 0,-1-1,1 0,0 0,0-2,-1 1,1-1,0-1,-1 0,0 0,0-1,1 0,-2-2,0-1,0 1,0-1,-1-1,0 1,0-1,-1-1,0 0,0 0,-1 0,0 0,-1-1,0 0,-1-1,0 1,0 0,1-9,-4-17,-1 36,0-1,0 1,-1-1,1 1,0-1,-1 1,1-1,0 1,-1 0,1-1,-1 1,1 0,-1-1,1 1,-1 0,1-1,-1 1,1 0,-1 0,1 0,-1-1,1 1,-1 0,0 0,1 0,-1 0,1 0,-1 0,1 0,-1 0,1 0,-1 1,0-1,1 0,-1 0,1 0,-1 1,1-1,-1 0,1 0,-1 1,1-1,0 1,-1-1,1 0,-1 1,1-1,0 1,-1-1,1 1,0-1,-1 1,1-1,0 1,0-1,0 1,0-1,-1 1,-6 9,-1 1,1 1,1-1,0 1,1 0,0 0,1 1,0-1,1 1,0 0,1 0,1 0,0 0,1 6,-1-13,0 0,1 1,1-1,-1 0,1 0,0 0,0 0,0 0,1 0,0 0,0 0,1-1,0 1,0-1,0 1,0-1,1 0,0-1,0 1,0 0,1-1,-1 0,2 1,21 10</inkml:trace>
  <inkml:trace contextRef="#ctx0" brushRef="#br0" timeOffset="2640">3878 719,'-14'-5,"-11"-3,-6-1,0 4,3 7,7 8,10 11,13 9,12 8,4-2</inkml:trace>
  <inkml:trace contextRef="#ctx0" brushRef="#br0" timeOffset="3071.892">4038 1147,'27'-27,"18"-15,-2-1,-3-2,-1-2,-2-2,-2-1,-3-1,10-25,-33 58,0-2,-1 1,-1-1,-1 0,-1-1,0 1,-2-1,-1 0,0 0,-1 0,-3-20,1 37,0 0,0 1,0-1,-1 1,0 0,0-1,0 1,0 0,0 0,0 0,-1 0,0 1,1-1,-1 1,0-1,0 1,-1 0,1 0,0 0,-1 1,1-1,-1 1,1 0,-1 0,0 0,1 0,-1 1,0-1,0 1,1 0,-1 0,0 1,0-1,0 1,1 0,-1 0,1 0,-1 0,0 1,1-1,0 1,-1 0,0 0,-13 9,1-1,0 2,1 0,0 1,1 0,0 2,1-1,1 2,0-1,1 2,1-1,0 1,1 1,1 0,1 0,1 1,0 0,1 0,2 0,-1 0,1 19,1-11,1 0,1 0,1-1,2 1,1 0,0-1,2 0,2 0,0 0,1-1,2 0,0-1,2 0,0-1,2 0,1-1,8 8,-15-20,1-1,0-1,0 1,1-2,0 1,0-1,1-1,0 0,0-1,0 0,1-1,0-1,0 0,0 0,0-1,0-1,0 0,0-1,1 0,-1-1,0-1,0 0,0 0,0-2,0 1,-1-2,0 0,0 0,0-1,0 0,-1-1,0-1,0 0,0-1,-4 4,-1 0,1 0,-1-1,-1 0,1 0,-1-1,0 1,-1-1,1 0,-2 0,1-1,-1 1,0-1,0 0,-1 0,0 1,0-2,-1 1,0 0,0 0,-1 0,0-5,-2 10,1 1,0-1,0 1,-1 0,1 0,-1 0,0 0,0 0,0 0,0 0,0 0,0 1,0-1,0 1,-1-1,1 1,-1 0,1 0,-1 0,1 0,-1 1,1-1,-1 1,0-1,1 1,-1 0,0 0,0 0,1 1,-1-1,0 0,1 1,-1 0,1 0,-1 0,1 0,-1 0,1 0,0 1,-1-1,1 1,0-1,0 1,0 0,-1 1,0 1,-1 0,1 0,0 0,0 1,0-1,1 1,-1 0,1-1,1 1,-1 0,1 0,-1 1,1-1,1 0,-1 0,1 1,0-1,0 0,0 0,1 1,0-1,0 0,0 0,1 0,0 0,0 0,1 3,5 9,1 0,0-1,1 0,0 0,1-1,1-1,5 5,19 16,2-2,1-2,2-1,0-2,2-2,1-2,29 11,7 1</inkml:trace>
</inkml:ink>
</file>

<file path=ppt/ink/ink6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4-05T06:43:05.120"/>
    </inkml:context>
    <inkml:brush xml:id="br0">
      <inkml:brushProperty name="width" value="0.1" units="cm"/>
      <inkml:brushProperty name="height" value="0.1" units="cm"/>
      <inkml:brushProperty name="color" value="#33CCFF"/>
      <inkml:brushProperty name="ignorePressure" value="1"/>
    </inkml:brush>
  </inkml:definitions>
  <inkml:trace contextRef="#ctx0" brushRef="#br0">201 629,'2'21,"1"17,0 17,-1 12,0 11,-1 12,-3 12,-5 6,-6 3,-4-3,0-9,2-15,4-16,3-21</inkml:trace>
  <inkml:trace contextRef="#ctx0" brushRef="#br0" timeOffset="318.149">54 843,'-49'-102,"48"101,1-1,-1 1,0-1,1 1,0-1,-1 1,1-1,0 1,0-1,-1 0,1 1,0-1,1 1,-1-1,0 0,0 1,1-1,-1 1,1-1,-1 1,1-1,0 1,0 0,-1-1,1 1,0 0,0-1,0 1,1 0,-1 0,0 0,0 0,1 0,-1 0,0 0,1 1,-1-1,1 0,-1 1,1-1,-1 1,1-1,1 1,22-4,1 1,0 1,-1 1,1 2,0 0,-1 2,1 0,15 6,-21-6,0 1,0 1,-1 1,0 1,0 1,0 0,-1 1,16 11,-31-19,-1 1,1-1,-1 1,0-1,1 1,-1 0,0 0,0 0,0 0,0 0,0 1,-1-1,1 0,-1 1,0-1,1 1,-1 0,0-1,0 1,-1 0,1 0,-1-1,1 1,-1 0,0 0,0 0,0 0,0 0,-1 0,1-1,-1 1,0 0,1 0,-1-1,-1 1,1 0,0-1,-1 1,1-1,-9 7,1-1,-1-1,0 0,-1 0,0-1,0 0,0-1,0 0,-1-1,0 0,0-1,0 0,-6 0,-10 3,0 0,0-2,0-1,0-1,-1-2,1 0,0-2,-12-3,6-11,34 15,-1 0,1 0,0 0,0 0,0 0,0 1,0-1,0 0,0 0,0 0,1 0,-1 0,0 0,0 1,1-1,-1 0,1 0,-1 0,1 1,-1-1,1 0,-1 1,1-1,0 0,-1 1,1-1,0 1,-1-1,1 1,0-1,0 1,0-1,-1 1,1 0,0-1,0 1,0 0,0 0,0 0,0 0,43-17,8 1</inkml:trace>
  <inkml:trace contextRef="#ctx0" brushRef="#br0" timeOffset="623.329">602 883,'-1'2,"0"1,0-1,1 0,-1 0,0 1,1-1,-1 1,1-1,0 1,0-1,0 0,0 1,1-1,-1 1,1-1,-1 1,1-1,0 0,0 0,0 1,0-1,0 0,0 0,1 0,-1 0,1 0,-1 0,1 0,0-1,-1 1,1-1,0 1,0-1,1 0,0 1,86 26,-81-26,0-1,0 1,0-2,1 1,-1-1,0 0,0 0,1-1,-1-1,0 1,0-1,0 0,0-1,0 0,-1 0,1-1,-1 0,0 0,0-1,0 0,-1 0,0 0,0-1,2-2,-7 4,1 1,-1-1,0 0,0 0,-1 0,1-1,-1 1,1 0,-1 0,-1 0,1 0,-1 0,1 0,-1 0,0 0,-1 0,1 0,-1 0,1 0,-1 1,0-1,0 1,-1-1,1 1,-3-2,-77-71,74 70,-1 0,0 0,-1 1,1 0,-1 1,0 0,0 1,-1 0,1 0,-1 1,1 0,-1 1,0 0,0 1,1 0,-5 1,13-1,0 1,1-1,-1 1,0-1,1 1,-1 0,1-1,-1 1,1 0,-1 0,1 0,-1 0,1 0,0 0,0 1,0-1,-1 0,1 1,0-1,1 1,-1-1,0 1,0-1,1 1,-1 0,1-1,-1 1,1 0,0-1,-1 1,1 0,0 0,0-1,0 1,1 0,-1-1,0 2,30 56,1-25</inkml:trace>
  <inkml:trace contextRef="#ctx0" brushRef="#br0" timeOffset="1345.401">1164 616,'18'1,"0"1,0 0,0 2,0 0,-1 1,1 0,-1 1,-1 2,1-1,-1 2,0 0,-1 1,12 10,-17-12,-1 1,0 0,-1 1,0-1,0 2,-1-1,0 1,-1 0,0 0,-1 1,0 0,-1 0,0 0,-1 0,-1 1,0 0,0-1,-1 1,-1 0,0-1,-1 2,-3 26,-1 0,-2 0,-2-1,-2 0,-1-1,-3 1,-5 15,-40 141,59-190,-1 0,1 0,0 0,0 0,0 0,1 0,-1 0,2 1,-1-1,0 0,1 0,0 0,0 0,0 0,1 0,0 0,0 0,0 0,0-1,1 1,0-1,0 0,0 0,0 0,1 0,-1 0,1-1,0 1,0-1,1 0,-1-1,0 1,1-1,2 2,-1-2,0 0,0-1,0 1,0-1,0 0,0-1,0 1,0-1,0 0,0-1,0 1,0-1,0-1,0 1,0-1,0 0,-1 0,1-1,-1 1,1-1,-1-1,0 1,0-1,0 0,-1 0,1 0,-1 0,0-1,0 0,-1 0,0 0,1 0,-2 0,1-1,0 1,-1-1,0 0,-1 0,1 0,-1 0,0-5,-3-12,-1 0,-1 1,-2 0,0 0,-1 0,-1 1,-1 0,-1 0,-1 1,0 1,-2 0,0 0,-1 1,-1 1,-1 0,0 1,-6-9,-2 1,0 1,-2 1,0 1,-1 1,-1 2,-1 0,0 2,-2 2,-9-3,39 13,23 5,-9 0,56-4,-1-3,1-2,-2-4,59-17,116-19,-238 47,-2 0,0 1,0-1,1 0,-1 1,0-1,0 1,0 0,1 0,-1 0,0 0,0 0,0 0,1 0,-1 1,0-1,0 1,0 0,0-1,0 1,0 0,0 0,0 1,0-1,0 0,-1 0,1 1,0-1,-1 1,1 0,0 1,-16 78,4 17,10-94,0-1,1 1,0 0,0 0,0 0,0-1,0 1,1 0,0-1,-1 0,1 1,1-1,-1 0,0 0,1 0,-1 0,1 0,0-1,0 1,0-1,1 0,-1 0,4 2,22 6,-2-6</inkml:trace>
  <inkml:trace contextRef="#ctx0" brushRef="#br0" timeOffset="1601.714">1792 469,'6'16,"15"9,16 4,3-4</inkml:trace>
  <inkml:trace contextRef="#ctx0" brushRef="#br0" timeOffset="1962.072">2259 1,'15'173,"-9"0,-7 0,-12 60,-5-85,-8 123,25-269,0 1,1-1,-1 1,1 0,0-1,0 1,0 0,0-1,0 1,1 0,-1-1,1 1,0-1,0 1,-1-1,2 1,-1-1,0 0,0 1,1-1,-1 0,1 0,0 0,0 0,0 0,0 0,0-1,0 1,0-1,0 1,1-1,0 1,4-3,-1 0,1 0,0-1,-1 1,1-1,-1-1,0 1,0-1,0 0,0-1,0 1,0-1,-1 0,0-1,0 1,2-3,8-6,1-1,-2-1,0 0,-1 0,-1-2,0 1,-1-2,-1 1,0-2,-2 1,0-1,5-19,-12 19,-1 19,0 0,0 0,0 1,0-1,0 0,0 0,0 1,0-1,0 0,0 0,0 1,-1-1,1 0,0 0,0 1,0-1,0 0,0 0,0 0,-1 1,1-1,0 0,0 0,0 0,-1 0,1 0,0 1,0-1,-1 0,1 0,0 0,0 0,-1 0,1 0,0 0,0 0,-1 0,1 0,0 0,0 0,-1 0,1 0,0 0,0 0,-1 0,1 0,0 0,0 0,0 0,-1 0,1-1,0 1,0 0,-1 0,1 0,0 0,0-1,0 1,0 0,-1 0,1 0,0-1,0 1,0 0,0 0,0 0,0-1,-1 1,1 0,0-1,-6 12,1-1,0 1,0 0,1 1,0-1,1 1,1 0,-1-1,2 1,0 0,0 0,2 11,-1-18,0-1,1 0,-1 0,1 0,0 0,1 0,-1 0,1 0,-1 0,1 0,0-1,1 1,-1 0,1-1,-1 0,1 0,0 0,0 0,0 0,1-1,-1 1,1-1,-1 0,1 0,0 0,0 0,0-1,0 1,0-1,0 0,2 0,89 0,-50-9</inkml:trace>
  <inkml:trace contextRef="#ctx0" brushRef="#br0" timeOffset="2122.645">2647 696,'-4'-7,"3"-4,1-1</inkml:trace>
  <inkml:trace contextRef="#ctx0" brushRef="#br0" timeOffset="2313.135">2180 335,'-19'-2,"-7"-3,4-2,21 2,27 1,35-3,35-3,25 1,18 1,3 3,-23 1</inkml:trace>
  <inkml:trace contextRef="#ctx0" brushRef="#br0" timeOffset="4643.91">2688 963,'-2'21,"-1"13,0 8,1 1,0 0,1-5,3-8,0-11</inkml:trace>
  <inkml:trace contextRef="#ctx0" brushRef="#br0" timeOffset="4927.197">2727 696,'-2'9,"8"10,15 4,10 3,0-4</inkml:trace>
  <inkml:trace contextRef="#ctx0" brushRef="#br0" timeOffset="5334.154">3008 1151,'47'-56,"-2"-1,-3-3,-3-1,-2-2,-4-1,-2-2,-2-1,-4-1,6-33,-27 89,-1 0,-1 0,1 0,-2 0,0 0,0 0,-1 0,0 0,-1-1,-1 1,0 0,-1 0,0 1,0-1,-1 0,-1 1,-4-8,7 17,1 1,-1-1,0 0,0 0,0 1,0-1,-1 1,1 0,0-1,-1 1,1 0,0 0,-1 1,0-1,1 0,-1 1,1 0,-1-1,1 1,-1 0,0 1,1-1,-1 0,1 1,-1-1,1 1,-1 0,1 0,-3 1,-2 1,1 0,-1 1,1 0,0 1,0-1,0 1,0 0,1 1,0-1,0 1,-10 17,2-1,1 2,1 0,0 0,2 1,1 0,1 0,1 1,2 0,0 0,1 17,-1-12,1 0,2 0,1 1,2-1,0 0,2 0,2-1,1 1,1-1,1 0,2-1,1 0,1-1,2 0,9 11,-19-30,0 0,1-1,0 0,1 0,0-1,0 0,0 0,1-1,0 0,0 0,1-1,0 0,-1 0,2-1,-1 0,0-1,1 0,0 0,0-1,0 0,0-1,0 0,0-1,0 0,0 0,0-1,0-1,0 1,0-2,-1 1,3-2,2-4,-1 0,-1-1,1 0,-1-1,-1 0,0-1,0 0,-1-1,-1 0,0 0,0-1,-2-1,1 1,-2-1,0 0,0-1,-1 1,0-8,-4 20,0 1,0 0,-1-1,1 1,-1 0,1-1,-1 1,0-1,0 1,1-1,-1 1,0 0,0-1,0 1,-1-1,1 1,0-1,0 1,-1-1,1 1,-1 0,1-1,-1 1,0 0,0 0,1-1,-1 1,0 0,0 0,0 0,0 0,0 0,0 0,-1 0,1 0,0 1,0-1,-1 0,1 1,0-1,-1 1,1-1,-1 1,1 0,0-1,-1 1,1 0,-1 0,1 0,-1 0,1 0,-1 1,-7 3,1 0,0 1,0 0,1 0,-1 1,1 0,0 0,1 1,0-1,0 2,0-1,1 1,0-1,0 1,1 1,0-1,-2 6,5-11,-1 1,1-1,0 1,0 0,0-1,1 1,-1 0,1 0,0-1,0 1,0 0,0 0,1 0,-1-1,1 1,0 0,0-1,1 1,-1-1,1 1,0-1,0 0,0 0,0 1,0-1,1-1,-1 1,1 0,0-1,0 1,0-1,0 0,0 0,0 0,1 0,-1 0,20 7,0-1,1-1,0-1,0-2,0 0,0-1,1-1,-1-1,24-3,-27 2,97-2</inkml:trace>
  <inkml:trace contextRef="#ctx0" brushRef="#br0" timeOffset="7943.276">5214 977,'1'-3,"-1"-1,0 1,0 0,0-1,0 1,-1 0,1-1,-1 1,0 0,0 0,0 0,0 0,-1 0,1 0,-1 0,0 0,0 0,0 1,0-1,0 1,-1-1,1 1,-1 0,1 0,-1 0,0 0,0 0,0 1,0-1,0 1,0 0,0 0,-1 0,1 1,0-1,0 1,-1-1,0 1,-9 1,1 0,0 1,0 0,1 1,-1 1,0-1,1 2,0 0,0 0,0 1,1 0,0 1,0 0,0 1,1 0,0 0,1 1,0 0,0 1,0 1,6-9,0 0,0 0,1 0,-1 0,0 1,1-1,0 0,0 1,0-1,0 1,0-1,0 1,1 0,-1-1,1 1,0 0,-1 0,1-1,0 1,1 0,-1-1,1 1,-1 0,1-1,0 1,0 0,0-1,0 0,0 1,0-1,1 1,-1-1,1 0,0 1,5 1,1 0,-1-1,0 0,1 0,-1-1,1 0,0 0,0-1,0 0,0 0,3-1,79 2,0-4,0-4,-1-3,23-9,-60 10,48-7</inkml:trace>
  <inkml:trace contextRef="#ctx0" brushRef="#br0" timeOffset="8805.177">5963 1003,'-8'-8,"0"-1,0 1,-1 1,0 0,0 0,-1 0,0 1,0 1,-1 0,1 0,-1 1,0 0,0 1,0 1,-1-1,1 2,-1 0,1 0,-1 1,0 0,1 1,-2 0,3 1,1-1,-1 1,0 1,1 0,0 0,-1 1,1 0,1 0,-1 1,0 1,1-1,0 1,1 1,-1-1,1 1,1 1,-1-1,1 1,0 0,1 0,-4 8,8-13,1-1,-1 1,0-1,1 1,0 0,0-1,0 1,0 0,0-1,0 1,0-1,1 1,0 0,-1-1,1 1,0-1,0 1,0-1,1 0,-1 1,1-1,-1 0,1 0,0 0,-1 0,1 0,0-1,0 1,1 0,-1-1,0 1,0-1,1 0,-1 0,1 0,-1 0,96 22,-83-23,-1 1,1-2,0 0,-1-1,0 0,1-1,-1-1,0 0,0-1,1-1,-8 3,-1 0,1 0,-1-1,0 0,0-1,0 1,-1-1,1 0,-1 0,0-1,-1 1,1-1,-1 0,0-1,-1 1,0-1,0 1,0-1,-1 0,0 0,0 0,0 3,-1-1,0 1,0-1,-1 1,1 0,-1-1,0 1,0-1,-1 1,1-1,-1 1,0-1,0 1,0 0,-1 0,0 0,1-1,-1 1,-1 1,-1-5,3 8,-1 0,1 0,0 1,0-1,0 0,0 0,0 1,0-1,0 0,0 1,0-1,0 1,0-1,1 1,-1 0,0-1,0 1,0 0,1 0,-1-1,0 1,1 0,-1 0,0 0,1 0,-1 0,1 0,0 0,-1 0,1 0,0 0,0 0,-1 0,1 0,0 0,0 0,0 0,0 0,1 0,-1 2,-2 4,1 1,0 0,0 0,1 0,0 0,0 0,1 0,0 0,1 0,-1 0,1 0,1 0,0-1,0 0,0 1,1-1,0 0,0 0,1-1,0 1,0-1,0 0,1-1,0 1,0-1,1 0,-1-1,1 1,0-1,0-1,0 1,6 1,-9-4,0 1,-1 0,1-1,0 0,0 0,0 0,0-1,0 1,0-1,0 0,0 0,0 0,0-1,1 0,-2 1,1-1,0-1,0 1,0 0,0-1,-1 0,1 0,-1 0,1 0,-1-1,0 1,0-1,0 0,0 0,2-2,1-11,0 1,-1-1,0 0,-2 0,0 0,0 0,-2-1,0 1,-1-1,0 1,-2-1,0 0,1 6,1 9,-1 0,0 0,1 0,-1 1,1-1,0 0,0 0,0 0,0 0,0 0,0 0,0 0,0 1,1-1,-1 0,1 0,-1 0,1 0,0 1,0-1,0 0,0 1,0-1,0 1,0-1,1 1,-1-1,0 1,1 0,-1 0,1 0,-1 0,1 0,1-1,95 7,-58-2,-25-3,0 1,0 0,0 1,-1 0,1 1,0 1,-1 1,0 0,0 0,2 3,-12-5,-1 0,1 1,-1-1,0 1,0 0,0 0,0 0,-1 1,1-1,-1 0,0 1,-1 0,1-1,-1 1,0 0,0 0,0 0,-1 0,0-1,0 1,0 0,0 0,-1 0,0 0,0 0,0 0,-1-1,0 2,0 0,1-1,0 1,0 0,0-1,0 1,1 0,0-1,0 1,0 0,1-1,0 1,0 0,1-1,-1 1,1-1,0 0,1 1,-1-1,1 0,0-1,0 1,4 4,2-4,0 0,0 0,0-1,1 0,-1 0,1-1,0-1,0 0,0 0,1-1,-1 0,0 0,0-1,1-1,-1 0,0 0,0-1,0 0,1-1,2-2,0 0,-1-1,0 0,0-1,-1 0,0-1,0 0,-1-1,0 0,0-1,-1 0,0 0,-1-1,0 0,-1 0,0-1,-1 0,0 0,-1-1,0 0,-1 1,-1-1,0-1,0-6,-1 17,-1 0,0 0,-1 0,1 0,0 0,-1 0,0 0,0 0,0 0,0 0,0-1,-1 1,1 0,-1 0,0 0,0 0,0 0,0 0,0 1,-1-1,1 0,-1 0,0 1,0-1,0 1,0 0,0 0,0-1,-1 1,1 1,-1-1,1 0,-1 1,0-1,0 1,0 0,-1-1,-2 3,0-1,0 1,0 1,0-1,1 1,-1 0,0 0,1 1,-1 0,1-1,0 2,0-1,0 1,0 0,1 0,-1 0,1 0,0 1,1 0,-1 0,1 0,0 0,0 0,0 1,1-1,0 1,0 0,0 0,1 0,0 0,0 0,0 0,1 0,0 5,2-5,1 0,-1-1,1 1,1-1,-1 0,1 0,-1 0,1 0,1-1,-1 1,1-1,0 0,-1-1,2 1,-1-1,0 0,1 0,-1 0,1-1,0 0,0 0,0-1,0 0,3 1,45 10,1-2,-1-3,1-2,0-3,7-2,63 1</inkml:trace>
  <inkml:trace contextRef="#ctx0" brushRef="#br0" timeOffset="19833.788">428 2300,'-8'-2,"0"0,0 0,0 1,0 0,-1 1,1 0,0 0,0 1,-1 0,1 0,0 1,0 0,0 0,0 1,1 0,-1 1,1-1,0 1,0 1,0-1,0 1,1 1,-1-1,2 1,-1 0,1 0,-1 1,2 0,-1 0,-1 3,4-6,0-1,0 1,1-1,0 1,-1 0,1 0,0 0,1 0,-1-1,1 1,0 0,0 0,0 0,0 0,1 0,-1 0,1 0,0 0,1 0,-1-1,0 1,1-1,0 1,0-1,0 1,0-1,1 0,-1 0,1 0,0 0,0 0,0-1,0 0,0 1,0-1,1 0,-1 0,1-1,0 1,-1-1,1 0,0 0,0 0,0 0,0-1,0 1,-1-1,1 0,1 0,8-5,1 0,-2-1,1 0,-1-1,0 0,0-1,-1 0,0-1,0 0,-1-1,0 0,-1-1,0 0,-1 0,0-1,-1 0,0 0,0-3,9-17,-1 0,-2-1,-1-1,-2 0,-1 0,-2-1,-1 0,-2 0,-1-1,-2 1,-1-1,-2 1,-2-1,-1 1,-2 0,-23-48,29 82,1 0,-1 0,0 0,1 0,-1 0,0 0,0 0,1 1,-1-1,0 0,0 0,0 1,0-1,0 0,0 1,-1-1,1 1,0-1,0 1,0 0,0-1,0 1,-1 0,1 0,0 0,0 0,-1 0,1 0,0 0,0 0,0 1,0-1,-1 0,1 1,0-1,0 1,0-1,0 1,0 0,0-1,0 1,0 0,0 0,0 0,0-1,1 1,-1 0,0 1,-30 54,20-17,2-1,1 1,3 1,1-1,1 1,3-1,1 1,6 35,-4-49,1-1,1 1,1-1,1 0,2 0,0-1,3 2,-9-18,1-1,0 0,0 0,1 0,0 0,1-1,-1 0,1 0,0 0,0-1,1 0,0 0,0 0,0-1,0 0,1-1,0 0,-1 0,1 0,0-1,0 0,1-1,5 1,-2-2,0-1,-1-1,1 0,-1 0,0-1,1 0,-1-1,-1-1,1 1,-1-2,1 1,-2-2,1 1,-1-1,0-1,0 1,-1-2,0 1,0-1,-1 0,0-1,-1 1,0-2,0 1,-1 0,-1-1,0 0,0 0,-1 0,0-1,-1 1,-1-1,1 1,-2-1,0 0,0-4,0 14,0 1,1-1,-1 1,0-1,0 1,0-1,0 1,0-1,-1 1,1-1,0 1,-1-1,1 1,-1-1,1 1,-1 0,1-1,-1 1,0 0,0-1,0 1,0 0,0 0,0 0,0 0,0 0,0 0,-1 0,1 0,0 1,-1-1,1 0,0 1,-1-1,1 1,-1-1,1 1,-1 0,1 0,-1-1,1 1,-1 0,1 0,-1 1,1-1,-1 0,1 0,-1 1,1-1,-1 1,1-1,0 1,-1 0,0 0,-3 4,0 0,1 1,0-1,0 1,0 0,1 0,-1 0,1 1,1-1,0 1,-1-1,2 1,-1 0,1 0,0 0,1 0,-1 0,1 0,1 0,-1-1,1 1,1 0,-1 0,1 0,0-1,1 3,1-3,0-1,1 1,-1-1,1 0,0 0,0 0,1-1,-1 0,1 0,0 0,0-1,0 0,1 0,-1 0,1-1,-1 0,1 0,1 0,127 14,-129-15,89 2</inkml:trace>
  <inkml:trace contextRef="#ctx0" brushRef="#br0" timeOffset="21255">2447 2046,'0'56,"-4"-1,-1 0,-3 0,-2-1,-15 42,0-37,25-59,0 1,0-1,-1 0,1 0,0 1,-1-1,1 0,-1 0,1 0,0 0,-1 1,1-1,0 0,-1 0,1 0,-1 0,1 0,0 0,-1 0,1 0,-1 0,1 0,0 0,-1-1,1 1,-1 0,1 0,0 0,-1 0,1-1,0 1,-1 0,1 0,0 0,-1-1,1 1,0 0,0-1,-1 1,1 0,0-1,0 1,0 0,-1-1,1 1,0 0,0-1,0 1,0-1,0 1,0 0,0-1,0 1,0-1,0 1,0 0,0-1,0 1,0-1,0 1,0 0,0-1,1 1,-1 0,0-1,0 1,0-1,0-21,0-1,1 0,1 1,1-1,1 1,3-8,-2 9,-2 1,2-8,0 0,2 1,1 0,1 0,1 1,1 0,1 0,3 0,-13 22,2 0,-1 0,0 0,1 0,0 0,0 0,0 1,0 0,0 0,1 0,0 1,-1-1,1 1,0 0,0 0,0 1,0 0,0 0,1 0,-1 0,0 1,0 0,1 0,-1 0,0 0,0 1,1 0,-1 0,4 2,-1-1,0 0,-1 1,1 0,0 0,-1 0,1 1,-1 0,0 1,-1 0,1 0,-1 0,0 1,0-1,-1 1,1 1,-1-1,-1 1,3 5,-7-7,0 0,-1 0,1 1,-1-1,0 0,-1 0,0 0,1 0,-1 0,-1-1,1 1,-1 0,0-1,0 0,0 0,0 0,-1 0,0 0,0-1,0 1,0-1,0 0,-1 0,1-1,-1 1,0-1,-2 1,-170 82,121-61,54-24,1 0,-1 0,0 1,1-1,-1 0,1 1,-1-1,1 1,-1-1,1 1,-1 0,1 0,-1 0,1 0,0 0,0 0,0 0,-1 0,1 0,0 1,0-1,0 0,1 1,-1-1,0 1,1-1,-1 1,0-1,1 1,0-1,-1 1,1-1,0 1,0 0,0-1,0 1,0 0,0-1,0 1,1-1,-1 1,1 0,-1-1,1 1,-1-1,1 0,0 2,14 18,-1 0,2-1,1-1,1-1,0 0,1-1,17 11,-25-19,2 0,-1 0,1-1,1-1,-1 0,1-1,0-1,1 0,-1-1,1 0,0-1,0-1,0 0,0-1,1-1,-1 0,0-1,0-1,0 0,0-1,0-1,-1 0,1-1,-1-1,4-2,30-22,-7 0</inkml:trace>
  <inkml:trace contextRef="#ctx0" brushRef="#br0" timeOffset="21527.273">3062 2073,'-3'54,"2"0,2 0,3-1,8 41,-5-42,-6-45,21 99,-21-102,1 1,0-1,0 0,0 0,0-1,1 1,-1 0,1-1,0 1,0-1,1 0,-1 0,1 0,-1 0,1-1,0 0,0 1,0-2,0 1,0 0,1-1,1 1,7-1,0-1,0 0,0 0,-1-2,1 0,0 0,-1-1,1 0,-1-1,0-1,0 0,0-1,-1 0,0-1,33-17</inkml:trace>
  <inkml:trace contextRef="#ctx0" brushRef="#br0" timeOffset="21810.52">2942 2368,'6'4,"17"2,15 0,18-4,12-4,8-4,3-1,-5-4,-15 0</inkml:trace>
  <inkml:trace contextRef="#ctx0" brushRef="#br0" timeOffset="22080.795">2969 2180,'16'2,"23"-1,28-4,25-5,22-4,15-2,7 0,0 1,-24 3</inkml:trace>
  <inkml:trace contextRef="#ctx0" brushRef="#br0" timeOffset="22362.455">4132 2113,'-64'2,"-1"3,2 3,-55 14,107-20,5-1,0 0,0 1,-1-1,1 1,0 0,1 1,-1-1,0 1,1 0,-1 1,-3 2,9-5,-1 1,1-1,0 1,0-1,0 1,0-1,0 1,0-1,0 0,0 1,0-1,1 1,-1-1,0 1,1-1,0 0,-1 1,1-1,0 0,-1 0,1 1,0-1,0 0,0 0,0 0,0 0,0 0,0 0,1-1,-1 1,0 0,0 0,1-1,-1 1,0-1,1 1,-1-1,1 0,0 1,121 57,-93-46,-1 1,0 1,-1 2,0 1,-2 1,14 12,-36-28,-1 1,0-1,1 1,-1 0,-1 0,1 0,0 0,-1 0,1 1,-1-1,0 1,0 0,-1-1,1 1,-1 0,0 0,0 0,0 0,0 0,-1 0,1 0,-1 1,0-1,0 0,-1 0,1 0,-1 0,0 0,0 0,-1 0,-5 4,0 0,-1 0,0-1,0 0,-1-1,0 1,0-2,-1 1,1-2,-1 1,0-1,0 0,-1-1,1-1,-1 1,1-2,-1 1,0-2,-6 1,7 0,0 1,0-2,-1 1,1-2,0 1,0-1,0-1,0 0,0 0,1-1,-1 0,0-1,1 0,-4-2,12 5,0 0,-1 0,1 0,0 0,0 0,0 0,0 0,0-1,0 1,1 0,-1 0,0-1,1 1,-1-1,1 1,-1-1,1 1,-1 0,1-1,0 1,0-1,0 0,0 1,0-1,0 1,0-1,1 1,-1-1,0 1,1 0,0-1,-1 1,1-1,0 1,-1 0,1-1,0 1,0 0,0 0,0 0,0 0,0 0,1 0,17-20</inkml:trace>
  <inkml:trace contextRef="#ctx0" brushRef="#br0" timeOffset="22631.373">4412 2233,'-2'16,"-1"14,0 10,1 5,0 4,3 1,6 2,6-1,6-5,9-7,8-9,7-9,8-9,7-10,2-10,-4-11,-12-2</inkml:trace>
  <inkml:trace contextRef="#ctx0" brushRef="#br0" timeOffset="22853.789">4132 2514,'20'0,"23"0,20-2,20-3,14-1,6-2,-3 1,-19 2</inkml:trace>
  <inkml:trace contextRef="#ctx0" brushRef="#br0" timeOffset="23086.165">4559 2246,'-1'1,"0"-1,0 0,0 1,0-1,0 1,0-1,0 1,0 0,0-1,1 1,-1 0,0 0,0-1,0 1,1 0,-1 0,0 0,1 0,-1 0,1 0,-1 0,1 0,0 0,-1 0,1 0,0 0,0 1,0-1,0 0,0 0,0 0,0 0,0 0,0 0,0 1,1-1,-1 0,0 0,1 0,-1 0,1 0,-1 0,1 0,0 0,-1 0,1-1,0 1,0 0,-1 0,1 0,0-1,0 1,0 0,0-1,0 1,0-1,0 1,0-1,1 0,14 5,0-2,0 0,0-1,0 0,0-2,0 0,1-1,4-1,8 1,137-9,145-1,-290 12,-1 1,1 0,-1 2,0 1,0 0,0 1,-1 1,5 3,-17-6,0-1,1 2,-1-1,-1 1,1 0,-1 1,0-1,0 1,0 0,-1 1,0-1,0 1,-1 0,0 0,0 1,0-1,-1 1,0 0,-1 0,0 0,1 4,-1 16,-1 0,-2 0,0 0,-2 0,-1 0,-1-1,-2 0,0 0,-2 0,-1-1,-10 20,9-23,2-8</inkml:trace>
  <inkml:trace contextRef="#ctx0" brushRef="#br0" timeOffset="23423.302">5014 2233,'7'-4,"16"0,22 1,26 2,24 0,18 0,10 1,3 0,-6 0,-15 3,-21 0,-22 2,-19 1,-22-2,-14-1</inkml:trace>
</inkml:ink>
</file>

<file path=ppt/ink/ink6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4-05T06:44:57.437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174 7208,'-2'1,"0"0,0 1,1-1,-1 1,0 0,1-1,-1 1,1 0,0 0,0 0,0 0,0 0,0 0,0 0,0 0,1 0,-1 0,1 1,-1-1,1 0,0 0,0 1,0-1,0 2,0-1,2 92,-2-92,1 1,-1-1,1 0,0 0,0 0,1 0,-1 0,1 0,-1 0,1 0,0 0,0-1,0 1,0-1,1 1,-1-1,1 0,-1 0,1 0,0 0,0 0,0-1,0 1,0-1,0 0,3 1,-3-2,0 1,-1-1,1 0,0 0,-1 0,1-1,0 1,-1 0,1-1,0 0,-1 0,1 0,-1 0,1 0,-1 0,0 0,1-1,-1 0,0 1,0-1,0 0,0 0,0 0,-1 0,1 0,0 0,-1-1,0 1,1 0,-1-1,0 1,0-1,0-2,1 0,-1 0,1 0,-1 0,0-1,-1 1,1 0,-1-1,0 1,0 0,-1 0,1-1,-1 1,0 0,-1 0,1 0,-1 0,-1-1,0 1,0 0,-1 0,0 1,0-1,0 1,-1 0,1 0,-1 1,0-1,0 1,0 0,0 1,-1-1,1 1,-1 0,1 0,-1 1,0-1,0 1,1 1,-1-1,0 1,0 0,0 0,0 1,0 0,0 0,1 0,-1 1,0-1,1 1,-1 1,1-1,-1 1,0 0,1-1,-1 1,1 0,-1 0,1 0,0 1,0-1,1 1,-1 1,1-1,0 1,0-1,0 1,1 0,0 1,0-1,0 0,0 1,1 0,0 0,0-1,1 1,-1 0,1 0,1 1,-1-1,1 0,0 0,0 0,1 0,0 0,1 5,0-6,1 0,-1 1,1-1,0-1,1 1,-1 0,1-1,0 1,0-1,0 0,1-1,-1 1,1-1,0 0,0 0,0 0,0-1,1 1,1-1,109 23,-110-24,1-1,-1 0,1-1,-1 0,0 0,1 0,-1 0,0-1,0 0,1-1,-1 0,-4 2,0 0,0 0,0 0,0-1,0 1,0-1,-1 1,1-1,-1 1,1-1,-1 0,0 0,1 0,-1 0,0 0,0 0,-1 0,1 0,0 0,-1 0,1-1,-1 1,0 0,1 0,-1-1,0 1,0 0,-1 0,1-1,0 1,-1 0,0 0,0-1,-2-4,-1 0,0 1,-1 0,0 0,0 0,0 0,0 1,-1 0,0 0,0 0,-1 1,1 0,-1 0,0 1,0 0,0 0,0 0,-1 1,1 0,-1 0,1 1,-1 0,0 1,1 0,-1 0,0 0,1 1,-1 0,1 0,-6 2,6 0,1-1,-1 1,1 0,-1 1,1-1,0 1,0 0,1 1,-1-1,1 1,0 0,1 1,-1-1,0 2,3-5,1 1,-1-1,0 1,1-1,0 1,-1 0,1 0,0 0,1-1,-1 1,0 0,1 0,0 0,-1 0,1 0,0 0,1 0,-1 0,1 0,-1 0,1 0,0 0,0 0,0-1,0 1,0 0,1 0,-1-1,1 1,0-1,0 0,0 1,0-1,1 0,4 3,1 0,0-1,0 0,0-1,1 1,-1-2,1 1,0-1,0-1,-1 0,1 0,0 0,0-1,0-1,0 1,0-1,0-1,0 0,-1 0,1-1,-1 0,1 0,-1-1,3-2,-8 6,0-1,0-1,0 1,-1 0,1-1,0 1,-1-1,1 0,-1 0,0 0,1 0,-1-1,0 1,0 0,0-1,-1 0,1 1,-1-1,1 0,-1 0,0 0,0 0,0 0,0 0,-1 0,1 0,-1 0,0 0,0 0,0 0,0 0,-1-1,1 1,-1 0,1 0,-1 0,0 0,-1 0,1 1,0-1,-1 0,1 0,-1 1,0-1,0 1,-2-1,0 0,-1 1,1 0,-1 0,1 0,-1 0,1 1,-1-1,0 1,0 0,0 1,0-1,0 1,1 0,-1 1,0-1,0 1,0 0,0 0,0 0,1 0,-4 2,7-2,0 0,1 0,-1-1,0 1,0 0,0 0,1 0,-1 0,0 0,1 0,-1 0,1 0,-1 0,1 0,0 0,-1 0,1 0,0 0,0 1,0-1,0 0,0 0,0 0,0 0,0 0,0 1,0-1,1 0,-1 0,1 0,-1 0,1 0,-1 0,1 0,-1 0,1 0,0 0,-1 0,1 0,0-1,0 1,0 0,0 0,0-1,0 1,0 0,0-1,0 1,0-1,0 0,0 1,0-1,0 0,0 0,0 1,1-1,-1 0,0 0,0 0,1-1,9 2,0 0,0-1,0-1,0 0,0 0,0-1,0-1,0 0,0 0,24-6,169-30,51 4,316 13,-385 4,-88 6,0 4,1 4,-1 5,30 7,38 5,0-7,3-7,-72 1,265 37,-339-37,0 2,0 0,-1 2,1 0,-1 2,0 0,0 1,11 6,-3 0,1-1,0-2,1-1,0-2,1-1,-1-1,1-2,0-1,33-3,-57 2,1 0,-1 0,0 1,1 1,-1-1,0 1,0 1,-1 0,1 0,58 19,60-18,-123-6,0 1,-1-1,1 0,0 0,0 0,-1-1,1 1,-1-1,1 0,-1 0,0 0,0-1,1 1,-2-1,1 0,0 0,-1 1,1-2,-1 1,0 0,0 0,0-1,0 1,-1-1,1-1,21-98,-8-85,-9-1,-7 0,-14-49,-6-209,21-99,48-17,-47 560,35-246,19-32,-37 181,-4-1,-5 0,-2-62,4-260,18 172,-8 81,-3-115,-6-72,-4 253,-4 0,-4 0,-14-99,3-81,12 189,-5 0,-6-17,-42-426,42 461,-3-24,-4 1,-12-25,-32-81,57 181,4 23,0 0,0-1,0 1,0 0,-1 0,1-1,0 1,-1 0,0 0,1 0,-1 0,0 0,0 0,0 0,-1 0,1 0,0 0,-1 0,1 1,-1-1,1 0,-1 1,0 0,0-1,0 1,0 0,0 0,0 0,0 0,0 0,-1 0,-166-3,49 4,-105-14,-366-10,222-5,278 30,16 1,-1-4,1-2,0-4,-52-13,79 12,-1 2,1 3,-1 2,-47 3,42 0,-138-28,174 26,-1 1,0 1,1 0,-1 2,1 0,-1 1,1 0,0 2,1 0,0 1,0 1,0 1,-3 3,6-3,10-7,0 0,0 1,0 0,1 0,-1 0,1 0,-1 1,1-1,0 1,1 0,-1 0,0 0,0 3,-40 83,18-40,3 0,1 1,3 2,-10 47,-3 93,17-92</inkml:trace>
</inkml:ink>
</file>

<file path=ppt/ink/ink6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4-05T06:45:04.197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216 9050,'-7'-1,"1"0,-1 0,0 1,0 0,1 0,-1 0,0 1,0 0,0 0,1 1,-1 0,1 0,-1 0,1 1,0 0,0 0,0 1,1 0,-1 0,1 0,0 1,0-1,0 1,0 0,1 1,-3 4,2 1,1 1,0-1,1 1,1 0,0 0,0-1,1 1,0 0,1 0,1 1,0-2,1 1,2 10,-3-19,0 0,0 1,0-1,0 0,1 0,0 0,-1 0,1 0,0 0,1 0,-1-1,0 1,1-1,-1 1,1-1,0 0,0 0,0 0,0-1,0 1,0-1,1 1,-1-1,0 0,1 0,-1-1,1 1,-1-1,0 0,1 0,-1 0,1 0,3-1,-1 0,0 0,1 0,-1-1,0 0,0-1,0 1,0-1,-1 0,1 0,-1-1,0 0,1 0,-2 0,1 0,0-1,-1 0,0 0,1-1,-2 0,0 1,0-1,0 1,-1-1,0 0,0 0,0 0,-1 0,0 0,0 0,0-1,-1 1,0 0,0 0,-1-1,1 1,-1 0,-1 0,1 0,-1 0,0 0,-1 0,1 1,-1-1,0 1,-1-1,1 1,-1 0,0 0,0 1,-1-1,1 1,-1 0,0 0,0 1,0-1,-1 1,-2-1,4 1,0 1,0-1,0 1,-1 0,1 0,0 1,-1-1,0 1,1 0,-1 0,1 1,-1-1,0 1,1 0,-1 0,0 1,0-1,1 1,-1 0,1 1,-1-1,1 1,-1-1,1 1,0 1,0-1,0 1,0-1,0 1,1 0,-1 0,1 1,0-1,0 1,0-1,0 1,1 0,-1 1,1 1,-1 0,2 0,-1 0,1 0,0 0,0 1,0-1,1 0,0 0,0 0,1 1,-1-1,2 0,-1 0,0 0,1 0,0 0,1 0,-1-1,1 1,0-1,1 1,-1-1,1 0,0 0,0-1,1 1,-1-1,2 0,1 2,1 0,-1 0,1-1,0 0,1-1,-1 0,1 0,0-1,0 0,0 0,0-1,1 0,-1-1,1 0,-1 0,1-1,-1-1,1 1,-1-2,-4 1,-1 0,0-1,1 0,-1 0,0 0,0 0,0-1,0 0,-1 0,1 0,-1 0,1 0,-1-1,0 1,-1-1,1 0,0 0,-1 0,0 0,0 0,0 0,-1-1,0 1,1-1,-1 1,-1-1,1 0,-1 1,0-1,0 0,0 1,0-1,-1 1,0-1,0 0,0 1,-1 0,1-1,-1 1,0 0,0 0,-1 0,1 0,-1 0,0 0,-3-3,3 2,-1 0,0 0,0 1,0-1,-1 1,1 0,-1 0,0 0,0 1,-1-1,1 1,-1 1,1-1,-1 1,0 0,0 0,0 0,0 1,0 0,-1 1,1-1,0 1,0 0,0 0,-1 1,1 0,0 0,0 1,0-1,0 1,0 1,-2 0,2 1,0 1,1-1,0 1,0 0,0 0,1 0,0 1,0 0,0 0,1 0,-1 0,2 0,-1 1,1-1,0 1,-1 1,2-5,1 1,-1 0,1-1,-1 1,1 0,0-1,0 1,1 0,-1-1,1 1,0 0,0-1,0 1,0-1,0 1,1-1,0 0,0 0,0 1,0-1,0-1,0 1,1 0,-1 0,1-1,0 0,0 1,0-1,0 0,3 1,53 13,-57-16,-1 0,1 1,-1-1,1 0,0 0,-1 0,1 0,-1-1,1 1,-1 0,1-1,-1 1,1-1,-1 1,1-1,-1 0,0 1,1-1,-1 0,0 0,0 0,0 0,1 0,-1 0,0-1,0 1,-1 0,1-1,0 1,0 0,-1-1,1 1,0-1,-1 1,0-1,1-1,-10-29,9 31,0 0,1 0,-1 1,1-1,-1 0,1 0,-1 1,1-1,0 0,-1 1,1-1,0 0,0 1,-1-1,1 1,0-1,0 1,0 0,0-1,0 1,-1 0,1-1,0 1,0 0,0 0,0 0,0 0,0 0,0 0,0 0,0 0,0 1,0-1,0 0,-1 0,2 1,2-1,332 15,-193-14,-43-3,0 5,0 3,76 18,-101-10,0-4,1-2,36-3,-5-6,116 6,-16 37,303-17,-300-5,183 8,-286-26,-1 4,79 16,-78-9,0-4,80-6,-1 1,381 21,-137-7,409-13,-611-28,-152 11,164 5,-152 8,267-1,-350 1,0-1,0 0,0 0,0-1,1 1,-1-1,0 0,0-1,0 1,0-1,-1 0,1 0,0 0,-1-1,1 0,-1 0,0 0,0 0,0-1,0 1,-1-1,0 0,1 0,-1-1,1-2,4-18,-1-1,-1 0,-2-1,0 1,-2-1,-1 1,-1-11,1-4,25-795,-4 310,-10 325,-5-282,-6 435,2 0,3 0,2 0,1 0,3 1,15-38,4 3,-3 9,-2-1,5-38,110-633,-119 530,-10-1,-9-25,-2 178,3 0,3 0,3 0,7-17,1-21,-5 0,-1-54,5-40,49-508,-56 470,-11-10,0 95,-8-69,-23-116,2 36,-7-169,39 333,13-92,-4-106,-10 176,33-139,-29 172,-6 120,0 0,0 0,0 1,-1-1,1 0,0 0,-1 1,1-1,-1 1,0-1,1 1,-1-1,0 1,0 0,0 0,0 0,0 0,0 1,0-1,0 0,-1 1,1 0,0-1,0 1,0 0,-1 0,1 0,0 0,0 1,0-1,-1 0,1 1,-2 0,-7 0,-442-7,-234 0,424 7,-1319-42,-41-50,659 24,742 65,122 15,91-11,-1 1,1 0,0 0,0 0,0 1,0 1,1 0,0 0,0 0,0 1,0 0,-3 5,-14 9,21-16,1 0,-1 0,1 1,0-1,0 1,1 0,-1 0,1 0,0 0,0 0,1 1,0-1,0 1,0-1,0 1,1-1,0 5,-4 21,-15 64,7-43,3 1,2 1,0 39,-18 335,23-352,-1 93,-7 0,-17 66,2-106</inkml:trace>
</inkml:ink>
</file>

<file path=ppt/ink/ink6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4-05T06:45:27.747"/>
    </inkml:context>
    <inkml:brush xml:id="br0">
      <inkml:brushProperty name="width" value="0.1" units="cm"/>
      <inkml:brushProperty name="height" value="0.1" units="cm"/>
      <inkml:brushProperty name="color" value="#33CCFF"/>
      <inkml:brushProperty name="ignorePressure" value="1"/>
    </inkml:brush>
  </inkml:definitions>
  <inkml:trace contextRef="#ctx0" brushRef="#br0">237 267,'0'18,"0"18,0 13,0 13,0 9,0 7,0 3,0-1,0-3,0-4,0-9,-2-11,-1-11,-2-13,0-12</inkml:trace>
  <inkml:trace contextRef="#ctx0" brushRef="#br0" timeOffset="377.037">131 281,'-75'-172,"74"168,1 1,-1-1,1 0,-1 1,1-1,0 0,0 1,1-1,-1 0,1 1,-1-1,1 0,1 1,-1-1,0 1,1 0,-1-1,1 1,0 0,0 0,1 0,-1 0,1 0,-1 1,1-1,0 1,0 0,0 0,0 0,0 0,0 0,1 0,-1 1,0 0,1 0,0 0,-1 0,1 0,-1 1,1-1,0 1,0 0,-1 0,1 1,3 0,17 4,0 1,0 1,0 1,-1 2,-1 0,0 1,0 1,18 14,-22-15,0 1,-1 1,0 0,-2 1,1 1,9 12,-21-22,-1-1,1 1,-1 0,0 0,0 0,-1 0,1 0,-1 1,0-1,-1 1,1 0,-1-1,0 1,0 0,-1 0,0-1,0 1,0 0,-1 0,0 0,0-1,0 1,-1 0,0-1,0 0,-2 5,-10 9,1 0,-2-2,-1 0,0 0,-1-2,-1 0,0-1,-1 0,0-2,-1 0,-1-2,-4 2,-4 4,0-2,-1-2,-1 0,0-2,-1-2,1 0,-32 2,44-9</inkml:trace>
  <inkml:trace contextRef="#ctx0" brushRef="#br0" timeOffset="842.794">679 548,'-104'383,"65"-243,38-139,1 0,-1 0,1 0,-1-1,1 1,-1 0,1 0,0 0,-1 0,1 0,0 0,0 0,0 0,0 0,0 0,0 0,0 0,0 0,0 0,0 0,1 0,-1 0,0 0,1-1,-1 1,0 0,1 0,-1 0,1 0,0-1,-1 1,1 0,-1 0,1-1,0 1,0 0,-1-1,1 1,0-1,0 1,0-1,0 0,0 1,0-1,0 0,0 1,0-1,-1 0,1 0,0 0,0 0,0 0,0 0,0 0,0 0,0-1,0 1,0 0,163-66,-129 53,0 1,2 3,-1 0,3 2,-6 3</inkml:trace>
  <inkml:trace contextRef="#ctx0" brushRef="#br0" timeOffset="1094.395">1013 749,'-13'7,"-8"11,-2 12,1 14,4 18,5 16,5 14,4 11,2 9,2 3,0-17</inkml:trace>
  <inkml:trace contextRef="#ctx0" brushRef="#br0" timeOffset="1933.161">1428 508,'0'7,"0"9,0 10,0 2</inkml:trace>
  <inkml:trace contextRef="#ctx0" brushRef="#br0" timeOffset="2214.451">1428 1003,'0'2,"0"3,0 3,0 1</inkml:trace>
</inkml:ink>
</file>

<file path=ppt/ink/ink6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4-05T06:46:22.062"/>
    </inkml:context>
    <inkml:brush xml:id="br0">
      <inkml:brushProperty name="width" value="0.1" units="cm"/>
      <inkml:brushProperty name="height" value="0.1" units="cm"/>
      <inkml:brushProperty name="color" value="#33CCFF"/>
      <inkml:brushProperty name="ignorePressure" value="1"/>
    </inkml:brush>
  </inkml:definitions>
  <inkml:trace contextRef="#ctx0" brushRef="#br0">369 217,'-2'-8,"0"1,0-1,-1 1,0 0,0 0,0 1,-1-1,0 1,-1-1,1 1,-1 0,0 1,-1 0,1-1,-1 1,0 1,-1-1,1 1,-1 1,1-1,-1 1,-4-2,0 0,0 1,0 0,-1 1,1 0,-1 1,0 0,1 1,-1 0,0 1,0 0,0 1,-2 1,10-1,-1-1,0 1,0 1,0-1,0 1,1 0,-1 0,1 0,-1 0,1 1,0 0,0 0,0 0,0 0,1 1,-1-1,1 1,0 0,0 0,0 0,1 0,-1 1,1-1,0 1,0 0,1-1,-1 1,1 0,0 0,1 0,-1 0,1 0,0 0,0 0,0 0,1 0,0 0,0 0,0-1,0 1,1 0,0 0,0-1,0 1,0-1,3 3,2 1,1 1,1-1,0-1,0 1,0-1,1-1,0 0,0 0,0-1,1-1,0 1,0-2,0 1,0-2,1 1,-1-2,1 1,-1-2,1 1,0-2,-1 1,1-2,4 0,-12 0,1 1,-1-1,1 0,-1 0,1 0,-1-1,0 0,0 0,-1 0,1 0,0 0,-1-1,0 1,0-1,0 0,0 0,-1 0,1-1,-1 1,0-1,-1 1,1-1,-1 1,1-5,1-5,-1 0,0 0,-1-1,-1 1,0 0,-1-1,-2-10,2 47,2-11,0 1,1-1,1 0,0 0,1 0,0 0,0 0,1-1,0 0,1 0,1 0,-1-1,1 0,1 0,0 0,0-1,0 0,1-1,1 0,0 0,-9-6,1-1,0 1,-1 0,1-1,0 1,0-1,-1 0,1 0,0 1,0-1,-1 0,1-1,0 1,0 0,-1 0,1-1,0 1,-1-1,1 1,0-1,-1 0,1 0,-1 0,1 0,-1 0,1 0,-1 0,0 0,1 0,-1-1,0 1,0 0,0-1,0 1,0-1,0 0,-1 1,1-1,-1 1,1-1,-1 0,1-1,15-77,-11-118,-5 196,0 1,-1 0,1 0,0 0,0 0,0 0,0-1,0 1,0 0,0 0,0 0,1 0,-1-1,0 1,1 0,-1 0,1 0,-1 0,1 0,-1 0,1 0,0 0,0 0,-1 0,1 1,0-1,0 0,0 0,0 1,0-1,0 1,0-1,0 1,0-1,0 1,0-1,0 1,1 0,-1 0,0-1,0 1,0 0,0 0,1 0,104 34,111 39,-213-72,1 1,-1 0,1 0,-1 0,0 1,0 0,0-1,0 1,0 1,-1-1,1 1,-1-1,0 1,0 0,0 0,-1 0,1 0,-1 1,0-1,0 1,-1 0,1-1,-1 1,0 0,0 0,-1 0,1-1,-1 1,0 0,-1 0,1 2,-8 22,6-27,1 1,-1-1,1 0,0 0,0 1,0-1,0 1,0-1,1 1,-1-1,1 1,-1-1,1 1,0 0,0-1,0 1,1-1,-1 1,1 0,-1-1,1 1,0-1,0 1,0-1,0 0,0 1,1-1,-1 0,1 0,-1 0,1 0,0 0,0 0,0 0,0-1,0 1,0-1,0 1,0-1,3 1,8 1,-1 0,1-1,0-1,0 0,0 0,0-2,0 1,0-2,0 0,0 0,-1-1,1-1,-1 0,0-1,0 0,0 0,-1-2,1 1,-2-1,10-8,-14 10,0 1,-1-1,0 0,0 0,0-1,-1 1,1-1,-2 0,1 0,0 0,-1-1,0 1,-1-1,0 0,0 0,0 0,-1 0,1 0,-2 0,1 0,-1 0,0 0,-1-1,0 1,0 0,-1-3,1 8,0-1,0 1,0 0,0 0,-1 0,1 0,-1 0,1 0,-1 1,0-1,0 0,0 1,0-1,0 1,0 0,0 0,0 0,0 0,-1 0,1 0,0 0,-1 1,1-1,-1 1,1 0,0-1,-1 1,1 1,-1-1,1 0,-1 0,1 1,0-1,-1 1,1 0,0 0,-1 0,1 0,0 0,0 0,0 1,0-1,0 1,0-1,1 1,-1 0,0 0,1 0,-1 0,1 0,0 0,0 0,0 0,0 0,0 1,0-1,0 0,1 1,-1-1,1 1,0 0,1 3,0 1,1-1,0 0,0 0,1 1,0-2,0 1,0 0,0-1,1 1,0-1,1 0,-1 0,1-1,-1 1,2-1,-1 0,0 0,1-1,-1 0,1 0,1 0,46 24,1-2,1-3,1-2,1-2,1-3,1-3,19 1,62 11</inkml:trace>
</inkml:ink>
</file>

<file path=ppt/ink/ink6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4-05T06:46:22.349"/>
    </inkml:context>
    <inkml:brush xml:id="br0">
      <inkml:brushProperty name="width" value="0.1" units="cm"/>
      <inkml:brushProperty name="height" value="0.1" units="cm"/>
      <inkml:brushProperty name="color" value="#33CCFF"/>
      <inkml:brushProperty name="ignorePressure" value="1"/>
    </inkml:brush>
  </inkml:definitions>
  <inkml:trace contextRef="#ctx0" brushRef="#br0">196 452,'-7'23,"-1"21,-3 19,1 14,2 11,2 6,5 3,3-4,0-6,1-14,-6-14,-4-17,-3-17,-2-18,1-11</inkml:trace>
  <inkml:trace contextRef="#ctx0" brushRef="#br0" timeOffset="506.364">37 867,'-33'-251,"32"248,0 1,1-1,-1 0,1 0,0 1,-1-1,1 0,1 0,-1 0,0 1,1-1,-1 0,1 0,0 1,0-1,0 0,0 1,1-1,-1 1,1 0,-1-1,1 1,0 0,0 0,0 0,0 0,0 0,0 1,1-1,-1 1,0-1,3 0,4 1,0 1,0 0,0 0,0 1,0 0,0 0,0 1,-1 0,3 2,48 12,-2 2,-1 3,42 22,-21 8,-77-51,1 1,-1 0,1-1,-1 1,1 0,-1 0,0-1,1 1,-1 0,0 0,0 0,1-1,-1 1,0 0,0 0,0 0,0 0,0 0,0-1,0 1,0 0,-1 0,1 0,0 0,0-1,-1 1,1 0,-1 0,1-1,0 1,-1 0,1-1,-1 1,0 0,1-1,-1 1,1-1,-1 1,0-1,0 1,1-1,-1 1,0-1,0 0,1 1,-1-1,0 0,0 0,0 0,0 0,1 1,-1-1,-21 5,0 0,0-1,0-1,0-1,-1-1,1-1,0-1,-11-2,30 2,-88-12,91 13,-1 0,1 1,-1-1,1 0,-1 0,1 0,-1 0,1 0,-1 0,1 0,-1 0,1 0,-1 0,1 0,-1-1,1 1,-1 0,1 0,-1 0,1-1,-1 1,1 0,-1-1,1 1,-1 0,1-1,0 1,-1 0,1-1,0 1,-1-1,1 1,0-1,0 1,0-1,-1 1,1-1,0 1,0-1,0 1,0-1,0 1,0-1,0 1,0-1,0 1,0-1,0 1,0-1,0 1,0-1,0 1,1-1,-1 1,0-1,0 1,1-1,-1 1,0-1,1 1,-1 0,0-1,1 1,-1-1,1 1,-1 0,0 0,1-1,-1 1,1 0,86-20,-40 15,0 1,1 2,-1 3,0 1,0 3,8 3,-2 11,-52-19,0 1,0-1,0 1,0 0,0 0,0-1,0 1,0 0,0 0,0 0,0 0,-1 0,1 0,0 0,-1 0,1 1,-1-1,1 0,-1 0,1 0,-1 1,0-1,0 0,0 0,0 1,0-1,0 0,0 0,0 1,0-1,0 0,-1 0,1 1,0-1,-1 0,1 0,-1 0,0 1,0-1,-3 7,3-8,0 1,0-1,0 1,1 0,-1-1,0 1,0 0,1 0,-1-1,1 1,-1 0,1 0,-1 0,1 0,-1 0,1 0,0-1,0 1,-1 0,1 0,0 0,0 0,0 0,0 0,0 0,0 0,0 0,0 0,1 0,-1 0,0 0,1 0,-1 0,0 0,1 0,-1 0,1-1,-1 1,1 0,0 0,-1 0,1-1,0 1,0 0,-1-1,1 1,0-1,0 1,0-1,0 1,0-1,0 0,0 1,-1-1,1 0,1 0,16 4,0-1,0-1,0-1,1 0,-1-2,0 0,0-1,0 0,0-2,6-2,-20 6,0-1,-1 0,1 0,0 0,-1-1,1 1,-1-1,0 0,1 0,-1 0,0 0,0 0,0-1,-1 0,1 1,-1-1,1 0,-1 0,0 0,0-1,0 1,-1 0,1-1,-1 1,1-1,-1 1,-1-1,1 0,0 1,-1-1,0 0,1 0,-2 0,1 1,0-1,-1 0,0 1,1-1,-2 0,1 1,0-1,-1 1,1-1,-1 1,0 0,-6-6,0 1,-1 0,0 1,0 0,-1 0,0 1,0 0,0 1,-1 0,0 1,0 0,0 0,0 1,0 1,-1 0,0 1,1 0,-1 0,1 1,-6 1,14-1,1 0,-1-1,1 1,-1 0,1 0,-1 1,0-1,1 1,-1-1,1 1,0 0,-1 0,1 0,-1 0,1 0,0 0,0 1,0-1,0 1,0-1,0 1,0 0,0 0,1 0,-1 0,1 0,0 0,-1 0,1 1,0-1,0 0,0 1,1-1,-1 1,0-1,1 1,0 0,15 28,9 0</inkml:trace>
  <inkml:trace contextRef="#ctx0" brushRef="#br0" timeOffset="927.24">1026 586,'-1'-3,"0"1,1-1,-1 1,1-1,-1 1,1-1,0 0,0 1,0-1,1 1,-1-1,0 1,1-1,0 1,0-1,0 1,0-1,0 1,0 0,0-1,1 1,-1 0,1 0,0 0,-1 0,1 0,0 1,0-1,0 1,0-1,1 1,-1-1,0 1,1 0,-1 0,0 0,1 1,-1-1,1 1,0-1,-1 1,1 0,-1 0,1 0,-1 0,1 0,3 4,-1 0,1 0,-1 1,0-1,0 1,0 0,-1 1,0-1,0 1,0 0,-1 0,0 0,0 0,0 1,-1-1,0 1,-1-1,1 1,-1 0,0 0,-1 0,13 182,-13-161,0-27,-1 1,1-1,0 1,0 0,0-1,0 1,0 0,0-1,0 1,0-1,0 1,1 0,-1-1,1 1,-1-1,1 1,0-1,-1 1,1-1,0 1,0-1,0 0,0 0,0 1,0-1,1 0,-1 0,0 0,1 0,-1 0,0-1,1 1,-1 0,1-1,-1 1,1 0,0-1,-1 0,1 1,-1-1,1 0,0 0,-1 0,1 0,1-1,6-2,0-2,0 1,-1-1,1 0,-1-1,-1 0,1-1,-1 1,0-1,0-1,-1 1,0-1,0 0,-1 0,0-1,0 0,-1 0,0 0,-1 0,0-1,1-6,17-109,-21 136,-1 4,1-1,0 1,1-1,1 1,0 0,1-1,4 13,-2-19,-1 0,1-1,0 1,1-1,-1 0,2 0,-1-1,1 0,0 0,0 0,0-1,1 0,0-1,0 1,0-2,0 1,1-1,-1 0,1-1,8 2,21 3</inkml:trace>
  <inkml:trace contextRef="#ctx0" brushRef="#br0" timeOffset="2396.311">1962 667,'-9'-7,"1"0,-1 1,0 0,-1 0,1 1,-1 1,0 0,-1 0,1 1,-1 0,1 0,-9 0,13 3,1-1,-1 1,0 0,0 1,0-1,1 1,-1 0,0 1,1 0,-1-1,1 2,-1-1,1 0,0 1,0 0,0 1,0-1,1 1,0 0,-1 0,1 0,0 0,1 1,-2 1,3-2,0 0,0 0,0 0,0 0,0 1,1-1,0 1,0-1,0 1,1-1,-1 1,1-1,0 1,0-1,1 1,0 0,-1-1,1 1,1-1,-1 0,1 1,0-1,-1 0,2 0,-1 0,0 0,1 0,0-1,0 1,0-1,0 0,1 0,-1 0,1 0,0 0,0-1,0 0,0 0,0 0,0 0,3 0,0 1,0 0,1 0,-1-1,1-1,0 1,-1-1,1 0,0-1,0 0,-1 0,1 0,0-1,0-1,-1 1,1-1,-1 0,0-1,1 0,-1 0,0-1,0 1,-1-1,1-1,-1 0,0 1,0-2,-1 1,1-1,-1 0,-1 0,1 0,-1-1,0 1,0-1,8-22,0-1,-3 1,0-2,-2 1,-1-1,2-30,-3 25,13-97,-5-1,-6-2,-7 129,-9-45,8 51,0 1,0 0,-1 0,1-1,0 1,0 0,0 0,0 0,0 0,0 0,-1 1,1-1,0 0,0 0,0 1,0-1,0 1,0-1,0 1,0-1,0 1,0 0,0-1,1 1,-1 0,0 0,0 0,1-1,-1 1,0 0,1 0,-1 0,1 0,-1 0,1 0,-13 19,2 1,0-1,1 1,1 1,1 0,1 0,1 1,1 0,0 8,-1 0,2 0,1 1,1-1,2 0,1 1,2-1,6 31,-6-47,0 0,2 0,0 0,0 0,2-1,-1 0,2 0,0-1,1 0,0 0,0-1,2 0,0-1,0 0,0-1,14 9,-21-16,1 1,0-1,-1 0,2 0,-1 0,0-1,0 0,1 0,-1 0,1-1,-1 0,1 0,0 0,-1-1,1 0,0 0,0 0,-1-1,1 0,0 0,-1 0,1 0,-1-1,1 0,-1-1,0 1,0-1,0 0,0 0,-1 0,1-1,-1 0,3-2,2-6,-1 0,0 0,0 0,-2-1,1 0,-2-1,0 0,0 1,-2-2,1 1,-2 0,0-1,0-10,-13 71,9-37,1 0,0 0,0 0,1 0,0 0,1 1,0-1,0 0,1-1,0 1,1 0,0 0,0-1,1 0,-1 0,2 0,0 0,0 0,0-1,1 0,0 0,0-1,0 1,1-1,2 1,-6-6,0 0,0 0,0 0,1 0,-1-1,0 1,0-1,0 0,1 0,-1 0,0-1,0 1,0-1,0 1,1-1,-1 0,0 0,0-1,-1 1,1-1,0 1,0-1,-1 0,1 0,-1 0,2-2,52-69,-44 44,-1 0,-1 0,-1-1,-1 0,1-22,6-18,-15 70,0-1,0 0,0 0,0 0,0 1,0-1,0 0,1 0,-1 1,0-1,0 0,1 0,-1 1,1-1,-1 1,1-1,-1 0,1 1,-1-1,1 1,-1-1,1 1,0-1,-1 1,1-1,0 1,0 0,-1 0,1-1,0 1,0 0,-1 0,1 0,0-1,0 1,-1 0,1 0,0 0,0 1,0-1,-1 0,1 0,0 0,0 0,-1 1,1-1,0 0,-1 1,1-1,0 1,-1-1,1 1,0-1,-1 1,1-1,-1 1,1-1,-1 1,1 0,-1-1,0 1,1 0,-1-1,0 1,1 0,-1 0,0-1,0 1,0 0,138 99,-135-99,0 0,0 1,0-1,-1 1,1-1,0 1,0 0,-1 0,1 0,-1 1,0-1,0 1,0-1,0 1,0 0,0-1,-1 1,1 0,-1 0,0 0,0 0,0 1,0-1,-1 0,1 0,-1 0,0 1,1-1,-2 0,1 1,0-1,-1 0,0 3,-7 10,7-14,-1 0,0 1,1-1,-1 0,1 0,-1 1,1-1,0 1,0-1,0 1,1 0,-1-1,1 1,-1 0,1-1,0 1,0 0,0-1,0 1,0 0,1 0,0-1,-1 1,1-1,0 1,0 0,0-1,0 0,1 1,-1-1,1 0,-1 1,1-1,0 0,0 0,0-1,0 1,0 0,1 0,9 3,1 0,1-1,-1 0,1-1,-1 0,1-1,0-1,0 0,0-1,0 0,0-1,0-1,-1 0,4-2,-7 2,-1 0,1-1,-1 0,0-1,-1 0,1 0,0-1,-1 0,0 0,-1-1,1 0,-1-1,0 0,0 0,-1 0,0-1,0 0,-1 0,0 0,-1-1,1 1,-2-1,1 0,-1 0,-1-1,1 1,-2-1,1 1,-1-5,-1 12,0 0,0 0,0 0,-1 0,1 0,-1 0,1 0,-1 0,1 0,-1 0,0 0,0 0,0 0,0 0,-1 0,1 1,0-1,-1 1,1-1,-1 1,0-1,1 1,-1 0,0 0,0 0,0 0,0 0,1 0,-1 0,-1 1,1-1,0 1,0-1,0 1,0 0,0 0,0 0,0 0,0 0,-1 1,1-1,0 0,0 1,0 0,0-1,0 1,0 0,0 0,1 0,-1 0,0 1,0-1,1 0,-1 1,0 0,-2 2,0 0,0 0,1 0,-1 0,1 0,0 1,0-1,1 1,-1 0,1 0,0 0,1 0,-1 0,1 0,0 1,0-1,0 0,1 1,0-1,0 0,0 1,1-1,0 1,0-1,0 0,1 0,0 0,0 0,0 0,0 0,1 0,0-1,0 1,0-1,0 0,1 0,-1 0,5 3,9 5,1-1,1-1,0 0,0-2,1 0,0-1,0-1,1-1,-1 0,1-2,0-1,1 0,-1-1,2-2,1 2,0 0,0-2,0-1,0-1,20-6,-38 8,1-1,-1 1,0-2,0 1,0-1,0 0,0 0,-1 0,0-1,1 0,-1 0,0 0,-1-1,1 0,-1 0,0 0,0 0,-1-1,1 1,-1-1,-1 0,1 0,1-4,-2 3,-1 0,0 0,0 0,0 0,-1 0,0 0,0 0,-1 0,0 0,0 0,0 0,-1 0,-1-1,2 5,0 1,0-1,-1 0,1 1,-1-1,1 1,-1-1,0 1,0 0,0 0,0 0,0 0,-1 0,1 0,-1 1,1-1,-1 1,0 0,1 0,-1 0,0 0,0 0,0 0,0 1,0-1,0 1,1 0,-1 0,0 0,0 0,0 1,0-1,-2 1,0 0,1 1,-1-1,0 1,1 0,0 0,-1 0,1 1,0-1,0 1,0 0,1 0,-1 1,1-1,0 1,0 0,0-1,0 2,0-1,1 0,0 0,0 1,0-1,1 1,-1-1,1 1,0 0,0 0,1-1,-1 5,0-2,1-1,0 1,0-1,0 1,1-1,-1 1,2-1,-1 0,1 1,0-1,0 0,1 0,-1 0,1 0,1-1,-1 1,1-1,0 0,0 0,0 0,1-1,5 5,-7-7,1 0,0 0,0 0,0 0,0 0,1-1,-1 0,0 0,1 0,-1 0,0-1,1 0,-1 0,1 0,-1 0,1-1,-1 1,0-1,1 0,-1-1,0 1,0-1,0 0,0 0,0 0,0 0,0-1,-1 1,1-1,-1 0,0 0,0-1,0 1,0 0,-1-1,1-1,41-98,-44 103,1-1,-1 1,0 0,0-1,1 1,-1 0,0-1,1 1,-1 0,0 0,1 0,-1-1,0 1,1 0,-1 0,0 0,1 0,-1 0,1-1,-1 1,0 0,1 0,-1 0,1 0,-1 0,0 0,1 0,-1 1,1-1,-1 0,0 0,1 0,-1 0,1 0,-1 1,0-1,1 0,-1 0,0 1,1-1,-1 0,0 0,0 1,1-1,-1 0,0 1,0-1,0 0,1 1,-1-1,0 1,0-1,0 0,0 1,0-1,0 1,0-1,1 1,0 1,14 16,0 0,1-1,1-1,1 0,0-2,1 0,0 0,10 3,134 53,-124-58</inkml:trace>
</inkml:ink>
</file>

<file path=ppt/ink/ink6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4-05T06:45:34.939"/>
    </inkml:context>
    <inkml:brush xml:id="br0">
      <inkml:brushProperty name="width" value="0.1" units="cm"/>
      <inkml:brushProperty name="height" value="0.1" units="cm"/>
      <inkml:brushProperty name="color" value="#33CCFF"/>
      <inkml:brushProperty name="ignorePressure" value="1"/>
    </inkml:brush>
  </inkml:definitions>
  <inkml:trace contextRef="#ctx0" brushRef="#br0">9519 1313,'-7'20,"-4"16,-3 12,-2 5,3 2,3-2,8-6,9-11,9-11,8-14,-1-10</inkml:trace>
  <inkml:trace contextRef="#ctx0" brushRef="#br0" timeOffset="257.317">9305 912,'-16'-2,"-8"-1,1 2,6 6,13 10,14 7,16 9,5-3</inkml:trace>
  <inkml:trace contextRef="#ctx0" brushRef="#br0" timeOffset="479.719">9706 1580,'33'-11,"0"-1,0-2,-1-2,-1-1,0-1,-2-1,2-3,-18 13,-1-1,0 0,0-1,-1 0,0 0,-1-1,-1-1,8-11,-16 22,0 1,0 0,0-1,0 1,0 0,-1-1,1 1,0-1,-1 1,1-1,-1 1,0-1,0 0,1 1,-1-1,0 1,0-1,0 0,0 1,-1-1,1 1,0-1,-1 1,1-1,-1 1,0-1,1 1,-1-1,0 1,0 0,0-1,0 1,0 0,0 0,0 0,0-1,-1 1,1 1,0-1,-1 0,1 0,0 0,-1 1,1-1,-1 1,1-1,-1 1,0-1,-11 0,0 0,0 1,1 1,-1 0,0 0,0 2,1-1,-1 2,1-1,0 2,0-1,1 2,-1 0,1 0,0 1,1 0,-1 1,1 0,-6 7,8-8,1 1,0 0,0 1,0-1,1 1,1 1,-1-1,1 1,1 0,-3 7,6-13,0 1,-1-1,2 1,-1 0,0-1,1 1,0 0,0-1,0 1,1-1,0 1,-1 0,2-1,-1 1,0-1,1 0,0 1,0-1,0 0,1 0,-1 0,1 0,0-1,0 1,3 2,6 2,1 0,-1-1,1 0,0-1,1 0,0-1,0-1,0 0,0-1,0-1,1 0,-1-1,1 0,63 6</inkml:trace>
  <inkml:trace contextRef="#ctx0" brushRef="#br0" timeOffset="937.539">10655 1233,'-15'-4,"-1"2,1 0,0 0,-1 2,1 0,-1 0,1 2,-1 0,1 0,0 2,0 0,0 0,1 2,-3 1,15-6,-1 1,1-1,-1 1,1 0,0-1,0 1,0 0,0 1,0-1,0 0,1 0,-1 1,1-1,0 1,-1 0,1-1,0 1,1 0,-1-1,0 1,1 0,-1 0,1 0,0 0,0 0,0-1,1 1,-1 0,1 0,-1 0,1-1,0 1,0 0,0 0,0-1,1 1,-1-1,1 0,-1 1,1-1,0 0,0 0,0 0,2 2,19 17,1-2,1 0,1-1,0-2,2 0,-1-2,2-1,15 4,4 4,103 57,-152-78,1 0,-1 0,0 0,0 0,1 0,-1 0,0 0,0 0,1 1,-1-1,0 0,1 1,-1-1,0 0,1 1,-1-1,0 1,1-1,-1 1,1-1,-1 1,1-1,-1 1,1 0,0-1,-1 1,1 0,0-1,-1 1,1 0,0-1,0 1,0 0,-1 0,1-1,0 1,0 0,0 0,0-1,0 1,1 0,-1 0,0-1,0 1,0 0,1 0,-1-1,0 1,1 0,-1-1,0 1,1 0,-1-1,1 1,-1-1,1 1,0-1,-1 1,1-1,-1 1,1-1,0 0,-1 1,-9 0,0 0,0 0,0-1,0 0,0 0,0-1,0 0,0-1,0 0,0 0,1-1,-1 0,1-1,-1 1,1-2,0 1,1-1,-1 0,1-1,0 0,0 0,0-2,5 5,0 0,0 0,1-1,0 1,0 0,0-1,0 1,0-1,0 1,1-1,0 1,0-1,0 1,0-1,0 1,1-1,0 1,-1-1,1 1,0 0,1-1,-1 1,1 0,-1 0,1 0,0 0,0 0,0 0,76-69,-56 58,1 1,0 2,0 0,1 1,1 2,0 0,0 2,0 1,13-1,-35 5,1 0,-1 0,1 0,-1 1,1 0,-1-1,1 1,-1 1,0-1,1 0,-1 1,1 0,-1 0,0 0,1 0,-1 0,0 1,0-1,0 1,0 0,0 0,0 0,-1 0,1 1,0-1,-1 1,0-1,0 1,0 0,0 0,0 0,-1 0,1 0,-1 0,0 0,1 4,2 73,-5-72,0 1,0-1,1 0,0 1,1-1,0 0,0 1,1-1,0 0,0 0,1 0,0 0,1-1,-1 1,2-1,3 6,-3-8,1 1,0-1,0-1,0 1,1-1,-1 0,1-1,0 1,0-1,1-1,-1 1,0-1,1-1,0 1,-1-1,1-1,0 1,6-2,21-1</inkml:trace>
  <inkml:trace contextRef="#ctx0" brushRef="#br0" timeOffset="1186.877">11243 952,'-18'-7,"-16"-2,-5 1,-2 3,7 10,11 13,14 15,18 13,18 10,5-5</inkml:trace>
  <inkml:trace contextRef="#ctx0" brushRef="#br0" timeOffset="1690.529">11511 1660,'-3'-32,"1"-1,2 0,1 0,2 0,5-24,1-23,-7 64,1-153,-12 137,12 45,7-1,0 0,1-1,1 0,0 0,0-1,1-1,1 0,-1-1,1 0,0-1,1-1,6 2,-21-8,205 70,-152-45,-52-24,0 0,0 0,1 0,-1 0,0 0,0 1,0-1,0 0,-1 1,1-1,0 1,0-1,-1 1,1-1,-1 1,0-1,1 1,-1-1,0 1,0 0,0-1,0 1,0-1,0 1,0 0,-1-1,1 1,0-1,-1 1,0-1,1 1,-1-1,0 2,-13 21,-16 40,29-62,1-1,0 1,-1 0,1 0,0 0,0 0,0 0,0 0,1 0,-1 0,1 0,-1-1,1 1,-1 0,1 0,0 0,0-1,0 1,0 0,0-1,0 1,0-1,1 1,-1-1,0 0,1 1,-1-1,1 0,0 0,-1 0,1 0,1 0,11 4,1-1,-1 0,0-1,1-1,0 0,0-1,-1-1,1 0,0-1,0-1,-1 0,1-1,-1 0,2-2,-6 2,1 0,-1 0,0-2,0 1,0-1,-1-1,1 1,-1-2,-1 1,1-1,-1-1,0 1,-1-1,0-1,0 1,-1-1,0-1,0 1,-1-1,-1 0,1 0,-2 0,1 0,-1-1,-1 0,0 1,-1-1,0 0,0 0,-1 11,0 0,-1 0,1 0,0 0,0 0,0 0,0 0,-1 0,1 0,0 0,0 0,0 0,0 0,-1 0,1-1,0 1,0 0,0 0,0 0,-1 0,1 0,0 0,0 0,0-1,0 1,0 0,0 0,-1 0,1 0,0 0,0-1,-5 24,1-6,1 1,1 0,1 0,1 1,0-1,1 0,1 0,1 0,4 13,-6-27,0-1,1 1,0-1,0 0,0 1,0-1,0 0,0 0,1 0,0 0,0-1,-1 1,1-1,1 1,-1-1,0 0,1 0,-1-1,1 1,-1-1,1 0,0 0,-1 0,1 0,0 0,0-1,0 0,-1 0,1 0,2 0,21-6</inkml:trace>
  <inkml:trace contextRef="#ctx0" brushRef="#br0" timeOffset="1956.817">12446 965,'-16'0,"-9"5,-2 3,5 6,13 4,19 1,8-1</inkml:trace>
  <inkml:trace contextRef="#ctx0" brushRef="#br0" timeOffset="2241.062">12767 1380,'-5'18,"-1"11,1 7,2 2,8-1,6-5,4-4,2-9,-2-6</inkml:trace>
  <inkml:trace contextRef="#ctx0" brushRef="#br0" timeOffset="2242.062">12874 845,'-14'-18,"-11"-9,-3 1,-2 5,2 10,5 16,8 17,10 11,6 0</inkml:trace>
  <inkml:trace contextRef="#ctx0" brushRef="#br0" timeOffset="4551.969">16350 1153,'2'16,"3"12,1 5,2 5,1 2,0-1,-2-5,-3-8</inkml:trace>
  <inkml:trace contextRef="#ctx0" brushRef="#br0" timeOffset="4739.472">16350 739,'0'0</inkml:trace>
  <inkml:trace contextRef="#ctx0" brushRef="#br0" timeOffset="5408.682">16805 992,'5'-3,"0"0,0 0,0 0,0 1,1 0,0 0,-1 0,1 1,0 0,-1 0,1 0,0 0,0 1,0 0,0 1,0-1,0 1,-1 0,1 1,0-1,-1 1,1 0,-1 0,1 1,-1 0,0 0,0 0,0 1,3 3,4 3,0 1,-1 0,0 1,-1 0,0 1,-1 0,-1 0,0 1,-1 0,0 0,-1 1,-1 0,0 0,2 12,0 10,-1 0,-2 0,-1 0,-2 1,-3 28,-66 455,66-504,1 0,1 0,1 0,1 0,0-1,1 1,0 0,2-1,0 0,1 0,0 0,1-1,9 14,-15-27,0 1,0-1,0 0,0 0,1 0,-1 0,1-1,-1 1,1 0,0 0,-1-1,1 1,0-1,0 0,0 0,0 1,0-1,0 0,1-1,-1 1,0 0,0-1,1 1,-1-1,0 0,1 1,-1-1,1 0,-1-1,0 1,1 0,-1-1,0 1,0-1,1 0,-1 0,0 0,0 0,0 0,0 0,0 0,0-1,0 1,0-1,-1 1,1-1,0 0,2-9,0 1,0-1,-1 0,-1 0,0 0,0 0,-1 0,-1 0,0 0,0 0,-1-1,-1-2,2 13,-5-56,-2 1,-3 0,-2 1,-2 0,-3 1,-2 1,-3 1,-2 0,-2 2,-2 1,-6-5,16 29,-1 0,-1 2,-1 0,-1 2,-17-13,12 11,28 23,-1 0,1 0,-1 1,1-1,-1 0,0 0,1 0,-1 0,1 0,-1 0,1-1,-1 1,0 0,1 0,-1 0,1 0,-1 0,0-1,1 1,-1 0,1 0,-1 0,0-1,1 1,-1 0,0-1,1 1,-1 0,0-1,0 1,1 0,-1-1,0 1,0-1,0 1,0-1,1 1,-1 0,0-1,0 1,0-1,0 1,0-1,0 1,0 0,0-1,0 1,0-1,-1 1,1-1,0 1,0 0,0-1,0 1,-1-1,1 1,0 0,0-1,-1 1,1 0,0-1,-1 1,188 1,235-11,-353 19,-67-8,0 0,0 0,0 0,-1 0,1 0,0 0,0 0,-1 1,1-1,-1 1,1-1,-1 1,1 0,-1-1,0 1,0 0,0 0,0 0,0 0,0 0,-1 0,1 0,-1 0,1 0,-1 0,0 0,0 0,0 0,0 2,-1 21,0-21,0-1,0 1,1 0,-1-1,1 1,0 0,0-1,1 1,-1 0,1-1,-1 1,1 0,1-1,-1 0,0 1,1-1,-1 1,1-1,0 0,0 0,1 0,-1 0,0-1,1 1,0-1,0 1,1 0,4 2,0-1,1 0,-1-1,0 0,1 0,0-1,0 0,0 0,0-1,0 0,0-1,0 0,0-1,0 1,0-2,8-1,-14 2,0 0,-1 0,1 0,0-1,0 1,-1-1,1 1,-1-1,1 0,-1 0,0 0,0 0,0-1,0 1,0-1,0 1,-1-1,1 1,-1-1,0 0,0 0,0 0,0 0,0 0,0 0,-1 0,0 0,1 0,-1 0,0 0,-1 0,1 0,-1-6,0 0,-1 1,0-1,-1 1,1-1,-2 1,1 0,-1 0,0 0,-4-4,1 1,-1 1,-1 0,0 0,0 1,-1 0,0 0,0 1,-1 1,0 0,0 0,-1 1,0 0,0 1,0 1,-1 0,0 0,0 1,-11-1,21 4,0 0,-1 0,1 0,0 0,0 0,0 0,0 1,-1 0,1-1,0 1,0 0,0 1,0-1,1 0,-1 1,0 0,1 0,-1-1,1 1,-1 1,1-1,0 0,0 1,0-1,0 1,0-1,1 1,-1 0,1 0,0 0,-1 0,1 1,4 30,8 0</inkml:trace>
  <inkml:trace contextRef="#ctx0" brushRef="#br0" timeOffset="7021.564">17968 1460,'-5'-376,"5"375,-1 0,1 0,-1 0,1 0,-1 0,1-1,0 1,-1 0,1 0,0 0,0 0,0-1,0 1,0 0,0 0,0 0,1 0,-1-1,0 1,1 0,-1 0,1 0,-1 0,1 0,-1 0,1 0,0 0,-1 0,1 0,0 0,0 0,0 1,0-1,0 0,0 1,0-1,0 0,0 1,0-1,0 1,0 0,0-1,0 1,1 0,-1 0,0 0,0-1,0 1,1 1,169 39,-137-31,-18-7,0 1,-1 0,1 1,-1 1,0 1,-1 0,1 1,-1 0,0 1,-1 1,0 0,0 1,3 4,-9-4,0 1,-1 0,-1 0,1 1,-2-1,0 1,0 0,-1 1,38 82,-37-89,1-1,0 1,0-1,0 0,0 0,1-1,0 0,0 0,0 0,0-1,1 0,-1 0,1 0,0-1,0 0,0 0,0-1,0 0,0 0,0-1,1 1,-1-2,0 1,0-1,0 0,0-1,0 1,0-1,0-1,0 1,-1-1,1 0,-1-1,3-1,4-5,-1-1,1 1,-2-2,0 0,0 0,-1-1,0 0,-2-1,1 0,-2 0,0-1,0 0,-1 0,-1-1,-1 0,0 0,-1-2,1 7,-4 28,0-17,-2 37,1-25,-1 0,1 0,1 0,0 0,1 0,0-1,1 1,0 0,1-1,1 1,-1-1,2 0,0 2,-2-9,0-1,-1 0,1 0,0 0,1-1,-1 1,0-1,1 0,-1 1,1-2,0 1,0 0,0-1,0 0,0 0,0 0,0 0,0 0,0-1,0 0,0 0,0 0,1 0,-1-1,0 0,0 0,3-1,5-1,0-1,-1 0,1-1,-1 0,0-1,0 0,-1-1,8-6,-2-1,0-1,-1 0,0-1,-1-1,-1-1,-1 1,-1-2,0 0,-1-1,-6-8,-8 35,-1 1,1 0,0 0,1 0,0 1,0-1,1 1,0-1,1 1,-1 0,2 0,-1 0,1 0,1-1,-1 1,2 3,0-5,0-1,0 1,1-1,0 0,0 0,1 0,-1 0,1 0,0-1,1 0,-1 1,1-2,0 1,1 0,-1-1,1 0,0-1,0 1,0-1,0 0,3 1,9 3,0-1,1-1,0 0,0-2,0 0,1-1,1 0,3-1,1 0,-1-2,0-1,0 0,0-2,0-1,0-1,-1-1,0-1,0-1,-1-1,0 0,-1-2,0-1,-1 0,-1-2,0 0,4-6,2-13,-1-2,-1-1,-3 0,-1-2,-1 0,-3-1,-1 0,-2-1,-2-1,-1 0,-3-1,0-11,4-13,-2 0,-3-1,-4 1,-2-1,-3 1,-4 0,-8-33,15 88,-1 0,-1 0,0 0,0 0,-1 1,-1 0,0-1,-1 1,0 1,0-1,-1 1,0 0,-1 1,0 0,-1 0,0 1,0 0,-1 0,-9-5,12 12,0-1,0 2,0-1,0 1,0 0,0 0,0 1,0 0,0 0,0 1,0 0,1 0,-1 0,1 1,-1 0,1 0,0 1,0 0,0 0,1 0,-1 1,1 0,0 0,0 0,1 1,0-1,0 1,-1 2,-14 21,1 0,2 1,1 1,1 0,2 1,1 1,2-1,1 2,1-1,2 1,2 0,1 0,1 0,2 1,1-1,7 29,-1-19,2 1,2-1,3-1,1 0,1-2,3 1,1-2,3-1,0-1,3-1,1-1,2-1,1-2,1-1,2-2,1-1,36 22,-57-41,0-1,1 0,0-2,0 1,0-2,1 0,0-1,1 0,-1-2,16 3,-28-6,1 0,0-1,-1 1,1-1,-1 0,1 0,-1 0,1-1,-1 1,0-1,0 0,1 0,-1-1,-1 1,1-1,0 0,-1 0,1 0,-1-1,0 1,0-1,0 1,-1-1,1 0,-1 0,0 0,0-1,0-1,6-14,-1-2,-2 1,0-1,0 0,-2-8,0 15,27-158,-29 173,-1 0,0 1,0-1,0 0,0 0,0 0,0 0,0 0,1 1,-1-1,0 0,0 0,0 0,0 0,1 0,-1 0,0 0,0 0,0 0,0 0,1 0,-1 0,0 0,0 0,0 0,0 0,1 0,-1 0,0 0,0 0,0 0,0 0,1 0,-1 0,0 0,1 23,-1-21,0 27,2-1,0 1,2 0,1-1,2 3,-5-24,-1 0,2-1,-1 0,1 1,0-1,0 0,0 0,1-1,0 1,0-1,1 0,-1 0,1 0,0-1,1 1,-1-1,1 0,-1-1,1 0,0 0,1 0,-1 0,0-1,6 1,-4-2,0 1,0-2,0 1,1-1,-1-1,0 0,0 0,0 0,0-1,0 0,0-1,0 1,0-2,-1 1,0-1,0 0,0-1,0 1,0-1,-1-1,0 1,0-1,8-9,0 0,-1-1,-1 0,-1-1,0 0,-1-1,-1 0,2-7,12-32,-24 107,2 49,-1-95,1 0,0 0,0 0,1 0,-1 0,1 0,0-1,0 1,0-1,0 1,0-1,1 0,0 0,0 0,0 0,0 0,0-1,0 1,1-1,-1 0,1 0,-1 0,1 0,9 1,0-1,0 0,0-1,1 0,-1-1,0-1,0 0,0-1,0 0,0-1,0 0,-1-1,1 0,-1-1,0-1,0 0,-1-1,0 0,6-4,2-4,-1 0,-1-1,0 0,-1-1,0-1,-2-1,0 0,10-21,-23 39,-1 1,0 0,1 1,-1-1,0 0,0 1,1-1,-1 0,0 1,0-1,1 0,-1 0,0 1,1-1,-1 0,0 0,1 0,-1 1,0-1,1 0,-1 0,1 0,-1 0,0 0,1 0,-1 0,1 0,-1 0,0 0,1 0,-1 0,1 0,-1 0,0 0,1 0,-1 0,1-1,-1 1,0 0,1 0,-1 0,0-1,1 1,-1 0,0 0,0-1,1 1,-1 0,0-1,0 1,1 0,-1-1,0 1,0 0,0-1,0 1,0-1,1 1,-1 0,0-1,0 1,0-1,0 1,0 0,0-1,0 1,0-1,0 1,-1 0,1-1,0 1,3 70,-4-59,1-1,0 1,0-1,1 1,1-1,0 1,0-1,1 0,0 0,1 0,0 0,0-1,4 6,-1-6,0-1,1 0,0-1,0 0,0 0,1 0,0-1,0-1,1 0,0 0,0 0,0-1,0-1,0 0,1 0,0-1,-1-1,1 1,0-2,6 0,45-16,-39 0</inkml:trace>
  <inkml:trace contextRef="#ctx0" brushRef="#br0" timeOffset="7181.138">21577 565,'-19'-9,"-11"-3,-7 2,1 8,7 9,9 5,7 1</inkml:trace>
  <inkml:trace contextRef="#ctx0" brushRef="#br0" timeOffset="3856.739">14919 1313,'-4'-8,"0"1,-1 0,0 0,0 0,0 1,-1-1,0 2,-1-1,1 0,-1 1,0 1,0-1,-1 1,1 0,-1 0,0 1,0 0,0 1,0 0,0 0,-1 1,1 0,-1 0,1 1,-1 0,1 0,-1 1,1 0,0 1,-4 1,3 0,1 0,-1 1,1 1,0-1,0 1,1 1,-1 0,1 0,1 0,-1 1,1-1,0 2,0-1,1 1,0-1,1 1,0 1,0-1,0 1,1 0,0-1,1 1,0 0,1 1,-1 0,2-7,1 1,-1-1,0 1,1-1,0 1,0-1,0 1,0-1,1 0,-1 0,1 0,0 0,0 0,0 0,0 0,0 0,0-1,1 1,0-1,-1 0,1 1,0-1,0-1,0 1,0 0,1-1,-1 1,0-1,1 0,-1 0,6 1,0 0,0-1,0 1,1-2,-1 1,0-1,0-1,1 0,-1 0,0-1,1 0,5-2,-1-1,1-1,-2 0,1-1,-1 0,0-1,0 0,-1-1,0-1,-1 0,0 0,0-1,-1-1,-1 0,0 0,4-8,0-2,-1-1,-1 0,-2 0,0-1,-1-1,-2 0,0 0,-2 0,1-14,0-44,-2 0,-5 0,-3 0,-11-49,-10 16,12 91,13 25,1 0,-1-1,0 1,0 0,0 0,1 0,-1 0,0 0,0 1,0-1,0 0,1 0,-1 0,0 1,0-1,1 0,-1 1,0-1,1 1,-1-1,0 1,1-1,-1 1,0-1,1 1,-1 0,1-1,-1 1,1 0,0 0,-1-1,1 1,0 0,-1 0,1-1,0 1,0 0,0 0,0 0,0-1,0 1,0 0,0 0,0 0,0 0,0 0,0 0,-11 48,2 1,2 0,2 0,3 14,-1-26,-5 130,8 83,1-226,1 0,1 1,2-2,0 1,2 3,-5-22,0 1,1-1,-1 0,1 0,0 0,1 0,-1 0,1-1,0 0,1 1,-1-2,1 1,0 0,0-1,1 0,-1 0,1-1,0 1,0-1,0-1,5 3,-2-3,0-1,0 1,1-2,-1 1,0-1,0 0,0-1,0 0,1-1,-1 0,-1 0,1-1,0 0,-1-1,1 0,-1 0,0 0,4-4,0 0,0-1,0 0,-1-1,0 0,-1 0,0-1,-1-1,0 0,-1 0,-1 0,3-6,-5 8,0-1,-1 0,0 0,-1 0,0 0,-1 0,0-1,-1 1,0-1,-1 1,0-1,-1-8,0 20,1-1,0 0,0 1,-1-1,1 0,0 0,-1 1,1-1,0 0,-1 1,1-1,-1 1,1-1,-1 0,0 1,1-1,-1 1,1 0,-1-1,0 1,1-1,-1 1,0 0,0 0,1-1,-1 1,0 0,0 0,1 0,-1 0,0 0,0 0,1 0,-1 0,0 0,0 0,0 0,1 1,-1-1,0 0,1 0,-1 1,0-1,1 1,-1-1,0 0,1 1,-1-1,0 1,1 0,-1-1,1 1,-1-1,1 1,0 0,-1-1,1 1,0 0,-1-1,1 1,0 0,0 0,0-1,-1 1,1 0,0 0,0 0,0-1,0 1,-6 14,0-1,1 1,1 1,0-1,1 0,1 1,0 0,1 0,1-1,0 9,0-18,0 1,0-1,1 0,0 0,0 1,0-1,1 0,0 0,0 0,0 0,1-1,0 1,0-1,1 1,-1-1,1 0,0 0,0-1,1 1,-1-1,1 0,0 0,0 0,1-1,4 3,23 6</inkml:trace>
  <inkml:trace contextRef="#ctx0" brushRef="#br0" timeOffset="4104.125">15333 671,'-15'2,"-6"6,1 6,8 4,15 5,17 2,5-2</inkml:trace>
  <inkml:trace contextRef="#ctx0" brushRef="#br0" timeOffset="4390.357">15627 1166,'3'13,"0"1,0-1,1 0,0 0,2-1,-1 0,1 1,1-2,0 1,1-1,0 0,1-1,0 0,0 0,1-1,0 0,1-1,0 0,0 0,1-2,0 1,0-1,12 3,-22-8,0 0,0 0,1-1,-1 1,1-1,-1 0,0 1,1-1,-1 0,1 0,-1-1,0 1,1 0,-1-1,1 1,-1-1,0 0,0 0,1 0,-1 0,0 0,0 0,0-1,0 1,0-1,0 0,-1 1,1-1,0 0,-1 0,0 0,1 0,-1 0,0 0,0 0,0-1,0 1,0 0,-1 0,1-1,-1 1,1-1,-1 1,3-21,-1 1,-1 0,-2 0,0-1,-1 1,-1-3,-3-97,6 117,1-1,-1 1,1 0,0 0,1 1,-1-1,1 0,0 0,0 1,0-1,1 1,-1-1,1 1,0 0,0 0,1 0,-1 1,1-1,0 1,3-3,20-8</inkml:trace>
  <inkml:trace contextRef="#ctx0" brushRef="#br0" timeOffset="-4521.124">308 725,'-2'18,"-1"20,0 21,0 19,4 13,1 8,0 6,0-2,0-4,-1-8,0-12,-1-13,2-16,1-15</inkml:trace>
  <inkml:trace contextRef="#ctx0" brushRef="#br0" timeOffset="-3777.097">1083 1501,'-6'-9,"-1"1,1 1,-1-1,-1 1,1 1,-1-1,-1 1,1 1,-1-1,0 1,0 1,0 0,-1 0,1 1,-1 0,0 1,0 0,0 0,0 1,0 0,-1 1,1 0,0 1,0 0,0 1,0 0,0 0,0 1,0 0,1 1,0 0,0 1,-1 0,0 2,0 1,0 1,1-1,0 1,1 1,0 0,1 0,0 0,0 2,3-7,1 0,1 0,-1 1,1-1,0 1,0-1,0 1,1 0,0 0,0-1,1 1,-1 0,1 0,0 0,1 0,0 0,0 0,0 0,0-1,1 1,0-2,1 1,-1-1,1 0,0-1,0 1,0 0,0-1,1 0,-1 0,1 0,0 0,0 0,0-1,0 0,1 0,-1 0,0 0,1-1,-1 1,1-1,0 0,0-1,-1 1,1-1,0 0,8 0,0 0,0 0,0-2,0 0,0 0,0-1,-1-1,9-3,-7 1,0-1,0-1,-1 0,0-1,-1 0,0-1,0-1,-1 1,-1-2,0 1,0-2,-1 1,0-1,-2-1,1 1,-2-1,0-1,0 1,-1-1,-1 0,-1 0,0 0,-1 0,1-11,-1-18,-1 0,-2 0,-3 1,-1-1,-2 1,-2 0,-1 0,-4-1,-25-48,39 91,-1 0,1 1,0-1,-1 0,1 0,0 1,-1-1,1 0,-1 1,1-1,-1 1,1-1,-1 1,0-1,1 1,-1-1,0 1,1-1,-1 1,0 0,1-1,-1 1,0 0,0 0,1 0,-1 0,0-1,0 1,0 0,1 0,-1 0,0 0,0 1,1-1,-1 0,0 0,0 0,1 1,-1-1,0 0,0 1,1-1,-1 1,0-1,1 0,-1 1,1 0,-1-1,-16 38,10 8,1 0,3 1,2-1,2 0,4 31,-2-32,1 1,2-1,2 0,2 0,2-1,10 22,-19-57,1-1,0 1,1-1,0 0,0 0,0 0,1-1,0 0,1 0,0-1,0 0,0 0,1 0,-1-1,1 0,1 0,-1-1,1 0,-1-1,1 0,0 0,0-1,1 0,-1-1,0 0,1 0,6-1,-3-1,-1-1,1 0,0-1,-1-1,0 0,0 0,0-1,0-1,-1 0,0 0,0-1,0-1,-1 0,0 0,-1-1,0 0,0-1,-1 0,0 0,-1-1,0 1,-1-2,0 1,0-1,-2 0,1 0,-1 0,-1-1,0 1,-1-1,0-11,0 12,-1 5,1 0,-1 0,-1-1,0 1,0 0,0 0,-1 0,1 0,-2 0,0-5,1 12,0 0,1 0,-1 0,1 0,-1 0,1 0,-1 0,0 0,1 0,-1 1,1-1,-1 0,0 0,1 0,-1 1,1-1,-1 0,1 1,-1-1,1 0,0 1,-1-1,1 1,-1-1,1 0,0 1,-1-1,1 1,0 0,-1-1,1 1,0-1,0 1,0-1,-1 1,1-1,0 1,0 0,0-1,0 1,0-1,0 1,0 0,0-1,-7 24,2 1,0 0,1-1,2 1,0 0,2 19,0-35,-1-1,1 0,1 1,0-1,0 0,1 0,0 0,0 0,0 0,1 0,1 0,-1-1,1 1,1-1,-1 0,1-1,0 1,1-1,-1 0,1 0,1 0,2 1,32 11,-1-6</inkml:trace>
  <inkml:trace contextRef="#ctx0" brushRef="#br0" timeOffset="-2984.178">1845 1366,'-6'8,"1"1,0 0,0-1,1 2,0-1,0 0,1 1,1 0,-1-1,2 1,-1 0,1 0,1 0,0 0,0 0,1 0,0 0,1 0,0 0,1 0,0-1,0 1,1-1,0 0,1 0,0 0,0-1,1 0,0 1,-3-6,-1 0,1 0,0-1,0 1,0 0,0-1,0 0,1 0,-1 0,1 0,-1 0,1-1,0 1,-1-1,1 0,0-1,0 1,0 0,0-1,0 0,0 0,0 0,0-1,0 1,0-1,-1 0,1 0,0 0,0 0,-1-1,1 0,-1 0,1 0,-1 0,0 0,1-1,-1 0,12-10,0 0,-2-2,1 0,-2 0,0-1,-1 0,-1-1,0-1,-1 1,-1-2,-1 1,0-1,-1-3,1 0,0 62,-7-30,1-1,0 0,1-1,0 1,0 0,1 0,0-1,0 1,1-1,0 0,1 0,0-1,0 1,0-1,1 0,0 0,1-1,-1 0,1 0,0-1,1 1,-1-1,1-1,0 0,1 0,-1 0,2-1,-1 0,1-1,-1 0,0 0,1-1,-1-1,0 1,1-2,-1 1,1-1,-1-1,0 1,0-2,0 1,0-1,0-1,0 1,-1-2,1 1,-1-1,0 0,-1-1,1 0,-1 0,-1 0,1-1,-1 0,0-1,0 1,-1-1,0 0,0-1,10-26,-2-1,-1 0,-2-1,-1 0,-2 0,-1-1,-3 0,-1 0,-2-36,-3-87,-13-79,0 139,8 96,-11 84,7 37,4-1,6 1,6 32,-4-116,1 0,2 0,2 0,0 0,2-1,2 0,0 0,2-1,2 0,0-1,8 10,-14-30,-1-1,1 0,1 0,-1-1,1 0,0 0,1-1,0 0,6 3,-12-7,1 0,0 0,0 0,0-1,0 0,0 0,0 0,0 0,0 0,0-1,1 0,-1 0,0 0,0-1,0 1,1-1,-1 0,0 0,0 0,0-1,0 1,-1-1,1 0,0 0,0-1,6-7,0-1,-1 0,-1 0,0-1,0 0,-1 0,0-1,-2 0,1 0,-1 0,-1-1,-1 0,0 0,0 0,-1-13,3-4,-6 59,6 118,-4-139,0 0,1 0,0 0,0-1,1 1,-1-1,2 0,-1 0,0 0,1 0,0 0,1-1,-1 1,1-1,0-1,1 1,-1-1,1 0,3 2,75 18,-44-22</inkml:trace>
  <inkml:trace contextRef="#ctx0" brushRef="#br0" timeOffset="-2731.894">2954 1099,'-15'0,"-11"0,-3 0,2-2,3-3,0-3,6-1</inkml:trace>
  <inkml:trace contextRef="#ctx0" brushRef="#br0" timeOffset="-2377.789">2179 885,'301'12,"-207"-12,1052-16,-1116 14,43-1,-1-3,0-3,36-11,-48-2,-58 21,0 0,-1 0,1 0,-1 0,0 0,1 0,-1 0,0 0,1-1,-1 1,0-1,0 1,0-1,0 1,0-1,-1 0,1 1,0-1,-1 0,0 1,1-1,-1 0,0 0,0 0,1 1,-2-1,1 0,0 0,0 0,0 1,-1-1,1 0,-5-8,-1 0,0 0,0 0,-1 1,0 0,-1 0,0 1,0 0,-1 1,0-1,0 2,-6-4,2-1,-1 0,0 1,-1 1,0 0,0 1,-1 1,0 1,0 0,-1 0,0 2,0 0,-8 0,21 4,1 0,0 1,-1-1,1 1,0-1,0 1,0 0,-1 1,1-1,0 0,0 1,1 0,-1-1,0 1,1 0,-1 1,1-1,-1 0,1 1,0-1,0 1,0 0,0-1,1 1,-1 0,1 0,0 0,0 1,-1 0,-13 100,16-10,5-1,11 48,-1-3,-5-3,-5 0,-6 1,-6-1,-14 62,-6-30,-37 114,29-179,21-78</inkml:trace>
  <inkml:trace contextRef="#ctx0" brushRef="#br0" timeOffset="-2058.686">3409 1634,'54'-34,"2"2,1 3,1 2,2 3,0 3,1 2,7 1,-24 6,0 3,1 1,27-1,-68 8,0 1,1-1,-1 1,0-1,0 1,0 1,0-1,0 1,0-1,0 1,0 0,0 0,0 1,0-1,0 1,-1 0,1 0,-1 0,1 1,-1-1,0 1,0-1,0 1,0 0,0 1,-1-1,3 3,12 80,-17-76,1 0,1 0,-1 0,2 0,-1 0,1 0,1 0,0-1,3 6,-5-11,1 0,0 0,0 0,1 0,-1-1,1 0,-1 1,1-1,0-1,0 1,1 0,3 1,10 2</inkml:trace>
  <inkml:trace contextRef="#ctx0" brushRef="#br0" timeOffset="-1773.326">4278 1046,'-20'-5,"-14"-1,-6 0,2 1,7 4,10 9,14 8,18 5,20 4,6-2</inkml:trace>
  <inkml:trace contextRef="#ctx0" brushRef="#br0" timeOffset="-312.165">4853 1340,'-10'-4,"-1"0,0 1,0 0,0 1,0 0,0 1,0 0,-1 1,1 0,0 0,0 2,-1-1,1 1,0 1,1 0,-1 1,0 0,1 0,0 1,0 0,0 1,1 0,0 1,0 0,0 0,1 1,0 0,1 1,0-1,0 1,-2 4,8-10,-1-1,0 1,1 0,0 0,0 0,-1 0,2 0,-1 0,0 0,1 0,-1 0,1 0,0 1,0-1,0 0,1 0,-1 0,1 0,-1 0,1 0,0 0,0 0,1 0,-1 0,0 0,1 0,0-1,0 1,0-1,0 1,0-1,0 0,0 0,1 0,-1 0,3 1,8 4,-1-1,1-1,0 0,0-1,0 0,1-1,-1-1,1 0,3 0,76 3,-1-3,0-4,1-5,-2-3,47-13,-129 21,74-12,-1-3,51-20,-94 17,-38 19,-1 0,1 1,-1-1,1 0,-1 0,1 0,-1 0,0 1,1-1,-1 0,0 0,0 0,1 0,-1 0,0 0,0 0,0 0,0 0,0 1,0-1,-1 0,1 0,0 0,0 0,-1 0,1 0,0 0,-1 1,1-1,-1 0,1 0,-1 0,1 1,-1-1,0 0,1 1,-1-1,0 1,0-1,1 1,-2-1,-8-7,-1 2,0-1,0 1,-1 1,0 0,0 1,0 0,-1 0,1 2,-1-1,1 2,-1 0,-4 0,4 1,-1 0,1 1,0 0,-1 1,1 0,0 1,-6 3,14-5,1 1,0-1,-1 1,1 0,0 0,0 1,0-1,0 1,1 0,-1 0,1 0,-1 0,1 1,0 0,1-1,-1 1,1 0,-1 0,1 0,0 1,0-1,0 4,1-4,1-1,0 0,0 0,0 1,0-1,0 0,1 0,-1 0,1 0,0 1,0-1,0 0,1 0,-1 0,1-1,-1 1,1 0,0-1,0 1,0-1,0 1,1-1,-1 0,1 0,-1 0,1 0,78 35,-72-34,1 0,-1-1,0 0,1-1,0 0,-1 0,1-1,-1 0,1-1,-1 0,1-1,-1 0,1 0,-1-1,0 0,0-1,0 0,-1 0,1-1,-1 0,0 0,-1-1,1 0,-1 0,0-1,0 0,-1 0,0-1,-1 0,1 0,1-5,9-36,-6 58,0 12,-6-11,-1-1,2 1,0-1,0 0,0 0,1 0,0-1,1 0,0 0,0 0,1-1,0 0,0-1,1 0,0 0,0-1,8 4,-15-8,0-1,0 1,0-1,0 0,0 0,0 0,0 0,0 0,1 0,-1 0,0-1,0 1,-1-1,1 1,0-1,0 0,0 0,0 0,0 0,-1 0,1 0,0 0,-1-1,1 1,-1-1,0 1,1-1,-1 1,0-1,0 0,0 0,0 0,0 1,0-2,17-69,-13 5,11-53,-15 117,0 0,0 0,1 0,0 1,-1-1,1 0,0 1,0-1,0 1,1-1,-1 1,0 0,1 0,0 0,-1 1,1-1,0 1,0-1,0 1,0 0,0 0,0 0,0 0,1 1,-1-1,0 1,0 0,0 0,3 0,96 18,-101-18,9 2,0 0,0 0,0 1,-1 1,1 0,-1 0,0 0,0 1,0 1,-1 0,0 0,0 0,0 1,-1 0,0 1,-1-1,1 1,-1 1,-1-1,0 1,0 0,0 0,2 9,0 47,-7-59,-1 0,1 1,0-1,0 0,1 0,0 0,0 0,1 0,-1-1,1 1,1 0,-1 0,1-1,0 0,0 1,0-1,1 0,-1-1,1 1,1-1,-1 0,1 0,1 2,11 1,-1 0,1-1,0-1,0 0,0-2,1 0,0-1,-1 0,1-2,0 0,0-1,0 0,12-4,-15 4,0-1,0 0,0-1,0-1,-1 0,0-1,1-1,-2 0,1-1,-1 0,0-1,-1-1,1 0,-2 0,1-1,-2-1,10-10,-17 16,-1 0,1 0,-1 0,0 0,0 0,-1-1,0 1,0 0,0-1,-1 1,1-1,-1 1,0 0,-1-1,0 1,1-1,-2 1,1 0,-1-1,1 1,-1 0,-1 0,1 0,-1 1,0-1,0 0,0 1,-1 0,1 0,-1 0,0 0,0 1,-1-1,1 1,-1 0,1 0,-1 1,0-1,0 1,-1 0,4 1,-1 0,0 1,1-1,-1 1,0-1,1 1,-1 0,0 0,1 0,-1 0,0 0,0 1,1-1,-1 1,1 0,-1-1,0 1,1 1,0-1,-1 0,1 1,0-1,-1 1,1-1,0 1,0 0,0 0,1 0,-1 0,0 0,1 1,-2 1,0 2,1-1,-1 1,1-1,0 1,1 0,-1 0,1 0,0 0,1 0,-1 0,1 1,0-1,1 0,0 3,3 0,0 0,0 0,1-1,0 1,0-1,1-1,0 1,0-1,1 0,0 0,0-1,1 0,0 0,0-1,0 0,0 0,1-1,0 0,0 0,0-1,0-1,1 1,8 0,51 11,1-2,0-4,0-2,1-4,0-3,-1-3,13-4,-37 4,-1-2,1-1,-1-3,-1-1,13-6,-54 16,1 0,0 0,0 0,0 0,-1 0,1-1,0 1,-1-1,0 0,1 0,-1 0,0-1,0 1,0-1,0 0,-1 1,1-1,-1-1,1 1,-1 0,0-1,0 1,-1-1,1 1,-1-1,0 0,0 1,0-1,0 0,-1 0,1-2,-5-1,0 0,0 1,-1-1,1 1,-1-1,-1 1,1 1,-1-1,0 1,-1 0,1 1,-1-1,0 1,0 0,0 1,-1 0,1 0,-1 1,-5-2,1 0,1 1,-1 0,1 1,-1 0,0 1,0 1,0-1,0 2,-6 0,14 0,-1 0,1-1,-1 2,1-1,-1 0,1 1,0 0,0 0,0 0,0 1,0-1,1 1,-1 0,1 0,-1 0,1 0,0 1,0-1,1 1,-1 0,1 0,-1 0,1 0,1 0,-1 0,0 1,0-1,0 0,1 1,-1-1,1 1,0-1,0 1,0 0,1-1,-1 1,1 0,0 0,1-1,-1 1,1 0,0-1,0 1,0 0,1-1,0 0,0 1,0-1,0 0,0 0,1 0,0 0,0 0,0-1,0 1,1-1,-1 0,1 0,0 0,2 0,1-1,0 0,0-1,0 0,0 0,0 0,0-1,1-1,-1 1,0-1,0 0,0-1,0 1,0-2,0 1,0-1,-1 0,1 0,0-1,6-3,0-1,0-1,0 0,-1-1,0-1,-1 1,9-13,-15 19,-1-1,0 0,0 0,0 0,-1-1,1 1,-1-1,-1 0,1 0,-1 0,0 0,0 0,-1-1,0 1,0 0,0-5,-2 11,1-1,-1 1,1 0,-1-1,1 1,-1 0,0-1,1 1,-1 0,0 0,1 0,-1 0,0 0,1-1,-1 1,0 0,0 1,1-1,-1 0,0 0,1 0,-1 0,0 0,1 1,-1-1,1 0,-1 1,0-1,1 0,-1 1,1-1,-1 1,1-1,-1 1,1-1,-1 1,1-1,-1 1,1-1,0 1,-1-1,1 1,0 0,0-1,-1 1,1 0,0-1,0 1,0 0,0-1,0 1,0 0,0 0,-2 3,0 1,0 0,1 0,0 0,0 0,0 0,1 0,-1 1,1-1,1 0,-1 0,1 0,-1 0,2 0,-1 0,0 0,1 0,0 0,0 0,0-1,1 1,0-1,0 0,0 1,0-1,0-1,1 1,0 0,0-1,0 0,0 0,0 0,1 0,-1-1,1 0,3 2,23 8,0-1,1-2,-1-1,2-1,-1-2,1-1,14-1,59 5</inkml:trace>
  <inkml:trace contextRef="#ctx0" brushRef="#br0" timeOffset="28168.808">1123 2289,'0'25,"0"22,0 16,0 14,0 7,3 1,-1-5,1-7,0-11,-2-13,0-13</inkml:trace>
  <inkml:trace contextRef="#ctx0" brushRef="#br0" timeOffset="28544.816">1390 2316,'2'11,"0"0,-1 0,0 0,-1 0,-1 0,1 0,-2 0,0 0,0 0,-1 0,0 0,0-1,-2 0,1 1,-1-1,0-1,-1 1,-1-1,-5 7,3-2,0-1,-1 0,-1-1,0 0,0-1,-1 0,-1 0,1-2,-2 1,0-2,0 0,0 0,-1-1,0-1,0-1,-27-4,41-1,1-1,0 1,0-1,-1 1,1-1,0 1,0-1,0 1,0 0,0-1,0 1,0-1,0 1,0-1,0 1,0-1,0 1,0-1,0 1,0-1,0 1,0-1,1 1,-1-1,0 1,0 0,0-1,1 1,-1-1,0 1,1 0,-1-1,0 1,1 0,-1-1,1 1,-1 0,0 0,1-1,-1 1,1 0,-1 0,1 0,-1-1,1 1,-1 0,1 0,-1 0,1 0,-1 0,1 0,-1 0,1 0,-1 0,1 1,-1-1,0 0,1 0,-1 0,1 0,-1 1,1-1,6 1,0 1,0 1,0-1,-1 1,1 0,0 0,-1 1,0 0,0 0,0 1,-1-1,1 1,-1 0,0 1,0-1,1 4,40 43,-34-36,0 0,1-1,0 0,1-1,1-1,0 0,1-1,1-1,-1 0,2-1,-1-1,2-1,-1 0,1-1,13 2,11-5,-4-5</inkml:trace>
  <inkml:trace contextRef="#ctx0" brushRef="#br0" timeOffset="28750.324">1858 2650,'23'-3,"21"0,16-2,13 0,4 1,-1 5,-7 5,-13 4,-16 0</inkml:trace>
  <inkml:trace contextRef="#ctx0" brushRef="#br0" timeOffset="28936.822">1979 2864,'23'9,"23"3,20-3,16-5,14-5,-11-4</inkml:trace>
  <inkml:trace contextRef="#ctx0" brushRef="#br0" timeOffset="29399.585">2875 2877,'18'-221,"1"34,-30 246,-4 69,6 1,6 104,7-187,2-11</inkml:trace>
  <inkml:trace contextRef="#ctx0" brushRef="#br0" timeOffset="29729.702">3195 2890,'13'-41,"-1"-1,-2 0,-3 0,-1-1,-1 0,-3 0,-2-3,22 323,-17-45,-5-190</inkml:trace>
  <inkml:trace contextRef="#ctx0" brushRef="#br0" timeOffset="30244.331">3917 2757,'-5'-3,"0"1,0 0,0 0,0 1,-1-1,1 1,-1 0,1 1,-1-1,1 1,-1 0,1 1,-1-1,1 1,-1 0,1 1,-1-1,1 1,0 0,0 0,0 1,0-1,0 1,1 0,-1 0,1 1,0 0,-3 2,4 1,0 0,0 1,1 0,0-1,0 1,0 0,1 0,1 0,-1 0,1 0,1 0,-1 0,2 0,-1 0,1 0,0-1,0 1,1-1,0 1,0-1,1 0,0 0,0 0,1-1,0 1,0-1,0 0,1-1,0 1,0-1,6 4,-1-2,-1-1,1 0,0-1,1 0,-1-1,1 0,0-1,0-1,0 1,0-2,1 0,-1 0,0-1,1-1,3 0,-9 0,1 0,-1 0,1-1,-1 1,0-2,0 1,0-1,0 0,0-1,-1 1,1-1,-1-1,0 1,0-1,-1 0,1 0,-1-1,0 0,-1 0,1 0,-1 0,0-1,-1 1,0-1,2-3,-4-1,1 0,-1 0,-1-1,0 1,-1 0,0 0,0 0,-1 0,-1 1,0-1,0 0,-1 1,0 0,-1 0,0 0,-1 0,0 1,0 0,-1 0,0 1,-1 0,0 0,0 0,0 1,-1 1,0-1,-1 2,-4-3,9 4,-1 1,0 0,0 1,0-1,0 1,-1 0,1 1,0 0,-1 0,1 0,-1 0,1 1,-1 0,0 1,1-1,0 1,-1 1,1-1,-1 1,1 0,0 1,0-1,0 1,1 0,-1 1,1-1,-1 1,1 0,0 1,-4 4,4-4,-1 0,1 1,1 0,-1 0,1 0,0 0,1 1,-1-1,1 1,0 0,1 0,0 0,0 0,1 1,-1-1,2 0,-1 1,1-1,0 1,0-1,1 1,0-1,1 0,-1 1,1-1,1 0,0 0,-1 0,2-1,-1 1,1-1,0 1,1-1,-1-1,1 1,2 1,46 22,4-10</inkml:trace>
  <inkml:trace contextRef="#ctx0" brushRef="#br0" timeOffset="30577.445">4478 2744,'-3'7,"1"0,0 0,0 0,0 0,1 1,0-1,1 1,0-1,0 1,0-1,1 1,0-1,0 0,1 1,0-1,0 0,1 0,0 0,0 0,1-1,-1 1,2-1,-1 0,3 3,4-1,0-1,0 0,1 0,-1-1,2-1,-1 0,0-1,1 0,0-1,0 0,0-1,0 0,1-2,-1 1,0-1,1-1,-1-1,0 0,0 0,0-1,5-2,-10 2,0 0,0 0,0-1,0 0,-1 0,0-1,0 0,0 0,0-1,-1 0,0 0,0 0,0-1,-1 1,0-2,-1 1,1 0,-1-1,-1 0,0 0,0 0,0 0,-1 0,0-1,-1 1,1-1,-2 1,1-1,-1 0,-1 1,0-1,0 1,0-1,-1 1,0-1,-1 1,0 0,-1-1,1 2,-1-1,0 1,0 0,0 1,-1-1,0 1,-1 0,1 0,-1 0,0 1,-1 0,1 0,-1 1,0 0,0 0,0 0,-1 1,0 0,1 1,-1 0,0 0,0 0,0 1,0 0,0 1,0 0,0 0,0 0,0 1,0 1,0-1,-1 2,-4 2,0 1,0 1,1 0,0 1,1 0,0 1,0 0,1 0,0 2,0-1,1 1,-6 10,-82 149,66-101</inkml:trace>
  <inkml:trace contextRef="#ctx0" brushRef="#br0" timeOffset="31869.476">1 3987,'89'16,"62"2,-1-7,47-5,-160-6,231 6,-247-1,-19 0,-11 0</inkml:trace>
  <inkml:trace contextRef="#ctx0" brushRef="#br0" timeOffset="32220.538">522 3827,'96'3,"0"5,38 9,-120-16,0 0,-1 1,1 0,0 1,-1 1,1 0,-1 1,0 0,0 1,-1 0,0 1,0 1,0 0,-1 0,-1 1,8 8,-16-13,0 0,0 0,0 0,-1 0,1 0,-1 0,0 1,-1-1,1 0,-1 1,1-1,-1 1,-1-1,1 0,-1 1,1-1,-1 0,-1 1,1-1,0 0,-1 0,0 0,0 0,0 0,-2 0,-72 88,18-43,-1-2,-40 22,16-11,61-41</inkml:trace>
  <inkml:trace contextRef="#ctx0" brushRef="#br0" timeOffset="36345.784">5869 4241,'25'-5,"1"-1,-1-1,0-1,-1-1,0-2,0 0,-1-1,-1-2,0 0,-1-1,0-1,-1-1,-1-2,17-34,-35 52,0-1,0 1,0-1,0 1,-1-1,1 0,0 0,-1 1,1-1,-1 0,0 0,0 1,0-1,0 0,0 0,0 0,0 0,0 1,-1-1,1 0,-1 0,1 1,-1-1,0 0,0 1,0-1,0 1,0-1,0 1,0-1,-1 0,-1 1,-1 0,0 0,1 1,-1-1,0 1,1-1,-1 1,0 0,0 1,1-1,-1 1,0-1,1 1,-1 0,0 1,1-1,-1 1,1-1,0 1,0 0,0 0,0 0,0 1,0-1,0 1,1 0,-1-1,1 1,-2 2,0 0,-1 0,1 1,1-1,-1 0,1 1,0 0,0 0,0 0,1 0,0 1,0-1,1 1,0-1,0 1,0-1,1 1,0-1,0 1,1 0,0-1,0 1,0-1,1 0,0 1,0-1,1 0,-1 0,1 0,1 0,-1-1,1 1,0-1,0 0,1 0,2 2,0-1,1 1,1-1,-1-1,1 1,0-2,0 1,0-1,1 0,-1-1,1 0,0-1,0 0,0 0,0-1,1-1,-1 1,0-2,0 1,0-2,0 1,0-1,0-1,0 1,0-2,-1 0,1 0,-1 0,0-1,-1 0,1-1,-1 0,0-1,0 1,2-5,37-75,-42 74,0 1,0-1,1 1,1 0,0 0,1 1,0 0,0 0,1 0,1 1,-9 7,1 1,-1 0,1 0,-1 0,1 0,0 0,-1 0,1 0,0 0,0 1,-1-1,1 1,0-1,0 1,0 0,0 0,0 0,0 0,-1 0,1 0,0 0,0 1,0-1,0 1,0-1,-1 1,1 0,0 0,-1 0,1 0,0 0,-1 0,1 0,-1 0,0 1,1-1,-1 0,0 1,0-1,1 2,29 71,-29-67,-1-1,1 1,-2 0,1-1,-1 1,0 0,0 0,-1-1,0 1,0 0,0-1,-1 1,0-1,-1 1,1-1,-1 0,0 0,-1 0,1-1,-1 1,0-1,-1 0,0 1,6-7,-1 0,1 0,-1 1,1-1,-1 0,1 0,-1 0,0 0,1 0,-1 0,0 0,0 0,0 0,0 0,0 0,0 0,0 0,0 0,0 0,0 0,-1 0,1 0,0 0,-1 0,1 0,-1 0,1 0,-1 1,1-1,-1 0,0 0,1 0,-1 1,0-1,0 0,1 1,-1-1,0 1,0-1,0 1,0-1,0 1,0 0,0-1,0 1,0 0,0 0,0 0,0-1,0 1,0 0,0 0,0 1,0-1,0 0,0 0,0 0,0 1,1-1,-1 0,0 1,0-1,0 1,0-1,0 1,0 0,1-1,6-15,1 0,1 0,1 1,0 0,1 0,0 1,2-1,5-7,-11 13,30-35,-1-3,-2-1,-3-1,-1-1,-3-2,9-28,-25 54,-2-1,-1 0,-1-1,-1 0,-1 1,-1-1,-2 0,-1-1,-1 1,-1 0,-6-25,-18 3,25 49,1-1,-1 1,0 0,0 0,0 0,0 0,0 0,0 0,0 1,1-1,-1 0,0 0,0 1,0-1,0 0,1 1,-1-1,0 1,0-1,1 1,-1-1,0 1,1 0,-1-1,0 1,1 0,-1-1,1 1,-1 0,1 0,0-1,-1 1,1 0,0 0,0 0,-1 0,1 0,0 0,0-1,0 1,0 1,-9 29,2 1,0-1,3 2,0-1,2 0,2 12,-1-15,-3 12,2 0,2 0,2 0,1 0,2 0,2 0,2-1,1 0,2 0,14 29,-22-61,0 1,1-1,0 0,0 0,1-1,-1 0,2 0,-1 0,1 0,0-1,0 0,1-1,0 0,0 0,0 0,0-1,1-1,0 1,-1-1,1-1,1 1,-1-2,0 1,0-1,1-1,-1 0,0 0,1 0,-1-1,0-1,0 0,8-2,-8-2,-1 0,1 0,-1-1,-1 0,1 0,-1-1,0 0,-1 0,0-1,0 0,-1 0,0 0,-1-1,0 1,0-1,-1 0,0 0,-1 0,0-1,0 1,-2-1,1 1,-1-1,0 1,-1-1,-6-23,7 33,0 1,-1-1,1 1,0 0,0-1,-1 1,1-1,0 1,-1 0,1-1,-1 1,1 0,0-1,-1 1,1 0,-1 0,1-1,-1 1,1 0,-1 0,1 0,-1 0,1-1,-1 1,1 0,-1 0,1 0,-1 0,1 0,-1 1,1-1,-1 0,1 0,-1 0,1 0,-1 0,1 1,-1-1,1 0,-1 0,1 1,0-1,-1 0,1 1,0-1,-1 1,1-1,0 0,-1 1,1-1,0 1,-1-1,1 1,0-1,0 1,0-1,0 1,0-1,-1 1,1-1,0 1,-5 8,0 1,1-1,0 1,0 0,1 1,1-1,-1 0,2 1,-1-1,1 1,1 0,0-1,1 1,0-1,0 1,1-1,2 6,-1-9,1 1,1-1,-1 0,1 0,1 0,-1-1,1 1,0-1,0-1,1 1,0-1,0 0,0-1,1 0,-1 0,1 0,0-1,0 0,0-1,0 0,1 0,-1 0,0-1,1-1,-1 1,1-2,-1 1,1-1,2 0,25-5</inkml:trace>
  <inkml:trace contextRef="#ctx0" brushRef="#br0" timeOffset="36624.041">6631 3653,'-14'0,"-13"0,-7 0,3 2,8 4,18 2,25 0,35-2,36-1,38-2,31-3,22-2,12-3,-27-1</inkml:trace>
  <inkml:trace contextRef="#ctx0" brushRef="#br0" timeOffset="33257.57">1845 3947,'-7'21,"-2"15,1 11,1 9,4 1,5-1,5-9,0-10,0-11</inkml:trace>
  <inkml:trace contextRef="#ctx0" brushRef="#br0" timeOffset="33522.32">1845 3626,'-18'-12,"-9"-3,-1 1,1 2,6 9,6 10,6 12,8 9,10 9,3-2</inkml:trace>
  <inkml:trace contextRef="#ctx0" brushRef="#br0" timeOffset="33772.655">2046 4201,'18'-3,"1"-2,-1 1,0-2,0-1,-1 0,0-1,0-1,-1 0,0-1,-1-1,0 0,0-1,-1-1,-1-1,2-2,-13 13,0 0,0 1,0-1,0 0,-1 0,1 0,-1 0,0 0,0 0,0-1,0 1,-1 0,1-1,-1 1,0 0,0-1,0 1,0 0,-1-1,1 1,-1 0,0 0,0 0,0-1,0 1,-1 0,1 0,-1 0,0 1,0-1,0 0,0 1,0-1,-1 1,1 0,-1-1,1 1,-1 1,0-1,0 0,0 1,0-1,0 1,0 0,0 0,-1 0,1 0,-3 0,-1 1,1 0,-1 0,1 1,-1 0,1 0,-1 0,1 1,-1 0,1 0,0 0,0 1,0 0,1 0,-1 1,1 0,-1 0,1 0,0 0,1 1,-1 0,1 0,0 0,0 0,1 1,-1 0,1-1,0 2,-2 2,1 1,0-1,0 1,0 0,2 0,-1 1,1-1,1 0,0 1,0-1,1 1,0 0,1-1,0 1,1-1,2 8,-1-10,1 0,0-1,0 1,1-1,0 0,0-1,0 1,1-1,0 0,1 0,-1-1,1 1,0-2,0 1,1-1,-1 0,1 0,0-1,0 0,0-1,0 0,1 0,-1-1,7 1,42 3</inkml:trace>
  <inkml:trace contextRef="#ctx0" brushRef="#br0" timeOffset="34245.398">2701 3866,'-9'0,"1"1,-1 0,0 0,1 1,0 0,-1 0,1 1,0 0,0 1,1-1,-1 2,1-1,0 1,0 0,0 0,0 1,1 0,0 0,0 0,1 1,0 0,0 0,1 1,-1 1,4-5,1 0,-1 1,1-1,0 0,1 0,-1 1,1-1,0 0,0 0,0 0,0 0,1 0,0 0,-1 0,1 0,1 0,-1-1,1 1,-1-1,1 0,0 0,0 0,3 2,87 57,-83-56,14 7,71 52,-94-64,0-1,0 1,-1 0,1-1,0 1,-1 0,1 0,0 0,-1 0,1 0,-1-1,0 1,1 0,-1 0,0 0,1 0,-1 0,0 0,0 0,0 0,0 0,0 0,0 0,0 0,0 0,-1 0,1 0,0 0,0 0,-1 0,1 0,-1 0,1 0,-1 0,1 0,-1 0,0-1,1 1,-1 0,0-1,1 1,-1 0,0-1,0 1,0-1,0 1,0-1,-47 18,-17-17,63-2,0 1,1 0,-1-1,0 1,0-1,1 0,-1 1,1-1,-1 0,0 0,1 0,0 0,-1 0,1-1,0 1,-1 0,1-1,0 1,0-1,0 1,0-1,0 1,1-1,-1 0,0 1,1-1,-1 0,1 0,0 1,-1-1,1 0,0 0,0 0,1-1,1-5,0 1,1-1,0 1,0-1,1 1,0 0,1 0,-1 1,1-1,0 1,1 0,-1 1,1-1,6-3,-11 8,22-20,1 2,0 0,2 2,0 1,0 0,2 3,0 0,5 0,-31 11,0 1,0 0,0 0,0 0,0 0,1 0,-1 0,0 1,0-1,1 1,-1 0,0-1,1 1,-1 0,0 0,1 1,-1-1,0 0,1 1,-1-1,0 1,0 0,1 0,-1 0,0 0,0 0,0 0,0 1,0-1,-1 1,1-1,0 1,-1 0,1 0,-1-1,1 1,-1 0,0 0,0 1,0-1,0 0,0 2,8 79,-10-74,0 0,1 0,1 0,-1-1,1 1,1 0,0-1,0 1,1-1,0 1,0-1,1 0,0 0,0-1,1 1,2 3,-4-9,0 1,0-1,0 0,0 0,0 0,0 0,1-1,-1 1,0-1,1 0,-1 0,1 0,0 0,-1-1,1 1,0-1,-1 0,1 0,0-1,0 1,22-5</inkml:trace>
  <inkml:trace contextRef="#ctx0" brushRef="#br0" timeOffset="34497.72">3075 3626,'-5'18,"6"13,12 8,3-3</inkml:trace>
  <inkml:trace contextRef="#ctx0" brushRef="#br0" timeOffset="34941.536">3396 4214,'0'-265,"0"263,0 0,0 0,-1 0,1 0,0 0,0 0,0 0,0 0,1 0,-1 0,0 0,1 0,-1 1,1-1,0 0,0 0,0 0,0 1,0-1,0 0,0 1,0-1,1 1,-1-1,0 1,1 0,-1-1,1 1,0 0,0 0,-1 0,2 0,6 1,1 0,0 1,0 0,-1 1,1 0,-1 0,1 1,-1 0,0 1,5 3,5 0,-16-6,6 1,0 0,0 0,-1 1,1 0,-1 1,0 0,0 0,0 0,0 1,-1 1,0-1,0 1,0 0,-1 1,0-1,0 1,0 1,-1-1,0 1,-1 0,0 0,0 0,-1 0,1 3,0 40,-5-46,0 0,0 1,1-1,0 0,0 1,0-1,1 0,-1 1,1-1,1 0,-1 0,1 1,0-1,0 0,0-1,1 1,-1 0,1-1,0 1,1-1,-1 0,1 0,0 0,0-1,0 1,0-1,1 0,-1 0,1-1,0 1,1 0,5-3,1 1,-1-2,0 1,1-2,-1 1,0-1,0-1,0 0,0-1,0 0,-1-1,0 0,0 0,0-1,-1 0,1-1,-2 0,1 0,-1-1,0-1,7-8,-8 10,-1-1,1 0,-1-1,-1 0,1 1,-2-2,1 1,-1-1,0 1,-1-1,-1 0,1 0,-1-1,-1 1,0 0,0-1,-2-9,1 19,0-1,0 1,0 0,0-1,0 1,-1 0,1-1,-1 1,1 0,-1-1,1 1,-1 0,0 0,1 0,-1-1,0 1,0 0,0 0,0 0,0 0,0 1,0-1,0 0,-1 0,1 1,0-1,0 1,-1-1,1 1,0-1,-1 1,1 0,0-1,-1 1,1 0,0 0,-1 0,1 0,-1 0,1 1,0-1,-1 0,1 1,0-1,-1 1,1-1,0 1,0-1,0 1,-1 0,1 0,0 0,0 0,0 0,-3 3,0 0,0 0,0 1,0-1,1 1,0 0,0 0,0 0,1 0,0 1,0-1,0 1,0-1,1 1,0 0,0-1,1 1,0 0,0 0,0 0,0-1,1 1,0 0,0 0,1-1,0 1,0-1,0 0,0 1,1-1,0 0,0 0,0 0,1-1,0 1,0-1,10 4,0 0,0-1,1 0,1-1,-1-1,0-1,1 0,0-1,0 0,0-2,1 0,0 0,-10-1,219 8,-118-10</inkml:trace>
  <inkml:trace contextRef="#ctx0" brushRef="#br0" timeOffset="35289.61">4946 4147,'-19'-15,"-20"-17,-2 2,-1 2,-40-20,80 46,-1 1,1-1,-1 0,0 1,0 0,0 0,0-1,0 2,0-1,0 0,0 1,0-1,-1 1,1 0,0 0,0 0,0 0,-1 1,1 0,0-1,0 1,0 0,0 0,0 0,0 1,1-1,-1 1,0 0,1 0,-1 0,1 0,-1 0,1 0,0 0,0 1,0-1,0 2,-6 8,1 1,1 0,0 1,0-1,2 1,-1 0,2 0,0 1,1-1,0 1,1-1,1 1,0 3,0-15,1 0,-1 0,1 0,0 0,0 0,0 0,0-1,0 1,0 0,1-1,0 1,-1-1,1 1,0-1,0 0,0 0,0 0,1 0,-1 0,0 0,1-1,-1 1,1-1,0 1,0-1,-1 0,1 0,0-1,0 1,0 0,0-1,0 0,0 0,0 0,0 0,0 0,0 0,0-1,1 0,9-3,0 0,-1-1,1-1,-1 0,0 0,-1-2,1 1,-1-1,-1-1,0 0,0 0,-1-1,0-1,0 1,-1-1,-1-1,0 1,0-1,-1-1,-3 7,0 0,0 0,-1-1,0 1,0 0,0-1,-1 0,0 1,-1-1,1 1,-1-7,-1 13,1-1,-1 0,1 1,-1-1,1 1,-1-1,1 1,-1-1,0 1,1-1,-1 1,0-1,0 1,1 0,-1-1,0 1,0 0,1 0,-1 0,0 0,0-1,0 1,1 0,-1 0,0 1,0-1,0 0,1 0,-1 0,0 0,0 1,1-1,-1 0,0 1,0-1,1 0,-1 1,1-1,-1 1,0-1,1 1,-1 0,1-1,-1 1,1 0,-1-1,1 1,0 0,-1-1,1 1,0 0,-1 0,1-1,0 1,0 0,-6 6,0 0,1 1,0-1,1 1,-1 0,1 0,1 0,0 1,0-1,1 1,0 0,-1 6,2-11,1 0,0 1,0-1,0 0,1 1,-1-1,1 0,0 1,0-1,0 0,1 0,0 0,-1 0,1 0,1 0,-1-1,0 1,1-1,0 1,0-1,0 0,0 0,1 0,-1-1,1 1,-1-1,2 1,12 4,0 0,0-1,1 0,0-2,0 0,0-1,0-1,16 0,96 2,2-7</inkml:trace>
  <inkml:trace contextRef="#ctx0" brushRef="#br0" timeOffset="38377.363">8690 3827,'-7'16,"-2"18,0 18,2 16,2 14,5 9,1 8,1 2,-2-2,-1-17</inkml:trace>
  <inkml:trace contextRef="#ctx0" brushRef="#br0" timeOffset="38710.47">8449 4081,'-3'-5,"1"0,1 0,-1 0,1 1,0-1,0 0,0-1,1 1,-1 0,1 0,0 0,1 0,0 0,-1 0,2 0,-1 0,0 0,1 0,0 0,0 1,0-1,1 1,0-1,1-1,9-3,1 0,-1 1,1 1,0 0,1 1,0 1,0 0,0 1,0 0,1 1,0 1,-1 1,11 0,-9-2,0 1,0 1,1 0,-1 1,0 1,0 1,0 1,0 0,0 1,-1 0,1 2,-1 0,0 1,7 4,-20-9,-1 0,1 0,-1 0,1 0,-1 0,0 1,0-1,0 1,0-1,-1 1,1 0,-1 0,1 0,-1-1,0 1,0 1,0-1,-1 0,1 0,-1 0,1 0,-1 0,0 1,0-1,-1 0,1 0,-1 0,1 0,-1 0,0 0,0 0,-1 0,1 0,0 0,-1 0,0 0,-1 1,-8 8,-1-1,0 0,0 0,-1-2,-1 1,1-2,-2 1,1-2,-1 0,0-1,-1 0,1-2,-1 1,-14 0,9 1,0-1,-1-1,1-1,-1-2,0 0,1-1,-7-1,26 2,1-1,-1 0,1 0,-1 1,1-1,-1 0,1 0,-1 0,1 0,-1-1,1 1,-1 0,1-1,-1 1,1-1,-1 1,1-1,0 0,-1 0,1 1,0-1,0 0,-1 0,1 0,0 0,0-1,0 1,0 0,1 0,-1-1,0 1,0 0,1-1,-1 1,1 0,-1-1,1 1,-1-1,1 1,0-1,0 1,0-1,0 0,0 1,0-1,0 1,1-1,-1 1,0-1,1 1,-1 0,1-1,72-44,-69 44,47-19</inkml:trace>
  <inkml:trace contextRef="#ctx0" brushRef="#br0" timeOffset="38980.759">9077 4094,'0'1,"-1"0,1 1,-1-1,1 1,0-1,0 0,0 1,0-1,0 1,0-1,0 0,0 1,0-1,1 1,-1-1,0 0,1 1,0-1,-1 0,1 1,0-1,-1 0,1 0,0 0,0 0,0 0,0 0,0 0,0 0,0 0,1 0,-1 0,0-1,0 1,2 0,50 16,-46-15,1-1,-1 1,1-1,0-1,-1 1,1-1,0-1,-1 0,1 0,0 0,-1-1,1 0,-1 0,0-1,0 0,0 0,0-1,0 0,-1 0,4-3,-9 6,1-1,-1 0,0 0,0 0,0 0,0 0,0 0,-1 0,1 0,-1 0,1 0,-1 0,0 0,1 0,-1-1,-1 1,1 0,0 0,0 0,-1 0,1 0,-1-1,1 1,-1 0,0 0,0 0,0 1,0-1,-1 0,1 0,0 1,-1-2,-55-44,50 43,-1 0,1 0,0 1,-1-1,0 2,0-1,0 1,0 0,0 1,0 0,0 0,-1 1,1 0,0 1,0-1,0 2,0-1,0 1,0 0,0 1,0 0,0 0,-3 2,9-3,1 0,-1 0,0 0,1 0,0 0,-1 0,1 0,0 0,0 1,0-1,0 0,1 1,-1-1,1 1,-1-1,1 1,0-1,0 1,0-1,0 1,1-1,-1 1,0-1,1 0,0 1,0-1,0 0,0 1,0-1,0 0,0 0,1 0,-1 0,2 2,18 22</inkml:trace>
  <inkml:trace contextRef="#ctx0" brushRef="#br0" timeOffset="39607.076">9425 3947,'0'-4,"0"0,1-1,0 1,-1 0,2 0,-1-1,0 1,1 0,0 1,0-1,0 0,0 0,1 1,-1-1,1 1,0 0,0 0,0 0,0 0,1 0,-1 1,1-1,0 1,-1 0,1 0,0 1,3-2,2 0,0 0,0 1,1 0,-1 0,0 1,1 0,-1 1,1 0,-1 0,1 1,-1 1,3 0,-1 1,-1 1,1 0,-1 0,0 1,-1 0,1 1,-1 0,0 1,-1-1,1 2,-2-1,1 1,-1 1,0-1,0 1,-1 0,0 1,-1-1,0 1,-1 0,0 0,0 1,-1-1,-1 1,0 0,0 0,-1 0,0 0,-1 0,0 0,-1 0,0 3,-6 27,-1 0,-3-1,-1 0,-1-1,-4 5,-1 0,3 2,1 0,-3 27,15-67,1 0,-1-1,1 1,1 0,-1 0,1 0,0 0,0-1,1 1,-1 0,1 0,1 0,-1-1,1 1,0 0,0-1,1 0,-1 0,1 1,0-1,1-1,-1 1,1 0,0-1,0 0,0 0,1 0,0-1,-1 1,1-1,0 0,1 0,3 1,-3-3,0-1,0 1,0-1,-1 0,1-1,0 0,0 0,-1 0,1 0,0-1,-1 0,0 0,1-1,-1 1,0-1,0 0,0 0,-1-1,1 0,-1 0,0 0,0 0,0 0,0-1,-1 0,0 0,0 0,0 0,-1 0,1 0,-1-1,-1 1,1-1,-1 0,0 1,0-1,0 0,-1 0,0 0,0 1,-1-2,0-22,-1 1,-2 0,-1 0,-1 1,-1-1,-1 1,-2 1,-1 0,-1 0,-1 1,-1 1,-4-5,9 13,-1 1,-1 1,0 0,-1 0,0 1,-1 0,-1 2,0-1,0 1,-1 1,0 1,-1 0,0 1,-6-1,21 8,1 1,0 0,0 0,1 0,-1-1,0 1,0 0,0 0,0 0,0-1,0 1,0 0,0 0,0 0,0-1,0 1,0 0,0 0,0-1,0 1,0 0,462-24,-455 23,-5 1,1-1,-1 0,1 1,-1-1,1 1,0 0,-1 0,1 0,-1 0,1 0,0 1,-1-1,1 1,-1 0,1-1,-1 1,1 0,-1 1,0-1,1 0,-1 1,0-1,0 1,0 0,0-1,0 1,-1 0,1 0,0 0,-1 1,0-1,2 2,-9 130,7-131,-1-1,1 1,0-1,1 1,-1-1,0 1,1-1,0 0,-1 0,1 0,0 0,0 0,0 0,0 0,0-1,1 1,-1-1,0 1,1-1,-1 0,1 0,0 0,-1 0,1-1,0 1,1-1,14 4</inkml:trace>
  <inkml:trace contextRef="#ctx0" brushRef="#br0" timeOffset="39875.358">10133 3786,'-16'-2,"-9"-1,-4 0,4 3,11 4,14 3,18 3,18 0,3-2</inkml:trace>
  <inkml:trace contextRef="#ctx0" brushRef="#br0" timeOffset="40207.519">10481 3385,'-9'-10,"1"-1,1 0,0-1,0 0,1 0,0 0,-3-12,9 23,0 0,-1 0,1 0,0 1,-1-1,1 0,0 0,0 0,0 0,0 1,0-1,0 0,0 0,0 0,0 0,0 1,0-1,1 0,-1 0,0 0,1 1,-1-1,0 0,1 0,-1 1,1-1,-1 0,1 1,0-1,-1 0,1 1,-1-1,1 1,0-1,0 1,-1-1,1 1,0 0,0-1,-1 1,1 0,0 0,0 0,0-1,0 1,0 0,-1 0,1 0,0 0,0 1,0-1,0 0,-1 0,1 0,0 1,0-1,0 0,-1 1,1-1,0 0,0 1,-1-1,1 1,0 0,-1-1,1 1,-1-1,1 1,-1 0,10 8,0 1,-1 0,0 0,0 1,-2 0,1 1,-1-1,-1 1,0 1,-1-1,2 7,7 21,-1 1,-2 0,-1 0,-3 1,-1 0,-3 0,0 22,-5 47,-5-1,-9 30,12-111,2-19,0 0,1 1,0-1,1 0,0 1,0-1,1 1,1-1,2 9,-4-17,1 0,1 0,-1 0,0 0,0 0,1 0,-1 0,1 0,0 0,-1 0,1-1,0 1,0-1,0 0,0 1,0-1,1 0,-1 0,0 0,0-1,1 1,-1 0,1-1,-1 1,0-1,1 0,-1 0,1 0,-1 0,1-1,-1 1,1-1,74-24,-57 11,-1-1,0-1,-1 0,-1-2,0 0,-2 0,0-2,-1 0,-1 0,2-6,-6 12,-9 15,0-1,0 0,0 0,0 0,0 0,0 0,0 1,0-1,0 0,1 0,-1 0,0 0,0 0,0 0,0 0,0 0,1 1,-1-1,0 0,0 0,0 0,0 0,0 0,1 0,-1 0,0 0,0 0,0 0,0 0,1 0,-1 0,0 0,0 0,0 0,0 0,1 0,-1-1,-5 22,-3 4,5-17,0-1,0 1,1 0,0 0,0 0,1 0,0 0,0 0,1 1,0-1,0 0,1 0,0 0,1 0,1 3,0-7,0-1,1 1,0-1,0 0,0 0,0 0,1 0,-1-1,0 0,1 0,0 0,0 0,-1-1,1 0,0 0,0 0,0-1,0 1,0-1,0-1,0 1,1-1,-2 1,1-1,0-1,1 1,36-7</inkml:trace>
  <inkml:trace contextRef="#ctx0" brushRef="#br0" timeOffset="40426.62">10963 3827,'-14'0,"-9"0,-2 0,4 0,9 0,10-3,7 0</inkml:trace>
  <inkml:trace contextRef="#ctx0" brushRef="#br0" timeOffset="40583.476">10441 3613,'-13'-5,"-10"-1,6 0,20-1,30-2,34 2,33-2,27 2,14 1,6 7,-22 3</inkml:trace>
  <inkml:trace contextRef="#ctx0" brushRef="#br0" timeOffset="41656.608">11377 4107,'-6'-5,"0"0,-1 0,1 1,-1 0,0 0,-1 1,1 0,0 0,-1 1,0 0,1 0,-1 0,0 1,0 1,0-1,0 1,0 1,0-1,0 1,0 1,0-1,1 1,-1 1,-1 0,1-1,1 1,-1 0,0 0,1 0,0 1,0 0,0 1,0 0,0 0,1 0,0 1,0-1,1 2,0-1,0 1,0-1,1 1,-1 0,2 1,-1-1,1 1,0 0,0 4,3-9,0 0,1-1,-1 1,1 0,0 0,0-1,0 1,0 0,0-1,1 1,-1-1,1 0,-1 1,1-1,0 0,0 0,0 0,0 0,0 0,1-1,-1 1,0-1,1 1,-1-1,1 0,1 0,73 20,-60-18,0-2,0 0,1-1,-1-1,0 0,0-1,0-1,0-1,-1 0,1-1,-1-1,0 0,0-1,9-7,-22 13,1-1,-1 0,0 0,0 0,0 0,-1-1,1 1,0-1,-1 1,1-1,-1 0,0 0,0 0,0 0,-1-1,1 1,-1 0,1-1,-1 1,0-1,-1 1,1-1,0 1,-1-1,0 0,0 1,0-1,0 0,-1 1,0-1,1 0,-1 1,0-1,-1 1,1 0,-1-1,1 1,-1 0,0 0,0 0,0 0,-1 0,1 0,-1 1,1-1,-1 1,0 0,0 0,-1-1,3 3,-1-1,1 1,-1-1,1 1,-1 0,1 0,-1 0,0-1,1 1,-1 1,1-1,-1 0,1 0,-1 1,1-1,-1 1,1-1,-1 1,1-1,0 1,-1 0,1 0,0 0,0 0,-1 0,1 0,0 0,0 0,0 0,0 0,0 1,0-1,1 0,-1 1,0-1,1 1,-1-1,1 1,-1-1,1 1,0-1,0 1,0-1,0 1,0-1,0 1,0-1,0 1,0-1,1 1,-1-1,1 1,-1-1,1 1,-1-1,1 1,0-1,0 0,0 1,0-1,1 1,6 9,0-1,1 0,0 0,1-1,0 0,1-1,0 0,0-1,1 0,-1-1,2 0,-1 0,0-2,1 1,0-2,13 3,189 36,-107-29</inkml:trace>
  <inkml:trace contextRef="#ctx0" brushRef="#br0" timeOffset="42789.58">13114 4014,'-32'-1,"0"3,0 0,1 2,-1 1,1 2,0 1,0 1,1 1,0 2,1 2,-18 10,-7 28,53-50,0-1,0 1,1 0,-1 0,1-1,-1 1,1 0,-1 0,1 0,0-1,0 1,0 0,0 0,0 0,0 0,1-1,-1 1,1 0,-1 0,1 0,0-1,-1 1,1 0,0-1,0 1,0-1,0 1,0-1,1 0,-1 1,0-1,1 0,-1 0,1 0,-1 0,1 0,0 0,-1 0,1 0,11 5,1-1,0 1,0-2,0 0,1-1,-1 0,1-1,5-1,102 8,0-6,0-6,31-7,-51 3,-1-4,0-5,37-12,-131 26,1 0,-1 0,1 0,-1-1,0 0,0-1,0 1,0-1,-1-1,0 1,2-2,-7 5,0 0,0-1,-1 1,1 0,0 0,-1 0,1-1,0 1,-1 0,0 0,1-1,-1 1,0-1,1 1,-1 0,0-1,0 1,0 0,0-1,0 1,-1-1,1 1,0 0,-1-1,1 1,-1 0,1 0,-1-1,0 1,1 0,-1 0,0 0,0 0,0 0,0 0,0 0,0 0,0 0,0 0,0 0,-1 0,-53-28,30 22,0 1,0 1,-1 1,1 1,-1 2,0 0,0 2,-16 2,34-2,0 1,1 0,-1 0,1 0,-1 1,1-1,0 2,0-1,1 1,-1 0,-1 2,6-4,-1 0,1 0,0 0,0 0,0 0,0 1,0-1,1 0,-1 1,1 0,0-1,-1 1,1 0,0 0,1-1,-1 1,0 0,1 0,0 0,-1 0,1 0,0 0,1 0,-1 0,0 0,1 0,0 0,0 0,0-1,0 2,4 3,0-1,0 1,0-1,1 0,0-1,0 1,0-1,1 0,0-1,0 0,0 0,0 0,1-1,0 0,-1-1,1 1,0-2,0 1,0-1,0 0,1-1,-1 1,0-2,0 1,0-1,0-1,0 1,0-1,3-2,3-2,0 0,0-1,-1-1,0 0,0-1,-1 0,-1-1,1-1,-2 0,1 0,-1-1,1-3,9-8,-19 22,-1 1,0-1,0 1,1-1,-1 1,0-1,1 1,-1-1,0 1,1-1,-1 1,1 0,-1-1,1 1,-1-1,1 1,-1 0,1 0,-1-1,1 1,-1 0,1 0,-1 0,1-1,0 1,-1 0,1 0,-1 0,1 0,0 0,-1 0,1 0,-1 1,1-1,0 0,-1 0,1 0,-1 1,1-1,-1 0,1 0,-1 1,1-1,-1 0,1 1,-1-1,1 1,-1-1,0 1,1-1,-1 1,11 33,-7-19,-1-6,0-1,1 0,0 0,0 0,1 0,0 0,1-1,0 0,0 0,0-1,1 1,0-2,2 3,-6-6,0 0,0 0,0 0,1 0,-1-1,1 0,-1 1,1-1,-1 0,1 0,0-1,0 1,-1-1,1 0,0 0,0 0,-1 0,1-1,0 0,-1 1,1-1,0-1,-1 1,1 0,-1-1,0 0,1 0,-1 0,0 0,0 0,0-1,-1 1,1-1,7-8,-1-1,0 0,-1-1,-1 0,0 0,0 0,-1-1,-1 0,0 0,2-15,25-60,-30 86,-1 1,1-1,-1 1,1-1,0 1,0 0,0 0,0 0,1 0,-1 0,0 0,1 1,-1-1,1 1,0-1,-1 1,1 0,0 0,0 0,0 1,0-1,0 1,-1 0,1-1,0 1,0 1,0-1,0 0,0 1,0-1,0 1,0 0,0 0,-1 0,1 0,1 1,5 0,0 0,0 1,0 0,0 0,-1 1,1 0,-1 0,0 1,0 0,-1 1,1-1,-1 1,-1 1,1 0,-1 0,0 0,0 0,-1 1,0 0,-1 0,2 4,7 136,-13-145,1 0,-1 0,1 0,0-1,-1 1,1 0,1-1,-1 1,0-1,1 1,-1-1,1 0,0 1,0-1,0 0,0 0,0-1,0 1,0 0,1 0,-1-1,1 0,-1 1,1-1,-1 0,1 0,0-1,-1 1,1 0,0-1,0 0,0 1,0-1,7 0,1 0,0-1,0 0,-1 0,1-1,0 0,-1-1,3-1,-3 1,0 0,0-1,0 0,0-1,-1 1,0-2,0 1,0-2,-1 1,1-1,-2 0,1-1,-1 1,0-2,-1 1,1-1,-2 0,1 0,-2 0,1-1,-1 0,0 0,-1 0,2-9,-5 17,0 0,1 0,-1 0,0 0,0 0,0-1,0 1,0 0,-1 0,1 0,0 0,-1 0,0 0,1 0,-1 0,0 0,0 0,0 0,-1 0,1 1,0-1,-1 1,1-1,-1 0,1 1,-1 0,0-1,1 1,-1 0,0 0,0 0,0 0,0 1,0-1,0 0,0 1,0-1,0 1,0 0,0 0,-1 0,1 0,0 0,-1 0,-3 1,0 0,0 1,0-1,0 1,0 0,1 1,-1-1,1 1,0 0,-1 1,1-1,1 1,-1 0,1 0,-1 1,1-1,0 1,1 0,1-2,0-1,0 1,1 0,-1-1,1 1,0 0,0 0,0 0,0 0,0 0,1 0,-1 0,1 0,0 0,0 0,0 0,0 0,1 0,-1 0,1 0,0 0,-1 0,2 0,-1 0,0 0,0 0,1-1,0 1,-1 0,1-1,0 0,0 1,1-1,-1 0,0 0,2 1,8 5,0-1,0 0,0-1,1 0,-1-1,1-1,1 0,12 2,202 29,-106-24</inkml:trace>
  <inkml:trace contextRef="#ctx0" brushRef="#br0" timeOffset="43695.159">16243 4147,'-1'-5,"0"0,0 1,-1-1,1 0,-1 0,0 1,0-1,-1 1,1 0,-1 0,0 0,0 0,-1 0,1 0,-1 1,1 0,-1 0,0 0,-1 0,1 0,0 1,-1 0,1 0,-1 0,0 0,1 1,-1 0,0 0,0 0,0 1,0-1,0 1,0 0,-1 1,-6 0,0 0,0 1,0 0,1 1,-1 0,1 1,0 0,0 1,0 0,0 1,1 0,0 1,0 0,1 0,0 1,0 0,1 1,0 0,0 1,5-7,2 0,-1-1,0 1,0 0,1 0,0 0,0 1,-1-1,2 0,-1 0,0 1,1-1,-1 0,1 1,0-1,0 0,1 1,-1-1,1 0,-1 1,1-1,0 0,0 0,1 0,-1 0,1 0,-1 0,1 0,0 0,0 0,0-1,0 1,1-1,-1 0,1 1,-1-1,1 0,0-1,1 2,6 2,-1 0,1-1,0 0,0-1,0 0,0 0,0-1,1-1,-1 0,1 0,0-1,-1 0,1-1,-1 0,9-2,-12 2,-1 0,1-1,-1 0,0 0,0 0,0-1,0 1,0-2,0 1,-1-1,1 0,-1 0,0 0,0-1,-1 1,1-1,-1 0,0-1,0 1,-1-1,0 0,0 1,0-1,-1-1,2-3,1-30,-3 81,0-33,0 0,1-1,0 1,1 0,0-1,0 0,0 0,1 0,0 0,0-1,3 2,-6-6,0 0,0 0,0 0,0 0,0-1,0 1,0-1,1 1,-1-1,0 0,1 0,-1 0,1 0,0 0,-1-1,1 1,0-1,-1 0,1 0,0 0,-1 0,1 0,0 0,-1-1,1 0,0 1,-1-1,1 0,-1 0,1 0,-1 0,0-1,1 1,-1-1,0 1,1-2,5-7,1 0,-2-1,1 0,-2 0,1-1,-2 0,1 0,-2 0,0-1,0 0,-1 1,0-1,-1 0,-1-9,13-43,-14 62,1 0,-1 1,1-1,0 1,-1-1,1 1,1-1,-1 1,0 0,0-1,1 1,0 0,-1 0,1 0,0 0,0 0,0 1,0-1,0 0,0 1,0 0,1-1,-1 1,1 0,-1 0,1 0,-1 1,1-1,-1 1,1-1,0 1,-1 0,1 0,0 0,-1 0,1 0,0 1,0 0,14 1,-1 1,0 1,0 1,0 0,0 1,-1 1,0 0,0 1,-1 1,0 0,10 8,-20-12,1 0,-1 1,0-1,0 1,-1 0,0 0,0 0,0 0,-1 0,0 1,0-1,0 1,-1-1,0 1,-1 0,1-1,-1 1,0 0,-1 5,4 43,-2-51,0-1,0 1,0-1,0 1,1-1,0 1,0-1,0 0,0 0,0 0,0 0,1 0,0 0,-1-1,1 1,0-1,0 0,1 1,-1-2,0 1,1 0,-1-1,1 1,-1-1,1 0,0 0,-1-1,1 1,3-1,113-2,-103-1,0-1,0 0,-1-1,0-1,0-1,0 0,0-1,-1 0,8-8,-17 12,0 0,0 0,-1-1,1 0,-1 0,-1-1,1 1,-1-1,0 0,0 0,0-1,-1 1,0-1,0 0,-1 0,0 1,0-2,-1 1,0 0,0 0,0 0,-1 0,-1-8,1 12,-1-1,1 1,-1-1,0 1,0-1,0 1,-1-1,1 1,-1 0,0 0,0 0,0 0,0 0,-1 0,1 1,-1-1,1 1,-1-1,0 1,0 0,0 0,0 0,0 1,-1-1,1 1,-1 0,1 0,0 0,-1 0,0 0,1 1,-1 0,1 0,-1 0,0 0,1 0,-1 1,1-1,-1 1,1 0,-1 0,1 1,-1-1,1 1,0-1,0 1,0 0,0 0,-2 2,1-1,0 0,1 1,0-1,-1 1,1-1,0 1,1 0,-1 0,1 0,0 1,0-1,0 1,0-1,1 1,0-1,0 1,0 0,0-1,1 1,0 0,0 0,0 0,1-1,-1 1,1 0,0-1,1 1,-1 0,1-1,0 0,0 1,0-1,1 0,-1 0,1 0,0 0,0-1,3 4,10 5,0-1,1 0,1-1,0-1,0 0,0-1,1-2,1 0,-1 0,1-2,17 2,89 15,-3-6</inkml:trace>
  <inkml:trace contextRef="#ctx0" brushRef="#br0" timeOffset="44122.016">18716 4134,'7'-39,"2"1,2-1,1 2,2 0,2 0,5-5,6-3,-26 45,0-1,-1 1,1 0,0 0,-1 0,1 0,0 0,-1 0,1 0,0 0,-1 0,1 0,-1 1,1-1,0 0,-1 0,1 0,-1 1,1-1,0 0,-1 1,1-1,-1 1,1-1,-1 0,1 1,-1-1,0 1,1-1,-1 1,0 0,1-1,-1 1,0-1,1 1,-1-1,0 1,0 0,0-1,0 1,0 0,0-1,0 1,0 0,0-1,0 1,0 0,0-1,0 1,0-1,-1 1,1 0,0-1,0 1,-1-1,1 1,0-1,-1 1,1 0,-1-1,-12 328,10-241,0-51</inkml:trace>
  <inkml:trace contextRef="#ctx0" brushRef="#br0" timeOffset="44390.306">18756 4361,'18'-4,"16"-2,10 0,10 1,4 4,-1 2,-5 0,-9 1,-13 0</inkml:trace>
  <inkml:trace contextRef="#ctx0" brushRef="#br0" timeOffset="44676.545">18342 3532,'-16'-12,"-5"2,3 9,9 11,16 13,17 12,19 7,17-2,0-7</inkml:trace>
  <inkml:trace contextRef="#ctx0" brushRef="#br0" timeOffset="44930.964">19425 3532,'0'18,"2"13,4 10,4 6,5 0,6-2,-2-9</inkml:trace>
  <inkml:trace contextRef="#ctx0" brushRef="#br0" timeOffset="45898.38">21109 4094,'1'0,"0"0,0 0,0 1,1-1,-1 0,0 0,0 0,0 0,1-1,-1 1,0 0,0 0,0-1,1 1,-1-1,0 1,0-1,0 1,0-1,0 0,0 0,0 1,0-1,-1 0,1 0,0 0,0 0,-1 0,1 0,0 0,-1 0,1 0,-1 0,1 0,-1-1,0 2,15-23,-1-1,-1 0,-1-1,-1-1,6-22,31-70,-47 116,-1 0,1 0,0-1,0 1,0 0,0 0,0 0,1 0,-1 0,1 0,-1 0,1 1,0-1,-1 0,1 1,0-1,0 1,0 0,0 0,0 0,1 0,-1 0,0 0,0 0,1 1,-1-1,0 1,1 0,-1 0,0 0,2 0,2 3,0 1,0-1,-1 1,1 1,-1-1,0 1,0 0,-1 0,0 0,0 1,0 0,0-1,-1 1,5 6,-7-11,12 15,-1 1,-1 0,0 1,-1 0,-1 1,-1 0,-1 1,0-1,2 18,-9-34,0 0,0 0,-1 0,1 0,-1 0,0 0,0 0,0 0,0 0,-1 0,1 0,-1-1,0 1,1-1,-1 1,0-1,-1 1,1-1,0 0,-1 0,1 0,-1-1,1 1,-1-1,0 1,0-1,0 0,0 0,0 0,0 0,0 0,0-1,0 0,0 1,0-1,-1 0,1-1,0 1,0 0,0-1,0 0,0 0,0 0,0 0,0 0,0 0,0-1,1 0,-1 1,1-1,-1 0,1 0,0 0,-1-1,0-1,2 0,0 1,0-1,0 0,1 0,-1 0,1 1,0-1,1 0,-1 0,1 0,-1 0,1 1,0-1,0 0,1 1,-1-1,1 1,0-1,0 1,0 0,0 0,0 0,1 0,0 0,-1 0,1 1,0-1,0 1,0 0,1 0,-1 0,3-1,14-10,1 1,0 0,1 2,1 0,0 2,0 0,0 2,1 0,0 2,0 0,0 2,15 0,-36 2,-1-1,1 1,-1-1,1 1,0 0,0 0,-1 0,1 0,-1 1,1-1,0 1,-1 0,1-1,-1 1,1 0,-1 1,1-1,-1 0,0 1,0-1,0 1,0 0,0-1,0 1,0 0,0 0,-1 0,1 1,-1-1,1 0,-1 1,0-1,0 1,0-1,0 3,-12 128,12-129,0-1,1 1,-1-1,1 0,0 0,0 0,0 0,0 0,1 0,-1 0,1-1,0 1,0-1,-1 0,2 0,-1 0,0 0,0 0,1-1,-1 1,0-1,1 0,0 0,-1 0,1-1,-1 1,1-1,1 0,26 3</inkml:trace>
  <inkml:trace contextRef="#ctx0" brushRef="#br0" timeOffset="46096.89">21657 3492,'-13'-4,"-6"2,2 7,7 9,9 9,4 1</inkml:trace>
  <inkml:trace contextRef="#ctx0" brushRef="#br0" timeOffset="46255.426">21390 4375,'-3'16,"0"12,1 8,1 4,3 3,0-1,-1-4,-1-4,-2-7</inkml:trace>
  <inkml:trace contextRef="#ctx0" brushRef="#br0" timeOffset="51366.772">2353 4976,'-12'-4,"8"2,1 0,-1 0,0 0,0 1,0 0,0-1,0 1,-1 0,1 1,0-1,0 1,-1 0,1 0,0 0,0 1,-1-1,1 1,0 0,0 0,0 1,0-1,0 1,0 0,0 0,1 0,-1 0,1 1,-1 0,1-1,0 1,0 0,-2 3,2-1,0 0,0 0,1 1,-1-1,1 0,0 1,1 0,-1-1,1 1,0 0,1 0,0-1,-1 1,2 0,-1 0,1 0,0-1,0 1,0 0,1-1,0 1,0-1,0 1,1-1,0 0,0 0,0 0,1 0,-1-1,1 0,0 1,0-1,1-1,-1 1,1-1,0 1,0-1,0-1,3 2,13-1,0-1,1-1,-1-1,1-1,-1-1,0-1,0-1,0 0,0-2,-1 0,0-1,0-2,10-5,-2 4,-1-2,-1 0,0-2,0-1,-2-1,0-1,-1-1,0-1,-2-1,10-12,0-35,-30 65,-1 0,0 0,0 0,0 0,0 0,0 0,0-1,0 1,-1 1,1-1,-1 0,1 0,-1 0,0 0,0 0,0 0,0 1,0-1,0 0,0 1,-1-1,1 1,0-1,-1 1,0 0,1-1,-1 1,0 0,1 0,-1 0,0 0,0 1,0-1,0 0,-2 0,-1 0,1 0,0 0,0 1,-1 0,1-1,0 2,-1-1,1 0,0 1,-1 0,1 0,0 0,0 0,0 1,0-1,0 1,0 0,0 0,1 1,-1-1,1 1,0 0,-1 0,1 0,0 0,1 1,-3 2,0 0,0 0,1 0,0 1,0 0,1 0,0 0,0 0,0 0,1 1,0-1,1 1,0 0,-1 6,2-9,1-1,-1 0,1 1,0-1,0 0,1 1,-1-1,1 0,0 0,0 0,0 0,0 0,1-1,-1 1,1-1,0 1,0-1,1 0,-1 0,1-1,-1 1,1-1,0 1,0-1,0 0,1 0,115 30,42-27,-83-10</inkml:trace>
  <inkml:trace contextRef="#ctx0" brushRef="#br0" timeOffset="51753.74">3583 4922,'-7'-4,"1"-1,-1 1,0 1,-1-1,1 1,-1 0,1 1,-1 0,0 0,0 1,0 0,0 0,0 0,0 1,0 1,0-1,0 1,1 1,-1 0,0 0,0 0,1 1,-1 0,1 0,0 1,-1 0,-2 4,0 0,1 1,0 0,0 0,1 1,0 0,0 0,1 1,1 0,0 0,-2 7,7-16,-1 0,2 1,-1-1,0 0,0 0,1 1,-1-1,1 0,0 1,0-1,-1 0,2 1,-1-1,0 1,0-1,1 0,-1 1,1-1,0 0,0 0,0 0,0 1,0-1,0 0,0 0,1 0,-1-1,1 1,0 0,-1 0,1-1,0 1,0-1,0 0,0 1,0-1,0 0,0 0,1-1,-1 1,0 0,0-1,1 1,9-1,0 0,-1 0,1-1,0-1,-1 0,1 0,-1-2,0 1,0-1,0-1,-1 0,1 0,-1-1,0 0,-1-1,1 0,3-5,-6 7,0-1,0-1,0 1,-1-1,0 0,0-1,-1 0,0 1,0-2,-1 1,0 0,0-1,-1 0,0 0,-1 0,0 0,0-3,-1 11,-1 1,0-1,1 0,-1 0,0 0,1 0,-1 0,0 0,0 0,0 0,0 0,0 0,0 0,0 0,0 1,0-1,-1 0,1 0,0 0,-1 0,1 0,0 0,-1 0,1 1,-1-1,1 0,-1 0,0 1,1-1,-1 0,0 1,1-1,-1 0,0 1,0-1,0 1,0-1,1 1,-1 0,0-1,0 1,0 0,0 0,0 0,0-1,0 1,0 0,0 0,0 0,0 1,0-1,0 0,1 0,-1 0,0 1,0-1,0 0,0 1,0-1,0 1,1-1,-1 1,0 0,0-1,1 1,-1-1,0 1,1 0,-2 3,1 1,-1-1,1 1,1-1,-1 1,1-1,-1 1,1-1,1 1,-1-1,1 1,-1-1,1 1,1-1,-1 0,0 1,1-1,0 0,0 0,0 0,1 0,-1 0,1-1,0 1,0-1,0 0,1 0,-1 0,1 0,0 0,-1-1,1 1,0-1,0 0,1-1,-1 1,2 0,24 9,1 0,0-2,0-2,1-1,0-1,0-2,31 0,-61-3,114 6</inkml:trace>
  <inkml:trace contextRef="#ctx0" brushRef="#br0" timeOffset="53056.254">5267 4815,'9'-5,"-1"0,1 1,0-1,0 2,0-1,1 1,-1 1,1 0,0 0,-1 1,1 0,0 1,0 0,0 0,-1 1,1 0,0 1,-1 0,1 1,-1 0,0 0,1 1,-2 0,1 1,0 0,-1 0,0 1,0 0,4 5,-5-3,0 0,-1 1,0 0,-1 0,0 1,-1-1,0 1,0 0,-1 0,0 0,-1 1,0-1,0 1,-1-1,-1 1,0 0,0-1,-1 1,0-1,-2 4,3-13,0-1,-1 1,1-1,0 1,0-1,0 1,0 0,0-1,0 1,0-1,0 1,0 0,0-1,0 1,0-1,0 1,0-1,0 1,1-1,-1 1,0 0,0-1,1 1,-1-1,0 1,1-1,-1 0,1 1,-1-1,0 1,1-1,-1 0,1 1,-1-1,1 0,-1 1,1-1,-1 0,1 0,0 0,-1 0,1 1,-1-1,1 0,0 0,-1 0,1 0,-1 0,1 0,-1 0,1-1,0 1,-1 0,1 0,-1 0,1-1,-1 1,1 0,-1 0,1-1,-1 1,1 0,34-23,-24 14,1 0,-2 0,1-1,-2 0,1-1,-1 0,-1-1,0 0,-1 0,0 0,0-1,-2 0,0 0,0-1,1-7,-12 10,-5 26,8-10,0 0,1 0,0 0,0 0,0 0,1 0,0 1,0-1,0 1,0-1,1 1,0-1,0 1,1-1,0 1,-1-1,2 1,-1-1,1 0,0 0,0 0,0 0,1 0,-1 0,1 0,0-1,1 1,-1-1,1 0,0 0,0 0,0-1,4 3,1-2,0-1,1 0,-1-1,0 0,1 0,-1-1,1-1,-1 1,1-1,0-1,-1 0,1 0,-1-1,0 0,9-4,-12 5,0-1,0 0,-1-1,1 1,-1-1,1 0,-1-1,0 1,0-1,0 0,-1 0,1 0,-1-1,0 0,-1 0,1 0,-1 0,0 0,0-1,0 1,-1-1,0 0,0 0,0 0,-1 0,-7-27,5 33,1-1,0 1,-1-1,1 1,0 0,-1-1,1 1,-1 0,1 0,-1-1,1 1,0 0,-1 0,1 0,-1 0,1-1,-1 1,1 0,-1 0,1 0,-1 0,1 0,-1 0,1 0,-1 0,1 0,-1 1,1-1,-1 0,1 0,-1 0,1 1,-1-1,1 0,-1 0,1 1,0-1,-1 0,1 1,0-1,-1 0,1 1,0-1,-1 1,1-1,0 1,0-1,-1 0,1 1,0-1,0 1,0-1,0 1,0-1,0 1,0-1,0 1,0-1,0 1,0-1,0 1,0 0,-1 3,-1-1,1 1,0 0,1 0,-1 0,1 0,-1 0,1 0,1 0,-1 0,0 0,1 0,0 0,0 0,0 0,0-1,1 1,0 0,-1-1,1 1,1-1,-1 0,0 1,1-1,2 2,3 4,1-1,0 1,0-2,1 1,0-2,0 1,1-1,1 0,26 8,1-2,0-1,1-2,0-2,0-1,0-2,1-3,0 0,-1-3,1-1,24-7,-50 9,-4 0,-1 0,1-1,0 0,0 0,-1-1,0-1,1 0,-1 0,4-3,-13 6,0 1,0-1,0 0,0 0,0 0,0 0,0 0,0 0,0 0,0 0,0 0,-1 0,1 0,0-1,-1 1,1 0,-1 0,1-1,-1 1,0 0,0-1,0 1,1-1,-1 1,0 0,-1-1,1 1,0 0,0-1,-1 1,1 0,0-1,-1 1,1 0,-1 0,0-1,1 1,-1 0,0 0,0 0,0 0,0-1,-46-39,34 32,-1 0,0 1,0 1,-1 0,0 1,0 1,0 0,-11-1,22 5,-1 0,0 1,0-1,1 1,-1 0,0 0,0 0,0 1,0-1,1 1,-1 0,0 1,1-1,-1 1,1 0,0 0,-1 1,1-1,0 1,0 0,1 0,-1 0,0 0,1 1,0 0,0-1,0 1,0 0,1 0,-1 2,1-2,0 1,1-1,-1 1,1-1,0 1,0-1,1 1,-1 0,1-1,0 1,0 0,1 0,-1-1,1 1,0-1,0 1,1-1,-1 1,1-1,0 0,0 0,1 1,-1-2,1 1,0 0,0 0,0-1,0 0,1 1,0-1,-1-1,1 1,0 0,0-1,0 0,1 0,-1 0,0-1,1 1,-1-1,1 0,7 1,0 0,1 0,-1-1,0-1,0 0,0-1,1 0,-1-1,0-1,0 1,-1-2,1 0,-1 0,1-1,-1 0,-1-1,1-1,-1 1,0-1,0-1,-1 0,0-1,-1 1,0-2,0 1,-1-1,0 0,0-1,-1 1,-1-1,0 0,-1-1,0 1,0-1,-1 0,1-8,-6 2,-9 22,8 4,0 0,1 0,-1 1,2-1,-1 0,1 1,0 0,1-1,0 1,0 0,1-1,0 1,1-1,0 1,1 2,-1-7,0 1,1 0,0-1,0 1,1-1,-1 0,1 0,0 0,0-1,0 1,0-1,1 0,-1 0,1 0,0-1,0 0,0 0,0 0,0 0,0-1,2 0,113 9,-102-11,0-1,0-1,0 0,0-1,-1-1,0-1,14-6,-26 10,0 0,0-1,0 0,0 0,0 0,-1 0,1-1,-1 1,0-1,0 0,0-1,-1 1,0-1,1 1,-2-1,1 0,0 0,-1-1,0 1,0 0,-1-1,1 1,-1-1,-1 1,1-1,0-4,-13-19,12 29,-1 0,1-1,-1 1,1 0,-1 0,1 0,-1 0,1 0,-1 0,0 0,1 0,-1 0,1 0,-1 0,1 0,-1 0,1 0,-1 0,1 1,-1-1,1 0,-1 0,1 0,-1 1,1-1,0 0,-1 1,1-1,-1 1,1-1,0 0,-1 1,1-1,0 1,0-1,-1 1,1-1,0 1,0-1,0 1,0-1,-1 1,1-1,0 1,0-1,0 1,0-1,0 1,0-1,0 1,1-1,-1 1,0-1,0 1,0 0,-2 7,0 0,0 1,1-1,0 1,1-1,0 1,0-1,0 1,1-1,1 1,-1-1,1 1,1-1,0 0,0 0,0 0,1-1,0 1,1-1,0 0,0 0,0 0,1-1,0 0,0 0,0 0,6 3,18 5</inkml:trace>
  <inkml:trace contextRef="#ctx0" brushRef="#br0" timeOffset="53303.592">7300 4641,'25'12,"28"10,6 1</inkml:trace>
  <inkml:trace contextRef="#ctx0" brushRef="#br0" timeOffset="54774.657">8663 4922,'4'0,"1"0,-1 0,1 0,-1 1,1-1,-1 1,0 0,1 1,-1-1,0 1,0-1,0 1,0 1,0-1,0 0,-1 1,1 0,0 0,-4-2,22 14,-2 2,0 0,-1 1,-1 2,0-1,-2 2,0 0,-2 1,0 1,7 15,-21-37,0 0,0 1,0-1,0 0,0 0,1 0,-1 0,0 0,1 0,-1 0,1 0,-1 0,1 0,0 0,-1 0,1 0,0 0,0 0,-1-1,1 1,0 0,0-1,0 1,0 0,0-1,0 1,0-1,0 0,0 1,1-1,-1 0,0 1,0-1,0 0,0 0,0 0,1 0,-1 0,0 0,0-1,0 1,0 0,0-1,0 1,0 0,0-1,0 1,0-1,0 0,0 1,0-1,0 0,0 1,0-1,0 0,-1 0,29-23,-2 0,-1-2,-2-1,0-1,18-28,-29 35,-13 21,0 0,-1 0,1 0,0 0,0-1,0 1,0 0,0 0,-1 0,1 0,0 0,0 0,0 0,0 0,0-1,0 1,0 0,0 0,-13 18,7-7,0 0,1 1,0 0,1 0,0 0,1 0,-1 11,3-19,0 0,1 0,0 0,0 0,0 0,0 0,1 0,-1 0,1 0,0 0,0-1,1 1,-1 0,1 0,0-1,0 1,0-1,0 0,0 1,1-1,0 0,0 0,-1-1,2 1,-1-1,2 2,2 0,-1-1,1 0,0 0,0-1,0 0,1 0,-1 0,0-1,1-1,-1 1,1-1,-1 0,1-1,-1 1,0-1,1-1,-1 0,0 0,0 0,0-1,0 0,0 0,-1-1,1 0,-1 0,0 0,0-1,-1 0,1 0,-1 0,0-1,-1 0,1 0,-1 0,0 0,0-1,-1 0,0 0,2-6,-3 5,0-1,0 1,-1 0,0 0,-1-1,0 1,0-1,-1 1,-1-8,2 16,-1 0,1 0,-1-1,1 1,-1 0,0 0,1 0,-1 0,1 0,-1 0,0 0,1 0,-1 0,1 0,-1 0,0 0,1 1,-1-1,1 0,-1 0,1 0,-1 1,1-1,-1 0,1 1,-1-1,1 1,-1-1,1 0,0 1,-1-1,1 1,0-1,-1 1,1-1,0 1,0-1,-1 1,1 0,0-1,0 1,0-1,0 1,0-1,0 1,0 0,0-1,0 1,0-1,0 1,0 0,0-1,0 1,1 0,-3 4,0 1,1 0,0 0,0 0,0 0,1 0,0 0,0 0,0 0,1 0,0 0,0 0,1 0,-1 0,1 0,1-1,-1 1,1-1,0 0,0 1,0-1,1 0,0-1,0 1,0-1,0 0,1 0,0 0,-1 0,2-1,2 2,21 8,1 0,0-2,1-2,0-1,1-1,0-1,0-2,0-1,0-2,5-1,408 3,-312-13,-132 11,0-1,1 0,-1 1,0-1,1 0,-1 0,1 0,-1 0,0 0,1 0,-1 0,1-1,-1 1,0 0,1-1,-1 1,0-1,0 1,1-1,-1 0,0 0,0 1,0-1,0 0,0 0,0 0,0 0,0 0,0 0,0-1,-1 1,1 0,0 0,-1-1,1 1,-1 0,0-1,1 1,-1 0,0-1,0 1,1 0,-1-1,0 1,-1-1,1 1,0 0,0-1,-1 1,-11-11,-1 0,0 1,-1 0,-1 1,0 1,0 0,0 1,-1 1,3 0,-5-3,-1 0,0 2,0 0,0 1,-1 1,0 1,-2 0,19 5,0 0,0 0,0 0,0 0,0 0,0 1,0-1,1 1,-1 0,0 0,0 0,0 0,1 0,-1 1,1-1,-1 1,1 0,-1 0,1 0,0 0,0 0,0 0,0 1,0-1,1 0,-1 1,1 0,-1-1,1 1,0 0,0 0,0 2,-1 1,1 0,-1 0,1 0,1 0,-1 1,1-1,0 0,1 0,-1 1,1-1,0 0,1 0,0 0,0 0,1 2,-1-4,0-1,0 0,0 0,0 0,1 0,-1-1,1 1,0 0,0-1,0 0,0 0,0 0,1 0,-1 0,0-1,1 0,0 1,-1-1,1 0,0-1,-1 1,1-1,0 0,0 0,-1 0,1 0,0 0,100-27,-93 23,0-1,0-1,0 1,-1-2,1 0,-2 0,1-1,-1 0,0 0,-1-1,0-1,0 1,-1-1,5-9,-12 19,1-1,-1 1,1-1,-1 1,1-1,-1 1,1-1,-1 1,0-1,1 1,-1-1,0 0,0 1,1-1,-1 1,0-1,0 0,0 1,0-1,0 0,0 1,0-1,0 0,0 1,0-1,0 0,0 1,-1-1,1 1,0-1,0 0,-1 1,1-1,0 1,-1-1,1 1,0-1,-1 1,1-1,-1 1,1-1,-1 1,1-1,-1 1,0 0,1-1,-1 1,1 0,-1 0,0-1,-1 5,-1-1,0 1,1-1,0 1,0 0,0 0,0 0,1 0,-1 0,1 0,0 1,1-1,-1 0,1 1,-1-1,1 0,0 1,1-1,-1 0,1 1,1 4,1-1,0 0,0 0,1 0,-1 0,2 0,-1-1,1 0,0 0,1 0,0 0,0-1,0 0,1 0,-1-1,1 0,1 0,-1-1,1 1,0-2,0 1,0-1,0 0,0-1,1 0,-1 0,1-1,0 0,-1-1,1 0,0 0,0 0,-1-1,4-1,-7 0,-1 1,0 0,0-1,0 0,0 0,0 0,0 0,-1-1,1 0,-1 1,1-1,-1 0,0-1,0 1,-1-1,1 1,-1-1,1 0,-1 0,0 0,-1 0,1 0,-1 0,0 0,0-1,0 1,0 0,-1-1,1 1,-1-1,-1 0,1-10,-2-1,0 1,0 0,-1 0,-1 0,-1 0,0 0,-3-4,-34-70,42 88,-1 0,1 1,0-1,0 0,-1 0,1 0,0 1,0-1,0 0,0 0,0 0,0 1,0-1,1 0,-1 0,0 1,0-1,1 0,-1 0,0 1,1-1,-1 0,0 1,1-1,-1 0,1 1,0-1,-1 1,1-1,-1 1,1-1,0 1,-1-1,1 1,0 0,-1-1,1 1,0 0,0 0,-1-1,1 1,0 0,0 0,0 0,0 0,42 0,-37 0,251 29,-251-30,-1 1,0 1,0-1,0 1,0 0,0 0,0 0,0 1,0 0,0 0,0 0,-1 0,1 1,-1 0,0 0,1 0,-2 0,1 1,0-1,-1 1,1 0,-1 0,0 0,0 1,-1-1,1 1,-1 0,0 1,-7 71,3-71,1-1,-1 1,1 0,0 0,1 0,-1 0,1-1,1 1,-1 0,1 0,0 0,0 0,0-1,1 1,0 0,0-1,1 1,-1-1,1 0,3 5,3-4,0 0,0 0,0-1,0 0,1-1,0 0,0-1,0 1,0-2,1 0,-1 0,1-1,-1 0,1-1,-1 0,1 0,-1-1,3-1,0 1,1-1,-1 0,0-1,0 0,-1 0,1-2,-1 0,0 0,0-1,0 0,-1-1,0-1,0 0,-1 0,0-1,-1 0,0-1,0 0,-1 0,0-1,0 0,-2 0,1-1,-2 0,1 0,-2 0,1-1,-2 1,1-3,-4 9,1-1,-1 1,0 0,-1 0,0 0,0 0,0 0,0 0,-1 0,0 0,0 1,-1-1,0 1,-1-3,3 6,-1 0,1 0,-1-1,0 1,1 1,-1-1,0 0,0 0,0 1,0-1,-1 1,1-1,0 1,-1 0,1 0,0 0,-1 1,0-1,1 0,-1 1,1 0,-1-1,1 1,-1 0,0 0,1 1,-1-1,1 0,-1 1,0 0,1-1,0 1,-1 0,0 1,-2 1,0-1,0 2,0-1,1 0,0 1,-1 0,1 0,1 0,-1 1,0-1,1 1,0 0,0 0,1 0,-1 0,1 0,0 1,1-1,-1 1,1-1,0 1,0 0,1-1,0 1,0 0,0-1,0 1,1 0,0-1,1 1,-1-1,1 1,0-1,0 0,0 1,1-1,0 0,0-1,0 1,2 1,3 0,1 0,-1 0,1-1,-1-1,2 1,-1-1,0-1,1 0,-1 0,1-1,0 0,0-1,0 0,3 0,140-8,-61-5</inkml:trace>
</inkml:ink>
</file>

<file path=ppt/ink/ink6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4-05T06:46:50.020"/>
    </inkml:context>
    <inkml:brush xml:id="br0">
      <inkml:brushProperty name="width" value="0.1" units="cm"/>
      <inkml:brushProperty name="height" value="0.2" units="cm"/>
      <inkml:brushProperty name="color" value="#00F900"/>
      <inkml:brushProperty name="tip" value="rectangle"/>
      <inkml:brushProperty name="rasterOp" value="maskPen"/>
      <inkml:brushProperty name="ignorePressure" value="1"/>
    </inkml:brush>
  </inkml:definitions>
  <inkml:trace contextRef="#ctx0" brushRef="#br0">3096 502,'-29'-20,"-1"1,0 1,-2 2,0 1,0 2,-2 0,-8 0,-58-23,-30-20,-113-40,67 51,-2 8,-61 0,185 29,-9-2,-101-15,-65 3,175 20,0 2,-1 2,1 2,0 4,0 1,-12 6,-3 6,1 2,2 4,0 3,-57 35,104-54,0 0,1 0,1 2,0 0,0 2,1-1,1 2,1 0,0 1,1 0,1 1,1 0,0 1,-1 6,-5 29,2 1,2 1,3 0,3 0,1 1,4 0,2 20,-1-13,3 1,2-1,3 0,3 0,3 0,2-2,4 0,2-1,2-1,3-1,3-1,2-1,3-2,2-2,2-1,3-2,36 35,-26-40,2-1,1-4,3-1,0-3,3-3,1-2,1-3,1-2,26 4,18 1,2-5,0-4,2-6,0-4,39-3,518-15,-560 0,0-4,0-6,35-12,-92 15,0-1,-1-3,0-3,-2-1,-1-2,0-3,37-27,-44 20,-2-2,-2-2,-1-1,-2-1,-1-2,-3-2,-1 0,-2-2,-2-1,-3-1,-1 0,-2-2,-3 0,-2-1,-1 0,-4-1,-1 0,0-47,-5 55,-2 1,-2-1,-2 1,-1 0,-3 0,-1 0,-2 1,-2 1,-1 0,-2 1,-2 0,-2 1,-4-4,-19-19,-2 1,-2 3,-3 1,-3 3,-1 2,-3 3,-2 2,-15-6,17 16,-2 3,-1 2,-1 3,-2 3,-1 2,0 3,-2 3,0 3,0 3,-57-2,-125-2,-223 17,283 5,1 9,-167 36,272-35,1 4,2 3,0 4,2 3,1 3,2 3,-56 39,50-19,4 4,-57 58,6 5</inkml:trace>
</inkml:ink>
</file>

<file path=ppt/ink/ink6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4-05T06:46:57.788"/>
    </inkml:context>
    <inkml:brush xml:id="br0">
      <inkml:brushProperty name="width" value="0.1" units="cm"/>
      <inkml:brushProperty name="height" value="0.2" units="cm"/>
      <inkml:brushProperty name="color" value="#00F900"/>
      <inkml:brushProperty name="tip" value="rectangle"/>
      <inkml:brushProperty name="rasterOp" value="maskPen"/>
      <inkml:brushProperty name="ignorePressure" value="1"/>
    </inkml:brush>
  </inkml:definitions>
  <inkml:trace contextRef="#ctx0" brushRef="#br0">411 230,'-10'-1,"0"1,0 0,0 0,0 1,0 1,0 0,1 0,-1 1,0 0,1 1,0 0,0 0,0 1,0 0,1 1,0 0,0 0,-4 5,-12 5,2 2,0 0,1 2,1 0,1 1,1 1,0 1,2 0,1 1,-7 16,20-37,0 0,1 0,-1 1,1-1,-1 0,1 1,0-1,1 1,-1-1,1 1,-1-1,1 1,0 0,0-1,0 1,1-1,0 1,-1-1,1 1,0-1,1 1,-1-1,0 0,1 0,0 1,0-1,0 0,0-1,1 2,7 2,0-1,1 0,-1-1,1 0,0 0,0-2,0 1,0-1,1-1,-1 0,0 0,1-1,-1-1,0 0,12-3,-5 1,1-2,-1 0,0-2,-1 0,0 0,0-2,0 0,-1-1,0-1,-1 0,0-1,-1-1,-1 0,0-1,0 0,-1-1,-1 0,-1-1,0 0,-1-1,-1 0,-1 0,0-1,-1 0,-1 0,0-1,1-17,-2 20,0-1,-2 1,0-1,0 1,-2-1,0 0,-1 0,0 1,-1-1,-2 1,1 0,-2 0,0 0,-1 0,-5-11,9 25,1 1,0-1,0 0,-1 0,1 1,-1-1,1 1,-1-1,0 1,0 0,1 0,-1-1,0 1,0 0,0 1,0-1,0 0,-1 1,1-1,0 1,0-1,0 1,0 0,-1 0,1 0,0 0,0 1,0-1,0 1,-1-1,1 1,0 0,0-1,0 1,0 0,0 0,1 1,-1-1,-1 1,-61 64,48-41,1 1,1 0,1 1,1 0,2 1,1 0,1 0,1 1,2 0,1 0,1 1,1 0,2-1,1 1,1-1,2 1,1-1,1 0,1 1,81 210,-82-219</inkml:trace>
</inkml:ink>
</file>

<file path=ppt/ink/ink6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4-05T06:46:58.040"/>
    </inkml:context>
    <inkml:brush xml:id="br0">
      <inkml:brushProperty name="width" value="0.1" units="cm"/>
      <inkml:brushProperty name="height" value="0.2" units="cm"/>
      <inkml:brushProperty name="color" value="#00F900"/>
      <inkml:brushProperty name="tip" value="rectangle"/>
      <inkml:brushProperty name="rasterOp" value="maskPen"/>
      <inkml:brushProperty name="ignorePressure" value="1"/>
    </inkml:brush>
  </inkml:definitions>
  <inkml:trace contextRef="#ctx0" brushRef="#br0">17 0,'-5'19,"-1"12,3 8,1 4,2 2,2-3,2-6,-1-9</inkml:trace>
</inkml:ink>
</file>

<file path=ppt/ink/ink6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4-05T06:46:58.355"/>
    </inkml:context>
    <inkml:brush xml:id="br0">
      <inkml:brushProperty name="width" value="0.1" units="cm"/>
      <inkml:brushProperty name="height" value="0.2" units="cm"/>
      <inkml:brushProperty name="color" value="#00F900"/>
      <inkml:brushProperty name="tip" value="rectangle"/>
      <inkml:brushProperty name="rasterOp" value="maskPen"/>
      <inkml:brushProperty name="ignorePressure" value="1"/>
    </inkml:brush>
  </inkml:definitions>
  <inkml:trace contextRef="#ctx0" brushRef="#br0">66 0,'132'234,"-123"-217,-1 0,-1 1,-1 0,0 0,-1 1,-1 0,-1 0,0 0,-2 0,0 0,-2-14,0 1,0-1,0 0,-1 0,0 0,0-1,0 1,-1 0,0-1,0 1,0-1,0 0,-1 0,1 0,-1-1,0 1,0-1,0 0,-1 0,1 0,-1-1,1 0,-1 1,0-2,-3 2,1 0,-1-1,1 0,-1 0,0 0,0-1,0 0,0-1,0 0,0 0,0-1,0 0,0 0,0-1,1 0,-1 0,-4-2,-4-7,4 0</inkml:trace>
</inkml:ink>
</file>

<file path=ppt/ink/ink6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4-05T06:46:58.638"/>
    </inkml:context>
    <inkml:brush xml:id="br0">
      <inkml:brushProperty name="width" value="0.1" units="cm"/>
      <inkml:brushProperty name="height" value="0.2" units="cm"/>
      <inkml:brushProperty name="color" value="#00F9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0,'14'0,"14"3,8 0,5-1,3 1,0-2,-2 0,-7 2,-4 1,-5-1,-5-1,-6 0</inkml:trace>
</inkml:ink>
</file>

<file path=ppt/ink/ink6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4-05T06:47:00.563"/>
    </inkml:context>
    <inkml:brush xml:id="br0">
      <inkml:brushProperty name="width" value="0.1" units="cm"/>
      <inkml:brushProperty name="height" value="0.2" units="cm"/>
      <inkml:brushProperty name="color" value="#00F9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1 716,'26'0,"1"0,-1-1,0-2,0-1,0-1,0-1,-1-1,0-1,0-2,6-3,-12 6,-2 1,1-2,-1-1,0 0,-1-1,0 0,0-2,-1 0,-1 0,11-13,-24 24,0 0,1 0,-1 0,0 0,0-1,0 1,-1 0,1-1,0 1,0 0,-1-1,1 1,-1-1,1 1,-1-1,0 1,0-1,1 1,-1-1,0 0,0 1,0-1,-1 1,1-1,0 1,-1-1,1 1,-1-1,1 1,-1-1,0 1,1 0,-1-1,0 1,0 0,0-1,0 1,0 0,0 0,0 0,-1 0,1 0,0 0,-1 1,1-1,0 0,-1 1,1-1,-10-2,-1 1,1 0,0 1,-1 0,1 1,-1 0,1 0,-1 2,1-1,0 1,-1 1,1 0,1 1,-1 0,-5 3,9-5,0 1,0-1,0 1,0 1,1-1,0 1,0 0,0 0,0 1,1 0,-1 0,1 0,0 1,1-1,-1 1,1 0,1 1,-1-1,1 1,0-1,0 1,1 0,0 0,0 0,1 0,-1 1,2-1,-1 0,1 0,0 1,1-1,-1 0,2 1,-1-1,1 0,0 0,2 5,4-1,1 0,0-1,1 0,0 0,1-1,0-1,0 1,1-2,0 0,0 0,0-1,1 0,0-2,0 1,1-1,-1-1,1-1,0 0,0 0,0-1,0-1,0-1,-1 0,1 0,0-1,0-1,-1-1,1 0,0-1,-1-1,0-1,-1 0,0-1,-1 0,0-1,0 0,-1-1,0 0,0-1,-1 0,-1-1,5-8,18-20,-27 34,1 0,-1 0,1 1,0-1,1 1,-1 0,1 1,0-1,0 1,1 1,-1-1,1 1,0 0,-1 0,1 1,1 0,-1 0,0 1,0 0,1 0,-1 1,0 0,1 0,-1 0,1 1,-1 0,0 1,0 0,0 0,0 0,0 1,0 0,0 0,2 3,3 2,1 2,-1 0,-1 1,0 0,0 0,-1 1,0 1,-2 0,1 0,-1 0,-1 1,-1 0,0 1,3 8,-9-20,1 0,0-1,-1 1,0 0,1 0,-1 0,0 0,-1-1,1 1,0 0,-1 0,1 0,-1-1,0 1,0 0,0-1,0 1,-1 0,1-1,-1 0,0 1,1-1,-1 0,0 0,0 0,0 0,-1 0,1 0,0-1,-1 1,1-1,-1 0,1 0,-1 0,0 0,1 0,-1 0,0-1,0 1,0 0,1 0,-1 0,1-1,-1 1,1-1,-1 0,0 0,1 0,-1 0,1 0,-1 0,0-1,1 1,-1-1,1 1,-1-1,1 0,-2-1,4 0,0 0,0 1,0-1,0 0,0 0,0 0,1 1,-1-1,1 0,-1 1,1-1,0 1,0-1,-1 0,1 1,0-1,0 1,1 0,-1-1,0 1,0 0,1 0,-1 0,1 0,-1 0,1 0,-1 0,2 0,0-1,278-194,-246 169,-2-1,-1-2,-2-1,0-1,-2-2,-2-1,-1-1,-2-1,-1-1,-2 0,-2-2,-2-1,4-17,-17 50,0 1,-1 0,1 0,-1 0,-1-1,1 1,-1 0,0-1,-1 1,0-1,0 1,-1-1,0 1,0 0,0-1,-1 1,-1-1,2 7,-1 0,0 0,0 0,1 0,-1 1,0-1,0 0,0 1,0 0,0-1,0 1,1 0,-1 0,0 0,0 0,0 1,0-1,0 0,0 1,0-1,0 1,1 0,-1 0,0-1,0 1,1 0,-1 1,1-1,-1 0,1 0,-1 1,1-1,0 0,0 1,0 0,-1-1,1 1,1 0,-1-1,0 1,0 2,-17 23,1 2,2 0,1 1,2 0,0 1,2 0,2 1,0 0,3 0,0 4,-1-15,2 1,0 0,1 0,1 0,2 0,0 0,1 0,1 0,1 0,1 0,1-1,1 1,1-1,4 8,-7-23,0 0,0 0,1-1,0 0,0 1,0-2,1 1,-1-1,1 0,0 0,0 0,1-1,-1 0,1 0,0-1,-1 0,1 0,0 0,0-1,0 0,1 0,-1-1,0 0,0 0,0-1,0 0,0 0,0-1,5-1,2-1,-1-1,1 0,-1 0,0-1,0-1,-1-1,0 1,0-2,-1 0,0 0,-1-1,0 0,0-1,3-6,-5 7,-2 0,1-1,-2 0,1-1,-2 1,1-1,-2 0,1 0,0-9,-18 52,11-20,0-1,0 1,1 0,1 0,0 0,0 0,1 0,1 0,-1 0,2 0,0 0,0-1,1 1,0 0,1-1,0 0,0 0,1 0,1 0,0-1,0 0,1 0,0 0,0-1,1 0,8 6,-10-10,1 1,-1-2,1 1,0-1,0 0,0 0,1-1,-1 0,1-1,-1 1,1-1,-1-1,5 1,14-4</inkml:trace>
</inkml:ink>
</file>

<file path=ppt/ink/ink6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4-05T06:47:00.750"/>
    </inkml:context>
    <inkml:brush xml:id="br0">
      <inkml:brushProperty name="width" value="0.1" units="cm"/>
      <inkml:brushProperty name="height" value="0.2" units="cm"/>
      <inkml:brushProperty name="color" value="#00F9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1,'22'2,"31"1,34 0,33 2,33-1,29 3,22 1,-23 0</inkml:trace>
</inkml:ink>
</file>

<file path=ppt/ink/ink6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4-05T06:47:01.008"/>
    </inkml:context>
    <inkml:brush xml:id="br0">
      <inkml:brushProperty name="width" value="0.1" units="cm"/>
      <inkml:brushProperty name="height" value="0.2" units="cm"/>
      <inkml:brushProperty name="color" value="#00F900"/>
      <inkml:brushProperty name="tip" value="rectangle"/>
      <inkml:brushProperty name="rasterOp" value="maskPen"/>
      <inkml:brushProperty name="ignorePressure" value="1"/>
    </inkml:brush>
  </inkml:definitions>
  <inkml:trace contextRef="#ctx0" brushRef="#br0">46 0,'-9'14,"-3"11,1 10,1 7,6 2,5 1,5-5,4-7,2-10,1-7,-1-8</inkml:trace>
</inkml:ink>
</file>

<file path=ppt/ink/ink6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4-05T06:47:01.288"/>
    </inkml:context>
    <inkml:brush xml:id="br0">
      <inkml:brushProperty name="width" value="0.1" units="cm"/>
      <inkml:brushProperty name="height" value="0.2" units="cm"/>
      <inkml:brushProperty name="color" value="#00F900"/>
      <inkml:brushProperty name="tip" value="rectangle"/>
      <inkml:brushProperty name="rasterOp" value="maskPen"/>
      <inkml:brushProperty name="ignorePressure" value="1"/>
    </inkml:brush>
  </inkml:definitions>
  <inkml:trace contextRef="#ctx0" brushRef="#br0">10 0,'-7'18,"5"13,2 2</inkml:trace>
</inkml:ink>
</file>

<file path=ppt/ink/ink6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4-05T06:47:01.462"/>
    </inkml:context>
    <inkml:brush xml:id="br0">
      <inkml:brushProperty name="width" value="0.1" units="cm"/>
      <inkml:brushProperty name="height" value="0.2" units="cm"/>
      <inkml:brushProperty name="color" value="#00F900"/>
      <inkml:brushProperty name="tip" value="rectangle"/>
      <inkml:brushProperty name="rasterOp" value="maskPen"/>
      <inkml:brushProperty name="ignorePressure" value="1"/>
    </inkml:brush>
  </inkml:definitions>
  <inkml:trace contextRef="#ctx0" brushRef="#br0">98 370,'32'-17,"0"-1,-2-1,0-2,-2-1,0-1,12-14,-34 31,0 1,0 0,-1-1,1 0,-1-1,0 1,-1-1,0 0,0 0,0 0,-1 0,0-1,0 1,-1-1,0 0,-1 0,1 0,-1 0,-1 0,0 0,0 0,0-2,-2 7,0-1,0 1,-1 0,1 0,-1 0,1 0,-1 1,0-1,0 1,0 0,0-1,0 1,-1 1,1-1,-1 0,1 1,-1 0,1 0,-1 0,0 0,0 0,1 1,-3 0,-90 5,82-2,0 2,0-1,1 2,0-1,0 2,0 0,1 1,0 0,0 0,1 1,-5 6,10-10,1 1,-1-1,2 1,-1 0,0 0,1 1,1-1,-1 1,1 0,0 0,0 0,1 1,0-1,0 0,1 1,0-1,0 1,1 0,0-1,0 1,0-1,2 5,0-6,0 1,0-1,1 0,0 0,0 0,1 0,-1 0,1-1,0 1,1-1,-1 0,1-1,0 1,1-1,-1 0,1 0,-1 0,1-1,0 0,121 41,-50-30</inkml:trace>
</inkml:ink>
</file>

<file path=ppt/ink/ink6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4-05T06:47:01.933"/>
    </inkml:context>
    <inkml:brush xml:id="br0">
      <inkml:brushProperty name="width" value="0.1" units="cm"/>
      <inkml:brushProperty name="height" value="0.2" units="cm"/>
      <inkml:brushProperty name="color" value="#00F900"/>
      <inkml:brushProperty name="tip" value="rectangle"/>
      <inkml:brushProperty name="rasterOp" value="maskPen"/>
      <inkml:brushProperty name="ignorePressure" value="1"/>
    </inkml:brush>
  </inkml:definitions>
  <inkml:trace contextRef="#ctx0" brushRef="#br0">129 18,'-5'-1,"0"-1,0 1,0 0,-1 0,1 1,0-1,0 1,0 0,-1 1,1-1,0 1,0 0,0 1,0-1,0 1,0 0,0 0,1 0,-1 1,1-1,-1 1,1 1,0-1,0 0,-3 5,7-3,0 0,1 1,0-1,0 0,0 1,0-1,1 0,0 0,0 0,0 0,1 0,0-1,-1 1,2-1,-1 1,0-1,1 0,0-1,0 1,0-1,0 1,1-1,-1 0,4 1,-3 0,63 47,-48-38,-1 1,-1 1,0 0,-1 2,-1 0,1 1,-16-16,0-1,1 0,-1 1,0-1,0 1,0-1,0 1,0 0,0-1,0 1,-1 0,1 0,0 0,-1-1,0 1,1 0,-1 0,0 0,0 0,0 0,0 0,0 0,-1-1,1 1,-1 0,1 0,-1 0,0 0,1-1,-1 1,0 0,0-1,0 1,0-1,0 1,-1-1,1 1,0-1,-1 0,1 0,-1 0,0 1,1-2,-1 1,0 0,1 0,-1 0,0-1,0 1,0-1,-83 17,81-17,0 1,1-1,-1 0,0-1,0 1,1-1,-1 1,1-1,-1 0,0 0,1-1,0 1,-1-1,1 0,0 0,0 0,0 0,0 0,0-1,0 1,1-1,-1 0,2-2,-1 0,1 0,1 0,-1 0,1 0,0 0,0 0,0-1,1 1,-1 0,1 0,1 0,-1 0,1 1,-1-1,1 0,1 0,-1 1,1 0,0-1,0 1,0 0,0 0,2-1,16-21,1 0,2 2,0 0,1 2,1 0,1 2,1 1,1 1,1 2,0 1,17-6,18 5,-64 16,0 0,1 0,-1 1,0-1,0 0,0 1,0-1,0 1,0-1,0 1,0-1,0 1,-1 0,1-1,0 1,0 0,0 0,-1 0,1 0,-1-1,1 1,0 0,-1 0,1 0,-1 0,0 0,1 1,-1-1,0 0,0 0,0 0,1 0,-1 0,0 0,-1 0,1 0,0 0,0 1,-9 48,7-40,-11 40,6-30,2 1,0 0,1 0,2 0,0 0,1 21,1-39,0 0,1 0,-1 1,1-1,0 0,0 0,0 0,0 0,0 0,1 0,-1 0,1 0,0 0,0-1,0 1,0-1,0 1,1-1,-1 0,1 0,-1 0,1 0,0 0,0-1,0 1,0-1,0 0,0 0,0 0,0 0,1 0,-1-1,0 1,0-1,1 0,25-3</inkml:trace>
</inkml:ink>
</file>

<file path=ppt/ink/ink6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4-05T06:47:02.195"/>
    </inkml:context>
    <inkml:brush xml:id="br0">
      <inkml:brushProperty name="width" value="0.1" units="cm"/>
      <inkml:brushProperty name="height" value="0.2" units="cm"/>
      <inkml:brushProperty name="color" value="#00F900"/>
      <inkml:brushProperty name="tip" value="rectangle"/>
      <inkml:brushProperty name="rasterOp" value="maskPen"/>
      <inkml:brushProperty name="ignorePressure" value="1"/>
    </inkml:brush>
  </inkml:definitions>
  <inkml:trace contextRef="#ctx0" brushRef="#br0">64 1,'-13'2,"-8"6,1 7,10 9,14 9,15 9,4-4</inkml:trace>
</inkml:ink>
</file>

<file path=ppt/ink/ink6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4-05T06:47:02.605"/>
    </inkml:context>
    <inkml:brush xml:id="br0">
      <inkml:brushProperty name="width" value="0.1" units="cm"/>
      <inkml:brushProperty name="height" value="0.2" units="cm"/>
      <inkml:brushProperty name="color" value="#00F900"/>
      <inkml:brushProperty name="tip" value="rectangle"/>
      <inkml:brushProperty name="rasterOp" value="maskPen"/>
      <inkml:brushProperty name="ignorePressure" value="1"/>
    </inkml:brush>
  </inkml:definitions>
  <inkml:trace contextRef="#ctx0" brushRef="#br0">36 488,'-8'-20,"2"0,0 0,1-1,1 1,1-1,1 0,1 0,1 0,1 0,2-17,-1 20,0 0,2 0,0 0,1 1,0-1,2 1,0 1,6-12,-10 23,0 0,0 0,1 0,-1 0,1 1,0-1,0 1,0 0,1 0,0 1,-1-1,1 1,0 0,1 0,-1 1,0 0,1 0,0 0,-1 0,1 1,0 0,0 0,0 1,-1-1,1 1,0 0,0 1,2 0,7 3,-1 2,1-1,-1 2,0 0,-1 0,0 1,0 1,0 1,-2-1,1 2,-1-1,0 2,-1 0,6 9,-10-14,0 0,-1 0,0 0,0 0,-1 1,0-1,-1 1,1 0,-1 1,-1-1,0 0,0 1,0-1,-1 1,-1 0,1-1,-1 1,-1 6,-13 40,-3 38,18-90,-1 0,1-1,-1 1,1 0,0-1,0 1,0-1,0 1,0-1,1 1,-1-1,1 0,0 0,0 1,0-1,0 0,0-1,0 1,0 0,0-1,1 1,-1-1,1 0,-1 0,1 0,-1 0,1 0,1 0,79 8,-58-10,0-2,0-1,0 0,0-2,-1-1,0-1,0-2,-1 0,0-1,-1-1,0-1,-1-1,-1-1,0-1,-1 0,-1-2,0 0,-1-1,10-16,-23 31,-1 0,0 0,0-1,0 1,0-1,-1 0,1 0,-1 0,-1 0,1 0,-1-1,0 1,0 0,0-1,-1 1,0-1,0 1,0 0,-1-1,1 5,-1 0,0 0,1 0,-1 0,0 1,0-1,0 0,0 0,0 1,0-1,0 1,0-1,0 1,0-1,0 1,0 0,0-1,0 1,0 0,0 0,0 0,0 0,-1 0,1 0,0 0,0 0,0 1,0-1,0 0,0 1,0-1,0 0,0 1,0-1,0 1,0 0,0-1,0 1,0 0,0 0,1-1,-1 1,0 0,1 0,-1 0,0 0,1 0,-1 0,1 0,-1 0,1 0,0 0,0 0,-3 4,0-1,1 1,0 0,0-1,0 1,1 0,-1 0,1 0,1 0,-1 1,1-1,-1 0,1 0,1 0,-1 0,1 1,0-1,0 0,1 0,-1 0,1-1,0 1,0 0,1-1,-1 1,1-1,3 4,3 4,1-1,0-1,0 1,1-1,0-1,1 0,0-1,1 0,7 3,84 34,4-11</inkml:trace>
</inkml:ink>
</file>

<file path=ppt/ink/ink6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4-05T06:47:05.648"/>
    </inkml:context>
    <inkml:brush xml:id="br0">
      <inkml:brushProperty name="width" value="0.1" units="cm"/>
      <inkml:brushProperty name="height" value="0.2" units="cm"/>
      <inkml:brushProperty name="color" value="#00F900"/>
      <inkml:brushProperty name="tip" value="rectangle"/>
      <inkml:brushProperty name="rasterOp" value="maskPen"/>
      <inkml:brushProperty name="ignorePressure" value="1"/>
    </inkml:brush>
  </inkml:definitions>
  <inkml:trace contextRef="#ctx0" brushRef="#br0">113 59,'-43'79,"42"-76,0 0,1 0,-1 0,1 0,0 0,0-1,0 1,0 0,0 0,1 0,-1 0,1 0,0 0,0-1,0 1,0 0,0-1,1 1,-1 0,1-1,0 0,0 1,0-1,0 0,0 0,0 0,0 0,1-1,-1 1,3 0,-1 1,1-2,0 1,0 0,0-1,0 0,0 0,0-1,0 1,0-1,0 0,1 0,-1-1,0 0,0 0,0 0,0 0,0-1,-1 0,1 0,0 0,-1 0,1-1,-1 0,0 0,0 0,0 0,0-1,-1 1,1-1,-1 0,0 0,0 0,0-1,-1 1,1-1,-1 0,0 1,-1-1,1 0,-1 0,0 0,0 0,0 0,-1 0,0 0,0-1,0 1,-1 0,1 0,-1 0,-1 0,1 0,-1 0,1 0,-1 1,-1-1,1 1,-1-1,1 1,-1 0,-1-1,0 2,0-1,0 1,-1 0,1 0,-1 0,0 0,0 1,0 0,0 0,0 0,0 0,-1 1,1 0,0 0,-1 1,1 0,-1 0,1 0,-1 0,1 1,0 0,-1 0,1 0,0 1,0-1,0 1,0 1,0-1,0 1,0 0,1 0,-1 0,1 1,0-1,0 1,0 0,1 0,-1 0,-1 4,0-3,0 1,0-1,1 1,0 0,0 0,0 1,1-1,0 1,0 0,1 0,0 0,0 0,0 0,1 0,0 0,0 1,1-1,0 0,1 0,-1 1,1-1,1 0,-1 0,1 0,0 0,1 0,0 0,0-1,0 1,1-1,0 0,0 0,1 0,-1 0,3 0,1 0,0-1,0-1,1 0,0 0,0 0,0-1,0-1,0 0,1 0,-1 0,1-1,-1-1,1 0,-1 0,1-1,-1 0,2 0,6-2,0-1,0 0,-1-1,1-1,-1 0,-1-1,1-1,-1 0,1-3,-11 9,0-1,0 0,0 0,-1 0,1-1,-1 0,0 0,0 0,0 0,0 0,-1-1,0 0,0 0,0 0,0 0,-1 0,0 0,0-1,0 1,-1-1,0 1,0-1,0 0,-1 1,0-1,0 0,0 1,-1-1,0 0,0 1,0-1,-1 1,0-1,0 1,0 0,0-1,-1 1,-3-4,-1 2,-1 0,0 0,0 0,-1 1,0 0,0 1,0 0,-1 1,0-1,1 2,-1-1,-1 2,1-1,0 1,-1 1,1 0,-1 0,1 1,-1 1,1 0,-1 0,1 1,-1 0,1 0,0 2,0-1,0 1,1 0,-1 1,1 0,0 1,1 0,-1 0,1 1,0 0,1 1,-1-1,2 1,-1 1,1-1,0 1,1 0,0 1,-3 7,6-11,1 0,0 0,0 0,0 0,1 0,0 0,0 0,0 0,1 0,0 0,0 0,0-1,1 1,0 0,0 0,1-1,-1 0,1 1,0-1,1 0,-1 0,1-1,0 1,0-1,5 4,2 2,1-1,1 0,-1-1,1 0,1-2,-1 1,1-1,0-1,1-1,-1 0,7 1,-1 0,1-2,0-1,0 0,-1-2,3 0,-15 0,1-1,-1 0,0 0,0-1,1 0,-1 0,0-1,-1 0,1 0,-1-1,1 0,-1 0,0-1,0 0,-1 0,4-4,-7 5,0 1,0-1,0 0,-1 0,0 0,0 0,0-1,0 1,0-1,-1 1,0-1,0 1,0-1,0 0,-1 0,0 1,0-1,0 0,-1 0,0 1,1-1,-2 1,1-1,0 0,-1 1,0 0,0-1,0 1,-1 0,-1-2,-4-7,-1 1,-1 0,0 0,0 1,-1 1,-1-1,0 2,-12-9,11 9,-1 1,0 1,0 0,0 1,-1 0,1 1,-1 1,-1 0,-11 0,19 3,0 0,0 1,0 0,1 1,-1 0,0 0,0 0,0 1,1 0,-1 1,1 0,0 0,0 0,0 1,0 0,0 0,1 1,0 0,0 0,-1 1,1 0,1-1,0 0,0 1,0 0,0 1,1-1,0 1,0-1,1 1,0 0,0 1,1-1,0 0,0 1,1-1,-1 1,2 0,-1-1,1 1,0 0,1-1,0 1,0 0,0-1,1 1,1-1,-1 0,1 1,0-1,0-1,1 1,0 0,1-1,-1 0,1 0,0 0,4 3,3-3,0 0,1 0,0-1,0-1,1 0,-1 0,1-2,0 0,0 0,0-1,0-1,0 0,0-1,0-1,-1 0,1-1,0 0,-1-1,0-1,0 0,5-3,-8 4,-1-1,0 0,-1-1,1 0,-1 0,0-1,-1 0,1 0,-2 0,2-3,-5 7,-1 0,0 0,1-1,-1 1,-1-1,1 1,0-1,-1 0,0 0,0 1,0-1,0 0,-1 0,1 0,-1 0,0 0,0 0,-1 0,1 0,-1 0,0 0,0 0,0 0,0 1,-1-1,0 0,0 0,-5-4,0 1,0 0,-1 1,1 0,-2 0,1 1,0-1,-1 2,0 0,0 0,-1 0,1 1,-1 0,0 1,1 0,-1 1,0 0,0 0,0 1,0 1,0-1,-1 2,3-2,0 0,1 0,-1 1,0 0,1 1,-1 0,1 0,0 0,-1 1,1 0,0 0,1 1,-1 0,1 0,-1 1,1 0,-2 2,7-5,0-1,0 0,0 1,0-1,0 0,1 1,-1-1,0 1,1-1,-1 1,1 0,0-1,-1 1,1-1,0 1,0 0,0-1,0 1,0 0,0-1,1 1,-1-1,1 1,-1-1,1 1,-1-1,1 1,0-1,0 1,0-1,0 0,0 1,0-1,0 0,0 0,0 0,0 0,1 0,-1 0,1 0,-1 0,0 0,1-1,-1 1,71 21,58-21,195 37,816 42,623 67,-898-61,178 12,-502-68,386 29,1164 81,-1514-107,1297 63,-67-21,-1443-64,197 37,-537-46,-36-8,-47-14,24 7</inkml:trace>
</inkml:ink>
</file>

<file path=ppt/ink/ink6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4-05T06:47:05.953"/>
    </inkml:context>
    <inkml:brush xml:id="br0">
      <inkml:brushProperty name="width" value="0.1" units="cm"/>
      <inkml:brushProperty name="height" value="0.2" units="cm"/>
      <inkml:brushProperty name="color" value="#00F900"/>
      <inkml:brushProperty name="tip" value="rectangle"/>
      <inkml:brushProperty name="rasterOp" value="maskPen"/>
      <inkml:brushProperty name="ignorePressure" value="1"/>
    </inkml:brush>
  </inkml:definitions>
  <inkml:trace contextRef="#ctx0" brushRef="#br0">1272 15,'6'-2,"1"-1,0 1,0 0,0 0,0 1,0 0,0 0,0 1,0 0,0 0,1 1,-1 0,0 0,0 0,0 1,-1 0,1 0,0 1,-1 0,1 0,3 4,16 8,-1 2,-1 1,-1 1,11 12,296 267,-304-276,-10-9,0 0,-2 1,0 0,0 2,-1-1,2 6,-14-19,0 0,0 0,0 0,0 0,-1 0,1 0,-1 1,1-1,-1 0,0 0,0 1,1-1,-2 0,1 0,0 1,0-1,-1 0,1 0,-1 1,0-1,0 0,0 0,0 0,0 0,0 0,0 0,-1 0,1-1,-1 1,1 0,-1-1,0 1,0-1,1 1,-1-1,0 0,0 0,0 0,-1 0,1 0,0-1,0 1,0 0,-1-1,1 0,0 1,0-1,-3 0,-39 12,0-2,-1-2,-23 1,56-7,-169 18,-55 3,-56 3,-414 38,366-33</inkml:trace>
</inkml:ink>
</file>

<file path=ppt/ink/ink6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4-05T06:47:06.975"/>
    </inkml:context>
    <inkml:brush xml:id="br0">
      <inkml:brushProperty name="width" value="0.1" units="cm"/>
      <inkml:brushProperty name="height" value="0.2" units="cm"/>
      <inkml:brushProperty name="color" value="#00F900"/>
      <inkml:brushProperty name="tip" value="rectangle"/>
      <inkml:brushProperty name="rasterOp" value="maskPen"/>
      <inkml:brushProperty name="ignorePressure" value="1"/>
    </inkml:brush>
  </inkml:definitions>
  <inkml:trace contextRef="#ctx0" brushRef="#br0">121 0,'3'21,"0"24,-3 26,-3 25,-8 24,-7 19,-4 12,-4 2,1-5,4-27</inkml:trace>
</inkml:ink>
</file>

<file path=ppt/ink/ink6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4-05T06:47:08.907"/>
    </inkml:context>
    <inkml:brush xml:id="br0">
      <inkml:brushProperty name="width" value="0.1" units="cm"/>
      <inkml:brushProperty name="height" value="0.2" units="cm"/>
      <inkml:brushProperty name="color" value="#00F900"/>
      <inkml:brushProperty name="tip" value="rectangle"/>
      <inkml:brushProperty name="rasterOp" value="maskPen"/>
      <inkml:brushProperty name="ignorePressure" value="1"/>
    </inkml:brush>
  </inkml:definitions>
  <inkml:trace contextRef="#ctx0" brushRef="#br0">160 0,'-5'23,"-3"19,-5 15,-3 13,-3 5,-1 3,-1 1,0-5,5-8,3-11,6-14</inkml:trace>
</inkml:ink>
</file>

<file path=ppt/ink/ink6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4-05T06:47:09.267"/>
    </inkml:context>
    <inkml:brush xml:id="br0">
      <inkml:brushProperty name="width" value="0.1" units="cm"/>
      <inkml:brushProperty name="height" value="0.2" units="cm"/>
      <inkml:brushProperty name="color" value="#00F9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1 322,'56'-10,"1"-2,-2-3,0-2,-1-3,52-26,-98 43,0-1,-1 1,1-1,-1-1,0 0,0 0,0 0,0-1,-1 1,0-2,0 1,-1-1,0 0,0 0,-1 0,1-1,-2 1,1-1,-1 0,1-2,-6 5,1 1,0 0,-1 0,0 1,0-1,0 0,-1 0,1 1,-1 0,0-1,1 1,-2 0,1 0,0 1,-1-1,1 1,-1-1,0 1,1 0,-1 1,0-1,0 1,0-1,-1 1,1 0,0 1,0-1,-1 1,1 0,0 0,-1 0,0 1,-5-2,0 0,-1 2,1-1,0 1,0 1,0-1,0 2,0-1,0 2,1-1,-1 1,1 1,0-1,0 2,1-1,-1 1,1 0,0 1,1 0,0 0,0 1,0 0,1 0,0 0,1 1,0 0,0 0,1 0,0 1,1 0,0-1,0 1,1 0,1 0,-1 6,2-4,1 0,0 0,1 0,0 0,1 0,0-1,1 1,1-1,-1 0,2 0,0 0,0-1,0 0,2 0,-1-1,1 0,0 0,1 0,0-1,1-1,-1 0,1 0,1-1,-1 0,1 0,0-1,0-1,1 0,6 1,43 13</inkml:trace>
</inkml:ink>
</file>

<file path=ppt/ink/ink6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4-05T06:47:09.822"/>
    </inkml:context>
    <inkml:brush xml:id="br0">
      <inkml:brushProperty name="width" value="0.1" units="cm"/>
      <inkml:brushProperty name="height" value="0.2" units="cm"/>
      <inkml:brushProperty name="color" value="#00F900"/>
      <inkml:brushProperty name="tip" value="rectangle"/>
      <inkml:brushProperty name="rasterOp" value="maskPen"/>
      <inkml:brushProperty name="ignorePressure" value="1"/>
    </inkml:brush>
  </inkml:definitions>
  <inkml:trace contextRef="#ctx0" brushRef="#br0">224 10,'-6'-2,"-1"0,0 0,-1 1,1 0,0 0,0 1,0 0,-1 0,1 0,0 1,0 0,0 1,0 0,0 0,0 0,0 1,1 0,-1 0,1 1,0-1,0 1,0 1,1-1,-1 1,1 0,0 1,1-1,-1 1,1 0,0 0,0 0,0 3,-1 3,1 0,1 0,0 0,1 1,1-1,-1 1,2 0,0-1,0 1,2 0,-1-1,1 1,1-1,0 0,1 0,1 0,-1 0,2-1,0 0,0 0,1 0,0-1,3 3,-2-1,-5-9,0 1,0 0,0 0,-1 0,0 0,0 0,0 1,0-1,0 1,-1-1,0 1,0 0,0 0,-2-3,0 0,-1 0,1-1,0 1,0 0,-1-1,1 1,-1-1,0 0,1 1,-1-1,0 0,0 0,0 0,1 0,-1-1,0 1,0 0,0-1,-1 1,1-1,0 0,0 0,0 0,0 0,0 0,0 0,0 0,0-1,0 1,0-1,-2 0,3 1,1 0,-1 0,1 0,-1-1,1 1,-1 0,1 0,-1 0,1-1,-1 1,1 0,-1-1,1 1,-1 0,1-1,0 1,-1 0,1-1,0 1,-1-1,1 1,0-1,-1 1,1-1,0 1,0-1,0 1,0-1,-1 1,1-1,0 1,0-1,0 0,0 1,0-1,0 1,0-1,0 1,1-1,-1 1,0-1,0 1,0-1,0 1,1-1,-1 1,0-1,1 1,-1-1,0 1,1-1,-1 1,1 0,-1-1,0 1,1 0,-1-1,1 1,-1 0,1 0,29-25,153-64,96-53,-279 142,1-1,0 1,-1-1,1 0,-1 1,1-1,0 1,0-1,-1 1,1-1,0 1,0 0,-1-1,1 1,0 0,0 0,0 0,0 0,-1-1,1 1,0 0,0 0,0 0,0 1,-1-1,1 0,0 0,0 0,0 1,0-1,-1 0,1 1,0-1,0 1,-1-1,1 1,0-1,-1 1,1-1,-1 1,1 0,0-1,-1 1,0 0,1-1,-1 1,1 0,-1 0,0 0,1-1,-1 1,0 0,0 0,-2 155,1-139,1 0,0 1,1-1,1 0,0 0,1 0,1-1,1 1,1-1,0 0,5 9,3-5</inkml:trace>
</inkml:ink>
</file>

<file path=ppt/ink/ink6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4-05T06:47:10.073"/>
    </inkml:context>
    <inkml:brush xml:id="br0">
      <inkml:brushProperty name="width" value="0.1" units="cm"/>
      <inkml:brushProperty name="height" value="0.2" units="cm"/>
      <inkml:brushProperty name="color" value="#00F900"/>
      <inkml:brushProperty name="tip" value="rectangle"/>
      <inkml:brushProperty name="rasterOp" value="maskPen"/>
      <inkml:brushProperty name="ignorePressure" value="1"/>
    </inkml:brush>
  </inkml:definitions>
  <inkml:trace contextRef="#ctx0" brushRef="#br0">61 5,'-16'-5,"-5"6,4 9,10 14,17 15,15 12,3-3</inkml:trace>
</inkml:ink>
</file>

<file path=ppt/ink/ink6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4-05T06:47:10.605"/>
    </inkml:context>
    <inkml:brush xml:id="br0">
      <inkml:brushProperty name="width" value="0.1" units="cm"/>
      <inkml:brushProperty name="height" value="0.2" units="cm"/>
      <inkml:brushProperty name="color" value="#00F9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0 543,'18'-30,"-2"-1,-1-1,-1 0,-2-1,-1-1,-2 1,-1-2,-2 1,-1-1,-2 0,-1 0,-2 0,-2-11,-13-16,48 84,22 12,0-3,2-2,1-2,12 1,-21-8,78 40,-125-59,0 0,0 1,0-1,-1 1,1 0,-1 0,1-1,-1 1,1 0,-1 0,0 0,0 1,0-1,0 0,0 0,-1 0,1 1,-1-1,1 0,-1 1,0-1,0 1,0-1,0 0,0 1,-1-1,1 0,-1 1,0-1,1 0,-1 0,0 1,0-1,0 0,-1 0,1 0,0 0,-1-1,0 2,-8 15,0 1,2 1,0 0,1 0,1 0,0 3,5-18,0-1,0 1,0 0,1-1,0 1,0 0,0-1,1 1,0 0,0-1,0 1,0-1,0 1,1-1,0 0,0 1,0-1,1 0,-1 0,1-1,0 1,0 0,0-1,1 0,-1 0,1 0,0 0,0 0,0-1,3 2,10 2,1 0,0-1,0-1,0-1,1-1,-1 0,1-2,-1 0,1-1,-1 0,0-2,1 0,-1-1,2-2,-4 2,-1 0,0-2,0 0,0 0,0-2,-1 1,-1-2,1 0,-1-1,-1 0,0 0,0-2,-1 1,0-2,-1 1,-1-1,0-1,-1 0,0 0,-1-1,-1 1,0-1,-1-1,3-14,-7 22,0 0,0 0,-1 0,0 0,0 0,-1 0,0 1,0-1,-1 0,0 0,-1-1,2 6,0 0,0 1,-1-1,1 1,-1-1,1 1,-1 0,0-1,0 1,0 0,0 0,0 0,0 0,0 1,-1-1,1 1,-1-1,1 1,-1 0,0 0,1 0,-1 0,0 0,0 1,1-1,-1 1,0 0,0 0,0 0,0 0,0 0,0 1,-3 0,1 1,0 0,0 0,0 0,0 0,0 1,0 0,0 0,1 0,0 1,-1-1,1 1,1 0,-1 0,1 0,-1 1,1-1,0 1,1 0,-1 0,1 0,-1 2,-1 4,-1 1,2-1,0 1,0 0,1 0,0 0,1 1,1-1,0 10,4-5,0 1,1-1,1-1,1 1,0-1,1 0,1 0,0-1,1 0,1-1,0 0,1-1,0 0,1-1,1 0,0-1,0-1,1 0,1-1,12 5,36 21</inkml:trace>
</inkml:ink>
</file>

<file path=ppt/ink/ink6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4-05T06:47:12.111"/>
    </inkml:context>
    <inkml:brush xml:id="br0">
      <inkml:brushProperty name="width" value="0.1" units="cm"/>
      <inkml:brushProperty name="height" value="0.2" units="cm"/>
      <inkml:brushProperty name="color" value="#00F900"/>
      <inkml:brushProperty name="tip" value="rectangle"/>
      <inkml:brushProperty name="rasterOp" value="maskPen"/>
      <inkml:brushProperty name="ignorePressure" value="1"/>
    </inkml:brush>
  </inkml:definitions>
  <inkml:trace contextRef="#ctx0" brushRef="#br0">470 598,'-18'-6,"0"0,0 1,-1 1,0 1,0 1,0 1,0 0,0 1,0 1,1 1,-1 1,0 0,1 1,-1 2,1-1,0 2,1 1,0 0,0 1,1 0,-14 12,25-18,1 0,-1 1,1 0,0 0,1 0,-1 0,1 1,-1-1,1 1,1 0,-1 0,1 0,0 0,0 0,0 1,1-1,-1 1,2-1,-1 1,0-1,1 1,0-1,0 1,1 0,0-1,0 1,0-1,0 1,1-1,0 0,0 0,3 5,4-2,-1-1,1-1,0 0,1 0,0-1,0 0,0 0,0-1,1-1,-1 0,1 0,0-1,0 0,0-1,0 0,0-1,0 0,0-1,0 0,0-1,2 0,5-1,-1 0,0-1,0 0,-1-2,1 0,-1-1,0 0,-1-1,0-1,0-1,-1 0,0 0,-1-2,0 0,-1 0,0-1,-1-1,0 1,-1-2,-1 0,0 0,-2 0,1-1,-2 0,0-1,2-8,3-35,-2-1,-2 0,-4-1,-2 1,-6-50,4 79,-6-84,2 93,-1 24,-18 107,20-80,-54 475,61-365,-2-131,0-1,1 0,-1 0,1 0,1 0,-1 0,1 0,0 0,0-1,1 0,0 1,-1-1,2-1,-1 1,1-1,-1 1,1-1,0-1,1 1,2 1,6 0,0-1,1 0,-1-1,1-1,-1 0,1-1,0 0,0-1,0-1,0-1,-1 0,1 0,-1-2,1 0,-1 0,0-2,-1 1,11-7,-11 5,0 0,-1-1,0-1,-1 0,0 0,0-1,-1-1,0 1,-1-2,0 1,0-1,-2-1,1 1,-2-1,0-1,0 1,-1-1,-1 0,0 0,-1 0,-1-1,0 1,0-6,-2 20,0 0,0 0,1 0,-1-1,0 1,0 0,0 0,0-1,1 1,-1 0,0 0,0-1,0 1,0 0,0-1,0 1,0 0,0 0,0-1,0 1,0 0,0-1,0 1,0 0,0-1,0 1,0 0,0-1,0 1,0 0,0 0,0-1,-1 1,1 0,0 0,0-1,0 1,-1 0,1 0,0-1,0 1,-1 0,1 0,0 0,0 0,-1-1,1 1,0 0,0 0,-1 0,1 0,0 0,-1 0,1 0,0 0,-1 0,1 0,0 0,0 0,-1 0,1 0,0 0,-1 0,1 0,0 0,-1 0,1 1,0-1,-1 0,-12 19,3 8,0-1,2 2,0-1,2 1,2 0,0 0,2 1,0 15,2-39,0 0,0 0,0-1,1 1,0 0,0 0,0-1,0 1,1-1,-1 1,1-1,0 1,1-1,-1 0,1 0,0 0,0 0,0-1,3 3,13 8</inkml:trace>
</inkml:ink>
</file>

<file path=ppt/ink/ink6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4-05T06:47:12.396"/>
    </inkml:context>
    <inkml:brush xml:id="br0">
      <inkml:brushProperty name="width" value="0.1" units="cm"/>
      <inkml:brushProperty name="height" value="0.2" units="cm"/>
      <inkml:brushProperty name="color" value="#00F900"/>
      <inkml:brushProperty name="tip" value="rectangle"/>
      <inkml:brushProperty name="rasterOp" value="maskPen"/>
      <inkml:brushProperty name="ignorePressure" value="1"/>
    </inkml:brush>
  </inkml:definitions>
  <inkml:trace contextRef="#ctx0" brushRef="#br0">145 22,'-16'-7,"-9"-1,-6 1,1 8,5 10,9 7,15 8,13 7,15 1,2-4</inkml:trace>
</inkml:ink>
</file>

<file path=ppt/ink/ink6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4-05T06:47:12.681"/>
    </inkml:context>
    <inkml:brush xml:id="br0">
      <inkml:brushProperty name="width" value="0.1" units="cm"/>
      <inkml:brushProperty name="height" value="0.2" units="cm"/>
      <inkml:brushProperty name="color" value="#00F9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1 174,'5'42,"3"0,2 0,1-1,2 0,2-1,2-1,1 0,2-1,-17-34,-1 1,1 1,0-1,0-1,0 1,1 0,-1-1,1 0,0 0,1 0,-1 0,1-1,-1 1,1-1,4 2,-6-6,0 0,0 0,-1 0,1 0,0 0,-1 0,1-1,-1 1,0-1,1 0,-1 0,0 0,0 0,0 0,0 0,0 0,-1-1,1 1,-1-1,1 1,-1-1,0 0,0 1,0-1,-1 0,1-2,1 1,52-141,-44 111,1 0,1 1,2 1,2 0,1 0,1 2,1 0,2 1,12-12,17-3,-5 12</inkml:trace>
</inkml:ink>
</file>

<file path=ppt/ink/ink6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4-05T06:47:12.946"/>
    </inkml:context>
    <inkml:brush xml:id="br0">
      <inkml:brushProperty name="width" value="0.1" units="cm"/>
      <inkml:brushProperty name="height" value="0.2" units="cm"/>
      <inkml:brushProperty name="color" value="#00F9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1,'0'0</inkml:trace>
</inkml:ink>
</file>

<file path=ppt/ink/ink6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4-05T06:43:35.325"/>
    </inkml:context>
    <inkml:brush xml:id="br0">
      <inkml:brushProperty name="width" value="0.1" units="cm"/>
      <inkml:brushProperty name="height" value="0.1" units="cm"/>
      <inkml:brushProperty name="color" value="#33CCFF"/>
      <inkml:brushProperty name="ignorePressure" value="1"/>
    </inkml:brush>
    <inkml:brush xml:id="br1">
      <inkml:brushProperty name="width" value="0.1" units="cm"/>
      <inkml:brushProperty name="height" value="0.1" units="cm"/>
      <inkml:brushProperty name="color" value="#AB008B"/>
      <inkml:brushProperty name="ignorePressure" value="1"/>
    </inkml:brush>
    <inkml:brush xml:id="br2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7367 2746,'6'20,"8"26,3 29,1 32,-2 34,-5 31,-5 28,-9 21,-6 11,-7 0,-4-7,1-17,4-21,4-24,6-25,4-23,3-27,0-29</inkml:trace>
  <inkml:trace contextRef="#ctx0" brushRef="#br0" timeOffset="1085.091">7433 2960,'-64'-160,"23"72,38 82,1 0,-1 0,2 0,-1-1,1 1,-1 0,2-1,-1 1,1-1,0 1,0-1,1 1,0-1,0 1,0 0,1 0,0-1,0 1,1 0,-1 1,1-1,1 0,-1 1,1-1,0 1,0 0,0 1,1-1,8-7,-1 1,1 0,1 1,0 0,1 1,-1 1,2 1,-1 0,1 1,0 0,0 1,0 1,6 0,32-5,1 4,0 1,23 3,61 6,0 6,59 16,94 8,392-12,-284-16,809 55,-686-50,557 24,372 27,-366-17,-340-8,337-54,-933 16,40-2,143 20,-271-8,-63-9,1-1,0 0,0 0,0 0,0 0,0 1,0-1,0 0,-1 0,1 1,0-1,0 0,0 0,0 1,0-1,0 0,0 0,0 0,0 1,0-1,0 0,0 0,0 1,0-1,1 0,-1 0,0 0,0 1,0-1,0 0,0 0,0 0,1 1,-1-1,0 0,0 0,0 0,0 0,1 1,-1-1,0 0,0 0,0 0,1 0,-1 0,0 0,0 0,1 0,-16 3</inkml:trace>
  <inkml:trace contextRef="#ctx0" brushRef="#br0" timeOffset="3854.52">7381 5018,'12'782,"-48"97,26-714,7-128,1-20,1 0,0-1,1 1,1 0,1-1,2 8,-4-23,0 0,0 0,0 0,0 0,0 0,0 0,0-1,0 1,0 0,1 0,-1 0,0 0,1-1,-1 1,1 0,-1 0,0-1,1 1,0 0,-1-1,1 1,-1-1,1 1,0 0,-1-1,1 0,0 1,0-1,0 1,-1-1,1 0,0 1,0-1,0 0,0 0,-1 0,1 0,0 0,0 0,0 0,0 0,0 0,-1 0,1 0,0-1,0 1,0 0,0 0,0-1,35-31,-25 20,-3 7,0 0,0 0,1 1,0 1,0-1,0 1,0 1,0-1,0 2,1-1,-1 1,1 1,6 0,6-2,428-16,894-22,-1015 27,550-1,194 61,-713-40,90 23,458 36,-186-33,250 2,78-17,-721-20,-147 6,58 13,59-25,-173 22,0-6,-120-8,0 0,0 0,0-1,0 0,0 0,0 0,0-1,0 0,0 0,-1 0,1-1,-1 0,0 0,0 0,0-1,0 1,0-1,-1-1,1 1,2-5,1-5,0-1,-1-1,-1 1,-1-1,0 0,-1 0,-1-1,0 1,-1-1,-1 1,0-1,-2 0,0 1,-1-5,2-3,-26-409,12 245,-47-1063,11 454,45 677,-15-167,13 242,3 0,1 1,2-1,3-15,36-140,-22 20,11 30,-22 131,6 29,-7 2</inkml:trace>
  <inkml:trace contextRef="#ctx0" brushRef="#br0" timeOffset="5068.782">9652 5861,'-12'0,"-1"0,0 0,1 1,-1 1,1 0,-1 0,1 2,0-1,0 2,1-1,-1 2,1-1,0 2,0-1,1 1,0 1,0 0,0 1,1 0,1 0,-6 8,-4 2,0 2,2 0,1 1,0 0,2 1,0 1,2 0,1 0,0 1,2 1,-4 22,11-44,0-1,0 1,0 0,0-1,1 1,0 0,0-1,0 1,0 0,0-1,1 1,-1 0,1-1,0 1,0 0,1-1,-1 0,1 1,-1-1,1 0,0 0,1 0,-1 0,0 0,1 0,-1-1,1 1,0-1,0 1,0-1,0 0,0-1,1 1,-1 0,1-1,-1 0,1 0,-1 0,1 0,-1 0,2-1,11-2,-1 0,1-1,-1-1,0-1,0 0,-1-1,1 0,-1-1,-1-1,1 0,-1-1,-1 0,0-1,0 0,7-9,3-3,-1 0,-1-2,-1 0,-1-1,-1-1,-1 0,-2-1,0-1,-2 0,-1-1,0-6,3-18,-1 0,-3-1,-3 0,-2-1,-2-46,-2 94,-1-4,1 0,-1 0,-1 0,0-1,0 1,-1 0,-1 0,1 1,-2-1,0 1,-5-11,8 19,0 0,0 0,-1 1,1-1,-1 0,0 1,0-1,1 1,-1-1,0 1,0 0,0 0,0 0,0 0,-1 0,1 0,0 0,0 1,0-1,-1 1,1 0,0 0,-1 0,1 0,0 0,-1 0,1 0,0 1,-1-1,1 1,0 0,0 0,0-1,0 1,0 1,0-1,-2 1,-66 59,54-38,1 1,1 0,1 1,2 1,0 0,2 0,0 1,2 0,1 1,2-1,0 1,2 0,1 0,1 2,3 10,1-1,2 1,2-1,2-1,1 0,2 0,2-1,1-1,2 0,1-1,6 5,30 65,-47-85</inkml:trace>
  <inkml:trace contextRef="#ctx0" brushRef="#br0" timeOffset="9104.603">10081 6248,'1'27,"0"0,-2 1,-1-1,-1 0,-2-1,0 1,-2-1,-1 0,0 0,-3-1,0 0,-12 19,-5-10,23-47,24-102,-11 82,0 0,10-47,4 1,30-70,-15 84,-36 64,-1 0,1 1,-1-1,1 0,0 1,0-1,-1 1,1-1,0 1,0-1,0 1,-1-1,1 1,0 0,0-1,0 1,0 0,0 0,0 0,0 0,0 0,0 0,0 0,-1 0,1 0,0 0,0 0,0 1,0-1,0 0,0 1,0-1,-1 0,1 1,0-1,0 1,0 0,-1-1,1 1,0-1,-1 1,1 0,-1 0,1-1,-1 1,1 0,-1 0,1 0,-1 0,0 0,21 48,-20-47,19 84,-3 0,-4 0,-3 2,-5-1,-3 16,2-29,-1-49</inkml:trace>
  <inkml:trace contextRef="#ctx0" brushRef="#br0" timeOffset="9372.884">9974 6409,'9'0,"23"-4,32-7,32-5,29-5,18-1,-14 3</inkml:trace>
  <inkml:trace contextRef="#ctx0" brushRef="#br0" timeOffset="9763.894">11431 6008,'-13'2,"0"0,1 2,-1-1,1 1,0 1,0 0,1 1,-1 1,1-1,1 2,-1-1,1 1,0 1,1 0,0 0,1 1,0 0,-4 7,-1 3,1 0,0 1,2 0,1 0,0 1,2 1,0-1,2 1,-3 18,6-30,0 0,0 0,1 1,0-1,1 0,1 0,-1 0,2 0,0 0,0 0,1 0,0 0,1 0,0-1,0 0,1 0,1 0,0-1,0 1,1-1,-4-7,0 1,0-1,1 0,-1 0,1 0,-1-1,1 1,0-1,-1 0,1 0,0 0,0 0,0-1,0 1,0-1,0 0,0-1,0 1,-1-1,1 1,0-1,0 0,0 0,1-1,82-54,-52 20,-2-3,-1 0,-2-2,-2-1,-2-2,-2 0,-1-2,2-12,-1 2,-2-1,-3-1,-2 0,-3-2,-2 1,-3-2,-7 50,0 0,0-1,-1 1,-1 0,0-1,0 1,-1 0,0-1,-1 1,-1 0,1 0,-2 0,0 1,0-1,-1 1,-5-10,7 18,0-1,0 0,0 1,-1-1,1 1,-1 0,1 0,-1 0,0 1,0-1,0 1,0 0,0 0,0 0,0 1,0-1,0 1,0 0,0 0,0 1,0-1,0 1,0 0,0 0,0 0,-1 1,-8 3,0 0,1 0,0 1,0 1,0 0,1 1,-5 4,1 1,0 1,1 0,0 1,1 1,1 0,1 1,0 0,1 0,1 1,1 1,0-1,1 1,1 1,1-1,1 1,1 0,0 0,2 0,0 0,1 0,1 1,1-1,1 0,1 0,6 19,6 8,3 0,2-2,15 25,-16-33,-1 0,-2 1,-1 1,-3 1,5 20,-13 24,-9-56</inkml:trace>
  <inkml:trace contextRef="#ctx0" brushRef="#br0" timeOffset="10347.337">11805 6262,'-20'46,"2"1,2 0,2 1,2 1,3-12,4-31,6-27,2-5,2-1,0 1,1-1,2 2,1-1,1 1,1 0,1 1,1 1,3-4,-10 19,1 0,0 1,0 0,1 0,0 0,0 1,0 0,1 1,3-2,-8 5,0 0,-1 0,1 1,0-1,0 1,0 0,1 0,-1 1,0-1,0 1,0 0,1 0,-1 0,0 0,0 1,0 0,0 0,0 0,0 0,0 0,0 1,0 0,2 1,-3-1,-1 0,1 1,-1-1,1 0,-1 1,0 0,0 0,0-1,0 1,-1 0,1 1,-1-1,0 0,0 0,0 0,0 1,0-1,-1 1,1-1,-1 0,0 1,0-1,-1 1,1-1,-1 1,1-1,-2 3,-37 88,-54 25,83-105,25-9,16-12,50-4,-79 12,1-1,-1 1,1-1,-1 1,0 0,1-1,-1 1,0 1,1-1,-1 0,0 0,0 1,0-1,0 1,-1 0,1 0,0-1,-1 1,1 0,-1 0,1 1,-1-1,0 0,0 0,0 1,0-1,-1 0,1 1,-1-1,1 3,-1 1,-1 0,0 1,-1-1,1 0,-1 0,0 0,-1-1,1 1,-1 0,0-1,-1 0,1 0,-1 0,0 0,0 0,-1-1,0 0,1 0,-1 0,0 0,-1-1,1 0,-1 0,0 0,-7 5,-1 0,0-1,-1 0,0-1,0-1,0 0,0-1,-1-1,0 0,-8-1,0 0</inkml:trace>
  <inkml:trace contextRef="#ctx0" brushRef="#br0" timeOffset="10992.607">13302 5780,'-21'12,"0"1,1 1,1 0,0 1,1 2,0 0,1 0,2 2,-1 0,2 0,1 2,0 1,-1-3,2 1,0 0,2 1,0 0,1 1,1 0,1 1,1-1,1 1,2 0,-2 16,5-35,0 1,1-1,-1 1,1-1,0 1,0-1,0 1,1-1,-1 0,1 0,0 0,0 0,1 0,-1 0,1 0,0-1,0 1,0-1,0 0,1 0,-1 0,1 0,0-1,0 1,-1-1,2 0,-1 0,0-1,0 1,1-1,-1 0,1 0,-1-1,1 1,-1-1,1 0,-1 0,1 0,0-1,7-1,1 0,-1-1,0-1,0 0,-1-1,1 0,-1-1,0 0,-1-1,1 0,-1 0,-1-1,8-8,4-5,-1-1,-1-1,-1 0,-1-1,5-11,1-11,-2-1,-2-2,-3 0,-1 0,-2-1,-3-1,-2 0,-2 0,-3-1,-1 0,-4-14,3 47,0 0,-2 0,0-1,-1 1,-1 1,0-1,-2 0,0 1,-1 0,-1 0,-7-11,12 25,-1 0,1 1,-1 0,0-1,0 1,0 0,0 1,0-1,-1 1,1-1,-1 1,0 0,1 0,-1 0,0 1,0 0,0-1,-1 1,1 1,0-1,0 0,0 1,-1 0,1 0,0 1,0-1,-1 1,1 0,0 0,0 0,0 0,0 1,-3 1,-5 3,1 0,1 1,-1 0,1 1,0 0,1 0,0 1,0 1,1-1,0 1,1 1,0-1,1 1,0 0,-6 14,0 0,2 0,1 1,1 0,2 0,0 4,0 11,2 0,1 1,3 0,1 0,2-1,2 1,2-1,2 0,9 28,11 17,2-2,5-1,44 76,-60-125</inkml:trace>
  <inkml:trace contextRef="#ctx0" brushRef="#br0" timeOffset="11287.818">13931 6248,'-1'-4,"0"-1,0 1,0-1,0 1,-1 0,0-1,0 1,0 0,-1 0,1 0,-1 0,0 1,0-1,0 1,0 0,-1 0,1 0,-1 0,0 0,0 1,0 0,0 0,0 0,0 0,-1 1,-4-2,1 1,-1 1,0 0,1 0,-1 1,0 0,1 1,-1 0,0 0,1 1,-1 0,1 0,-1 1,-6 3,5-2,1 1,0 0,1 0,-1 0,1 1,0 1,0-1,1 1,0 1,0-1,1 1,0 0,0 1,1-1,0 1,0 0,1 1,1-1,-1 1,1-1,1 1,0 0,0 0,1 0,0 5,2-9,0-1,0 0,1 0,-1 0,1-1,0 1,0 0,1-1,-1 1,1-1,0 0,1 0,-1 0,0 0,1-1,0 1,0-1,0 0,0 0,1 0,-1-1,1 1,9 3,0 0,1 0,0-1,0-1,0-1,15 2,21 0,1-3,0-2,0-2,0-2,19-6,42-8</inkml:trace>
  <inkml:trace contextRef="#ctx0" brushRef="#br0" timeOffset="11873.919">15468 5808,'-13'-1,"0"0,-1 1,1 1,0 0,0 1,0 0,0 1,0 1,0 0,1 1,0 0,0 1,0 0,1 0,0 2,0-1,0 2,1-1,-3 4,-2 4,0-1,2 2,-1 0,2 1,0 0,2 0,0 1,0 1,2 0,1 0,-3 12,7-25,1-1,0 1,1 0,-1 0,1 0,0 0,1 0,0 0,0 0,1 0,-1 0,1 0,1 0,0 0,0 0,0 0,1-1,-1 1,2-1,-1 0,1 0,0 0,0 0,0-1,1 1,0-1,0 0,1-1,0 1,2 0,1-1,0-1,0 0,0 0,1-1,-1 0,1 0,-1-1,1 0,-1-1,1 0,-1-1,1 0,0 0,-1-1,0 0,4-2,11-4,0 0,-1-2,0 0,-1-1,0-2,3-3,8-10,0-1,-2-2,-1-1,-2-1,-1-2,-1 0,-2-2,-1-1,-2-1,-1-1,-2 0,-2-1,-2-1,-1-1,-2 0,-2 0,-2-1,-2 0,-1-8,-2 27,-1-1,-1 0,-1 1,-1-1,-3-5,4 21,0 1,-1 0,0 0,0 1,-1-1,1 0,-2 1,1-1,-1 1,0 0,0 0,0 1,-1-1,0 1,0 0,-1 0,1 1,-1-1,0 1,-1 1,0 0,0 1,0-1,0 1,-1 1,1 0,0 0,-1 0,1 1,-1 0,1 0,-1 1,1 0,-1 0,1 0,0 1,0 1,0-1,-4 3,-2 0,1 1,-1 1,1 0,0 1,0 0,1 1,0 0,1 1,-9 11,9-8,0 2,1-1,0 2,2-1,-1 1,2 0,0 0,1 1,1 0,0 0,2 0,0 0,0 0,2 1,0-1,1 0,3 17,7 31,3-1,2 0,4-1,3 3,-19-54,7 18,13 35,-3 1,-3 2,-3 0,1 28,-14-61,-4-8</inkml:trace>
  <inkml:trace contextRef="#ctx0" brushRef="#br0" timeOffset="12126.245">15882 6155,'-11'14,"-4"13,0 9,2 8,1 5,4 1,3-1,3-4,1-8,1-10</inkml:trace>
  <inkml:trace contextRef="#ctx0" brushRef="#br0" timeOffset="12392.534">15895 6061,'215'211,"-200"-196,10 7,-2 0,-1 2,0 0,-2 2,-1 0,8 16,-25-39,-1 0,1 0,0-1,-1 2,0-1,0 0,0 0,0 0,0 0,-1 1,1-1,-1 0,0 1,0-1,0 0,0 1,-1-1,1 0,-1 1,0-1,0 0,0 0,0 0,-1 0,1 0,-1 0,0 0,0 0,0-1,0 1,0-1,-1 1,1-1,-2 1,-16 8,0-1,-1-1,-1-1,1-1,-1-1,0-1,-1-1,1-1,-1 0,-15-2,29 0,-63 4</inkml:trace>
  <inkml:trace contextRef="#ctx0" brushRef="#br0" timeOffset="12869.308">15575 7078,'-18'185,"9"2,8 33,-1 6,-16 181,-55 289,-63 279,128-916</inkml:trace>
  <inkml:trace contextRef="#ctx0" brushRef="#br0" timeOffset="13577.416">13556 7224,'4'487,"-13"620,-83 126,86-1021,7-147</inkml:trace>
  <inkml:trace contextRef="#ctx0" brushRef="#br0" timeOffset="14263.579">11631 6971,'-2'25,"-3"31,-4 33,1 36,-1 30,1 28,0 23,-2 21,-3 16,-3 13,-5 8,0 0,-2-6,4-13,4-20,6-25,3-45</inkml:trace>
  <inkml:trace contextRef="#ctx0" brushRef="#br0" timeOffset="14938.773">9853 6984,'0'-4,"-2"0,-1 10,0 23,1 33,-2 40,0 46,-4 46,-5 42,-10 35,-9 29,-9 15,-4 0,3-17,9-33,10-60</inkml:trace>
  <inkml:trace contextRef="#ctx0" brushRef="#br0" timeOffset="16216.345">7474 3508,'7'11,"11"11,16 6,16 3,16 3,10 0,0 2,-6-2,-17 1,-19 3,-26 5,-33 1,-31 3,-26-2,1-9</inkml:trace>
  <inkml:trace contextRef="#ctx0" brushRef="#br0" timeOffset="17286.495">7741 3962,'-16'7,"-16"5,-15 4,-10 5,-9 2,-3 3,1-2,9-1,13-4,15-4</inkml:trace>
  <inkml:trace contextRef="#ctx0" brushRef="#br0" timeOffset="17872.929">8490 3668,'1'22,"-1"-9,-4-29,1 4,-1-1,0 0,-1 1,0 0,-1 0,0 1,-1 0,0 0,-1 0,-8-8,13 15,-1 0,0-1,0 1,-1 1,1-1,-1 1,1 0,-1 0,0 0,-1 0,1 1,0 0,-1 0,1 1,-1-1,1 1,-1 0,0 1,1-1,-1 1,0 1,1-1,-1 1,0-1,-5 3,4 0,1 0,-1 0,1 0,0 1,0 0,0 1,1-1,-1 1,1 0,0 0,1 1,-1-1,1 1,0 0,0 0,1 1,0-1,0 1,-1 4,-1 5,0 0,1 0,0 0,2 1,0-1,1 1,0 0,2 0,-1-6,0 1,1-1,1 0,0 0,1 1,0-1,0 0,1-1,1 1,0-1,0 0,1 0,0 0,1-1,0 0,1 0,-1-1,2 0,-1 0,1-1,0 0,1-1,-1 0,7 3,0-4,1 0,-1 0,1-2,0 0,0-1,0 0,0-2,0 0,0-1,0 0,0-2,-1 0,1-1,-1 0,1-1,-1-1,-1-1,1 0,-1-1,12-9,20-13</inkml:trace>
  <inkml:trace contextRef="#ctx0" brushRef="#br0" timeOffset="18127.251">8905 3548,'-7'11,"-2"11,0 11,2 9,0 8,0 7,1 6,-1 0,3-2,1-11,3-11,2-12</inkml:trace>
  <inkml:trace contextRef="#ctx0" brushRef="#br0" timeOffset="18382.648">9212 3589,'-38'11,"1"3,0 1,1 2,1 1,1 2,-4 4,26-18,-1 2,2-1,-1 2,1-1,0 1,1 1,0 0,0 1,1 0,1 0,0 1,-6 10,13-19,0 0,0 0,0 0,0 1,1-1,0 0,-1 0,1 0,0 0,1 0,-1 1,0-1,1 0,0 0,-1 0,1 0,1 0,-1 0,0 0,1 0,-1-1,1 1,0 0,0-1,0 0,0 1,0-1,1 0,-1 0,1 0,1 1,6 3,0 0,1-1,-1 0,1 0,0-1,0-1,1 0,0 0,31 5,0-2,1-2,-1-2,1-2,0-2,-1-1,0-3,0-1,0-2,2-3,-6 0</inkml:trace>
  <inkml:trace contextRef="#ctx0" brushRef="#br0" timeOffset="18821.477">9680 3602,'-8'4,"2"1,-1 1,0-1,1 1,0 0,1 0,-1 1,1 0,0 0,1 0,-1 0,-1 8,0-5,-12 22,1 0,2 2,1 0,2 0,1 1,-5 36,17-25,0-46,0 0,0 0,0 0,1 0,-1 0,0 0,0-1,1 1,-1 0,0-1,0 1,0-1,0 1,0-1,0 0,0 1,0-1,0 0,0 0,0 0,0 1,0-1,-1 0,1 0,0 0,-1 0,2-2,-2 3,20-28,-1-1,-2-1,0 0,-2-1,-2-1,-1 0,6-25,3-19,-3-1,-4-1,-2-13,-11 133,2-1,1 0,3 0,6 25,110 340,-116-376</inkml:trace>
  <inkml:trace contextRef="#ctx0" brushRef="#br0" timeOffset="19089.77">9559 3775,'28'3,"28"0,27 0,18-1,11-1,-13 0</inkml:trace>
  <inkml:trace contextRef="#ctx0" brushRef="#br0" timeOffset="19754.503">7407 4818,'27'8,"235"145,-259-151,12 6,-1 1,1 1,-2 0,1 1,-1 1,-1 0,0 0,1 3,-12-13,1 0,-1 0,0 1,0-1,0 0,0 1,0-1,0 0,0 1,-1-1,0 1,1-1,-1 1,0-1,0 1,0-1,0 1,-1-1,1 1,-1-1,1 1,-1-1,0 0,0 1,0-1,0 0,0 0,-1 1,1-1,-1 0,1 0,-1 0,-70 47,22-28,-2-2,0-2,-1-2,-1-3,-28 2,23-11,62-12,10-2</inkml:trace>
  <inkml:trace contextRef="#ctx0" brushRef="#br0" timeOffset="20178.369">8369 4845,'-2'0,"1"1,-1-1,1 1,0 0,-1 0,1 0,0 0,-1 0,1 0,0 0,0 0,0 0,0 0,0 1,0-1,0 0,1 1,-1-1,0 1,1-1,-1 1,1-1,-1 2,2-2,-1-1,1 0,-1 1,1-1,0 0,0 0,-1 0,1 0,0 0,-1 0,1 0,0 0,-1 0,1 0,0 0,-1 0,1 0,0 0,-1-1,1 1,0 0,-1 0,1-1,-1 1,1 0,0-1,-1 1,1-1,-1 1,1-1,-1 1,0-1,1 1,-1-1,1 0,-1 1,2-2,0-1,0 1,0 0,0-1,-1 1,1-1,-1 0,1 1,-1-1,0 0,0 0,0 0,-1 0,1 1,-1-1,1 0,-1 0,0 0,0 0,-1 0,1 0,0 0,-1 0,0 0,0 0,0 0,0 0,0 0,0 1,-1-1,0 1,1-1,-1 1,0-1,0 1,0 0,0 0,-1 0,1 0,0 0,-1 1,-2-2,-5-1,-1 1,0 1,0 0,1 0,-1 1,0 1,0 0,0 0,0 1,0 0,0 1,0 0,0 1,1 0,0 1,-1 0,1 0,1 1,-1 1,1-1,0 2,0-1,0 1,1 1,0-1,1 1,-1 1,2-1,-1 1,1 0,1 1,-1 0,2 0,-1 0,1 0,1 0,0 1,1 0,0 0,0-1,1 1,0 0,1 0,1 0,-1 0,2 0,1 9,0-13,1 1,0-1,0 0,0 0,1 0,0-1,0 1,0-1,1-1,0 1,0-1,1 0,0 0,0-1,0 1,0-2,0 1,1-1,0 0,-1-1,6 2,8 1,1-1,-1-1,1-1,-1 0,1-2,-1-1,17-2,-16 0,-1 0,1-2,-1-1,0 0,0-2,-1 0,0-1,8-6,17-14</inkml:trace>
  <inkml:trace contextRef="#ctx0" brushRef="#br0" timeOffset="20430.693">8703 4724,'0'12,"-2"10,-1 10,-2 10,-2 8,-3 5,-2 5,2 1,2-3,2-7,5-10,5-12,1-10</inkml:trace>
  <inkml:trace contextRef="#ctx0" brushRef="#br0" timeOffset="20702.975">9038 4711,'-53'21,"1"2,1 3,2 1,-1 4,31-20,4-2,1-2,2 0,-1 0,1 2,0-1,1 2,0-1,0 2,1-1,1 1,-4 5,12-14,0 0,0 1,1-1,-1 0,0 1,1-1,-1 0,1 1,0-1,0 1,0-1,0 0,0 1,1-1,-1 1,1-1,-1 0,1 1,0-1,0 0,0 0,0 0,1 0,-1 0,0 0,1 0,-1 0,1 0,0-1,0 1,0 0,0-1,0 0,0 1,0-1,79 40,-53-31,0-1,1-1,0-1,0-2,1-1,0-1,0-2,-1-1,1-1,0-2,-1 0,1-3,21-6,-21 1</inkml:trace>
  <inkml:trace contextRef="#ctx0" brushRef="#br0" timeOffset="21367.195">9465 4752,'-11'73,"-3"0,-4 0,-11 23,20-67,2-7,7-22,0 0,0-1,0 1,0 0,0 0,0 0,-1 0,1 0,0 0,0 0,0 0,0 0,0 0,-1 0,1 0,0-1,0 1,0 0,0 0,-1 0,1 0,0 0,0 1,0-1,0 0,-1 0,1 0,0 0,0 0,0 0,0 0,-1 0,1 0,0 0,0 0,0 0,0 1,0-1,0 0,0 0,-1 0,1 0,0 1,-1-22,1 19,1-74,4 0,3 1,5-10,-9 63,0 0,2 1,0 0,1 0,1 1,8-14,-13 28,0 1,0 0,0 0,1 1,-1-1,1 0,0 1,1 0,-1 0,1 0,-1 1,1 0,0 0,1 0,-1 0,0 1,1 0,-1 0,1 0,0 1,0-1,0 1,-1 1,1-1,0 1,0 0,0 1,-1 0,0 0,0 0,0 1,-1 0,1 0,0 0,-1 1,0-1,0 1,0 0,0 0,0 0,0 1,-1-1,1 1,-1 0,0 0,-1 0,1 1,0-1,-1 1,0-1,0 1,-1 0,1-1,-1 1,0 0,0 0,-1 0,0 0,1 0,-2 0,1 0,0 0,-1 0,0 0,0 0,-1 0,1 0,-1-1,0 1,0-1,-2 2,-45 66,48-72,1 1,-1-1,1 0,-1 1,0-1,1 1,-1-1,1 0,-1 1,1-1,-1 1,1-1,0 1,-1 0,1-1,0 1,-1-1,1 1,0 0,0-1,-1 1,1 0,0-1,0 1,0 0,0-1,0 1,0 0,0-1,0 1,0 0,0-1,1 1,-1 0,0-1,0 1,0 0,1-1,-1 1,0-1,1 1,-1-1,1 1,-1-1,1 1,-1-1,1 1,-1-1,1 1,-1-1,1 0,0 1,-1-1,1 0,-1 1,1-1,0 0,-1 0,1 0,0 0,-1 0,1 0,138-16,-130 15,-1 1,1-1,-1 2,0-1,1 1,-1 0,0 1,0 0,8 3,-14-4,1 0,0 0,-1 0,1 1,-1-1,1 1,-1 0,0 0,1 0,-1 0,0 0,0 0,-1 1,1-1,0 1,-1-1,1 1,-1 0,0-1,0 1,0 0,0 0,-1 0,1-1,-1 1,0 0,0 0,0 0,0 2,-3 5,0 0,-1 1,0-2,0 1,-1 0,-1-1,1 0,-2 0,1-1,-1 1,0-2,-1 1,0-1,0 0,-1 0,1-1,-2-1,-4 3,0 3,-2-1,1-1,-1 0,0-2,-1 1,0-2,0 0,-1-1,0-1,1-1,-15 1,7-8,7-4</inkml:trace>
  <inkml:trace contextRef="#ctx0" brushRef="#br0" timeOffset="21989.966">11751 4016,'-1'0,"0"0,1 0,-1 0,0-1,0 2,0-1,0 0,0 0,0 0,1 0,-1 0,0 1,0-1,0 0,0 1,1-1,-1 1,0-1,0 1,1-1,-1 1,0-1,1 1,-1 0,1-1,-1 1,1 0,-1 0,1-1,-1 1,1 0,0 0,-1 0,1-1,0 1,0 0,0 0,-1 0,1 0,0 0,0 0,0 0,0-1,1 1,-1 0,0 0,0 0,1 0,-1 0,0-1,1 1,-1 0,0 0,1-1,-1 1,1 0,0 0,-1-1,1 1,0-1,-1 1,1 0,13 3,-1-1,1 0,0 0,0-2,0 0,0 0,6-1,-6 0,25 0,-1-1,0-2,0-1,20-6,-22-4,-41 13,-4 3,1 1,-1 0,1 1,0 0,0 0,0 1,0 0,1 1,0-1,0 1,0 1,1-1,0 1,0 0,1 0,0 1,0 0,-3 6,-18 34,2 1,2 2,3 0,1 1,-7 41,-9 25,-28 63,52-159</inkml:trace>
  <inkml:trace contextRef="#ctx0" brushRef="#br0" timeOffset="22256.904">11511 4471,'20'2,"19"1,18 0,15-1,15-3,7-5,4-5,-4-4,-8-5,-18 1</inkml:trace>
  <inkml:trace contextRef="#ctx0" brushRef="#br0" timeOffset="22555.692">12433 4096,'-70'132,"40"-79,2 2,2 1,-3 16,14 5,15-75,0 0,0 0,0 0,0 0,0 0,1 0,-1 0,1 0,-1 0,1-1,0 1,0 0,0 0,0-1,0 1,0 0,0-1,0 1,1-1,-1 0,1 1,-1-1,1 0,-1 0,1 0,0 0,0 0,-1 0,1-1,0 1,0 0,0-1,0 0,0 1,0-1,0 0,1 0,12-1,-1-1,1 0,-1-1,0 0,0-2,0 1,0-2,-1 0,0 0,0-1,11-9,-10 8,-2-1,1 0,-1-1,-1-1,0 0,0 0,-1-1,0 0,-1-1,-1 0,3-5,-32 55,-2 12,3 2,2 0,2 1,3 1,1 0,-1 35,10-48</inkml:trace>
  <inkml:trace contextRef="#ctx0" brushRef="#br0" timeOffset="23011.291">13075 4217,'-6'-11,"-1"0,-1 1,0-1,0 2,-1-1,0 1,-1 0,0 1,0 0,0 1,-1 0,-1 1,1 0,-1 0,0 2,0-1,-10-1,18 5,0 1,-1 0,1 0,-1 1,1-1,0 1,0 0,-1 0,1 1,0-1,0 1,0 0,0 0,0 0,1 0,-1 1,1-1,-1 1,1 0,0 0,0 0,0 1,1-1,-1 1,1-1,-1 1,1 0,1 0,-1 0,0 0,1 0,0 2,-2 2,1-1,0 1,1-1,-1 1,2 0,-1 0,1 0,0 0,1 0,-1-1,2 1,-1 0,1-1,0 1,1-1,0 1,3 5,-3-8,1 0,-1-1,1 1,0-1,0 0,0 0,1-1,-1 1,1-1,0 0,0 0,0 0,0-1,1 0,-1 0,0 0,1-1,0 0,-1 0,1 0,0-1,-1 1,1-1,0-1,2 0,3 0,0-1,0 0,-1-1,1 0,-1-1,0 0,0-1,0 0,0 0,-1-1,0 0,8-7,-4 0,-1 0,0-1,-1 0,0-1,-2 0,1-1,-2 0,0-1,-1 1,4-14,-9 64,-15 47,-3-1,-4-1,-3-1,-3 0,-4-2,-24 41,35-75,7-11</inkml:trace>
  <inkml:trace contextRef="#ctx0" brushRef="#br0" timeOffset="23433.168">13356 4243,'43'-6,"0"2,1 2,-1 2,13 3,-53-4,0 1,0 0,1 0,-1 0,0 0,0 0,0 1,0-1,0 1,0 0,0 0,0 0,-1 0,1 0,0 1,-1 0,1-1,-1 1,1 0,-1 0,0 0,1 0,-1 1,0-1,-1 1,1-1,0 1,-1-1,0 1,1 0,-1 0,0 0,0 0,-1 0,1 0,0 3,-4 2,-1-1,1 1,-2-1,1 0,-1 0,0 0,0 0,0-1,-1 0,0 0,-1-1,-5 5,9-8,-95 75,99-77,0 0,0 0,-1 0,1 0,0 0,-1 0,1 1,0-1,-1 0,1 0,0 1,-1-1,1 0,-1 1,1-1,0 1,-1-1,1 0,-1 1,1-1,-1 1,1 0,-1-1,0 1,1-1,-1 1,0 0,1-1,-1 1,0 0,0-1,0 1,0 0,1-1,-1 1,0 0,0-1,0 1,0 0,-1 0,1-1,0 1,0 0,0-1,0 1,-1 0,1-1,0 1,-1-1,1 1,0 0,-1-1,1 1,-1-1,1 1,-1-1,1 1,-1-1,1 1,-1-1,0 0,1 1,-1-1,0 0,1 0,-1 1,0-1,109 4,-88-6,-1 2,1 0,0 2,-1 0,1 1,-1 1,5 2,-20-5,-1 0,1 0,0 1,0-1,0 1,-1 0,1 0,-1 0,1 1,-1-1,0 1,0 0,0 0,0 0,-1 0,1 0,-1 1,0-1,0 1,0-1,0 1,0 0,-1 0,0 0,0 0,0 0,0 0,-1 0,0 0,1 0,-1 0,-1 0,1 0,-1 0,1 0,-1 0,0 0,-2 4,-5 3,-1-1,0-1,0 0,-1 0,-1 0,1-1,-1-1,-1 0,1-1,-1 0,0 0,0-1,-1-1,0 0,1-1,-11 2,-75 6,59-13</inkml:trace>
  <inkml:trace contextRef="#ctx0" brushRef="#br0" timeOffset="24655.905">14452 3241,'-6'20,"-6"17,-2 12,-1 8,-1 0,1 0,3-5,0-9,4-10,2-11</inkml:trace>
  <inkml:trace contextRef="#ctx0" brushRef="#br0" timeOffset="25335.148">14332 3214,'0'-16,"-1"11,0-1,1 1,-1-1,1 1,1-1,-1 1,1-1,0 0,0 1,0 0,1-1,0 1,0 0,0 0,1 0,0 0,0 0,0 1,0-1,1 1,0 0,0 0,2-2,7-1,0 2,0-1,0 2,1 0,-1 0,1 1,0 1,0 0,0 1,1 1,-1 0,0 1,0 0,0 1,9 3,-16-3,1 0,0 0,-1 1,0 0,0 0,0 1,0 0,0 0,-1 1,0 0,3 2,-7-5,0 0,0 0,0 1,0-1,0 1,0-1,-1 1,1 0,-1-1,0 1,0 0,0 0,0 0,0 0,-1 0,1 0,-1 0,0 0,0 1,0-1,0 0,-1 0,1 0,-1 0,0 0,0 0,0 0,0 0,0-1,-1 2,-8 10,-1-1,0 1,-1-2,-1 1,0-2,-1 0,0 0,0-2,-1 0,0 0,-1-1,-12 4,-194 80,247-88,-11-3,-1 1,1 1,-1 0,1 0,-1 2,0-1,-1 2,1 0,-1 0,0 1,-1 0,1 1,-2 1,1 0,-1 0,0 1,-1 0,0 0,-1 1,0 1,-1-1,4 8,2 3,-11-16,1 0,-1 0,1-1,1 1,-1-1,1 0,0 0,0 0,0 0,1-1,0 1,0-1,0 0,0-1,0 1,1-1,0 0,-1-1,1 1,0-1,0 0,1-1,-1 1,0-1,7-3,-1-1,0 0,0-1,-1 0,1-1,-1 0,0-1,0 0,-1 0,2-2,18-10,-30 17,0 0,1 1,-1-1,1 0,-1 0,1 1,0-1,-1 0,1 1,0-1,-1 1,1-1,0 1,0-1,-1 1,1 0,0-1,0 1,0 0,0 0,-1-1,1 1,0 0,0 0,0 0,0 0,0 0,0 0,0 0,-1 0,1 1,0-1,0 0,0 0,0 1,-1-1,1 1,0-1,0 1,-1-1,1 1,0-1,0 1,-1-1,1 1,-1 0,1 0,-1-1,1 1,-1 0,1 0,-1-1,0 1,1 0,-1 0,0 0,0 0,0 0,1-1,-1 1,0 1,-1 1,1 0,-1-1,1 1,0 0,0 0,0 0,0-1,1 1,-1 0,1 0,0-1,0 1,0 0,0-1,0 1,0-1,1 1,-1-1,1 0,0 1,0-1,-1 0,1 0,1 0,-1-1,0 1,0 0,1-1,-1 1,1-1,-1 0,1 0,0 0,0 0,8 2,1 0,-1-1,0-1,1 0,0 0,-1-1,1-1,-1 0,1 0,10-4,-18 5,0-1,0 0,0-1,0 1,0-1,0 1,0-1,-1 0,1-1,0 1,-1-1,0 1,0-1,0 0,0 0,0-1,-1 1,1 0,-1-1,0 0,0 1,0-1,0 0,-1 0,0 0,0 0,0 0,0 0,0-1,-1 1,0-1,-1-2,0-1,-1 1,0 0,-1 0,1 0,-1 0,-1 0,1 1,-1-1,0 1,-1 0,1 0,-1 0,-1 1,1 0,-1 0,1 0,-2 1,1 0,0 0,-1 0,1 1,-1 0,0 0,0 1,-1-1,1 2,0-1,-1 1,1 0,-1 1,1 0,-1 0,1 0,-6 2,9-1,0 0,0 1,0-1,1 1,-1 0,1 0,-1 0,1 1,0-1,0 1,0 0,0 0,0 0,1 0,-1 0,1 0,0 1,0-1,0 1,0 0,1-1,0 1,-1 0,1 0,1 0,-1 0,1 0,-1 0,1 0,0 0,0 0,1 0,-1 0,1 0,0 0,0 0,1 0,-1 0,1-1,-1 1,1 0,0-1,1 1,18 29</inkml:trace>
  <inkml:trace contextRef="#ctx0" brushRef="#br0" timeOffset="25606.425">15307 3762,'2'-19,"1"0,1 0,0 1,2-1,0 1,1 0,0 0,3-1,1-5,27-71,-35 79,-9 18,-13 25,13-14,0 0,1 0,0 0,1 0,1 1,0 0,1 0,0 0,1 0,1 0,0 0,1 0,1 0,0 0,0-1,2 1,0-1,0 1,1-1,1 0,0-1,0 1,2-1,-1-1,5 5,24 21</inkml:trace>
  <inkml:trace contextRef="#ctx0" brushRef="#br0" timeOffset="26471.108">16163 3334,'1'24,"-2"0,0 1,-2-1,0 0,-2-1,-1 1,0-1,-2 0,-1 0,-1-1,0 0,-2-1,-3 5,-22 10,35-37,1 1,-1-1,1 1,0-1,0 0,-1 0,1 1,0-1,0 0,0 0,0 0,0 0,0-1,0 1,0 0,1 0,-1-1,0 1,1 0,-1-1,1 1,-1 0,1-1,0 1,-1-1,1 1,0 0,0-1,0 1,0-1,0 1,1-1,-1 1,0-1,1 1,-1 0,1-1,4-44,3 1,1 0,2 1,2 0,8-14,-20 55,12-38,1 1,3 1,1 0,2 1,2 0,-20 33,0 1,0 0,1 0,0 0,-1 1,1-1,1 1,-1 0,0-1,1 1,-1 1,1-1,0 0,0 1,0 0,1 0,-1 0,0 1,1-1,-1 1,1 0,-1 0,1 1,-1-1,1 1,0 0,-1 0,1 1,0-1,-1 1,1 0,-1 0,1 1,-1-1,0 1,2 1,1 1,-2 1,1-1,0 1,-1 1,0-1,0 1,-1 0,0 0,0 0,0 1,0-1,-1 1,0 0,-1 0,0 0,0 0,0 1,-1-1,0 0,0 1,-1-1,0 1,0-1,-1 0,0 1,0-1,-1 0,0 1,0-1,-1 0,1 0,-2-1,1 1,-3 2,-9 6,0-1,-1-1,-1 0,0-2,-1 0,0 0,-1-2,0 0,-1-1,1-2,-1 0,-17 3,-20 9,56-18,-1 0,1 0,-1 0,1 0,-1 0,1 0,0 0,-1 1,1-1,-1 1,1-1,0 1,-1-1,1 1,0 0,-1-1,1 1,0 0,0 0,0 0,0 0,0 0,0 0,0 1,0-1,0 0,1 0,-1 1,0-1,1 0,-1 1,1-1,-1 1,1-1,0 1,0-1,0 1,-1-1,1 1,1-1,-1 0,0 1,0-1,0 1,1-1,-1 1,1-1,-1 0,1 1,0-1,0 0,-1 1,2-1,14 16,2 0,0-2,1 0,1-1,0-1,0-1,3 0,-12-6,0 0,0 0,0-1,1 0,0-1,0 0,0-1,1 0,-1-1,1-1,8 0,34-30,-19 4,-34 25,-1 1,0-1,0 0,0 1,0 0,0-1,0 1,0 0,0-1,0 1,0 0,-1 0,1 0,0 0,0 0,-1 0,1 0,0 0,-1 0,0 0,1 0,-1 0,1 0,-1 0,0 1,0-1,0 0,0 0,1 0,-2 1,1-1,0 0,0 0,0 0,0 0,-1 1,1-1,-1 1,1 2,0 14,-1-15,0 1,1-1,-1 1,1-1,0 1,0-1,0 1,0 0,0-1,1 1,0-1,0 1,0-1,0 0,0 1,1-1,-1 0,1 0,0 0,0 0,0 0,0 0,1-1,-1 1,1-1,-1 1,1-1,0 0,0 0,0 0,0-1,0 1,1-1,2 0,0-1,0-1,0 1,0-1,0 0,0 0,0-1,-1 1,1-1,0-1,-1 1,0-1,1 0,-1 0,0 0,0-1,-1 0,1 0,-1 0,0-1,0 1,0-1,-1 0,1 0,-1 0,-1 0,1-1,-1 1,0-1,0 0,0 0,-1 1,0-1,0 0,0 0,-1 0,0 0,0 0,-1 0,1 0,-1 0,-1 0,0-3,-1 4,0 0,-1 0,0 0,1 1,-2-1,1 1,0 0,-1 0,0 1,0-1,0 1,0 0,0 1,-1-1,1 1,-1 0,0 0,0 1,0-1,1 1,-1 1,0-1,0 1,0 0,0 0,0 1,0 0,0 0,0 0,0 1,1 0,-1 0,0 0,1 1,0 0,0 0,0 0,0 1,0-1,0 1,1 0,0 1,0-1,0 1,1 0,-2 2,3-5,1 1,0-1,0 1,0-1,0 1,0 0,0 0,1 0,-1-1,1 1,0 0,-1 0,2 0,-1 0,0 0,0-1,1 1,0 3,9 17</inkml:trace>
  <inkml:trace contextRef="#ctx0" brushRef="#br0" timeOffset="26754.396">16832 3508,'15'-5,"0"1,0 0,0 1,1 1,-1 1,1 0,-1 1,16 2,-28-3,-1 1,1 0,-1 0,1 1,-1-1,0 1,1-1,-1 1,0 0,1 0,-1 0,0 0,0 0,0 0,0 0,0 1,0-1,0 1,0 0,0-1,-1 1,1 0,-1 0,1 0,-1 0,0 0,0 1,0-1,0 0,0 1,0-1,-1 0,1 1,-1-1,0 1,0-1,1 0,-2 1,1-1,0 1,0-1,-1 1,1-1,-1 0,0 2,-9 13,0 0,0-1,-2 0,0-1,-1 0,0-1,-1 0,-13 8,3 0,0 1,15-16,-1 1,2 0,-1 1,1 0,1 0,-1 1,2 0,-1 0,-1 5,8-12,-1-1,1 1,0-1,0 1,1 0,-1-1,1 0,-1 1,1-1,0 1,0-1,0 0,0 1,0-1,0 0,1 0,-1 0,1 0,-1 0,1 0,0 0,0-1,0 1,0-1,0 1,0-1,0 0,0 0,0 0,1 0,-1 0,1 0,-1-1,0 1,1-1,-1 1,1-1,-1 0,1 0,0 0,-1-1,0 1,1 0,151-1,-73-7</inkml:trace>
  <inkml:trace contextRef="#ctx0" brushRef="#br0" timeOffset="27728.838">14733 2533,'103'-664,"-65"371,-2-253,-34 491,2 59,2 9</inkml:trace>
  <inkml:trace contextRef="#ctx0" brushRef="#br0" timeOffset="28469.853">16243 2572,'41'-356,"-29"274,59-494,-37 92,-18 394,-9 65</inkml:trace>
  <inkml:trace contextRef="#ctx0" brushRef="#br0" timeOffset="30161.707">4225 3642,'-142'-28,"1038"58,-307-19,398 2,-626-39,-183 26,-64 14,-88-7,-31-4</inkml:trace>
  <inkml:trace contextRef="#ctx0" brushRef="#br0" timeOffset="31506.065">1605 3642,'205'20,"312"-12,-348-9,409-15,-480 9,293-12,-135 8,-70 36,-84-23,-90-3</inkml:trace>
  <inkml:trace contextRef="#ctx0" brushRef="#br1" timeOffset="40518.365">9800 8615,'0'0,"-17"-6,0 1,0 1,0 1,-1 0,1 1,-1 1,-7 1,22 0,0 1,0 0,1-1,-1 1,0 0,1 0,-1 0,1 0,-1 1,1-1,-1 1,1 0,0-1,0 1,0 0,0 0,0 0,0 1,0-1,1 0,-1 1,1-1,0 1,0-1,0 1,0 0,0 0,0-1,1 1,-1 0,1 0,0 0,0-1,0 1,0 0,1 2,-1 1,0-1,1 1,0 0,0-1,1 1,0-1,0 0,0 0,0 1,1-1,0-1,0 1,0 0,0-1,1 1,0-1,0 0,2 2,0-3,0 0,0 0,0 0,0-1,1 0,-1 0,0 0,1-1,-1 0,1 0,0-1,-1 0,1 0,0 0,-1-1,1 0,6-2,-9 2,-1 0,1 0,0 0,0-1,-1 0,1 0,-1 0,0 0,1 0,-1-1,0 1,0-1,0 0,-1 0,1 0,-1 0,0 0,1-1,-1 1,-1-1,1 1,-1-1,1 0,-1 0,0 1,0-1,-1 0,1 0,-1 0,0-1,-1-3,-1 1,0 0,0 0,-1 0,0 1,0-1,-1 1,0-1,0 1,0 0,-1 0,0 1,0 0,0 0,-1 0,1 0,-1 1,0 0,-1 0,1 0,-1 1,0 0,1 1,-1-1,0 1,-1 0,1 1,-1 0,2 0,-1 1,1 0,-1 1,1-1,-1 1,1 0,0 1,0-1,-1 1,1 1,0-1,1 1,-1 0,0 0,1 1,0 0,0-1,0 2,0-1,0 1,1-1,0 1,0 1,1-1,-1 0,1 1,0 0,0 1,0-3,1 0,0 1,0-1,0 1,1 0,-1-1,1 1,0 0,1 0,-1 0,1 0,0 0,0-1,0 1,1 0,0 0,0 0,0 0,0-1,1 1,0 0,0-1,0 1,0-1,1 0,0 0,0 0,0 0,0 0,0-1,1 1,0-1,0 0,0 0,0-1,3 2,2 1,1-1,1 0,-1 0,0-1,1-1,0 0,-1 0,1-1,0-1,0 1,0-2,-1 0,1 0,0-1,0 0,-1 0,1-2,-1 1,0-1,0-1,0 1,-1-2,0 1,0-2,0 1,-1-1,0 0,0-1,0 0,-1 0,-1 0,1-1,-1 0,0-1,-5 5,0 1,0-1,0 0,0 0,-1 0,1 0,-1 0,-1 0,1 0,-1 0,1 0,-1 1,-1-1,1 0,-1 0,0 1,0-1,0 1,-1 0,1 0,-1-1,0 2,0-1,-1 0,1 1,-1-1,1 1,-1 0,0 0,-1 0,1 1,0 0,-3-1,0-1,1 0,-1 1,0 0,0 1,0-1,0 1,0 1,0-1,-1 1,1 1,-1-1,1 1,-1 0,1 1,0 0,-1 0,1 1,0-1,0 2,0-1,0 1,-3 1,4 1,0 0,0 0,0 1,1 0,-1 0,1 0,1 1,-1-1,1 1,1 0,-1 1,1-1,0 0,1 1,0 0,0-1,0 1,1 0,0 0,1 0,0 0,0 0,1 0,0 0,0-4,0 0,0-1,1 1,0-1,0 1,0-1,0 0,0 0,0 0,1 0,0 0,-1-1,1 1,0-1,1 1,-1-1,0 0,0 0,1-1,-1 1,1-1,0 0,-1 0,4 1,92 3,-89-6,-1 0,0 0,0-1,0 0,0-1,-1 0,1 0,0-1,-1 0,0 0,0-1,-1 0,1 0,-1-1,0 0,0-1,-1 1,0-1,0 0,-1-1,1 1,0-4,-5 8,0-1,0 1,0 0,0-1,-1 1,1 0,-1-1,0 1,0-1,0 1,-1-1,1 1,-1-1,0 1,0 0,0-1,0 1,-1 0,1 0,-1 0,0 0,0 0,0 0,0 1,0-1,-1 1,1-1,-1 1,-1-2,-4-1,1 0,-1 0,0 0,0 1,0 0,-1 1,1 0,-1 0,0 1,-8-1,8 1,0 1,1 1,-1-1,0 1,0 1,0 0,0 0,1 1,-1 0,0 0,1 1,0 0,-1 1,1 0,1 0,-1 0,0 1,1 1,0-1,1 1,-1 0,1 0,0 1,0 0,1 0,0 0,0 1,1 0,0 0,0 1,3-6,1-1,0 1,-1-1,1 1,0 0,0-1,1 1,-1-1,0 1,1-1,0 1,-1-1,1 1,0-1,0 1,1-1,-1 0,0 0,1 1,-1-1,1 0,0 0,0-1,0 1,0 0,0-1,0 1,0-1,0 1,1-1,-1 0,0 0,1 0,-1 0,1-1,0 1,95 12,28-34,-120 15,-22 7,-41 5,1-2,-1-3,0-2,-17-4,-54 0,-987-60,440 18,-266-2,561 27,60 16,311 7,-1 1,1-1,0 1,-1 1,1 0,1 0,-1 1,0 0,1 1,0-1,-3 3,5-3,5-3,0 0,0 0,0 0,-1 0,1 0,-1-1,1 1,-1 0,1-1,-1 1,1-1,-1 1,1-1,-1 0,0 0,1 0,-1 0,1 0,-1 0,0 0,1 0,-1 0,1-1,-1 1,0-1,1 1,-1-1,1 0,0 0,-1 1,1-1,0 0,-1 0,1 0,0-1,0 1,0 0,0 0,0-1,0 1,0 0,0-1,1 1,-1-1,-3-14,0 0,2-1,0 1,1-1,0 0,3-15,-2 14,28-377,0-563,-10 590,16-7,-17 203,-7-206,-10 288,-27-118,26 192,0 11,1 0,-1-1,1 1,0 0,0-1,0 1,1 0,0 0,0-1,0 1,1 0,0 0,0 0,2-4,60-15,-55 22,29-3,1 2,-1 1,1 2,0 2,20 3,64 3,271-28,-13 0,-112 21,-244 1,-33 4,-5-4</inkml:trace>
  <inkml:trace contextRef="#ctx0" brushRef="#br1" timeOffset="41561.56">5843 6383,'0'-1,"26"-13,-26 14,0 0,1-1,-1 1,0 0,1-1,-1 1,0 0,1 0,-1 0,1-1,-1 1,0 0,1 0,-1 0,1 0,-1 0,1 0,-1 0,0 0,1 0,-1 0,1 0,-1 0,1 0,-1 0,0 0,1 0,-1 1,1-1,-1 0,0 0,1 0,-1 1,1-1,-1 0,0 1,0-1,1 0,-1 0,0 1,1-1,-1 1,0-1,0 0,0 1,1-1,-1 1,0-1,0 0,0 1,0-1,0 1,0-1,0 1,0-1,0 0,0 1,-31 67,23-55,-166 218,142-183,32-48,0 0,0 0,0 0,0 0,1 0,-1 0,0 0,0 0,0 1,0-1,0 0,1 0,-1 0,0 0,0 1,0-1,0 0,0 0,0 0,0 0,0 1,0-1,0 0,0 0,0 0,0 1,0-1,0 0,0 0,0 0,0 1,0-1,0 0,0 0,0 0,0 0,0 1,15-16,16-27,-1-1,-2-2,-2 0,0-6,-5 12,81-157,-101 194,-1 1,0 0,1 0,-1 0,0-1,1 1,-1 0,1 0,-1 0,1 0,-1 0,1 0,0 0,-1 0,1 0,0 0,0 0,0 1,0-1,0 0,0 0,0 1,0-1,0 1,0-1,0 1,0-1,0 1,0 0,1-1,-1 1,0 0,0 0,0 0,1 0,-1 0,0 0,0 0,0 1,1-1,-1 0,0 1,0-1,0 1,0-1,0 1,50 87,153 205,-183-250,-16-26</inkml:trace>
  <inkml:trace contextRef="#ctx0" brushRef="#br1" timeOffset="51915.796">2514 3361,'-27'-16,"54"13,85 20,17 2,-2 5,93 31,-66 13,-153-67,1-1,-1 1,0-1,0 1,1-1,-1 1,0 0,0-1,0 1,0 0,0 0,0 0,0 0,0 0,-1 0,1 0,0 0,-1 0,1 0,0 1,-1-1,1 0,-1 0,0 1,1-1,-1 0,0 1,0-1,0 0,0 1,0-1,0 0,0 0,-1 1,1-1,0 0,-1 1,1-1,-1 0,1 0,-1 0,1 1,-1-1,0 0,0 0,0 0,1 0,-2 0,-74 85,-11-2,-53 36,-71 38,-69 31,-10-4</inkml:trace>
  <inkml:trace contextRef="#ctx0" brushRef="#br1" timeOffset="53341.99">1 460,'0'16,"4"16,5 17,2 16,-1 15,-1 10,-3 7,-2 2,-2-3,-2-18</inkml:trace>
  <inkml:trace contextRef="#ctx0" brushRef="#br1" timeOffset="54033.142">295 861,'17'19,"0"2,-1-1,-1 2,-2 0,0 1,-1 0,-1 1,3 10,27 79,-39-112,0-1,-1 1,1-1,0 1,-1-1,1 1,0-1,0 0,-1 0,1 0,0 0,0 0,-1 0,1 0,0-1,0 1,-1-1,1 1,0-1,-1 0,1 0,-1 1,1-1,-1 0,1 0,-1-1,1 1,-1 0,0 0,0-1,0 1,0-1,0 1,0-1,0 1,0-1,0 1,-1-1,1 0,-1 0,3-2,73-130,-24 36,-52 97,0 1,0-1,1 1,-1-1,1 1,-1-1,0 1,1-1,-1 1,1-1,-1 1,1-1,-1 1,1 0,-1-1,1 1,0 0,-1 0,1-1,-1 1,1 0,0 0,-1 0,1 0,0 0,-1 0,1 0,0 0,-1 0,1 0,0 0,-1 0,1 0,-1 1,1-1,0 0,-1 0,1 1,-1-1,1 0,-1 1,1-1,-1 0,1 1,-1-1,1 1,-1-1,1 1,-1-1,0 1,1 0,-1-1,0 1,23 38,-19-31,5 11,1-1,1-1,1 1,1-2,12 14,-20-25,1 0,-1 0,1 0,0 0,0-1,1 0,-1 0,1-1,0 0,0 0,0-1,0 0,0 0,1 0,-1-1,0 0,1-1,0 1,-2-2,-1 1,1-1,-1-1,1 1,-1-1,1 0,-1 0,0 0,0-1,0 0,0 0,0 0,-1 0,0-1,1 0,-1 0,0 0,-1 0,1-1,-1 1,2-4,4-8,0 1,-1-2,-1 1,-1-1,0 0,0-6,14-70,-4 0,-5-1,-3-11,-1 32,33-392,-37 434,-3 42,-4 55,-16 151,8 206,12-392,1 1,2 0,1-1,1 1,2-1,1 0,1-1,2 0,9 17,-19-42,1-1,0 1,1 0,-1-1,1 0,0 1,0-1,0 0,0-1,1 1,0 0,0-1,0 0,0 0,0 0,0 0,1-1,0 0,-1 0,1 0,0 0,0-1,0 0,0 0,0 0,0 0,0-1,0 0,0 0,1-1,-1 1,0-1,0 0,0 0,0-1,-1 0,1 1,1-2,18-18</inkml:trace>
  <inkml:trace contextRef="#ctx0" brushRef="#br1" timeOffset="54324.362">776 460,'-14'5,"-4"3,8 1,16 1,27-2,27-1,28-5,25-2,13-2,1 5,-20 1</inkml:trace>
  <inkml:trace contextRef="#ctx0" brushRef="#br1" timeOffset="55449.359">1458 1115,'0'-3,"2"-22,-2 0,0 1,-2-1,-1 1,0-1,-2 1,-1 0,-1 0,-1 1,-7-15,-29-25,63 69,21 4,1-2,1-2,0-1,-1-3,13-1,-36 0,192 4,-209-5,1-1,-1 1,0 0,0 0,0 1,0-1,0 0,1 0,-1 0,0 1,0-1,0 1,0-1,0 1,0-1,0 1,0-1,0 1,0 0,0 0,-1 0,1-1,0 1,0 0,-1 0,1 0,-1 0,1 0,-1 0,1 0,-1 0,1 0,-1 0,0 1,0-1,1 0,-1 0,0 0,0 0,0 0,0 1,-1-1,1 0,0 0,0 0,-1 0,1 1,-33 65,28-61,1 1,0 0,0-1,0 2,1-1,0 0,1 1,0-1,0 1,0 0,1-1,0 1,0 0,1 6,1-10,0-1,0 1,1 0,-1-1,1 1,0-1,0 1,0-1,1 0,-1 0,1 0,-1 0,1 0,0-1,0 1,0-1,1 0,-1 0,0 0,1 0,-1-1,1 1,0-1,3 1,94 13,-75-15,-1-2,1 0,-1-1,0-1,0-2,-1-1,1 0,-1-2,-1-1,0 0,0-2,-1-1,7-6,30-50,-58 67,0 0,0 0,0 1,0-1,0 0,-1 0,1 0,-1 0,1 0,-1 0,0 0,0 0,1 0,-1 0,-1 0,1 0,0 0,0 0,-1 0,1 0,-1 0,0 0,0 0,1 0,-1 0,0 1,-1-1,1 0,0 1,0-1,-1 1,1-1,-1 1,1-1,-1 1,0 0,1 0,-1 0,0 0,0 0,-1 0,-5-2,-1 1,1 1,0-1,-1 2,1-1,0 1,-1 0,1 0,0 1,-1 1,1-1,0 1,0 1,0-1,0 1,0 1,1-1,-1 1,1 1,0-1,0 1,1 1,0-1,-1 1,2 0,-1 0,1 1,0 0,0 0,1 0,0 0,0 1,1-1,0 1,0 0,0 0,0 7,3-10,0 0,1-1,0 1,0 0,0 0,0-1,1 1,-1 0,1-1,0 0,1 1,-1-1,1 0,0 0,0 0,0 0,0-1,1 0,-1 1,1-1,0 0,0-1,0 1,0-1,1 1,-1-1,1-1,-1 1,1-1,0 1,-1-1,1-1,0 1,0-1,0 1,0-2,0 1,-1 0,1-1,0 0,0 0,-1 0,2-1,4 0,-1-1,1 0,-1 0,0-1,1 0,-2 0,1-1,-1-1,1 1,-2-1,1 0,-1-1,1 0,-2 0,1-1,-1 0,0 0,-1 0,0-1,0 1,-1-1,0 0,-1-1,0 1,0-1,-1 1,1-5,-4 4,-1 17,-4 17,4-17,-1-1,2 1,-1 0,1 0,0 1,1-1,-1 0,1 0,1 0,-1 0,1 0,1 0,-1 0,1 0,1 0,-1 0,1-1,0 1,0-1,1 0,0 0,0 0,0 0,1-1,0 1,0-1,0-1,1 1,0-1,4 3,-8-6,0 0,0 0,0-1,1 1,-1-1,0 1,0-1,0 0,1 1,-1-1,0-1,1 1,-1 0,0 0,0-1,0 1,1-1,-1 0,0 0,0 0,0 0,0 0,0 0,0 0,0-1,-1 1,1-1,0 1,-1-1,1 0,-1 1,0-1,1 0,-1 0,0 0,0 0,0-1,24-84,-19 29,-6 44,1-1,1 1,0-1,1 1,1 0,0 0,1 0,3-4,-4 13,1 0,-1 1,1 0,1 0,-1 0,0 1,1-1,0 2,0-1,0 0,0 1,0 0,0 1,1-1,-1 1,1 0,-1 1,0 0,1 0,-1 0,1 1,-1-1,1 2,1 0,12-2,7 1,-10-2,0 2,0-1,0 2,0 0,-1 1,1 1,-1 0,0 1,15 7,-27-10,-1 0,0 0,0 0,0 1,0-1,-1 1,1-1,-1 1,1 0,-1 0,0 0,0 0,0 1,-1-1,1 0,-1 1,1-1,-1 1,-1-1,1 1,0 0,-1 2,-11 83,1 6,11-92,0 0,0-1,0 1,0-1,0 1,0-1,0 1,1-1,0 0,-1 0,1 1,0-1,0-1,0 1,0 0,0 0,0-1,1 1,-1-1,1 0,-1 1,1-1,-1-1,1 1,0 0,-1 0,1-1,0 0,-1 1,1-1,5 0,-1 0,0 0,1 0,-1-1,0 0,1 0,-1-1,0 0,0 0,6-3,-2-2,-1 1,1-1,-1-1,-1 0,1 0,-1-1,-1 0,0 0,0-1,-1 0,0-1,0 1,-1-1,-1-1,0 1,-1-1,0 0,0 0,-1 0,-1 0,0-1,-1 1,0 0,-1-1,-1 0,2 12,-1 0,0-1,1 1,-1-1,0 1,0 0,0-1,0 1,-1 0,1-1,0 1,0 0,-1-1,1 1,-1 0,1 0,-1-1,0 1,1 0,-1 0,0 0,0 0,0 0,0 0,0 0,0 0,0 0,0 0,0 1,0-1,-1 0,1 1,0-1,0 1,-1-1,1 1,0 0,-1-1,1 1,0 0,-1 0,1 0,0 0,-1 0,1 0,-1 0,1 1,0-1,-1 1,1-1,0 0,0 1,-1 0,1-1,0 1,0 0,-3 2,0 0,0 1,1-1,-1 1,1 0,0 0,0 0,1 0,-1 0,1 0,0 1,0 0,0-1,0 1,1 0,0 0,0 0,0-1,1 1,0 0,0 0,0 0,0 0,1 0,0 0,0 0,0 0,1 0,-1-1,1 1,0-1,1 1,-1 0,5 2,0-1,0 1,0-1,1-1,-1 0,2 0,-1 0,0-1,1 0,0 0,0-1,7 1,45 11,0-3,1-2,0-3,53-2,-107-5,127 5</inkml:trace>
  <inkml:trace contextRef="#ctx0" brushRef="#br1" timeOffset="55698.691">4519 687,'-2'18,"-1"16,0 10,1 5,0 3,1-2,0-4,1-7,0-9</inkml:trace>
  <inkml:trace contextRef="#ctx0" brushRef="#br1" timeOffset="56157.476">4292 460,'32'-2,"0"1,0 2,0 1,0 1,0 2,-1 1,0 2,0 1,-1 1,11 6,-31-12,0 1,0 0,-1 1,0-1,0 2,0-1,-1 1,0 1,0 0,-1 0,0 0,0 1,-1 0,0 0,0 0,-1 1,-1 0,0 0,0 0,-1 1,0-1,0 1,-1 0,-1 0,0 2,-19 171,18-181,-1 0,0 0,1 0,0 1,-1-1,1 0,0 0,1 0,-1 0,1 0,-1 0,1 0,0 0,0 0,0 0,0-1,1 1,-1 0,1-1,0 1,-1-1,1 1,0-1,1 0,-1 0,0 0,1 0,-1 0,1 0,-1-1,1 1,0-1,0 0,1 1,7-1,1-1,-1 0,0-1,1 0,-1-1,0 0,0-1,0 0,0-1,-1 0,0 0,1-2,-2 1,1-1,0 0,-1-1,0 0,-1 0,0-1,0-1,-1 1,1-1,-2 0,0 0,1-3,0 2,-1 0,-1 0,0-1,0 0,-1 0,-1 0,3-12,-7 23,1 1,0-1,-1 0,1 1,-1-1,1 0,0 0,-1 0,1 1,-1-1,1 0,-1 0,1 0,-1 0,1 0,-1 0,1 0,0 0,-1 0,1 0,-1 0,1 0,-1 0,1-1,-1 1,1 0,-1 0,1 0,0-1,-1 1,1 0,-1 0,1-1,0 1,-1 0,1-1,0 1,0 0,-1-1,1 1,0-1,0 1,-1 0,1-1,0 1,0-1,0 1,0-1,0 1,-1-1,-4 8,1-1,-1 1,1 0,0 1,1-1,0 1,0-1,1 1,-1 0,2 0,-1 0,1 0,1 0,-1 1,1-1,1 0,-1 0,1 0,1 0,0 0,0 0,0 0,1 0,0-1,1 1,-1-1,1 0,4 5,5-2,0 0,1-1,1-1,-1 0,1-1,0-1,1 0,-1-1,1-1,0 0,1-1,-1-1,2 0,83 11,-5-5</inkml:trace>
  <inkml:trace contextRef="#ctx0" brushRef="#br1" timeOffset="57224.619">883 2211,'-8'-4,"1"0,-1 1,0 0,0 0,0 1,0 0,0 1,-1-1,1 1,-1 1,1 0,-1 0,1 1,0 0,-1 0,1 1,0 0,0 0,0 1,0 0,0 1,1-1,-1 1,1 1,0 0,0 0,1 0,-1 1,1 0,1 0,-1 0,1 1,-1 0,2-1,0 1,1-1,0 1,0-1,0 1,1 0,0 0,0 0,0 0,1 0,0 5,1-10,0 1,0-1,0 1,0-1,1 0,-1 1,1-1,-1 1,1-1,0 0,0 0,0 1,0-1,0 0,1 0,-1 0,1 0,-1 0,1-1,0 1,0 0,-1-1,1 1,0-1,0 0,1 1,-1-1,0 0,0 0,1-1,-1 1,0 0,1-1,-1 0,0 1,1-1,9-1,-1 0,1-1,-1 0,1-1,-1 0,0-1,0 0,-1-1,1 0,-1 0,0-1,0-1,-1 0,0 0,0-1,-1 0,0 0,3-4,10-13,-2 0,-1-1,-1 0,-1-2,-1 0,-2 0,-1-1,-1-1,-1 0,-2-1,-1 0,-2 0,-1 0,-1-1,-1 1,-2-1,-2 0,0 1,-2-1,-7-24,9 49,2-2,-2 1,1-1,-1 0,-1 0,1 1,-1-1,-1 1,0 0,0 0,-1 0,-3-5,7 13,1-1,-1 1,1-1,-1 1,0 0,1-1,-1 1,1 0,-1 0,1 0,-1-1,0 1,1 0,-1 0,0 0,1 0,-1 0,1 0,-1 0,0 0,1 0,-1 0,0 0,1 1,-1-1,1 0,-1 0,1 1,-1-1,0 0,1 1,-1-1,1 0,-1 1,1-1,0 1,-1-1,1 1,-1-1,1 1,0-1,-1 1,1 0,0-1,0 1,0-1,-1 1,1 0,0-1,0 1,0-1,0 1,0 0,0 0,-6 16,1 0,1 1,0 0,1 0,1 0,1 0,0 0,0 1,-4 32,2 0,3 1,1-1,3 0,2 0,3 0,1 0,3-2,5 10,-16-52,0 1,1 0,0-1,1 0,0 0,0 0,0 0,1 0,0-1,0 0,0 0,1 0,0-1,0 0,1 0,-1 0,1-1,0 0,0-1,1 1,-1-1,1 0,-1-1,1 0,0 0,0-1,0 0,0 0,0-1,0 0,0-1,0 1,4-2,-3-2,-1 0,1 0,-1 0,0-1,0-1,-1 1,1-1,-1 0,-1-1,1 0,-1 0,0 0,-1-1,1 0,-2 0,1 0,-1 0,0-1,2-9,2-5,-2 0,0 0,-2-1,-1 1,0-1,-2 0,-1-6,0 9,-5 77,4-46,-1-1,2 1,-1-1,1 1,1 0,0-1,0 1,0-1,2 0,-1 0,1 1,0-1,1-1,0 1,0 0,1-1,0 0,1 0,0-1,0 1,0-1,1-1,7 7,18 0,-2-5</inkml:trace>
  <inkml:trace contextRef="#ctx0" brushRef="#br1" timeOffset="57478.985">1391 1677,'18'13,"7"5</inkml:trace>
  <inkml:trace contextRef="#ctx0" brushRef="#br1" timeOffset="58034.547">1778 1877,'1'-1,"0"0,0 0,0 0,0 0,0 0,0 1,0-1,1 0,-1 1,0-1,0 1,1-1,-1 1,0 0,0 0,1-1,-1 1,0 0,1 0,-1 0,0 0,1 0,-1 1,0-1,1 0,-1 1,0-1,0 1,1-1,-1 1,0-1,0 1,0 0,0 0,0 0,0-1,0 1,0 0,0 0,0 0,0 1,-1-1,1 0,0 0,-1 0,1 0,-1 1,1-1,-1 0,0 1,1-1,32 160,25 82,-39-205,-10-59,-5-321,-4 327,0 1,1-1,0 1,1-1,1 1,0 0,1 0,1 0,0 1,1-1,0 1,1 0,0 1,8-10,-12 20,0 0,0 0,0 0,0 1,0-1,0 1,0 0,1 0,-1 0,0 0,1 1,-1-1,1 1,-1 0,1 0,-1 0,0 1,1-1,-1 1,1 0,-1 0,0 0,0 0,1 0,-1 1,0-1,0 1,0 0,-1 0,1 0,0 0,-1 1,2 1,17 12</inkml:trace>
  <inkml:trace contextRef="#ctx0" brushRef="#br1" timeOffset="58284.889">2407 1930,'0'14,"-2"11,-1 8,0 6,0 2,2 2,0 0,0-3,1-4,0-5,2-8,2-8</inkml:trace>
  <inkml:trace contextRef="#ctx0" brushRef="#br1" timeOffset="58442.456">2407 1569,'-14'-6,"-8"-6,-4 1,1 1,7 5,13 8,19 7,21 8,20 4,1-1</inkml:trace>
  <inkml:trace contextRef="#ctx0" brushRef="#br1" timeOffset="59626.289">2862 1944,'-5'-11,"1"-1,1 0,0-1,1 1,0 0,1-1,0-11,1 22,0 1,1-1,-1 0,0 1,1-1,0 0,-1 1,1-1,0 1,0-1,0 1,0-1,0 1,0 0,0-1,0 1,0 0,1 0,-1 0,1 0,-1 0,0 0,1 0,0 0,-1 1,1-1,-1 1,1-1,0 1,0 0,-1-1,1 1,0 0,1 0,59 14,-52-9,0 0,-1 1,0 0,0 1,-1 0,0 1,0 0,-1 0,0 0,0 1,-1 0,0 0,0 1,-1 0,-1-1,0 2,2 5,1 5,-2 0,0 0,-2 1,0-1,-1 1,-2 0,0-1,-2 13,-8 40,-3-1,-16 44,-15 91,41-199,1 1,0-1,1 1,0-1,0 1,1 0,1-1,-1 1,2 0,-1-1,1 1,1-1,0 0,0 0,0 0,1 0,1 0,0-1,0 0,0 0,1 0,0-1,3 3,-3-6,0 0,0 0,0 0,0-1,1 0,-1 0,1-1,0 0,0 0,0-1,0 1,0-2,0 1,0-1,1 0,-1 0,0-1,0 0,0 0,0-1,0 0,0 0,-1 0,1-1,0 0,-1-1,0 1,0-1,0 0,0-1,-1 1,0-1,0 0,0-1,0 1,-1-1,4-5,-3-1,0 0,0 0,-1 0,-1-1,0 1,-1-1,0 0,-1 1,0-1,-1 0,-1 0,0 0,0 0,-1 1,-3-9,-2-5,0 0,-2 1,-2 0,0 0,-1 1,-1 0,-2 1,0 0,0 1,-2 1,-1 1,0 0,-2 1,0 1,-1 1,0 1,-2 1,0 1,0 1,-1 0,-1 2,0 1,-3 1,2 1,47 2,463-28,-466 33,-8-1,0 1,0 0,0 0,0 1,0 0,0 1,0 0,0 1,0 0,0 0,-1 1,1 1,-1-1,1 1,-1 1,-1 0,9 6,-14-6,0 0,-1 0,1 0,-1 1,0-1,0 1,-1-1,1 1,-1 0,-1 0,1 0,-1-1,0 1,0 0,-1 0,0 1,0-4,0 1,1 0,-1 0,1 0,0 0,0 0,0-1,0 1,1 0,-1 0,1 0,0 0,0-1,1 1,-1 0,1-1,-1 1,1-1,0 0,1 1,-1-1,0 0,1 0,0-1,0 1,0-1,0 1,0-1,0 0,0 0,1 0,3 1,-3-1,0 0,0-1,0 1,0-1,0 0,1 0,-1-1,0 1,1-1,-1 0,0 0,1 0,-1-1,0 1,1-1,-1 0,0-1,0 1,0-1,0 1,0-1,0 0,-1-1,1 1,0-1,-1 1,0-1,0 0,0-1,0 1,0 0,-1-1,1 1,-1-1,0 0,0 0,0 0,-1 0,1 0,-1-3,1-1,-1-1,0 1,0-1,-1 0,0 1,-1-1,0 1,-1-1,1 1,-1-1,-1 1,0 0,0 0,0 0,-1 1,-1-1,1 1,-1 0,0 0,0 0,-1 1,0-1,0 2,-1-1,0 1,0 0,0 0,0 0,-1 1,0 1,0-1,0 1,0 0,-1 1,5 2,1 0,-1 0,0 0,1 1,-1 0,0 0,1 0,-1 0,1 0,0 0,-1 1,1 0,0 0,0 0,0 0,0 0,0 1,1-1,-1 1,1 0,-1-1,1 1,0 0,0 0,0 1,1-1,-1 0,1 1,0-1,0 1,0-1,0 1,1-1,-1 1,1 0,0-1,0 1,0 0,0-1,1 1,0 0,0-1,0 1,0-1,0 1,1-1,-1 0,1 1,0-1,0 0,0 0,8 8,0 0,1 0,0-1,1-1,0 0,1-1,-1 0,2 0,-1-2,1 0,0 0,0-1,0-1,1 0,0-1,0-1,0 0,1-1,12 4,0-2,0 0,0-2,0-1,1-2,0 0,-27 2,0-1,0 1,-1-1,1 1,0-1,0 0,0 0,-1 0,1 1,0-2,-1 1,1 0,-1 0,1 0,-1-1,0 1,0-1,1 1,-1-1,0 1,0-1,-1 0,1 0,0 1,0-1,-1 0,1 0,-1 0,0 0,1 0,-1 1,0-1,0-1,-11-66,7 54,-30-157,34 170,-1 0,1 0,0 0,0 0,0-1,0 1,0 0,0 0,1 0,-1 0,1-1,-1 1,1 0,0 0,0 0,0 0,0 0,0 1,0-1,0 0,1 0,-1 1,1-1,-1 1,1-1,0 1,0 0,-1-1,1 1,0 0,0 0,0 0,0 1,0-1,0 0,1 1,0-1,18 0,1 0,0 1,0 1,0 1,0 1,-1 0,0 2,9 4,-16-6,10 2,0 1,-1 0,0 2,0 1,-1 1,20 12,-40-21,1 0,-1 1,1 0,-1-1,0 1,1 0,-1 0,0 0,-1 1,1-1,0 0,0 1,-1-1,0 1,1 0,-1-1,0 1,0 0,-1 0,1-1,0 1,-1 0,0 0,0 0,0 0,0 0,0 0,0 0,-1 0,1-1,-1 1,0 0,0 0,0-1,0 1,-1 0,1-1,-1 1,-65 84,56-76,1 1,0 0,0 1,1 0,1 0,0 1,1 0,-2 6,8-17,0-1,0 1,1 0,-1 0,1 0,0-1,0 1,0 0,0 0,0 0,1 0,-1-1,1 1,0 0,0 0,0-1,0 1,0-1,0 1,1-1,-1 1,1-1,0 0,0 0,0 1,0-1,0-1,0 1,0 0,1 0,-1-1,1 0,-1 1,1-1,0 0,0 0,106 27,-21-20,0-4,0-3,49-8,-51 1</inkml:trace>
  <inkml:trace contextRef="#ctx0" brushRef="#br2" timeOffset="-200379.86">990 5286,'21'-38,"11"-24,-3-1,-2-1,-4-1,-1-4,-7 29,-11 48,8 165,-11-129,-13 601,9-687,0 22</inkml:trace>
  <inkml:trace contextRef="#ctx0" brushRef="#br2" timeOffset="-199428.403">1484 5206,'-6'2,"-1"0,1 0,-1 0,1 0,0 1,0 0,0 1,0-1,0 1,1 0,0 1,0-1,0 1,0 0,1 0,0 0,0 1,0 0,1 0,0 0,0 0,0 0,1 0,0 1,0-1,0 2,-2 10,0 0,2 1,0-1,1 1,0 0,2-1,0 1,1 0,1 0,-1-8,0 0,0 0,1-1,0 1,1-1,0 0,1 0,0 0,0 0,1-1,1 0,-1 0,1-1,1 0,-1 0,2 0,-1-1,1-1,0 1,0-1,0-1,1 0,0 0,0-1,1 0,-1-1,1 0,0 0,-1-1,1-1,0 0,0 0,1-1,-2-2,-1 1,1-1,-1 0,0-1,1 0,-1-1,-1 0,1 0,-1-1,1 0,-1-1,0 1,-1-2,0 1,0-1,0 0,-1 0,0-1,0 0,-1 0,0 0,1-2,0-2,0-1,-1 1,0-1,-1 0,0 0,-1 0,-1-1,0 1,-1-1,0 0,-1 1,-1-1,0 1,0-1,-3-7,0 5,-1 0,0 1,-1 0,-1 1,0-1,-1 1,-1 0,0 1,-1 0,0 1,-1 0,0 0,-1 1,0 1,0 0,-2 0,1 1,-1 1,-2-1,9 7,-1-1,1 1,-1 0,1 1,-1 0,1 0,-1 0,0 1,0 0,1 1,-1 0,1 0,-1 0,1 1,-1 0,1 1,0 0,0 0,0 0,0 1,0 0,1 0,0 1,0-1,0 2,0-1,1 0,0 1,0 0,1 0,-1 1,1-1,1 1,-1 0,-1 7,1-4,0 0,1 0,0 1,1-1,0 1,1-1,0 1,1-1,0 1,1 0,0-1,0 1,1-1,0 1,1-1,1 0,-1 0,2 0,-1-1,1 1,1-1,-1 0,7 6,38 34,3-11</inkml:trace>
  <inkml:trace contextRef="#ctx0" brushRef="#br2" timeOffset="-199022.488">1992 5273,'-8'7,"-1"-1,1 2,0-1,0 1,1 0,0 1,0-1,1 1,1 1,-1-1,1 1,1 0,0 0,0 1,1-1,0 1,1 0,0-1,1 1,0 0,1 0,0 0,1 0,0 0,1 0,0-1,0 1,1 0,3 6,-2-9,0-1,1 1,0-1,0 1,1-1,0-1,0 1,1-1,-1 0,1-1,0 0,1 0,0 0,-1-1,1 0,1 0,-1-1,0 0,1-1,0 0,-1 0,1-1,0 0,0 0,0-1,0 0,0-1,0 0,-1 0,1-1,0 0,-1-1,1 0,-1 0,0 0,0-1,0-1,0 1,-1-1,0-1,0 1,1-2,3-5,-1 0,-1-1,0 0,-1-1,0 1,-1-2,-1 1,0-1,-1 0,-1 0,0 0,-1 0,0-1,-1 0,-1 1,-1-1,0 0,-1 0,-1 1,0-1,-1 0,-1 1,0 0,-1 0,-1 0,0 1,-1 0,0 0,-2 0,1 1,-2 0,1 1,-2 0,-11-10,18 18,0 0,0 1,0-1,-1 1,1 0,-1 0,0 1,0-1,0 1,0 0,-1 0,1 1,0 0,-1 0,1 0,-1 0,1 1,-1 0,1 0,-1 1,1-1,-1 1,1 1,0-1,-1 1,1 0,-6 5,1 1,0 0,0 0,1 1,1 0,-1 1,1 0,1 1,0-1,1 1,0 1,0-1,1 1,1 0,0 0,0 1,1-1,1 1,0-1,1 1,0 0,1-1,1 1,0 8,1-11,-1-1,1 1,1-1,0 0,0 0,1 0,0 0,0-1,1 1,0-1,6 7,25 24</inkml:trace>
  <inkml:trace contextRef="#ctx0" brushRef="#br2" timeOffset="-198769.156">2527 4872,'-2'20,"-1"23,0 20,1 18,0 10,1 4,1-3,-1-8,4-14,2-14,3-17,3-17,-1-12</inkml:trace>
  <inkml:trace contextRef="#ctx0" brushRef="#br2" timeOffset="-198435.048">2941 4979,'-163'134,"-62"48,223-181,-1 0,1 1,0-1,-1 0,1 1,0-1,0 1,0 0,0 0,0 0,0 0,1 0,-1 0,1 0,-1 0,1 1,0-1,0 1,0-1,0 1,0-1,1 1,-1-1,1 1,0 0,0-1,-1 1,2 0,-1-1,0 1,0-1,1 1,0 0,-1-1,1 1,0-1,0 1,1-1,0 2,8 3,-1 0,2 0,-1-1,1-1,0 0,0 0,1-1,5 1,7 4,51 19,19 7,2-3,60 10,-144-39,0-1,0 0,0-1,0 0,0 0,0-2,0 1,0-2,0 1,0-2,4-1,4-4</inkml:trace>
  <inkml:trace contextRef="#ctx0" brushRef="#br2" timeOffset="-197892.496">3423 4898,'-4'14,"-2"18,-3 19,-3 18,-2 12,-2 8,1 6,0-3,2-7,4-14,4-19</inkml:trace>
  <inkml:trace contextRef="#ctx0" brushRef="#br2" timeOffset="-197667.099">3623 4898,'0'16,"0"17,-2 18,-3 17,-3 12,-3 9,-1 3,1-1,1-6,1-12,3-12,2-18</inkml:trace>
  <inkml:trace contextRef="#ctx0" brushRef="#br2" timeOffset="-197269.159">3343 5340,'112'-9,"0"4,18 7,-114-4,0 2,1 0,-1 1,0 0,0 1,1 1,-2 1,1 0,0 1,-1 1,0 0,0 1,-1 1,0 0,12 9,-23-13,0 0,0 0,0 0,-1 0,1 0,-1 0,0 1,-1-1,1 1,-1 0,0 0,0-1,0 1,0 0,-1 0,0 0,0 0,-1-1,1 1,-1 0,0 0,0 0,0-1,-50 104,-15-12,45-71,2 2,2 0,0 1,2 0,0 1,-8 28,22-53,-1 0,1 0,0 0,0 1,1-1,-1 0,1 1,0-1,0 0,0 1,1-1,-1 0,1 0,0 1,0-1,1 0,-1 0,1 0,0 0,0-1,0 1,1 0,-1-1,1 1,0-1,0 0,0 0,0 0,2 1,10 3,1 0,0 0,0-2,1 0,-1-1,1 0,0-1,0-1,1-1,-1-1,0 0,0-1,12-2,-12 1,0 0,-1-1,1-1,-1-1,0 0,0-1,-1 0,0-2,11-6,-20 10,0 0,0 0,0 0,-1-1,0 0,0 0,-1 0,1-1,-1 0,0 0,0 0,-1 0,0 0,0-1,-1 1,1-1,-1 0,-1 0,1 0,-1 0,-1 0,1 0,-1 0,0-2,-1 1,0 0,-1 0,0 1,0-1,0 0,-1 1,0-1,-1 1,1 0,-3-1,-18-27</inkml:trace>
  <inkml:trace contextRef="#ctx0" brushRef="#br2" timeOffset="-197097.611">3771 5634,'-7'-9,"7"-3,15-2,18-1,22-2,18-1,11-1,6-3,-1-1,-15 2</inkml:trace>
  <inkml:trace contextRef="#ctx0" brushRef="#br2" timeOffset="-196841.298">4452 4724,'0'-2,"-1"-1,1 0,0 0,0 1,0-1,0 0,0 0,1 1,-1-1,1 0,0 0,0 1,0-1,0 1,0-1,0 1,1-1,-1 1,1 0,0 0,0 0,-1 0,1 0,1 0,-1 0,0 1,0-1,1 1,-1-1,1 1,-1 0,1 0,-1 0,1 0,0 1,0-1,5 2,1 1,-1 0,1 0,-1 0,0 1,0 1,0-1,0 1,-1 0,1 1,-1 0,0 0,0 1,-1 0,1 0,20 18,-2 1,0 1,-1 1,-2 1,-1 1,-1 0,-2 2,-1 0,-1 2,-2-1,-1 2,-1 0,-3 0,0 1,-2 0,-1 9,-4-18,-2 1,0 0,-2-1,-1 1,-1-1,-2 0,0 0,-2 0,0-1,-9 17,-6 4,-1-1,-2-1,-2-2,-1 0,-10 7,-45 46,-4-4,-86 69,-13-3</inkml:trace>
  <inkml:trace contextRef="#ctx0" brushRef="#br2" timeOffset="-196246.865">722 4443,'-16'12,"-16"17,-15 24,-10 28,-5 35,4 33,12 35,22 30,34 16,38-1,11-39</inkml:trace>
  <inkml:trace contextRef="#ctx0" brushRef="#br2" timeOffset="-195107.914">27 3709,'21'-5,"22"-3,22-3,23-2,24-1,24 0,22 2,17 3,11 3,-26 3</inkml:trace>
</inkml:ink>
</file>

<file path=ppt/ink/ink6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4-05T06:46:33.387"/>
    </inkml:context>
    <inkml:brush xml:id="br0">
      <inkml:brushProperty name="width" value="0.1" units="cm"/>
      <inkml:brushProperty name="height" value="0.1" units="cm"/>
      <inkml:brushProperty name="color" value="#33CCFF"/>
      <inkml:brushProperty name="ignorePressure" value="1"/>
    </inkml:brush>
    <inkml:brush xml:id="br1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3404 3115,'-13'-2,"0"0,-1 1,1 0,-1 1,1 1,0 0,-1 0,1 2,0 0,0 0,0 1,1 1,-1 0,1 0,0 1,1 1,-1 0,1 1,1 0,-5 5,-8 9,2 1,1 1,1 1,1 1,1 0,2 2,0-1,2 2,1 0,1 0,2 1,1 0,1 1,1 5,1 61,5-93,1 0,-1 0,1 0,0-1,0 1,0 0,1-1,-1 1,1-1,0 1,0-1,0 0,1 0,-1 0,1 0,-1 0,1 0,0-1,0 1,0-1,1 0,-1 0,1 0,7 0,0-1,0 0,0-1,1 0,-1-1,0 0,0-1,0 0,-1 0,1-1,0-1,-1 0,0 0,0-1,0-1,-1 1,1-2,-1 1,7-8,12-5,0-1,-2-1,0-1,-2-2,0 0,-2-2,0 0,-2-2,-2 0,0-1,-2-1,0 0,-3-1,0-1,-3 0,0-1,-2 1,-1-2,-2 1,-1-1,-2-7,-2 29,-1-1,0 1,-1 0,-1 0,0 0,0 0,-1 0,-1 1,0-2,3 9,0 0,0 1,-1-1,1 0,-1 1,0-1,0 1,0 0,0 0,-1 0,1 0,-1 1,1-1,-1 1,0 0,0 0,0 0,-1 1,1-1,0 1,-1 0,1 1,0-1,-1 1,1-1,-2 1,-2 1,1 0,0 0,0 0,-1 1,1 0,0 1,1 0,-1 0,0 0,1 1,0-1,0 2,0-1,0 1,0 0,1 0,0 0,0 1,1-1,-1 1,1 1,-5 8,0 0,1 0,1 1,1 0,0 0,1 1,1-1,-2 12,0 37,3-1,3 1,2-1,4 1,2-1,11 38,-5-12,-8-50,3 24,3 1,2-2,6 7,-9-40</inkml:trace>
  <inkml:trace contextRef="#ctx0" brushRef="#br0" timeOffset="818.809">3885 3918,'-1'0,"1"0,-1 1,1-1,-1 1,1-1,-1 1,1-1,-1 1,1 0,0-1,-1 1,1-1,0 1,0 0,-1-1,1 1,0 0,0-1,0 1,0 0,0 0,0-1,0 1,0 0,0-1,0 1,0 0,0-1,1 1,-1 0,0-1,0 1,1 0,-1-1,0 1,1 0,-1-1,1 1,-1-1,1 1,0-3,1 1,-1 0,1-1,-1 1,0-1,0 1,0-1,1 1,-1-1,-1 0,1 0,0 0,0 1,-1-1,1 0,-1 0,1 0,-1 0,0 0,0 0,0 0,0 0,0 0,-1 0,1 0,0 0,-1 0,1 0,-1 0,0 1,0-1,0 0,0 0,-3-3,-1-1,0 1,-1 0,1 0,-1 1,0-1,0 1,0 1,-1-1,1 1,-1 0,0 0,0 1,0 0,0 1,0-1,-1 1,-11-4,0 1,-1 1,1 0,0 2,-1 0,1 1,-1 1,1 1,0 1,-1 1,1 0,1 1,-1 1,1 1,0 1,-7 4,20-10,1 1,-1-1,1 1,-1 0,1 1,0-1,0 1,1 0,-1 0,1 0,0 0,0 0,0 1,0-1,1 1,0 0,0 0,0 0,0 0,1 0,0 1,0-1,1 0,-1 0,1 1,0-1,0 0,1 1,0-1,0 0,0 0,0 0,1 0,0 0,0 0,0 0,1 0,0-1,0 1,0-1,0 0,0 0,1 0,14 8,0-1,0-1,1 0,0-2,1 0,0-1,0-1,1-1,-1-1,1-1,0 0,0-2,20-1,152-11,-112-2</inkml:trace>
  <inkml:trace contextRef="#ctx0" brushRef="#br0" timeOffset="1072.13">4393 3409,'21'7,"22"4,22 3,17 1,7-1,0-2,-6-2,-17-1,-20-2</inkml:trace>
  <inkml:trace contextRef="#ctx0" brushRef="#br0" timeOffset="1332.446">4460 3690,'14'14,"18"4,21-1,23-3,17-4,5-4,-13-3</inkml:trace>
  <inkml:trace contextRef="#ctx0" brushRef="#br0" timeOffset="1508.062">5383 3690,'154'-249,"-137"219,-2-1,-1 0,-1-1,7-31,-20 63,-1 0,1 0,0 0,-1 0,1 0,0 0,0 0,-1 0,1 0,0 0,-1 0,1 0,0 0,-1-1,1 1,0 0,0 0,-1 0,1 0,0-1,0 1,-1 0,1 0,0 0,0-1,-1 1,1 0,0 0,0-1,0 1,0 0,-1-1,1 1,0 0,0 0,0-1,0 1,0 0,0-1,0 1,0 0,0-1,-10 17,0 1,1-1,1 1,1 1,0 0,1 0,-2 14,-6 32,2 1,4 0,2 0,4 0,2 0,3 1,4 10,2 23</inkml:trace>
  <inkml:trace contextRef="#ctx0" brushRef="#br0" timeOffset="2279.998">3391 5094,'-13'0,"1"1,-1 0,1 1,-1 1,1 0,0 0,0 1,0 1,1 0,0 0,-1 1,2 1,-1 0,1 0,0 1,1 1,0-1,0 1,1 1,-4 4,-6 8,0 1,1 1,2 0,0 1,2 0,0 1,2 1,1 0,1 0,2 1,0 0,0 11,6-35,0 0,1 0,-1 0,1 0,-1 0,1 0,0 0,1 0,-1 0,1 0,0 0,0 0,0 0,0 0,1 0,-1 0,1-1,0 1,1 0,-1-1,0 0,1 0,0 0,-1 0,1 0,1 0,-1-1,0 1,1-1,-1 0,4 1,2-2,1-1,-1 0,0-1,1 0,-1-1,0 0,0 0,0-1,0 0,0-1,-1 0,1 0,-1-1,0 0,-1 0,1-1,3-4,15-8,-1-1,0-2,-2 0,-1-2,0 0,-2-2,-1 0,-1-1,-1-1,-1 0,-1-1,-2-1,-1-1,-1 1,-2-2,-1 1,-1-1,-1-1,-2 1,-2-1,0 1,-3-11,-20-42,20 82,0-1,0 1,0 0,-1-1,1 1,-1 0,0 0,0 0,1 0,-1 1,0-1,-1 0,1 1,0-1,0 1,-1 0,1 0,0 0,-1 0,1 0,-1 1,0-1,1 1,-1-1,1 1,-1 0,0 0,1 0,-1 1,0-1,-6 3,1 1,0 0,0 0,0 1,0 0,1 0,0 1,0 0,0 0,1 1,0 0,0 0,1 0,0 1,0 0,1 0,0 0,0 0,1 0,0 1,0 1,-1 4,0 0,1 1,1-1,0 0,1 1,1-1,0 1,1-1,0 1,1-1,4 14,59 154,-19-64,-33-71,-2 0,-3 1,-1 0,-2 0,-3 1,-2 10,1-32,1-8</inkml:trace>
  <inkml:trace contextRef="#ctx0" brushRef="#br0" timeOffset="2691.939">3738 5508,'-12'32,"-8"16,2 1,3 1,1 0,3 0,2 1,0 13,11-36,-2-28,0 1,0-1,0 1,0-1,1 0,-1 1,0-1,0 0,0 1,0-1,0 1,0-1,1 0,-1 1,0-1,0 0,1 1,-1-1,0 0,0 1,1-1,-1 0,0 0,1 0,-1 1,0-1,1 0,-1 0,0 0,1 0,-1 1,1-1,-1 0,0 0,1 0,-1 0,1 0,-1 0,0 0,1 0,-1 0,1 0,-1 0,0-1,1 1,-1 0,0 0,1 0,-1 0,1-1,-1 1,0 0,0 0,1 0,-1-1,0 1,1 0,-1-1,0 1,0 0,1-1,-1 1,5-7,0 0,-1 0,0 0,0-1,-1 1,0-1,0 0,-1 0,1 0,-2 0,1-7,1 4,11-73,-3-1,-4 0,-3-50,-5 105,1 30,0 0,0 1,0-1,-1 0,1 0,0 0,0 0,0 0,-1 0,1 0,0 0,0 0,-1 1,1-1,0 0,0 0,-1 0,1 0,0 0,0-1,0 1,-1 0,1 0,0 0,0 23,2 0,0-1,2 1,0-1,2 0,0 0,2 0,0-1,1 0,12 18,-3-2,-2-5,-2 0,-1 1,-1 0,-2 1,2 12,-11-40,0 0,0 0,0 1,-1-1,0 0,-1 1,1-1,-1 0,0 1,-1-1,0 0,1 0,-2 0,1 0,-1 0,0-1,0 1,-1-1,1 0,-1 0,0 0,-1 0,1-1,-1 0,0 1,0-2,0 1,-1-1,-1 2,-2-1,1 0,-1 0,0-1,0 0,0-1,0 1,0-2,0 1,-1-2,1 1,0-1,-1 0,1-1,-2 0,-24-9</inkml:trace>
  <inkml:trace contextRef="#ctx0" brushRef="#br0" timeOffset="2944.231">4086 5468,'23'-3,"21"0,16 1,13-1,6 2,2 2,-6 4,-14 3,-17 2,-16 0</inkml:trace>
  <inkml:trace contextRef="#ctx0" brushRef="#br0" timeOffset="3146.689">4327 5628,'16'12,"16"3,19 2,15-3,-5-2</inkml:trace>
  <inkml:trace contextRef="#ctx0" brushRef="#br0" timeOffset="3404.996">5075 5749,'21'-67,"3"1,2 1,4 2,20-33,-36 71,19-32,-27 56,-8 16,1-13,-19 107,5 1,4 0,4 42,12-36,-2-76</inkml:trace>
  <inkml:trace contextRef="#ctx0" brushRef="#br0" timeOffset="4912.022">2923 2433,'-9'5,"1"0,0 0,0 1,1 0,-1 1,1 0,1 0,-1 0,1 1,0 0,1 0,0 0,0 1,1-1,0 1,1 0,0 1,0-1,1 1,-1 3,-29 114,5 2,-9 118,32-211,-94 919,-40 276,-14-364,112-599,39-267,1 1,0-1,-1 1,1-1,0 1,0-1,0 1,0-1,0 1,0 0,1-1,-1 1,0-1,1 1,-1-1,1 0,0 1,-1-1,1 0,0 1,0-1,0 0,0 0,0 1,0-1,0 0,0 0,0 0,1 0,-1-1,0 1,1 0,-1-1,1 1,-1 0,1-1,-1 0,1 1,-1-1,1 0,-1 0,1 0,-1 0,1 0,253-3,12 15,-2 11,60 22,-76-10,367 34,310-15,333-54,-1170-3,-87 3,0 0,-1 0,1 0,-1-1,1 1,-1-1,1 1,-1-1,0 1,1-1,-1 0,0 1,1-1,-1 0,0 0,0 0,0 0,0 0,0-1,0 1,0 0,0 0,0-1,0 1,-1 0,1-1,0 1,-1-1,0 1,1-1,-1 1,0-1,0 1,1-1,-1 1,0-1,-1 1,1-1,0 1,0-1,-1 1,1-1,-1 0,1-2,2-31,1 0,2 0,1 0,9-26,-5 19,212-853,-171 600,-14-1,-12-1,-13-2,-13 1,-20-88,10 246,-7 0,-5 1,-7 2,-32-88,6 73,53 150,0 0,1 0,-1 0,-1 0,1 1,0-1,0 1,-1-1,1 1,0 0,-1 1,1-1,-1 1,0-1,1 1,-1 0,1 0,-1 1,1-1,-1 1,1-1,-1 1,1 0,-1 1,1-1,0 0,0 1,0 0,0 0,0 0,-1 0,-20 8,-27 0,0-2,0-2,0-3,-1-2,0-2,1-2,0-2,0-3,-26-8,9 5,15 3,-683-100,-113 24,-650 62,1089 25,381-3,50 8,171 29,-115-20</inkml:trace>
  <inkml:trace contextRef="#ctx0" brushRef="#br0" timeOffset="5709.886">2575 4613,'797'20,"253"59,-722-45,542 51,215-31,-811-58,-239-3,-36 7,1 0,0 0,-1 0,1 0,-1 0,1 0,0 0,-1 0,1 0,0 0,-1 0,1 0,-1 0,1-1,0 1,-1 0,1 0,0 0,-1-1,1 1,0 0,-1 0,1-1,0 1,0 0,-1 0,1-1,0 1,0 0,0-1,-1 1,1 0,0-1,0 1,0 0,0-1,0 1,0-1,0 1,-1 0,1-1,0 1,0-1,1 1,-1 0,0-1,0 1,0 0,0-1,0 1,0 0,0-1,1 1,-1-1,0 1,0 0,0 0,1-1,-1 1,0 0,1-1,-1 1,0 0,0 0,1 0,-59-17,19 8</inkml:trace>
  <inkml:trace contextRef="#ctx0" brushRef="#br1" timeOffset="59312.257">4608 1,'-170'41,"-116"47,220-64,0 3,2 3,1 2,1 3,-38 31,-103 95,8 7,-67 84,125-120,6 6,6 5,7 6,-82 137,36 13,13 6,-11 68,-428 1107,235-420,19-25,300-939,5 1,4 2,5 1,4 0,-3 72,23-82,0-74,0 1,-2 0,0 0,-1 0,0-1,-1 1,-1 0,-1-1,0 1,-2-1,1-1,-4 6,-25 31,-20 48,59-40,-3-56,-1-1,0 1,0 0,0 0,-1-1,1 1,-1 0,0 0,0 0,0 0,0-1,-1 1,0 0,1 0,-1 0,-7-3,5 165,-1-126,-2-1,-2 1,-2-1,-1 0,-2-1,-1-1,-5 16,-4 6,14-52,1-10</inkml:trace>
  <inkml:trace contextRef="#ctx0" brushRef="#br1" timeOffset="59886.719">75 7433,'-2'34,"2"0,1 0,1 0,2 0,7 28,-1-3,2 25,-3 1,-3 1,-6 69,-11-92,6-62,-12-78,16 54,-10-102,-23-173,33 295,-27-78,28 81,0 1,0-1,0 1,0-1,0 1,0-1,0 1,0-1,-1 1,1-1,0 1,0-1,0 0,0 1,-1-1,1 1,0-1,-1 0,1 1,0-1,-1 0,1 1,0-1,-1 0,1 1,0-1,-1 0,1 0,-1 0,1 1,-1-1,1 0,-1 0,1 0,0 0,-1 0,1 0,-1 0,1 0,-1 0,1 0,-1 0,1 0,-1 0,1 0,-1 0,1-1,-1 1,1 0,0 0,-1-1,1 1,-1 0,1 0,0-1,-1 1,1-1,4 6,0-2,0 1,1 0,-1-1,1 0,0 0,0 0,0 0,0-1,0 0,0 0,1-1,-1 1,1-1,0 0,-1 0,1-1,-1 0,1 0,2-1,1 2,289 7,-133-8,-51 14,-112-13,1 0,-1-1,0 1,0 0,0 0,1 0,-1 0,0 1,0-1,-1 0,1 1,0 0,0-1,-1 1,1 0,-1 0,0 0,1 0,-1 0,0 0,0 0,0 0,0 0,-1 1,1-1,-1 0,1 1,-1-1,0 0,0 1,0-1,0 0,0 1,0-1,-1 0,1 1,-1-1,0 0,0 0,0 1,0-1,0 0,0 0,-1 1,-14 21,0 0,-2-1,-1 0,-1-2,0 0,-2-2,0 0,-20 12,34-25,-34 28,-2-2,-1-2,-1-2,-43 19,39-27</inkml:trace>
  <inkml:trace contextRef="#ctx0" brushRef="#br1" timeOffset="62199.602">5543 535,'23'-57,"-3"-2,-3-1,-2 0,-3 0,-2-2,-3 1,-2-46,-10 240,-6 0,-13 47,16-140,4-23,1-1,0 0,1 1,1 0,1-1,0 1,1 0,1 1,4 3</inkml:trace>
  <inkml:trace contextRef="#ctx0" brushRef="#br1" timeOffset="62546.674">5878 121,'25'-5,"1"0,0 2,0 1,0 1,1 2,-1 0,0 2,0 0,23 8,-45-11,-1 0,1 0,-1 1,1-1,0 1,-1 0,0 0,1 0,-1 1,0-1,1 1,-1 0,0 0,0 0,0 0,-1 0,1 1,0-1,-1 1,0 0,1 0,-1 0,0 0,-1 0,1 0,0 0,-1 1,0-1,0 0,0 1,0-1,0 1,-1 0,0-1,0 1,0-1,0 1,0 0,-1-1,1 1,-1 0,-6 7,-1 1,0-1,0-1,-1 0,0 0,-1 0,0-2,-1 1,0-1,-6 3,3-1,-190 138,202-147,1 0,-1 0,0 0,1 0,0 0,-1 0,1 0,-1 0,1 0,0 1,0-1,0 1,0-1,0 1,0-1,0 1,0-1,1 1,-1 0,1 0,-1-1,1 1,0 0,-1 0,1-1,0 1,0 0,0 0,1 0,-1-1,0 1,1 0,-1 0,1-1,-1 1,1 0,0-1,0 1,0-1,0 1,0-1,0 1,0-1,1 1,6 2,0 0,0-1,1 0,-1-1,1 0,0 0,-1-1,1 0,5-1,60 2,0-4,0-3,71-14,-51 5</inkml:trace>
</inkml:ink>
</file>

<file path=ppt/ink/ink6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4-05T06:47:34.693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455 336,'18'-45,"-3"-1,-1-1,-2 0,-3-1,3-35,-11 63,-1 20,0 0,0 1,0-1,0 0,0 0,0 0,-1 0,1 0,0 1,0-1,0 0,0 0,0 0,-1 0,1 0,0 0,0 0,0 0,0 0,-1 0,1 0,0 0,0 0,0 0,-1 0,1 0,0 0,0 0,0 0,0 0,-1 0,1 0,0 0,0 0,0 0,0 0,-1 0,1 0,0 0,0-1,0 1,0 0,0 0,-1 0,1 0,0 0,0 0,0-1,-10 21,-10 36,2 0,3 1,2 0,3 1,2 0,3 1,2 34,2-33</inkml:trace>
  <inkml:trace contextRef="#ctx0" brushRef="#br0" timeOffset="246.353">0 858,'16'4,"24"4,27 1,30-2,30-1,23-5,13-2,0-3,-12-1,-32 1</inkml:trace>
  <inkml:trace contextRef="#ctx0" brushRef="#br0" timeOffset="2956.124">816 229,'-7'6,"1"0,-1 1,2 0,-1-1,1 2,0-1,0 1,1 0,0 0,0 0,1 0,0 1,1-1,0 1,0 0,1-1,0 1,0 0,1 0,0 0,2 7,0-12,-1-1,1 0,1 0,-1 0,0 0,1-1,-1 1,1-1,0 1,0-1,0 0,0 0,0 0,0-1,1 1,-1-1,1 0,-1 1,1-2,-1 1,1 0,-1-1,1 1,0-1,-1 0,1-1,0 1,-1 0,1-1,0 0,-1 0,1 0,-1 0,0-1,1 1,-1-1,0 0,0 0,0 0,0 0,0-1,1-1,5-2,0 0,-1-1,0 0,0-1,-1 0,0 0,0 0,-1-1,0 0,-1 0,0 0,0-1,-1 0,0 0,-1 0,0 0,0-1,-1 1,-1-1,0 0,0 1,-1-8,-1 15,1-1,-1 1,1 0,-1 0,0 0,0 0,-1 0,1 0,0 1,-1-1,0 0,0 1,0-1,0 1,0-1,0 1,-1 0,1 0,-1 0,1 0,-1 1,0-1,1 1,-1-1,0 1,0 0,0 0,0 0,-1 1,1-1,0 1,0 0,0 0,-5-1,0 2,1-1,-1 1,1 0,-1 0,1 1,0 0,0 0,-1 1,2 0,-1 0,0 1,-3 2,6-4,-1 1,1 0,-1 0,1 1,0-1,0 1,1 0,-1 0,1 0,0 0,0 1,0-1,1 1,-1 0,1 0,0 0,1 0,-1 0,1 0,0 0,0 1,0-1,1 0,0 1,0 3,10 16</inkml:trace>
  <inkml:trace contextRef="#ctx0" brushRef="#br0" timeOffset="3286.241">1284 296,'-2'4,"0"0,1 1,0-1,0 0,0 1,1-1,-1 1,1-1,0 1,0-1,1 1,-1-1,1 0,0 1,0-1,1 0,-1 1,1-1,0 0,0 0,0 0,1-1,-1 1,1 0,0-1,0 0,0 1,0-1,1-1,-1 1,1 0,3 1,-1 0,0 0,0-1,1 1,0-1,0 0,0-1,0 0,0 0,0 0,0-1,1 0,-1-1,0 1,1-1,-1-1,1 0,-1 0,0 0,0-1,1 0,-1 0,0 0,-1-1,1-1,0 1,-1-1,0 0,0 0,0-1,0 1,-1-1,0-1,0 1,0-1,-1 0,1 0,-1 0,1-4,-1-2,-1 1,-1 0,1-1,-2 0,0 1,0-1,-1 0,-1 1,1-1,-2 0,0 1,0-1,-1 1,-1 0,-2-7,3 11,1 1,-1-1,0 1,0 0,-1 0,0 0,0 0,-1 1,1 0,-1 0,0 0,0 0,-1 1,0 0,1 0,-1 0,-1 1,1 0,0 0,-1 0,1 1,-1 0,0 0,0 1,0 0,-3 0,0 3,0 0,1 1,0 0,-1 0,1 1,0 0,1 1,-1 0,1 1,0-1,0 1,1 1,0 0,0 0,0 0,1 1,0-1,0 2,1-1,0 1,1-1,0 1,-1 5,-27 49</inkml:trace>
</inkml:ink>
</file>

<file path=ppt/ink/ink6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4-05T06:47:39.105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63 0,'0'16,"0"17,0 13,-2 14,-3 9,-4 5,-1 1,-2-5,-1-11,1-14</inkml:trace>
  <inkml:trace contextRef="#ctx0" brushRef="#br0" timeOffset="330.118">451 94,'-42'28,"2"1,1 2,1 2,2 2,-23 28,8 20,50-80,-1 0,1 0,0 0,1 1,-1-1,0 0,1 0,0 1,0-1,0 0,0 0,0 1,1-1,-1 0,1 0,0 0,0 1,0-1,0 0,1 0,-1 0,1-1,0 1,0 0,0-1,0 1,0-1,1 1,15 8,0 0,1-2,0 0,1-1,0 0,0-2,0 0,1-2,0 0,0-1,0-1,5-1,-26-1,229 9,-194-12</inkml:trace>
  <inkml:trace contextRef="#ctx0" brushRef="#br0" timeOffset="584.435">758 148,'3'-5,"0"6,-1 11,1 15,-2 17,-2 15,-4 10,-2 5,-4 0,1-7,2-10,2-10,7-13,4-12</inkml:trace>
  <inkml:trace contextRef="#ctx0" brushRef="#br0" timeOffset="833.778">1146 120,'-16'21,"-7"17,0 17,4 12,5 11,5 6,4-1,3-13</inkml:trace>
  <inkml:trace contextRef="#ctx0" brushRef="#br0" timeOffset="1274.867">812 455,'28'-1,"0"1,1 1,-1 2,0 1,-1 1,6 2,-20-4,23 3,-1 2,1 1,-2 2,1 1,-1 2,-1 1,-1 2,22 15,-48-28,0 0,-1 1,1-1,-1 1,0 0,0 1,-1-1,1 1,-1 0,0 0,-1 0,0 1,0-1,0 1,-1 0,0-1,0 1,0 0,-1 0,0 1,-1-1,1 0,-2 1,-3 12,-1-1,0-1,-2 1,0-1,-1 0,-1-1,-1 0,0 0,-10 11,-13 24,21-33,2 1,0 0,1 0,1 1,1 0,-1 6,6-19,1 0,0 0,0 1,1-1,0 0,0 1,1-1,0 0,0 0,1 1,0-1,0 0,1-1,0 1,1 0,0-1,0 0,1 1,5 4,1 0,0-1,0-1,1 0,0-1,1 0,0-1,1 0,0-1,0 0,0-1,1-1,0-1,0 0,0 0,0-2,1 0,14 0,-24-1,0 0,0 0,1-1,-1 0,0 0,1 0,-1-1,0 0,0 0,0-1,0 0,0 0,0 0,0-1,0 1,-1-1,1-1,-1 1,0-1,0 0,0 0,-1-1,1 1,-1-1,0 0,-1 0,1 0,-1-1,0 1,0-1,-1 0,1 0,0-4,-2-4,-1-1,-1 0,0 1,-1-1,-1 0,0 1,-1 0,0 0,-1 0,-1 0,0 1,-1 0,0 0,-1 1,0-1,-1 2,-1-1,0 2,0-1,-3-1,-28-23,0 2,-2 2,-2 2,0 2,-2 2,-7-1,-62-35,93 46,23 15,0 0,1 0,-1 0,0 1,1-1,-1 0,1 0,-1 0,0 0,1 0,-1 0,0-1,1 1,-1 0,0 0,1 0,-1 0,0 0,1 0,-1-1,0 1,1 0,-1 0,0 0,1-1,-1 1,0 0,0 0,1-1,-1 1,0 0,0-1,0 1,0 0,1-1,-1 1,0 0,0-1,0 1,0 0,0-1,0 1,0-1,0 1,0 0,0-1,0 1,0 0,0-1,0 1,0 0,0-1,-1 1,1 0,0-1,0 1,0 0,0-1,-1 1,1 0,0-1,56-1,0 1,0 3,14 4,-24-2,185 16,-125-9</inkml:trace>
  <inkml:trace contextRef="#ctx0" brushRef="#br0" timeOffset="1547.139">2042 829,'-14'0,"-4"0</inkml:trace>
  <inkml:trace contextRef="#ctx0" brushRef="#br0" timeOffset="1913.171">1052 535,'0'2,"-2"1,-1 5,0 2,-1 8,-3 6,0 11,1 12,2 10,1-4</inkml:trace>
</inkml:ink>
</file>

<file path=ppt/ink/ink6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4-05T06:48:01.418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19 78,'4'-7,"1"1,0 1,1-1,-1 1,1 0,0 0,0 0,1 1,-1 0,1 0,0 1,0 0,0 0,1 1,-1-1,0 2,1-1,0 1,-1 0,7 1,-3-2,0 2,-1-1,1 2,0-1,-1 1,1 1,0 0,-1 1,5 1,-12-3,1 0,0 1,-1 0,0-1,1 1,-1 0,0 0,0 1,0-1,0 1,-1-1,1 1,-1 0,1 0,-1 0,0 0,0 1,0-1,-1 0,1 1,-1-1,0 1,0 0,0-1,0 1,-1 0,1 0,-1 0,-3 12,-1-1,0 1,-1-1,0 0,-1-1,-1 1,-1-1,0-1,0 1,-2-1,1-1,-2 0,0 0,0-1,-2 0,-172 159,182-167,1-3,1 1,0 0,-1-1,1 1,0 0,-1 0,1 0,0-1,0 1,0 1,0-1,0 0,0 0,0 0,0 1,0-1,0 0,1 1,-1-1,1 0,-1 1,1-1,-1 1,1-1,0 1,0-1,0 1,0-1,0 1,0-1,0 1,0-1,0 1,1-1,-1 1,1-1,-1 1,1-1,0 1,0-1,67 11,0-13,-1-3,1-4,-1-2,53-16,-41 9</inkml:trace>
</inkml:ink>
</file>

<file path=ppt/ink/ink6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4-05T06:48:00.072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130 148,'-35'164,"4"-21,-24 144,53-281,0 1,1 0,-1 0,1 0,1 0,0 0,0 0,0 0,1 0,0 0,0 0,1 0,-1 0,2 0,-1-1,1 1,0-1,0 0,1 0,0 0,0 0,0 0,1-1,-1 0,1 0,1 0,-1-1,5 3,7-2,0-2,1 0,0-1,-1-1,1 0,0-2,0 0,-1-1,1 0,-1-2,1 0,-1-1,-1-1,1 0,-1-1,0-1,1-1,41-22,-12 1</inkml:trace>
  <inkml:trace contextRef="#ctx0" brushRef="#br0" timeOffset="188.501">49 642,'16'0,"17"-5,16-5,11-6,7-5,-1-4,-10-1,-14 3</inkml:trace>
  <inkml:trace contextRef="#ctx0" brushRef="#br0" timeOffset="436.837">9 187,'0'-16,"7"-7,11-5,14 1,18 0,15 2,12 6,5 5,-11 6</inkml:trace>
  <inkml:trace contextRef="#ctx0" brushRef="#br0" timeOffset="687.165">558 481,'15'14,"13"11,8 6,7 5,6 2,3 3,-1 0,-3-2,-7-5,-9-9</inkml:trace>
  <inkml:trace contextRef="#ctx0" brushRef="#br0" timeOffset="933.51">1052 429,'-16'4,"-14"11,-14 14,-12 19,-11 18,-8 17,-2 10,5 2,15-14</inkml:trace>
</inkml:ink>
</file>

<file path=ppt/ink/ink6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4-05T06:48:01.623"/>
    </inkml:context>
    <inkml:brush xml:id="br0">
      <inkml:brushProperty name="width" value="0.1" units="cm"/>
      <inkml:brushProperty name="height" value="0.1" units="cm"/>
      <inkml:brushProperty name="ignorePressure" value="1"/>
    </inkml:brush>
    <inkml:brush xml:id="br1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35 1176,'-12'5,"0"5,5 6,4 1</inkml:trace>
  <inkml:trace contextRef="#ctx0" brushRef="#br0" timeOffset="167.551">21 1537,'7'5,"11"-2,9-5,1-2</inkml:trace>
  <inkml:trace contextRef="#ctx0" brushRef="#br0" timeOffset="5078.922">7321 1002,'25'1,"0"-2,0-1,0-1,0-1,0-1,0-1,-1-1,0-2,-1 0,0-1,0-2,-1 0,8-7,34-16,-2-2,-2-3,39-35,-33 4,-65 69,0 1,-1 0,1-1,-1 1,1 0,-1-1,1 1,-1-1,0 1,0-1,0 1,0-1,0 1,0-1,0 1,0 0,-1-1,1 1,0-1,-1 1,0-1,1 1,-1 0,0-1,1 1,-1 0,0 0,0 0,0 0,0 0,0 0,0 0,0 0,-1 0,1 0,0 0,0 1,-1-1,1 0,-1 1,1-1,0 1,-1 0,1-1,-1 1,1 0,-1 0,1 0,-1 0,1 0,-1 0,1 1,-1-1,1 0,0 1,-1-1,1 1,0-1,-1 1,1 0,-1 0,-5 1,0 0,0 1,0 0,0 0,1 1,0-1,-1 2,1-1,0 1,1-1,-1 1,1 1,0-1,1 1,-1 0,1 0,-2 5,-4 7,0 0,2 1,0 0,1 0,-4 18,-3 47,4 1,3-1,3 1,5 1,3-1,4-1,3 1,-4-20,12 193,-19-199</inkml:trace>
  <inkml:trace contextRef="#ctx0" brushRef="#br0" timeOffset="6084.236">7508 1243,'59'-20,"2"3,0 3,1 3,0 2,0 3,61 2,-107 3,-4 0,1 0,-1 1,1 1,-1 0,1 0,-1 2,0-1,13 5,-23-6,1 1,-1 0,1-1,-1 1,1 0,-1 0,0 1,0-1,0 0,0 1,0-1,-1 1,1 0,-1-1,1 1,-1 0,0 0,0 0,-1 0,1 0,0 0,-1 0,0 0,0 0,0 0,0 0,0 0,-1 0,1 0,-1 0,0 0,-1 3,1 39,2-43,-1-1,1 1,-1-1,1 0,0 1,-1-1,1 0,0 0,0 1,0-1,0 0,0 0,0 0,0 0,0 0,0 0,1-1,-1 1,0 0,1 0,-1-1,0 1,1-1,-1 1,1-1,-1 0,1 0,-1 0,1 1,-1-1,1-1,-1 1,2 0,49-11,-47 10,-1 0,0 0,1-1,-1 0,0 0,0 0,0-1,-1 1,1-1,0 0,-1 0,0 0,1-1,-2 1,1-1,0 1,-1-1,1 0,-1 0,0 0,0 0,-1-1,1 1,-1 0,0-1,0 1,0-1,-1 1,0-1,0 0,0 1,0-1,-1 1,1-1,-2-4,-3-1,0 1,-1-1,0 1,-1 0,1 0,-2 1,1 0,-1 0,0 1,-1 0,0 0,0 1,0 0,-1 1,0 0,0 0,0 1,0 0,-1 1,0 0,0 1,1 0,-1 1,0 0,-1 1,1 0,-3 1,-23 14,37-15,-1 0,0 1,1-1,-1 0,1 0,-1 1,1-1,-1 1,1-1,-1 0,1 1,-1-1,1 1,0-1,-1 1,1-1,0 1,-1 0,1-1,0 1,0-1,0 1,0-1,-1 1,1 0,0-1,0 1,0 0,0-1,0 1,0-1,0 1,1 0,-1-1,0 1,0-1,0 1,1 0,-1-1,0 1,0-1,1 1,-1-1,1 1,-1-1,0 1,1-1,-1 0,1 1,-1-1,1 1,-1-1,1 0,-1 0,1 1,0-1,-1 0,1 0,0 1,10 2,-1 1,1-1,0-1,1 0,-1 0,0-1,1 0,-1-1,0-1,1 0,3-1,29-2,0-3,-1-1,0-2,0-2,-1-2,-1-2,0-1,-1-3,-1-1,-1-1,-1-3,-1 0,-1-3,-1-1,-21 16,0 0,-1 0,0-2,-1 1,-1-1,0-1,-2 0,1 0,0-5,-6 15,-1 0,0-1,0 1,-1-1,1 1,-2-1,1 0,-1 0,0 1,0-1,0 0,-1 0,0 1,-1-1,1 1,-1-1,-1 1,1 0,-1-1,0 1,0 1,-1-1,0 0,0 1,0 0,-1-1,0 1,0 1,0-1,0 1,-1 0,0 0,0 0,0 1,0 0,0 0,-1 0,1 1,-1 0,0 1,1-1,-1 1,0 0,0 1,0 0,0 0,0 0,0 1,0 0,0 0,1 1,-1 0,1 0,-1 1,1-1,-1 1,1 1,0-1,1 1,-1 0,1 1,-1-1,1 1,1 0,-1 0,1 1,-3 3,-1 4,1 1,1 1,0-1,1 1,0 0,1 0,1 1,0-1,1 1,1 0,1-1,0 8,2 15,1 0,3 0,1 0,7 20,-7-25,3-2,0 1,3-1,0-1,2 0,1-1,1 0,1-2,2 0,23 24,-39-46,0-1,1 0,0 0,0 0,0 0,0-1,0 0,1 0,-1 0,1-1,0 1,0-1,0-1,0 1,0-1,0 0,0-1,1 1,-1-1,0 0,0-1,1 0,-1 0,0 0,0-1,0 1,0-1,-1-1,1 1,0-1,6-5,0 0,0 0,-1-1,-1-1,0 1,0-2,-1 1,0-2,-1 1,0-1,-1 0,3-7,-13 26,0 1,1-1,-1 1,1 0,1 0,-1-1,2 1,-1 0,1 0,0 0,0 0,1 0,0 0,1 0,0 0,0 0,0-1,2 4,2-7,0 0,0 0,0-1,1 0,-1 0,1-1,-1 0,1 0,0 0,0-1,0 0,0 0,0-1,0 1,0-2,0 1,0-1,0 0,-1-1,1 1,0-1,0-1,-1 1,1-1,-1 0,0-1,0 1,0-1,-1-1,5-3,-6 5,-1 0,0 0,1 0,-1-1,-1 0,1 1,0-1,-1 0,0 0,0 0,0 0,-1-1,1 1,-1 0,0-1,0 1,0-1,-1 1,0-1,0 0,0 1,0-1,-1 1,0-1,1 1,-2-1,1 1,0 0,-1-1,0 1,0 0,0 0,-1 0,1 1,-1-1,0 0,0 1,-1-1,-2-2,0 0,-1 0,1 1,-1 0,0 0,-1 1,1 0,-1 0,0 1,0 0,0 0,0 1,0 0,0 0,-1 1,1 0,-1 0,1 1,-1 0,1 1,-1 0,1 0,0 1,0 0,-1 1,1-1,0 1,1 1,-1 0,1 0,-1 0,1 1,1 0,-1 0,1 1,-3 2,-8 23,9-2</inkml:trace>
  <inkml:trace contextRef="#ctx0" brushRef="#br0" timeOffset="6600.855">9767 936,'-6'-3,"0"1,-1 0,1 0,0 0,-1 1,0 0,1 1,-1-1,0 1,1 1,-1-1,1 1,-1 0,0 1,1-1,0 1,-1 0,1 1,0 0,0 0,0 0,1 1,-1-1,1 2,0-1,0 0,0 1,1 0,-1 0,1 0,0 1,1-1,-1 1,-1 5,3-4,1-1,-1 1,1 0,1 0,-1 0,1 0,0 0,1 0,0 0,0 0,0 0,1-1,0 1,1 0,-1-1,1 0,0 1,1-1,-1 0,1-1,1 1,0 1,5 5,1-1,0 0,1 0,0-1,1 0,0-1,0-1,1 0,5 2,131 41,-149-51,-1 0,0 0,1 0,-1 0,0 0,1 0,-1 0,0 0,1 0,-1 0,0 0,1 0,-1 0,0 0,1 0,-1 0,0 1,1-1,-1 0,0 0,0 0,1 1,-1-1,0 0,0 0,1 1,-1-1,0 0,0 1,0-1,1 0,-1 0,0 1,0-1,0 0,0 1,0-1,0 0,0 1,0-1,0 1,0-1,0 0,0 1,0-1,0 0,0 1,0-1,0 0,0 1,0-1,-1 0,1 0,0 1,0-1,0 0,-1 1,1-1,0 0,0 0,0 1,-1-1,1 0,0 0,-1 1,-22 9,0-2,-1-1,0-1,0-2,0 0,0-2,0 0,-17-2,40 0,0 1,0-1,0 0,0 0,1 0,-1 0,0 0,0 0,0 0,0 0,0 0,0 0,1 0,-1-1,0 1,0 0,0-1,0 1,1 0,-1-1,0 1,0-1,1 1,-1-1,0 0,1 1,-1-1,1 0,-1 1,1-1,-1 0,1 0,-1 1,1-1,0 0,-1 0,1 0,0 0,0 1,0-1,-1 0,1 0,0 0,0 0,0 0,1 0,-1 0,0 1,0-1,0 0,1 0,-1 0,0 0,1 1,-1-1,1 0,-1 0,1 1,-1-1,1 0,-1 1,1-1,0 0,-1 1,1-1,0 1,0-1,-1 1,1-1,16-12,0 0,1 0,1 2,0 0,0 2,1 0,0 1,1 0,3-2,10-4,0 1,1 1,0 2,1 2,7 0,-40 7,-1 1,0-1,0 1,0 0,0 0,0 0,1 0,-1 0,0 0,0 1,0-1,0 1,0-1,1 1,-1 0,-1 0,1 0,0 0,0 0,0 1,0-1,-1 0,1 1,-1-1,1 1,-1 0,1-1,-1 1,0 0,0 0,0 0,0 0,0 0,0 0,-1 0,1 0,-1 0,1 0,-1 0,0 1,0-1,0 0,0 0,0 1,1 161,0-160,0-1,0 0,0 0,0 0,1 0,-1 0,1 0,0 0,0 0,0 0,1-1,-1 1,0-1,1 0,0 0,-1 0,1 0,0 0,0 0,3 0,13 6</inkml:trace>
  <inkml:trace contextRef="#ctx0" brushRef="#br0" timeOffset="7060.626">9873 908,'51'-4,"-13"-2,1 2,-1 1,0 3,1 0,-1 3,0 1,0 2,0 2,-1 1,12 5,-39-9,0-1,0 1,-1 1,0 0,0 0,0 1,-1 0,0 0,0 1,0 0,-1 1,-1-1,1 1,-2 1,1-1,-1 1,0 0,-1 0,-1 0,1 1,0 5,0 11,-2 0,0 0,-2 0,-1 1,-2 8,3-30,-1-4,1 1,-1-1,1 0,-1 1,1-1,0 0,0 1,0-1,0 0,0 1,1-1,-1 0,1 1,-1-1,1 0,0 1,0-1,0 0,0 0,0 0,1 0,-1 0,1 0,-1-1,1 1,0 0,-1-1,1 1,0-1,0 1,0-1,0 0,0 0,1 0,-1 0,0 0,0-1,2 1,6-1,0 0,0-1,0 0,-1-1,1 0,-1-1,1 0,-1 0,0-1,0 0,0-1,-1 0,1 0,-1-1,-1 0,1 0,-1-1,0 1,0-2,-1 1,0-1,0 0,-1 0,0-1,0 0,-1 0,0-2,0 4,-1-1,-1 1,0 0,0-1,0 1,-1-1,0 1,-1-1,1 0,-2-4,1 12,0 1,0-1,0 1,0-1,0 1,0-1,0 1,-1-1,1 1,0-1,0 0,-1 1,1-1,0 1,-1-1,1 1,0-1,-1 0,1 1,0-1,-1 0,1 1,-1-1,1 0,-1 0,1 0,-1 1,1-1,-1 0,1 0,-1 0,1 0,-1 0,1 0,-1 0,1 0,-1 0,1 0,-1 0,1 0,-1 0,1 0,-1 0,1-1,-1 1,1 0,-1 0,1-1,-1 1,1 0,0-1,-1 1,1 0,0-1,-1 1,1 0,0-1,-1 1,1-1,0 1,0-1,-1 1,1-1,0 1,-2 3,0 1,1 1,-1-1,1 0,0 0,0 0,1 1,-1-1,1 0,0 0,0 1,0-1,1 0,-1 1,1-1,0 0,1 0,-1 0,1 0,-1 0,1 0,0 0,1 0,-1-1,1 1,-1-1,4 3,1 2,2-1,-1 0,1 0,0-1,1 0,-1 0,1-1,0-1,1 1,5 0,33 8,1-2,0-2,1-3,26 0,17-1</inkml:trace>
  <inkml:trace contextRef="#ctx0" brushRef="#br0" timeOffset="7440.609">11639 1149,'-16'-6,"0"2,0 0,0 1,-1 0,1 1,-1 1,0 1,-7 1,19-1,-1 1,0 0,1 0,-1 0,1 1,-1 0,1 0,0 1,0-1,0 1,0 0,0 0,0 1,1-1,0 1,-1 0,2 1,-1-1,0 1,1-1,0 1,0 0,0 0,1 0,-2 5,2-5,0 1,0-1,0 1,1 0,0 0,0-1,0 1,1 0,0 0,0 0,1 0,-1 0,1 0,0-1,1 1,0 0,0-1,0 1,0-1,1 1,0-1,0 0,0 0,1-1,-1 1,1-1,1 1,-1-1,0-1,1 1,0 0,0-1,0 0,2 0,0 0,0 0,0-1,0 0,1 0,-1 0,1-1,-1-1,1 1,0-1,-1 0,1-1,-1 0,1 0,-1-1,1 0,-1 0,0 0,0-1,0 0,0-1,0 1,-1-2,0 1,5-4,2-2,-1-1,0 0,-1 0,0-1,-1-1,0 0,-1 0,-1-1,0 0,0 0,1-7,3-23,-1 0,-3-1,-1 0,-2-1,-2 0,-3 0,-3-38,2 65,1-18,0-15,-2 1,-3-1,-1 1,-5-9,11 60,1-1,-1 0,0 1,0-1,0 0,0 0,0 1,0-1,0 0,0 0,0 1,0-1,-1 0,1 1,0-1,0 0,-1 0,1 1,-1-1,1 1,0-1,-1 0,1 1,-1-1,1 1,-1-1,1 1,-1-1,0 1,1 0,-1-1,0 1,1 0,-1-1,0 1,1 0,-1 0,0 0,1-1,-1 1,0 0,0 0,1 0,-1 0,0 0,0 0,1 1,-1-1,0 0,1 0,-1 0,0 1,0-1,-24 37,9 3,2 1,1 0,3 1,1 0,2 1,2 0,1 18,2-37,1-1,2 1,0-1,1 0,2 0,0 1,1-2,2 1,0-1,2 0,0 0,2 1,43 51,3-15</inkml:trace>
  <inkml:trace contextRef="#ctx0" brushRef="#br0" timeOffset="8452.832">14259 655,'61'9,"1"-2,0-3,0-2,20-4,-40 1,-35 1,55 4,-60-3,-1-1,1 0,0 1,-1-1,0 1,1 0,-1-1,1 1,-1 0,0 0,1 0,-1 0,0 0,0 0,0 0,0 0,0 1,0-1,0 0,0 1,0-1,-1 0,1 1,-1-1,1 1,-1-1,1 1,-1-1,0 1,0 0,0-1,0 1,0-1,0 2,-2 7,-1-1,0 0,0 0,-1 0,0-1,-1 1,0-1,0 0,-1 0,-3 3,-5 8,-21 33,2 1,-23 50,48-86,1 0,0 0,1 1,1 0,1 0,1 0,0 0,1 1,1-1,1 1,1-1,0 1,11 28,-6-31</inkml:trace>
  <inkml:trace contextRef="#ctx0" brushRef="#br0" timeOffset="8705.164">14272 962,'14'0,"18"0,19-2,19-4,15-2,7-4,3-6,-16 2</inkml:trace>
  <inkml:trace contextRef="#ctx0" brushRef="#br0" timeOffset="9070.234">15088 588,'-14'46,"3"1,1 0,3 1,1-1,2 47,3 106,1-198,0 0,0 0,0 0,0 0,0-1,0 1,1 0,-1 0,1 0,-1 0,1 0,-1-1,1 1,0 0,0-1,0 1,0 0,0-1,1 0,-1 1,0-1,1 1,-1-1,1 0,-1 0,1 0,-1 0,1 0,0 0,0-1,-1 1,1 0,0-1,0 0,0 1,0-1,0 0,0 0,-1 0,1 0,0 0,0 0,2-1,8-5,0 0,0-1,0-1,-1 0,0 0,-1-1,0 0,0-1,5-8,-5 9,80-94,-73 86,-17 17,1 0,-1 1,1-1,-1 0,1 0,-1 1,1-1,-1 0,1 0,-1 1,1-1,-1 1,0-1,1 0,-1 1,1-1,-1 1,0-1,0 1,1-1,-1 1,0-1,0 1,0-1,1 1,-1-1,0 1,0 0,0-1,0 1,0-1,0 1,0-1,0 1,0 0,-1-1,1 1,0-1,0 1,0-1,-1 1,1-1,0 1,0-1,-1 1,1-1,0 1,-1-1,-53 241,47-207,2 1,1 0,2 0,1 0,2 0,1 0,5 18,6-2</inkml:trace>
  <inkml:trace contextRef="#ctx0" brushRef="#br0" timeOffset="9529.013">15837 842,'-15'-14,"0"0,-1 2,0 0,-1 1,-1 1,1 0,-1 1,-1 1,0 1,0 0,-1 2,13 5,0 0,0 0,0 1,0 1,0-1,0 1,0 0,1 0,-1 1,1 0,-1 0,1 1,0-1,0 1,1 1,-1-1,1 1,0 0,0 0,0 1,1-1,0 1,0 0,0 0,1 0,0 1,0-1,1 1,0 0,0 0,0 0,1-1,0 2,0-1,1 0,0 0,0 0,1 6,-1-9,1 1,-1-1,1 1,0-1,0 0,0 1,1-1,-1 0,1 0,0 0,0 0,1 0,-1 0,1-1,0 1,0-1,0 0,0 1,0-1,1-1,0 1,-1-1,1 1,0-1,0 0,0 0,0-1,1 1,-1-1,0 0,1 0,-1-1,2 1,5 0,0-1,0 0,0-1,1 0,-1-1,0 0,0-1,-1 0,1 0,0-1,-1-1,0 0,0 0,-1-1,1 0,7-7,0-2,0 0,-1 0,-1-2,0 0,-2-1,0 0,0-1,-2 0,-9 15,-2 3,0 1,0-1,0 1,-1-1,1 1,0-1,0 1,0-1,1 1,-1-1,0 1,0-1,0 1,0-1,0 1,1-1,-1 1,0-1,0 1,1-1,-1 1,0 0,1-1,-1 1,0 0,1-1,-1 1,0 0,1-1,-1 1,1 0,-1 0,1-1,-1 1,1 0,-1 0,1 0,-1 0,1 0,-1-1,1 1,-1 0,1 0,-1 0,1 1,-1-1,1 0,-1 0,1 0,-1 0,1 0,-1 1,1-1,-1 0,1 0,-1 1,1-1,6 106,-7-27,-5 0,-2-1,-4 0,-4 0,-9 24,17-74,4-9</inkml:trace>
  <inkml:trace contextRef="#ctx0" brushRef="#br0" timeOffset="10027.682">16116 801,'44'-10,"0"2,0 2,0 1,1 3,-1 2,1 1,27 6,-69-8,1 1,-1 0,0 0,0 1,0-1,0 1,-1-1,1 1,0 0,0 0,0 0,0 1,-1-1,1 0,-1 1,1 0,-1 0,1 0,-1 0,0 0,0 0,0 0,0 1,0-1,-1 1,1-1,-1 1,0 0,0 0,1-1,-2 1,1 0,-3 4,-1 0,0-1,0 0,-1 0,1 0,-2 0,1-1,0 1,-1-1,0 0,0 0,-1-1,1 0,-1 0,-3 2,-2 3,-113 87,101-70,23-26,0 1,0 0,-1-1,1 1,0-1,0 1,0 0,0-1,0 1,0 0,0-1,0 1,0 0,0-1,0 1,1-1,-1 1,0 0,0-1,1 1,-1-1,0 1,1-1,-1 1,1-1,-1 1,0-1,1 1,-1-1,1 1,-1-1,1 0,-1 1,1-1,0 0,-1 1,1-1,-1 0,1 0,0 0,-1 0,1 1,0-1,-1 0,1 0,0 0,-1 0,1-1,142 15,-139-14,14 0,0 1,0 1,-1 0,1 1,0 1,-1 1,0 0,0 1,0 1,-1 1,0 0,0 1,-1 1,0 1,-13-9,1 1,-1-1,0 1,0-1,-1 1,1 0,0 0,-1 0,0 0,0 0,0 0,0 1,0-1,0 0,-1 0,0 1,1-1,-1 0,-1 1,1-1,0 0,-1 1,0-1,1 0,-1 0,-1 0,1 0,0 0,-1 0,1 0,-1 0,0 0,-2 2,-4 5,-1-1,1 1,-2-1,1-1,-1 0,-1 0,1-1,-5 2,-2 1,-1 0,0-1,-1 0,0-2,0 0,-1-2,0 0,0-1,0 0,0-2,-20 0,39-2,1 0,-1 0,1 1,-1-1,0 0,1 0,-1 0,1 0,-1 0,0 0,1 0,-1 0,1 0,-1 0,1 0,-1-1,0 1,1 0,-1 0,1 0,-1-1,1 1,-1 0,1-1,-1 1,1 0,-1-1,1 1,0-1,-1 1,1-1,-1 1,1-1,0 1,0-1,-1 1,1-1,0 1,0-1,0 1,-1-1,1 0,0 1,0-1,0 0,7-5</inkml:trace>
  <inkml:trace contextRef="#ctx0" brushRef="#br0" timeOffset="1586.76">4059 936,'16'-3,"16"0,15-2,12-3,10 1,3 0,-7 3,-12 1,-15 1</inkml:trace>
  <inkml:trace contextRef="#ctx0" brushRef="#br0" timeOffset="1783.239">4072 1202,'23'-2,"20"-3,20-1,15-1,7-3,-10 2</inkml:trace>
  <inkml:trace contextRef="#ctx0" brushRef="#br0" timeOffset="2172.183">5516 762,'-10'-6,"0"1,0 1,0 0,-1 0,0 1,0 0,1 1,-2 0,1 1,0 0,0 1,0 0,0 1,0 0,0 1,0 0,0 1,0 0,1 0,-1 1,1 1,0 0,0 0,1 1,-1 0,-5 5,2 2,1 0,0 1,0 1,2-1,0 2,0-1,2 1,0 1,1 0,0 0,1 0,1 1,1 0,1-1,0 2,1-1,1 0,1 0,0 0,2 1,0-1,1 0,3 12,-1-19,-1 0,1 0,1-1,0 0,0 1,1-2,1 1,-1-1,1 0,1-1,0 0,0 0,0-1,1 0,0-1,1 0,-1 0,1-1,0-1,1 0,-1 0,0-1,1-1,0 0,0 0,0-1,0-1,0 0,0 0,-1-1,1-1,0 0,0-1,-1 0,6-3,-13 6,0-1,-1 0,1-1,-1 1,1-1,-1 1,0-1,0 0,1 0,-1-1,0 1,-1-1,1 1,0-1,-1 0,0 0,1 0,-1 0,0 0,-1-1,1 1,-1-1,1 1,-1-1,0 1,0-1,-1 0,1 1,-1-1,1 0,-1 0,-1 0,1 1,0-1,-1 0,0 1,0-1,0 0,0 1,0-1,-1 1,0-1,0 1,0 0,0 0,0 0,0 0,-1 0,-1-1,-2 0,0 1,0 0,0 0,0 0,-1 1,0-1,1 2,-1-1,0 1,0 0,0 0,0 1,0 0,0 0,0 1,0-1,1 2,-1-1,0 1,0 0,-2 1,-8 4,1 0,0 0,0 2,0 0,1 1,1 0,-11 10,-25 27</inkml:trace>
  <inkml:trace contextRef="#ctx0" brushRef="#br0" timeOffset="968.409">3149 642,'-2'15,"-1"15,-2 14,0 12,0 12,2 6,-2 5,1 1,-2-5,1-10,0-12,2-15</inkml:trace>
  <inkml:trace contextRef="#ctx0" brushRef="#br0" timeOffset="1332.439">3497 655,'-69'89,"-4"-2,-33 27,-20 9,112-107,33-10,-10-6,0 0,-1 0,1 1,0 1,0-1,-1 1,1 1,-1 0,0 0,0 0,0 1,0 0,0 1,-1 0,0 0,0 1,0-1,0 2,34 30,-28-23,1-1,0 0,1-2,0 1,0-2,2 0,-1-1,1 0,0-2,1 0,17 4,-20-8,1-1,0-1,0 0,0-1,0-1,0-1,0 0,-1-1,1 0,-1-2,36-12</inkml:trace>
  <inkml:trace contextRef="#ctx0" brushRef="#br0" timeOffset="46427.296">2775 387,'-1'-4,"-1"0,0 1,0-1,0 1,-1-1,1 1,-1 0,0 0,0 0,0 0,0 1,0-1,0 1,-1-1,0 1,1 1,-1-1,0 0,0 1,0 0,0 0,0 0,0 0,0 0,0 1,0 0,0 0,0 0,0 1,0-1,-3 1,-11 8,0 1,1 1,0 0,1 1,0 1,1 0,1 1,0 1,-9 11,9-11,-1 1,2 1,0 0,1 0,1 2,0-1,2 1,0 1,1-1,1 2,1-1,1 1,0 0,1 7,3 304,-7-255,3-55,2 0,0 0,1 1,1-1,2 1,0 0,1-1,1 0,1 1,2-1,0-1,1 1,7 15,158 216,-148-221,1-2,2 0,0-2,2-1,1-2,2-1,0-1,1-1,1-3,36 16,182 78,-202-95,0-2,1-3,1-2,9 0,90 20,-85-15,0-3,0-2,1-4,18-2,440-5,-394-7,-1-5,0-6,17-10,-65 13,106 0,-165 12,0-1,0-1,-1 0,0-2,0-1,19-9,27-9,-56 21,23-6,0-1,0-3,-1 0,-1-2,22-16,166-146,-192 149,-2-2,0 0,-3-2,-1 0,-1-2,-2 0,-1-2,-3 0,0-1,-3 0,-1-1,-2 0,0-13,-1-3,-1 0,-4 0,-1-10,-1 3,0 30,2 11,-2 1,0-1,-2 0,0 0,-2 0,0 1,-1-1,-1 1,-1-1,-2 1,1 1,-2-1,-1 1,-8-13,-6 7,0 0,-2 2,-1 0,-1 2,-1 1,-1 1,-1 1,-48-35,34 21,-1 1,-2 3,-1 1,-1 3,-1 1,-2 3,-39-10,-388-89,418 104,0 3,0 2,-1 3,0 3,-1 2,-2 3,-237-11,-354 3,555 4,0 4,0 5,-41 9,74-6,0 4,1 2,1 3,-30 14,42-14,43-14,0 0,1 0,-1 1,1 1,0-1,0 2,0-1,1 1,0 1,0 0,-2 2,-73 67,77-71</inkml:trace>
  <inkml:trace contextRef="#ctx0" brushRef="#br0" timeOffset="80358.355">3270 3262,'-7'29,"-5"29,-2 24,-1 19,-2 10,-4 5,0-4,2-10,1-12,4-20,4-20,9-22,4-17</inkml:trace>
  <inkml:trace contextRef="#ctx0" brushRef="#br0" timeOffset="80700.441">3564 3382,'-116'161,"29"-39,-92 101,111-162,52-56,29-20,-7 11,1 0,0 0,0 0,1 1,-1 0,1 0,0 1,-1-1,1 2,0-1,0 2,0-1,0 1,1 0,-1 0,0 1,0 0,0 0,-1 1,1 0,0 1,0 0,-1 0,0 0,0 1,0 0,2 2,101 74,-86-60,1-2,0 0,1-1,1-2,0 0,2-2,5 1,81 7,-65-20</inkml:trace>
  <inkml:trace contextRef="#ctx0" brushRef="#br0" timeOffset="80957.752">4112 3702,'25'-2,"27"-1,24 0,18 1,11 1,-1 0,-14 2,-22 7,-22 1</inkml:trace>
  <inkml:trace contextRef="#ctx0" brushRef="#br0" timeOffset="81115.336">4272 4024,'20'0,"26"0,22 0,23 0,16 0,15 0,8 0,-19 0</inkml:trace>
  <inkml:trace contextRef="#ctx0" brushRef="#br0" timeOffset="85510.595">7708 3649,'-6'-4,"0"1,0-1,0 1,0 0,-1 1,1 0,-1 0,1 0,-1 1,0 0,0 0,0 0,1 1,-1 0,0 1,0 0,0 0,1 0,-1 1,0 0,1 0,-1 0,1 1,0 0,0 0,0 1,0 0,1 0,-1 0,-4 5,3 1,-1 0,2 1,-1-1,1 2,1-1,0 0,1 1,0 0,0 0,2 0,-1 0,1 1,1-1,1 1,-1-1,2 1,0-1,0 1,1-1,1 0,0 0,1 0,0 0,1 0,0-1,0 0,2 0,-1 0,1-1,1 0,0 0,0-1,1 0,0-1,3 3,0-2,0 1,0-2,1 0,0 0,1-1,0 0,0-2,0 1,1-2,-1 0,1-1,0 0,0-1,0-1,1 0,-1-1,0-1,0 0,0-1,0-1,0 0,0-1,0-1,-1 0,0-1,0 0,-1-1,0-1,0 0,9-8,-8 1,-1-1,0 0,-1 0,-1-2,-1 1,0-1,-2-1,0 0,-1 0,0 0,-2-1,0 0,-2 0,0 0,-1 0,-1-1,-1 1,0-1,-2 1,-1 0,0-1,-1 1,-1 1,-1-1,-4-7,7 18,-1-1,0 1,-1-1,0 1,0 0,-1 1,0 0,0-1,-1 2,0-1,0 1,-1 0,0 1,0 0,-1 0,0 1,0 0,0 0,0 1,-1 0,0 1,0 0,0 0,-5 0,-2 3,1 1,-1 0,1 1,0 1,-1 1,1 0,1 1,-1 1,1 0,0 1,0 0,-10 8,-103 69,7 8</inkml:trace>
  <inkml:trace contextRef="#ctx0" brushRef="#br0" timeOffset="84204.089">5783 3395,'-13'16,"1"0,0 1,1 1,1-1,1 1,1 1,0 0,2 0,0 1,1-1,1 1,0 1,2-1,0 0,2 0,0 1,1-1,1 0,1 1,1-1,1-1,0 1,1-1,2 0,0 0,1 0,0-1,2 0,-3-8,0 0,1 0,0 0,1-1,0-1,0 0,0 0,1-1,1 0,-1-1,1 0,0-1,0 0,1-1,-1 0,1-1,0-1,0 0,0-1,0 0,0-1,0 0,0-1,0 0,0-2,0 1,0-1,-1-1,1 0,-1-1,0-1,0 0,3-2,-1-6,0 0,-1-2,-1 1,0-2,-1 1,-1-1,0-1,-1 0,-1-1,-1 1,-1-1,0-1,-2 1,0-1,-1 0,-1 0,-1 0,0 0,-3-16,2 23,0-1,-1 1,-1 0,0-1,-1 1,-1 0,0 0,0 1,-1-1,-1 1,0 0,-1 0,0 1,0 0,-2 0,1 1,-1 0,-1 0,1 1,-2 1,1-1,-1 2,-1-1,1 2,-1-1,0 2,-2-1,1 3,0 0,0 1,0 1,0 0,0 1,0 0,1 1,-1 0,0 1,0 1,0 0,1 1,0 0,-1 1,2 0,-1 1,1 0,-1 1,2 0,-1 1,1 0,0 1,1 0,0 0,0 1,1 0,1 1,-1-1,2 2,-1-1,2 1,0 0,0 0,1 0,0 1,1-1,1 1,0 0,0 0,1 0,1 0,0 0,1 0,1 0,0-1,1 4,25 57,8-12</inkml:trace>
  <inkml:trace contextRef="#ctx0" brushRef="#br0" timeOffset="84736.664">6625 3970,'55'-358,"-41"115,-14 231,-2 24,1-7,-14 152,4 153,26-93,-7-169</inkml:trace>
  <inkml:trace contextRef="#ctx0" brushRef="#br0" timeOffset="85036.901">7066 3836,'-1'-229,"-22"-142,21 364,2 22,-16 448,7-159,11-259</inkml:trace>
  <inkml:trace contextRef="#ctx0" brushRef="#br0" timeOffset="90317.453">9486 6885,'-16'833,"-35"405,51-1184,-5 282,-29 178,1-333,15-122</inkml:trace>
  <inkml:trace contextRef="#ctx0" brushRef="#br0" timeOffset="91852.349">9513 7112,'-118'-335,"114"320,0 1,0-1,2 0,0 0,0 0,1-1,1 1,1 0,2-12,-2 24,0 0,1 0,-1-1,1 1,0 0,0 0,0 1,0-1,0 0,1 1,0-1,-1 1,1 0,0 0,0 0,0 0,0 0,0 1,0 0,1-1,-1 1,1 0,0 0,85-11,-84 12,122-1,-1 6,1 6,25 9,-60-8,850 80,728-15,-1430-63,1964 91,-1257-52,584 28,-1245-72,667-5,-860-6,0-5,39-9,-123 14,-7 1,0 0,0 1,1-1,-1 0,0 1,0-1,0 1,1 0,-1 0,0 0,1 0,-1 0,0 0,0 0,1 1,-1-1,0 1,0 0,0 0,0 0,0 0,0 0,0 0,0 0,0 1,0-1,-1 0,1 1,0 0,-1-1,1 1,-1 0,1 1,10 89,70 345,-76-238,-8 1,-9-1,-9 0,-29 114,8-31,-11 93,-78 740,120-939,-8 0,-18 54,0-66,35-162,1-1,-1 1,1 0,0-1,0 1,-1-1,1 1,0 0,0-1,1 1,-1 0,0-1,0 1,1-1,-1 1,1-1,0 1,-1-1,1 1,0-1,0 1,0-1,0 0,0 1,0-1,0 0,0 0,0 0,1 0,-1 0,0 0,1 0,0 0,15 4</inkml:trace>
  <inkml:trace contextRef="#ctx0" brushRef="#br0" timeOffset="93879.925">9379 9892,'-26'664,"-3"137,31-532,6-209,-7-59,0-1,0 1,0 0,0 0,0-1,1 1,-1 0,0-1,0 1,1-1,-1 0,0 1,0-1,1 0,-1 0,0 0,1 0,-1 0,0 0,1 0,-1 0,0-1,1 1,-1 0,0-1,0 1,1-1,-1 0,0 1,0-1,0 0,0 0,0 1,0-1,0 0,0-1,4 0,39-16,0 2,0 1,1 3,1 2,0 2,1 2,-1 2,1 2,32 3,244 5,171 31,-257-16,2147 134,-1300-77,211-4,-362-30,-505-29,548-4,-681-12,-200-2,0-5,60-13,19-10,-47 2,-124 28,-1-1,0 1,0-1,0 0,0 0,0 1,0-1,0-1,-1 1,1 0,-1 0,1-1,-1 1,0 0,0-1,0 1,0-1,0 0,-1 1,1-1,-1 0,0 1,0-1,0 0,0 1,0-1,0 0,-1 1,1-1,-1 0,-1-1,2-11,3-122,7 0,7-15,1-14,-15 137,7-58,-4-1,-3 0,-5 1,-6-27,-7 26</inkml:trace>
  <inkml:trace contextRef="#ctx0" brushRef="#br0" timeOffset="95578.391">10569 10748,'-20'23,"1"1,1 0,1 2,2 0,-10 20,12-23,1 1,1 0,1 1,1 0,1 1,1 0,2 0,0 0,1 7,4-32,0 1,-1-1,1 1,0-1,0 1,0-1,0 1,0-1,0 1,0-1,0 1,1-1,-1 1,1-1,-1 1,1-1,-1 1,1-1,0 0,0 1,0-1,0 0,0 0,0 0,0 1,0-1,0 0,0-1,1 1,-1 0,0 0,1 0,-1-1,1 1,-1-1,1 1,-1-1,1 1,-1-1,1 0,-1 0,1 0,-1 0,1 0,-1 0,1 0,-1-1,2 1,8-5,1-1,-1 0,0-1,-1 0,0-1,0 0,0-1,-1 1,-1-2,1 1,-1-2,-4 6,36-43,-2-1,-2-3,-3 0,-1-3,-4 0,-1-2,15-51,-32 83,-2 0,0-1,-2 1,0-2,-2 1,-1 0,-1-1,-1 0,-3-26,1 50,1 0,-1-1,1 1,-1 0,0 0,0 0,0 0,-1 0,1 0,-1 0,0 0,1 0,-1 1,-1-1,1 1,0-1,0 1,-1 0,0 0,1 0,-1 0,0 1,0-1,0 1,0-1,0 1,0 0,0 0,0 1,0-1,-1 0,1 1,0 0,-1 0,1 0,0 0,0 1,-1-1,1 1,0 0,-1 0,-8 5,0 0,0 1,0 0,1 1,0 1,0 0,1 0,0 1,1 0,0 1,1 0,0 0,0 1,1 0,1 0,0 0,1 1,-3 10,-5 15,2 0,1 1,2 1,2-1,1 1,3 0,1 0,1 0,3 0,1 0,2 0,2-1,1 0,2 0,2-1,2-1,1 0,1-1,2-1,4 3,30 35,-32-51</inkml:trace>
  <inkml:trace contextRef="#ctx0" brushRef="#br0" timeOffset="98203.575">11064 11216,'-24'27,"2"2,1 0,1 2,1 0,-9 25,-2-2,13-24,16-31,1 1,0 0,0 0,0-1,0 1,-1 0,1 0,0 0,0-1,-1 1,1 0,0 0,0 0,-1 0,1-1,0 1,0 0,-1 0,1 0,0 0,-1 0,1 0,0 0,0 0,-1 0,1 0,0 0,-1 0,1 0,0 0,0 0,-1 0,1 0,0 0,-1 1,72-220,-55 163,0 2,2 0,2 1,5-6,26-11,-49 69,-1 0,1-1,-1 1,1 0,-1 0,1 0,0 0,-1 0,1 1,0-1,0 0,-1 1,1-1,0 1,0 0,0-1,0 1,0 0,0 0,-1 1,1-1,0 0,0 0,0 1,0-1,0 1,-1 0,1 0,0-1,-1 1,1 0,0 0,-1 0,1 1,-1-1,0 0,1 1,-1-1,0 1,0-1,0 1,1 0,6 13,-1 0,0 1,-2 0,1 0,-2 0,0 1,-1-1,0 1,-2 0,0 0,-1 13,1 25,-2 0,-2 0,-3-1,-3 0,-1 0,-4 1,3-19,0-11</inkml:trace>
  <inkml:trace contextRef="#ctx0" brushRef="#br0" timeOffset="98474.847">10836 11349,'23'-2,"30"-1,33-2,32-2,27-3,-10 0</inkml:trace>
  <inkml:trace contextRef="#ctx0" brushRef="#br0" timeOffset="98899.711">12908 10761,'60'-99,"-60"99,1-1,0 0,-1 0,1 0,0 0,-1 0,0 0,1 0,-1 0,0 0,1 0,-1 0,0-1,0 1,0 0,0 0,0 0,0 0,0 0,0 0,0 0,-1 0,1 0,0 0,-1 0,1-1,-1 2,1-1,-1 0,0 0,1 0,-1 0,0 0,1 0,-1 1,0-1,0 0,0 1,0-1,0 0,0 1,0-1,0 1,0 0,0-1,0 1,0 0,0-1,0 1,0 0,-1 0,-9 1,1 1,0 0,0 1,0 0,0 0,0 1,0 1,1 0,0 0,0 0,0 1,0 1,-19 13,2 0,0 2,1 1,1 1,1 1,1 1,1 1,2 1,1 1,1 0,1 1,2 1,1 0,1 1,2 1,1-1,-1 15,8-35,1 0,0 0,0 0,2 0,-1 0,1 0,1 0,2 7,-3-15,0 1,0-1,1 0,-1 0,1-1,0 1,0 0,1 0,-1-1,1 0,0 1,0-1,0 0,0 0,0-1,1 1,-1-1,1 1,0-1,-1 0,1-1,0 1,0-1,0 1,1-1,3 0,-1 0,0-1,0 0,0 0,1-1,-1 0,0 0,0-1,0 0,0 0,0 0,-1-1,1 0,-1 0,1-1,-1 0,4-3,90-88,-70 52,-2-2,-3 0,-1-2,-2 0,-3-2,-1 0,-3-1,-2-1,-2 0,-2 0,-1-24,-4 53,-1 0,-1-1,-1 1,-1-1,-1 1,0-1,-2 1,-1 0,-6-18,10 37,-1 0,0 0,0 0,0 1,0-1,-1 0,1 1,-1-1,1 1,-1-1,0 1,0 0,0 0,0 0,-1 0,1 0,-1 1,1-1,-1 0,1 1,-1 0,0 0,1 0,-1 0,0 0,0 0,0 1,0-1,0 1,0 0,0 0,0 0,0 1,0-1,0 0,0 1,1 0,-1 0,0 0,0 0,-1 1,-12 9,1 0,1 1,0 1,0 0,1 1,1 1,1 0,0 0,0 1,2 1,0-1,1 2,1-1,-4 15,-6 11,2 2,3-1,1 2,2-1,3 1,1 1,2-1,3 0,1 1,2-1,10 45,-8-67,1-1,1 0,0-1,2 0,1 0,1 0,0-2,2 1,0-1,1-1,1-1,8 8,2-5</inkml:trace>
  <inkml:trace contextRef="#ctx0" brushRef="#br0" timeOffset="99479.614">13069 11122,'-16'95,"-3"0,-4-2,-6 4,27-92,-14 40,13-53,23-127,-14 101,1-1,2 1,2 1,0 0,3 0,0 2,2-1,8-9,-22 38,-1 1,1-1,0 0,0 0,0 1,0-1,0 1,0 0,1 0,-1 0,1 0,0 0,-1 0,1 1,0-1,0 1,0 0,0 0,0 0,0 0,0 0,1 1,-1-1,0 1,0 0,1 0,-1 0,0 1,0-1,0 1,0 0,1-1,-1 1,0 1,0-1,0 0,-1 1,1 0,0-1,5 7,-1 0,1 0,-1 1,-1 0,0 0,0 0,-1 1,0 0,-1 0,0 0,0 1,-1-1,0 1,-1 0,-1-1,1 1,-2 0,0 0,0 6,0-13,0 0,-1 1,1-1,-1 0,0 0,0 0,0-1,-1 1,1 0,-1 0,0-1,0 1,-1-1,1 1,0-1,-1 0,0 0,0 0,0 0,0-1,0 1,-1-1,1 0,-1 0,1 0,-1 0,0-1,-4 2,37-9,-1 2,1 1,-1 1,1 1,0 2,10 1,-36-2,1 0,0 1,0-1,-1 0,1 1,0 0,-1 0,1 0,-1 0,1 1,-1 0,1-1,-1 1,0 0,0 0,0 1,0-1,-1 1,1-1,0 1,-1 0,0 0,0 0,0 0,0 1,0-1,-1 0,1 1,-1-1,0 1,0 0,0-1,-1 1,1 0,-1-1,0 1,0 0,0 0,0-1,-1 1,0 0,0-1,0 1,0 1,-9 9,0-1,0 0,-2 0,1-1,-2 0,0-1,0-1,-1 0,0-1,0 0,-1-1,0-1,-1 0,0-1,-11 2,15-3,0 0,0-1,0-1,0 0,-1-1,1 0,-1-1,0 0,1-1,-1 0,0-1,-6-2,18 3,0 0,0-1,0 1,0 0,0-1,0 1,0-1,1 0,-1 1,0-1,0 0,0 1,1-1,-1 0,1 0,-1 0,0 0,1 1,0-1,-1 0,1 0,-1 0,1 0,0 0,0 0,0 0,-1 0,1 0,0 0,0 0,0 0,1 0,-1 0,0 0,0 0,0 0,1 0,-1 0,1 0,-1 0,0 0,1 0,0 0,-1 0,1 1,0-1,-1 0,1 0,0 1,0-1,-1 0,1 1,0-1,0 1,18-18</inkml:trace>
  <inkml:trace contextRef="#ctx0" brushRef="#br0" timeOffset="100029.145">14779 10815,'-4'-3,"-1"0,-1 0,1 0,0 1,-1 0,1 0,-1 1,0-1,0 1,1 0,-1 1,0 0,0 0,0 0,0 0,1 1,-1 0,0 0,0 1,1-1,-1 1,1 1,-1-1,1 1,0 0,0 0,0 0,-1 1,-9 8,0 0,0 1,1 0,1 1,0 0,1 2,1-1,-1 2,-1 4,0 1,1 0,1 1,1 0,2 1,0 0,1 0,1 0,2 1,0 0,2 0,0 14,2-33,0 1,1 0,0-1,0 1,0-1,0 1,1-1,1 0,-1 1,1-1,0 0,0-1,0 1,1-1,0 1,0-1,0 0,1 0,0-1,0 1,0-1,0 0,1-1,0 1,-1-1,1 0,0-1,1 1,-1-1,0 0,1-1,-1 1,5-1,1-1,-1-1,1 0,-1 0,1-1,-1-1,1 0,-1-1,0 0,0 0,-1-1,1-1,-1 0,-1 0,1-1,-1 0,1-1,12-11,-1-2,0 0,-2-1,0-1,13-23,-3-4,-2-2,-2 0,-2-1,-3-2,-3 0,-2-1,-2-1,-2 0,-4 0,0-25,-5 59,-1 1,-1-1,0 1,-2 0,-5-22,7 41,0-1,-1 1,0-1,0 1,0-1,0 1,0 0,-1 0,1-1,-1 1,0 0,0 0,0 1,0-1,-1 0,1 1,-1-1,0 1,1 0,-1 0,0 0,0 0,0 0,-1 1,1 0,0-1,-1 1,1 0,0 1,-1-1,1 0,-1 1,0 0,1 0,-4 0,-5 5,1 0,-1 0,1 1,0 1,1 0,-1 0,1 1,1 0,0 1,0 0,1 0,0 1,0 0,1 1,0-1,1 1,0 1,1-1,-3 11,-9 20,3 1,1 0,2 1,3 1,1-1,2 1,2 0,2 0,1 0,3 0,2 0,2 0,6 17,-9-40,1-1,1 0,1-1,1 1,1-1,0-1,2 0,0 0,13 15,-1-9</inkml:trace>
  <inkml:trace contextRef="#ctx0" brushRef="#br0" timeOffset="100296.511">15435 11149,'-16'-4,"-14"-3,-11 1,-9 4,-3 9,-3 9,4 13,6 9,11 7,12 6,18 1,22-2,24-7,25-9,22-10,16-11,11-13,-13-6</inkml:trace>
  <inkml:trace contextRef="#ctx0" brushRef="#br0" timeOffset="100831.089">16451 10721,'-11'0,"0"1,0 0,0 1,0 1,1-1,-1 2,1-1,-1 2,1-1,1 1,-1 1,1 0,0 0,0 1,0 0,1 0,0 1,1 0,-5 7,-4 1,0 1,2 1,0 0,1 1,1 1,1 0,1 0,0 1,2 0,0 1,2 0,0 0,1 0,2 1,0 0,1 4,3-19,1 1,-1-1,1 0,1 0,0 0,0 0,0 0,1 0,0-1,1 0,0 0,0 0,0 0,1-1,0 0,0 0,0-1,1 1,0-1,0-1,0 0,1 0,-1 0,1 0,0-2,0 1,0-1,1 0,-1 0,0-1,1 0,-1-1,1 1,-1-2,7 0,2 0,0-2,0 0,0 0,0-2,0 0,-1-1,0 0,0-1,-1-1,0-1,0 0,-1-1,0 0,-1-2,0 1,-1-1,1-2,9-12,0 0,-2-2,-1 0,-1-1,-2-1,-1 0,-1-2,2-9,-1-5,-1-2,-2 0,-3-1,-1 0,-3 0,-2-1,-2 1,-3-11,2 49,-1 1,-1-1,0 0,-1 1,0 0,0-1,-1 1,0 0,-2-1,5 8,-1 0,0 0,0 0,0 1,-1-1,1 0,-1 1,1 0,-1-1,0 1,0 0,0 0,0 1,0-1,0 1,-1-1,1 1,0 0,-1 0,1 1,-1-1,1 1,-1-1,1 1,-1 0,1 1,-1-1,1 1,-2-1,-7 5,0 0,1 1,-1 0,1 1,1 0,-1 0,1 1,0 1,1 0,0 0,0 1,1 0,0 0,1 1,0 0,1 0,0 1,1 0,0 0,-1 5,-8 29,2 0,2 1,2 0,2 1,2 0,2-1,3 1,1 0,2 0,3-1,6 22,-11-47,1-1,1-1,1 1,1-1,0 0,2 0,0 0,1-1,1-1,1 1,1-2,12 15,-1-14,-2-9</inkml:trace>
  <inkml:trace contextRef="#ctx0" brushRef="#br0" timeOffset="101085.409">17039 11068,'-14'21,"-6"15,0 14,1 9,4 4,4 0,4-1,1-8,2-9,1-11,1-11</inkml:trace>
  <inkml:trace contextRef="#ctx0" brushRef="#br0" timeOffset="101331.802">17026 10975,'7'23,"9"16,8 14,10 5,8 4,1-1,-2-3,-6-5,-8-5,-10-4,-16-2,-20-4,-22-1,-25-3,-22-5,4-7</inkml:trace>
  <inkml:trace contextRef="#ctx0" brushRef="#br0" timeOffset="102024.001">15047 11924,'-11'88,"4"0,4 1,5 35,-1-41,-4 168,-12 0,-14 28,-63 324,23-173,-2 250,67-581</inkml:trace>
  <inkml:trace contextRef="#ctx0" brushRef="#br0" timeOffset="102744.076">13056 11898,'-3'-1,"1"0,0 0,0 1,0-1,0 1,0-1,-1 1,1 0,0 0,0 0,-1 0,1 0,0 0,0 1,0-1,-1 1,1-1,0 1,0 0,0 0,0 0,0 0,0 0,1 1,-1-1,0 0,0 1,1-1,-1 1,1 0,-1 0,1-1,0 1,0 0,0 0,0 0,0 0,0 0,1 1,-1-1,1 0,-1 0,1 0,0 1,-9 24,2 0,2 1,0 0,2 0,0 5,-24 494,19-279,-18 193,-76 400,-15-238,88-463</inkml:trace>
  <inkml:trace contextRef="#ctx0" brushRef="#br0" timeOffset="105785.939">14994 12993,'-5'-1,"1"1,0-1,-1 1,1-1,-1 1,1 0,-1 1,1-1,-1 1,1 0,0 0,-1 0,1 1,0-1,0 1,0 0,0 1,0-1,0 0,1 1,-1 0,1 0,0 0,0 0,0 1,0-1,0 1,1 0,0 0,-1-1,2 2,-1-1,0 0,1 0,0 0,0 1,0-1,0 1,1-1,-1 1,1-1,1 1,-1-1,0 0,1 1,0-1,0 1,4 2,-1-1,1 0,0 0,1 0,0-1,-1 1,2-1,-1-1,0 1,1-1,0 0,0-1,0 0,1 0,-1 0,1-1,0 0,-1-1,1 1,0-1,0-1,0 0,0 0,-1 0,1-1,0 0,0-1,0 0,5-2,-7 3,0 0,0-1,0 0,0-1,-1 1,1-1,-1 0,1-1,-1 1,0-1,0 0,-1 0,1-1,-1 1,0-1,0 0,0 0,-1 0,0-1,0 1,0-1,-1 0,1 0,-2 0,1 0,0 0,-1 0,0 0,-1 0,0-1,1 1,-2 0,1 0,-1-1,0 1,0 0,-1 0,0-2,-3 1,1 0,-1-1,0 1,-1 1,1-1,-1 1,-1 0,1 1,-1-1,0 1,0 1,-1-1,1 1,-1 1,0-1,0 1,-1 0,1 1,0 0,-1 1,1-1,-1 2,1-1,-1 1,0 0,1 1,-1 0,1 0,-1 1,1 0,-1 1,1 0,-2 1,6-1,0 0,0 1,1-1,0 0,0 1,0 0,0 0,0 0,1 0,-1 0,1 1,0-1,1 1,-1-1,1 1,0 0,0 0,0-1,1 1,0 0,0 0,0 0,0 0,1 0,0-1,0 1,0 0,0-1,1 1,0-1,0 1,0-1,0 0,1 0,0 0,0 0,0 0,0 0,0-1,1 0,0 1,-1-1,2 0,3 3,1 0,0 0,0-1,1 0,0 0,-1-1,2 0,-1-1,0-1,1 1,7 0,-13-2,1-1,0 1,0-1,0 0,0 0,0-1,0 1,0-1,0-1,-1 1,1-1,0 0,-1 0,1-1,-1 0,0 0,0 0,0 0,0-1,-1 0,3-2,-5 3,0 1,0-1,0 0,0 1,0-1,-1 0,1 0,-1 0,0 0,0-1,0 1,0 0,-1 0,1-1,-1 1,0 0,0-1,0 1,0 0,0-1,-1 1,0 0,0 0,1-1,-2 1,1 0,0 0,-1 0,1 0,-1 1,0-1,0 0,0 1,-1-2,-3-2,-1-1,1 1,-1 0,0 1,0 0,-1 0,0 1,1-1,-1 2,-1-1,1 1,-6-1,8 2,0 0,-1 1,1 0,-1 0,1 0,-1 1,1 0,-1 0,1 1,-1 0,1 0,-1 0,1 1,0 0,-1 0,1 0,0 1,0 0,-4 4,9-7,0 1,0 0,0 0,0-1,1 1,-1 0,0 0,0 0,1 0,-1 0,1 0,-1 0,1 0,-1 0,1 0,0 0,-1 0,1 0,0 1,0-1,0 0,0 0,0 0,0 0,0 0,0 1,0-1,1 0,-1 0,0 0,1 0,-1 0,1 0,-1 0,1 0,-1 0,1 0,0 0,0 0,-1 0,1-1,0 1,0 0,0 0,0-1,1 1,50 23,-3-16,1-3,-1-1,1-3,-1-2,3-3,-4 3,130-6,0 8,141 20,-119 2,153-4,118-4,71 32,-399-42,487 32,-313-9,124-13,-284-11,94 16,-72-2,119-6,9-3,-298-8,-1-1,1 0,0-1,-1 0,1 0,-1-1,1 0,-1-1,0 0,0 0,0 0,0-1,-1 0,1-1,-1 0,0 0,0 0,-1-1,0 0,0 0,0-1,-1 0,1 0,-2 0,1 0,-1-1,0 0,2-18,-1 0,-1-1,-2 1,0-1,-2 1,-1-5,0-1,8-790,60-345,37 5,-81 907,-10-164,-15 358,3 1,3 0,2 1,3-1,15-52,18-15,-20 70,-4-2,-2 0,-2-1,-2-10,-6-22,-4 0,-4 1,-5-7,3 26,13-168,-3 177,-2 0,-4 0,-4-28,-8 17,-3 1,-3 0,-16-38,4 16,-51-339,64 379,3 14,2 0,2-1,2 0,-2-32,8-73,3 91,-2 0,-3-1,-6-26,9 75,-1 1,1-1,-1 1,-1 0,1-1,-1 1,-1 0,1 0,-1 1,0-1,0 1,-1 0,0 0,0 0,-5-4,4 8,0 0,1 0,-1 0,0 1,0 0,0 0,0 1,0-1,0 1,0 1,0-1,-4 1,-5 0,-346 34,122-33,-1-10,-236-40,-36-2,387 43,41 5,-1-4,1-4,1-3,0-3,-20-10,21-14,75 37,0 0,0 1,0 0,0 1,-1-1,1 1,-1 1,1-1,0 1,-1 1,1-1,-5 2,-17 0,17-2,9-1,0 1,0-1,1 1,-1 0,0 0,0 0,1 1,-1-1,0 1,0-1,1 1,-1 0,1 0,-1 0,1 0,-1 1,1-1,-1 1,1-1,0 1,0 0,0 0,0 0,0 0,0 0,1 0,-2 3,-8 18,1 1,1 0,2 1,0-1,0 8,0 1,-29 124,7 1,-5 122,32 40,4-259</inkml:trace>
  <inkml:trace contextRef="#ctx0" brushRef="#br0" timeOffset="106897.965">17374 7686,'0'40,"-2"0,-1-1,-2 1,-1-1,-3 0,-1-1,-1 0,-3 0,-2 3,13-35,2-2,-1 0,0 0,0 0,0 0,0-1,0 1,-1-1,0 1,1-1,-1 0,-1 0,1 0,0 0,-3 1,5-5,0 1,-1 0,1-1,0 1,-1-1,1 1,0-1,0 0,0 0,0 1,0-1,0 0,0 0,0 0,0 0,0 0,0 0,0 0,1-1,-1 1,0 0,1 0,-1-1,1 1,0 0,-1 0,1-1,0 1,0-1,-1 1,1 0,1-1,-1 1,0 0,0-1,-2-35,2 1,1-1,1 1,3 0,1 0,1 0,2 0,-5 19,4-26,2 1,2 0,1 1,3 0,1 1,8-11,-23 47,-1-1,1 1,0 0,1 0,-1 0,1 0,0 0,0 1,0-1,0 1,1 0,-1 0,1 0,0 0,0 1,0 0,0-1,0 1,0 1,1-1,-1 1,1-1,-1 1,1 1,-1-1,1 1,0-1,-1 1,1 0,0 1,-1-1,1 1,2 1,8 8,0 0,0 2,-1 0,0 0,-1 1,0 1,-1 0,-1 1,0 0,-1 1,-1 0,-1 0,3 7,25 68,-35-88,-1 0,1 0,-1 0,0 1,0-1,0 0,0 0,0 0,-1 1,1-1,-1 0,0 0,0 0,0 0,0 0,-1 0,1 0,-1 0,0 0,0-1,0 1,0-1,0 1,0-1,-1 0,1 0,-1 0,-2 1,-9 3,-1-1,1 0,-2 0,1-2,0 0,-1-1,1 0,-1-1,0-1,1-1,-12-1,16 1,7 1,2 0,1-1,-1 1,0-1,0 1,0 0,0 0,1 0,-1 0,0 0,0 0,0 0,1 1,-1-1,0 1,0-1,1 1,-1 0,0-1,1 1,-1 0,0 0,1 0,0 1,-1-1,1 0,0 0,-1 1,1-1,0 1,0-1,0 1,0 0,2 3,0 0,1 1,0-1,0 0,0 0,0 0,1 0,-1-1,1 1,1 0,-1-1,0 0,4 3,-2-1,6 8,1 1,1-2,0 0,1 0,1-1,0-1,0 0,1-1,1-1,-1-1,1 0,1-1,-1-1,1 0,1-1,-1-2,0 0,5 0,-17-3,1-1,-1 1,1-1,-1-1,0 1,1-1,-1 0,0-1,0 1,0-1,-1 0,1-1,-1 1,0-1,0 0,0-1,0 1,-1-1,1 0,-1 0,-1 0,1 0,-1-1,1 0,-2 0,-2 7,-1 0,0-1,1 1,-1-1,0 1,0-1,0 1,0-1,0 1,0-1,0 0,1 1,-1-1,0 0,0 0,0 0,0 0,0 0,0 0,0 0,0 0,0 0,0 0,0 0,0-1,0 1,0 0,0-1,0 1,0-1,0 1,1-1,-1 1,0-1,0 0,1 1,-1-1,0 0,1 0,-1 1,0-1,1 0,-1 0,1 0,0 0,-1 0,1 0,0 0,-1 0,1 0,0 0,0 0,0 0,0 0,0 0,0 0,0 0,0 0,1 0,-1 1,0-1,0 0,1 0,0-1,-5 7,0 0,0 1,1-1,0 1,0 0,1 0,0 0,0 0,0 0,1 1,-1-1,2 0,-1 1,1-1,0 1,0-1,0 1,1-1,0 0,1 1,-1-1,1 0,0 0,1 0,0 0,0 0,0-1,0 1,1 0,0-3,0 1,0-1,0 0,1-1,-1 1,0-1,1 0,0 0,-1 0,1 0,0-1,0 0,0 0,0 0,0-1,0 0,0 0,0 0,0 0,0-1,0 0,0 0,0 0,0-1,0 0,0 0,-1 0,1 0,-1-1,0 1,1-1,-1 0,-1-1,1 1,0-1,-1 1,0-1,1 0,-2 0,1-1,0 1,-1-1,0 1,0-1,0 0,0 0,0 1,-1-1,0 0,0 1,0-1,0 0,-1 1,0-1,0 0,0 0,-1 0,1 1,-1-1,0 0,0 1,-1-1,1 1,-1-1,0 1,-1 0,1 0,-1 0,1 0,-1 0,0 0,-1 1,1-1,-1 1,1 0,-1 0,0 0,0 1,0 0,0-1,-1 1,1 1,-1-1,1 0,-1 1,0 0,1 0,-5 1,4 0,0 2,0-1,1 0,-1 1,0 0,1 0,-1 1,1-1,0 1,0 0,0 0,0 0,0 1,1-1,-1 1,1 0,0 0,0 0,1 1,-1-1,1 0,0 1,-1 2,-7 19</inkml:trace>
  <inkml:trace contextRef="#ctx0" brushRef="#br0" timeOffset="107152.284">18202 8101,'2'-16,"1"-9,3-8,-1-5,2 1,-1 6,0 9,-3 16,-3 18,-2 19,-3 14,0 12,0 7,1 4,2 2,0-2,1-12</inkml:trace>
  <inkml:trace contextRef="#ctx0" brushRef="#br0" timeOffset="111456.771">12854 13529,'-11'4,"0"1,1 0,-1 0,1 1,0 0,0 1,1 0,-1 1,1 1,6-6,-1 0,1 1,-1-1,1 1,0 0,1 0,-1 0,1 1,-1-1,1 1,1-1,-1 1,1 0,0-1,0 1,0 0,0 0,1 0,0 0,0 0,0 0,1 3,1-3,0 0,0-1,0 1,0-1,1 1,-1-1,1 0,0 0,1-1,-1 1,1 0,-1-1,1 0,0 0,0 0,1-1,-1 1,0-1,1 0,0 0,2 0,104 19,-103-20,1 0,0-1,0 0,0-1,-1 0,1 0,0-1,-1 0,1 0,-1-1,0 0,0-1,0 0,0 0,-1-1,1 1,-1-2,-1 1,1-1,-1 0,0 0,0-1,0 0,-1 0,1-3,-5 6,1 0,-2 0,1 0,0 0,-1-1,0 1,0 0,0 0,-1-1,1 1,-1 0,0 0,0 0,0 0,-1 0,1 0,-1 0,0 0,0 0,-1 1,1-1,-1 1,0 0,0 0,-2-3,-4-2,1 1,-1 0,0 0,0 1,-1 0,0 0,0 1,0 1,-4-2,9 4,1 0,-1 0,1 1,-1-1,0 1,0 0,0 0,0 1,0 0,0-1,0 2,0-1,0 0,1 1,-1 0,0 0,0 1,0-1,1 1,-1 0,1 0,-1 1,1-1,0 1,0 0,0 0,0 0,1 1,-1-1,1 1,0 0,0 0,0 0,1 0,-1 1,1-1,0 1,0-1,1 1,-2 4,3-3,0 0,0-1,0 1,0 0,1-1,0 1,0 0,1-1,-1 1,1-1,1 0,-1 0,1 1,-1-2,1 1,1 0,-1-1,1 1,0-1,0 0,0 0,0 0,1-1,0 0,3 3,1-1,0 0,1 0,-1-1,1 0,-1-1,1 0,0 0,0-1,1 0,-1-1,0-1,1 1,-1-1,0-1,-3 1,-1 0,1-1,-1 0,0 0,0-1,1 0,-1 0,0 0,0 0,0-1,-1 0,1-1,-1 1,0-1,0 0,0 0,0 0,-1-1,1 0,-1 0,0 0,-1 0,1-1,-1 1,0-1,-1 0,1 0,-1 0,0 0,-1 0,0-1,1 1,-1-7,-2 9,0 0,-1 0,1 0,-1-1,1 2,-1-1,0 0,-1 0,1 1,-1-1,0 1,1 0,-1-1,-1 2,1-1,0 0,-1 0,1 1,-1 0,0 0,0 0,0 0,0 1,0-1,0 1,-1 0,0 0,-5-1,-1 0,1 1,-1 0,0 1,1 0,-1 0,1 1,-1 1,1 0,-8 2,7-1,-1 1,1 0,0 1,0 1,0-1,1 2,0-1,0 2,1-1,-9 9,17-16,0 1,1 0,-1-1,0 1,0 0,0 0,0 0,1-1,-1 1,0 0,1 0,-1 0,1 0,-1 0,1 0,-1 0,1 0,0 1,-1-1,1 0,0 0,0 0,0 0,0 0,0 0,0 1,0-1,1 0,-1 0,0 0,0 0,1 0,-1 0,1 0,-1 0,1 0,-1 0,1 0,0 0,0 0,-1 0,1 0,0-1,0 1,0 0,0-1,0 1,0 0,10 2,0 1,0-1,0-1,0 0,0 0,1-1,-1-1,1 0,1-1,3 1,498-11,358 49,-773-38,54 1,1 5,37 13,297 53,-285-58,-73-7,0 6,46 14,-75-7,0-4,1-5,27-4,11-6,-1 6,-1 6,0 6,1 7,-48-7,2-3,0-5,0-4,33-4,821-2,-329 37,-236-31,245-2,-289-32,-262 27,-31 1,0-3,-1-1,36-8,-63 8,-3 2,0-1,0-1,-1 0,1-1,-1 0,1-1,-1-1,-1 0,1 0,-1-2,0 1,-1-2,0 1,0-1,4-6,3-14,-1-2,-2 0,-1-1,-2 0,-1-1,-1-1,3-21,-11 45,24-126,-6-1,-6-1,-6-1,-6-30,-1 108,3-426,11-298,10 199,-19 376,10 0,13-25,129-1230,-144 1213,-10 0,-22-149,5 208,8-89,6 249,3-63,-4 0,-5 1,-3 0,-19-81,-13 20,-28-137,57 221,-4 1,-2 1,-4 1,-5-6,6 17,1 0,3-1,3-1,3 0,2-1,3 0,2-27,-13-229,11 280,2-1,1 1,2 0,2-1,1 1,2 0,1 0,3-6,-8 42,0-1,0 0,1-1,-1 0,0 1,0-1,0 0,-1 1,1-1,-1 0,1 0,-1 0,0 1,0-1,0 0,-1 0,1 0,-1 1,1-1,-1 0,0 0,0 1,0-1,0 1,-1-1,1 1,-1-1,1 1,-1 0,0 0,0 0,0 0,0 0,-1 0,-15-8,0 1,-1 1,0 0,0 2,0 0,-2 1,2 0,-742-208,529 147,-2 9,-4 11,-703-118,22-21,455 124,433 57,-1 2,-1 1,1 1,0 2,-1 2,16-1,0 1,1 0,0 1,0 1,1 1,-1 0,1 1,1 1,0 0,0 1,0 1,2 0,-1 0,1 1,-5 8,-31 51,3 1,3 2,4 1,3 3,3 1,-18 74,13-31,5 1,5 2,6 1,5 13,-37 303,-82 267,117-592,5 0,3 83,10-183,-2-1,0 1,0-1,-2 1,0-1,-1 0,0 0,-2-1,0 0,-6 11,2-9</inkml:trace>
  <inkml:trace contextRef="#ctx0" brushRef="#br0" timeOffset="112575.778">15475 7954,'-10'75,"1"-1,-3 0,-3-1,-16 42,12-76,18-39,1 0,-1 0,1 0,-1 0,1 0,-1 0,1 0,-1 0,1 0,-1 0,1 0,-1 0,1 0,-1 0,1-1,-1 1,1 0,-1 0,1-1,0 1,-1 0,1-1,-1 1,1 0,0-1,-1 1,1 0,0-1,-1 1,1-1,0 1,0-1,-1 1,1-1,0 1,0-1,0 1,0-1,0 1,0-1,-1 1,1-1,1 1,-1-1,-6-22,1-1,1 1,1-1,1 0,2-20,-1 20,-2-11,2-1,2 0,1 1,2-1,1 1,2 0,2 0,1 1,12-28,-20 55,2 0,-1 1,1-1,0 1,0-1,1 1,0 1,0-1,0 1,1 0,0 0,0 0,0 1,0 0,1 0,0 0,-1 1,1 0,1 1,-1-1,0 1,1 1,-1-1,1 1,-1 1,1-1,1 1,0 1,-1 0,1 1,-1 0,0 0,0 1,0 0,0 0,0 1,-1 0,0 0,1 1,-2 0,1 0,0 1,-1 0,0 0,-1 0,1 1,-1 0,0 0,-1 0,0 0,0 1,0 0,-1 0,0 0,-1 0,0 0,0 0,-1 1,0-1,0 1,-1-1,0 1,0-1,-1 1,0-1,-1 1,0-1,-1 3,-2-2,-1 0,0 0,-1 0,1-1,-2 0,1 0,-1-1,0 0,-1 0,1-1,-1 0,-1 0,1-1,-1-1,-8 4,-6 1,0-1,0-2,0 0,-1-1,0-2,-7 0,26-2,-3 0,0 0,0-1,0 0,0 0,0-1,0 0,0 0,0-1,0-1,-1 0,10 3,1 1,-1-1,0 0,0 0,1 0,-1 0,0 0,0 0,1 0,-1 0,0 0,0 0,0 0,1 0,-1 0,0 0,0 0,1 0,-1 0,0 0,0 0,1-1,-1 1,0 0,0 0,0 0,1 0,-1 0,0-1,0 1,0 0,1 0,-1 0,0-1,0 1,0 0,0 0,0 0,0-1,0 1,0 0,1 0,-1-1,0 1,0 0,0 0,0-1,0 1,0 0,0 0,0-1,0 1,-1 0,1 0,0-1,0 1,0 0,12 3,1 0,-1 1,-1 1,1 0,-1 0,0 1,0 0,0 1,-1 1,0-1,-1 2,1-1,-2 1,1 1,4 6,107 155,-116-168,0 0,0 0,0 0,1-1,-1 0,1 1,0-1,0-1,-1 1,1-1,0 0,0 0,1 0,-1-1,0 0,0 0,0 0,0 0,0-1,0 0,0 0,0 0,0-1,0 0,-1 0,1 0,0 0,-1-1,0 1,1-1,-1-1,60-19,-62 23,-1 0,1 0,-1 0,1 0,-1 0,1 1,-1-1,1 1,-1-1,0 1,1 0,-1-1,0 1,1 0,-1 0,0 0,0 0,0 0,0 0,0 0,0 0,0 1,0-1,0 0,0 0,-1 1,1-1,0 1,-1-1,0 1,1-1,-1 1,0-1,1 1,-1-1,0 1,0-1,0 1,-1-1,1 1,0-1,0 1,-1-1,1 1,-1-1,0 1,5 31,-1-30,0-1,0 1,0 0,0-1,1 1,-1-1,1 0,-1 0,1 0,0-1,0 1,0-1,0 0,0 0,0-1,0 1,1-1,-1 0,0 0,0 0,0 0,0-1,0 0,1 0,-1 0,0 0,-1 0,1-1,0 0,0 0,-1 0,1 0,-1-1,0 1,1-1,-1 0,0 0,1-3,1 0,-1-1,0 0,-1 0,1 0,-1 0,-1 0,0-1,0 1,0-1,-1 1,0-1,0 0,-1 0,0 0,0 1,-1-1,0 0,0 1,-1-1,0 0,0 1,-1 0,0 0,0-1,-1 2,0-1,0 0,-1 1,1 0,-3-1,5 3,-1 1,0 0,1 0,-1 1,-1-1,1 1,0-1,-1 1,1 0,-1 0,1 1,-1-1,0 1,0-1,0 1,0 1,0-1,0 0,0 1,0 0,0 0,0 0,0 0,0 1,0 0,0 0,0 0,0 0,0 0,1 1,-1 0,0-1,1 1,-1 1,1-1,0 1,0-1,0 1,-3 3,2 0,0 0,0 1,0 0,1 0,0 0,1 0,-1 0,1 1,1-1,-1 1,1-1,1 1,-1 0,1 0,2 26</inkml:trace>
  <inkml:trace contextRef="#ctx0" brushRef="#br0" timeOffset="113050.508">16184 8168,'17'-1,"0"0,0 1,0 1,0 1,0 1,-1 0,1 1,-1 0,1 2,-2 0,1 0,-1 2,15 8,-27-13,0 0,-1 0,1 0,-1 0,1 0,-1 0,0 1,0-1,-1 1,1 0,-1-1,0 1,0 0,0 0,0 0,-1 0,1 0,-1 0,0 0,0 0,-1-1,1 1,-1 0,0 0,0 0,0 0,0-1,-1 1,1 0,-1-1,0 1,0-1,0 0,-1 0,1 0,-1 0,0 0,0 0,0 0,-17 16,-1 0,-1-1,0-2,-1 0,-17 8,15-9,0 1,1 1,1 1,0 1,1 2,21-21,-1 1,1 0,0 0,-1 0,1 0,0 0,0 0,0 0,0 0,0 0,0 1,0-1,0 0,1 1,-1-1,0 1,1-1,-1 1,1-1,0 1,-1-1,1 1,0-1,0 1,0-1,0 1,0-1,0 1,0 0,1-1,-1 1,1-1,-1 1,1-1,-1 0,1 1,0-1,0 0,0 1,0-1,0 0,0 0,0 1,0-1,0 0,0 0,1-1,-1 1,0 0,1 0,-1-1,0 1,1 0,-1-1,1 1,19 5,0 0,0-1,1-2,-1 0,1-1,0-1,7-1,0 1,147 4,-104-2</inkml:trace>
  <inkml:trace contextRef="#ctx0" brushRef="#br0" timeOffset="114092.68">13617 9091,'1'-1,"-1"0,0 0,0-1,1 1,-1 0,1 0,-1 0,1 1,-1-1,1 0,-1 0,1 0,0 0,0 0,-1 1,1-1,0 0,0 1,0-1,0 0,0 1,0-1,0 1,0 0,0-1,0 1,0 0,0-1,0 1,0 0,0 0,0 0,0 0,0 0,0 0,1 1,-1-1,0 0,0 0,0 1,0-1,0 1,48 24,-40-19,171 111,-177-116,0 1,0 0,0 0,0 0,0 0,-1 1,1-1,-1 1,0-1,1 1,-1 0,0 0,-1 0,1 0,0 0,-1 1,0-1,0 0,0 1,0-1,0 1,-1-1,1 1,-1-1,0 1,0-1,-1 1,1 0,-1-1,1 0,-1 1,-92 121,79-107,0 1,1 1,1 0,1 0,0 1,2 1,0 0,2 0,1 1,0 0,1 0,2 0,0 3,4-14</inkml:trace>
  <inkml:trace contextRef="#ctx0" brushRef="#br0" timeOffset="114648.195">13510 9424,'99'2,"0"-5,-1-3,0-5,62-17,-137 23,-2-2,1 0,-1-1,0-2,15-8,-31 15,1 0,-1 0,0-1,-1 0,1 0,0 0,-1 0,0-1,0 0,0 0,-1 0,0 0,0 0,0-1,0 1,-1-1,0 0,0 0,-1 0,0 0,0 0,0 0,0-1,-3-8,-3 20,-5 25,-74 197,33-103,50-120,-13 48,14-51,0 1,0-1,0 0,0 1,0-1,0 0,0 1,0-1,1 0,-1 0,0 1,1-1,-1 0,1 0,0 1,-1-1,1 0,0 0,0 0,-1 0,1 0,0 0,0 0,0 0,0 0,1-1,-1 1,0 0,0-1,0 1,0-1,1 1,-1-1,0 1,1-1,-1 0,11 0,-1 0,1-1,-1 0,0-1,0 0,0-1,0 0,0-1,0 0,-1-1,0 0,0-1,3-1,5-4,-1 0,0-2,0 0,-1 0,-1-1,0-1,10-15,-38 50,1 1,0 0,2 1,0 0,2 0,0 1,2 0,0 0,2 3,1-16,1 0,1 1,0-1,0 0,1 1,0-1,1 1,0-1,1 1,0-1,1 1,8 15</inkml:trace>
  <inkml:trace contextRef="#ctx0" brushRef="#br0" timeOffset="115091.009">14887 9211,'-11'-8,"0"1,0 0,-1 1,1 0,-1 1,-1 0,1 1,-1 0,0 1,1 1,-1 0,-5 0,12 1,0 1,-1 0,1 1,0-1,0 1,-1 1,1-1,0 1,0 0,0 0,0 1,1-1,-1 1,1 1,-1-1,1 1,0 0,0 0,1 0,-1 1,1 0,0-1,1 2,-1-1,1 0,-1 2,2-4,0 0,0 0,1 0,-1 1,1-1,0 0,0 1,0-1,0 1,1 0,-1-1,1 1,0 0,0-1,0 1,0 0,1-1,0 1,0-1,0 1,0-1,0 1,0-1,1 0,0 1,0-1,0 0,0 0,0-1,1 1,-1 0,1-1,2 3,4-1,1 0,0 0,1-1,-1-1,0 1,1-2,-1 1,1-2,0 1,-1-1,1-1,-1 0,1-1,-1 0,1 0,-1-1,0 0,0-1,0 0,-1-1,1 0,-1 0,6-5,102-88,-117 97,0 0,0 1,0-1,1 0,-1 1,0-1,0 0,1 1,-1-1,1 1,-1-1,0 1,1-1,-1 1,1-1,-1 1,1-1,-1 1,1 0,0-1,-1 1,1 0,-1-1,1 1,0 0,-1 0,1 0,0 0,-1-1,1 1,0 0,-1 0,1 0,0 0,-1 0,1 1,0-1,-1 0,1 0,0 0,-1 1,1-1,-1 0,1 1,0-1,-1 0,1 1,-1-1,1 1,-1-1,1 1,-1-1,0 1,1-1,-1 1,1-1,-1 1,0-1,0 1,1 0,-1 0,-14 99,-3-33,-4-1,-2-2,-3 0,-32 55,47-98</inkml:trace>
  <inkml:trace contextRef="#ctx0" brushRef="#br0" timeOffset="115487.269">15154 9184,'33'-13,"0"1,0 3,1 0,0 2,0 2,1 1,6 1,-32 2,0 0,0 1,0 0,0 0,-1 1,1 0,0 1,0 0,-1 0,1 1,-1 0,4 2,-11-4,0-1,0 1,-1 0,1-1,0 1,0 0,0 0,-1 0,1 0,0 0,-1 0,1 0,-1 0,1 0,-1 0,1 0,-1 0,0 0,0 0,1 1,-1-1,0 0,0 0,0 0,0 0,0 0,-1 1,1-1,0 0,0 0,-1 0,1 0,-1 0,1 0,-1 0,1 0,-1 0,0 0,1 0,-1 0,0 0,0-1,0 2,-41 34,-6-4,32-24,1 2,0 0,1 1,0 0,1 1,-3 4,16-16,-1 1,0-1,1 1,-1-1,1 1,0-1,-1 1,1 0,-1-1,1 1,0 0,0-1,-1 1,1 0,0-1,0 1,0 0,0 0,-1-1,1 1,0 0,1-1,-1 1,0 0,0 0,0-1,0 1,0 0,1-1,-1 1,0 0,1-1,-1 1,0 0,1-1,-1 1,1-1,-1 1,1-1,-1 1,1-1,0 1,-1-1,1 1,-1-1,1 0,0 1,38 11,-33-11,44 9,-34-8,0 0,0 1,-1 1,1 0,-1 1,0 1,0 0,-1 1,0 1,0 0,11 10,-23-17,0 1,0-1,-1 1,1-1,-1 1,1 0,-1 0,0 0,0 0,0 0,0 0,0 0,0 0,0 0,-1 1,1-1,-1 0,0 0,0 1,0-1,0 0,0 0,0 1,0-1,-1 0,1 0,-1 1,1-1,-1 0,0 0,0 0,0 0,0 0,0 0,-1 0,1 0,-1-1,0 2,-4 3,-1 0,0 0,-1 0,1-1,-1 0,0 0,0-1,0 0,-3 0,-127 33,66-25</inkml:trace>
  <inkml:trace contextRef="#ctx0" brushRef="#br0" timeOffset="116307.082">9405 8034,'29'7,"-1"2,-1 0,0 2,0 1,-1 2,-1 0,7 6,-7-5,0 1,-1 2,0 0,-1 1,-2 1,0 2,3 5,-22-26,0 1,0 0,0 0,-1 0,1 0,-1 0,1 0,-1 0,0 1,0-1,0 0,0 1,0-1,0 1,-1-1,1 1,-1-1,0 1,0-1,0 1,0-1,0 1,-1-1,1 1,-1-1,1 1,-1-1,0 1,0-1,0 0,0 1,0-1,-1 0,1 0,-1 0,0 1,-16 11,-1-1,0-1,0-1,-1 0,-1-2,-9 4,14-6,-116 49,103-43</inkml:trace>
  <inkml:trace contextRef="#ctx0" brushRef="#br0" timeOffset="116674.099">10395 8115,'0'-3,"-1"1,1-1,-1 1,1-1,-1 1,0-1,0 1,0 0,0-1,0 1,0 0,-1 0,1 0,-1 0,1 0,-1 0,0 1,0-1,0 0,0 1,0 0,0-1,0 1,0 0,-1 0,1 0,0 0,-1 1,-1-1,-73-8,67 9,0 1,1 0,-1 1,1 0,-1 0,1 1,0 0,0 1,0 0,0 1,1-1,0 2,0-1,0 1,1 0,0 1,0 0,0 0,1 0,0 1,0 0,1 0,0 0,1 1,0 0,0-1,1 2,0-1,0 0,1 1,0-1,1 1,0 8,1-12,1 1,0-1,1 1,0-1,0 1,0-1,1 0,0 0,0 0,0 0,1-1,0 1,0-1,0 0,0 0,1 0,0-1,0 0,1 0,-1 0,1 0,0-1,0 0,0 0,6 1,8 4,0-1,1-2,-1 0,1-1,0-1,0-1,14-1,-13-1,-1-1,1-1,0-1,-1-1,0 0,0-2,0 0,-1-2,0 0,32-18</inkml:trace>
  <inkml:trace contextRef="#ctx0" brushRef="#br0" timeOffset="116928.469">10809 8048,'-7'20,"-2"17,-1 12,0 8,0 2,-1 2,2-7,2-7,2-11</inkml:trace>
  <inkml:trace contextRef="#ctx0" brushRef="#br0" timeOffset="117173.815">11090 8061,'-28'13,"1"1,0 2,1 1,1 1,1 0,0 2,2 1,0 1,-15 20,33-39,1 1,-1 0,1-1,0 1,0 1,0-1,0 0,1 1,0-1,0 1,0 0,0 0,1 0,0 0,0 0,0 0,0 0,1 0,0 0,0 0,0 0,1 0,0 0,0 0,0 0,0 0,1 0,0 0,0-1,0 1,1-1,0 1,-1-1,1 0,1 0,-1 0,1 0,8 4,0-1,1-1,0 0,-1-1,2 0,-1-1,0-1,1 0,0 0,0-2,0 1,-1-2,1 0,0-1,0 0,0-1,0 0,101-29,-69 12</inkml:trace>
  <inkml:trace contextRef="#ctx0" brushRef="#br0" timeOffset="117558.8">11438 8154,'-141'225,"82"-128,59-97,0 0,0 0,0 0,1 0,-1 0,0-1,0 1,1 0,-1 0,0 0,0 0,0 0,1 0,-1 0,0 0,0 0,1 0,-1 1,0-1,0 0,1 0,-1 0,0 0,0 0,0 0,1 0,-1 1,0-1,0 0,0 0,1 0,-1 0,0 1,35-45,-1-1,-2-1,-3-2,-1 0,-3-2,11-33,12-20,-31 72,-17 31,0 1,1-1,-1 0,0 1,0-1,0 0,0 1,0-1,1 0,-1 1,0-1,0 0,1 0,-1 1,0-1,0 0,1 0,-1 1,0-1,1 0,-1 0,0 0,1 0,-1 0,0 1,1-1,-1 0,0 0,1 0,-1 0,0 0,1 0,-1 0,1 0,-1 0,0 0,1 0,-1 0,0-1,1 1,-1 0,0 0,1 0,-1 0,0-1,1 1,-1 0,0 0,0 0,1-1,-1 1,0 0,0-1,1 1,-1 0,0 0,0-1,0 1,0 0,0-1,1 1,-1-1,0 1,0 0,0-1,0 1,0 0,0-1,0 1,3 29,-3-28,2 49,2-1,2 0,2 0,6 19,42 106,-48-149</inkml:trace>
  <inkml:trace contextRef="#ctx0" brushRef="#br0" timeOffset="117820.563">11371 8261,'23'7,"21"2,18 0,14-2,2-2,-12-2</inkml:trace>
  <inkml:trace contextRef="#ctx0" brushRef="#br0" timeOffset="118453.877">9366 9385,'325'145,"-320"-142,5 1,1 1,-1 1,0 0,-1 0,1 1,-1 0,0 0,-1 1,0 1,5 5,-12-12,0 0,0 0,0 0,0 0,-1 0,1 0,-1 0,1 1,-1-1,0 0,1 0,-1 0,0 1,-1-1,1 0,0 0,-1 0,1 0,-1 1,0-1,1 0,-1 0,0 0,0 0,-1-1,1 1,0 0,-1 0,1-1,-1 1,1-1,-2 2,-61 41,12-19,-2-3,0-1,-1-4,-4 0,31-10,11-5</inkml:trace>
  <inkml:trace contextRef="#ctx0" brushRef="#br0" timeOffset="118706.241">10328 9465,'-6'-5,"0"2,-1-1,1 1,-1 0,0 0,1 1,-1 0,-1 0,1 0,0 1,0 0,-1 1,1 0,0 0,0 0,-1 1,1 0,0 0,0 1,0 0,0 0,0 1,0 0,1 0,-1 0,1 1,0 0,0 0,0 1,1 0,-1 0,1 0,0 0,1 1,-1 0,1 0,-1 2,3-3,-1 0,1 0,-1 0,1 1,1-1,-1 1,1 0,0-1,0 1,1 0,0-1,0 1,0 0,1 0,-1-1,1 1,1 0,-1-1,1 1,0-1,0 0,1 1,-1-1,1 0,0-1,1 1,-1 0,1-1,2 2,8 5,1-2,1 0,-1 0,2-2,-1 0,1 0,0-2,0 0,0-1,1-1,0-1,-1 0,1-1,0-1,0-1,0 0,10-3,36-7,-10-4</inkml:trace>
  <inkml:trace contextRef="#ctx0" brushRef="#br0" timeOffset="118914.646">10716 9411,'-2'20,"-3"15,-4 9,-1 7,-5 1,-1-1,-1-3,3-4,6-11,7-14,3-12</inkml:trace>
  <inkml:trace contextRef="#ctx0" brushRef="#br0" timeOffset="119560.92">11010 9344,'0'1,"1"-1,-1 1,0-1,0 1,0-1,0 1,1 0,-1-1,0 1,0-1,0 1,0-1,0 1,-1-1,1 1,0-1,0 1,0-1,0 1,-1-1,1 1,0-1,0 1,-1-1,1 1,0-1,-1 1,1-1,0 0,-1 1,1-1,-1 0,1 1,-1-1,1 0,-1 1,1-1,-1 0,1 0,-1 0,1 0,-1 1,1-1,-1 0,1 0,-1 0,1 0,-1 0,-225 124,220-120,-2 1,0 0,0 0,1 0,-1 1,1 0,1 1,-1 0,1 0,0 0,1 1,-5 6,10-12,0-1,-1 1,1-1,0 1,0 0,0-1,0 1,0 0,0-1,0 1,0 0,1-1,-1 1,1-1,-1 1,1-1,0 1,-1-1,1 1,0-1,0 1,0-1,0 0,0 0,1 0,-1 1,0-1,0 0,1 0,-1-1,1 1,-1 0,1 0,-1-1,1 1,58 18,158 15,-205-32,-1-1,1 0,0-1,0 0,0-1,0-1,-1 0,6-1,7-6</inkml:trace>
  <inkml:trace contextRef="#ctx0" brushRef="#br0" timeOffset="120131.392">11345 9411,'-11'19,"2"0,0 1,1 0,1 0,0 1,2-1,1 1,0 1,2-1,0 1,2-1,0 4,6 7,0-46,4-52,30-130,-32 171,1 1,1 0,1 1,0 0,4-1,-12 18,1 1,-1-1,1 1,0 0,1 0,-1 1,1 0,0-1,0 1,0 1,1-1,-1 1,1 0,0 0,0 1,0 0,0 0,0 0,1 1,-1 0,0 0,6 0,-7 1,-1 1,0 0,1 0,-1 0,0 0,0 1,0 0,1 0,-2 0,1 0,0 0,0 1,-1 0,0-1,1 1,-1 1,0-1,0 0,-1 1,1-1,-1 1,0 0,0 0,0 0,0 0,-1 0,1 1,-1-1,0 0,0 1,-1-1,0 0,1 1,-1-1,-1 1,1-1,-1 1,1-1,-1 0,-1 0,1 1,-1-1,1 0,-2 1,-5 6,0 0,-1-1,0-1,0 1,-1-1,-1-1,1 0,-1-1,-1 0,1 0,-1-1,0-1,-1 0,1 0,-1-2,-6 2,70-2,-37-3,-1 1,1 0,-1 1,1 1,-1 0,0 1,0 0,0 1,-1 1,1 0,-2 0,1 1,0 1,-1 0,-1 0,7 8,-14-13,-1-1,0 1,-1 0,1 0,0 0,-1 1,0-1,0 0,0 0,0 1,0-1,-1 1,1-1,-1 1,0-1,0 1,0-1,-1 1,1-1,-1 0,0 1,0-1,0 0,0 1,0-1,-1 0,0 0,1 0,-1 0,0 0,-1-1,1 1,0-1,-1 1,1-1,-1 0,0 0,-1 1,-18 12,-2-1,0 0,0-2,-1-1,-1-1,0-1,0-1,-23 3,-24 6</inkml:trace>
  <inkml:trace contextRef="#ctx0" brushRef="#br0" timeOffset="122972.545">10716 11724,'-12'-17,"1"0,0-1,2 0,0-1,1 0,1-1,0 1,-1-11,1 16,6 54,5 45,19 477,-34 305,-52-266,-26-2,-44 77,113-581,5-30</inkml:trace>
  <inkml:trace contextRef="#ctx0" brushRef="#br0" timeOffset="124614.504">10596 13195,'-43'-10,"0"2,0 2,0 2,-25 2,-45-5,-111-24,3-10,-68-28,-146-29,147 54,-1 12,-70 10,-106 7,463 16,1-1,-1 0,0 0,0 1,0-1,0 0,-1-1,2 1,-1 0,0-1,0 1,0-1,0 1,0-1,0 0,0 0,0 0,1 0,-1 0,0 0,1 0,-1-1,1 1,0 0,-1-1,1 1,0-1,0 0,0 1,0-1,0 0,0 0,0 0,1 0,-1 0,1 0,-1 1,1-1,0-1,8-113,-3 88,20-189,-11-1,-8 0,-13-44,-4-35,-1-20,15-21,-1 280,3-1,3 1,2 1,2 0,4 0,1 1,3 1,2 1,3 1,21-33,84-138,-123 210,-1 0,2 1,-1 0,2 1,0 0,0 0,1 1,1 0,-1 1,2 0,-1 1,2 0,-1 1,1 0,0 1,1 0,-1 1,1 1,1 0,-1 1,9-1,47-4,0 4,1 3,27 4,-29-1,384 7,-450-7,0-1,0 0,0 1,0-1,0 0,0 0,0 0,0-1,0 1,0-1,0 0,0 0,-1 0,1 0,0 0,-1-1,1 1,0-1,-1 1,0-1,1 0,-3 1,0 0,1 1,-1-1,0 1,0 0,1-1,-1 1,0-1,0 1,1-1,-1 1,1-1,-1 1,0 0,1-1,-1 1,1 0,-1-1,1 1,-1 0,1 0,-1 0,1-1,-1 1,1 0,-1 0,1 0,-1 0,1 0,-1 0,1 0,-1 0,1 0,0 0,-1 0,1 0,-1 0,1 1,-1-1,1 0,-1 0,1 1,-1-1,1 0,-1 0,0 1,1-1,-1 1,1-1,-1 0,0 1,1-1,-1 1,0-1,0 1,1-1,-1 1,0 0,1 9</inkml:trace>
  <inkml:trace contextRef="#ctx0" brushRef="#br0" timeOffset="125465.23">7721 10708,'-73'87,"-21"25,-61 97,134-174,16-23,15-24,135-208,-5-13,-64 104,-37 74,-38 55,0 0,-1 0,1 0,-1 0,1 0,0 1,-1-1,1 0,0 1,-1-1,1 0,-1 1,1-1,-1 0,1 1,-1-1,1 1,-1-1,0 1,1-1,-1 1,0-1,1 1,-1 0,0-1,1 1,-1 0,0-1,0 1,0-1,0 1,0 0,0-1,0 1,0 0,0-1,0 1,0 0,0-1,0 1,-1 0,1-1,0 1,0 2,4 36,26 162,-10-143,2-1,3-1,2-1,3-1,12 13,34 65,-44-68,-10-11</inkml:trace>
  <inkml:trace contextRef="#ctx0" brushRef="#br0" timeOffset="127135.76">943 7874,'54'16,"-1"-2,2-2,0-3,0-2,1-3,43-2,-83-2,401 10,247 12,87 57,-373-40,184-12,-479-25,807 41,270 45,-420-72,32 36,331-53,-1021-5,47 3,130 12,-240-4,-28-1,-49-8,22-1</inkml:trace>
  <inkml:trace contextRef="#ctx0" brushRef="#br0" timeOffset="127880.767">4272 7767,'-7'0,"19"9,46 27,2-2,52 21,-50-26,-1 3,41 28,-96-57,0 0,-1 1,1-1,-1 1,0 0,0 1,0-1,0 1,-1 0,0 0,0 0,0 0,-1 1,1 0,-1 0,-1 0,1 0,-1 0,0 0,-1 1,1-1,-1 0,0 7,-3-6,-1 1,0-1,0 1,0-1,-1 0,0 0,-1 0,1-1,-1 0,0 1,-1-2,0 1,0-1,0 0,-2 1,-47 36,-2-3,-2-3,-61 29,108-59,-117 60,9-6</inkml:trace>
  <inkml:trace contextRef="#ctx0" brushRef="#br0" timeOffset="131890.101">16893 12111,'-29'950,"21"-794,-68 968,12-127,64-969,0-14,0-1,0 0,-1 1,-1-1,0 0,-1 0,0 0,-3 6,5-17,1-1,-1 0,0 1,0-1,0 0,0 0,0 1,0-1,0 0,0 0,0 0,0 0,-1-1,1 1,0 0,-1 0,1-1,0 1,-1-1,1 1,-1-1,1 0,-1 1,1-1,-1 0,1 0,-1 0,1 0,-2-1,-11-1</inkml:trace>
  <inkml:trace contextRef="#ctx0" brushRef="#br0" timeOffset="132619.15">14740 14839,'0'18,"-2"17,-1 15,0 12,1 11,0 10,1 8,1 5,-1 4,1 1,-2-2,-1-19</inkml:trace>
  <inkml:trace contextRef="#ctx0" brushRef="#br0" timeOffset="133391.083">12734 14826,'-2'0,"-1"4,0 9,1 13,0 18,1 20,1 20,-3 15,-4 15,-9 7,-10 4,-1-19</inkml:trace>
  <inkml:trace contextRef="#ctx0" brushRef="#br1" timeOffset="140708.353">6424 3034,'2'4,"0"-1,0 1,-1-1,1 1,-1 0,0-1,0 1,-1 0,1 0,-1 0,0-1,0 1,0 0,0 0,-1 0,0 2,1-2,-35 301,33-147,3-87,-3 0,-4 0,-3 4,-2-15,3-23,1-1,2 1,2 0,2 0,0 0,3 1,2 0,-1 0,-2 1,-2-1,-2 0,-4 23,-1 2,4 0,1 0,4 6,-1-66,-14 250,15-10,0-231,1 0,0 0,1 0,0 0,1 0,0-1,1 0,0 0,1 0,0 0,1-1,0 0,7 6,-8-12,0 0,0-1,1 0,0 0,-1 0,1-1,0 0,0 0,1-1,-1 0,0 0,0-1,1 0,-1 0,0-1,0 0,0 0,1 0,-1-1,0 0,-1-1,5-1,22-4,38-1,-1 2,1 3,44 5,-51 0,-61-1,0 0,0 0,0-1,0 1,0-1,0 1,0-1,0 0,-1 0,1 0,0 0,-1-1,1 1,-1-1,1 0,-1 1,0-1,1 0,-1 0,0-1,0 1,-1 0,1-1,0 1,-1-1,0 1,1-1,-1 0,0 0,0 1,-1-1,1 0,0 0,-1-2,5-22,-2-1,-1 1,-1-1,-1 1,-2-3,1-23,1-3,-3 0,-2 0,-3 1,-1 0,-4 0,-13-35,4 30,12 36,0-1,2 0,1 0,1 0,2-1,-1-6,4-183,-48 10,2-7,24 87,9-4,11 94,1 21,0 1,1-1,1 1,0-1,1 1,1-1,0 1,0 0,1 0,1-1,47-111,-46 91,-1-1,-1 0,-2 0,-2-3,-1 31,0 0,0 0,-1 1,0-1,0 1,0-1,-1 1,0 0,0 0,-1 1,0-1,0 1,0 0,0 0,-1 1,0-1,0 1,0 0,0 1,-1 0,1 0,-1 0,0 1,0 0,0 0,0 1,0 0,0 0,0 0,-1 1,-6 1,-20 0,-1 1,1 3,0 0,0 2,-27 10,1-1,59-16,0-1,0 1,0 0,0 0,1 0,-1 0,0-1,0 1,0 0,0 1,0-1,0 0,1 0,-1 0,0 0,0 1,0-1,1 0,-1 1,0-1,0 1,1-1,-1 1,0-1,1 1,-1-1,0 1,1 0,-1-1,1 1,-1 0,1 0,-1-1,1 1,0 0,-1 0,1 0,0-1,0 1,-1 0,1 0,0 0,0 0,0 0,0-1,0 1,0 0,1 0,-1 0,0 0,0 0,0-1,1 1,-1 0,1 0,-1 0,0-1,1 1,0 0,10 10,2-1</inkml:trace>
  <inkml:trace contextRef="#ctx0" brushRef="#br1" timeOffset="141593.987">6572 5267,'0'2,"2"6,3 7,6 12,7 9,7 10,7 9,7 8,6 6,1-1,1 0,-1-5,-2-6,-4-7,-4-8,-6-10,-5-10,-8-9</inkml:trace>
  <inkml:trace contextRef="#ctx0" brushRef="#br1" timeOffset="141848.305">6598 5815,'12'15,"14"11,15 5,12 2,8-1,2 0,1-2,-5-3,-8-4,-7-7,-7-5,-10-5</inkml:trace>
  <inkml:trace contextRef="#ctx0" brushRef="#br1" timeOffset="142022.838">7200 5735,'-13'-14,"-10"-4,-3 5,1 10,4 14,7 14,4 12,12 10,12 4,10 4,11-1,-1-10</inkml:trace>
  <inkml:trace contextRef="#ctx0" brushRef="#br1" timeOffset="142354.995">7708 5694,'0'21,"0"15,0 11,0 7,0 1,2-3,6-2,3-8,2-12,-1-10</inkml:trace>
  <inkml:trace contextRef="#ctx0" brushRef="#br1" timeOffset="142580.402">7588 5387,'-12'20,"4"12,12 7,16 1,17-1,2-7</inkml:trace>
  <inkml:trace contextRef="#ctx0" brushRef="#br1" timeOffset="142856.707">8055 5935,'17'-16,"0"0,-2 0,0-2,-1 0,0 0,-2-1,0-1,-1 0,-2-1,0 0,1-6,-8 24,-1 0,0 0,0 0,0-1,-1 1,1 0,-1-1,1 1,-1 0,0-1,-1 1,1 0,0 0,-1-1,0 1,0 0,0 0,0-1,0 1,-1 0,1 0,-1 1,0-1,0 0,0 0,0 1,0 0,-1-1,1 1,-1 0,1 0,-1 0,0 0,0 1,0-1,0 1,0 0,0-1,0 1,-2 0,-4 2,0 1,-1 0,1 0,0 0,0 1,0 1,1-1,-1 2,1-1,0 1,0 0,1 1,-1 0,1 0,0 0,1 1,-1 0,2 0,-1 1,1 0,0 0,0 0,1 0,-1 3,1-5,1 0,-1 0,1 0,0 1,1-1,-1 1,1 0,0 0,1 0,0 0,0 0,1 0,-1 0,2 0,-1 0,1 0,0 0,0 0,1 0,0 0,0 0,0-1,1 1,0-1,1 1,-1-1,1 0,1-1,-1 1,1-1,0 0,0 0,5 4,2-2,1-2,-1 1,1-2,0 0,0 0,0-2,1 1,-1-2,1 1,-1-2,14-1,31-2</inkml:trace>
  <inkml:trace contextRef="#ctx0" brushRef="#br1" timeOffset="143252.692">8457 5587,'-1'0,"-4"1,0 0,0 0,-1 0,1 0,0 1,1 0,-1 0,0 0,0 1,1-1,-1 1,1 0,0 1,0-1,0 1,1 0,-1-1,1 2,0-1,0 0,0 1,0-1,0 3,4-3,0 0,0-1,0 1,1 0,-1-1,1 1,0-1,0 0,0 1,0-1,1 0,0 0,-1 0,1-1,0 1,0-1,0 1,0-1,1 0,0 1,59 43,46 44,-108-89,1 1,0-1,-1 0,1 1,-1-1,0 1,1 0,-1-1,0 1,0 0,0 0,0 0,0 0,-1-1,1 1,0 0,-1 1,0-1,1 0,-1 0,0 0,0 0,0 0,0 0,0 0,-1 0,1 0,-1 0,1 0,-1 0,0 0,0 0,0 0,0 0,0-1,0 1,0 0,-1-1,1 1,-1-1,1 1,-2 0,-1 1,-1 0,0-1,0 1,0-1,0 0,0-1,-1 1,1-1,0 0,-1 0,1-1,-1 1,-1-1,5 0,0 0,0 0,0 0,0-1,0 1,-1-1,1 1,0-1,0 0,0 0,0 1,1-2,-1 1,0 0,0 0,0 0,1-1,-1 1,1-1,-1 1,1-1,0 0,-1 0,1 1,0-1,0 0,0 0,1 0,-1 0,0 0,1 0,-1 0,1-1,0-1,1-6,0-1,1 1,1 0,0-1,0 1,1 1,0-1,0 0,1 1,1 0,0 0,0 1,0-1,1 1,1 1,-1-1,2 1,9-12,2 1,0 0,0 2,2 1,0 0,1 2,4-2,-26 14,1 0,-1 1,0-1,0 0,1 0,-1 1,0-1,1 0,-1 1,1 0,-1-1,1 1,-1 0,0 0,1-1,-1 1,1 0,-1 1,1-1,-1 0,1 0,-1 1,1-1,-1 1,1-1,-1 1,0-1,1 1,-1 0,0 0,0 0,0 0,1 0,-1 0,0 0,0 0,0 0,-1 0,1 0,0 1,0-1,-1 0,1 1,0-1,-1 2,6 85,-8-82,1 1,0-1,0 1,1-1,0 1,0 0,1-1,0 1,0-1,0 1,1-1,0 0,0 1,0-1,1 0,0 0,0 0,1-1,0 1,0-1,0 0,0 0,1 0,1 0,-4-4,0 0,0 1,0-2,0 1,0 0,1 0,-1-1,0 1,0-1,1 0,-1 1,0-1,1 0,-1 0,0-1,1 1,-1 0,0-1,0 0,1 1,-1-1,0 0,0 0,0 0,0 0,0-1,14-10</inkml:trace>
  <inkml:trace contextRef="#ctx0" brushRef="#br1" timeOffset="143439.163">8751 5241,'-7'13,"0"12,8 8,13 8,11 5,8 5,-1-7</inkml:trace>
  <inkml:trace contextRef="#ctx0" brushRef="#br1" timeOffset="143956.78">9058 5829,'-3'-60,"-2"1,-14-56,14 84,4 29,0 0,0 1,1-1,-1 0,0 1,1-1,-1 0,1 0,0 0,0 1,-1-1,1 0,0 0,0 0,1 0,-1 1,0-1,1 0,-1 0,1 0,-1 1,1-1,0 0,0 1,0-1,0 1,0-1,0 1,0-1,1 1,-1 0,0-1,1 1,-1 0,1 0,-1 0,1 0,0 0,-1 1,1-1,0 0,0 1,-1-1,1 1,0 0,0-1,1 1,183 20,-168-20,-14-1,-1 1,1-1,-1 1,1 0,0 0,-1 0,1 0,0 1,-1-1,1 1,-1 0,1 0,-1 0,1 1,-1-1,0 1,0 0,0 0,0 0,0 0,0 0,0 1,-1-1,1 1,-1 0,0 0,1 0,-1 1,-7 98,-2-51,6-47,0-1,1 1,0 0,-1 0,1 0,1 0,-1 0,0-1,1 1,0 0,0 0,0 0,0-1,1 1,-1-1,1 1,0-1,0 0,0 1,1-1,-1 0,1-1,-1 1,1 0,0-1,0 1,3 1,3-2,1-1,-1 0,1 0,-1 0,1-1,0-1,-1 0,1 0,-1-1,1 0,-1 0,0-1,0 0,0-1,0 0,-1-1,1 1,-1-2,-1 1,2-2,4 0,-1-1,0-1,-1 0,0-1,0 0,-1 0,0-2,-1 1,0-1,-1 0,0-1,-1 1,0-2,-1 1,-1-1,0 0,-1 0,2-11,-6 24,0-1,1 0,-1 1,0-1,0 0,0 0,-1 0,1 1,0-1,-1 0,1 1,-1-1,1 0,-1 1,0-1,0 1,1-1,-1 1,0-1,-1 1,1-1,0 1,0 0,0 0,-1 0,1 0,-1 0,1 0,-1 0,1 0,-1 0,0 1,1-1,-1 1,0-1,1 1,-1-1,0 1,0 0,1 0,-1 0,0 0,0 0,1 1,-1-1,0 0,1 1,-1-1,0 1,1 0,-1-1,0 1,1 0,-1 0,1 0,-6 3,1 0,-1 0,1 1,0 0,0 0,1 0,0 1,0 0,0 0,0 0,1 0,0 1,0 0,1 0,0 0,0 0,1 0,-1 4,2-7,0 1,0 0,0 0,1 0,0 0,0 0,0 0,0 0,1 0,0 0,0 0,0 0,1-1,0 1,0 0,0-1,0 1,0-1,1 0,0 0,0 0,0 0,1-1,-1 1,1-1,0 1,0-1,3 1,12 6,0-2,1-1,-1 0,2-1,-1-1,0-1,1-1,0-1,16 0,47 2,-11-2</inkml:trace>
  <inkml:trace contextRef="#ctx0" brushRef="#br1" timeOffset="153183.99">7828 2606,'0'-13,"-1"28,-7 26,-2 1,-1-2,-2 0,-3 0,0-1,-12 17,11-20,11-22,17-36,-2 5,14-27,-2-1,-2 0,-2-1,-3-1,-1-1,-2 0,-3-1,2-34,-9 61,0 22,-1 0,0 0,0 0,0 0,0 0,0 0,0 0,1 1,-1-1,0 0,0 0,0 0,0 0,0 0,1 0,-1 0,0 0,0 0,0 0,0 0,1 0,-1 0,0 0,0 0,0 0,0 0,0 0,1-1,-1 1,0 0,0 0,0 0,0 0,0 0,0 0,1 0,-1 0,0 0,0-1,0 1,0 0,0 0,0 0,0 0,8 21,-7-18,138 385,-126-323,-12-43</inkml:trace>
  <inkml:trace contextRef="#ctx0" brushRef="#br1" timeOffset="153432.327">7668 2740,'23'-4,"21"-2,14-3,7 0,-9-1</inkml:trace>
  <inkml:trace contextRef="#ctx0" brushRef="#br1" timeOffset="154092.56">6853 2326,'25'287,"-18"-384,-6 70,-2 9,1 0,1-1,0 1,1 0,1 0,1 0,1 1,0-1,1 1,1 0,0 1,1 0,1 0,1 0,11-13,-15 25,0 0,1 0,0 1,0-1,0 2,0-1,0 1,0 0,1 1,-1-1,1 1,-1 1,1 0,-1 0,1 0,-1 1,1 0,-1 0,1 1,-1 0,0 0,0 1,0 0,0 0,0 1,-1 0,0 0,1 0,-1 1,-1 0,1 0,-1 0,0 1,0 0,-1 0,1 0,-1 2,-2-5,0 0,-1 1,0-1,0 1,0 0,0-1,0 1,-1 0,0-1,0 1,0 0,0 0,0-1,-1 1,0 0,1-1,-1 1,-1-1,1 1,0-1,-1 1,0-1,0 0,0 0,0 0,0 0,-1 0,1 0,-1-1,0 1,-1 0,-97 64,80-56,21-11,1 0,-1 0,0 0,0 0,1 0,-1 0,0 0,0-1,1 1,-1 0,0 0,1 1,-1-1,0 0,0 0,1 0,-1 0,0 0,0 0,1 0,-1 0,0 0,0 0,0 1,1-1,-1 0,0 0,0 0,0 0,1 1,-1-1,0 0,0 0,0 1,0-1,0 0,1 0,-1 0,0 1,0-1,0 0,0 1,0-1,0 0,0 0,0 1,0-1,0 0,0 0,0 1,0-1,0 0,0 0,0 1,-1-1,1 0,0 0,0 1,0-1,0 0,0 0,0 0,-1 1,30 0,-27-1,55-1,-33 0,0 0,1 1,-1 2,0 0,1 2,-1 1,17 5,-38-9,-1-1,1 1,-1-1,0 1,1 0,-1 0,0 0,1 0,-1 0,0 1,0-1,0 1,0-1,0 1,0 0,-1-1,1 1,-1 0,1 0,-1 0,0 1,1-1,-1 0,0 0,0 1,-1-1,1 0,0 1,-1-1,0 1,1-1,-1 1,0-1,0 1,-1-1,1 1,0-1,-1 1,0 2,-4 1,0 1,-1 0,0-1,0 0,0-1,-1 1,1-1,-1 0,-1-1,1 0,-2 1,-25 12,-2-2,0-1,-1-2,0-1,0-2,-1-2,-17 1,-17 1</inkml:trace>
  <inkml:trace contextRef="#ctx0" brushRef="#br1" timeOffset="154410.709">6424 2152,'-15'3,"-13"4,-11 9,-4 8,-1 6,6 6,6 3,11 2,17-2,17-2,18-6,20-8,17-8,10-6,4-7,-5-9,-17-3</inkml:trace>
  <inkml:trace contextRef="#ctx0" brushRef="#br1" timeOffset="155088.493">5636 2459,'-13'290,"13"-631,0 323,24 48,118 166,-46-71,-94-121,1-2,-1 0,1 1,-1 0,0-1,0 1,0 0,0 0,-1 0,1 0,-1 0,0 0,0 1,0-1,0 0,0 1,-1-1,1 1,-1-1,0 0,0 1,-1-1,1 1,-1-1,1 1,-1-1,0 0,0 0,-1 2,-4 1,0-1,0 0,-1 0,0-1,0 0,0 0,0 0,0-1,-1 0,1-1,-3 1,9-3,-163 47,76-27</inkml:trace>
  <inkml:trace contextRef="#ctx0" brushRef="#br1" timeOffset="159414.017">14740 15708,'-6'-1,"0"0,1 1,-1 0,0 0,0 1,0 0,0 0,1 0,-1 0,1 1,-1 0,1 0,-1 1,1-1,0 1,0 0,0 1,1-1,-1 1,1 0,0 0,0 0,0 1,0 0,1-1,0 1,0 0,0 1,1-1,-1 0,1 1,0-1,1 1,0 0,0-1,0 1,0 0,1 6,0-8,1 0,0 0,0 1,0-1,0 0,1 0,0 0,-1 0,2 0,-1-1,0 1,1 0,-1-1,1 0,0 0,0 0,0 0,1 0,-1 0,1-1,0 0,-1 0,1 0,0 0,0 0,4 0,-1 1,1-1,-1-1,0 1,1-1,0-1,-1 1,1-1,-1-1,1 1,0-1,-1-1,1 1,-1-1,7-3,-8 3,-1-1,1 0,-1 0,0 0,0 0,0-1,0 0,0 0,-1 0,0-1,0 0,0 0,0 0,-1 0,0 0,0 0,0-1,-1 0,0 1,0-1,0 0,-1 0,0 0,0 0,0-1,-1 1,0 0,0 0,0 0,-1 0,0 0,0-1,-1 1,0 1,0-1,0 0,-1 0,-1-3,-1 2,1-1,-1 0,-1 1,1 0,-1 0,0 1,-1 0,0 0,0 0,0 1,0 0,-1 0,0 1,0 0,0 1,-1-1,1 1,-1 1,1 0,-1 0,0 1,0 0,0 0,0 1,0 0,0 1,0 0,0 0,0 1,4 0,1 0,0 0,-1 1,1 0,0-1,0 2,1-1,-1 0,1 1,-1-1,1 1,0 0,1 0,-1 0,1 0,-1 1,1-1,0 1,1-1,-1 1,1 0,0 0,0 0,1-1,-1 1,1 0,0 0,0 1,1 4,-1-1,1 0,1 1,-1-1,2 0,-1 0,1 0,1 0,-1-1,2 1,-1-1,1 0,0 0,3 3,-3-6,-1 1,1-1,-1 0,1-1,1 1,-1-1,1 0,-1-1,1 1,0-1,0 0,1 0,-1-1,1 0,-1 0,1-1,0 1,-1-2,1 1,0-1,0 0,0 0,-1 0,1-1,0 0,0-1,-1 0,1 0,-1 0,1-1,-1 1,0-1,0-1,0 0,-1 1,1-2,-1 1,0-1,0 1,-1-1,4-4,-4 1,-1 0,0-1,0 1,0 0,-1-1,0 0,-1 0,0 1,0-1,-1 0,0 0,-1 0,0 0,0 1,-1-1,0 0,0 1,-1-1,0 1,-1 0,0 0,0 0,-1 1,0-1,0 1,0 0,-1 0,0 1,-1 0,1 0,-1 0,-5-2,9 6,0 1,-1-1,1 1,-1-1,0 1,1 0,-1 1,0-1,1 1,-1-1,0 1,0 0,1 1,-1-1,0 1,0-1,1 1,-1 0,1 0,-1 1,1-1,-1 1,1 0,0 0,0 0,-1 0,2 0,-1 1,0-1,0 1,1 0,-1 0,1 0,0 0,-3 5,-1 0,1 0,1 1,0-1,0 1,1 0,0 0,0 1,1-1,0 0,1 1,-1 9,3-14,-1 1,0-1,1 0,0 0,0 0,1 0,0 0,0 0,0 0,0 0,1 0,-1-1,1 1,0-1,1 0,-1 0,1 0,0-1,0 1,0-1,0 0,0 0,1 0,-1 0,1-1,0 0,0 0,0 0,0-1,0 0,0 1,1-2,-1 1,0-1,2 0,4 1,0-1,0 0,0-1,-1 0,1-1,0 0,0-1,-1 0,0 0,2-2,-8 3,1 1,-1-1,0 0,0-1,0 1,0-1,-1 0,1 0,-1 0,1 0,-1 0,0-1,0 0,-1 1,1-1,-1 0,0 0,0 0,0-1,0 1,-1-1,0 1,0 0,1-5,-3 4,0-1,0 1,0 0,-1 0,0-1,0 1,0 0,0 1,-1-1,0 0,0 1,0-1,-1 1,1 0,-1 0,0 1,0-1,0 1,-1 0,1 0,-1 0,0 0,0 1,0 0,0 0,0 0,0 1,0-1,-1 1,1 1,0-1,-1 1,1 0,-1 0,1 0,0 1,-1 0,1 0,-3 1,0 0,0 1,0 0,0 0,1 1,-1 0,1 0,0 1,1 0,-1 0,1 0,0 1,0 0,0 0,1 0,0 1,0 0,1 0,0 0,0 1,1-1,0 1,0 0,0 0,1 0,1 0,-1 0,1 1,1 0,0-6,1 1,-1-1,1 1,0-1,0 0,0 0,0 1,1-1,-1 0,1 0,0 0,0 0,0-1,0 1,1 0,-1-1,1 0,-1 1,1-1,0 0,0-1,0 1,0 0,0-1,0 1,0-1,1 0,-1 0,0-1,1 1,4 1,1-1,-1 0,1 0,-1-1,1 0,-1 0,1-1,-1 0,1-1,-1 0,7-2,-10 3,-1 0,0-1,0 1,0-1,0 0,0 0,0-1,0 1,-1-1,1 1,-1-1,0 0,0 0,0-1,0 1,0-1,-1 0,1 1,-1-1,0 0,0 0,-1 0,1-1,-1 1,0 0,0 0,0-1,-1 1,0-1,1 1,-2-1,1 1,0 0,-1-1,0 1,0-1,0 1,0 0,-1 0,0 0,0 0,0 0,0 0,-1 0,1 1,-2-2,-1 1,0 0,0 0,0 1,-1 0,1 0,-1 0,0 1,0-1,1 1,-1 1,-1-1,1 1,0 0,0 1,0 0,-1-1,1 2,0-1,-6 2,8-2,0 1,-1 0,1 0,0 1,0-1,0 1,0-1,0 1,0 1,1-1,-1 0,1 1,-1 0,1 0,0 0,0 0,0 0,1 1,-1-1,1 1,0 0,0-1,0 1,0 0,1 0,-1 1,1-1,0 4,0-4,1-1,0 1,0 0,0 0,1-1,-1 1,1-1,0 1,0 0,0-1,0 1,1-1,-1 0,1 0,0 1,0-1,0 0,0 0,1-1,-1 1,1 0,0-1,0 0,0 0,0 1,0-2,0 1,0 0,1-1,-1 1,2 0,4 1,0 0,-1-1,1 0,0 0,0-1,0 0,1-1,-1 0,0 0,0-1,0 0,3-1,-9 2,0 0,0-1,0 1,0-1,0 1,0-1,0 0,0-1,-1 1,1 0,0-1,-1 1,1-1,-1 0,1 0,-1 0,0 0,0 0,0-1,0 1,0 0,-1-1,1 0,-1 1,1-1,-1 0,0 0,0 0,0 0,-1 0,1 0,-1 0,1 0,-1 0,0 0,0 0,-1 0,1 0,0 0,-1 0,0 0,0 0,0 0,0 0,-2-1,-1 0,1 0,-1 1,0-1,0 1,-1-1,1 1,-1 1,1-1,-1 1,0-1,0 1,0 1,0-1,0 1,0 0,0 0,-3 0,5 1,0-1,0 1,0 0,0 0,0 0,0 0,0 1,0-1,0 1,0 0,1 0,-1 0,0 0,0 0,1 1,-1-1,1 1,-1 0,1-1,0 1,-1 0,1 0,0 1,0-1,1 0,-1 1,0-1,1 1,0 0,-1-1,1 1,0 0,0 1,1 0,0 0,0 1,0-1,0 0,1 0,-1 1,1-1,1 0,-1 0,0 0,1 0,0 0,0 0,0 0,0-1,1 1,-1-1,1 0,0 1,0-1,0 0,1-1,-1 1,0-1,1 1,0-1,0 0,0 0,0-1,0 1,0-1,0 0,0 0,0 0,1 0,-1-1,0 0,1 0,-1 0,0 0,0-1,1 0,-1 0,0 0,3-1,-6 2,0-1,0 1,1-1,-1 1,0-1,0 1,0-1,0 1,0-1,0 0,0 0,0 1,-1-1,1 0,0 0,0 0,-1 0,1 0,0 0,-1 0,1 0,-1 0,0 0,1-1,-1 1,0 0,1 0,-1 0,0-1,0 1,0 0,0 0,0 0,-1-1,1 1,0 0,0 0,-1 0,1 0,-1 0,1-1,-1 1,1 0,-1 0,0 0,-38-40,-4 24,42 17,0 0,0 0,0 0,0-1,0 1,0 0,0 0,0 0,0 0,0 1,0-1,0 0,0 0,0 0,0 1,0-1,0 1,0-1,0 1,0-1,1 1,-1 0,0-1,0 1,0 0,1-1,-1 1,0 0,1 0,-1 0,1 0,-1 0,1 0,-1 0,1-1,0 1,-1 1,1-1,0 0,0 0,0 0,9 25,-9-25,1-1,-1 0,0 1,0-1,1 0,-1 0,0 1,1-1,-1 0,0 0,1 0,-1 1,1-1,-1 0,0 0,1 0,-1 0,1 0,-1 0,0 0,1 0,-1 0,1 0,-1 0,1 0,-1 0,0 0,1 0,-1 0,1 0,-1 0,0-1,1 1,-1 0,0 0,1-1,-1 1,0 0,1 0,-1-1,0 1,0 0,1-1,-1 1,0 0,0-1,1 1,-1 0,0-1,0 1,0-1,0 1,0 0,0-1,0 1,0-1,0 1,0 0,0-1,0 1,0-1,0 1,0-1,2-10,0 0,-1-1,0 1,-1 0,0-1,-1 1,0 0,-3-8,5 18,-1 0,0 1,1-1,-1 0,0 1,0-1,0 0,0 1,0-1,0 0,0 0,0 1,0-1,0 0,0 0,0 1,0-1,-1 0,1 1,0-1,0 0,-1 1,1-1,0 0,-1 1,1-1,-1 1,1-1,-1 1,1-1,-1 1,1-1,-1 1,0 0,1-1,-1 1,0 0,1-1,-1 1,0 0,1 0,-1-1,0 1,0 0,1 0,-1 0,0 0,1 0,-1 0,0 0,0 0,1 1,-1-1,0 0,1 0,-1 1,0-1,1 0,-1 1,0-1,1 0,-1 1,1-1,-1 1,0 0,-26 148,3-96,45-159,-2-46,-26 165,-2 38,2 1,3 0,2 48,-2 29,-32 190,16-170,0 115,21-228,-2-1,-1 1,-2-1,-2 0,-1 0,-1 0,-9 18,12-34,16-18,107-78,-81 64,1 3,1 1,-1 1,2 2,-1 3,0 0,16 3,752-1,-683 1,1006 32,-765 3,367 24,836-11,445 98,-1020-70,-625-45,-346-31,-69-14,15 2</inkml:trace>
  <inkml:trace contextRef="#ctx0" brushRef="#br1" timeOffset="159729.174">21999 16938,'0'5,"0"-1,1 1,0 0,0 0,0 0,1-1,-1 1,1 0,0-1,0 0,1 1,-1-1,1 0,0 0,0-1,1 1,-1 0,1-1,0 0,-1 0,1 0,1 0,-1-1,0 0,1 0,-1 0,4 1,56 31,2-3,1-3,64 17,-48-17,-2 4,27 16,-95-42,-2 0,1 1,-1 0,1 0,-2 1,1 1,-2 0,1 0,-1 1,5 7,-12-15,-1 1,1 0,-1 0,1-1,-1 1,0 0,0 0,-1 1,1-1,0 0,-1 0,0 0,0 0,0 0,0 1,0-1,-1 0,1 0,-1 0,0 0,0 0,0 0,0 0,-1 0,1 0,-1-1,0 2,-4 3,0 1,-1-1,1-1,-1 0,-1 1,1-2,-1 1,-7 3,-33 15,-1-2,-1-2,-1-3,0-2,-25 4,-221 51,252-57,32-4,20-4</inkml:trace>
  <inkml:trace contextRef="#ctx0" brushRef="#br1" timeOffset="160149.057">23309 15547,'-2'16,"-3"19,-4 17,1 16,-1 12,1 10,0 7,1-1,1-6,3-11,1-13,1-16,-1-17,-4-13,-1-13,-1-7</inkml:trace>
  <inkml:trace contextRef="#ctx0" brushRef="#br1" timeOffset="160527.048">23389 16163,'39'-21,"0"2,1 1,0 2,37-8,-30 9,11-12,-57 26,0 0,0 1,0-1,0 0,0 0,0 1,0-1,0 0,0 0,0 0,-1 0,1 0,0 0,-1 0,1 0,-1-1,1 1,-1 0,0 0,1 0,-1-1,0 1,0 0,0 0,0-1,0 1,0 0,0 0,0 0,0-1,-1 1,1 0,-1 0,1 0,-1-1,1 1,-1 0,1 0,-1 0,0 0,0 0,1 0,-1 0,0 1,0-1,0 0,0 0,-1 0,-6-4,-1 0,0 1,0 0,0 0,0 1,0 1,-1-1,0 1,1 1,-1 0,0 0,0 1,1 0,-1 1,0 0,0 0,1 1,-1 0,-3 2,6-1,0 0,1 1,-1-1,1 1,0 1,0-1,1 1,-1 0,1 0,0 0,1 1,-1 0,1 0,0 0,0 0,1 1,0-1,0 1,1 0,0 0,0 0,0 0,1 0,0 0,0 1,1-1,0 0,0 1,1-1,0 0,0 0,1 0,0 0,0 0,0 0,1 0,0 0,2 2,4 4,-1 0,2-1,-1 0,2 0,-1-1,2-1,-1 0,2 0,-1-1,1-1,0 0,1-1,0 0,0-1,0-1,1 0,0-1,0-1,0 0,0-1,3 0,48 7</inkml:trace>
  <inkml:trace contextRef="#ctx0" brushRef="#br1" timeOffset="161034.777">24178 15948,'-83'-30,"80"30,1-1,-1 1,0 0,0 0,1 1,-1-1,0 0,1 1,-1 0,0-1,1 1,-1 0,1 0,-1 1,1-1,0 0,-1 1,1 0,0-1,0 1,0 0,0 0,0 0,1 0,-1 1,1-1,-1 0,1 1,0-1,0 1,0-1,-2 10,1 0,1 0,0 1,1-1,0 0,0 0,2 0,-1 0,2 0,-1 0,2 0,-1 0,2-1,0 0,2 4,69 133,-74-147,-1-1,0 1,0 0,0 0,0 0,0 0,0 0,0 1,0-1,0 0,0 0,-1 0,1 1,-1-1,1 0,-1 1,1-1,-1 1,0-1,1 1,-1-1,0 0,0 1,0-1,0 1,0-1,-1 1,1-1,0 1,-1-1,1 0,-1 1,1-1,-1 0,0 1,0-1,1 0,-1 0,0 0,0 0,0 0,0 0,0 0,0 0,-1 0,1 0,0 0,0-1,-1 1,1 0,-6 0,-1 0,1-1,0 0,-1 0,1 0,0-1,0 0,-1 0,1-1,0 0,0 0,0-1,1 0,-1 0,1-1,0 1,-1-1,1-1,1 1,-2-2,6 3,-1 0,1-1,1 1,-1 0,0 0,1-1,0 1,0 0,0 0,0-1,0 1,1 0,-1-1,1 1,0 0,0 0,0 0,0 0,1 0,-1 0,1 0,0 0,0 1,0-1,0 0,0 1,0 0,1 0,-1-1,2 1,29-30,1 1,1 3,2 0,1 3,0 1,2 1,1 3,4 0,28-6,-72 26,0 1,0-1,0 0,0 0,0 1,0-1,0 0,0 1,0-1,0 1,0-1,0 1,0 0,0-1,-1 1,1 0,0 0,0-1,-1 1,1 0,0 0,-1 0,1 0,-1 0,1 0,-1 0,0 0,1 0,-1 0,0 0,0 0,0 0,0 0,0 0,0 0,0 1,0-1,-4 49,2-39,2-5,-3 3,1 0,1 1,0 0,0-1,1 1,0-1,1 1,0 0,0-1,1 1,0-1,1 0,0 0,1 0,-1 0,5 6,31 6,-21-21</inkml:trace>
  <inkml:trace contextRef="#ctx0" brushRef="#br1" timeOffset="161286.192">24539 15588,'-16'-7,"-5"0,-1 8,2 11,8 12,10 11,15 12,9 10,1-3</inkml:trace>
  <inkml:trace contextRef="#ctx0" brushRef="#br1" timeOffset="161757.09">24686 16283,'11'-70,"4"0,16-42,21-103,-53 214,1 0,0 1,0-1,-1 0,1 0,0 1,0-1,0 0,0 1,0-1,0 0,0 0,0 1,1-1,-1 0,0 0,0 1,0-1,1 0,-1 1,1-1,-1 0,0 1,1-1,-1 1,1-1,-1 1,1-1,-1 1,1-1,0 1,-1-1,1 1,0 0,-1-1,1 1,0 0,-1 0,1-1,0 1,-1 0,1 0,0 0,0 0,-1 0,1 0,0 0,0 0,-1 0,1 0,0 1,0-1,-1 0,1 0,0 1,-1-1,1 0,0 1,-1-1,1 1,-1-1,1 1,-1-1,1 1,-1-1,1 1,-1-1,149 95,-146-93,1-1,-1 1,1 0,-1 0,0 0,0 0,0 0,0 1,0-1,-1 1,1 0,-1 0,0 0,1 0,-1 0,-1 1,1-1,0 1,-1-1,0 1,0-1,0 1,0 0,0 0,-1-1,0 1,0 0,0 0,0 0,-1 2,-31 70,27-69,1 0,-1 1,2-1,-1 1,1 0,0 0,1 1,0-1,0 0,1 1,0-1,0 1,1-1,0 1,1 3,0-10,0 1,0 0,1-1,-1 1,1-1,-1 0,1 1,0-1,-1 0,1 0,0 0,1 0,-1-1,0 1,0 0,1-1,-1 0,1 1,-1-1,1 0,0 0,-1-1,1 1,0 0,0-1,-1 0,1 0,2 0,79-6,-71 2,0 0,0-1,-1-1,1 0,-1 0,-1-1,1-1,-1 0,-1 0,0-1,0-1,0 1,-1-2,-1 1,0-1,0-1,-1 1,0-1,-1 0,-1-1,0 0,-1 1,0-2,0 1,-2 0,0-1,0-3,-2 12,0-1,0 1,-1-1,1 1,-1-1,-1 1,1-1,-1 1,0 0,0 0,-1 0,1 0,-4-4,5 7,-1 0,1 0,-1 1,1-1,-1 1,0-1,0 1,1-1,-1 1,0 0,0 0,-1 0,1 0,0 0,0 1,0-1,0 1,-1-1,1 1,0 0,-1 0,1 0,0 0,-1 0,1 0,0 1,0-1,-1 1,1 0,0-1,0 1,0 0,0 0,0 1,-3 1,1 0,1 0,-1 1,0 0,1 0,0 0,0 0,0 0,0 0,1 1,0-1,0 1,0 0,0 0,1 0,0 0,0 0,0 0,0 0,1 0,0 0,0 0,0 0,1 1,0-1,0 0,0 0,0 0,1-1,0 1,0 0,0-1,1 1,0-1,-1 1,2-1,-1 0,0-1,1 1,2 2,15 16,1-1,2-1,0-1,1-1,0-2,2 0,0-1,1-2,0-1,1-1,2-1,64 23</inkml:trace>
  <inkml:trace contextRef="#ctx0" brushRef="#br1" timeOffset="163795.638">24299 17085,'-15'-2,"0"1,1 1,-1 0,0 1,1 1,-1 0,1 1,-1 0,1 1,0 1,1 0,-1 1,1 0,0 1,0 1,1 0,0 1,1 0,-1 0,2 2,-1 0,9-8,-1 0,1 0,0 0,0 0,1 0,-1 1,1-1,-1 1,1-1,0 1,1 0,-1-1,0 1,1 0,0 0,0-1,0 1,1 0,-1 0,1-1,0 1,0 0,0-1,0 1,0-1,1 0,0 1,0-1,0 0,0 0,0 0,1 0,-1 0,1-1,0 1,1 0,3 1,0 0,0 0,1-1,0 0,0-1,-1 0,1 0,0-1,1 0,-1 0,0-1,0 0,0 0,0-1,0 0,1 0,-1-1,-1 0,1-1,0 1,-1-2,1 1,-1-1,0 0,0 0,0-1,-1 0,1 0,-1-1,-1 0,1 0,-1 0,0-1,1-1,11-21,-2 0,0-2,-2 0,-2 0,0-1,-2 0,-2-1,-1 0,-1 0,-2-1,-1-23,0 34,12-136,-14 151,-4 22,-65 356,65-343,0 0,2 0,1-1,1 1,2 9,-1-31,-1 1,1 0,0-1,0 1,1-1,0 1,0-1,0 0,0 0,1 0,0 0,0 0,0 0,1-1,0 0,0 0,0 0,0 0,0 0,1-1,-1 0,1 0,0 0,0 0,0-1,1 0,-1 0,1 0,2 0,1-1,-1 0,0-1,0 0,1 0,-1-1,0 1,0-2,0 1,1-1,-2-1,1 0,0 0,0 0,-1-1,0 0,0 0,0-1,0 0,-1 0,0 0,0-1,2-2,1-1,0-2,-1 1,0-1,0 0,-1-1,0 1,-1-1,-1-1,0 1,-1-1,0 0,-1 0,2-13,-4 24,-1 1,1-1,-1 1,1 0,-1-1,0 1,1-1,-1 1,0-1,0 1,0-1,0 1,-1-1,1 1,0-1,0 1,-1-1,1 1,-1 0,0-1,1 1,-1 0,0-1,0 1,0 0,1 0,-1 0,-1 0,1 0,0 0,0 0,0 0,0 0,-1 0,1 1,0-1,-1 0,1 1,-1-1,1 1,0 0,-1-1,0 1,-4 3,0 1,0 0,1 0,0 1,0-1,0 1,0 0,1 1,-1-1,1 1,1 0,-1 0,1 0,0 0,1 1,-1-1,1 1,1-1,-2 5,1-5,0 0,0-1,0 1,1 0,0 0,0 0,1 0,0 0,0 0,0 0,0 0,1 0,0 0,0 0,1-1,0 1,0 0,0-1,1 1,-1-1,1 0,1 1,-1-2,1 1,0 0,0-1,0 1,0-1,1 0,0-1,0 1,24 11</inkml:trace>
  <inkml:trace contextRef="#ctx0" brushRef="#br1" timeOffset="164074.892">24767 16723,'-16'0,"-8"5,1 6,4 5,9 5,16 4,17 1,12 1,1-3</inkml:trace>
  <inkml:trace contextRef="#ctx0" brushRef="#br1" timeOffset="164361.133">25047 17178,'0'4,"1"0,0 1,0-1,1 0,-1 0,1-1,0 1,0 0,1-1,-1 1,1-1,-1 1,1-1,0 0,0 0,0-1,1 1,-1-1,1 1,-1-1,1 0,0 0,0-1,0 1,0-1,0 0,0 0,0 0,1-1,-1 1,0-1,0 0,1 0,-1 0,0-1,0 0,0 0,0 0,0 0,0 0,0-1,0 0,0 0,0 0,-1 0,3-2,1-6,0 0,-2-1,1 1,-1-1,-1 0,0 0,0-1,-1 1,-1-1,0 0,0 0,-1 1,-1-1,0 0,-1-12,1 20,1-103,-1 106,1 0,-1 1,0-1,1 0,-1 0,0 0,1 0,-1 1,1-1,-1 0,1 0,-1 1,1-1,0 0,-1 1,1-1,0 1,0-1,-1 1,1-1,0 1,0 0,0-1,0 1,0 0,-1-1,1 1,0 0,0 0,0 0,0 0,0 0,0 0,0 0,0 0,0 1,18 2</inkml:trace>
  <inkml:trace contextRef="#ctx0" brushRef="#br1" timeOffset="166285.993">24913 16965,'2'0,"4"2,2 6,3 7,1 9,1 12,3 8,6 8,0 5,3 3,-5 0,-4-12</inkml:trace>
  <inkml:trace contextRef="#ctx0" brushRef="#br1" timeOffset="164536.662">25662 17125,'-11'16,"-9"9,-1 6,4 2,4-3,9-4,8-4,7-5,2-7</inkml:trace>
  <inkml:trace contextRef="#ctx0" brushRef="#br1" timeOffset="164707.207">25675 16884,'-2'-11,"6"-2,2 1</inkml:trace>
  <inkml:trace contextRef="#ctx0" brushRef="#br1" timeOffset="165243.815">25969 17004,'14'14,"-2"0,1 0,-2 1,0 1,-1 0,0 0,-2 1,0 0,0 1,-2 0,0 0,-1 0,-1 1,-1 0,0-1,-2 1,0 5,-5 12,-2-1,-1-1,-2 1,-1-1,-1-1,-5 5,-37 132,51-163,0 0,0 0,1 0,0 0,0 0,1 0,0 0,0 0,0 0,1 0,0 0,1 0,-1 0,1-1,1 1,-1 0,1-1,0 1,1-1,0 0,0 0,0-1,0 1,1-1,0 0,0 0,0 0,1-1,0 0,0 0,0 0,0-1,0 0,1 0,1 0,-4-2,-1-1,0 1,1-1,-1 0,0 0,1 0,-1-1,0 1,1-1,-1 0,0 0,0 0,1 0,-1 0,0-1,0 1,-1-1,1 0,0 0,0 0,-1 0,0-1,1 1,-1-1,0 1,0-1,0 0,0 0,-1 0,1 0,-1 0,0 0,0 0,0 0,0 0,0-1,-1 1,1 0,-1-1,0 1,0 0,0-1,-1 1,1 0,-1-3,-3-21,-2 0,0 0,-2 0,-1 1,0 0,-2 1,-2 0,-6-10,-118-171,93 145,43 61,1 0,-1-1,0 1,0-1,0 1,1-1,-1 1,0-1,0 1,1-1,-1 0,1 1,-1-1,0 0,1 0,-1 1,1-1,0 0,-1 0,1 0,0 1,-1-1,1 0,0 0,0 0,0 0,0 0,0 0,0 0,0 0,0 1,0-1,0 0,0 0,1 0,-1 0,0 0,1 0,-1 1,0-1,1 0,-1 0,1 0,-1 1,1-1,0 0,-1 1,1-1,0 1,-1-1,1 1,0-1,0 1,0-1,-1 1,1 0,0-1,0 1,0 0,0 0,0-1,0 1,0 0,-1 0,2 0,167 9,201 28,-362-36,-5-2,-1 1,1 0,0 0,-1-1,1 1,0 1,-1-1,1 0,0 1,-1-1,1 1,-1 0,1 0,-1 0,1 0,-1 0,0 1,1-1,-1 1,0-1,0 1,0 0,0 0,-1 0,1 0,0 0,-1 0,1 0,-1 1,0-1,0 1,0 0,-3 22,1-21,1-1,-1 1,1 0,-1 0,1-1,1 1,-1 0,0 0,1-1,0 1,0 0,0-1,0 1,0-1,1 1,0-1,-1 1,1-1,1 0,-1 0,0 0,1 0,-1 0,1-1,0 1,0-1,0 1,0-1,0 0,0-1,0 1,1 0,-1-1,1 0,-1 0,1 0,0 0,-1 0,1-1,0 0,-1 0,1 0,0 0,0 0,-1-1,1 0,-1 1,1-1,0-1,-1 1,0 0,1-1,-1 0,0 0,0 0,0 0,0 0,0-1,1-1,2-6,0 0,-1 0,-1-1,0 0,0 0,-1 0,0-1,-1 1,-1-1,1 1,-2-1,0 1,0-1,-1 0,0 1,-2-5,1 8,1 0,-2 0,1 0,-1 0,0 1,-1-1,0 1,0 0,0 0,-1 0,-4-4,7 9,0-1,-1 1,1-1,-1 1,1 0,-1 0,0 0,0 1,0-1,0 1,0 0,0-1,-1 1,1 0,0 1,0-1,-1 1,1-1,0 1,-1 0,1 0,-1 1,1-1,0 1,-1 0,1-1,0 1,0 1,-2-1,2 1,-1 0,1 0,-1 1,1-1,0 1,0-1,0 1,0 0,0 0,1 0,-1 1,1-1,0 1,0-1,0 1,0 0,1-1,0 1,-1 0,2 0,-1 0,0 0,1 0,-1 0,1 0,0 1,1-1,-1 0,1 4,7 21</inkml:trace>
  <inkml:trace contextRef="#ctx0" brushRef="#br1" timeOffset="165623.757">26892 17446,'-1'-23,"1"0,2-1,0 1,1 0,2 1,0-1,1 1,6-14,-4 17,1 1,0-1,1 2,1-1,1 2,0-1,15-13,-25 28,1 1,-1-1,1 0,-1 1,1 0,0 0,0 0,0 0,0 0,-1 0,1 1,0-1,0 1,0 0,0 0,0 0,0 0,0 1,0-1,0 1,0 0,0 0,0 0,0 0,-1 0,1 0,0 1,-1 0,1-1,-1 1,0 0,0 0,1 0,-1 0,-1 1,1-1,0 1,0-1,8 5,0 1,-1 0,1 1,-2 0,1 0,-1 0,0 1,-1 1,-1-1,1 1,-2 0,1 1,-2-1,1 1,-2 0,1 0,-2 0,0 0,0 1,-1-1,0 1,-2 8,-8 26,6-42,1 1,0-1,0 0,1 1,0-1,0 1,0-1,1 1,-1-1,1 1,0-1,1 1,0 0,0-1,0 1,0-1,1 0,0 1,0-1,0 0,1 0,0 0,0-1,0 1,0-1,1 1,0-1,0 0,0 0,12 5,0-1,0 0,0-2,1 0,0 0,0-2,1 0,-1-1,1-1,0-1,-1 0,1-1,6-1,35-6,-12-4</inkml:trace>
  <inkml:trace contextRef="#ctx0" brushRef="#br1" timeOffset="162424.308">26664 15854,'-18'5,"0"1,0 0,1 2,0 0,0 0,1 2,0 0,0 1,1 1,1 0,0 1,0 0,2 1,-2 2,12-14,1 0,-1 0,0 0,1 1,-1-1,1 0,0 1,0-1,0 1,0-1,0 1,0 0,1-1,-1 1,1 0,0 0,0-1,0 1,0 0,0 0,1-1,-1 1,1 0,0-1,0 1,0-1,0 1,0-1,0 1,1-1,-1 0,1 0,1 2,4 1,-1-2,1 1,0-1,1 0,-1-1,0 1,1-1,0-1,-1 0,1 0,0 0,-1-1,1 0,0 0,0-1,-1 0,1-1,-1 1,1-2,-1 1,1-1,-1 0,0 0,0-1,-1 0,1 0,-1-1,1 0,4-5,-1 1,-1-2,1 1,-2-1,0-1,0 1,-1-1,0-1,-1 1,0-1,-1 0,1-6,33-166,-25 66,-5 0,-6-102,-13 147,10 74,-1-1,1 1,-1 0,1-1,-1 1,1 0,-1 0,1-1,-1 1,0 0,1 0,-1 0,1 0,-1 0,1 0,-1 0,0 0,1 0,-1 0,1 0,-1 0,0 0,1 0,-1 0,1 1,-1-1,1 0,-1 0,1 1,-1-1,1 0,-1 1,1-1,-1 0,1 1,0-1,-1 1,1-1,-1 1,1-1,0 1,0-1,-1 1,1-1,0 1,0 0,0-1,0 1,-1-1,1 1,0-1,0 1,0 0,0 0,-12 28,1 1,1 1,2 0,1 0,1 0,0 22,-1-7,2 1,2 0,3 1,1-1,2 0,3 0,1-1,3 0,2 0,1-1,5 6,39 46,-55-94,1 0,0 0,0 0,0-1,0 1,0-1,0 1,1-1,-1 0,1-1,-1 1,1 0,0-1,0 0,-1 0,1 0,0-1,0 1,0-1,0 0,0 0,0 0,0 0,0-1,0 0,3-1,6-5,0-1,-1-1,0 0,0 0,-1-1,0-1,-1 0,0-1,-1 1,0-2,-1 1,-1-1,0-1,0 1,-1-1,-1 0,0-1,-5 15,8-17,-1-1,0 0,-2 0,0 0,-1 0,1-8,-5 26,-1 0,1 1,0-1,0 0,-1 0,1 0,0 1,-1-1,1 0,0 0,-1 0,1 0,0 1,0-1,-1 0,1 0,-1 0,1 0,0 0,-1 0,1 0,0 0,-1 0,1 0,0 0,-1 0,1 0,0 0,-1 0,1-1,0 1,-1 0,1 0,0 0,0 0,-1-1,1 1,0 0,-1 0,1-1,0 1,0 0,0 0,-1-1,1 1,0 0,0-1,0 1,0 0,0-1,-1 1,1 0,0-1,-8 14,1 1,0 0,1 0,1 0,0 1,1 0,0 0,1 0,1 0,0 8,1-14,0-1,1 0,-1 1,2-1,-1 1,1-1,1 0,-1 1,1-1,1 0,0 0,0 0,0-1,3 5,13 12</inkml:trace>
  <inkml:trace contextRef="#ctx0" brushRef="#br1" timeOffset="162881.085">27199 15588,'22'6,"1"1,-1 2,-1 0,0 1,0 1,-1 1,-1 1,9 7,-19-13,0 0,-1 0,0 1,0 0,0 0,-1 1,0 0,-1 0,0 0,-1 1,0 0,0 0,-1 1,0-1,-1 1,0 0,-1 0,0 0,-1 0,0 0,0 0,-1 1,-1-1,0 0,-2 6,-38 95,40-111,1-1,0 1,-1 0,1-1,0 1,-1-1,1 1,0 0,0-1,0 1,0 0,0 0,0-1,0 1,0 0,0-1,0 1,0 0,0-1,0 1,0 0,1-1,-1 1,0 0,0-1,1 1,-1 0,1-1,-1 1,0-1,1 1,-1-1,1 1,-1-1,1 1,0-1,-1 0,1 1,-1-1,1 0,0 1,-1-1,1 0,0 0,-1 0,1 1,0-1,-1 0,1 0,0 0,-1 0,1 0,0 0,0 0,-1-1,1 1,0 0,0 0,42-15,-29 6,0 0,-1-2,0 0,-1 0,0-1,-1-1,0 1,-1-2,-1 0,0 0,0 0,-2-1,0-1,0 1,-2-1,0 0,2-11,-1-16,-15 55,7-2,1 0,-1 0,2 0,-1 0,2 0,-1 0,1 0,1 0,-1-1,2 1,-1 0,2-1,-1 1,1-1,0 0,1 0,1 0,11 18,2 0,1-2,0 0,17 14,7 5</inkml:trace>
  <inkml:trace contextRef="#ctx0" brushRef="#br1" timeOffset="169815.565">462 8462,'-7'16,"1"23,2 24,8 18,2 17,3 10,0 2,-4-2,-6-8,-3-11,-3-21</inkml:trace>
  <inkml:trace contextRef="#ctx0" brushRef="#br1" timeOffset="170443.88">623 8984,'9'3,"1"1,-1 1,0 0,0 0,-1 1,0 0,0 0,0 1,-1 0,0 1,0-1,-1 1,0 1,0-1,-1 1,0 0,2 5,39 128,-46-141,0 0,0 0,0 0,0 0,0 0,0 0,0 0,0 0,1 0,-1 0,0 0,1 0,-1 0,1 0,-1 0,1 0,-1 0,1-1,0 1,-1 0,1 0,0-1,-1 1,1 0,0-1,0 1,0-1,0 1,0-1,0 0,0 1,0-1,0 0,-1 1,1-1,0 0,1 0,-1 0,0 0,0 0,0 0,0 0,0 0,0-1,0 1,0 0,-1 0,1-1,0 1,0-1,0 1,0-1,0 1,0-1,-1 0,1 1,0-1,0 0,-1 0,1 1,-1-1,1 0,-1 0,1 0,-1 0,1 0,-1 0,0 0,63-111,-35 53,-28 59,0 1,0-1,0 1,0-1,0 1,1 0,-1-1,0 1,0-1,1 1,-1-1,0 1,0-1,1 1,-1-1,1 1,-1-1,0 0,1 1,-1-1,1 0,-1 1,1-1,-1 0,1 1,-1-1,1 0,-1 0,1 0,0 0,-1 1,1-1,-1 0,1 0,-1 0,1 0,0 0,-1 0,1-1,-1 1,1 0,-1 0,1 0,0 0,-1-1,1 1,-1 0,1 0,-1-1,1 1,-1-1,0 1,1 0,-1-1,1 1,-1-1,0 1,1-1,-1 1,0-1,0 1,1-1,-1 1,0-1,0 1,0-1,0 1,0-1,1 0,16 36,-12-22,1-1,0 0,1 0,0 0,0-1,2 0,-1-1,1 0,1 0,0-1,0 0,1 0,4 2,-9-8,0 0,1 0,-1 0,1 0,0-1,-1-1,1 1,0-1,0 0,0 0,0-1,0 0,0 0,0-1,0 0,0 0,0 0,0-1,0 0,-1-1,1 1,-1-1,0-1,1 1,-2-1,1 0,0 0,-1-1,0 0,0 0,0 0,0 0,-1-1,0 1,1-4,5-14,-1-1,-1 1,-1-2,-1 1,-1-1,-1 0,-2 1,0-2,-2 1,0 0,-2 0,-2-6,4 16,-47-497,25 322,20 178,2 27,0 217,11 1,10-1,-18-198,1 1,2-1,1 0,2-1,1 0,2 0,1-1,1-1,11 17,7-7</inkml:trace>
  <inkml:trace contextRef="#ctx0" brushRef="#br1" timeOffset="170618.457">1037 8729,'16'0,"26"0,30 0,31 0,20 5,-11 1</inkml:trace>
  <inkml:trace contextRef="#ctx0" brushRef="#br1" timeOffset="171009.679">1652 9291,'13'-26,"-1"-1,-1 1,-1-2,-1 0,-2 0,-1 0,-1-1,-1 0,-1-8,-3 36,1-5,-1 0,1 0,-1 0,0 0,-1 0,0 0,0 0,0 0,0 0,-1 0,0 1,-1-3,0 6,12 13,4-5,1-1,0-1,0 0,0 0,0-1,0-1,1 0,-1-2,2 1,10 1,126 20,-149-21,1 0,-1 0,0 1,1-1,-1 1,0 0,0 0,0 0,0 1,0-1,-1 1,1-1,-1 1,1 0,-1 0,0 0,0 0,-1 0,1 1,-1-1,1 0,-1 1,0-1,0 1,-1-1,1 1,-1 0,1-1,-1 1,0 0,-1-1,1 1,-1 0,0 1,-38 156,39-158,0 0,0 1,0-1,0 0,0 0,1 0,-1 0,1 0,0 0,0 0,0 0,0 0,1 0,-1 0,1-1,0 1,0-1,0 1,0-1,0 0,0 1,0-1,1 0,-1-1,1 1,0 0,0-1,-1 1,1-1,0 0,0 0,1 0,100 12,-45-16</inkml:trace>
  <inkml:trace contextRef="#ctx0" brushRef="#br1" timeOffset="171801.348">2735 9104,'-11'-7,"0"1,-1 0,0 1,0 0,0 0,-1 2,1-1,-1 2,0 0,1 0,-1 1,0 1,0 0,0 1,-13 2,21-1,0 0,1 0,-1 1,1-1,-1 1,1 0,0 0,0 1,0-1,0 1,1 0,0 0,-1 0,2 1,-1-1,0 1,1-1,0 1,0 0,0 0,0 1,1-2,0-1,0 0,1 0,-1 1,1-1,0 0,0 1,0-1,1 0,-1 0,1 1,-1-1,1 0,0 0,0 0,1 1,-1-1,1-1,-1 1,1 0,0 0,0-1,0 1,0-1,1 1,-1-1,1 0,-1 0,1 0,0 0,0-1,0 1,2 0,6 1,0-1,0-1,0 0,1-1,-1 0,0 0,0-1,0-1,0 0,0 0,0-1,0-1,-1 1,0-2,1 0,-2 0,1 0,0-1,-1-1,0 0,-1 0,0-1,0 0,5-7,-5 7,-1-1,0-1,-1 1,0-1,0-1,-1 1,-1-1,1-1,-5 66,0-43,0 1,1 0,0-1,1 1,0-1,1 0,0 0,1 0,0 0,1 1,-3-7,0-1,1 0,-1 0,1 0,0 0,0-1,0 1,0-1,0 0,1 0,0 0,-1 0,1 0,0-1,1 0,-1 1,0-2,0 1,1 0,-1-1,1 0,0 0,-1 0,1-1,0 0,1 0,-2 0,0-1,0 1,0-1,0-1,0 1,0 0,0-1,-1 0,1 0,0 0,-1 0,0-1,1 1,-1-1,0 0,0 0,-1 0,1 0,0-1,-1 1,0 0,0-1,0 0,0 0,-1 1,1-4,23-107,-22 77,-3 27,0-1,0 1,2-1,-1 1,1 0,1-1,0 1,0 0,1 0,0 1,2-4,-2 10,0 0,1 0,-1 1,1 0,-1 0,1 0,0 0,0 1,0-1,-1 1,1 1,1-1,-1 1,0-1,0 2,0-1,0 0,0 1,0 0,0 0,-1 1,1-1,4 3,9 0,0 2,-1 0,0 0,0 2,0 0,-1 1,0 1,2 3,-11-8,-1 0,0 0,0 1,0 0,-1 0,0 1,0-1,-1 1,0 0,0 1,0-1,-1 0,0 1,-1 0,1 0,-2 0,1 0,-1 0,0 6,-4 25,2-35,0 0,0-1,0 1,0 0,1 0,-1 0,1 0,0 0,0 0,1 0,-1-1,1 1,0 0,-1 0,2 0,-1-1,0 1,1-1,0 1,0-1,0 1,0-1,0 0,1 0,0 0,-1 0,1-1,0 1,1 0,8 0,0 0,1 0,-1-2,0 0,1 0,-1-1,0 0,1-1,-1-1,0 0,0-1,0 0,1-1,3 1,0-1,0 0,-1-2,1 0,-1 0,-1-1,1-1,-1-1,-1 0,0-1,0 0,-1-1,0 0,0-1,-2 0,1-1,-2 0,0-1,0 0,-7 11,-1 1,1-1,-1 0,0 0,1 0,-2 0,1 0,0 0,0 0,-1 0,0 0,0-1,0 1,0 0,0 0,0 0,-1 0,1 0,-1 0,0 0,0 0,0 0,-1 0,1 0,-1 0,1 1,-1-1,0 1,0-1,0 1,0 0,-1-1,1 1,-1 0,1 1,-1-1,0 0,1 1,-1 0,0-1,0 1,0 0,0 0,0 1,0-1,0 1,-1-1,0 1,-1 1,1 0,0 0,0 1,-1-1,1 1,0 0,1 0,-1 0,0 1,1-1,-1 1,1 0,0 0,0 0,0 0,0 0,0 1,1 0,-1-1,1 1,0 0,1 0,-1 0,0 0,1 0,0 1,0 2,-1 0,1 0,0 0,1 0,0 0,0 0,0 0,1 0,0-1,0 1,0 0,1 0,1 0,-1-1,1 1,0-1,0 0,2 2,5 4,2-1,-1-1,1 0,1 0,0-2,0 1,1-1,0-1,0-1,1 0,0-1,0 0,0-1,0-1,8 1,95 18,-3-7</inkml:trace>
</inkml:ink>
</file>

<file path=ppt/ink/ink6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04-11T12:55:52.907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1036 0,'-7'6,"-9"4,1 0,1 1,0 1,0 1,1 0,-3 5,-34 56,3 2,4 2,3 2,4 1,-4 21,20-54,-37 100,6 3,7 1,-8 72,-87 428,110-539,4 0,6 2,0 50,6 13,-1-80,15-135,-1 22</inkml:trace>
  <inkml:trace contextRef="#ctx0" brushRef="#br0" timeOffset="1">176 2458,'-2'3,"-1"0,1 0,0 0,0 0,0 0,0 1,0-1,1 1,-1-1,1 1,0 0,0-1,0 1,1 0,0 0,-1 0,1-1,0 1,1 0,-1 20,2 0,0 0,2 0,1 0,5 14,5 30,0 110,-18-209,-2 1,0 1,-3-1,0 1,-1 0,-2 1,-1 0,-2 1,0 0,-2 1,-13-17,-39-39,68 82,0 0,0 0,0 1,0-1,0 0,0 0,-1 0,1 1,0-1,0 0,0 0,0 0,0 1,0-1,0 0,0 0,-1 0,1 1,0-1,0 0,0 0,10 5,0 0,1-1,-1 0,1-1,0 0,0-1,0 0,1-1,-1 0,0-1,3 0,-4 0,181 9,-188-8,-1 0,1-1,-1 1,1 0,-1 0,0 0,0 0,1 1,-1-1,0 1,0-1,0 1,0 0,-1 0,1-1,0 1,-1 0,1 1,-1-1,0 0,0 0,1 1,-2-1,1 1,0-1,0 0,-1 1,1 0,-1-1,0 1,0-1,0 1,0 1,-21 84,-32 35,36-89,1 2,2 0,2 0,1 1,-4 28,11-33</inkml:trace>
</inkml:ink>
</file>

<file path=ppt/ink/ink6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04-11T12:55:52.909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0 290,'15'-37,"-2"0,-2-1,-1-1,-2 0,-1 0,-1-22,-1 129,4-1,2-1,9 24,10 47,-26-112</inkml:trace>
  <inkml:trace contextRef="#ctx0" brushRef="#br0" timeOffset="1">83 536,'-3'0,"2"0,6 0,7-3,7-2,9-3,5-3,5-4,3-1,-1-1,-8 2</inkml:trace>
  <inkml:trace contextRef="#ctx0" brushRef="#br0" timeOffset="2">533 413,'11'-50,"2"2,2-1,8-13,17-53,-26 76,-14 38,1 1,0 0,-1-1,1 1,0 0,-1 0,1 0,-1-1,1 1,0 0,-1 0,1 0,0 0,-1 0,1 0,0 1,-1-1,1 0,0 0,-1 0,1 0,0 1,-1-1,1 0,-1 1,1-1,-1 1,1-1,0 0,-1 1,0-1,1 1,-1-1,1 1,-1 0,0-1,1 1,-1-1,0 1,1 0,-1-1,0 1,0-1,0 1,0 0,2 1,90 112,27 40,-117-153,-1 1,0-1,0 0,0 0,0 0,0 1,0-1,0 1,-1-1,1 1,0-1,-1 1,1-1,-1 1,1-1,-1 1,0 0,0-1,0 1,0-1,0 1,0 0,0-1,0 1,-1 0,1-1,-1 1,1-1,-1 1,0-1,1 1,-1-1,0 0,0 1,0-1,0 0,0 1,0-1,0 0,-1 0,1 0,0 0,-1 0,1-1,-1 1,1 0,-2 0,-8 1,0 0,0 0,0-1,-1-1,1 0,0 0,-1-1,1-1,3 0,4-2</inkml:trace>
</inkml:ink>
</file>

<file path=ppt/ink/ink6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04-11T12:55:52.912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0 93,'5'0,"10"-2,13-6,10-6,11-3,3-1,-1 3,-9 4,-10 3</inkml:trace>
  <inkml:trace contextRef="#ctx0" brushRef="#br0" timeOffset="1">83 256,'14'0,"13"-4,13-5,10-4,8-3,4-1,0-2,-9 1</inkml:trace>
</inkml:ink>
</file>

<file path=ppt/ink/ink6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04-11T12:55:52.914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413 210,'0'17,"0"13,0 13,0 7,3 2,0 2,0-4,-1-3,0-8,-1-5,-3-9,-3-9,-1-6</inkml:trace>
  <inkml:trace contextRef="#ctx0" brushRef="#br0" timeOffset="1">17 196,'-9'-5,"1"-1,9 1,14-2,16-2,16-4,15-4,10-5,8-2,0-2,-5 3,-9 6,-13 6,-14 4,-12 4</inkml:trace>
</inkml:ink>
</file>

<file path=ppt/ink/ink6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04-11T12:55:52.916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138 1943,'2'-11,"0"1,0 0,1 0,0 1,1-1,0 1,1-1,0 1,0 1,1-1,0 1,0-1,9-14,499-687,-288 411,261-369,-391 560,-96 107,0 0,0 1,0-1,0 1,1-1,-1 1,0-1,0 1,1-1,-1 1,0-1,1 1,-1-1,1 1,-1-1,0 1,1-1,-1 1,1 0,-1-1,1 1,-1 0,1 0,-1-1,1 1,0 0,-1 0,1 0,-1 0,1 0,0 0,-1 0,1 0,-1 0,1 0,0 0,-1 0,1 0,-1 0,1 0,-1 0,1 1,-1-1,1 0,0 1,-1-1,1 0,-1 1,0-1,1 0,-1 1,1-1,-1 1,0-1,1 1,-1-1,0 1,1-1,-1 1,0 0,-6 34,-8 2</inkml:trace>
  <inkml:trace contextRef="#ctx0" brushRef="#br0" timeOffset="1">112 1615,'0'-16,"0"17,-6 103,-4-2,-5 1,-11 33,-4 29,7-33,22-189,13-391,-9 376,17 86,-10-9,0-1,0 0,0 0,0-1,1-1,0 1,-1-2,1 0,10 0,5 2,12 0,-23-3,-1 1,1 1,0 0,-1 1,0 0,1 1,-1 1,-1 0,1 1,1 1,-13-6,0 1,-1-1,1 0,-1 0,0 0,1 1,-1-1,0 1,0-1,0 1,0 0,0-1,0 1,0 0,0-1,-1 1,1 0,-1 0,1 0,-1 0,0 0,0 0,0-1,0 1,0 0,0 0,0 0,-1 0,1 0,-1 0,0 1,-32 55,33-57,-302 384,265-332</inkml:trace>
</inkml:ink>
</file>

<file path=ppt/ink/ink6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04-11T12:55:52.918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26 213,'-7'24,"2"-1,0 1,1 0,2 0,0 1,1-1,2 0,1 1,0-1,2 0,2 5,-5-21,1-1,-1 1,2-1,-1 0,1 0,0 0,0 0,1 0,0-1,0 1,1-1,0 0,0-1,0 1,1-1,-1 0,1 0,1-1,2 2,-5-6,-1 0,1-1,0 1,-1-1,1 0,0 0,-1 0,1-1,-1 1,0-1,1 0,-1 0,0 0,0 0,0-1,0 1,-1-1,1 0,-1 0,1 0,-1 0,0 0,0 0,0 0,-1-1,1 1,-1-1,1-2,10-21,-1-1,0-1,-3 0,0 0,-2 0,-1-1,-1 0,-2 0,-1 0,-1 0,-3-14,3 34,-1-1,0 1,-1 0,0 0,0 1,-1-1,-1 0,1 1,-2 0,1-1,-6-6,9 14,0 1,0 0,-1-1,1 1,-1 0,1-1,-1 1,1 0,-1 0,1 0,-1 0,0 1,0-1,0 0,1 1,-1-1,0 1,0 0,0-1,0 1,0 0,0 0,0 0,0 1,1-1,-1 0,0 1,0-1,0 1,0 0,1-1,-1 1,0 0,1 0,-1 0,-50 49,42-36,1 0,0 0,1 1,1 0,1 1,0 0,1-1,0 2,1-1,1 0,1 1,0 0,1-1,1 1,1 0,0 1,12 20,4-9</inkml:trace>
  <inkml:trace contextRef="#ctx0" brushRef="#br0" timeOffset="1">449 200,'-6'10,"-1"0,2 0,-1 1,1 0,1 0,0 0,1 1,0-1,0 1,1 0,1 0,0-1,1 1,0 0,1 0,0 0,1 0,0 0,1-1,0 1,1-1,0 0,1 0,5 9,58 63,-66-81,0 0,0 0,1 0,-1-1,1 1,-1-1,1 1,0-1,-1 0,1 0,0 0,0-1,0 1,-1-1,1 0,0 1,0-1,0 0,0-1,0 1,0 0,0-1,-1 0,1 0,0 0,0 0,-1 0,1 0,0-1,-1 1,0-1,1 1,-1-1,2-2,5-8,0 0,0-1,-2 0,1 0,-2-1,0 0,0 0,-1-1,-1 1,-1-1,0 0,0 0,-1-14,3-3,-2 0,-1 0,-2 0,0-1,-3 1,0 0,-2 1,-5-13,10 41,-1 0,1 0,-1 0,0-1,0 1,0 0,-1 0,1 1,-1-1,1 0,-1 0,0 1,0-1,0 1,-1-1,1 1,0 0,-1 0,0 0,1 0,-1 1,0-1,0 1,0 0,0-1,0 1,0 1,0-1,0 0,-1 1,-2 2,0 1,0 1,0-1,1 1,0 0,-1 0,1 1,1-1,-1 1,1 0,-1 0,1 1,1-1,-1 1,1 0,0 0,1 0,-1 0,0 3,-35 115,28-66</inkml:trace>
</inkml:ink>
</file>

<file path=ppt/ink/ink6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04-11T12:55:52.920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1 142,'1'2,"1"0,-1 0,1 0,0 0,-1 0,1 0,0-1,0 1,0 0,1-1,-1 0,0 1,0-1,1 0,-1 0,1-1,-1 1,1 0,-1-1,1 1,-1-1,1 0,0 0,-1 0,1 0,-1-1,1 1,-1-1,1 1,-1-1,1 0,-1 0,1 0,-1 0,0 0,0-1,1 1,-1-1,0 1,0-1,-1 0,1 0,0 0,-1 0,1 0,0-1,0 0,0-1,0 1,0-1,-1 0,1 0,-1 0,0 0,0 0,0 0,-1 0,1 0,-1 0,0 0,0-1,-1 1,1 0,-1 0,0 0,0 0,0 0,-1 0,1 0,-1 1,0-1,0 0,0 1,0 0,-1-1,0 1,1 0,-1 0,0 0,0 1,-1-1,1 1,-1 0,1-1,-1 2,0-1,-1 0,3 1,-1 1,1 1,0-1,-1 0,1 1,0-1,0 1,0-1,-1 1,1 0,0 0,0 0,0 0,0 1,1-1,-1 0,0 1,0 0,1-1,-1 1,1 0,-1-1,1 1,0 0,0 0,0 0,0 0,0 1,0-1,1 0,-1 0,1 0,-1 1,1-1,0 0,0 0,0 1,0-1,0 0,0 1,1-1,-1 0,1 0,0 0,0 1,-1-1,1 0,1 0,-1 0,0 0,0-1,1 2,2 1,0-1,1 1,-1-1,1 0,0 0,0 0,0-1,0 0,0 0,0 0,1 0,-1-1,0 0,1 0,0-1,-1 1,4-1,31 2</inkml:trace>
</inkml:ink>
</file>

<file path=ppt/ink/ink6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04-11T12:55:52.921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99 112,'-7'-2,"0"-1,9 0,12 1,14-2,15-3,13-4,8-3,5-1,-2-1,-6 3,-11 0,-14 4</inkml:trace>
  <inkml:trace contextRef="#ctx0" brushRef="#br0" timeOffset="1">72 99,'-14'32,"2"1,1 1,2 0,1 0,2 1,1 0,2 0,1 20,2-54,-1-1,1 1,0 0,0 0,0 0,0-1,0 1,0 0,0 0,0-1,0 1,0 0,0 0,1-1,-1 1,0 0,0 0,1-1,-1 1,1 0,-1-1,0 1,1 0,0-1,-1 1,1-1,-1 1,1-1,-1 1,1-1,0 1,-1-1,1 0,0 1,0-1,-1 0,1 0,0 1,0-1,-1 0,1 0,0 0,0 0,0 0,-1 0,1 0,0 0,0 0,0-1,35-22,4-11,-26 20,0 1,1 1,1 1,0 0,0 1,1 0,8-2,-23 11,0 1,0-1,0 1,0-1,0 1,0 0,0-1,0 1,0 0,0 0,0 1,0-1,0 0,0 1,0-1,0 1,0 0,0-1,0 1,0 0,0 0,-1 1,1-1,0 0,-1 0,1 1,-1-1,1 1,-1-1,0 1,1 0,-1 0,0-1,0 1,-1 0,1 0,0 0,0 0,-1 0,1 0,-1 1,9 27,-2 0,-2 1,0-1,-2 1,-1 30,-1-53,-1 1,0-1,-1 0,1 0,-2 1,1-1,-1 0,-1 0,1-1,-1 1,-1 0,1-1,-1 0,-1 0,1 0,-1 0,0-1,-1 1,1-1,-1-1,0 1,-1-1,0 0,1-1,-2 1,1-1,0-1,-3 2,4-2,-1-1,0 1,0-1,0 0,0-1,-1 0,1 0,0 0,0-1,-1 0,1 0,0-1,-1 0,1 0,0-1,-2-1,8 3,1-1,-1 0,1 0,0 1,-1-1,1 0,0 0,0 1,0-1,0 0,0 0,0 0,0 0,0 1,0-1,0 0,0 0,0 0,0 1,1-1,-1 0,0 0,1 0,-1 1,1-1,-1 0,1 1,-1-1,1 0,-1 1,1-1,-1 1,1-1,0 1,-1-1,1 1,0-1,0 1,-1 0,1-1,0 1,0 0,-1 0,1 0,0-1,0 1,0 0,0 0,-1 0,1 0,0 0,0 1,0-1,0 0,2-1,27-12,1 0</inkml:trace>
  <inkml:trace contextRef="#ctx0" brushRef="#br0" timeOffset="2">1069 154,'-6'-9,"-1"1,0 0,-1 0,0 1,0 0,-1 0,0 1,0 0,0 1,-1 0,1 0,-1 1,0 0,-1 1,1 0,-1 1,1 0,-1 0,0 1,0 1,1 0,-1 0,0 1,0 0,1 1,-1 0,1 1,-1 0,1 1,0 0,0 0,1 1,-1 1,1 0,0 0,-1 2,0 1,0 0,1 0,0 1,0 0,1 1,1-1,-4 9,8-15,1 0,-1 1,1-1,1 1,-1-1,0 1,1 0,0-1,0 1,1 0,0 0,-1 0,1 0,1-1,-1 1,1 0,0 0,0 0,0-1,1 1,-1-1,1 1,2 0,1-1,-1 0,1 0,0-1,0 1,0-1,0 0,0 0,1-1,-1 1,1-1,0-1,0 1,0-1,0 0,-1 0,1-1,1 1,-1-2,0 1,0 0,0-1,-1 0,1-1,0 1,0-1,3-2,7-2,0-1,-1 0,0-2,-1 0,0 0,0-1,-1-1,0 0,-1-1,-1 0,0-1,0 0,-1-1,-1 0,5-10,-9 23,-7 19,1-11,-38 455,14-340,25-120,-1 1,0-1,0 0,0 0,0 0,-1 0,1 0,-1 0,1 0,-1 0,1-1,-1 1,0 0,0-1,0 0,0 1,0-1,0 0,0 0,-1 0,1 0,0-1,0 1,-1-1,1 1,0-1,-1 0,1 0,-1 0,-1 0,-73-17,67 13,-10-1,-43-24,58 19,4 1</inkml:trace>
</inkml:ink>
</file>

<file path=ppt/ink/ink6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04-11T12:55:52.924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0 356,'151'-24,"194"15,-252-20,-79 21</inkml:trace>
  <inkml:trace contextRef="#ctx0" brushRef="#br0" timeOffset="1">328 28,'-5'2,"1"0,0-1,1 1,-1 1,0-1,0 0,1 1,0 0,-1 0,1 0,0 0,0 1,1-1,-1 1,1-1,0 1,0 0,0 0,0 0,1 0,-1 3,3-5,0 0,0 0,1 0,-1 0,1 0,-1 0,1-1,0 1,0 0,0-1,0 0,0 1,0-1,0 0,0 0,1 0,-1 0,0-1,1 1,-1-1,0 1,1-1,-1 0,1 0,-1 0,0 0,1 0,-1 0,1-1,-1 1,0-1,3-1,-3 2,1-1,0 0,-1 0,1-1,-1 1,1 0,-1-1,0 0,0 1,1-1,-1 0,0 0,-1 0,1 0,0-1,-1 1,1 0,-1-1,1 1,-1-1,0 1,0-1,-1 0,1 0,0 1,-1-1,0 0,1 0,-1 1,0-1,-1 0,1 0,0 0,-1 1,0-1,1 0,-1 1,0-1,0 0,-1 1,1-1,0 1,-1 0,0-1,1 1,-1 0,0 0,0 0,0 0,0 1,-1-1,2 1,-1 0,1 0,0 0,-1 0,1 0,-1 0,1 1,-1-1,1 1,-1-1,0 1,1 0,-1 0,0-1,1 1,-1 0,1 0,-1 1,0-1,1 0,-1 1,0-1,1 0,-1 1,1 0,-1-1,1 1,0 0,-1 0,1 0,0 0,-1 0,1 0,0 0,0 0,0 1,0-1,0 0,0 1,0-1,0 1,1-1,-1 1,1-1,-1 1,1-1,-1 1,1 0,0-1,0 1,0-1,0 1,-2 27,3 1</inkml:trace>
</inkml:ink>
</file>

<file path=ppt/ink/ink6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04-11T12:55:52.926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 1,'0'38,"1"1,3-1,1 0,1 0,7 18,43 115,21 89,-55-117,-7 1,-6 0,-9 107,0-197,0 49,16 574,8-382,8 87,-17 202,-33-279,-14-1,-18 24,47-309,-10 53,4-1,3 1,3 49,4-116,0-13</inkml:trace>
</inkml:ink>
</file>

<file path=ppt/ink/ink6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04-11T12:55:52.927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 0,'16'115,"-14"-82,18 664,-19-601,55 1767,-28-478,-29-1307,1-71</inkml:trace>
</inkml:ink>
</file>

<file path=ppt/ink/ink6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04-11T12:55:52.928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 0,'21'549,"-14"-233,54 946,92-261,-141-936,11 49,-5 0,-6 2,-2 84,-10-199,1 4,-1 0,0 0,0 0,0 0,-1 0,1 0,-1 0,-1-1,1 1,-1 0,0 0,0-1,0 1,0-1,-1 0,0 1,0-1,2-4,0 0,1 0,-1 0,0-1,1 1,-1 0,0 0,1-1,-1 1,0-1,1 1,-1 0,1-1,-1 1,1-1,-1 0,1 1,-1-1,1 1,-1-1,1 0,0 1,-1-1,1 0,0 1,0-1,-1 0,1 1,0-1,0 0,0 0,0 1,0-1,0 0,0 0,0 1,0-1,0 0,1 0,-1 1,0-1,0 0,1 0,2-17</inkml:trace>
</inkml:ink>
</file>

<file path=ppt/ink/ink6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04-11T12:55:52.929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314 146,'0'17,"0"14,0 11,0 8,0 5,0 2,0-1,0-7,0-5,0-12</inkml:trace>
  <inkml:trace contextRef="#ctx0" brushRef="#br0" timeOffset="1">505 174,'-6'14,"-3"11,0 12,2 5,2 3,-1 1,1-3,-1-4,1-4,-4-8,0-8</inkml:trace>
  <inkml:trace contextRef="#ctx0" brushRef="#br0" timeOffset="2">1 65,'21'-10,"18"-4,17-1,12 3,7 2,0 7,-7 7,-11 11,-17 2</inkml:trace>
  <inkml:trace contextRef="#ctx0" brushRef="#br0" timeOffset="3">178 761,'23'7,"25"2,19-4,17-7,11-6,-1-5,-17 0</inkml:trace>
</inkml:ink>
</file>

<file path=ppt/ink/ink7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04-11T12:55:52.933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347 295,'0'9,"0"13,-3 11,0 7,0 7,-2 2,0-1,1-1,1-7,2-7,0-10</inkml:trace>
  <inkml:trace contextRef="#ctx0" brushRef="#br0" timeOffset="1">5 76,'-5'0,"6"0,14-2,16-4,15-2,10-5,8-3,0 2,-4 3,-10 6,-13 8,-14 4</inkml:trace>
  <inkml:trace contextRef="#ctx0" brushRef="#br0" timeOffset="2">19 868,'23'0,"19"0,17-2,10-4,4 0,2-1,-3-1,-8 3,-16 1</inkml:trace>
</inkml:ink>
</file>

<file path=ppt/ink/ink7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04-11T12:55:52.936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1 342,'16'-5,"15"-3,11-6,8-2,8-3,2-1,1 3,-4 2,-11 4</inkml:trace>
  <inkml:trace contextRef="#ctx0" brushRef="#br0" timeOffset="1">123 0,'0'14,"5"10,6 2,1-3</inkml:trace>
  <inkml:trace contextRef="#ctx0" brushRef="#br0" timeOffset="2">233 478,'2'7,"6"3,3-2,3 0,-2-3</inkml:trace>
  <inkml:trace contextRef="#ctx0" brushRef="#br0" timeOffset="3">261 493,'-3'4,"2"2,2-2,2-5,0-4,1-1</inkml:trace>
  <inkml:trace contextRef="#ctx0" brushRef="#br0" timeOffset="4">123 0,'-4'0,"-2"3,0 0</inkml:trace>
</inkml:ink>
</file>

<file path=ppt/ink/ink7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04-11T12:55:52.941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72 169,'19'-14,"12"-7,7-3,3 2,-1 3,-4 6,-5 4,-4 4,-7 3</inkml:trace>
  <inkml:trace contextRef="#ctx0" brushRef="#br0" timeOffset="1">4 169,'-2'10,"1"1,1 1,0-1,0 0,1 0,0 0,1 0,0-1,1 1,0 0,1-1,0 0,0 0,1 0,2 3,-3-10,0 0,1 0,-1-1,0 0,1 1,-1-2,1 1,-1 0,1-1,0 0,0 0,0 0,0-1,0 0,0 0,0 0,-1 0,1-1,0 0,0 0,0 0,0 0,-1-1,3-1,20-2,-27 5,5-1,0-1,0 1,0 0,0 0,0 0,0 1,0-1,0 1,0 1,0-1,0 1,0 0,0 0,0 0,0 1,0-1,-1 1,1 0,0 1,-1-1,0 1,0 0,1 0,-2 0,1 1,0-1,-1 1,1 0,-1 4,0 0,-1 0,1 0,-2 0,1 0,-1 0,0 0,-1 1,0-1,0 0,-1 0,0 1,0-1,-1 0,0 0,0 0,-1 0,0-1,-1 1,1-1,-1 0,-1 0,0 0,0 0,0-1,0 0,-1 0,0 0,-1-1,0 1,-1 2,1-2,-1 1,0-1,-1 0,1-1,-1 0,0 0,-1-1,1 0,-1-1,0 0,1 0,-1-1,-4 0,1-3</inkml:trace>
  <inkml:trace contextRef="#ctx0" brushRef="#br0" timeOffset="2">850 114,'-8'-12,"-1"1,0 0,-1 1,0 0,-1 0,0 1,-1 0,-2 0,9 6,1 0,-1 0,0 1,0 0,0 0,-1 0,1 1,0-1,-1 1,1 0,-1 1,1 0,-1-1,1 2,-1-1,1 1,-1 0,1 0,0 0,-1 1,1-1,-3 3,2-1,-1 1,0 1,1-1,0 1,0 0,0 1,1 0,0-1,0 2,0-1,1 0,0 1,0 0,1 0,-1 0,2 0,-1 1,1-1,0 1,0 0,1-1,0 1,1 0,0 4,0-8,1-1,-1 0,1 1,0-1,0 0,1 0,-1 0,1 1,-1-2,1 1,0 0,0 0,0 0,1-1,-1 1,0-1,1 0,0 0,-1 0,1 0,0 0,0-1,0 1,0-1,1 0,-1 1,0-2,1 1,-1 0,0-1,2 1,5 0,0 0,1-1,-1 0,0 0,1-1,-1-1,0 0,0 0,9-4,1-3,0-1,-1-1,0 0,-1-2,0 0,-1-1,1-2,-14 12,-1 2,-3 1,0 1,0-1,1 0,-1 1,0-1,1 0,-1 1,1-1,-1 0,1 1,-1-1,1 1,-1-1,1 1,0 0,-1-1,1 1,0-1,-1 1,1 0,0 0,-1-1,1 1,0 0,0 0,-1 0,1 0,0 0,0 0,-1 0,1 0,0 0,0 0,-1 0,1 0,0 1,0-1,-1 0,1 1,0-1,-1 0,1 1,0-1,-1 1,1-1,-1 1,1-1,-1 1,1-1,-1 1,1 0,1 132,-1-119,-1-1,0 1,-1 0,0 0,-1-1,0 1,-2-1,1 1,-2-1,0 0,0-1,-1 1,0-1,-1 0,-1 0,0-1,-1 0,0 0,-22 14</inkml:trace>
</inkml:ink>
</file>

<file path=ppt/ink/ink7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04-11T12:55:52.944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35 71,'-5'8,"1"0,-1 0,2 1,-1-1,1 1,1 0,-1 0,2 0,-1 0,1 0,1 1,-1-1,1 0,1 1,0-1,0 0,1 0,0 0,1 0,0 0,0-1,1 1,0-1,0 0,1 0,0 0,1-1,0 1,0-1,0-1,1 1,0-1,5 4,-9-9,-1 1,1-1,-1 0,1 0,-1 0,1 0,0 0,0-1,-1 1,1-1,0 0,0 1,-1-1,1-1,0 1,0 0,0-1,-1 1,1-1,0 0,-1 0,1 0,-1 0,1 0,-1-1,1 1,-1-1,0 0,0 1,0-1,0 0,0 0,0 0,0-1,-1 1,1 0,-1-1,1 1,-1-2,6-6,-2-1,1 0,-1 0,-1 0,0-1,-1 1,0-1,-1 0,0 0,-1 0,0 0,-1 0,0 0,-1 0,0 0,-1 0,0 0,-1 0,-1 1,0-1,0 1,-1 0,-2-3,4 10,1 0,-1 1,0-1,0 1,0 0,-1 0,1 0,-1 1,1-1,-1 1,0 0,0 0,0 0,0 0,0 1,-1-1,1 1,0 0,-1 1,1-1,-1 1,1 0,-1 0,1 0,0 0,-1 1,1 0,-1 0,1 0,0 0,0 1,0 0,0 0,0 0,0 0,0 1,1-1,-1 1,1 0,-1 0,1 0,0 0,1 1,-3 3,2-3,0 0,1 0,0 1,0-1,0 1,0-1,1 1,-1 0,1 0,1 0,-1-1,1 1,0 0,0 0,0 0,0 0,1 0,0 0,0 0,0-1,1 1,0 0,0-1,0 1,0-1,1 0,-1 1,1-1,0-1,1 1,1 2,17 11</inkml:trace>
  <inkml:trace contextRef="#ctx0" brushRef="#br0" timeOffset="1">350 139,'0'17,"0"-1,1 0,1 1,1-1,0 0,1 0,2 3,-4-14,0 0,0 0,0 0,1-1,0 1,0-1,0 1,0-1,1 0,0 0,0-1,0 1,0-1,0 0,1 0,-1 0,1 0,0-1,0 0,0 0,0 0,0-1,5 1,-5-1,0-1,-1 0,1 0,-1 0,1-1,-1 1,1-1,-1 0,1-1,-1 1,0-1,1 1,-1-2,0 1,0 0,-1-1,1 1,0-1,-1 0,0 0,1-1,-1 1,0-1,-1 1,1-1,-1 0,1-1,2-4,1-1,-1 0,-1 0,0-1,-1 1,0-1,0 0,-1 0,0 0,-1-8,-1 11,0 0,-1 0,0 0,0 0,-1 0,0 0,-1 1,0-1,0 1,0 0,-1-1,0 2,0-1,-1 0,0 1,0 0,-1 0,1 0,-1 1,0 0,-1 0,1 0,-1 1,-6-3,11 6,0 0,0 1,0-1,0 1,0-1,0 1,0 0,-1-1,1 1,0 0,0 1,0-1,0 0,0 0,0 1,0 0,0-1,0 1,0 0,0 0,0 0,1 0,-1 0,0 0,1 0,-1 1,0-1,1 1,0-1,-1 1,1 0,0-1,0 1,-1 2,0 0,0 0,0 0,0 1,1-1,0 1,0 0,0-1,0 1,1 0,0 0,0-1,0 1,0 0,2 4,5 14,2-5</inkml:trace>
</inkml:ink>
</file>

<file path=ppt/ink/ink7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04-11T12:55:52.946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28 1128,'16'-19,"17"-19,17-21,16-17,15-16,15-12,10-10,8-4,2 2,1 7,-8 12,-13 19,-16 19,-22 23,-25 24,-19 14</inkml:trace>
  <inkml:trace contextRef="#ctx0" brushRef="#br0" timeOffset="1">136 705,'-126'514,"117"-439,9-74,1 0,0 0,-1 0,1 0,0-1,0 1,0 0,0-1,0 1,0-1,0 1,0-1,0 1,0-1,0 0,0 1,0-1,0 0,0 0,0 0,0 0,0 0,1 0,-1 0,0 0,0-1,0 1,0 0,0 0,0-1,0 1,0-1,0 1,0-1,0 0,0 1,0-1,0 0,-1 1,1-1,0 0,-1 0,1 0,0 0,-1 0,1 0,-1 0,1 0,-1 0,1 0,61-55,-48 41,1 0,0 0,1 1,1 1,0 1,1 0,0 2,0 0,1 0,1 2,-1 1,1 0,1 1,17-2,-2 5,-45-11,-33-19,1-2,2-2,-31-37,-20-49,86 110,4 5</inkml:trace>
</inkml:ink>
</file>

<file path=ppt/ink/ink7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04-11T12:55:52.948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125 2180,'27'-61,"-18"47,44-62,4 3,36-36,-65 78,143-154,8 9,172-130,-144 142,8 9,5 10,7 9,6 11,4 9,6 12,165-45,-204 95,-204 54,0 0,0 1,-1-1,1 0,0 0,0 0,0 1,0-1,0 0,0 0,0 1,0-1,0 0,0 1,0-1,0 0,0 0,0 0,0 1,1-1,-1 0,0 0,0 1,0-1,0 0,0 0,0 0,1 1,-1-1,0 0,0 0,0 0,1 1,-1-1,0 0,0 0,0 0,1 0,-1 0,0 0,0 0,1 0,-1 0,0 1,0-1,1 0,-1 0,-14 10</inkml:trace>
  <inkml:trace contextRef="#ctx0" brushRef="#br0" timeOffset="1">275 1661,'-31'114,"-20"14,-5-2,-49 78,80-161,26-43,-1-1,0 1,0 0,0 0,0-1,0 1,0 0,0 0,0 0,0-1,0 1,0 0,0 0,0-1,0 1,0 0,0 0,0-1,0 1,0 0,0 0,0-1,-1 1,1 0,0 0,0 0,0-1,0 1,0 0,-1 0,1 0,0-1,0 1,0 0,-1 0,1 0,0 0,0 0,-1 0,1 0,0-1,0 1,-1 0,1 0,0 0,0 0,0 0,-1 0,1 0,0 0,0 0,-1 0,1 0,0 1,3-29,25-101,6 1,21-45,-54 171,0 1,0-1,0 0,0 1,0-1,1 0,-1 1,1-1,-1 1,1 0,-1 0,1-1,0 1,0 0,0 1,-1-1,1 0,0 0,0 1,0-1,0 1,0-1,0 1,0 0,1 0,-1 0,0 0,0 0,0 1,0-1,0 1,0-1,0 1,0 0,-1-1,3 2,7 0,165 19,-159-20,94 16,-110-17,0 0,0 0,0 1,0-1,0 0,-1 1,1-1,0 0,0 1,0-1,0 1,0 0,0-1,-1 1,1 0,0-1,-1 1,1 0,0 0,-1 0,1 0,-1-1,1 1,-1 0,1 0,-1 0,0 0,0 0,1 0,-1 0,0 0,0 0,0 0,0 0,0 0,0 0,0 0,-1 0,1 0,0 0,-1 0,1 0,0 0,-33 32,-14-1,2 2,1 2,2 1,-7 12,-38 37,0 1</inkml:trace>
</inkml:ink>
</file>

<file path=ppt/ink/ink7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04-11T12:55:52.950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0 6,'7'0,"7"-3,1 0</inkml:trace>
</inkml:ink>
</file>

<file path=ppt/ink/ink7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04-11T12:55:52.951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15 55,'-1'-1,"1"1,0-1,0 1,0-1,0 1,0-1,0 1,0-1,1 1,-1-1,0 1,0-1,0 1,0 0,1-1,-1 1,0-1,0 1,1-1,-1 1,0 0,0-1,1 1,-1 0,1-1,-1 1,0 0,1 0,-1-1,1 1,-1 0,1 0,-1 0,0-1,1 1,-1 0,1 0,-1 0,1 0,-1 0,1 0,-1 0,1 0,-1 0,1 0,-1 0,1 1,-1-1,1 0,-1 0,1 0,-1 0,0 1,1-1,-1 0,1 1,-1-1,0 0,1 0,10-1,1 1,-1 0,1 0,-1 1,0 1,1 0,-1 0,0 1,4 2,-11-4,-1 1,1-1,0 1,-1 0,1 0,-1 0,1 1,-1-1,0 1,0 0,0 0,-1 0,1 0,-1 0,1 1,-1-1,0 1,0 0,-1-1,1 1,-1 0,0 0,0 0,0 0,0 0,-1 0,0 3,-2 6,-1-1,0 1,-1 0,0-1,-2 0,1 0,-1 0,-1-1,0 1,0-2,-1 1,-1-1,0 0,0-1,-7 5,-84 92,100-105,-1-1,0 1,0 0,0 0,0 0,1-1,-1 1,0 0,1 0,-1 0,1 0,-1 0,1 0,-1 0,1 1,0-1,-1 0,1 0,0 0,0 0,0 0,0 1,0-1,0 0,0 0,1 0,-1 0,0 0,0 0,1 0,-1 1,1-1,-1 0,1 0,0 0,-1-1,1 1,0 0,0 0,-1 0,1 0,0-1,0 1,0 0,0-1,0 1,0-1,0 1,0-1,17 4,0-1,0-1,0-1,0 0,0-2,0 0,0-1,11-2,-21 3,138-21,-108 15</inkml:trace>
  <inkml:trace contextRef="#ctx0" brushRef="#br0" timeOffset="1">615 82,'7'-7,"0"1,0 0,0 1,1 0,-1 0,1 0,0 1,1 0,-1 1,1 0,0 0,-1 1,8-1,-14 3,15-6,1 2,0 0,0 1,1 1,-1 1,1 0,11 2,-28-1,0 0,0 0,0 0,0 0,0 0,0 1,0-1,0 1,0 0,0-1,-1 1,1 0,0 0,0 0,-1 0,1 0,-1 1,1-1,-1 0,1 1,-1-1,0 1,0-1,0 1,1 0,-2 0,1-1,0 1,0 0,-1 0,1 0,-1 0,1 0,-1 0,0 0,0 0,0 0,0 0,0 0,0 0,0 0,-1 0,1-1,-1 1,1 0,-1 0,0 0,0 0,0-1,-1 2,-6 8,-1 0,0-1,0-1,-1 1,-1-1,0-1,0 0,-3 1,-26 20,39-28,0-1,0 0,0 1,1-1,-1 1,0-1,0 1,0-1,1 1,-1 0,0-1,0 1,1 0,-1 0,1 0,-1-1,1 1,-1 0,1 0,-1 0,1 0,0 0,0 0,-1 0,1 0,0 0,0 0,0 0,0-1,0 1,0 0,0 0,0 0,1 0,-1 0,0 0,1 0,-1 0,0 0,1 0,-1 0,1-1,-1 1,1 0,0 0,-1 0,1-1,0 1,-1-1,1 1,0 0,0-1,0 1,0-1,0 1,53 22,44 26,-94-46,0 0,-1-1,1 2,-1-1,0 0,1 1,-2-1,1 1,0 0,-1 0,1 0,-1 1,0-1,-1 0,1 1,-1-1,0 1,0-1,0 1,0 4,-2-5,1 0,0-1,-1 1,0 0,0 0,0-1,-1 1,1-1,-1 1,1-1,-1 0,0 1,-1-1,1 0,-1 0,1 0,-1-1,0 1,0-1,0 1,0-1,0 0,0 0,-1-1,1 1,-3 0,-98 24,-3-24,95 0</inkml:trace>
</inkml:ink>
</file>

<file path=ppt/ink/ink7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04-11T12:55:52.953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0 262,'16'0,"15"0,12 0,7-2,7-1,3 0,-2 1,-5 0,-8 1,-10 0,-9 1</inkml:trace>
  <inkml:trace contextRef="#ctx0" brushRef="#br0" timeOffset="1">274 3,'-14'-2,"-7"1,0 6,4 4,4 8,10 5,7 1,8 2,1-3</inkml:trace>
</inkml:ink>
</file>

<file path=ppt/ink/ink7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04-11T12:55:52.955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54 42,'-9'17,"1"1,1 1,0 0,1 0,1 0,1 0,1 1,1 0,0-1,2 1,0 0,1 0,2 9,-3-25,1-1,-1 1,1-1,-1 0,1 1,0-1,0 1,0-1,1 0,-1 0,1 0,0 0,-1 0,2 0,-1 0,0-1,0 1,1-1,-1 1,1-1,0 0,0 0,0 0,0-1,0 1,0-1,0 1,1-1,-1 0,0 0,1-1,-1 1,1-1,-1 1,1-1,-1 0,1 0,-1-1,3 0,1-3,1-1,-1 0,0-1,0 0,0 0,-1-1,0 1,-1-1,1 0,-1-1,0 0,-1 1,0-1,0-1,-1 1,0-1,0 1,-1-1,0 0,-1 0,0 0,0 1,-1-1,0-4,1 5,-1-1,0 0,0 0,0 1,-1-1,-1 0,1 0,-2 1,1-1,-1 1,0 0,-1 0,0 0,0 0,0 1,-1 0,0-1,-1 2,0-1,0 1,0 0,-1 0,0 0,0 1,0 0,-1 1,1-1,-2 1,6 4,-1 0,1 1,0-1,-1 1,1-1,0 1,0 0,-1 0,1 1,0-1,0 1,0-1,0 1,1 0,-1 0,0 0,1 0,0 1,-1-1,1 1,0-1,0 1,0 0,1 0,-1 0,1 0,-1 0,1 0,0 0,0 1,0-1,1 0,-1 0,1 1,0-1,0 1,0-1,0 0,1 1,-1-1,1 0,0 0,0 1,1 1,0 4,0 1,1 0,1-1,-1 1,1-1,1 0,0 0,0-1,1 1,2 2,13 14</inkml:trace>
  <inkml:trace contextRef="#ctx0" brushRef="#br0" timeOffset="1">328 191,'-4'13,"0"1,2-1,0 1,0 0,1-1,1 1,1 13,-1-23,1 1,-1-1,1 1,0-1,1 0,-1 1,1-1,0 0,0 0,0 0,0 0,1-1,0 1,-1 0,1-1,1 0,-1 0,0 0,1 0,0 0,-1-1,1 0,0 1,0-1,4 1,-3-2,1 1,0 0,-1-1,1 0,0-1,0 1,0-1,0 0,0-1,0 1,0-1,0 0,-1-1,1 1,0-1,-1 0,1-1,-1 1,0-1,0 0,0-1,0 1,0-1,-1 0,0 0,0 0,0-1,0 1,0-1,-1 0,0 0,0 0,0 0,0-4,2 0,0-1,0-1,-2 1,1-1,-1 1,-1-1,1 0,-2 0,0 0,0 0,-1 0,0-1,-1 1,0 0,-1 0,-1 0,1 1,-2-1,1 1,-1-1,-1 1,0 0,0 0,-1 1,0 0,-1 0,0 0,-2 0,6 6,0 1,-1 0,1 0,-1 0,0 0,1 0,-1 1,0-1,0 1,0 0,0 1,0-1,0 1,-1-1,1 1,0 0,0 1,0-1,0 1,0 0,0 0,0 0,0 0,0 1,0 0,1-1,-1 1,1 1,-1-1,1 0,0 1,0 0,0 0,0 0,0 0,1 0,-1 0,1 1,0-1,0 1,0 0,0 0,1-1,0 1,-1 0,1 1,0 0,0 1,1-1,0 0,-1 0,1 1,1-1,-1 0,1 1,0-1,0 0,1 0,0 0,-1 0,2 0,-1-1,0 1,1 0,0-1,0 0,0 0,1 1,22 23</inkml:trace>
</inkml:ink>
</file>

<file path=ppt/ink/ink7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19T13:10:06.887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92 0,'-12'316,"-3"488,0-212,13-404,-18 96,3-113,6 0,12 149,1 65,0 140,17 46,-4 278,-17-575,21 443,-10-353,10 144,31 391,-50 1521,-1-248,-6-1758,14 710,1-984,26 667,-33-632,25 724,24-203,5-177,-32-340,-15-99,-8-80,-1 0,1 0,0-1,0 1,0 0,-1 0,1 0,0 0,0 0,0 0,-1 0,1 0,0 0,0 0,-1 0,1 0,0 0,0 0,0 0,-1 0,1 0,0 0,0 0,-1 0,1 0,0 0,0 0,0 0,-1 0,1 0,0 1,0-1,0 0,-1 0,1 0,0 0,0 0,0 1,0-1,0 0,-1 0,1 0,0 1,0-1,0 0,0 0,0 1,0-1,0 0,0 0,0 0,0 1,0-1,-9-12</inkml:trace>
</inkml:ink>
</file>

<file path=ppt/ink/ink7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19T13:10:17.482"/>
    </inkml:context>
    <inkml:brush xml:id="br0">
      <inkml:brushProperty name="width" value="0.1" units="cm"/>
      <inkml:brushProperty name="height" value="0.1" units="cm"/>
      <inkml:brushProperty name="color" value="#5B2D90"/>
      <inkml:brushProperty name="ignorePressure" value="1"/>
    </inkml:brush>
  </inkml:definitions>
  <inkml:trace contextRef="#ctx0" brushRef="#br0">0 0,'9'0,"13"0,11 3,13 0,11-1,6 1,1-2,-3 3,-12 4,-14 2</inkml:trace>
</inkml:ink>
</file>

<file path=ppt/ink/ink7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19T13:10:17.720"/>
    </inkml:context>
    <inkml:brush xml:id="br0">
      <inkml:brushProperty name="width" value="0.1" units="cm"/>
      <inkml:brushProperty name="height" value="0.1" units="cm"/>
      <inkml:brushProperty name="color" value="#5B2D90"/>
      <inkml:brushProperty name="ignorePressure" value="1"/>
    </inkml:brush>
  </inkml:definitions>
  <inkml:trace contextRef="#ctx0" brushRef="#br0">1 1,'18'2,"21"1,17 0,15 0,13-2,7 0,-11 0</inkml:trace>
</inkml:ink>
</file>

<file path=ppt/ink/ink7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19T13:10:18.152"/>
    </inkml:context>
    <inkml:brush xml:id="br0">
      <inkml:brushProperty name="width" value="0.1" units="cm"/>
      <inkml:brushProperty name="height" value="0.1" units="cm"/>
      <inkml:brushProperty name="color" value="#5B2D90"/>
      <inkml:brushProperty name="ignorePressure" value="1"/>
    </inkml:brush>
  </inkml:definitions>
  <inkml:trace contextRef="#ctx0" brushRef="#br0">0 579,'45'-218,"-37"132,-3 0,-7-70,0 127,2 29,-1 0,1 0,0 0,0 0,-1 0,1 0,0 0,0 0,-1 0,1 0,0 0,0 0,0-1,-1 1,1 0,0 0,0 0,0 0,-1 0,1 0,0-1,0 1,0 0,0 0,-1 0,1 0,0-1,0 1,0 0,-4 29,-37 484,40-500,0 0,1 0,1 0,0 0,0 0,2 0,-1-1,2 1,-1-1,4 5,7 7</inkml:trace>
</inkml:ink>
</file>

<file path=ppt/ink/ink7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19T13:10:15.915"/>
    </inkml:context>
    <inkml:brush xml:id="br0">
      <inkml:brushProperty name="width" value="0.1" units="cm"/>
      <inkml:brushProperty name="height" value="0.1" units="cm"/>
      <inkml:brushProperty name="color" value="#5B2D90"/>
      <inkml:brushProperty name="ignorePressure" value="1"/>
    </inkml:brush>
  </inkml:definitions>
  <inkml:trace contextRef="#ctx0" brushRef="#br0">241 701,'4'-2,"2"-1</inkml:trace>
  <inkml:trace contextRef="#ctx0" brushRef="#br0" timeOffset="2658.322">22 442,'-4'7,"1"-1,0 1,1 0,-1 0,1 0,1 0,-1 0,1 0,1 1,-1-1,1 0,0 1,1-1,0 0,0 0,0 0,1 1,0-1,1 0,-1-1,1 1,1 0,-1-1,1 0,0 0,1 0,-1 0,1-1,0 0,3 2,0-1,0 0,1-1,0-1,0 1,0-1,1-1,-1 0,1 0,0-1,0 0,0-1,0 0,0 0,0-1,0-1,0 1,0-2,0 1,0-2,0 1,-1-1,1 0,-1-1,0 0,0-1,0 0,0 0,-1-1,0 0,0-1,-1 1,1-2,-2 1,1-1,-1 0,0 0,-1 0,0-1,0 0,-1 0,3-8,-2-6,-1 0,-1 0,-1 0,-2-1,0 1,-1 0,-1 0,-2 0,0 0,-1 0,-2 1,0 0,-1 0,-1 1,-1 0,-1 0,-1 1,-6-8,13 18,-1 0,0 1,0-1,-1 1,0 0,-1 1,0 0,0 0,0 0,-1 1,-1 1,-1-2,8 7,-1 1,1 0,0 0,0-1,0 2,-1-1,1 0,0 1,0-1,0 1,0 0,0 0,0 0,0 1,0-1,0 1,0 0,1-1,-1 1,0 0,1 0,0 1,0-1,-1 1,1-1,1 1,-1-1,0 1,1 0,-1 0,1 0,0 0,0 0,0 0,0 1,-15 37,1 1,3 0,1 1,2 0,2 0,2 1,2 0,2 40,1-5</inkml:trace>
</inkml:ink>
</file>

<file path=ppt/ink/ink7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19T13:10:16.805"/>
    </inkml:context>
    <inkml:brush xml:id="br0">
      <inkml:brushProperty name="width" value="0.1" units="cm"/>
      <inkml:brushProperty name="height" value="0.1" units="cm"/>
      <inkml:brushProperty name="color" value="#5B2D90"/>
      <inkml:brushProperty name="ignorePressure" value="1"/>
    </inkml:brush>
  </inkml:definitions>
  <inkml:trace contextRef="#ctx0" brushRef="#br0">0 54,'0'-7,"0"2,0 10,0 14,0 19,0 19,0 16,0 12,0 8,0-1,0-4,0-12,0-20</inkml:trace>
  <inkml:trace contextRef="#ctx0" brushRef="#br0" timeOffset="431.892">410 0,'-5'36,"-2"-1,-2 1,-1-1,-1-1,-2 0,-2-1,-1-1,-1 0,-2-1,-1-1,-1 0,-2-2,-1-1,-15 14,-25-3,62-37,0 0,0 0,0-1,0 1,0-1,0 1,-1-1,1 0,0 0,0 0,0 0,0 0,0 0,0-1,0 1,0-1,0 1,0-1,0 0,0 0,0 0,0 0,0 0,0 0,1 0,-1-1,1 1,-1-1,1 1,-1-1,1 1,-1-2,-6 0,12 25,1-11,0-1,1 1,0-1,0 0,1 0,1-1,-1 1,1-2,1 1,0-1,0-1,1 0,-1 0,2 0,-1-2,1 1,7 2,14 5,0-2,0-2,1 0,1-3,22 3,100-1,-116-11</inkml:trace>
</inkml:ink>
</file>

<file path=ppt/ink/ink7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19T13:10:19.907"/>
    </inkml:context>
    <inkml:brush xml:id="br0">
      <inkml:brushProperty name="width" value="0.1" units="cm"/>
      <inkml:brushProperty name="height" value="0.1" units="cm"/>
      <inkml:brushProperty name="color" value="#5B2D90"/>
      <inkml:brushProperty name="ignorePressure" value="1"/>
    </inkml:brush>
  </inkml:definitions>
  <inkml:trace contextRef="#ctx0" brushRef="#br0">41 259,'0'-239,"-2"219,-6 31,-3 38,3 0,2 1,3 0,1 6,2-54,11 92,-2-77</inkml:trace>
</inkml:ink>
</file>

<file path=ppt/ink/ink7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19T13:10:20.269"/>
    </inkml:context>
    <inkml:brush xml:id="br0">
      <inkml:brushProperty name="width" value="0.1" units="cm"/>
      <inkml:brushProperty name="height" value="0.1" units="cm"/>
      <inkml:brushProperty name="color" value="#5B2D90"/>
      <inkml:brushProperty name="ignorePressure" value="1"/>
    </inkml:brush>
  </inkml:definitions>
  <inkml:trace contextRef="#ctx0" brushRef="#br0">6 124,'-2'4,"1"1,0-1,1 1,-1 0,1-1,0 1,0-1,0 1,1 0,0-1,-1 1,2-1,-1 1,0-1,1 0,0 1,0-1,0 0,1 0,-1 0,1-1,0 1,0-1,0 1,1-1,-1 0,1 0,-1 0,2 0,2-1,-1 1,1-1,0 0,0 0,0-1,0 0,0 0,0 0,0-1,0 0,0-1,0 0,0 0,0 0,0-1,0 0,0 0,-1-1,1 0,-1 0,0 0,0-1,0 0,0 0,0-1,-1 1,0-1,0 0,0-1,-1 1,0-1,0 0,0 0,-1 0,0-1,0 1,0-1,-1 1,0-1,0 0,-1 0,1-6,-2 8,-1 0,0 0,0 0,0 0,0 0,-1 0,0 0,0 0,0 1,0-1,-1 1,0 0,0 0,0 0,0 0,-1 0,0 1,1-1,-1 1,0 0,-1 0,1 0,0 1,-1 0,0 0,1 0,-1 0,0 1,0-1,0 1,0 1,0-1,0 1,0 0,0 0,0 0,-3 1,3-2,1 1,-1 0,1 0,-1 0,0 1,1 0,-1-1,1 2,0-1,-1 0,1 1,0 0,0 0,0 0,0 0,0 1,0 0,1-1,0 1,-1 1,1-1,0 0,0 1,1 0,-1-1,1 1,-1 0,1 0,1 0,-1 1,0-1,1 0,0 1,0-1,0 1,1-1,0 1,0-1,0 1,0 0,1 3,7 21</inkml:trace>
</inkml:ink>
</file>

<file path=ppt/ink/ink7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19T13:10:20.753"/>
    </inkml:context>
    <inkml:brush xml:id="br0">
      <inkml:brushProperty name="width" value="0.1" units="cm"/>
      <inkml:brushProperty name="height" value="0.1" units="cm"/>
      <inkml:brushProperty name="color" value="#5B2D90"/>
      <inkml:brushProperty name="ignorePressure" value="1"/>
    </inkml:brush>
  </inkml:definitions>
  <inkml:trace contextRef="#ctx0" brushRef="#br0">0 13,'14'0,"16"0,12 0,11-3,6 0,1 0,-6 1,-13 1</inkml:trace>
</inkml:ink>
</file>

<file path=ppt/ink/ink7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19T13:10:21.001"/>
    </inkml:context>
    <inkml:brush xml:id="br0">
      <inkml:brushProperty name="width" value="0.1" units="cm"/>
      <inkml:brushProperty name="height" value="0.1" units="cm"/>
      <inkml:brushProperty name="color" value="#5B2D90"/>
      <inkml:brushProperty name="ignorePressure" value="1"/>
    </inkml:brush>
  </inkml:definitions>
  <inkml:trace contextRef="#ctx0" brushRef="#br0">1 14,'16'4,"19"2,20 0,17-6,13-5,7-6,-11-2</inkml:trace>
</inkml:ink>
</file>

<file path=ppt/ink/ink7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19T13:10:21.737"/>
    </inkml:context>
    <inkml:brush xml:id="br0">
      <inkml:brushProperty name="width" value="0.1" units="cm"/>
      <inkml:brushProperty name="height" value="0.1" units="cm"/>
      <inkml:brushProperty name="color" value="#5B2D90"/>
      <inkml:brushProperty name="ignorePressure" value="1"/>
    </inkml:brush>
  </inkml:definitions>
  <inkml:trace contextRef="#ctx0" brushRef="#br0">3 231,'-2'11,"2"0,-1 0,2 0,-1 0,1 0,1 0,0 0,1 0,0 0,0-1,1 1,1-1,0 0,0 0,1-1,0 1,1-1,-1-1,2 1,-1-1,1 0,1-1,-1 0,1-1,1 1,-1-2,1 1,0-1,0-1,0 0,1 0,0-1,-1 0,1-1,0 0,0-1,0 0,6-1,-8-2,1 1,-1-2,0 0,0 0,-1 0,1-1,-1-1,1 1,-1-1,-1-1,1 1,-1-1,0-1,0 1,-1-1,0 0,0-1,-1 1,1-1,-2 0,1-1,-1 1,-1-1,1 0,-1 0,-1 0,0 0,0 0,-1 0,0-1,0 1,-1-1,-1 1,1 0,-2-1,1 1,-1 0,-1-3,-1-4,-1 1,0-1,-1 1,0 0,-2 0,1 1,-2 0,0 0,-1 1,-4-5,8 11,0 0,0 1,-1 0,0 0,0 0,0 1,-1 0,0 0,0 1,0 0,0 1,-1-1,1 2,-1-1,0 1,0 0,0 1,0 0,-4 1,5 1,0 0,0 0,1 1,-1 0,1 1,0 0,-1 0,1 0,0 1,1 0,-1 1,1-1,0 1,0 0,0 1,1-1,0 1,0 0,0 1,1-1,-2 5,0-1,0 0,1 0,0 1,1 0,0 0,1 0,1 0,-1 0,2 1,-1-1,2 0,-1 1,2 0,0 5,11 29,5-7</inkml:trace>
</inkml:ink>
</file>

<file path=ppt/ink/ink7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19T13:10:22.201"/>
    </inkml:context>
    <inkml:brush xml:id="br0">
      <inkml:brushProperty name="width" value="0.1" units="cm"/>
      <inkml:brushProperty name="height" value="0.1" units="cm"/>
      <inkml:brushProperty name="color" value="#5B2D90"/>
      <inkml:brushProperty name="ignorePressure" value="1"/>
    </inkml:brush>
  </inkml:definitions>
  <inkml:trace contextRef="#ctx0" brushRef="#br0">1 480,'10'-51,"3"0,3 1,1 0,3 1,1 2,3 0,16-23,-2 15,-38 55,0-1,0 1,0-1,0 1,0 0,1-1,-1 1,0-1,0 1,0 0,0-1,1 1,-1-1,0 1,0 0,1-1,-1 1,0 0,1-1,-1 1,0 0,1 0,-1-1,1 1,-1 0,0 0,1 0,-1 0,1 0,-1-1,1 1,-1 0,0 0,1 0,-1 0,1 0,-1 0,1 0,-1 0,1 0,-1 1,0-1,1 0,-1 0,1 0,-1 0,0 1,1-1,-1 0,1 0,-1 1,0-1,0 0,1 1,-1-1,0 0,1 1,-1-1,0 0,0 1,0-1,1 1,-1-1,0 0,0 1,0-1,0 1,0-1,3 37,-3-31,-2 462,4-446,0-1,2-1,0 1,2 0,0-1,1 0,7 13,-5-16</inkml:trace>
</inkml:ink>
</file>

<file path=ppt/ink/ink7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19T13:10:21.302"/>
    </inkml:context>
    <inkml:brush xml:id="br0">
      <inkml:brushProperty name="width" value="0.1" units="cm"/>
      <inkml:brushProperty name="height" value="0.1" units="cm"/>
      <inkml:brushProperty name="color" value="#5B2D90"/>
      <inkml:brushProperty name="ignorePressure" value="1"/>
    </inkml:brush>
  </inkml:definitions>
  <inkml:trace contextRef="#ctx0" brushRef="#br0">177 388,'12'-295,"-15"273,3 22,0 0,0 0,0 1,-1-1,1 0,0 0,0 0,0 0,0 0,-1 0,1 0,0 0,0 0,0 0,0 0,0 0,-1 0,1 0,0 0,0 0,0 0,0 0,-1 0,1 0,0 0,0-1,0 1,0 0,0 0,0 0,-1 0,1 0,-2 21,12 363,0-236,-4-117</inkml:trace>
  <inkml:trace contextRef="#ctx0" brushRef="#br0" timeOffset="2099.332">204 6,'0'-4,"0"2,-4 7,-9 9,-10 12,-9 13,-9 9,-6 8,4-6</inkml:trace>
</inkml:ink>
</file>

<file path=ppt/ink/ink7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19T13:10:26.739"/>
    </inkml:context>
    <inkml:brush xml:id="br0">
      <inkml:brushProperty name="width" value="0.1" units="cm"/>
      <inkml:brushProperty name="height" value="0.1" units="cm"/>
      <inkml:brushProperty name="color" value="#5B2D90"/>
      <inkml:brushProperty name="ignorePressure" value="1"/>
    </inkml:brush>
  </inkml:definitions>
  <inkml:trace contextRef="#ctx0" brushRef="#br0">451 39,'-8'-6,"-1"1,0 1,1 0,-2 0,1 1,0 0,-1 0,1 1,-1 0,0 1,1 0,-1 1,0 0,0 0,0 1,1 0,-1 1,0 0,1 0,0 1,-1 1,1-1,0 2,-7 4,-1 1,2 2,-1 0,1 1,1 0,1 1,0 1,0 0,2 1,0 0,1 1,0 0,1 0,1 1,1 0,1 1,0 0,1 0,1 0,1 0,1 1,1-1,0 1,2-1,0 1,1-1,1 0,0 1,2-1,0-1,1 1,1-1,1 0,1 0,0-1,1 0,1-1,5 6,-3-8,-1-1,2-1,-1 0,2-1,0 0,0-1,0-1,1 0,1-2,12 5,-22-9,0-1,0 1,0-2,0 1,0-1,0 0,0 0,0-1,1 0,-1-1,0 1,0-1,0-1,0 1,0-1,0 0,0-1,0 0,-1 0,1 0,-1-1,0 0,0 0,0 0,-1-1,0 0,5-5,-6 5,1 0,-1 0,0 0,0-1,0 0,-1 0,0 0,0 0,-1 0,0 0,0-1,0 1,-1-1,0 0,0 1,0-1,-1 0,0 0,-1 1,1-1,-1 0,-1 1,1-1,-1 1,0-1,0 1,-1 0,0 0,0 0,-1 0,1 0,-1 1,-1-1,1 1,-1 0,1 1,-1-1,-1 1,1 0,-1 0,1 1,-1-1,0 1,-2 0,-2 0,0 1,0 1,-1 0,1 0,0 1,0 0,-1 1,1 0,0 1,0 0,0 1,0-1,0 2,1 0,0 0,-1 0,1 1,1 1,-1-1,1 2,0-1,0 1,1 0,0 0,0 1,1 0,0 1,0-1,0 3,4-6,1-1,0 0,1 1,-1-1,1 1,0-1,0 0,0 1,1-1,0 1,-1-1,2 0,-1 1,0-1,1 0,0 0,0 0,0 0,0 0,1-1,-1 1,1-1,0 1,0-1,0 0,1 0,-1 0,1-1,-1 1,1-1,0 0,0 0,3 1,33 17</inkml:trace>
</inkml:ink>
</file>

<file path=ppt/ink/ink7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19T13:10:27.273"/>
    </inkml:context>
    <inkml:brush xml:id="br0">
      <inkml:brushProperty name="width" value="0.1" units="cm"/>
      <inkml:brushProperty name="height" value="0.1" units="cm"/>
      <inkml:brushProperty name="color" value="#5B2D90"/>
      <inkml:brushProperty name="ignorePressure" value="1"/>
    </inkml:brush>
  </inkml:definitions>
  <inkml:trace contextRef="#ctx0" brushRef="#br0">29 274,'-5'-16,"0"0,0 1,1-2,1 1,1 0,0-1,2 1,0-10,-1 9,0-85,1 197,9 128,-8-214,1 0,0 1,0-1,1 0,0-1,0 1,1 0,0-1,3 4,4 2</inkml:trace>
  <inkml:trace contextRef="#ctx0" brushRef="#br0" timeOffset="366.022">275 124,'-2'4,"0"0,0 0,0 0,0 1,1-1,0 0,0 1,0-1,0 1,1 0,-1-1,1 1,1-1,-1 1,0-1,1 1,0-1,0 1,1-1,-1 1,1-1,0 0,0 0,0 0,1 0,-1 0,1-1,0 1,0-1,0 1,1-1,-1 0,1-1,-1 1,1 0,0-1,0 0,0 0,1 0,-1-1,0 1,1-1,0 1,-1-1,1 0,0 0,0 0,0 0,0-1,0 0,1 0,-1 0,0-1,0 1,0-1,0 0,-1-1,1 1,0-1,0 0,-1-1,1 1,-1-1,0 1,0-1,0 0,0-1,0 1,-1-1,1 0,-1 0,0 0,0 0,-1 0,1-1,-1 1,0-1,0 0,0 1,-1-1,1-2,-1 2,1 0,-1-1,0 1,-1-1,1 1,-1-1,0 1,0-1,-1 1,0-1,0 1,0 0,0-1,-1 1,0 0,0 0,0 0,-1 0,0 0,0 1,0-1,0 1,-1 0,0 0,0 0,0 0,0 1,0-1,-1 1,0 0,1 1,-1-1,0 1,0 0,-1 0,1 0,-2 0,-3 3,1 0,0 1,0 0,-1 0,1 1,1 0,-1 0,0 1,1 0,0 1,0 0,0 0,0 1,1 0,0 0,0 0,1 1,-1 0,2 1,-1-1,1 1,0 0,1 1,0-1,-1 2,-5 58,15-43</inkml:trace>
</inkml:ink>
</file>

<file path=ppt/ink/ink7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19T13:10:25.408"/>
    </inkml:context>
    <inkml:brush xml:id="br0">
      <inkml:brushProperty name="width" value="0.1" units="cm"/>
      <inkml:brushProperty name="height" value="0.1" units="cm"/>
      <inkml:brushProperty name="color" value="#5B2D90"/>
      <inkml:brushProperty name="ignorePressure" value="1"/>
    </inkml:brush>
  </inkml:definitions>
  <inkml:trace contextRef="#ctx0" brushRef="#br0">0 1,'0'16,"0"15,0 16,0 14,0 13,0 7,0 7,0 0,0-2,0-5,0-10,0-13,0-15</inkml:trace>
  <inkml:trace contextRef="#ctx0" brushRef="#br0" timeOffset="409.89">519 42,'-60'103,"-65"82,97-148,-1-2,-2 0,-2-3,-1 0,-8-5,41-27,0-1,0 0,1 0,-1 0,0 0,1 1,-1-1,1 0,-1 0,1 0,-1 0,1 0,0 0,-1-1,1 1,0 0,0 0,0 0,0 0,0 0,0 0,0 0,0 0,0 0,0 0,1 0,-1-1,0 1,1 0,-1 0,1 0,-1 1,1-1,0 0,-1 0,1 0,0 0,0 1,-1-1,1 0,0 0,0-1,1 1,-1-1,0 0,1 0,-1 1,1-1,0 1,-1-1,1 1,0 0,0 0,0 0,0 0,0 0,0 0,0 0,0 0,0 1,0 0,0-1,1 1,-1 0,0 0,0 0,1 0,-1 0,0 0,0 1,0-1,0 1,0 0,1-1,-1 1,0 0,0 0,-1 0,1 1,0-1,0 0,1 2,28 15,1-1,0-2,2-1,-1-2,27 6,1-6,1-2,0-3,0-3,10-3,-32-1</inkml:trace>
  <inkml:trace contextRef="#ctx0" brushRef="#br0" timeOffset="658.228">901 220,'21'0,"16"0,14 0,9 0,6 2,2 1,-4 2,-9 0,-13 0</inkml:trace>
  <inkml:trace contextRef="#ctx0" brushRef="#br0" timeOffset="828.769">1024 506,'21'9,"23"3,21 0,17-5,13-3,8-5,-15-2</inkml:trace>
</inkml:ink>
</file>

<file path=ppt/ink/ink7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19T13:10:28.600"/>
    </inkml:context>
    <inkml:brush xml:id="br0">
      <inkml:brushProperty name="width" value="0.1" units="cm"/>
      <inkml:brushProperty name="height" value="0.1" units="cm"/>
      <inkml:brushProperty name="color" value="#5B2D90"/>
      <inkml:brushProperty name="ignorePressure" value="1"/>
    </inkml:brush>
  </inkml:definitions>
  <inkml:trace contextRef="#ctx0" brushRef="#br0">0 1,'14'2,"14"1,11 0,9-1,5 0,3-1,-3 0,-7-1,-10 0</inkml:trace>
</inkml:ink>
</file>

<file path=ppt/ink/ink7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19T13:10:28.771"/>
    </inkml:context>
    <inkml:brush xml:id="br0">
      <inkml:brushProperty name="width" value="0.1" units="cm"/>
      <inkml:brushProperty name="height" value="0.1" units="cm"/>
      <inkml:brushProperty name="color" value="#5B2D90"/>
      <inkml:brushProperty name="ignorePressure" value="1"/>
    </inkml:brush>
  </inkml:definitions>
  <inkml:trace contextRef="#ctx0" brushRef="#br0">1 1,'21'7,"18"2,19 0,14-2,8-4,-10-3</inkml:trace>
</inkml:ink>
</file>

<file path=ppt/ink/ink7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19T13:10:29.304"/>
    </inkml:context>
    <inkml:brush xml:id="br0">
      <inkml:brushProperty name="width" value="0.1" units="cm"/>
      <inkml:brushProperty name="height" value="0.1" units="cm"/>
      <inkml:brushProperty name="color" value="#5B2D90"/>
      <inkml:brushProperty name="ignorePressure" value="1"/>
    </inkml:brush>
  </inkml:definitions>
  <inkml:trace contextRef="#ctx0" brushRef="#br0">154 65,'-10'4,"0"1,1 0,0 0,0 1,0 0,1 1,0 0,0 0,0 1,1 0,0 0,1 1,0 0,0 0,1 0,0 1,1 0,0 0,1 0,-1 0,2 0,0 1,0-1,1 1,0 0,1-1,0 1,0 0,2 0,-1-1,1 1,2 5,-2-8,1 0,-1-1,1 1,1-1,-1 0,1 0,0 0,1-1,0 1,0-1,0 0,1 0,0-1,0 0,0 0,1 0,-1-1,1 0,0 0,0-1,1 0,-1 0,1 0,0-1,-1 0,1-1,0 0,4 0,5 1,-1-2,1 0,0-1,-1 0,1-1,-1-1,0-1,0 0,0-1,-1-1,1 0,-1-1,6-4,-13 6,0-1,1 1,-2-2,1 1,-1-1,0 0,0 0,-1-1,0 0,0 0,-1 0,0-1,-1 0,0 0,0 0,-1-1,0 1,0-1,-1 1,-1-1,1 0,-2 0,1 0,-1 0,-1 0,0 0,0 1,-1-1,-3-8,1 6,0 1,-1 0,0 0,-1 1,-1-1,1 1,-2 1,1-1,-1 1,-1 1,1-1,-2 2,1-1,-1 1,0 0,0 1,-1 0,-8-2,11 4,0 1,-1 0,1 0,-1 1,0 0,0 1,1 0,-1 0,0 1,0 0,0 1,0 0,0 0,0 1,0 0,1 0,-1 1,1 0,0 1,-1 0,2 0,-1 1,0 0,1 0,-2 2,2 0,0 0,1 0,0 0,0 1,0 0,1 0,0 1,1-1,0 1,0 0,1 0,0 0,1 1,0-1,0 0,1 1,0 0,1-1,0 1,1 0,0-1,0 1,1-1,0 1,1-1,0 0,0 0,5 9,18 26</inkml:trace>
</inkml:ink>
</file>

<file path=ppt/ink/ink7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19T13:10:29.642"/>
    </inkml:context>
    <inkml:brush xml:id="br0">
      <inkml:brushProperty name="width" value="0.1" units="cm"/>
      <inkml:brushProperty name="height" value="0.1" units="cm"/>
      <inkml:brushProperty name="color" value="#5B2D90"/>
      <inkml:brushProperty name="ignorePressure" value="1"/>
    </inkml:brush>
  </inkml:definitions>
  <inkml:trace contextRef="#ctx0" brushRef="#br0">43 400,'27'-378,"-29"357,2 21,1 0,-1 1,0-1,0 0,0 1,0-1,0 0,0 1,0-1,0 0,0 1,0-1,0 0,0 1,-1-1,1 0,0 0,0 1,0-1,0 0,0 1,-1-1,1 0,0 0,0 1,0-1,-1 0,1 0,0 0,0 1,-1-1,1 0,0 0,0 0,-1 0,1 0,0 1,-1-1,1 0,0 0,-1 0,1 0,0 0,-1 0,1 0,0 0,-1 0,1 0,0 0,0 0,-1-1,1 1,0 0,-1 0,1 0,0 0,0 0,-1-1,1 1,0 0,0 0,-1 0,1-1,0 1,0 0,0 0,-1-1,1 1,0 0,0-1,-8 23,0-1,2 1,1 0,0 0,2 1,-1 17,3-28,-5 24,2 1,1 0,2 0,1 0,2 0,2-1,2 1,0-1,10 27,29 14,-22-51</inkml:trace>
</inkml:ink>
</file>

<file path=ppt/ink/ink7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19T13:10:29.971"/>
    </inkml:context>
    <inkml:brush xml:id="br0">
      <inkml:brushProperty name="width" value="0.1" units="cm"/>
      <inkml:brushProperty name="height" value="0.1" units="cm"/>
      <inkml:brushProperty name="color" value="#5B2D90"/>
      <inkml:brushProperty name="ignorePressure" value="1"/>
    </inkml:brush>
  </inkml:definitions>
  <inkml:trace contextRef="#ctx0" brushRef="#br0">3 291,'0'-291,"-1"346,-1 29,4 0,3-1,4 0,16 65,-13-106</inkml:trace>
</inkml:ink>
</file>

<file path=ppt/ink/ink7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19T13:10:32.522"/>
    </inkml:context>
    <inkml:brush xml:id="br0">
      <inkml:brushProperty name="width" value="0.1" units="cm"/>
      <inkml:brushProperty name="height" value="0.1" units="cm"/>
      <inkml:brushProperty name="color" value="#5B2D90"/>
      <inkml:brushProperty name="ignorePressure" value="1"/>
    </inkml:brush>
  </inkml:definitions>
  <inkml:trace contextRef="#ctx0" brushRef="#br0">177 96,'-4'-2,"0"1,0 0,0 1,-1-1,1 1,0 0,0 0,0 0,0 0,0 1,-1 0,1 0,0 0,0 0,1 0,-1 1,0 0,0 0,1 0,-1 0,1 0,-1 1,1 0,0-1,0 1,1 1,-1-1,-2 3,-2 4,0 1,0 1,1-1,0 1,1 0,1 0,0 0,-2 10,2-2,0-1,1 1,1 0,1 0,0 0,2 0,0 0,5 18,-5-31,1 1,0-1,0 0,0 0,1 0,0 0,1-1,0 1,0-1,0 0,1 0,-1 0,1-1,1 1,-1-1,1-1,0 1,0-1,0 0,1 0,-1-1,1 1,0-2,0 1,1-1,5 2,-1-1,0-1,1 0,0 0,-1-2,1 1,0-2,-1 0,1 0,-1-1,1 0,-1-1,0-1,0 0,0-1,0 0,-1-1,0 0,0 0,0-1,-1-1,0 0,-1 0,0-1,0 0,-1-1,0 0,0 0,0-3,0-2,-1 0,-1 0,0 0,-1-1,-1 0,0 0,-1 0,-1 0,0 0,-2-1,1 1,-2-1,0 1,-2 0,-2-12,3 18,0 0,-1 1,0-1,-1 0,0 1,-1 0,0 0,0 0,-1 1,0 0,0 0,-1 0,0 1,-1-1,1 2,-1-1,-1 1,1 1,-1-1,0 2,0-1,-1 1,1 0,-1 1,-5-1,4 2,-1 0,0 1,1 1,-1-1,0 2,1 0,-1 0,1 1,-1 1,1 0,0 0,0 1,0 1,0-1,1 2,0 0,0 0,0 0,1 2,0-1,0 1,1 0,0 1,0 0,1 0,0 0,1 1,0 0,1 1,0-1,0 1,1 0,1 0,-1 0,2 1,0-1,0 1,1-1,1 1,-1 0,2 1,10 51,9-7</inkml:trace>
</inkml:ink>
</file>

<file path=ppt/ink/ink7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19T13:10:33.409"/>
    </inkml:context>
    <inkml:brush xml:id="br0">
      <inkml:brushProperty name="width" value="0.1" units="cm"/>
      <inkml:brushProperty name="height" value="0.1" units="cm"/>
      <inkml:brushProperty name="color" value="#5B2D90"/>
      <inkml:brushProperty name="ignorePressure" value="1"/>
    </inkml:brush>
  </inkml:definitions>
  <inkml:trace contextRef="#ctx0" brushRef="#br0">257 206,'13'-5,"0"0,-1 1,1 1,1 0,-1 1,0 0,1 1,-1 0,1 1,6 2,-17-3,0 1,-1 1,1-1,-1 0,1 1,0-1,-1 1,1 0,-1-1,0 2,1-1,-1 0,0 0,1 1,-1-1,0 1,0-1,0 1,0 0,-1 0,1 0,0 0,-1 0,0 0,1 1,-1-1,0 0,0 1,0-1,0 1,-1-1,1 1,-1-1,1 1,-1-1,0 3,-2 8,-2 0,1 0,-2 0,0 0,0-1,-1 1,0-1,-1-1,-1 1,0-1,0 0,-1-1,-1 0,-9 8,18-18,-25 27,-38 53,63-79,1 0,0 1,0-1,0 0,0 0,0 0,0 0,1 0,-1 0,0 0,0 1,1-1,-1 0,1 0,-1 0,1 0,-1 0,1-1,0 1,-1 0,1 0,0 0,0 0,0-1,0 1,0 0,0-1,-1 1,1-1,1 1,-1-1,0 1,0-1,0 0,0 0,0 1,0-1,0 0,0 0,0 0,1 0,-1 0,0 0,0-1,0 1,0 0,0 0,1-1,45 2,0-2,0-2,0-2,0-2,19-7,-36 8,96-20,-82 15</inkml:trace>
  <inkml:trace contextRef="#ctx0" brushRef="#br0" timeOffset="393.945">968 1,'11'11,"9"14,8 9,6 8,2 9,-3 5,-7 4,-8 4,-17 5,-23 4,-31 4,-28 1,-26-4,4-15</inkml:trace>
  <inkml:trace contextRef="#ctx0" brushRef="#br0" timeOffset="876.42">189 83,'-18'14,"-12"14,-7 13,1 15,3 10,8 9,15 6,19 2,21-3,17-6,2-16</inkml:trace>
</inkml:ink>
</file>

<file path=ppt/ink/ink7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19T13:10:22.669"/>
    </inkml:context>
    <inkml:brush xml:id="br0">
      <inkml:brushProperty name="width" value="0.1" units="cm"/>
      <inkml:brushProperty name="height" value="0.1" units="cm"/>
      <inkml:brushProperty name="color" value="#5B2D90"/>
      <inkml:brushProperty name="ignorePressure" value="1"/>
    </inkml:brush>
  </inkml:definitions>
  <inkml:trace contextRef="#ctx0" brushRef="#br0">21 211,'-6'24,"1"0,1 0,1 1,1-1,2 1,0 0,1-1,5 23,-5-37,2 0,-1-1,1 1,1 0,-1-1,2 0,-1 0,1 0,0-1,1 1,0-1,1-1,0 1,0-1,0 0,1-1,0 1,0-2,0 1,1-1,0 0,8 2,-9-4,0 0,0-1,0 0,1 0,-1-1,1 0,-1 0,1-1,-1 0,1-1,-1 0,1 0,-1-1,0 0,1 0,-1-1,0 0,-1-1,1 0,0 0,-1 0,0-1,1-1,4-4,0 0,0-1,-1-1,-1 0,0 0,0-1,-1 0,-1-1,0 0,-1 0,-1-1,1-1,0-1,-1-1,-1 0,0-1,-1 1,-1-1,-1 0,-1 1,0-1,-1 0,-1 0,-1 0,-1 0,0 1,-2-1,0 1,-1 0,-1 1,0-1,-3-2,7 15,0 0,-1 0,0 0,0 0,0 1,-1 0,1 0,-1 0,0 0,0 1,0-1,-1 2,1-1,-1 0,1 1,-1 0,0 0,0 1,0 0,0 0,0 0,0 1,-1-1,1 2,0-1,0 1,0-1,0 2,0-1,0 1,0 0,-4 2,-10 9,0 0,1 2,0 0,1 2,1-1,1 2,0 1,1 0,2 0,-1 1,2 1,1 1,1-1,-3 11,-14 28</inkml:trace>
  <inkml:trace contextRef="#ctx0" brushRef="#br0" timeOffset="1805.851">635 607,'15'-7,"0"1,0 1,0 0,1 1,-1 0,1 1,0 1,0 1,0 0,6 1,-20 0,0 0,1 0,-1 0,0 1,0-1,1 0,-1 1,0 0,0-1,0 1,0 0,0 0,0 0,0 0,0 1,0-1,-1 0,1 1,0-1,-1 1,1 0,-1-1,0 1,0 0,1 0,-1 0,0 0,0 0,-1 0,1 0,0 0,-1 0,1 1,-1-1,0 0,0 0,0 1,0 0,-3 9,-1 0,-1 0,0 0,-1-1,0 0,-1 0,0 0,0-1,-1 0,-1 0,0-1,0 0,0-1,-11 7,-53 53,74-67,-1 1,0 0,1-1,-1 1,1-1,-1 1,1-1,0 1,-1-1,1 0,0 1,0-1,0 0,0 1,0-1,1 0,-1 0,0 0,0 0,1 0,-1-1,1 1,-1 0,1 0,-1-1,1 1,-1-1,1 0,-1 1,1-1,0 0,-1 0,1 0,-1 0,1 0,0 0,-1 0,2-1,-2 1,47 5,1-2,0-3,-1-1,35-7,-6-1</inkml:trace>
  <inkml:trace contextRef="#ctx0" brushRef="#br0" timeOffset="14354.09">526 607,'-2'3,"-4"4,-4 7,-4 7,-1 6,1 4,4 4,3 3,5 0,8-2,10-2,8-3,8-4,6-7,-5-6</inkml:trace>
  <inkml:trace contextRef="#ctx0" brushRef="#br0" timeOffset="14618.382">1032 430,'-2'-7,"1"0,3 5,6 12,9 11,6 13,3 12,3 9,-4 12,-14 11,-24 11,-10-11</inkml:trace>
</inkml:ink>
</file>

<file path=ppt/ink/ink7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19T13:10:54.321"/>
    </inkml:context>
    <inkml:brush xml:id="br0">
      <inkml:brushProperty name="width" value="0.1" units="cm"/>
      <inkml:brushProperty name="height" value="0.1" units="cm"/>
      <inkml:brushProperty name="color" value="#5B2D90"/>
      <inkml:brushProperty name="ignorePressure" value="1"/>
    </inkml:brush>
  </inkml:definitions>
  <inkml:trace contextRef="#ctx0" brushRef="#br0">58 55,'-14'41,"2"1,2 0,2 1,2 0,2 0,1 11,35-331,-13 213,-18 62,-1 1,1 0,0-1,0 1,0 0,0 0,0 0,0 0,0 0,0 0,0 0,0 0,0 0,1 0,-1 0,0 1,1-1,-1 1,1-1,-1 1,0-1,1 1,-1 0,1 0,-1 0,1 0,-1 0,1 0,-1 0,1 0,-1 0,1 1,-1-1,1 1,-1-1,0 1,1-1,-1 1,0 0,1 0,-1 0,0 0,5 2,-1 0,1 0,-1 0,0 1,0-1,-1 1,1 1,-1-1,0 1,0-1,0 1,0 0,-1 1,0-1,0 0,-1 1,0 0,1 0,-2-1,1 1,-1 0,0 1,0-1,-1 0,1 0,-1 0,-1 0,1 0,-1 0,0 1,-1-1,1-1,-1 1,-1 0,-1 4,-51 35,87-41,-26-4,0 0,0 0,0 0,0 1,0 0,0 0,0 1,0 0,-1 0,1 0,0 1,-1-1,0 2,1-1,-1 0,-1 1,1 0,0 0,-1 0,0 1,0-1,0 1,-1 0,4 5,-7-8,1 0,-1 0,1 0,-1 0,0 0,0 0,0 0,0 0,0 0,-1 1,1-1,0-1,-1 1,0 0,1 0,-1 0,0 0,0 0,0 0,0-1,0 1,0-1,-1 1,1 0,-1-1,1 0,-1 1,1-1,-1 0,0 0,0 0,0 0,-63 27,-54-8,97-19</inkml:trace>
</inkml:ink>
</file>

<file path=ppt/ink/ink7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19T13:10:55.204"/>
    </inkml:context>
    <inkml:brush xml:id="br0">
      <inkml:brushProperty name="width" value="0.1" units="cm"/>
      <inkml:brushProperty name="height" value="0.1" units="cm"/>
      <inkml:brushProperty name="color" value="#5B2D90"/>
      <inkml:brushProperty name="ignorePressure" value="1"/>
    </inkml:brush>
  </inkml:definitions>
  <inkml:trace contextRef="#ctx0" brushRef="#br0">263 37,'0'-1,"-1"1,1 0,0 0,-1 0,1 0,0 0,-1 0,1 0,0 0,0 0,-1 0,1 0,0 0,-1 0,1 0,0 0,-1 0,1 0,0 0,-1 0,1 0,0 0,0 1,-1-1,1 0,0 0,-1 0,1 1,0-1,0 0,0 0,-1 0,1 1,0-1,0 0,0 1,0-1,-1 0,1 0,0 1,0-1,0 0,0 1,0-1,0 0,0 1,0-1,0 0,0 1,0-1,0 0,0 1,-8-9,3 5,1-1,-1 0,0 1,0 0,0 0,0 0,-1 1,1 0,-1 0,1 0,-1 0,0 1,0 0,1 0,-1 1,0 0,0 0,0 0,0 1,0 0,1 0,-1 0,0 1,1-1,-1 1,1 1,-1-1,1 1,0 0,0 0,-3 6,0 0,1 1,0 0,1 0,0 0,1 1,0 0,0 0,1 0,1 0,0 1,0 0,1-1,1 1,0 0,1 0,0 0,0 0,1 0,2 4,-2-9,1-1,0 1,0 0,1-1,0 0,0 1,0-1,1-1,0 1,0 0,1-1,-1 0,1 0,0 0,0 0,1-1,0 0,-1 0,1-1,1 0,-1 0,0 0,1 0,-1-1,1 0,0-1,0 0,0 0,-1 0,1-1,0 0,0 0,0 0,0-1,1 0,6-2,0 1,0-2,0 0,0 0,-1-1,1-1,-1 0,-1-1,8-5,14-12</inkml:trace>
</inkml:ink>
</file>

<file path=ppt/ink/ink7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19T13:10:55.671"/>
    </inkml:context>
    <inkml:brush xml:id="br0">
      <inkml:brushProperty name="width" value="0.1" units="cm"/>
      <inkml:brushProperty name="height" value="0.1" units="cm"/>
      <inkml:brushProperty name="color" value="#5B2D90"/>
      <inkml:brushProperty name="ignorePressure" value="1"/>
    </inkml:brush>
  </inkml:definitions>
  <inkml:trace contextRef="#ctx0" brushRef="#br0">203 69,'-3'14,"-2"11,-1 12,1 5,1 5,1 2,2-3,0-4,1-8,0-7,0-10,0-8</inkml:trace>
  <inkml:trace contextRef="#ctx0" brushRef="#br0" timeOffset="246.41">189 1,'0'6,"-1"1,2-1,-1 0,1 1,0-1,0 0,0 1,1-1,0 0,0 0,1 0,0-1,0 1,0 0,1-1,14 25,2-1,1-1,2-1,21 21,43 51,-85-97,0 0,0 0,0 0,0 0,-1 1,1-1,-1 0,0 1,0-1,0 0,0 1,0 0,0-1,0 1,-1-1,1 1,-1 0,0 0,0-1,0 1,0 0,-1-1,1 1,-1 0,1-1,-1 1,0-1,0 1,0-1,0 1,-1-1,1 1,-1-1,1 0,-1 0,0 0,0 0,-11 9,-2-1,1-1,-1-1,-1 0,1 0,-1-2,-1 0,1-1,-17 3,25-5,-165 34,93-25</inkml:trace>
</inkml:ink>
</file>

<file path=ppt/ink/ink7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19T13:10:53.121"/>
    </inkml:context>
    <inkml:brush xml:id="br0">
      <inkml:brushProperty name="width" value="0.1" units="cm"/>
      <inkml:brushProperty name="height" value="0.1" units="cm"/>
      <inkml:brushProperty name="color" value="#5B2D90"/>
      <inkml:brushProperty name="ignorePressure" value="1"/>
    </inkml:brush>
  </inkml:definitions>
  <inkml:trace contextRef="#ctx0" brushRef="#br0">99 225,'-17'31,"0"6,2 0,1 1,1 1,3 0,0 7,8-36,4-25,76-451,-74 446,-4 20,1-1,0 1,-1 0,1 0,0 0,-1 0,1 0,0 0,-1 0,1 0,0 0,-1 1,1-1,-1 0,1 0,0 1,-1-1,1 0,-1 1,1-1,0 0,-1 1,1-1,-1 1,1-1,-1 1,0-1,1 1,-1-1,1 1,-1-1,0 1,0 0,1-1,-1 1,0 0,0-1,0 1,0 0,1-1,-1 1,0 0,0-1,0 1,-1 0,1-1,0 1,0 0,0-1,0 1,-1 0,2 0,84 237,-58-172,-4 0,10 48,-29-97</inkml:trace>
  <inkml:trace contextRef="#ctx0" brushRef="#br0" timeOffset="246.342">17 239,'2'-3,"8"3,14 0,19 0,19 1,14 0,7-1,-12 0</inkml:trace>
</inkml:ink>
</file>

<file path=ppt/ink/ink7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19T13:10:58.520"/>
    </inkml:context>
    <inkml:brush xml:id="br0">
      <inkml:brushProperty name="width" value="0.1" units="cm"/>
      <inkml:brushProperty name="height" value="0.1" units="cm"/>
      <inkml:brushProperty name="color" value="#5B2D90"/>
      <inkml:brushProperty name="ignorePressure" value="1"/>
    </inkml:brush>
  </inkml:definitions>
  <inkml:trace contextRef="#ctx0" brushRef="#br0">44 168,'-14'207,"8"-177,-6-53,7-13,1 1,2 0,1-1,2 0,2-11,14-42,-17 85,1 0,1 0,-1 0,1 1,-1-1,1 1,0-1,0 1,1 0,-1 0,1 0,-1 0,1 0,0 0,0 1,1-1,-1 1,0 0,1 0,-1 0,2 0,-3 2,1-1,-1 1,1 0,-1 0,1 0,-1 0,1 0,-1 0,1 1,-1-1,1 1,-1 0,0 0,1-1,-1 2,0-1,0 0,0 0,1 1,-2-1,1 1,0 0,0-1,0 1,-1 0,1 0,-1 0,1 0,0 2,1 2,0-1,0 0,-1 1,0 0,0-1,0 1,0 0,-1 0,0 0,0 0,-1 6,-1-3,-1 1,-1-1,1 0,-1 0,-1 0,0 0,0-1,0 1,-1-1,-1 0,1 0,-1-1,-1 1,1-2,-4 3,0 2,11-11,0 0,-1 0,1 0,0-1,-1 1,1 0,0 0,-1 0,1 0,0 0,-1 0,1 0,0 0,-1 1,1-1,0 0,-1 0,1 0,0 1,-1-1,1 0,-1 1,1-1,-1 1,1-1,-1 0,1 1,-1-1,1 1,-1-1,1 1,-1 0,0-1,1 1,-1-1,0 1,0 0,1-1,-1 1,0 0,0-1,0 1,0 0,0-1,0 1,0 0,0-1,0 1,0 0,0-1,0 1,-1 0,1-1,0 1,0 0,-1-1,1 1,0-1,-1 1,1-1,-1 1,1-1,-1 1,1-1,-1 1,1-1,-1 1,40-1,48 9,-85-9,-1 1,1-1,-1 0,0 1,1 0,-1-1,0 1,1 0,-1 0,0 0,0 0,0 0,0 0,0 0,0 0,0 0,0 0,0 1,0-1,-1 0,1 1,-1-1,1 0,-1 1,1-1,-1 1,0-1,1 1,-1-1,0 0,0 1,0-1,0 1,-1-1,1 1,0-1,-1 1,1-1,-1 1,0 0,-37 47,22-38,0-1,-1 0,0-1,-1-1,0-1,-15 4,-1-1</inkml:trace>
</inkml:ink>
</file>

<file path=ppt/ink/ink7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19T13:10:58.955"/>
    </inkml:context>
    <inkml:brush xml:id="br0">
      <inkml:brushProperty name="width" value="0.1" units="cm"/>
      <inkml:brushProperty name="height" value="0.1" units="cm"/>
      <inkml:brushProperty name="color" value="#5B2D90"/>
      <inkml:brushProperty name="ignorePressure" value="1"/>
    </inkml:brush>
  </inkml:definitions>
  <inkml:trace contextRef="#ctx0" brushRef="#br0">217 39,'-17'-9,"-9"-4,-6 2,-1 6,0 9,3 10,7 11,7 7,9 6,10 3,12-1,10-5,10-6,8-5,7-7,1-9,-8-6</inkml:trace>
</inkml:ink>
</file>

<file path=ppt/ink/ink7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19T13:10:59.338"/>
    </inkml:context>
    <inkml:brush xml:id="br0">
      <inkml:brushProperty name="width" value="0.1" units="cm"/>
      <inkml:brushProperty name="height" value="0.1" units="cm"/>
      <inkml:brushProperty name="color" value="#5B2D90"/>
      <inkml:brushProperty name="ignorePressure" value="1"/>
    </inkml:brush>
  </inkml:definitions>
  <inkml:trace contextRef="#ctx0" brushRef="#br0">256 123,'0'14,"0"12,0 8,0 5,3 1,2 0,1-4,2-5,-1-7,-1-7</inkml:trace>
  <inkml:trace contextRef="#ctx0" brushRef="#br0" timeOffset="264.328">256 0,'3'47,"7"-20,1-1,1-1,1 0,2 0,0-1,1-1,2-1,11 11,19 29,-48-62,2 1,1 1,-1-1,0 1,0-1,-1 1,1 0,0 0,-1 0,1 0,-1 0,1 0,-1 1,0-1,0 0,0 1,0-1,-1 1,1-1,0 1,-1-1,0 1,0-1,0 1,0-1,0 1,0-1,-1 1,1 0,-1-1,1 0,-1 1,0-1,0 1,0-1,-1 0,1 0,0 0,-1 1,0-1,1-1,-1 1,-1 1,-14 5,0 0,0-2,0 0,-1-1,0-1,0-1,-16 2,20-3,-175 17,93-14</inkml:trace>
</inkml:ink>
</file>

<file path=ppt/ink/ink7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19T13:10:57.499"/>
    </inkml:context>
    <inkml:brush xml:id="br0">
      <inkml:brushProperty name="width" value="0.1" units="cm"/>
      <inkml:brushProperty name="height" value="0.1" units="cm"/>
      <inkml:brushProperty name="color" value="#5B2D90"/>
      <inkml:brushProperty name="ignorePressure" value="1"/>
    </inkml:brush>
  </inkml:definitions>
  <inkml:trace contextRef="#ctx0" brushRef="#br0">181 80,'-70'139,"41"-84,1 1,-15 51,32-69,30-58,10-33,-3-1,-1-2,-3 0,-3-1,-2-1,3-30,-10 57,-9 31,-1-1,1 1,-1 0,1 0,-1 0,0 0,1 0,-1 0,1 0,-1 0,1 0,-1 0,1 0,-1 0,1 0,-1 0,0 0,1 0,-1 1,1-1,-1 0,1 0,-1 0,0 1,1-1,-1 0,0 1,1-1,-1 0,0 1,1-1,-1 0,0 1,0-1,1 1,-1-1,0 0,0 1,0-1,0 1,1-1,-1 1,0-1,0 1,0-1,0 0,0 1,0-1,0 1,0-1,-1 1,1-1,0 1,0-1,0 1,0-1,-1 0,1 1,0-1,0 1,-1-1,1 0,0 1,57 368,-37-174,-27-167,1-22</inkml:trace>
  <inkml:trace contextRef="#ctx0" brushRef="#br0" timeOffset="256.314">17 298,'21'5,"18"1,14 0,8-1,0-2,-8-1,-12-1</inkml:trace>
</inkml:ink>
</file>

<file path=ppt/ink/ink7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19T13:11:46.850"/>
    </inkml:context>
    <inkml:brush xml:id="br0">
      <inkml:brushProperty name="width" value="0.1" units="cm"/>
      <inkml:brushProperty name="height" value="0.1" units="cm"/>
      <inkml:brushProperty name="color" value="#5B2D90"/>
      <inkml:brushProperty name="ignorePressure" value="1"/>
    </inkml:brush>
    <inkml:brush xml:id="br1">
      <inkml:brushProperty name="width" value="0.1" units="cm"/>
      <inkml:brushProperty name="height" value="0.1" units="cm"/>
      <inkml:brushProperty name="color" value="#33CCFF"/>
      <inkml:brushProperty name="ignorePressure" value="1"/>
    </inkml:brush>
  </inkml:definitions>
  <inkml:trace contextRef="#ctx0" brushRef="#br0">1765 6872,'27'-150,"-25"145,-2 22,0-14,6 110,5-1,16 62,-6-37,15 237,-15 1,-17 38,-1-211,10 1,9 8,-14-143,-8-52</inkml:trace>
  <inkml:trace contextRef="#ctx0" brushRef="#br0" timeOffset="1857.397">1807 6708,'-2'-2,"0"-1,0 1,1-1,-1 1,1-1,-1 0,1 0,0 0,0 0,0 0,1 0,-1 0,1 0,0 0,0 0,0 0,0 0,0 0,0 0,1 0,0 0,-1 0,1 0,0 0,1 0,-1 1,0-1,1 0,0 1,-1-1,1 1,0-1,0 1,1 0,-1 0,1-1,9-2,0 0,0 1,0 1,0 0,0 0,0 2,1-1,11 1,-11 0,541-42,22 14,-291 34,-87 0,58-11,368-28,-184 20,281-26,-62 27,-122-16,229 30,-134 27,-412-29,-218 2,0 0,0 1,0-1,0 0,0 1,0-1,-1 1,1 0,0-1,-1 1,1 0,-1 0,0 0,1 0,-1 0,0 0,0 1,-1-1,1 0,0 1,-1-1,1 0,-1 1,0-1,0 0,0 1,0-1,0 1,0-1,-1 0,1 1,-1-1,0 0,0 2,0 16,12 229,-10 56,9 289,8 10,-13-449,6-1,17 60,-10-77,-6 1,-5 101,-7-172,2-1,4 1,2-2,16 59,-16-96,0-7</inkml:trace>
  <inkml:trace contextRef="#ctx0" brushRef="#br0" timeOffset="3756.861">1834 9058,'7'21,"0"1,-1 0,-1 1,-2-1,0 1,-1 0,-1 0,-1 0,-2 0,0 0,-1-1,-2 7,0 14,-7 52,4 0,5 0,3 0,5 0,7 27,-8-100,28 105,-32-125,1 0,0-1,0 1,0 0,0 0,0-1,0 1,0 0,0-1,1 1,-1-1,1 0,-1 0,1 1,0-1,-1 0,1 0,0 0,0 0,0-1,0 1,-1-1,1 1,0-1,0 1,0-1,0 0,0 0,0 0,0 0,0 0,0-1,0 1,0 0,0-1,0 0,0 1,0-1,0 0,-1 0,1 0,0 0,-1 0,1-1,1 0,19-13,1 1,0 1,1 1,0 1,1 1,1 1,-1 2,18-4,41 3,-1 3,68 6,-86 0,1152-13,-791 2,66 23,-287-1,430 16,-334-28,129 1,8 19,373 14,-388-27,-284 0,0-5,0-6,-1-7,32-10,-167 21,0 0,0 0,-1 0,1 0,0-1,0 0,-1 1,1-1,-1 0,1 0,0 0,-1-1,0 1,1 0,-1-1,0 0,0 1,1-1,-2 0,1 0,0 0,0-1,-1 1,1 0,-1-1,1 1,-1-1,0 1,0-1,0 1,-1-1,1-1,-14-157,3 95,-12-113,9 83</inkml:trace>
  <inkml:trace contextRef="#ctx0" brushRef="#br0" timeOffset="4854.25">3241 9222,'-19'12,"2"1,0 1,0 1,2 0,0 1,0 0,2 1,0 1,1 0,1 1,0 0,2 1,0 0,1 1,1-1,-3 19,9-36,0-1,0 1,0-1,1 1,-1-1,1 1,0 0,0-1,0 1,0-1,0 1,0 0,1-1,-1 1,1-1,0 1,0-1,-1 1,2-1,-1 0,0 1,0-1,1 0,0 0,-1 0,1 0,0 0,0 0,0-1,0 1,0 0,0-1,0 0,1 0,-1 1,0-1,1 0,1 0,5-3,1 0,0-1,-1 0,1-1,-1 0,0 0,0-1,-1 0,0 0,1-1,-2 0,1-1,-1 0,0 0,0 0,2-4,11-12,0-1,-2-1,-1 0,-1-1,-1-1,-1-1,-1 0,-2 0,-1-1,-1-1,-1 0,-2 0,2-30,-12-28,4 84,-1 1,0-1,0 1,0-1,0 1,0 0,-1 0,0-1,1 1,-1 0,0 0,-1 1,1-1,0 0,-1 1,1 0,-1-1,0 1,0 0,0 0,0 1,0-1,-2 0,0 2,0 1,0-1,0 1,0 0,1 1,-1-1,0 1,0 0,1 0,-1 0,1 1,0-1,-1 1,1 0,1 0,-1 1,0-1,1 1,0 0,0 0,0 0,0 0,0 1,1-1,0 1,0-1,0 3,-5 8,2-1,0 2,1-1,0 0,2 1,-1 0,2-1,0 1,1 0,1 0,0 0,1-1,0 1,2 0,0-1,0 0,2 0,0 0,6 9,112 275,-113-277</inkml:trace>
  <inkml:trace contextRef="#ctx0" brushRef="#br0" timeOffset="5266.751">3582 9453,'-76'263,"100"-319,-6 6,-7 15,2 0,1 1,1 1,20-29,-35 62,0 1,0-1,0 1,0-1,1 1,-1 0,0-1,0 1,1-1,-1 1,0-1,1 1,-1-1,0 1,1-1,-1 0,1 1,-1-1,1 0,-1 1,1-1,-1 0,1 1,-1-1,1 0,-1 0,1 0,0 0,-1 1,1-1,-1 0,1 0,0 0,-1 0,1 0,-1 0,1-1,0 1,-1 0,1 0,-1 0,1 0,-1-1,1 1,-1 0,1-1,-1 1,1 0,-1-1,1 1,-1 0,1-1,-1 1,0-1,1 1,-1-1,0 1,1-1,-1 1,0-1,0 0,0 1,1-1,-1 1,0-1,6 157,11 50,-12-186,0-6</inkml:trace>
  <inkml:trace contextRef="#ctx0" brushRef="#br0" timeOffset="5437.294">3473 9685,'21'-2,"20"-6,21-5,17-6,17-4,10-1,-13 4</inkml:trace>
  <inkml:trace contextRef="#ctx0" brushRef="#br0" timeOffset="6000.801">4606 9167,'-17'8,"-1"2,1-1,1 2,0 0,0 1,1 1,1 0,0 1,1 1,0 0,1 0,1 1,1 1,0 0,1 0,1 1,0 0,2 1,0-1,1 1,-2 12,7-28,-1 0,1 0,0 0,0 0,0 0,0 0,0 0,1 0,-1 0,1 0,0 0,0 0,0-1,0 1,0 0,1 0,-1-1,1 1,0-1,-1 1,1-1,0 0,1 0,-1 0,0 0,1 0,-1 0,1-1,-1 1,1-1,0 0,0 0,-1 0,1 0,0 0,0 0,2-1,7-1,0-1,0-1,0 0,0-1,-1 0,1 0,-1-1,0-1,-1 0,1-1,-1 0,-1 0,1-1,-1 0,0-1,-1 0,0 0,-1-1,1-1,11-16,-1-1,-1 0,-1-1,-2-1,-1-1,-2 0,0 0,-3-1,0 0,-2-1,-2 0,0 0,-3-8,0 34,0 2,-1-1,1 1,-1 0,0 0,0-1,0 1,-1 0,0 0,0-1,-1 1,1 0,-1 0,0 0,0 1,-1-1,1 0,-1 1,1 3,0 0,-1 1,1-1,0 1,0 0,0 0,0 0,-1 0,1 0,0 0,0 0,0 1,-1-1,1 1,0 0,0-1,0 1,0 0,0 0,0 0,1 1,-1-1,0 0,0 1,1-1,-1 1,1 0,-1-1,1 1,0 0,0 0,0 0,-1 1,-16 22,2 1,0 1,2 0,1 0,1 2,2-1,0 2,2-1,2 1,-4 27,9-34,0 0,1 0,2 1,0-1,1 0,2 0,0-1,1 1,2-1,0-1,1 1,1-1,1-1,8 11,45 79,-54-98</inkml:trace>
  <inkml:trace contextRef="#ctx0" brushRef="#br0" timeOffset="6602.816">4880 9468,'-2'33,"-2"0,-1 0,-2-1,-6 21,9-40,-2-5,7-33,-1 9,2 1,0-1,1 1,0 0,2 0,-1 0,2 0,0 1,1 0,0 0,1 1,1 0,0 0,0 1,4-3,-11 13,0 0,1 1,-1-1,1 0,0 1,0-1,-1 1,1 0,0 0,0 0,0 0,0 1,0-1,1 1,-1-1,0 1,0 0,0 1,0-1,0 0,0 1,0 0,0 0,0 0,0 0,0 0,0 0,0 1,-1-1,1 1,0 0,-1 0,0 0,1 0,-1 0,0 1,0-1,0 1,-1-1,1 1,0 0,-1-1,0 1,0 0,0 0,1 1,-1 2,0 0,0 0,-1-1,1 1,-1 0,-1 0,1 0,-1 0,0-1,0 1,-1 0,1 0,-1-1,-1 0,1 1,-1-1,0 0,0 0,0 0,-1 0,1-1,-1 0,0 1,-1-1,1-1,-1 1,0-1,0 1,-4 1,2 8,32-12,-21-1,4 0,0 0,0 0,0 0,0 1,-1 1,1-1,0 1,-1 0,1 1,-1 0,1 0,-1 1,0-1,-1 2,1-1,-1 1,0 0,0 0,0 0,0 1,-1 0,0 0,-1 1,1-1,1 6,-6-8,-1 0,1 1,-1-1,0 0,-1 0,1 0,-1 0,0 0,0 0,0 0,0 0,-1-1,1 1,-1-1,0 0,0 0,0 0,-1 0,1-1,-1 1,1-1,-1 0,0 0,0 0,0 0,0-1,0 1,0-1,-1 0,-131 38,100-41,28-3</inkml:trace>
  <inkml:trace contextRef="#ctx0" brushRef="#br0" timeOffset="7164.835">5863 9194,'-30'34,"2"2,1 1,2 1,2 1,-17 40,26-24,14-53,0-1,0 0,0 1,0-1,0 0,0 1,1-1,-1 0,0 1,1-1,-1 0,1 0,0 1,-1-1,1 0,0 0,0 0,0 0,0 0,0 0,0 0,0 0,0 0,0-1,0 1,0 0,0-1,1 1,-1-1,0 1,1-1,-1 1,0-1,1 0,-1 0,0 0,1 0,-1 0,0 0,10-1,-1 0,0-1,0 0,0-1,-1 0,1-1,-1 0,1 0,-1-1,0 0,-1-1,8-6,6-2,-1-1,0 0,-2-2,0 0,0-1,-2-1,0-1,-2 0,0-1,-1-1,-1 0,-1-1,-1 0,-1-1,-1 0,-2 0,0-1,-1 0,-2-1,0-1,-3 20,0 0,-1-1,0 1,-1 0,1 0,-1-1,-1 1,1 0,-1 0,0 0,-1 0,0 1,0-1,0 1,-1-1,0 1,0 0,0 1,-1-1,0 1,0 0,-1 0,1 0,-1 1,0 0,0 0,0 0,-1 1,1 0,-6-2,3 4,1 0,-1 1,0-1,1 2,-1-1,1 1,-1 0,1 1,-1 0,1 1,0-1,0 2,0-1,0 1,0 0,1 1,0-1,0 1,0 1,0 0,1 0,0 0,1 0,-1 1,1 0,0 0,1 1,0-1,0 1,0 0,1 0,0 2,0 4,1 0,1 0,0 0,1 1,1-1,0 0,1 0,0 0,1 0,1 0,0 0,1-1,0 1,87 164,-91-177,17 32,1-2,1 0,2-1,1-1,1-1,2-1,1-1,13 9,-18-21</inkml:trace>
  <inkml:trace contextRef="#ctx0" brushRef="#br0" timeOffset="7470.019">6531 9453,'-12'-3,"0"1,-1 1,1 0,-1 1,1 0,-1 0,1 2,0-1,-1 2,1-1,0 2,0 0,0 0,1 1,-1 0,1 1,1 1,-1-1,1 2,0-1,1 2,-1-1,2 1,-8 9,14-15,0 0,0 1,0 0,0-1,1 1,0 0,-1 0,1-1,1 1,-1 0,0 0,1 0,0 0,0 0,0 0,1 0,-1 0,1 0,0 0,0 0,0 0,0 0,1-1,0 1,0 0,0-1,0 0,0 1,1-1,-1 0,1 0,0 0,0-1,0 1,0-1,1 1,-1-1,0 0,1 0,0-1,1 1,17 6,-1-1,1-2,1 0,-1-1,1-2,-1 0,1-1,0-1,-1-2,1 0,-1-1,9-3,35-7,-9-1</inkml:trace>
  <inkml:trace contextRef="#ctx0" brushRef="#br0" timeOffset="8087.741">7255 9112,'-18'5,"1"1,-1 0,1 2,0 0,1 0,0 2,0 0,1 0,1 2,0 0,0 0,1 2,1-1,0 2,1-1,-4 8,6-8,1 0,0 0,1 0,1 1,0 0,1 0,-2 10,5-18,1-1,0 1,0 0,0 0,1 0,0 0,0 0,1 0,0 0,0 0,0 0,1 0,0-1,1 1,-1-1,1 1,1-1,1 2,-2-3,1-1,0 0,1 0,-1 0,1 0,-1-1,1 0,0 0,0 0,0-1,1 1,-1-1,1 0,-1-1,1 1,0-1,-1-1,1 1,0-1,0 0,0 0,4-1,2 0,1-1,-1 0,0-1,0-1,0 0,0 0,0-1,-1-1,0 0,1-1,2-3,0-1,-1 0,-1-1,0 0,-1-1,0 0,0-1,-2 0,0-1,0 1,-2-2,0 1,0-1,3-16,1-9,-1-1,-3 1,-1-2,-2 1,-2-20,-1 40,0 1,-2-1,0 1,-2-1,0 1,-1 0,-2-1,6 20,0 0,-1 0,0-1,0 1,1 0,-1 0,0 0,-1 0,1 0,0 0,-1 0,1 0,-1 1,1-1,-1 0,0 1,0-1,1 1,-1 0,0 0,-1 0,1 0,0 0,0 0,0 0,0 1,-1-1,1 1,0-1,-1 1,1 0,0 0,-1 0,1 0,0 0,-1 1,1-1,0 1,0 0,0-1,-1 1,1 0,0 0,0 1,0-1,0 0,0 0,-1 2,-11 9,1 0,0 1,0 0,1 1,1 1,1-1,0 2,0 0,2 0,0 0,1 1,1 0,0 1,1-1,0 7,2-10,0 0,1 0,1 0,0 0,1 0,1 0,0 1,1-1,0 0,1 0,1-1,0 1,1-1,0 0,1 0,6 9,37 54,-36-58,-1 0,0 0,-1 1,-1 1,-1 0,-1 0,-1 1,0 0,2 15,-5 79,-6-104</inkml:trace>
  <inkml:trace contextRef="#ctx0" brushRef="#br0" timeOffset="8551.01">7515 9330,'13'363,"-12"-509,-1 126,0 0,2 0,0 1,1-1,1 1,0 0,2 0,0 0,6-10,-11 27,0 1,-1-1,1 1,0-1,0 1,0-1,0 1,0 0,1-1,-1 1,0 0,1 0,-1 0,1 0,-1 0,1 1,-1-1,1 0,-1 0,1 1,0 0,-1-1,1 1,0 0,0-1,-1 1,1 0,0 0,0 1,-1-1,1 0,0 0,-1 1,1-1,0 1,-1 0,1-1,-1 1,1 0,-1 0,1 0,-1 0,1 1,101 91,-89-79,0 0,-2 1,1 1,-2-1,0 2,-1 0,5 11,-12-22,-1 0,0 0,0 0,0 0,0 0,-1 0,0 0,-1 0,1 0,-1 1,0-1,-1 0,0 0,0 0,0 1,0-1,-1 0,0 0,0-1,-1 1,0 0,0-1,0 0,-1 1,-3 3,-2 1,-2 0,1-1,-1 0,-1 0,0-2,0 1,-4 0,-41 22</inkml:trace>
  <inkml:trace contextRef="#ctx0" brushRef="#br0" timeOffset="9332.506">3322 10040,'-2'5</inkml:trace>
  <inkml:trace contextRef="#ctx0" brushRef="#br0" timeOffset="12633.338">2339 7159,'1'19,"4"-24,-4 1,1 1,-1-1,0 0,-1 0,1 0,0-1,-1 1,0 0,0 0,0 0,-1 0,1 0,-1 0,0 0,0 0,-1 0,1 0,-1 1,0-1,0 0,0 1,0-1,0 1,-1 0,0 0,0 0,0 0,0 0,0 1,0-1,-1 1,1 0,-1 0,1 0,-1 0,0 1,0-1,0 1,0 0,0 0,-1 1,0 1,1-1,-1 1,1-1,-1 1,1 1,-1-1,1 1,0-1,0 1,-1 0,1 1,1-1,-1 1,0 0,1 0,-1 0,1 0,0 1,0-1,0 1,-1 1,-42 94,42-89,1 1,0-1,0 1,1 0,0-1,1 1,0 0,1 0,0 0,0 0,2 0,-1 0,1 0,1 0,0-1,0 1,1-1,1 0,-1 0,2 0,-1-1,1 0,1 0,0 0,0-1,2 2,-3-5,1 0,0 0,0-1,0 0,1 0,-1 0,1-1,0 0,0-1,0 0,0 0,0-1,1 0,-1 0,0-1,1 0,-1 0,0-1,1 0,-1-1,0 1,0-2,0 1,0-1,0 0,-1-1,1 0,-1 0,0-1,0 1,-1-2,5-3,11-18,-4 0</inkml:trace>
  <inkml:trace contextRef="#ctx0" brushRef="#br0" timeOffset="13233.731">2613 7037,'0'-3,"0"2,0 6,-2 9,-2 11,1 11,-2 8,-2 4,0 3,1-2,2-6,1-7,2-7,0-11,1-9</inkml:trace>
  <inkml:trace contextRef="#ctx0" brushRef="#br0" timeOffset="13620.708">2844 7037,'-6'13,"-1"0,-1 0,0 0,-1-1,0 0,-1 0,0-1,-1-1,0 0,0 0,-1-1,-1-1,1 0,-2 0,-9 3,6 0,15-11,1 1,0-1,-1 0,1 1,0 0,0-1,-1 1,1 0,0-1,0 1,0 0,0 0,0 0,0 0,0 0,0 0,0 0,1 0,-1 1,0-1,1 0,-1 0,1 1,-1-1,1 0,-1 1,1-1,0 0,0 1,0-1,0 1,0-1,0 0,0 1,0-1,1 0,-1 1,0-1,1 0,-1 1,1-1,0 0,-1 0,1 1,0-1,0 0,-1 0,1 0,0 0,1 1,18 13,1 0,0-1,0-1,2-1,0-1,12 4,9 5,83 30,-110-46</inkml:trace>
  <inkml:trace contextRef="#ctx0" brushRef="#br0" timeOffset="14101.115">3145 7118,'-1'24,"0"0,-2 0,-1-1,0 1,-2-1,0 0,-2 0,-1-1,0 0,-2-1,-11 18,57-139,-4-5,29-75,-41 149,-19 30,1 1,-1-1,0 1,1-1,-1 1,1-1,-1 1,1 0,-1-1,0 1,1 0,0-1,-1 1,1 0,-1 0,1-1,-1 1,1 0,-1 0,1 0,0 0,-1 0,1 0,-1 0,1 0,-1 0,1 0,0 0,-1 0,1 0,-1 1,1-1,-1 0,1 0,-1 1,1-1,-1 0,1 1,-1-1,1 0,-1 1,1-1,-1 1,0-1,1 1,-1-1,0 1,1-1,-1 1,0-1,0 1,1-1,-1 1,0-1,0 1,39 131,63 216,-93-321</inkml:trace>
  <inkml:trace contextRef="#ctx0" brushRef="#br0" timeOffset="14351.118">3118 7309,'16'0,"15"0,16-2,14-4,10-2,5 0,-3 1,-14 2</inkml:trace>
  <inkml:trace contextRef="#ctx0" brushRef="#br0" timeOffset="15250.709">2326 8279,'0'34,"0"-37,-1 1,0-1,0 0,0 0,0 1,0-1,0 1,0-1,-1 1,0-1,1 1,-1 0,0 0,0 0,0 0,0 0,0 0,-1 0,1 1,-1-1,1 1,-1 0,1 0,-1 0,0 0,1 0,-1 0,0 1,0-1,0 1,0 0,1 0,-1 0,0 0,0 0,0 1,0-1,1 1,-1 0,0 0,1 0,-1 0,0 0,-1 2,-4 4,0 1,1 0,0 1,0 0,1 0,0 0,0 1,1 0,1 0,-1 0,2 1,-1 0,1-1,1 1,0 0,1 3,-2-8,1 1,0-1,1 0,0 1,0-1,0 1,1 0,0-1,0 1,1-1,0 1,0-1,0 1,1-1,0 0,0 1,0-1,1 0,0-1,0 1,1 0,0-1,0 0,0 0,0 0,1 0,0-1,0 1,0-1,0 0,5 2,-2-4,1 0,-1 0,1-1,-1 0,1 0,-1-1,1 0,0 0,-1-1,1 0,-1-1,0 0,1 0,-1-1,0 0,0 0,4-3,10-6,-2 0,1-1,-2-1,0 0,13-13,-22 18,1 1,-1-1,-1-1,1 1,-2-2,1 1,-2-1,1 0,-1-1,-1 0,0 0,-1 0,0-1,-1 0,-1 0,2-7,-10 3,-4 28,0 51,3 0,3 1,2 11,1-56,-1-2,0-10,1 0,-1 0,1 1,1-1,-1 0,1 0,0 0,0 0,0 0,1 0,0 0,1-1,-1 1,3 3,3-1</inkml:trace>
  <inkml:trace contextRef="#ctx0" brushRef="#br0" timeOffset="15654.252">2817 8238,'0'15,"0"0,-1-1,-1 1,-1-1,0 1,-1-1,0 0,-1 0,-1 0,0-1,-1 0,0 0,-1-1,0 1,-1-2,-1 1,0-1,0-1,-1 0,0 0,-11 6,20-15,0 1,0-1,0 1,0-1,0 0,0 0,-1 0,1 0,0 0,-1 0,1-1,-1 1,1-1,-1 1,1-1,-1 0,1 0,-1 0,1-1,0 1,-1-1,1 1,-1-1,1 0,0 1,-1-1,1-1,0 1,0 0,0 0,0-1,0 1,0-1,0 0,0 0,1 1,-2-3,3 3,-1 1,1-1,0 0,0 0,0 0,-1 0,1 0,0 0,0 0,0 0,0 0,1 0,-1 0,0 0,0 0,1 0,-1 0,0 0,1 0,-1 0,1 0,-1 0,1 1,-1-1,1 0,0 0,-1 1,1-1,0 0,0 1,0-1,-1 1,1-1,0 1,0-1,0 1,0-1,0 1,0 0,0 0,0 0,0-1,0 1,0 0,0 0,0 0,0 1,49 5,94 85,-130-83,1 1,0-2,0 0,0-1,1 0,0-1,0-1,1-1,-1 0,1-1,-1-1,1 0,0-1,-1-1,8-2,1-6</inkml:trace>
  <inkml:trace contextRef="#ctx0" brushRef="#br0" timeOffset="16300.723">3186 8334,'-38'237,"37"-238,1 1,0 0,0 0,0 0,0 0,0 0,0 0,0 0,-1 0,1 0,0 0,0 0,0 0,0 0,0 0,0 0,-1 0,1 0,0 0,0 0,0 0,0 0,0 0,0 0,0 0,-1 0,1 0,0 0,0 0,0-17,22-186,-20 184,-2 7,0 0,2-1,-1 1,2 0,-1 1,2-1,-1 0,2 1,-1 0,2 0,-1 0,7-9,-9 17,0 1,1 0,-1 0,0 0,1 0,-1 0,1 1,-1-1,1 1,0 0,-1 0,1 0,0 1,0-1,0 1,0 0,0 0,-1 1,1-1,0 1,0 0,0-1,-1 2,1-1,0 0,-1 1,1 0,-1 0,0 0,1 0,1 2,-1-1,0-1,0 1,0 0,-1 0,0 0,1 0,-1 1,0-1,-1 1,1 0,-1 0,1 0,-1 0,0 0,-1 0,1 1,-1-1,0 1,0-1,0 1,0-1,-1 1,0 0,0-1,0 1,-1 2,-2-1,1 0,-1 0,-1-1,1 0,-1 1,0-1,0 0,-1-1,1 1,-1-1,0 0,0 0,-1 0,1-1,-1 0,0 0,6-2,-1 0,1 1,0-1,0 0,0 0,1 0,-1 0,0 0,0 0,1 0,-1 0,0 0,1 0,-1 0,1 0,-1 0,1 0,0 0,-1 0,1-1,0 1,-1 0,1 0,0-1,0 1,0-1,0 1,0 0,0-1,0 0,0 1,0-1,0 0,0 1,0-1,0 0,0 0,0 0,0 0,0 0,0 0,0 0,1 0,7 4,-1-1,0 0,-1 0,0 1,0 0,0 0,-1 1,1 0,-1 0,0 1,0-1,-1 1,0 0,0 1,0-1,-1 1,0 0,0 0,-1 1,0-1,0 1,0 0,-1-1,-1 1,1 0,-1 0,-1 0,1 7,-2-11,1-1,-1 0,0 0,0 0,0 1,-1-1,1 0,-1 0,0-1,1 1,-1 0,-1-1,1 1,0-1,0 1,-1-1,0 0,1 0,-1 0,0-1,0 1,0 0,0-1,0 0,0 0,0 0,-1 0,-1 0,-99 6,91-8,-35 0,31 0</inkml:trace>
  <inkml:trace contextRef="#ctx0" brushRef="#br0" timeOffset="43772.562">4442 7705,'-1'1,"-1"-1,1 1,-1-1,1 1,0-1,-1 1,1 0,0 0,-1 0,1 0,0 0,0 0,0 0,0 0,0 0,0 0,0 1,0-1,1 0,-1 1,0-1,1 0,-1 1,1-1,0 1,-1-1,1 1,0-1,0 1,0-1,0 1,0-1,0 1,0-1,0 1,1-1,-1 1,1-1,-1 1,1-1,0 0,-1 1,1-1,8 3,-1-1,1 0,0-1,0 0,0-1,0 1,0-2,0 1,0-1,0-1,8-1,-10 2,141-15,-147 14,0 1,-1-1,1 1,0-1,0 1,0 0,0 0,0-1,0 1,0 0,0 0,0 0,0 0,0 0,0 0,0 0,0 0,0 1,0-1,0 0,0 1,0-1,0 1,0-1,0 1,0-1,-1 1,1-1,0 1,0 0,-1-1,1 1,0 0,-1 0,1 0,-1-1,1 1,-1 0,1 0,-1 0,0 0,1 0,-1 0,0 0,0 0,0 0,1 0,-1 0,0 0,0 0,-1 0,1 0,0 0,0 0,0 0,-1 0,1 0,-1 0,1 0,0 0,-1 0,-57 283,24-120,18-139,8-19</inkml:trace>
  <inkml:trace contextRef="#ctx0" brushRef="#br0" timeOffset="44017.887">4361 8061,'7'0,"11"-3,15-2,13-3,12-6,11-1,6-4,-2 0,-3 0,-10-1,-14 3</inkml:trace>
  <inkml:trace contextRef="#ctx0" brushRef="#br0" timeOffset="44266.306">5003 7774,'-15'-19,"5"35,15 180,-12-12,7-183,-1 1,1-1,0 0,0 0,0 1,0-1,0 0,0 0,0 1,1-1,-1 0,0 0,1 1,-1-1,1 0,-1 0,1 0,0 0,-1 0,1 1,0-2,0 1,0 0,0 0,0 0,0 0,0 0,0-1,0 1,0 0,0-1,0 1,1-1,-1 1,0-1,0 0,1 0,-1 1,0-1,0 0,1 0,-1 0,0 0,1-1,-1 1,0 0,0 0,10-3,0 0,-1-1,0 0,0-1,0 0,0-1,-1 0,0 0,0-1,0 0,-1 0,0-1,3-5,11-10</inkml:trace>
  <inkml:trace contextRef="#ctx0" brushRef="#br0" timeOffset="44433.392">5220 7979,'-4'16,"-4"13,-1 7,1 6,3 0,1-3,6-3,8-6,6-7,1-8</inkml:trace>
  <inkml:trace contextRef="#ctx0" brushRef="#br0" timeOffset="44856.89">5562 7801,'-15'-6,"8"2,0 0,0 1,-1 0,1 1,-1-1,1 1,-1 1,0 0,1 0,-1 0,-6 1,10 3,0 0,0 0,0 0,1 0,-1 1,1-1,0 1,0 0,0 0,0 1,1-1,0 0,0 1,0 0,0-1,1 1,-1 0,1 0,0 0,1 0,-1-1,1 1,0 0,1 0,-1 0,-1-1,0 0,0 1,1-1,-1 0,1 0,0 0,0 0,1 1,-1-1,1 0,0 0,0 0,0 0,0 0,1 0,0 0,0-1,0 1,0 0,0-1,1 0,0 1,-1-1,1 0,0 0,1-1,-1 1,0-1,1 1,-1-1,1 0,0-1,0 1,0-1,0 1,0-1,0 0,0 0,0-1,0 0,2 1,1-3,0 0,0-1,0 0,0 0,-1 0,1-1,-1 0,0 0,0 0,2-3,19-13,-26 20,-1-1,1 1,-1-1,1 1,-1 0,1-1,0 1,-1 0,1 0,0-1,-1 1,1 0,0 0,-1 0,1 0,0 0,-1 0,1 0,0 0,-1 0,1 0,0 0,0 0,-1 0,1 1,-1-1,1 0,0 1,-1-1,1 0,-1 1,1-1,0 1,-1-1,1 0,-1 1,0-1,1 1,-1 0,1-1,-1 1,0-1,1 1,-1 0,0-1,0 1,1 0,-1-1,0 1,0 0,0-1,0 1,0 0,3 44,-3-39,1 13,-1-1,0 1,-2-1,0 1,-1-1,-1 0,-1 0,-1-1,0 1,-1-1,-1 0,0-1,-1 0,-4 5,1-8</inkml:trace>
  <inkml:trace contextRef="#ctx0" brushRef="#br0" timeOffset="45307.992">5767 7911,'26'-9,"2"1,-1 1,1 1,0 2,28-1,-53 5,-1-1,1 1,0-1,-1 1,1 0,0 0,-1 0,1 1,0-1,-1 1,1-1,-1 1,1 0,-1 0,1 0,-1 0,1 1,-1-1,0 0,0 1,0 0,0-1,0 1,0 0,0 0,-1 0,1 1,0-1,-1 0,0 0,0 1,0-1,0 1,0-1,0 1,0-1,-1 1,1 1,-4 6,0 1,-1-1,0 0,-1 0,0-1,0 1,-1-1,0 0,0 0,-1-1,-1 0,1 0,-1-1,0 0,-1 0,-6 3,-44 29,95-48,-27 6,0 0,0 0,0 1,0 1,1-1,-1 1,1 1,-1 0,1 0,-1 1,0 0,1 1,-1-1,0 2,0 0,0 0,0 0,0 1,-1 1,0-1,0 1,0 1,0-1,-1 1,0 1,0-1,-1 1,0 0,0 1,0 0,3 7,-7-11,0 1,0-1,-1 0,0 1,1-1,-2 1,1 0,0-1,-1 1,0 0,0-1,-1 1,1-1,-1 1,0 0,0-1,0 1,-1-1,0 0,0 1,0-1,0 0,-1 0,1 0,-1-1,0 1,0-1,0 1,-1-1,1 0,-1 0,0 0,0-1,0 1,-2 0,-2 1,1-1,-1 0,1 0,-1-1,0 1,0-2,0 1,0-1,0-1,0 1,0-1,-1-1,-4 0,-21-6</inkml:trace>
  <inkml:trace contextRef="#ctx0" brushRef="#br0" timeOffset="46867.54">5590 6791,'-23'106,"16"-64,-3 0,-1-1,-13 31,24-72,0-1,-1 1,1 0,0 0,0 0,0 0,0 0,0 0,0-1,-1 1,1 0,0 0,0 0,0 0,0 0,-1 0,1 0,0 0,0 0,0 0,0 0,-1 0,1 0,0 0,0 0,0 0,-1 0,1 0,0 0,0 0,0 0,0 0,-1 0,1 0,0 0,0 1,0-1,0 0,0 0,-1 0,1 0,0 0,0-20,26-183,-25 198,0-9,1 0,1 0,0 0,1 1,0-1,1 1,1 0,7-12,-11 22,0 1,0 0,0-1,0 1,0 0,1 1,-1-1,1 0,-1 1,1-1,0 1,0 0,0 0,-1 0,1 0,0 1,0-1,0 1,0-1,0 1,0 0,0 0,0 1,0-1,0 1,0-1,0 1,0 0,0 0,0 0,-1 0,1 1,0-1,1 2,2 1,0-1,0 1,0 1,0-1,-1 1,0 0,0 0,0 1,0-1,-1 1,0 0,0 0,-1 1,1 0,-2-4,-1 1,1 0,-1-1,0 1,0 0,0 0,0 0,-1-1,0 1,0 0,0 0,0 0,0 0,-1 0,0 0,1-1,-1 1,-1 0,1-1,-1 1,1 0,-1-1,0 0,0 1,-1-1,1 0,-1 0,1 0,-1-1,0 1,0-1,0 1,0-1,-1 0,-8 4,0-1,-1-1,1 0,-1 0,0-2,0 1,0-2,-10 1,21-2,0 0,1 0,0 0,-1-1,1 1,0 1,-1-1,1 0,0 0,-1 0,1 1,0-1,-1 0,1 1,0 0,-1-1,1 1,0 0,0-1,0 1,0 0,0 0,0 0,0 0,0 0,0 0,0 0,1 0,-1 0,0 1,1-1,-1 0,1 0,-1 1,1-1,0 0,-1 1,1-1,0 0,0 1,0-1,0 0,0 1,0-1,0 0,1 1,-1-1,0 1,2 6,1 0,-1-1,1 1,0-1,1 0,0 0,0 0,0 0,1 0,0-1,0 0,1 0,0 0,0-1,0 0,1 0,-1-1,1 1,0-2,1 1,-1-1,0 0,1 0,0-1,0 0,0 0,0-1,0 0,0 0,0-1,0 0,0-1,0 0,0 0,0 0,0-1,6-3,65-45,-78 49,-1 0,1 0,0 0,0 1,-1-1,1 0,0 0,0 1,0-1,0 1,0-1,0 1,0-1,0 1,0 0,0-1,0 1,0 0,1 0,-1 0,0 0,0 0,0 0,0 0,0 0,0 0,0 0,0 1,0-1,1 0,-1 1,0-1,0 1,-1-1,1 1,0 0,0-1,0 1,0 0,0 0,-1 0,1-1,0 1,-1 0,1 0,0 0,-1 0,0 0,1 0,-1 0,1 1,1 3,1 0,-1 0,1 0,1 0,-1 0,1-1,-1 1,1-1,1 0,-1 0,1-1,-1 1,1-1,0 0,0 0,0 0,1-1,-1 0,0 0,1-1,0 1,-1-1,1 0,0 0,0-1,0 0,-2-3,0 1,-1-1,0 0,0-1,0 1,0 0,0-1,-1 0,1 1,-1-1,0 0,0 0,-1-1,1 1,-1 0,0-1,0 1,0 0,0-1,-1 1,0-1,0 1,0-1,-1 1,1-1,-1 1,0 0,-1-1,1 0,-1 1,0-1,0 1,0 0,-1 0,0-1,1 2,-1-1,-1 0,1 1,-1-1,1 1,-1 0,0 0,0 1,0-1,0 1,-1 0,1 0,-1 0,2 0,1 1,-1 0,0 0,1 1,-1-1,0 0,1 1,-1 0,0-1,1 1,-1 0,0 0,0 1,1-1,-1 1,0-1,1 1,-1 0,0 0,1 0,-1 0,1 0,0 1,-1-1,1 1,0 0,0-1,0 1,0 0,0 0,0 0,1 1,-1-1,1 0,-1 2,0 0,1 0,-1-1,1 1,0 0,1 0,-1 0,1 0,0 0,-1 0,2 0,-1 0,0 0,1 0,0 0,0 0,0-1,0 1,8 17</inkml:trace>
  <inkml:trace contextRef="#ctx0" brushRef="#br0" timeOffset="47138.812">6272 7105,'55'-211,"-59"228,1 1,0-1,2 1,0 0,0-1,2 1,0 0,1-1,1 1,1-1,0 0,1 0,1 0,1 1,9 5</inkml:trace>
  <inkml:trace contextRef="#ctx0" brushRef="#br0" timeOffset="48254.689">7132 6791,'-24'50,"2"1,2 1,-6 29,15-50,3-44,3-14,1-1,1 1,2-1,0 0,2 0,3-11,-5 34,1 1,0-1,0 0,0 1,1-1,0 0,-1 1,2-1,-1 1,1-1,-1 1,1 0,0-1,1 1,-1 0,1 0,-1 1,1-1,1 0,-1 1,0 0,1 0,0 0,-1 0,1 0,0 1,0 0,1 0,-1 0,0 0,1 1,-1-1,1 1,0 0,1 1,-1-1,0 1,-1 0,1 1,0-1,0 1,-1 0,1 0,-1 1,1-1,-1 1,1 0,-1 0,0 1,0-1,0 1,0 0,0 0,-1 0,1 0,-1 1,0 0,0-1,0 1,-1 0,1 0,-1 1,0-1,0 0,0 1,-1-1,0 1,0 0,0-1,0 1,-1 0,1-1,-1 1,-1 0,1 0,0 0,-1-1,-1 4,-3 1,-1-1,-1 0,1 0,-1 0,0-1,-1 0,0 0,0-1,0 0,-1-1,0 0,0 0,0 0,-1-1,1-1,-2 0,-31 6,41-8,1-1,-1 1,0 0,0 0,1 0,-1 0,1 0,-1 0,1 0,-1 1,1-1,0 0,-1 0,1 0,0 0,0 0,0 1,0-1,0 0,0 0,0 0,0 1,0-1,1 0,-1 0,0 0,1 0,-1 0,1 0,0 0,-1 0,1 0,0 0,-1 0,1 0,6 8,0 0,1 0,-1-1,2 0,-1-1,1 0,0 0,1-1,-1 0,1-1,1 0,-1 0,1-1,-1-1,1 0,0 0,0-1,7 1,-8-2,0 1,1-2,0 1,-1-1,1-1,-1 0,1-1,-1 0,1 0,4-2,-13 2,1 1,-1 1,0-1,1 0,-1 1,1-1,0 1,-1 0,1 0,-1 0,1 0,0 0,-1 0,1 1,-1-1,1 1,-1 0,1 0,-1 0,0 0,1 0,-1 0,0 1,0-1,0 1,0 0,0-1,0 1,0 0,-1 0,1 0,1 2,-2-1,1 0,0 0,0 0,0-1,0 1,0-1,0 1,1-1,-1 0,1 0,0 0,0 0,0-1,0 1,0-1,0 0,0 0,0 0,0 0,0 0,1 0,-1-1,0 0,1 0,-1 0,0 0,1 0,-1-1,0 1,0-1,1 0,-1 0,0 0,0 0,0-1,0 1,0-1,0 0,-1 0,3-1,-1-3,0 0,0 0,0 0,-1 0,1-1,-2 0,1 1,-1-1,0 0,0 0,-1 0,0 0,0-1,0-3,-1 7,0 1,0-1,0 0,-1 1,1-1,-1 0,0 1,0-1,0 1,0-1,-1 1,1-1,-1 1,0 0,0 0,0 0,-1 0,1 0,-1 0,1 1,-1-1,0 1,0 0,0 0,0 0,0 0,-1 0,-1 0,-1 0,0 1,0 0,0 0,0 0,0 1,0-1,0 1,-1 1,1 0,0-1,0 2,0-1,0 1,1 0,-1 0,0 0,1 1,-1 0,1 0,0 1,0-1,0 1,0 0,1 0,0 1,0-1,0 1,0 0,1 0,0 0,0 1,0-1,0 1,1-1,0 1,0 0,1 0,-1 2,2-5,0 0,0 0,1 0,-1-1,0 1,1 0,0 0,-1 0,1-1,0 1,1 0,-1-1,0 1,1-1,0 1,-1-1,1 0,0 1,0-1,0 0,0 0,1-1,-1 1,0 0,1-1,-1 1,1-1,0 0,-1 0,1 0,0 0,0-1,0 1,23 5</inkml:trace>
  <inkml:trace contextRef="#ctx0" brushRef="#br0" timeOffset="48638.802">7747 6927,'56'-12,"-53"12,1-1,0 0,0 1,-1 0,1 0,0 0,0 1,-1-1,1 1,0 0,-1 0,1 0,-1 0,1 1,-1-1,0 1,1 0,-1 0,0 0,0 0,0 1,-1-1,1 1,0 0,-1 0,0 0,0 0,0 0,0 0,0 0,-1 1,1-1,-1 1,0-1,0 1,0 0,0-1,-1 1,0 0,1 0,-2 0,-2 6,-1-1,0 1,-1-1,0 0,0 0,-1 0,0-1,-1 0,0 0,-3 2,-34 47,43-56,1 0,-1-1,1 1,-1 0,1 0,-1 0,1 0,0 0,0 0,-1 0,1-1,0 1,0 0,0 0,0 0,0 0,0 0,0 0,0 0,1 0,-1 0,0 0,0 0,1 0,-1 0,1 0,-1-1,1 1,-1 0,1 0,-1-1,1 1,0 0,-1 0,1-1,0 1,0-1,0 1,-1-1,1 1,0-1,0 1,0-1,0 0,0 0,0 1,0-1,0 0,0 0,53 7,-52-7,186-18,-146 13</inkml:trace>
  <inkml:trace contextRef="#ctx0" brushRef="#br1" timeOffset="-155572.813">2052 4811,'0'0</inkml:trace>
</inkml:ink>
</file>

<file path=ppt/ink/ink7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19T13:13:37.068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1407 4392,'11'142,"-15"347,-3-158,-3 25,7 217,14-468,-11-105,0 0,1 0,-1-1,0 1,0 0,1 0,-1-1,0 1,0 0,1 0,-1 0,0 0,1 0,-1 0,0 0,1-1,-1 1,0 0,1 0,-1 0,0 0,1 0,-1 0,0 1,1-1,-1 0,0 0,1 0,-1 0,0 0,1 0,-1 0,0 1,0-1,1 0,-1 0,0 0,1 1,-1-1,0 0,0 1,0-1,1 0,-1 0,0 1,0-1,0 0,0 1,0-1,0 0,1 1,-1-1,0 0,0 1,0-1,0 0,0 1,0-1,0 0,0 1,-1-1,1 0,6-12</inkml:trace>
  <inkml:trace contextRef="#ctx0" brushRef="#br0" timeOffset="2503.923">1530 4597,'-5'-7,"0"0,0-1,1 0,0 0,0 0,1 0,0 0,1-1,0 0,0 1,0-1,1 0,1-3,-28-271,27 282,-4-26,2 1,0 0,1-1,2 0,1 1,1-1,1 0,2-2,-3 25,0 1,1 0,0 0,-1 0,1 0,0 0,0 1,1-1,-1 1,0 0,1 0,0 0,-1 0,1 0,0 1,0 0,0 0,0 0,0 0,0 1,0-1,0 1,0 0,0 0,0 1,0-1,0 1,0 0,0 0,0 0,0 1,1 0,10 0,221 17,232-13,-57-3,382 5,-285-7,334 26,506-28,-898-13,1011 15,-1171 13,-33-15,-241-1,-15 1,0 1,0-1,0 1,0 0,0-1,0 1,0 0,0 0,0 0,0 0,1 0,-1 0,0 0,0 0,0 0,0 0,0 0,0 1,0-1,0 1,0-1,0 0,0 1,0 0,0-1,0 1,0 0,-1-1,1 1,0 0,0 0,-1 0,1-1,0 1,-1 0,1 0,-1 0,1 0,-1 0,0 0,1 0,-1 0,0 1,0-1,8 108,20 359,6-251,18 36,-17-61,4 128,27 157,-28-221,-9 22,-11 137,10 110,-28-306,-1-214,1 1,0-1,0 1,1-1,0 1,0-1,0 0,0 0,1 1,0-1,0 0,0 0,1-1,-1 1,1 0,1-1,-1 1,0-1,1 0,0-1,0 1,3 2,2-4</inkml:trace>
  <inkml:trace contextRef="#ctx0" brushRef="#br0" timeOffset="4701.085">1421 6264,'14'438,"80"323,-34-308,-36-352,-22-100,-1 1,1-1,0 0,0 0,0 0,-1 0,1 0,0 0,0 0,1-1,-1 1,0-1,0 1,0-1,0 0,0 0,1 0,-1 0,0 0,0 0,0-1,0 1,0-1,0 1,0-1,0 0,2-1,10-1,50-4,0 2,0 4,13 3,2-1,1715-1,-1490-6,164 3,202 13,-156 3,932-13,-955-14,711 14,-1077 14,-93-14,-33 0,1 0,0 0,0 0,0 0,0 0,-1-1,1 1,0 0,0 0,0 0,0 0,-1 0,1 0,0 0,0 0,0-1,0 1,0 0,-1 0,1 0,0 0,0-1,0 1,0 0,0 0,0 0,0 0,0-1,0 1,0 0,0 0,0 0,0-1,0 1,0 0,0 0,0 0,0-1,0 1,0 0,0 0,0 0,0 0,0-1,0 1,0 0,0 0,1 0,-1 0,0-1,-15-5</inkml:trace>
  <inkml:trace contextRef="#ctx0" brushRef="#br0" timeOffset="5586.845">2936 7042,'-28'35,"2"1,1 1,2 2,2 0,1 1,2 1,2 1,2 0,-7 35,20-73,0 1,-1-1,2 0,-1 1,0-1,1 1,0-1,0 1,0-1,0 1,1-1,0 1,0-1,0 0,0 1,1-1,0 0,0 0,0 0,0 0,0 0,1-1,0 1,0-1,0 0,0 1,0-1,1-1,-1 1,2 1,1-2,0-1,0 1,0-1,0 0,1-1,-1 0,0 0,0 0,0 0,0-1,0 0,1 0,-2-1,1 0,0 0,0 0,4-3,89-59,-81 49,-1-1,-1-1,-1 0,0-1,-1-1,-1 0,-1-1,0 0,-2-1,0 0,-1-1,-2 0,0 0,-1-1,-2 0,0 0,-1 0,-1 0,-2-5,1 23,0-1,-1 1,0 0,0 0,0-1,0 1,-1 0,0-1,0 1,-1 0,0 0,1 0,-2 0,1 0,0 1,-1-1,0 1,0-1,0 1,-1 0,1 0,-1 1,0-1,0 1,-1-1,1 1,-1 1,1-1,-1 1,0-1,0 1,0 1,0-1,0 1,0 0,-1 0,1 0,-5 1,3 1,0 1,0 0,0 0,0 1,1-1,-1 2,1-1,0 1,0 0,0 0,0 0,1 1,0 0,0 0,0 0,1 1,-1 0,1 0,0 0,1 0,0 0,0 1,-1 4,-4 9,2 0,0 1,1 0,2 0,0 1,1-1,1 8,0-6,2 0,1 0,0 0,2 0,1 0,0-1,2 0,1 0,0 0,2-1,0-1,1 0,6 7,100 123,-105-135</inkml:trace>
  <inkml:trace contextRef="#ctx0" brushRef="#br0" timeOffset="5999.749">3319 7506,'-126'234,"168"-300,107-185,-148 250,-1 0,0 0,1 0,-1 0,0 0,0 0,1 0,-1 0,0 0,1 1,-1-1,1 0,-1 0,1 1,-1-1,1 0,0 0,-1 1,1-1,0 1,0-1,-1 1,1-1,0 1,0-1,0 1,-1 0,1-1,0 1,0 0,0 0,0 0,0 0,0 0,0 0,0 0,0 0,0 0,-1 0,1 0,0 0,0 1,0-1,0 0,0 1,3 90,-5-53,1-11,2 0,1 0,1-1,1 1,1-1,1 0,2 0,9 18,-7-19</inkml:trace>
  <inkml:trace contextRef="#ctx0" brushRef="#br0" timeOffset="6186.775">3251 7588,'16'-2,"15"-1,16 0,14-2,13-2,12 0,8-2,2 0,-16 0</inkml:trace>
  <inkml:trace contextRef="#ctx0" brushRef="#br0" timeOffset="6688.494">4411 7097,'-22'9,"-1"0,2 2,-1 1,1 1,1 0,1 2,0 0,0 1,2 1,0 1,1 0,1 1,0 1,2 0,0 1,2 1,-7 15,-15 65,32-98,1-1,-1 1,1 0,0 0,0-1,0 1,0 0,1 0,-1-1,1 1,0 0,1-1,-1 1,0-1,1 1,0-1,0 0,0 0,0 1,0-1,1-1,-1 1,1 0,0-1,0 1,2 1,2-1,0 0,0 0,0-1,0 0,0 0,1 0,-1-1,1 0,-1-1,1 0,-1 0,1 0,0-1,-1 0,0 0,6-3,6-1,-1-1,0 0,0-2,0 0,16-10,-15 4,-1 0,0-1,-1 0,-1-2,0 0,-2-1,0 0,0-1,-2 0,-1-1,0-1,-1 0,-2 0,0-1,-1 0,-1 0,-1-1,-1 0,-1 0,-1 0,-1 0,-1 0,-1 0,-4-19,4 29,-1 1,-1 0,0 0,0 0,-1 0,-1 1,0-1,-1 0,4 8,0 1,0 0,0-1,0 1,0 0,-1 0,1 1,-1-1,0 1,0-1,0 1,0 0,0 0,-1 0,1 0,-1 1,1-1,-1 1,1 0,-1 0,0 0,0 1,1-1,-1 1,0 0,0 0,1 0,-2 1,-1 0,1 0,-1 1,1 0,0 0,0 1,0-1,0 1,0 0,0 0,1 1,0 0,-1-1,1 1,1 1,-1-1,0 0,1 1,0 0,0 0,-1 4,-3 6,0 1,1-1,1 1,1 0,0 0,0 11,3 6,1 1,1 0,2 0,2-1,1 0,1 0,2 0,2-1,0 0,2-1,2-1,0 0,2 0,2-2,0 0,4 1,17 19,-26-36</inkml:trace>
  <inkml:trace contextRef="#ctx0" brushRef="#br0" timeOffset="7288.942">4766 7424,'-32'69,"21"-46,0 0,1 0,1 1,2 0,-3 15,9-2,1-37,0 1,0 0,0-1,-1 1,1-1,0 1,0 0,0-1,0 1,1-1,-1 1,0-1,0 1,0 0,0-1,1 1,-1-1,0 1,0-1,1 1,-1-1,1 1,-1-1,0 1,1-1,-1 1,1-1,-1 0,1 1,-1-1,1 0,-1 0,1 1,-1-1,1 0,0 0,-1 0,1 1,-1-1,1 0,-1 0,1 0,0 0,-1 0,1 0,-1 0,1 0,0-1,-1 1,1 0,-1 0,1 0,-1-1,1 1,3-4,-1 1,1-1,-1 0,0 0,0 0,0-1,-1 1,1-1,-1 1,0-1,-1 0,1 0,-1 0,1-2,-1 1,65-252,-66 255,1 1,0 0,-1 0,1-1,0 1,0 0,0 0,0 0,0 0,0 0,1 0,-1 0,1 1,-1-1,1 0,0 1,0-1,0 1,0 0,0 0,0-1,0 1,0 1,0-1,0 0,0 0,1 1,-1-1,0 1,1 0,-1 0,0 0,1 0,-1 0,0 0,0 0,1 1,-1-1,0 1,0 0,1 0,-1 0,1 0,4 2,-1 1,1 0,0 0,-1 1,0-1,0 1,0 1,-1-1,0 1,0 0,0 0,0 0,-1 1,0-1,-1 1,0 0,0 1,0-1,-1 0,1 6,-3-8,-2 0,1 0,0 0,-1 0,0-1,0 1,0 0,-1-1,0 0,0 1,0-1,0 0,0-1,-1 1,0 0,0-1,0 0,0 0,0 0,-1-1,1 1,-1-1,0 0,1 0,-1-1,-30 19,64-13,-7-8,-16 0,-1 0,1 0,-1 0,1 1,0 0,0 0,-1 0,1 1,0 0,-1 0,1 0,-1 1,1 0,-1 0,0 0,0 1,0 0,0 0,0 0,0 0,-1 1,0 0,0-1,4 5,-8-6,1 0,-1 1,1-1,-1 0,0 0,1 0,-1 0,0 1,0-1,-1 0,1 0,0 0,-1 0,0 1,1-1,-1 0,0 0,0 0,0 0,0 0,0-1,-1 1,1 0,0-1,-1 1,1 0,-1-1,0 0,-52 38,53-39,-14 10,-1-2,0 0,-1 0,1-2,-2 0,1-1,-1 0,-8 0,10-5</inkml:trace>
  <inkml:trace contextRef="#ctx0" brushRef="#br0" timeOffset="7889.338">5832 7123,'-4'-5,"3"1,0 1,0-1,-1 1,1 0,-1 0,0 0,0 0,0 0,0 0,-1 0,1 1,-1-1,1 1,-1 0,0-1,0 1,0 1,0-1,0 0,0 1,-1-1,1 1,-1 0,1 0,-1 1,1-1,-1 1,1-1,-1 1,1 0,-1 0,0 1,1-1,-1 1,1 0,-1 0,0 0,-12 12,1-1,1 2,0 0,1 0,1 2,0-1,1 1,1 1,0 0,2 1,0 0,0 0,-1 9,-18 91,26-112,1-1,0 0,0 0,0 0,1 0,0 0,0 0,0 0,1 0,-1 0,1 0,0-1,1 1,-1-1,1 1,0-1,0 0,0 0,0 0,1-1,0 1,2 1,3 0,0-1,1 0,-1-1,1 0,0 0,-1-1,1-1,0 1,1-1,-1-1,0 0,0-1,0 0,0 0,0-1,0 0,-1-1,1 0,0 0,-1-1,0-1,0 1,0-1,-1-1,0 0,0 0,0-1,0 1,2-5,4-8,0-1,-1-1,-2 0,0 0,-1-1,-1 0,-1-1,-1 0,-1 0,-1-1,-1 0,-2 1,0-1,-1 0,-1 0,-4-22,5 22,-2 0,-1 1,-1-1,0 1,-2 0,-1 0,-1 0,0 1,-11-21,16 40,0 0,1 0,-1 0,0 1,0-1,-1 0,1 1,0 0,-1 0,1-1,-1 2,0-1,0 0,0 0,0 1,0 0,0-1,0 1,0 1,-1-1,1 0,0 1,-1-1,1 1,0 0,-1 0,1 0,0 1,-1-1,1 1,0 0,0 0,0 0,-1 0,1 1,0-1,1 1,-2 0,-7 8,0 1,0 0,1 1,1 0,0 1,0 0,1 0,1 1,1 0,0 0,0 1,1-1,1 1,1 0,0 0,1 1,0-1,2 8,-4-1,2 1,1-1,1 1,0 0,2 0,1-1,1 1,0-1,2 0,1 0,0-1,2 0,0 0,2-1,0 0,1 0,1-2,0 1,2-2,0 0,5 3,-13-12,1-1,0 0,0 0,1 0,0-1,0-1,0 1,1-2,0 1,0-1,0-1,0 0,1 0,-1-1,1 0,0-1,-1 0,1-1,8 0,1-7</inkml:trace>
  <inkml:trace contextRef="#ctx0" brushRef="#br0" timeOffset="8274.303">6460 7465,'-30'-28,"26"24,1 1,-1 0,-1 0,1 1,0-1,-1 1,1 0,-1 0,1 0,-1 1,0 0,0-1,0 2,0-1,0 1,0-1,1 1,-1 1,0-1,0 1,0 0,0 0,0 0,0 1,1-1,-1 1,1 0,-1 1,1-1,0 1,0 0,0 0,0 0,0 1,1-1,0 1,-1 0,1 0,1 0,-1 0,0 2,1-2,1 1,-1-1,1 1,0 0,1 0,-1 0,1-1,0 1,0 0,1 0,-1 0,1 0,0-1,1 1,-1 0,1-1,0 1,0-1,0 0,0 1,1-1,0 0,0 0,0-1,3 4,2 0,0 1,1-2,0 1,0-1,0 0,1-1,0 0,0-1,0 0,1-1,1 1,16 2,1-1,0-1,0-1,0-2,0-1,0-1,23-4,8-5</inkml:trace>
  <inkml:trace contextRef="#ctx0" brushRef="#br0" timeOffset="8870.124">7307 7082,'-17'6,"1"1,1 1,-1 0,1 1,0 1,1 0,0 1,1 0,0 1,1 1,0 0,1 0,1 1,0 1,0 0,2 0,0 1,1 0,0 0,1 1,1 1,2-13,1 1,0-1,1 1,-1 0,1-1,0 1,0 0,1 0,0 0,0 0,0-1,1 1,0 0,0 0,0-1,1 1,-1 0,2-1,-1 0,0 1,1-1,0 0,0 0,1 0,-1-1,1 1,0-1,0 0,1 0,-1 0,1-1,0 0,0 0,4 2,0-1,0-2,0 1,0-1,0-1,1 0,-1 0,0 0,1-1,-1-1,0 0,1 0,-1-1,0 0,0 0,0-1,0 0,-1-1,1 0,-1 0,0-1,0 0,0-1,7-5,0 0,-1-1,0-1,-1 0,0-1,-1-1,-1 0,0 0,-1-1,5-12,-3-1,0 0,-2-1,-1-1,-2 0,-1 0,-1 0,-2-1,-1 0,-1 1,-3-22,1 40,-1 1,0 0,0 0,-1 0,-1 1,0-1,0 1,-1 0,-7-11,10 19,0-1,-1 1,1-1,-1 1,0 0,0 0,0 0,0 1,0-1,-1 1,1-1,-1 1,0 0,0 0,0 1,0-1,0 1,0 0,0 0,0 0,0 1,0 0,-1-1,1 1,0 1,0-1,0 1,-1-1,1 1,0 0,-2 1,-1 0,1 1,0 0,0 0,0 0,1 0,-1 1,1 0,0 0,0 0,0 1,0 0,1 0,0 0,0 0,0 1,1-1,0 1,0 0,0 0,1 1,0-1,-1 3,0 6,-1 0,2 1,0-1,1 0,1 1,0-1,1 1,1-1,2 10,10 25,2 1,2-2,3-1,1 0,3-2,2 0,23 29,-19-26,11 37,-39-82,0-6</inkml:trace>
  <inkml:trace contextRef="#ctx0" brushRef="#br0" timeOffset="9351.939">7798 7342,'-6'16,"0"1,1-1,0 1,2 0,0 1,0-1,2 0,0 1,1-1,1 1,1-1,0 0,5 17,1-17,1-24,-3-122,-7 88,1-117,0 156,-1 1,1 1,0-1,-1 1,1-1,0 0,0 1,-1-1,1 1,0-1,0 0,0 1,0-1,0 1,0-1,0 0,0 1,0-1,0 0,0 1,0-1,0 1,0-1,1 0,-1 1,0-1,0 1,1-1,-1 1,0-1,1 1,-1-1,1 1,-1-1,0 1,1-1,-1 1,1 0,-1-1,1 1,0 0,-1-1,1 1,-1 0,1 0,0-1,-1 1,1 0,-1 0,1 0,0 0,-1 0,1 0,0 0,-1 0,1 0,-1 0,1 1,0-1,0 0,94 103,-54-64,-24-24,-1 0,0 1,-2 1,0 0,-1 0,10 18,-22-32,1-1,-1 0,0 1,0-1,0 1,0 0,0-1,-1 1,1 0,-1 0,0-1,0 1,0 0,0 0,0-1,-1 1,1 0,-1-1,1 1,-1 0,0-1,0 1,-1-1,1 1,0-1,-1 0,1 1,-1-1,0 0,0 0,0 0,0 0,-2 1,-9 5,0-1,-1 0,1-1,-1-1,-1 0,1-1,-1 0,1-1,-1-1,-9 0,11 0,-63 8</inkml:trace>
  <inkml:trace contextRef="#ctx0" brushRef="#br0" timeOffset="10632.904">1530 4953,'26'19,"1"-2,-3-3,0 0,-2 2,0 0,-1 2,-1 0,0 2,12 15,-30-33,0 0,-1 1,1-1,-1 1,1-1,-1 1,0 0,1-1,-1 1,-1 0,1 0,0-1,-1 1,1 0,-1 0,0 0,0 0,0 0,-1 0,1 0,-1 0,1-1,-1 1,0 0,0 0,0 0,0-1,-1 1,1-1,-1 1,1-1,-1 0,0 1,0-1,-2 1,-11 9,-1-1,0-1,-1-1,0 0,-1-1,0-1,0 0,-11 1,-12 6,18-5</inkml:trace>
  <inkml:trace contextRef="#ctx0" brushRef="#br0" timeOffset="11091.683">2254 5021,'-1'-5,"0"1,-1 0,1-1,-1 1,0 0,0 0,0 0,-1 0,1 1,-1-1,0 1,0-1,0 1,-1 0,1 0,-1 0,1 1,-1-1,0 1,0 0,0 0,0 0,-1 1,1 0,0-1,-1 1,1 1,-1-1,1 1,-1 0,1 0,-1 0,1 0,-5 1,4 1,-1 0,0-1,1 2,0-1,-1 1,1 0,0 0,0 0,0 1,1-1,-1 1,1 0,0 1,0-1,0 1,1 0,0 0,0 0,0 0,0 0,1 1,0-1,0 1,0-1,0 6,0-3,0 1,1 0,0 0,0-1,1 1,0 0,1 0,0 0,0 0,1-1,0 1,0 0,1-1,0 0,1 0,0 0,0 0,4 2,0-1,0-1,1 1,0-2,1 1,-1-1,1-1,1 0,-1 0,1-1,0 0,1-1,-1 0,1-1,-1 0,1-1,0 0,0-1,0 0,0-1,0 0,0-1,0-1,0 0,0 0,-1-1,1-1,5-2,-10 2,1 0,-2 0,1 0,0-1,-1 0,0-1,0 1,0-1,-1 0,0 0,0-1,-1 0,2-2,9-21</inkml:trace>
  <inkml:trace contextRef="#ctx0" brushRef="#br0" timeOffset="11335.023">2500 4925,'0'4,"0"10,0 10,0 9,0 5,0 7,2 1,1-2,2-1,1-6,1-7,2-6,1-8,5-6,-2-4</inkml:trace>
  <inkml:trace contextRef="#ctx0" brushRef="#br0" timeOffset="11586.349">2841 4979,'-27'7,"0"1,0 1,1 1,0 2,0 0,-12 10,34-21,1 0,-1 0,1 0,-1 1,1-1,-1 1,1 0,0 0,0 0,0 1,0-1,0 1,1-1,-1 1,1 0,-1 0,1 0,0 0,0 1,1-1,-1 1,1-1,0 1,-1-1,2 1,-1 0,0-1,1 1,-1 0,1 0,0-1,1 1,-1 0,0 0,1-1,0 1,1 3,7 5,1 0,0-1,0 0,2-1,-1 0,1 0,0-1,1-1,0 0,1-1,-1 0,1-1,1-1,-1 0,1-1,0 0,0-2,0 1,0-2,9 0,-13 0,1 0,-1-1,1 0,-1-1,0-1,1 0,-1 0,0-1,2-1,15-8</inkml:trace>
  <inkml:trace contextRef="#ctx0" brushRef="#br0" timeOffset="12021.186">3183 5048,'-149'164,"131"-133,26-32,76-66,-59 39,-1 0,-1-2,-1-1,-2 0,-1-1,-2-2,-1 1,-1-2,4-19,-16 85,-5-1,0 0,3 0,0 0,2 0,1 0,1 0,2-1,1 0,1-1,2 1,0-2,12 19,26 19,-29-44</inkml:trace>
  <inkml:trace contextRef="#ctx0" brushRef="#br0" timeOffset="12270.759">3223 5075,'12'5,"15"3,17 6,18 2,14 3,5 1,-1 2,-14-3</inkml:trace>
  <inkml:trace contextRef="#ctx0" brushRef="#br0" timeOffset="12823.793">1380 5949,'15'16,"1"-1,1-1,1 0,0-1,0-1,2-1,4 2,-5-3,-1 1,0 0,0 1,-1 1,-1 1,0 0,10 13,-23-24,-1 0,1 1,-1-1,0 0,0 1,-1 0,1 0,-1-1,1 1,-1 0,0 0,-1 0,1 0,-1 0,1 0,-1 1,-1-1,1 0,0 0,-1 0,0 0,0 0,0 0,-1 0,1-1,-1 1,0 0,0-1,0 1,0-1,-1 0,-1 2,-3 3,0 0,-1 0,0-1,0 0,-1 0,0-1,0 0,0-1,-1 0,0 0,0-1,0 0,-3-1,-7 0,8-5</inkml:trace>
  <inkml:trace contextRef="#ctx0" brushRef="#br0" timeOffset="13149.923">2241 6045,'-8'-7,"0"1,1 1,-2-1,1 1,0 1,-1 0,0 0,0 1,-1 0,1 0,0 1,-1 0,1 1,-1 0,0 0,0 1,1 0,-1 1,0 0,1 1,-1 0,1 0,0 1,-1 0,1 1,1 0,-1 0,0 2,5-4,1 0,-1 1,1-1,0 1,-1 0,2 0,-1 1,0-1,1 0,-1 1,1 0,0-1,0 1,0 0,1 0,-1 0,1 0,0 1,0-1,1 0,-1 0,1 1,0-1,0 0,0 0,1 1,0-1,-1 0,2 0,-1 0,1 3,2 2,0 0,1 0,0 0,0 0,1-1,0 0,0 0,1 0,0-1,1 0,-1-1,1 0,1 1,9 3,0 0,1-1,0-1,0-1,1 0,0-2,0 0,1-1,-1-1,1-1,0-1,-1-1,8-1,-18 0,0 0,0-1,-1 0,1 0,-1-1,1 0,-1-1,0 0,0 0,0-1,-1 0,1-1,16-14</inkml:trace>
  <inkml:trace contextRef="#ctx0" brushRef="#br0" timeOffset="13483.579">2568 6018,'-32'121,"30"-105,1 1,1 0,0 0,1 0,1 0,3 10,-3-13,16 56,-11-63</inkml:trace>
  <inkml:trace contextRef="#ctx0" brushRef="#br0" timeOffset="13820.944">2896 5990,'-45'30,"-126"73,67-62,104-41,-1 0,0 0,1 0,-1 0,1-1,-1 1,0 0,1 0,-1 0,1 0,-1 1,0-1,1 0,-1 0,1 0,-1 0,0 1,1-1,-1 0,1 1,-1-1,1 0,-1 1,1-1,-1 0,1 1,-1-1,1 1,0-1,-1 1,1-1,0 1,-1 0,1-1,0 1,0-1,0 1,-1-1,1 1,0 0,0-1,0 1,0 0,0-1,0 1,0-1,0 1,0 0,0-1,1 1,-1-1,0 1,0 0,1-1,-1 1,0-1,1 1,-1-1,0 1,1-1,-1 1,1-1,-1 1,1-1,-1 0,1 1,-1-1,150 50,-142-48,27 7,-1 0,2-3,-1-1,1-1,0-2,31-2,-41-5,-5-2</inkml:trace>
  <inkml:trace contextRef="#ctx0" brushRef="#br0" timeOffset="14435.145">3223 6058,'-10'15,"0"0,0 0,2 1,0 0,1 0,0 1,1 0,1 1,1-1,1 1,0-1,1 1,1 11,0-28,1-1,0 0,0 1,-1-1,1 1,0-1,0 1,-1 0,1-1,0 1,0-1,0 1,0-1,0 1,0-1,0 1,0-1,0 1,0 0,0-1,0 1,1-1,-1 1,0-1,0 1,0-1,1 1,-1-1,0 1,1-1,-1 0,0 1,1-1,-1 1,1-1,-1 0,0 1,1-1,-1 0,1 1,-1-1,1 0,-1 0,1 0,0 1,-1-1,1 0,-1 0,1 0,-1 0,1 0,-1 0,1 0,-1 0,1 0,0 0,-1-1,1 1,-1 0,1 0,-1 0,1-1,-1 1,23-30,-12-5,-1 0,-2-1,-2 0,-1 0,-1 0,-2-1,-3-20,6-49,-6 103,0 0,1 0,-1 0,1 1,0-1,0 0,0 0,0 0,1 0,-1 1,1-1,-1 0,1 0,0 1,0-1,1 0,-1 1,0-1,1 1,0 0,-1-1,1 1,0 0,0 0,0 0,0 0,1 0,-1 1,0-1,1 1,-1-1,1 1,0 0,-1 0,1 0,0 1,0-1,2 0,6 4,0 0,-1 1,1 0,-1 1,0 0,0 1,-1 0,0 0,0 1,0 0,-1 1,0 0,0 0,-1 0,1 2,-6-7,0 0,0 0,0 0,0 0,-1 0,1 0,-1 0,0 1,0-1,0 0,0 1,0-1,-1 1,0-1,1 1,-2-1,1 1,0-1,-1 1,1-1,-1 1,0-1,0 1,0-1,-1 0,1 0,-1 0,0 1,1-2,-1 1,-1 0,1 0,0-1,-3 3,-104 67,109-71,0 0,0-1,1 1,-1 0,0-1,0 1,1 0,-1-1,0 1,1 0,-1-1,1 1,-1-1,1 1,-1 0,1-1,-1 1,1-1,-1 0,1 1,0-1,-1 1,1-1,0 0,-1 0,1 1,0-1,0 0,-1 0,1 0,0 0,0 0,-1 0,1 0,0 0,-1 0,1 0,0 0,0 0,-1-1,1 1,0 0,0-1,3 2,23 2,-1 0,0 2,0 1,-1 2,0 0,0 1,-1 2,0 0,-1 2,0 1,14 10,-33-20,0 0,0 0,0 1,0-1,0 1,-1 0,0 0,0 0,0 1,-1-1,2 4,-4-7,1 1,-1-1,1 0,-1 0,0 1,0-1,0 0,0 0,-1 1,1-1,0 0,-1 0,0 0,1 1,-1-1,0 0,0 0,0 0,0 0,-1-1,1 1,-1 0,1 0,-1-1,1 1,-1-1,0 1,0-1,0 0,1 0,-3 1,-10 4,1-1,-1-1,-1 0,1-1,0 0,-1-1,1-1,-1 0,0-1,1-1,-1 0,-10-3,-34-4</inkml:trace>
  <inkml:trace contextRef="#ctx0" brushRef="#br0" timeOffset="20587.755">4644 5376,'14'9,"1"-1,0 0,0-1,1 0,0-1,0-1,0-1,1 0,0-1,0-1,0-1,9 0,-24-1,0 0,0 0,0 0,0 0,0 0,0 1,-1-1,1 1,0-1,0 1,0 0,-1 0,1 0,0 0,-1 0,1 0,-1 0,1 0,-1 1,0-1,1 0,-1 1,0-1,0 1,0 0,0-1,0 1,-1 0,1-1,0 1,-1 0,1 0,-1 0,0 0,1 0,-1 0,0-1,0 2,1 43,-2 1,-2-1,-8 40,3-25,-16 193,27-214,0-37</inkml:trace>
  <inkml:trace contextRef="#ctx0" brushRef="#br0" timeOffset="20840.08">4672 5744,'18'-2,"18"-1,17-2,11-3,8-2,2-2,-3-1,-7-1,-6 0,-10 0,-12 2</inkml:trace>
  <inkml:trace contextRef="#ctx0" brushRef="#br0" timeOffset="21171.194">5327 5499,'-1'0,"-1"0,1 1,-1-1,1 0,0 1,-1 0,1-1,0 1,0 0,-1 0,1 0,0-1,0 1,0 0,0 1,0-1,0 0,0 0,1 0,-1 1,0-1,1 0,-1 0,0 1,1-1,0 1,-12 26,2 0,1 1,1 0,1 0,2 1,1 6,1-21,0-1,0 1,1 1,0-1,1 0,1 0,0 1,1-1,1 0,0 0,1 0,1 0,4 11,-7-24,1 1,-1-1,1 0,-1 1,1-1,0 0,-1 0,1-1,0 1,1 0,-1 0,0-1,0 0,1 1,-1-1,1 0,-1 0,1 0,-1 0,1-1,0 1,-1-1,1 1,0-1,-1 0,1 0,0 0,-1-1,1 1,0-1,1 0,4-1,0-1,0 0,0-1,-1 1,1-2,-1 1,0-1,0 0,4-4,2-4,0 0,0 0,-1-2,-1 1,0-1,-1-1,-1 0,4-10,-31 54,6-3,2 0,0 1,2 0,1 1,1-1,1 1,2 0,1 1,0 9,2-31,0-1,1 1,-1 0,1-1,0 1,0-1,1 1,0-1,0 0,0 0,1 0,-1 0,1 0,0 0,1-1,-1 1,1-1,1 1,17 11</inkml:trace>
  <inkml:trace contextRef="#ctx0" brushRef="#br0" timeOffset="21599.701">6009 5567,'-8'-12,"-1"0,-1 0,0 2,0-1,-1 1,-1 0,-8-4,16 11,0 0,-1 1,1-1,-1 1,0 0,0 0,0 1,0 0,0 0,0 0,0 0,0 1,0 0,0 0,0 0,0 0,0 1,0 0,0 0,0 0,0 1,0 0,-2 1,-1 1,0 1,0 0,1 0,0 1,0 0,1 0,0 1,0 0,0 0,1 0,0 0,0 1,1 0,0 0,-1 3,4-8,-1 1,1 0,0 0,0 0,0 0,0 0,1 0,0 0,0 0,0 0,0 0,1 0,-1-1,1 1,0 0,0 0,0 0,1 0,-1-1,1 1,0-1,0 1,0-1,1 0,-1 0,1 0,0 0,0 0,0 0,0-1,0 0,0 1,1-1,2 1,9 3,-1-2,1 0,0 0,0-2,0 0,0 0,1-2,-1 1,0-2,0 0,0-1,0-1,0 0,0-1,0-1,-1 0,0 0,1-2,7 0,-18 5,-3 1,0 1,0-1,0 0,1 0,-1 1,0-1,1 1,-1-1,0 1,1-1,-1 1,1 0,-1 0,0 0,1 0,-1 0,1 0,-1 0,1 0,-1 0,0 1,1-1,-1 1,0-1,1 1,-1-1,0 1,1 0,-1-1,0 1,0 0,0 0,0 0,0 0,0 0,0 0,0 0,0 1,-1-1,1 0,0 0,-1 1,1 14,-1 0,0 1,-2-1,0 0,-1 0,0 0,-1 0,-1-1,-1 1,0-1,-7 11,13-25,-87 172,76-150,6-8</inkml:trace>
  <inkml:trace contextRef="#ctx0" brushRef="#br0" timeOffset="22065.98">6296 5594,'17'-2,"-1"1,1 1,0 1,-1 0,1 1,-1 1,0 0,0 1,0 1,0 1,-1 0,9 5,-22-10,1 0,-1 0,1 0,-1 0,0 1,1-1,-1 1,0 0,0-1,0 1,-1 0,1 0,0 0,-1 1,1-1,-1 0,0 0,1 1,-1-1,0 1,-1-1,1 1,0 0,-1-1,1 1,-1-1,0 1,0 0,0 0,0-1,-1 1,1-1,-1 1,1 0,-1-1,0 1,0-1,0 1,0-1,-1 0,1 1,0-1,-2 2,-20 21,19-21,0-1,0 1,1 0,-1 0,1 0,0 1,0-1,1 1,-1 0,1 0,0-1,0 2,2-4,1 0,-1 0,1 0,0 0,0 0,0 0,0-1,0 1,0 0,0-1,0 1,1-1,-1 1,0-1,1 1,0-1,-1 0,1 0,0 0,-1 0,1 0,0 0,0-1,0 1,0 0,0-1,0 1,0-1,0 0,0 0,1 0,4 2,132 49,-130-47,0 0,-1 1,0 1,0-1,0 1,-1 0,0 1,0 0,-1 0,1 1,-2-1,1 1,-1 0,1 3,-4-8,-1 0,0 1,0-1,0 0,0 1,-1-1,1 0,-1 1,0-1,0 1,0-1,0 1,0-1,-1 0,0 1,0-1,0 0,0 1,0-1,0 0,-1 0,0 0,0 0,1 0,-2 0,1-1,0 1,0-1,-1 1,0-1,1 0,-1 0,0 0,0-1,0 1,0 0,-2-1,-4 5,-1-1,-1 0,1-1,-1-1,1 1,-1-2,0 1,0-1,0-1,-1 0,1-1,0 0,0-1,0 0,0 0,-1-1,2-1,-1 0,0-1,1 0,-1 0,-17-13</inkml:trace>
  <inkml:trace contextRef="#ctx0" brushRef="#br0" timeOffset="22651.995">5777 4420,'-7'23,"-5"17,0 9,2 5,1 1,1-5,2-9,3-10</inkml:trace>
  <inkml:trace contextRef="#ctx0" brushRef="#br0" timeOffset="23317.873">5736 4310,'0'-4,"0"-1,1 1,0-1,0 1,0 0,1-1,-1 1,1 0,0 0,0 0,0 0,1 0,0 0,-1 1,1-1,0 1,1 0,-1 0,1 0,-1 0,1 1,0-1,0 1,0 0,0 0,0 0,2 0,3 1,-1-1,1 1,-1 1,1-1,0 2,-1-1,1 1,-1 0,1 1,-1 0,1 0,-1 1,0 0,0 1,0 0,-1 0,1 0,-1 1,0 0,0 1,-1-1,1 1,-1 0,-1 1,1 0,-1 0,0 0,-1 0,2 4,-5-7,0 0,0-1,0 1,-1 0,1 0,-1 0,0-1,-1 1,1 0,0 0,-1 0,0-1,0 1,0 0,-1-1,1 1,-1-1,1 0,-1 1,0-1,-1 0,1 0,0 0,-1 0,0-1,0 1,0-1,0 1,0-1,-1 1,-9 5,0 0,-1 0,0-1,0-1,0 0,-15 3,4-3,21-7,0 1,0 0,1 0,-1 1,0-1,1 1,-1 0,0 0,1 0,-1 0,1 1,-1-1,1 1,0 0,0 0,0 0,0 0,0 1,0-1,0 1,1 0,-1 0,1 0,0 0,0 0,0 0,1 1,-1-1,1 0,-1 1,1-1,0 4,4 4,1 0,0 0,0-1,2 1,-1-1,1 0,1-1,-1 0,2 0,-1 0,1-1,1 0,-1 0,2-1,1 3,0-1,1 0,0-1,0-1,1 0,0 0,1-1,0-1,-1 0,1-1,1-1,-1 0,0-1,1 0,0-1,-1-1,14-1,-21 0,0-1,-1 0,1 0,-1 0,0-1,0 0,0 0,0-1,-1 0,1 0,-1 0,2-2,12-9,-4 37,-12-17,1 0,-1 0,1 0,0 0,0-1,0 1,1-1,0 0,-1 0,1-1,1 0,-1 1,0-2,1 1,0-1,-1 0,1 0,0 0,0-1,0 0,0 0,0 0,5-1,-8-2,0 0,0 0,1 0,-2-1,1 1,0-1,0 0,-1 0,1 0,-1 0,0 0,0 0,0 0,-1-1,1 1,-1-1,0 0,0 1,0-1,0 0,-1 1,1-1,-1 0,0 0,0 0,0 1,-1-1,1 0,-1 0,0 1,-1-3,2 1,0 1,-1 0,1 0,-1 0,0 0,0 0,-1 0,1 0,-1 1,0-1,0 0,0 1,0-1,0 1,-1 0,0 0,0 0,0 0,0 0,0 0,0 1,-1 0,1 0,-1 0,1 0,-1 0,0 1,0-1,0 1,0 0,0 0,0 1,0-1,0 1,0 0,-1 0,1 0,0 1,0-1,0 1,0 0,0 0,-1 1,2 0,0 0,0 0,1 0,-1 0,1 1,-1-1,1 1,0-1,0 1,0 0,0 0,1 0,-1 0,1 0,0 0,0 0,0 1,0-1,0 0,1 1,-1-1,1 0,0 1,0-1,0 1,1-1,-1 0,1 1,0-1,0 0,0 1,0-1,0 0,1 0,-1 0,1 0,0 0,2 2,16 17</inkml:trace>
  <inkml:trace contextRef="#ctx0" brushRef="#br0" timeOffset="23603.148">6597 4802,'0'-19,"2"-10,1-5,2-2,1 3,-2 6,-1 8,0 11,-2 13,-3 11,-1 9,0 8,1 4,5 4,4-1,8-2,7-6,-2-8</inkml:trace>
  <inkml:trace contextRef="#ctx0" brushRef="#br0" timeOffset="24599.583">7307 4379,'-77'282,"73"-264,0-44,7-63,3 0,11-43,-16 129,21-84,-21 84,0 0,0 1,1-1,-1 1,1-1,-1 1,1 0,0 0,0 0,0 0,0 0,0 0,0 0,1 0,-1 1,0-1,1 1,-1 0,1 0,0 0,-1 0,1 0,0 1,0-1,-1 1,1 0,0-1,0 1,2 1,5 1,1 1,-1 0,0 1,0 1,0-1,0 1,-1 1,0 0,0 0,-1 1,1 0,-1 1,-1-1,0 1,0 1,1 1,-6-8,0 0,0 0,-1 1,1-1,-1 0,1 0,-1 1,0-1,0 1,0-1,0 1,-1-1,1 1,0 0,-1-1,0 1,0 0,0 0,0-1,0 1,0 0,-1-1,0 1,1 0,-1-1,0 1,0-1,0 1,0-1,-1 0,1 1,-1-1,1 0,-1 0,0 0,0 0,0 0,0 0,0-1,-2 2,-113 47,43-23,72-27,1 0,-1 1,1-1,-1 1,1-1,-1 1,1 0,-1-1,1 1,0 0,-1 0,1 0,0 0,0 0,0 0,-1 0,1 1,0-1,1 0,-1 1,0-1,0 0,1 1,-1-1,0 1,1-1,-1 1,1 0,0-1,0 1,0-1,0 1,0 0,0-1,0 1,0-1,0 1,1-1,-1 1,1 0,-1-1,1 1,-1-1,1 0,1 2,6 5,0 0,1 0,0-1,0 0,1-1,0 0,0 0,1-1,8 3,4 3,117 53,-136-62,0 1,0 0,-1-1,1 1,-1 1,0-1,0 0,0 1,0 0,-1-1,1 1,-1 0,0 0,0 1,0 1,2 0,2 3,1 0,0-1,1 0,0 0,0-1,1 0,-1-1,1 0,1 0,-1-1,1 0,0 0,0-1,9 1,-17-3,0-1,0 0,1-1,-1 1,1 0,-1-1,1 1,-1-1,1 0,-1 1,1-1,-1-1,1 1,0 0,-1-1,1 1,-1-1,0 1,1-1,-1 0,0 0,1-1,-1 1,0 0,0-1,0 1,0-1,0 0,0 1,0-1,-1 0,1 0,-1 0,1 0,-1-1,0 1,0 0,0-1,0 1,0-1,2-6,0 0,-1 0,-1-1,1 1,-1 0,-1-1,0 1,0 0,-1-1,0 1,0 0,-1 0,0 0,-1 0,-2-6,2 12,0-1,-1 1,1 1,0-1,-1 0,0 1,1 0,-1 0,0 0,0 0,0 0,0 1,-1 0,1 0,0 0,-1 0,1 1,0 0,-1 0,1 0,0 0,-1 0,1 1,0 0,-1 0,1 0,0 1,0-1,0 1,0 0,0 0,0 1,1-1,-1 1,1 0,0-1,-1 2,1-1,0 0,1 0,-1 1,1 0,0-1,-1 1,2 0,-1 0,-1 3,3-2,0 0,0 1,0-1,0 0,1 0,0 0,0 0,1 0,-1 0,1 0,0 0,0-1,1 1,-1-1,1 1,0-1,0 0,1 0,-1-1,1 1,0 0,-1-1,2 0,-1 0,0 0,1-1,-1 0,1 1,0-1,0-1,-1 1,1-1,1 0,-1 0,4 0,25 7</inkml:trace>
  <inkml:trace contextRef="#ctx0" brushRef="#br0" timeOffset="24921.726">8031 4529,'7'0,"0"0,0 0,1 0,-1 1,0 0,1 0,-1 1,0 0,0 0,0 1,-1 0,1 0,-1 0,1 1,-1 0,0 0,5 5,-8-7,0 1,0-1,1 0,-2 1,1 0,0-1,0 1,-1 0,1 1,-1-1,0 0,0 1,-1-1,1 1,0 0,-1-1,0 1,0 0,0 0,-1 0,1 0,-1 0,0 0,0-1,0 1,-1 0,1 0,-1 0,0 0,0 0,0-1,-1 1,1 0,-1 0,-148 151,150-154,-1-1,0 1,1 0,-1 0,1 0,-1 0,1 0,0-1,-1 1,1 0,0 0,-1 0,1 0,0 0,0 0,0 0,0 0,0 0,0 0,0 0,0 0,1 0,-1 0,0 0,1 0,-1 0,0 0,1 0,-1 0,1 0,-1 0,1-1,0 1,-1 0,1 0,0-1,0 1,-1 0,1-1,0 1,0-1,0 1,0-1,0 1,0-1,0 0,0 0,0 1,0-1,56 9,-54-9,150-2,-70-4</inkml:trace>
  <inkml:trace contextRef="#ctx0" brushRef="#br0" timeOffset="43843.468">1395 6237,'52'9,"-62"-6,-2-3</inkml:trace>
  <inkml:trace contextRef="#ctx0" brushRef="#br0" timeOffset="211219.87">4383 281,'-3'0</inkml:trace>
  <inkml:trace contextRef="#ctx0" brushRef="#br0" timeOffset="-214528.87">12558 0</inkml:trace>
</inkml:ink>
</file>

<file path=ppt/ink/ink7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2-24T16:24:20.425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1 281,'2'-22,"2"0,0 0,1 0,2 0,0 1,1 0,1 0,1 1,5-6,0-4,1-2,-15 32,0 1,-1-1,1 0,-1 0,1 0,0 1,-1-1,1 0,-1 1,1-1,-1 1,1-1,-1 0,1 1,-1-1,1 1,-1 0,0-1,1 1,-1-1,0 1,1-1,-1 1,0 0,0-1,1 1,-1 0,0-1,0 1,0 0,0-1,0 1,0 0,0-1,0 1,0 0,-1-1,1 1,0 0,0-1,-1 1,1-1,0 1,0 0,-1-1,1 1,-1-1,1 2,-2 411,2-411,1 0,-1-1,0 1,1 0,-1 0,0 0,0 0,0 0,-1-1,1 1,0 0,-1 0,1 0,-1-1,0 1,0 0,1 0,-1-1,0 1,0-1,0 1,-1-1,1 1,0-1,-1 0,1 0,0 0,-1 1,0-1,1 0,-2 0,182-3,-164 5</inkml:trace>
</inkml:ink>
</file>

<file path=ppt/ink/ink7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2-24T16:24:21.814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188 16,'4'-7,"3"0,-4 6,-3 10,-8 12,-8 11,-7 6,-6 3,-2 0,0-2,2-6,6-6,11-11,13-11,10-12,3-5</inkml:trace>
</inkml:ink>
</file>

<file path=ppt/ink/ink7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2-24T16:24:27.244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230 93,'-3'2,"1"0,-1-1,0 1,1-1,-1 0,0 0,0 0,1 0,-1-1,0 1,0-1,0 1,0-1,0 0,0 0,0-1,0 1,0 0,0-1,0 0,0 0,0 0,1 0,-1 0,0 0,1-1,-1 1,1-1,-2-1,3 2,0 0,0 0,0-1,0 1,0 0,0 0,1-1,-1 1,0-1,1 1,-1 0,1-1,-1 1,1-1,0 1,0-1,-1 0,1 1,0-1,1 1,-1-1,0 1,0-1,1 1,-1-1,1 1,-1-1,1 1,-1-1,1 1,0 0,0-1,0 1,0 0,0 0,0 0,0 0,0 0,0 0,0 0,2-1,59-25,5 20,-65 7,0 0,0 1,0-1,0 0,0 1,-1-1,1 1,0 0,0-1,-1 1,1 0,0 0,-1 0,1 0,-1 1,1-1,-1 0,0 1,0-1,1 1,-1-1,0 1,0-1,0 1,-1 0,1-1,0 1,-1 0,1 0,-1 0,1-1,-1 1,0 0,0 1,-1 7,-1 1,-1-1,1 0,-2 1,1-2,-1 1,-1 0,0-1,0 0,-1 0,0 0,-1-1,0 0,-5 6,11-14,-32 39,-2-2,-2-2,-1-1,-42 28,53-50,30-15,1 1,-1 0,0-1,1 1,0 1,-1-1,1 0,0 1,0 0,0 0,0 0,0 0,0 1,0-1,0 1,0 0,1 0,-1 1,0-1,0 1,0 0,0 0,11 4,0 0,0 1,0 0,-1 1,0 1,0 0,-1 1,4 4,90 47,-100-57,-1 0,1-1,0 0,-1 0,1-1,0 0,0 0,0 0,0-1,0 0,0-1,0 1,0-2,0 1,0 0,-1-1,1-1,0 1,-1-1,0 0,1 0,-1-1,-1 0,6-4,-6-4,-6 1</inkml:trace>
</inkml:ink>
</file>

<file path=ppt/ink/ink7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2-24T16:24:50.860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1 213,'0'21,"2"19,3 13,2 12,0 7,1 3,0-3,-1-4,-2-6,1-9,-1-12,-1-12</inkml:trace>
  <inkml:trace contextRef="#ctx0" brushRef="#br0" timeOffset="755.978">192 554,'7'3,"0"1,-1 0,1 0,-1 0,0 1,0 0,0 0,-1 1,1-1,-1 1,-1 0,1 1,-1-1,0 1,-1 0,1 0,-1 0,1 4,27 138,-30-144,-1-1,0-2,-1-1,1 0,0 0,0 0,-1 1,1-1,0 0,0 0,0 1,0-1,1 0,-1 0,0 0,0 1,1-1,-1 0,1 0,-1 0,1 0,-1 0,1 0,0 1,0-2,-1 1,1 0,0 0,0 0,0 0,0 0,0-1,0 1,0 0,0-1,0 1,1-1,-1 1,0-1,0 0,0 0,2 1,3-7,1 0,-1-1,0 1,0-1,-1 0,0-1,0 1,-1-1,2-4,0 0,48-97,-54 109,0 0,0-1,0 1,0-1,0 1,0 0,1-1,-1 1,0-1,0 1,0 0,0-1,1 1,-1 0,0-1,0 1,1 0,-1-1,0 1,0 0,1 0,-1-1,0 1,1 0,-1 0,0-1,1 1,-1 0,1 0,-1 0,0 0,1 0,-1 0,0 0,1 0,-1 0,1 0,-1 0,1 0,-1 0,0 0,1 0,-1 0,0 0,1 0,-1 0,1 0,-1 1,0-1,1 0,-1 0,0 1,1-1,-1 0,0 0,0 1,1-1,-1 0,0 1,0-1,1 0,-1 1,0-1,0 0,0 1,0-1,0 1,1-1,-1 0,0 1,9 36,-7-28,1 2,1 1,0-1,1 0,0-1,0 1,1-1,1 0,5 8,-9-15,0 1,0-1,0 0,1 0,-1 0,1 0,-1 0,1-1,0 1,0-1,0 0,1-1,-1 1,0-1,1 1,-1-1,1-1,-1 1,1 0,-1-1,1 0,-1 0,1-1,2 0,0-3,0 0,0 0,0-1,0 0,-1 0,0-1,0 1,-1-2,1 1,-1 0,-1-1,1 0,-1 0,0 0,-1-1,1 0,-2 1,1-1,-1 0,0 0,-1 0,0 0,0-4,8-51,-3-1,-2 0,-4-1,-2 1,-3-7,0 6,-3 0,-14-57,1 71,20 51,1 0,-1 0,0 1,0-1,0 0,1 1,-1-1,0 1,0-1,1 0,-1 1,0 0,1-1,-1 1,1-1,-1 1,0 0,1-1,-1 1,1 0,0 0,-1-1,1 1,0 0,-1 0,1 0,0-1,0 1,0 0,0 0,0 0,0 0,0-1,0 1,0 0,0 1,-5 47,1 1,3 0,5 47,-1-36,2 0,3 0,3-1,2 0,9 21,-19-69,1-1,0 0,1 0,0 0,0 0,1-1,1 0,-1 0,2-1,-1 0,1 0,1-1,-1 0,2 0,-1-1,1 0,0-1,0 0,1 0,6 2,27-7,-28-8</inkml:trace>
  <inkml:trace contextRef="#ctx0" brushRef="#br0" timeOffset="1035.231">493 336,'9'0,"15"0,17 0,16 2,11 4,9 7,1 8,-14 1</inkml:trace>
  <inkml:trace contextRef="#ctx0" brushRef="#br0" timeOffset="1414.218">1107 896,'-5'-65,"2"0,3-1,5-29,-7 27,19 88,-5-15,0 0,0-1,1-1,-1 0,1 0,0-1,0-1,0 0,-1-1,10-1,-5 1,2 1,-13-2,-1 0,0 0,1 1,-1 0,0 0,1 0,-1 1,0-1,1 1,-1 1,0-1,0 1,0 0,0 0,0 0,0 1,-1 0,1 0,-1 0,0 0,0 1,0-1,0 1,-1 0,3 4,-3 3,0 1,0 0,-2 0,1 0,-1 0,-1 0,-1 0,1 0,-2 0,0 0,0 0,-1 0,-3 9,-9 61,14-80,1 0,0-1,0 1,0 0,0 0,1 0,-1 0,1 0,-1-1,1 1,-1 0,1 0,0-1,0 1,0 0,0-1,0 1,0-1,0 1,1-1,-1 1,0-1,1 0,-1 0,1 0,-1 0,1 0,0 0,0 0,-1-1,1 1,0 0,0-1,0 0,-1 1,1-1,0 0,0 0,0 0,0 0,0 0,0 0,19-1,1-1,-1 0,1-1,-1-2,0 0,0-1,11-6,-20 9,38-14</inkml:trace>
</inkml:ink>
</file>

<file path=ppt/ink/ink7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2-24T16:24:49.417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1 206,'145'11,"0"-6,6-7,-35 1,-32 1,190 0,143 23,-175-7,160-13,-220-4,131-13,-52 14,-86-27,16 35,-93 14,-39-4,-57-15</inkml:trace>
  <inkml:trace contextRef="#ctx0" brushRef="#br0" timeOffset="554.102">1025 0,'-1'0,"1"1,0-1,-1 1,1-1,-1 1,1-1,0 0,-1 1,1 0,0-1,-1 1,1-1,0 1,0-1,-1 1,1-1,0 1,0 0,0-1,0 1,0-1,0 1,0 0,0-1,0 1,0-1,0 1,1 0,-1-1,0 1,0-1,0 1,1-1,-1 1,0-1,1 1,-1-1,0 1,1-1,-1 1,1-1,-1 1,1-1,-1 0,1 1,-1-1,1 0,-1 0,1 1,0-1,0 0,17 17,1 0,1-2,0 0,1-2,0 0,6 1,7 5,-8-4,-14-9,0 0,-1 0,0 1,0 0,-1 1,0 1,0-1,-1 1,0 1,-1 0,4 5,-11-10,0-1,0 1,-1 0,0 0,1-1,-2 1,1 0,0 0,-1-1,0 1,0 0,-1-1,1 1,-1-1,0 1,0-1,0 0,-1 0,1 0,-1 0,0 0,0-1,-1 1,1-1,-1 0,0 0,1 0,-1 0,-1-1,-156 112,69-61</inkml:trace>
</inkml:ink>
</file>

<file path=ppt/ink/ink7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2-24T16:24:54.881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10 139,'-3'0,"0"7,0 12,3 13,3 17,2 10,3 7,-1 2,-2-1,-1-6,-1-8,-2-13</inkml:trace>
  <inkml:trace contextRef="#ctx0" brushRef="#br0" timeOffset="697.231">173 426,'23'38,"-1"0,-1 2,-3 0,-1 1,-2 1,3 17,-18-59,0-1,1 0,-1 1,0-1,1 0,-1 1,0-1,1 0,-1 1,1-1,-1 1,1-1,0 1,-1-1,1 1,-1 0,1-1,0 1,-1 0,1-1,0 1,0 0,-1 0,1-1,0 1,-1 0,1 0,0 0,0 0,-1 0,1 0,0 0,0 1,-1-1,1 0,0 0,-1 0,1 1,0-1,-1 0,1 1,0-1,-1 1,1-1,0 1,-1-1,1 1,-1-1,1 1,-1-1,0 1,1 0,-1-1,0 1,1-1,-1 1,0 0,1 0,-1-1,0 1,0 0,0 0,0-1,0 1,0 0,0-1,0 1,0 0,0 0,-1 0,18-29,-2 0,-2-1,0-1,3-16,8-19,-24 65,1 0,-1 0,0 1,0-1,0 0,0 0,0 0,0 1,1-1,-1 0,0 0,0 0,0 0,0 1,1-1,-1 0,0 0,0 0,0 0,1 0,-1 0,0 0,0 0,1 0,-1 0,0 0,0 1,0-1,1 0,-1-1,0 1,0 0,1 0,-1 0,0 0,0 0,1 0,-1 0,0 0,0 0,0 0,1 0,-1-1,0 1,0 0,0 0,0 0,1 0,-1-1,0 1,0 0,0 0,0 0,0-1,6 34,-5-20,0-6,0 0,1 0,-1-1,1 1,0 0,1-1,0 1,0-1,0 0,1 0,0 0,0-1,0 1,1-1,0 0,0 0,0-1,1 1,-1-1,1 0,0-1,0 1,1-1,-1 0,1-1,-1 0,1 0,0 0,0-1,0 0,0 0,-1-1,8 0,-7-1,0 0,1-1,-1 1,-1-2,1 1,0-1,0 0,-1 0,0-1,0 0,0 0,0-1,0 1,-1-1,0 0,0-1,0 1,-1-1,0 0,0 0,0 0,-1-1,0 1,0-1,0-3,6-16,-1 0,-1 0,-2-1,-1 0,0 0,-2-6,2-32,-3-1,-3 0,-9-50,-7 44,17 72,1-1,0 1,0-1,0 1,-1 0,1-1,0 1,-1 0,1-1,0 1,-1 0,1-1,0 1,-1 0,1 0,0-1,-1 1,1 0,-1 0,1 0,-1 0,1-1,-1 1,1 0,0 0,-1 0,1 0,-1 0,1 0,-1 0,1 0,-1 1,1-1,0 0,-1 0,1 0,-1 0,1 0,-1 1,1-1,0 0,-1 0,1 1,0-1,-1 0,1 1,0-1,-1 0,1 1,0-1,0 1,-1-1,1 0,0 1,0-1,0 1,0-1,0 1,-1-1,1 0,0 1,0-1,0 1,0-1,0 1,0-1,1 1,-1-1,-5 16,1-1,1 1,0 0,1 0,1 0,1 10,-1-5,-2 22,2 1,1 0,3 0,2 0,1 0,2-1,3 0,5 11,-14-46,0 0,1 0,1 0,-1 0,1-1,0 0,1 0,0 0,0 0,0-1,1 0,0 0,0 0,1-1,-1 0,1 0,0-1,1 1,-1-2,1 1,0-1,2 1,15-4</inkml:trace>
  <inkml:trace contextRef="#ctx0" brushRef="#br0" timeOffset="958.531">610 166,'14'0,"21"0,20 2,18 4,8 2,-1 8,-14 0</inkml:trace>
  <inkml:trace contextRef="#ctx0" brushRef="#br0" timeOffset="1357.463">1088 630,'19'-28,"-2"0,-1-2,-1 0,3-15,-13 34,-2 0,1-1,-1 1,-1-1,0 0,-1 0,0 1,-1-1,0 0,-1 0,0 0,-1 0,0 0,-1 0,2 10,1 0,0 0,-1 0,1 0,-1 0,0 0,0 1,1-1,-1 0,-1 0,1 0,0 1,0-1,-1 1,1-1,0 1,-1-1,0 1,1 0,-1 0,0-1,1 1,-1 0,0 1,0-1,0 0,0 1,0-1,0 1,0-1,-2 1,3 1,1 0,-1 1,1-1,0 0,-1 0,1 1,0-1,0 0,-1 1,1-1,0 0,0 1,1-1,-1 0,0 1,0-1,1 0,-1 0,1 1,-1-1,1 0,-1 0,1 0,0 1,-1-1,1 0,0 0,0 0,0 0,0 0,0-1,0 1,0 0,0 0,0-1,1 1,-1-1,0 1,0-1,0 1,1-1,-1 0,1 1,17 6,1-1,-1 0,2-2,-1 0,0-1,20 0,49 8,-84-11,-1 0,0 1,0-1,1 1,-1-1,0 1,0 1,0-1,0 0,0 1,0 0,0 0,0 0,-1 1,1-1,-1 1,0-1,0 1,0 0,0 1,0-1,-1 0,1 1,-1 0,0-1,0 1,0 0,0 0,-1 0,0 0,1 2,-4 4,0 1,0-1,-1 1,-1-1,0 0,0 0,-1-1,0 1,0-1,-1 0,-2 2,-24 46,31-55,0-1,0 0,1 0,-1 1,0-1,1 0,-1 1,1-1,0 0,-1 1,1-1,0 1,0-1,0 1,0-1,0 1,0-1,0 0,1 1,-1-1,1 1,-1-1,1 0,-1 1,1-1,-1 0,1 1,0-1,0 0,0 0,0 0,0 0,0 0,0 0,0 0,0 0,1 0,-1-1,0 1,0 0,1-1,-1 1,0-1,1 1,-1-1,1 0,0 1,75-1,55-32,-67 11</inkml:trace>
</inkml:ink>
</file>

<file path=ppt/ink/ink7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2-24T16:24:53.985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0 110,'5'3,"-1"1,1-1,0 0,0 0,1-1,-1 1,0-1,1 0,-1-1,1 0,0 1,4-1,-1 1,70 9,1-3,-1-3,44-5,-61 0,28 0,123 1,0 10,4 9,27 19,147 17,-195-48,192-17,-356 6,0 2,0 1,1 2,-1 1,0 2,4 2,21 5,0-1,1-4,0-2,1-2,3-3,244-1,-319-1,-5-1</inkml:trace>
  <inkml:trace contextRef="#ctx0" brushRef="#br0" timeOffset="325.643">1502 0,'9'5,"15"4,15 4,12 4,10 2,0 3,-2 5,-9 2,-14 4,-21 5,-28 5,-30 5,-31 4,-23-1,3-8</inkml:trace>
</inkml:ink>
</file>

<file path=ppt/ink/ink7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2-24T16:25:20.558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192 377,'-4'14,"-3"16,2 17,2 14,3 14,3 12,4 9,0 8,-1 2,-1-3,-2-7,-1-11,-1-15,-3-20,-2-17</inkml:trace>
  <inkml:trace contextRef="#ctx0" brushRef="#br0" timeOffset="605.169">124 1196,'-29'-77,"3"0,4-2,3 0,-1-28,18 101,1 0,-1 0,1-1,1 1,-1 0,1-1,0 1,0 0,1-1,0 1,0 0,0 0,1 0,0 0,0 0,0 0,1 0,0 0,0 1,1 0,-1-1,1 1,0 1,1-1,-1 0,1 1,3-2,0 3,0 0,-1 1,1 0,0 1,0 0,0 0,1 0,-1 1,0 1,0-1,0 1,0 0,0 1,0 0,7 3,109 56,-116-56,-1-1,0 1,0 1,0-1,-1 1,0 0,0 1,-1-1,1 1,1 5,-6-11,0 1,-1-1,1 0,-1 1,1-1,-1 1,0-1,0 1,0-1,0 1,0-1,0 1,0-1,0 1,0-1,-1 0,1 1,-1-1,1 1,-1-1,1 0,-1 1,0-1,0 0,0 0,0 1,0-1,0 0,0 0,0 0,0 0,0 0,0-1,-1 1,1 0,0 0,-1-1,1 1,0-1,-1 1,1-1,-1 0,0 1,-67 6,66-8,-1 0,0 0,0 0,1 0,-1-1,1 0,-1 1,1-1,-1-1,1 1,0 0,0-1,0 0,1 1,-1-1,1 0,-1 0,1-1,0 1,0 0,0-1,1 1,-1-1,1 0,0 0,0 1,0-1,1 0,-1 0,1 0,0 0,0 0,0 0,0 1,1-1,0 0,0 0,0 0,0 1,0-1,1 0,-1 1,3-3,9-18,1 0,1 1,1 1,1 1,16-17,18-22,-38 45,-1 1,-1-2,-1 0,0 0,-1-1,0 0,-1-1,-2 0,0 0,0 0,-2-1,0 1,-1-1,-1 0,-1 0,-1-1,0 1,-1 0,-2 0,0 0,0 1,-3-4,-13-12,19 34,0-1,-1 1,1 0,-1-1,1 1,-1-1,1 1,0 0,-1-1,1 1,-1 0,1 0,-1-1,0 1,1 0,-1 0,1 0,-1 0,1 0,-1 0,0 0,1 0,-1 0,1 0,-1 0,1 0,-1 0,0 0,1 0,-1 0,1 1,-1-1,1 0,-1 0,1 1,-1-1,1 1,-1-1,1 0,0 1,-1-1,1 1,-1-1,1 0,0 1,0-1,-1 1,1 0,0-1,0 1,-1-1,1 1,0-1,0 1,0-1,0 1,0 0,0-1,0 1,0-1,0 1,0-1,0 1,-4 21,1 1,0-1,2 1,0-1,1 1,3 12,1 47,4 0,3 0,22 77,-28-141,1-1,0 0,2 0,0-1,0 0,2 0,0 0,-6-11,-1 0,1 0,0-1,1 1,-1-1,1 0,-1 0,1-1,0 1,1-1,-1 0,1 0,-1-1,1 0,0 0,0 0,0-1,0 0,0 0,0 0,0-1,3 0,45-19,-34 3</inkml:trace>
  <inkml:trace contextRef="#ctx0" brushRef="#br0" timeOffset="870.729">151 254,'25'-2,"23"-4,22-2,15-3,9 1,-11 2</inkml:trace>
  <inkml:trace contextRef="#ctx0" brushRef="#br0" timeOffset="1665.518">889 664,'-54'-152,"53"151,1 1,-1-1,1 0,-1 0,1 0,0 0,0 0,-1 0,1 0,0 0,0 0,0 0,0 1,0-1,0 0,0 0,0 0,0 0,1 0,-1 0,0 0,1 0,-1 0,0 0,1 0,-1 1,1-1,-1 0,1 0,0 1,-1-1,1 0,0 1,0-1,-1 0,1 1,0-1,0 1,0 0,0-1,-1 1,1 0,0-1,0 1,48-6,-39 6,246 0,-254 0,0 0,-1-1,1 1,-1 0,1 0,-1-1,1 1,0 1,-1-1,1 0,-1 0,1 0,-1 1,1-1,-1 1,1-1,-1 1,1 0,-1 0,0 0,1-1,-1 1,0 0,0 0,0 1,0-1,0 0,0 0,0 0,0 1,0-1,0 0,-1 1,1-1,-1 1,1 0,-34 76,15-48,14-23,-1 1,1-1,0 1,1 0,0 0,0 0,1 1,0-1,1 1,0-1,0 1,0-1,1 1,1 0,0 7,4-11,-1-1,1 0,0 0,0 0,0 0,1-1,-1 0,1 0,0 0,0-1,0 0,0 0,0 0,0-1,0 0,1 0,-1-1,0 1,1-1,-1-1,0 1,6-2,-6 2,26-2,0 0,0-2,-1-2,0 0,26-11,-15 4</inkml:trace>
</inkml:ink>
</file>

<file path=ppt/ink/ink7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2-24T16:25:17.335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333 700,'-15'-9,"-1"0,0 1,-1 0,1 2,-1 0,-1 1,1 0,-16-1,27 5,0 0,0 1,0 0,0 0,0 0,0 1,0 0,1 0,-1 0,0 1,0-1,1 2,-1-1,1 1,0-1,0 1,0 1,0-1,0 1,1 0,-1 0,1 0,0 0,1 1,-1 0,1 0,-1 0,1 1,0-2,1-1,0 1,-1-1,2 1,-1 0,0-1,1 1,-1 0,1 0,0 0,1 0,-1 1,1-1,0 0,-1 0,2 0,-1 0,1 0,-1 1,1-1,0 0,0 0,1 0,-1-1,1 1,0 0,0-1,0 1,1-1,-1 1,1-1,0 0,0 0,0 0,0-1,0 1,0-1,1 1,0-1,0 0,4 0,0-1,0 0,0 0,0-1,0 0,0-1,0 1,0-2,0 1,0-1,0 0,-1-1,1 1,-1-2,0 1,0-1,0 0,0 0,0-1,-1 0,0 0,0-1,-1 1,1-1,-1-1,0 1,-1-1,0 0,0 0,0 0,-1 0,0-1,0 1,-1-1,0 0,0 1,-1-1,1-8,0-43,8 82,-6-8,1 0,1 0,0-1,1 0,0 0,1-1,1 0,0 0,1-1,0 0,1-1,0 0,1-1,0 0,6 3,-16-12,0 0,1 0,-1 0,1 0,-1 0,1-1,0 1,-1-1,1 0,0 0,-1 0,1 0,-1 0,1-1,0 1,-1-1,1 0,-1 1,1-1,-1 0,1-1,-1 1,0 0,0-1,1 1,-1-1,0 0,0 1,-1-1,1 0,0 0,-1 0,1-1,-1 1,1-1,35-90,-25-17,5 156,32 56,-46-99,-1 1,1 0,0-1,0 1,0-1,1 0,-1 0,1 0,-1-1,1 1,0-1,0 0,0 0,0 0,1-1,-1 1,0-1,1 0,-1 0,1-1,-1 1,1-1,3 0,-4-1,0 0,0 0,-1 0,1-1,-1 1,1-1,-1 0,1 0,-1 0,0 0,0-1,0 1,0-1,-1 0,1 0,-1 0,0 0,1 0,-1 0,-1-1,1 1,0-1,-1 1,0-1,1-1,11-98,-24 35,1 64,5 22,3-9,0 0,1 0,0 1,0-1,1 0,0 0,0 0,1 0,1 0,-1 0,1 0,1 0,0 0,0-1,1 1,0-1,0 0,1 0,0 0,0-1,1 0,0 0,0 0,1-1,-1 1,2-2,-1 1,3 1,1-4,0 0,0 0,0-1,0 0,0-1,0 0,0-1,0-1,0 1,0-2,1 0,-2 0,1-1,0 0,0 0,-1-2,2 0,23-10</inkml:trace>
  <inkml:trace contextRef="#ctx0" brushRef="#br0" timeOffset="973.583">1098 686,'12'-40,"-2"0,-1-1,2-36,-13 96,1 0,1 0,1 0,1 0,0 0,2 0,2 9,-4-20,1 0,-1 0,1-1,1 1,0-1,0 0,0 0,0 0,1-1,1 1,-1-1,1 0,0-1,0 0,0 1,1-2,0 1,0-1,0 0,5 1,3 0,-1-1,2-1,-1 0,0-1,1 0,-1-2,14 0,16-2</inkml:trace>
  <inkml:trace contextRef="#ctx0" brushRef="#br0" timeOffset="1546.115">2027 632,'14'-192,"-7"166,-7 26,0-1,0 1,1 0,-1-1,0 1,1 0,-1 0,0-1,1 1,-1 0,0 0,1 0,-1-1,1 1,-1 0,0 0,1 0,-1 0,1 0,-1 0,0 0,1 0,-1 0,1 0,-1 0,1 0,-1 0,0 0,1 0,-1 1,0-1,1 0,-1 0,1 0,-1 0,0 1,1-1,-1 0,0 1,0-1,1 0,-1 0,0 1,0-1,1 1,-1-1,0 0,0 1,0-1,1 0,-1 1,0-1,0 1,0-1,0 0,0 1,0-1,0 1,0-1,6 16,0 0,-1 0,0 0,-1 0,-1 1,-1 0,0 12,0-7,7 199,-8-220,-1 1,0 0,0 0,0 0,0 0,0-1,-1 1,1 0,0 0,-1 0,1-1,-1 1,0 0,1-1,-1 1,0 0,0-1,0 1,0-1,-1 0,1 1,0-1,0 0,-1 0,1 1,-1-1,1 0,-1-1,0 1,1 0,-1 0,0-1,1 1,-1-1,0 1,0-1,0 0,1 0,-1 0,0 0,-1 0,22-2,174-28,-132 20</inkml:trace>
  <inkml:trace contextRef="#ctx0" brushRef="#br0" timeOffset="2399.21">1672 45,'2'-5,"3"3,4 7,1 9,5 10,2 7,2 8,1 4,1 2,-1-2,-3-9</inkml:trace>
  <inkml:trace contextRef="#ctx0" brushRef="#br0" timeOffset="2680.97">2299 3,'3'-2,"0"4,2 8,1 12,3 11,8 8,7 3,9 1,-1-6</inkml:trace>
</inkml:ink>
</file>

<file path=ppt/ink/ink7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2-24T16:25:24.174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101 143,'0'4,"0"7,0 8,0 8,0 8,0 8,0 4,0 2,0 1,0-4,0-5,0-7,0-8,2-7,1-12,0-12,-1-5</inkml:trace>
  <inkml:trace contextRef="#ctx0" brushRef="#br0" timeOffset="574.975">5 170,'-1'-23,"0"17,0 1,0 0,1-1,0 1,0 0,0-1,0 1,1-1,0 1,0 0,0-1,1 1,0 0,0 0,0 0,1 0,-1 1,1-1,0 1,0-1,1 1,0 0,-1 0,1 1,3-3,4 2,0 1,0 0,0 0,0 1,0 1,1 0,-1 0,0 1,1 1,-1 0,0 0,0 1,10 3,-15-3,1 0,0 1,-1 0,1 0,-1 0,0 1,0 0,0 0,-1 0,1 1,-1 0,0 0,0 0,-1 0,0 1,0 0,0 0,0 0,-1 1,0-1,-1 1,1-1,-1 1,-1 0,1 0,-1 0,0 0,-1 0,1 0,-1 0,-1 0,1 0,-1 0,-1 0,1 0,-3 5,2-6,0 0,0 0,-1 0,0 0,0-1,0 1,-1-1,0 0,0 0,0 0,0 0,-1-1,0 0,0 0,0 0,0-1,-1 1,1-1,-1 0,0-1,0 0,-3 1,2-4,18-4,-2 3,1 1,0 0,-1 0,1 1,0 1,0 0,-1 0,1 0,0 2,-1-1,0 1,1 0,-1 1,0 0,-1 1,1 0,-1 0,0 0,0 1,-1 1,0-1,0 1,0 0,-1 1,0 0,0 0,-1 0,0 0,0 1,-1 0,-1 0,1 0,-1 0,1 6,-4-9,0-1,0 0,0 1,-1-1,1 0,-1 1,-1-1,1 0,-1 0,0 0,0 0,0 0,-1 0,1-1,-1 1,0-1,-1 0,1 1,-1-1,0-1,0 1,0-1,-1 1,-5 4,0-1,0-1,-1 0,0 0,0-1,0 0,-1-1,1 0,-9 1,0-1,0-1,-1-1,1-1,0-1,-20-3,40 3,-1 1,1-1,-1 0,1 0,-1 0,1 0,-1 0,1 1,-1-1,1 0,-1 0,1 0,-1 0,1 0,-1-1,1 1,-1 0,1 0,-1 0,1 0,-1-1,1 1,-1 0,1 0,0-1,-1 1,1 0,-1-1,1 1,0 0,-1-1,1 1,0-1,-1 1,1 0,0-1,0 1,-1-1,1 1,0-1,0 1,0-1,0 1,0-1,0 1,0-1,0 1,0-1,0 1,0-1,6-5</inkml:trace>
</inkml:ink>
</file>

<file path=ppt/ink/ink7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2-24T16:25:27.369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15 246,'-2'-3,"0"0,1-1,-1 1,1 0,-1-1,1 1,0-1,1 0,-1 1,1-1,-1 0,1 1,0-1,1-3,-1-3,-1 5,1 0,0 0,0 1,1-1,-1 0,1 0,0 1,0-1,0 0,1 1,0 0,0-1,0 1,0 0,1 0,-1 0,1 0,0 0,1 1,-1-1,0 1,1 0,0 0,0 0,0 1,0-1,0 1,0 0,1 0,-1 0,1 1,-1 0,1 0,0 0,-1 0,1 1,0-1,0 1,-1 0,1 1,0-1,-1 1,3 1,9 4,1 0,-2 2,1 0,-1 1,0 0,-1 1,0 1,11 10,-24-21,1 1,-1 0,1-1,-1 1,1 0,-1 0,0 0,0-1,1 1,-1 1,0-1,0 0,0 0,0 0,0 1,0-1,0 0,-1 1,1-1,0 1,-1-1,1 1,-1-1,0 1,1-1,-1 1,0-1,0 1,0-1,0 1,0 0,0-1,-1 1,1-1,0 1,-1-1,1 1,-1-1,0 1,1-1,-1 0,0 1,0-1,0 0,0 1,0-1,0 0,0 0,0 0,-1 0,1 0,-1 0,1-1,-1 1,0-1,1 1,-1-1,0 0,0 0,1 0,-1 0,0 0,0 0,1-1,-1 1,0 0,1-1,-1 0,0 1,1-1,-1 0,1 0,-1 0,1 1,-1-2,1 1,0 0,-1 0,1 0,0-1,0 1,0 0,0-1,0 1,0-1,1 0,-1 1,0-1,1 1,-1-1,1 0,0 0,-2-3,1 0,0 0,1 0,-1 0,1 0,0 0,0 0,1 0,0 0,0 0,0 0,0 0,1-1,2-2,1 0,0 0,1 1,0-1,0 1,0 1,1-1,0 1,0 1,1-1,0 1,0 0,0 1,0 0,1 0,-1 1,1 0,0 0,0 1,4 0,-9 1,-1 1,1 1,-1-1,0 0,1 1,-1 0,0 0,1 0,-1 0,0 0,0 1,0-1,0 1,0 0,0 0,-1 0,1 0,0 0,-1 1,0-1,0 1,1-1,-1 1,-1 0,1 0,0 1,35 84,-33-74,-1-4,-1-1,1 1,1-1,0 0,0 0,1 0,0-1,0 1,1-1,2 1,-7-8,0 0,0 0,0 0,0 0,0-1,0 1,0 0,0-1,0 1,1-1,-1 1,0-1,0 1,1-1,-1 0,0 0,1 0,-1 0,0 0,0 0,1 0,-1 0,0 0,1 0,-1-1,0 1,0-1,1 1,-1-1,0 0,11-7</inkml:trace>
</inkml:ink>
</file>

<file path=ppt/ink/ink7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2-24T16:25:27.635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101 0,'-17'0,"-6"3,-1 2,5 4,7 4,6 0</inkml:trace>
</inkml:ink>
</file>

<file path=ppt/ink/ink7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2-24T16:25:27.903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1 1,'2'21,"4"14,0 7,2 5,-1 0,-2 0,-3 0,-7 0,-3-8</inkml:trace>
</inkml:ink>
</file>

<file path=ppt/ink/ink7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2-24T16:25:30.547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247 150,'-9'304,"3"-123,12-153,-1-32,-3-4</inkml:trace>
  <inkml:trace contextRef="#ctx0" brushRef="#br0" timeOffset="362.034">0 0,'13'23,"0"-1,1-1,2 0,0-1,1 0,1-2,0 0,2-1,0-1,1 0,13 6,71 51,-47-35,-2 3,-2 3,0 3,-47-42,0 1,0-1,-1 1,0 1,0-1,-1 1,1 0,-1 0,-1 1,0-1,0 1,0 0,-1 0,0 1,-1-1,1 0,-2 1,1 0,-1-1,-1 1,1 0,-1 0,-1-1,0 1,0 0,-1-1,-2 8,-6-1,-2 0,1-1,-2 0,0-1,0 0,-2-1,1-1,-1 0,-1-1,0 0,0-2,-1 0,0 0,-1-2,1 0,-1-1,-16 2,13-2,1 0,0-1,-1-2,0 0,0-1,0-1,1-1,-1 0,0-2,-16-4,8-3</inkml:trace>
</inkml:ink>
</file>

<file path=ppt/ink/ink7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2-24T16:25:28.269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95 567,'0'16,"0"15,0 13,2 14,1 8,3 5,-1 4,0 1,-1-1,-2-6,-1-15</inkml:trace>
  <inkml:trace contextRef="#ctx0" brushRef="#br0" timeOffset="619.364">0 703,'15'-7,"1"0,-1 0,1 2,0 0,1 1,-1 1,1 0,0 1,-1 1,1 0,0 1,0 1,0 1,-1 0,1 2,15 4,-26-7,-1 0,1 1,-1-1,0 1,0 0,0 1,0-1,0 1,0 0,0 0,-1 1,0-1,0 1,0 0,0 0,0 0,-1 1,0-1,0 1,0 0,0 0,-1 0,0 0,0 0,0 1,-1-1,0 1,-2-2,-1-1,-1 1,1-1,0 1,-1-1,0 0,0 0,0 0,0 0,0-1,0 1,-1-1,0 0,1 0,-1 0,0-1,0 1,0-1,0 0,0 0,0 0,0 0,0-1,0 0,0 1,-1-2,1 1,0 0,-3-1,7 1,-1 0,0 0,0 0,0 1,0-1,0 0,0 0,0 0,0 0,0-1,0 1,0 0,0 0,0 0,0-1,0 1,1 0,-1-1,0 1,0-1,0 1,0-1,1 0,-1 1,0-1,1 0,-1 1,0-1,1 0,-1 0,1 0,-1 1,1-1,0 0,-1 0,1 0,0 0,-1 0,1 0,0 0,0 0,0 0,0 0,0 0,0 0,0 0,0 0,1 1,-1-1,0 0,0 0,1 0,-1 0,1 0,75-74,-44 49,-14 13,-1-2,-1 0,0-1,-1 0,-1-1,-1-1,0 0,-1-1,-1 0,-1-1,-1-1,0 1,-2-1,2-9,-4 3,-2 1,-1-1,-1 1,-1-1,-1 0,-2 1,-1-1,0 1,-2 0,-1 0,-1 1,-2 0,-6-12,-12-3,27 40,1 0,-1 0,0 0,1 0,-1 0,0 0,0 0,1 0,-1 0,0 1,1-1,-1 0,0 0,1 1,-1-1,0 1,1-1,-1 0,1 1,-1-1,1 1,-1-1,1 1,-1 0,1-1,-1 1,1-1,0 1,-1 0,1-1,0 1,0 0,-1-1,1 1,0 0,0 0,0-1,0 1,0 0,0-1,0 1,0 0,-4 25,1 0,1-1,2 1,0 0,4 23,-2-19,3 49,3-1,4 0,3-1,3-1,17 41,-32-108,0 1,0-1,0 0,1 0,0 0,0-1,1 1,1-1,-1 0,1 0,0-1,1 0,2 2,-8-8,-1-1,1 1,0-1,0 0,0 1,0-1,0 0,0 1,0-1,0 0,0 0,-1 0,1 0,0 0,0 0,0 0,0 0,0 0,0 0,0-1,0 1,0 0,0-1,0 1,0 0,-1-1,1 0,0 1,0-1,-1 1,1-1,0 0,-1 1,1-1,0 0,-1 0,1 1,-1-1,1 0,-1 0,0 0,1 0,-1 0,1 0,4-15</inkml:trace>
  <inkml:trace contextRef="#ctx0" brushRef="#br0" timeOffset="870.73">286 348,'-2'2,"10"1,19 0,18-3,20-3,13-2,7 0,1 4,-8 6,-16 2</inkml:trace>
  <inkml:trace contextRef="#ctx0" brushRef="#br0" timeOffset="1332.493">901 826,'9'-11,"-2"0,0 0,0-1,-1 1,0-2,-1 1,0-1,-1 1,-1-1,0-1,-1 1,0 0,-1 0,0-1,-1 1,-1-1,0 1,-1 0,0-1,-1 1,-1 0,0 1,0-1,-1 1,-6-10,10 20,0 0,0 1,0-1,0 1,0-1,0 1,0-1,-1 1,1 0,-1-1,1 1,-1 0,1 0,-1 0,1 0,-1 1,0-1,0 0,0 1,1-1,-1 1,-1-1,9 12,7-5,0 0,1-1,0 0,0-1,0-1,0 0,0-1,6-1,4 3,3-1,-16-2,0 0,0 0,-1 1,1 1,0 0,-1 0,0 1,0 0,0 1,-1 0,5 2,-12-2,1 0,-1 0,0 0,0 0,0 0,-1 0,1 0,-1 1,-1-1,1 1,-1-1,0 0,0 1,-1-1,1 1,-1-1,0 0,-1 0,1 1,-1-1,0 0,0 0,-1 0,1-1,-1 1,-1 0,3-2,-10 22,6-17,0 1,1 0,1 1,0-1,0 0,0 1,1 0,1 0,0 0,0 6,1-14,1 0,-1 1,1-1,0 0,-1 0,1 0,1 1,-1-1,0 0,0 0,1-1,-1 1,1 0,-1 0,1-1,0 1,0-1,0 1,0-1,0 0,0 0,0 0,0 0,0 0,0 0,1 0,-1-1,1 1,71 6,-67-7,19-1,1 0,-1-2,0-1,0-2,11-3,13-6</inkml:trace>
</inkml:ink>
</file>

<file path=ppt/ink/ink7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2-24T16:26:05.910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4 76,'-2'-19,"1"-5,6 3,6 9,9 17,5 17,3 13,2 11,-3 6,-5-5</inkml:trace>
</inkml:ink>
</file>

<file path=ppt/ink/ink7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2-24T16:26:06.078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0 0,'5'5,"6"11,5 11,10 12,10 7,10 3,9 1,-5-9</inkml:trace>
</inkml:ink>
</file>

<file path=ppt/ink/ink7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2-24T16:26:07.390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190 560,'0'21,"0"18,0 17,0 12,2 12,1 8,0 3,0 2,-4-3,-3-8,-2-17</inkml:trace>
  <inkml:trace contextRef="#ctx0" brushRef="#br0" timeOffset="650.895">39 737,'-36'-98,"35"96,1 1,-1-1,1 1,0-1,0 1,-1-1,1 1,0-1,0 1,1-1,-1 1,0 0,0-1,1 1,-1-1,1 1,-1-1,1 1,-1 0,1-1,0 1,0 0,0 0,0-1,0 1,0 0,0 0,0 0,0 0,0 0,1 1,-1-1,0 0,1 1,-1-1,0 0,1 1,-1 0,1-1,-1 1,1 0,-1 0,1 0,-1 0,1 0,0 0,76 7,-77-7,16 2,1 2,-1-1,0 2,0 1,-1 0,1 1,-1 0,0 1,-1 1,0 1,-1 0,7 7,-19-16,0 1,-1-1,1 1,-1-1,1 1,-1 0,0 0,1 0,-1 0,0-1,0 1,-1 0,1 1,0-1,-1 0,1 0,-1 0,0 0,1 0,-1 1,0-1,0 0,-1 0,1 0,0 1,-1-1,1 0,-1 0,0 0,0 0,0 0,0 0,0 0,0 0,0-1,-1 1,1 0,-1-1,1 1,-1 0,1-1,-1 0,0 0,0 1,-7 3,0 1,0-2,0 1,-1-1,0-1,0 1,0-2,0 1,-1-1,1-1,0 0,-1-1,1 0,-1 0,0-1,10 1,-1 0,1 0,-1 0,1 0,-1 0,1 0,-1-1,0 1,1 0,-1-1,1 1,0-1,-1 0,1 1,0-1,-1 0,1 0,0 0,0 0,-1 0,1 0,0 0,0-1,0 1,1 0,-1-1,0 1,0 0,1-1,-1 1,1-1,-1 1,1-1,0 1,-1-1,1 1,0-1,0 1,0-1,0 0,0 1,1-1,-1 1,0-1,1 1,-1-1,1 1,-1 0,1-1,0 1,0-1,7-4,0 0,0 1,1-1,0 2,0-1,0 1,1 1,0 0,-1 0,1 1,0 0,0 1,0 0,0 0,9 1,-9 0,-1 0,0 1,0 0,0 0,0 1,0 0,0 0,0 1,-1 0,1 1,-1 0,0 0,0 1,0 0,-1 0,0 1,0 0,0 0,-1 1,1 0,-2 0,2 2,-4-3,1-1,-1 0,1 0,0 0,0 0,1-1,-1 0,1 0,0 0,0 0,0-1,0 0,1 0,0 0,-1 0,1-1,0 0,0-1,0 1,0-1,0 0,1-1,-1 1,0-1,3 0,-6 0,1-1,-1 1,0 0,0-1,0 1,1-1,-1 0,0 0,0-1,0 1,0 0,-1-1,1 0,0 0,-1 0,1 0,-1 0,1 0,-1 0,0-1,0 1,0-1,0 0,-1 0,1 1,-1-1,0 0,1 0,-1-1,-1 1,1 0,0 0,-1 0,0 0,1-1,-1 1,-1 0,1 0,0-1,-1 1,1 0,-1 0,0 0,0 0,0 0,-1 0,1-1,-6-4,0 0,0 1,0-1,-1 1,0 1,-1-1,1 2,-1-1,0 1,0 0,-1 1,0 0,0 0,0 1,0 1,0 0,0 0,-3 0,-37 9,49-7,0 1,0-1,0 0,0 1,0-1,0 1,0-1,0 1,0-1,0 1,0-1,0 1,1 0,-1 0,0 0,1-1,-1 1,0 0,1 0,-1 0,1 0,-1 0,1 0,0 0,-1 0,1 0,0 0,0 0,0 0,-1 0,1 0,0 1,0-1,1 0,-1 0,0 0,0 0,1 0,-1 0,0 0,1 0,-1 0,1 0,0 0,40 29,-13-19</inkml:trace>
  <inkml:trace contextRef="#ctx0" brushRef="#br0" timeOffset="1263.331">818 641,'5'-5,"1"1,0-1,0 1,0 0,1 1,-1-1,1 1,0 0,0 1,0 0,0 0,0 1,1-1,-1 1,0 1,1 0,-1 0,0 0,1 1,-1 0,0 0,0 1,1 0,-1 0,0 1,-1 0,1 0,-1 1,1-1,4 5,-3 0,0 0,-1 0,0 1,-1 0,0 0,-1 1,1 0,-2 0,0 0,0 0,0 0,-2 1,3 10,7 144,-39 59,1 18,39-139,-12-101,-1 1,1 0,0-1,0 1,0 0,0-1,1 1,-1-1,1 0,-1 1,1-1,0 0,0 0,0 0,0 0,0 0,1-1,-1 1,0-1,1 1,-1-1,1 0,-1 0,1 0,0 0,-1-1,1 1,0-1,0 1,0-1,-1 0,1 0,0 0,2-1,1-1,-1-1,0 0,1-1,-1 1,0-1,-1 0,1 0,-1-1,0 1,0-1,0 0,0 0,-1 0,0-1,0 1,0-1,-1 0,0 0,0 1,-1-1,1 0,-1-1,0 1,-1 0,0 0,0 0,0-4,0-20,-2-1,-1 1,-1 0,-2 0,-1 0,-1 0,-1 1,-2 1,-1 0,-1 0,-1 1,-2 1,-13-18,14 22,-2 1,0 0,-1 1,-1 1,0 1,-2 1,0 0,-1 2,-7-4,24 9,27 8,-15 2,429-40,-432 40,-2-1,0 0,0 1,0-1,1 1,-1-1,0 1,0 0,0 0,1 0,-1 0,0 0,0 0,0 1,0-1,1 1,-1 0,0-1,0 1,0 0,0 0,0 0,0 0,-1 1,1-1,0 0,-1 1,1-1,-1 1,1 0,-1 0,0-1,1 1,-1 0,0 0,0 1,3 43,-4-40,-1-1,1 0,0 1,0-1,0 0,1 0,0 1,0-1,0 0,1 0,-1 0,1 0,1 0,-1 0,1-1,-1 1,1-1,0 0,1 1,-1-1,1-1,0 1,0-1,0 1,0-1,1 0,30-4,-19-7</inkml:trace>
  <inkml:trace contextRef="#ctx0" brushRef="#br0" timeOffset="1506.667">1392 450,'7'3,"9"0,2-1</inkml:trace>
  <inkml:trace contextRef="#ctx0" brushRef="#br0" timeOffset="1869.245">1664 0,'-1'1,"-1"0,1 0,-1 0,1 0,-1 1,1-1,0 0,0 1,-1-1,1 1,0-1,0 1,1-1,-1 1,0 0,0 0,1-1,-1 1,1 0,0 0,-1 0,1-1,0 1,0 0,0 0,0 0,1 1,-1-1,6 210,25 472,-31-670,4 46,-4-59,1 0,-1 1,0-1,1 0,0 0,-1 1,1-1,-1 0,1 0,0 0,0 0,0 0,0 0,0 0,0 0,0 0,0 0,0-1,0 1,0 0,0-1,1 1,-1-1,0 1,0-1,1 0,-1 1,0-1,1 0,-1 0,0 0,1 0,-1 0,0 0,1 0,-1 0,0-1,2 1,10-5,0-1,0 0,0 0,-1-1,0-1,0 0,-1-1,1-1,7-3,16-13,0-2,-2-1,-1-1,23-30,-94 133,38-71,0 1,1 0,-1 0,1 0,-1 0,1 0,0 0,0 0,0 0,1 0,-1-1,1 1,-1 0,1 0,0 0,0 0,0-1,0 1,1 0,-1-1,1 1,0-1,0 0,0 0,0 1,0-1,0 0,2 1,53 20,-26-17</inkml:trace>
  <inkml:trace contextRef="#ctx0" brushRef="#br0" timeOffset="2056.733">2047 533,'-18'-9,"-12"-6,-4-3,3 3</inkml:trace>
  <inkml:trace contextRef="#ctx0" brushRef="#br0" timeOffset="2257.917">1637 301,'19'-3,"17"-2,15-2,14 2,11 1,6 3,-2 5,-14 2</inkml:trace>
  <inkml:trace contextRef="#ctx0" brushRef="#br0" timeOffset="2505.943">2265 833,'-2'19,"-1"8,2 2,4-2,4-5,3-7,-1-8,-1-5</inkml:trace>
  <inkml:trace contextRef="#ctx0" brushRef="#br0" timeOffset="2753.799">2238 355,'-2'-2,"3"3,10 12,1 3</inkml:trace>
  <inkml:trace contextRef="#ctx0" brushRef="#br0" timeOffset="3051.841">2552 873,'34'-46,"-3"-3,-2 0,-1-2,-3-1,-3-2,-2 0,-2 0,1-13,-13 37,-1 1,-1-1,-2 1,-1-1,-1 0,-1 0,-2 1,-1-1,-2-3,6 30,0 0,-1 0,1-1,-1 1,1 0,-1 0,0 0,-1 0,1 0,0 0,-1 0,0 0,1 0,-1 1,0-1,-1 1,1-1,0 1,-1 0,1 0,-1 0,1 0,-1 0,0 1,0-1,0 1,0 0,0 0,0 0,-1 0,1 0,0 1,-2 2,1 0,0 0,0 0,0 1,0-1,0 1,0 0,0 1,1-1,0 0,0 1,0 0,0 0,0 0,1 0,-2 3,-13 27,2 0,1 0,2 2,1 0,2 0,1 1,2-1,2 2,1-1,2 22,0-34,2 0,1 0,1-1,1 1,1-1,1 0,1-1,10 22,-12-34,0 0,1 0,1 0,-1-1,2 0,-1 0,1-1,1 0,0-1,0 1,1-2,0 1,0-1,0-1,1 0,0 0,0-1,9 2,-12-4,1-1,-1 1,0-1,1-1,-1 0,1 0,-1-1,1 0,-1 0,1-1,-1 0,1-1,-1 0,0 0,0 0,0-1,0-1,0 1,0-1,-1 0,0-1,0 0,0 0,-1-1,1 1,-1-2,-1 1,1 0,-1-1,0 0,3-7,-3 5,0-1,-1 0,0 0,-1 0,0 0,-1-1,0 1,-1-1,0 1,0-1,-1 0,-1 1,1-1,-2 0,0 1,0-1,-1 1,0 0,0 0,-1 0,-3-4,6 11,-1 1,1-1,-1 1,1-1,-1 1,0 0,0 0,0 0,0 0,0 0,0 0,-1 1,1-1,-1 1,1-1,-1 1,1 0,-1 0,0 0,1 1,-1-1,0 0,0 1,0 0,0 0,1 0,-1 0,0 0,0 0,0 1,1 0,-1-1,0 1,0 0,1 0,-1 0,1 1,-1-1,1 1,-1-1,1 1,0 0,-4 4,1 0,0 0,1 0,0 1,0 0,0-1,1 1,0 1,0-1,1 0,0 1,0-1,0 1,1 0,1-1,-1 1,1 0,0 0,1-1,0 1,0 0,1-1,0 1,0-1,1 1,0-1,0 0,0 0,1 0,0-1,1 1,-1-1,1 0,4 3,2 3,1-1,1-1,0 0,0 0,0-1,2-1,-1 0,1-2,0 1,11 2,31 9</inkml:trace>
</inkml:ink>
</file>

<file path=ppt/ink/ink7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2-24T16:26:06.480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159 0,'0'19,"0"20,3 17,0 17,0 14,1 7,1 4,-1 0,0-8,-3-10,1-19</inkml:trace>
  <inkml:trace contextRef="#ctx0" brushRef="#br0" timeOffset="543.11">23 451,'-21'-171,"20"166,1 0,-1 0,1 0,0 0,0 1,1-1,-1 0,1 0,0 0,0 0,1 1,-1-1,1 1,0-1,1 1,-1-1,1 1,-1 0,1 0,1 1,-1-1,0 1,1-1,0 1,0 0,0 0,0 1,0-1,3-1,6 2,-1 0,0 1,0 1,1 0,-1 0,0 1,1 1,-1 0,0 1,0 0,0 1,-1 0,1 1,-1 0,0 0,0 2,-1-1,0 1,0 1,7 7,-14-14,0 1,0 0,0 0,-1 1,1-1,0 0,-1 1,0 0,0-1,0 1,0 0,0 0,-1 0,1 0,-1 1,0-1,1 0,-2 0,1 1,0-1,-1 1,1-1,-1 1,0-1,0 1,-1-1,1 1,-1-1,1 0,-1 1,-1 2,-6-1,0 1,-1-1,1 0,-1 0,0-1,0-1,-1 1,1-2,-1 1,1-1,-1 0,0-1,0 0,0-1,0 0,-5-1,10 1,-1 0,1 1,0-2,0 1,0-1,0 1,0-1,0-1,0 1,0-1,0 0,0 0,0-1,22-7,177 0,-177 9,22 1,0-1,0-3,0-1,0-2,-1-1,0-2,35-15,-67 22,-1 0,1-1,0 1,-1-1,0-1,0 1,0-1,0 0,-1 0,0 0,0 0,3-7,-5 10,-1 0,0-1,0 0,0 1,0-1,-1 1,1-1,0 0,-1 0,0 1,0-1,0 0,0 0,0 0,-1 1,1-1,-1 0,0 1,1-1,-1 0,0 1,-1-1,1 1,0-1,-1 1,0 0,1 0,-1 0,0 0,0 0,-2-2,-2 0,1 0,-2 1,1-1,0 1,-1 0,1 1,-1-1,0 1,0 1,0-1,0 1,0 1,0-1,0 1,0 0,0 1,0 0,0 0,0 0,0 1,0 0,1 0,-1 1,0 0,1 0,0 0,0 1,0 0,0 0,1 1,-1-1,1 1,1 0,-1 1,0-1,1 1,0 0,1 0,-1 0,1 1,0-1,1 1,-2 4,4-4,1-1,-1 1,1 0,0 0,1-1,0 1,0-1,0 1,1-1,0 0,0 0,0 0,1 0,0-1,0 1,1-1,-1 0,1 0,0-1,0 1,1-1,-1 0,1-1,0 1,0-1,0 0,1-1,-1 0,0 0,4 1,23 8,2-1,-1-1,1-2,0-2,1-1,24 0,30-2</inkml:trace>
</inkml:ink>
</file>

<file path=ppt/ink/ink7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2-24T16:26:05.413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0 350,'217'-309,"-191"269,-26 54,-32 192,-17 72,40-243</inkml:trace>
  <inkml:trace contextRef="#ctx0" brushRef="#br0" timeOffset="248.336">110 596,'-2'-3,"-1"-2,2-2,6 2,10 1,8 1,10 2,9-3,7-1,1-1,-3-1,-7-2,-10 0</inkml:trace>
</inkml:ink>
</file>

<file path=ppt/ink/ink7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2-24T16:26:03.612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411 219,'-1'-6,"0"0,0-1,-1 1,0 0,-1 1,1-1,-1 0,0 1,0-1,-1 1,0 0,0 0,0 0,0 1,-1-1,0 1,1 0,-2 0,1 1,0 0,-1 0,0 0,1 0,-1 1,0 0,0 0,-5 0,1 0,-1 0,1 1,-1 0,1 1,0 0,-1 0,1 1,-1 1,1 0,0 0,0 1,0 0,0 1,1 0,-1 1,-4 3,5-3,1 0,0 1,0 1,0-1,1 1,0 0,0 1,1 0,0 0,0 0,1 1,0 0,1 0,0 0,0 0,1 1,0-1,0 1,1 0,1 0,0 0,0 0,1 9,1-16,0 1,1 0,0-1,-1 1,1-1,0 0,1 1,-1-1,0 0,1 0,0-1,0 1,0 0,0-1,0 0,0 0,1 0,-1 0,1 0,-1-1,1 1,0-1,-1 0,1 0,0-1,0 1,0-1,0 0,0 0,0 0,-1 0,1-1,0 1,0-1,0 0,0 0,-1-1,1 1,-1-1,1 1,-1-1,1 0,-1-1,2-1,9-7,0-1,-1-1,-1 0,0-1,0 0,-1-1,-1 0,-1 0,0-1,-1-1,-1 0,0 0,-1 0,-1 0,-1-1,0 0,-1 0,-2 0,1 0,-2-1,-2-17,7 153,-4-104,1 0,1-1,-1 0,2 1,0-1,0 0,1-1,0 1,1-1,1 0,0 0,0-1,1 0,0 0,1-1,0 0,0-1,1 1,0-2,2 2,15 2</inkml:trace>
  <inkml:trace contextRef="#ctx0" brushRef="#br0" timeOffset="326.135">575 42,'16'35,"1"-1,2 0,1-1,2-1,1-1,1-1,22 21,26-1,-70-49,0 0,1-1,-1 1,0 0,0-1,1 1,-1-1,0 0,1 0,-1 0,0 0,1 0,-1-1,0 1,0-1,1 1,-1-1,0 0,0 0,0 0,0 0,0 0,0 0,0-1,0 1,0-1,-1 1,1-1,-1 0,1 0,-1 1,1-1,-1 0,0 0,1-2,4-12,-1 0,0 0,-1-1,0 0,-2 0,0 0,-1 0,0 0,-2 0,0-2,1-1,0-3,-1 17,0-1,0 0,1 1,0-1,1 0,0 0,0 1,0-1,1 0,0 1,0 0,0-1,1 1,0 0,2-3,-4 8,0 0,0 0,0 1,0-1,1 0,-1 1,0-1,0 1,1-1,-1 1,0-1,1 1,-1 0,1 0,-1 0,0-1,1 1,-1 1,1-1,-1 0,0 0,1 0,-1 1,0-1,1 1,17 6</inkml:trace>
  <inkml:trace contextRef="#ctx0" brushRef="#br0" timeOffset="1223.015">1163 369,'18'-19,"0"4,0-2,-1 0,-1-1,-1 0,-1-2,0 1,-2-2,0 0,-1 0,-1-1,-1-3,-10-38,1 61,0 1,-1 0,1-1,-1 1,1 0,-1 0,1-1,-1 1,0 0,0 0,1 0,-1 0,0 0,0 0,0 0,0 0,0 0,-1 0,1 1,0-1,0 0,0 1,-1-1,1 1,0 0,-1-1,1 1,0 0,-1 0,1-1,0 1,-1 0,1 0,-1 1,1-1,0 0,-1 0,1 1,0-1,0 1,-1-1,1 1,0-1,-1 1,-3 4,0 0,1 0,-1 0,1 0,0 1,0-1,1 1,-1 0,1 0,1 1,-1-1,1 1,0-1,1 1,-1 0,1-1,1 1,-1 0,1 0,0 0,1 3,-1-5,0 1,0-1,0 1,1-1,0 1,0-1,1 0,-1 1,1-1,0 0,1 0,-1 0,1 0,0-1,0 1,0-1,1 0,-1 0,1 0,0 0,1 0,-1-1,0 0,1 0,0 0,0-1,0 1,0-1,0 0,0-1,0 1,1-1,-1 0,3 0,-2 1,1-1,0 0,-1 0,1-1,0 0,0 0,0 0,0-1,-1 0,1 0,0-1,-1 0,1 0,-1 0,1-1,-1 0,0-1,0 1,-1-1,1 0,-1 0,0-1,0 1,0-1,0-1,-1 1,0 0,0-1,-1 0,1 0,-1 0,0-3,2-69,8 132,-9-46,0 0,1 0,0-1,0 1,0-1,1 0,0-1,1 1,-1-1,1-1,0 1,1-1,0 0,-1-1,1 0,3 1,-6-3,0 0,1 0,-1 0,0-1,1 0,-1 0,1-1,-1 1,1-1,-1 0,1-1,-1 1,0-1,1 0,-1-1,0 1,1-1,-1 0,0 0,0 0,0-1,-1 0,1 0,-1 0,1-1,-1 1,0-2,3-2,-1 0,1-1,-2 0,1-1,-1 1,-1-1,1 0,-2 0,1 0,-1-1,0 1,0-9,-4 31,0 0,1 0,0 0,1 0,0 0,1 0,3 8,-4-17,1 0,0 0,0-1,0 1,0-1,1 0,-1 0,1 1,0-2,0 1,0 0,1-1,-1 1,0-1,1 0,0 0,-1 0,1 0,0-1,0 0,0 0,0 0,0 0,0 0,0-1,0 0,0 0,0 0,2 0,6-1,-1 0,0-1,1 0,-1 0,0-1,0-1,0 0,-1 0,0-1,2-1,-6 3,0-1,0 1,0-1,-1-1,1 1,-1-1,0 1,-1-1,1-1,-1 1,0-1,0 0,-1 0,0 0,0 0,0 0,-1-1,0 1,0-1,-1 0,1 1,-1-1,-1 0,1-6,-1 12,0 0,0 0,0 0,0 1,0-1,1 0,-2 0,1 0,0 0,0 0,0 0,0 0,0 0,-1 1,1-1,0 0,-1 0,1 0,-1 0,1 1,-1-1,1 0,-1 1,0-1,1 0,-1 1,0-1,1 0,-1 1,0-1,0 1,0 0,1-1,-1 1,0 0,0-1,0 1,0 0,0 0,0 0,0 0,0 0,1 0,-1 0,0 0,0 0,0 0,0 0,0 1,0-1,0 0,1 1,-1-1,0 1,0-1,0 0,1 1,-1 0,0-1,1 1,-1 0,0-1,1 1,-1 0,-1 2,0 0,0 0,0 0,1 0,-1 0,1 1,0-1,0 1,0-1,0 0,1 1,0-1,-1 1,1-1,0 1,1 0,-1-1,0 1,1-1,0 0,0 1,0-1,0 1,1-1,-1 0,1 0,0 0,0 0,0 0,2 2,2 2,0-1,1 0,-1 0,1-1,1 1,-1-2,1 1,-1-1,1 0,1 0,-1-1,1 0,36 7,1-2,0-2,1-2,-1-1,21-4,-54 1,68 0</inkml:trace>
</inkml:ink>
</file>

<file path=ppt/ink/ink7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2-24T16:26:34.975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36 13,'-24'1,"17"-1,22-1,136-12,-151 14,0-1,0 0,-1 0,1 1,0-1,0 0,0 0,0 0,0 1,0-1,0 0,0 0,0 0,1 1,-1-1,0 0,0 0,0 1,0-1,0 0,0 0,0 0,0 0,1 1,-1-1,0 0,0 0,0 0,0 0,1 1,-1-1,0 0,0 0,0 0,1 0,-1 0,0 0,0 0,0 0,1 0,-1 0,0 0,0 0,0 0,1 0,-1 0,0 0,0 0,1 0,-1 0,-19 8,-139 5,285-13,-106 0</inkml:trace>
</inkml:ink>
</file>

<file path=ppt/ink/ink7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2-24T16:24:36.384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  <inkml:brush xml:id="br1">
      <inkml:brushProperty name="width" value="0.1" units="cm"/>
      <inkml:brushProperty name="height" value="0.1" units="cm"/>
      <inkml:brushProperty name="color" value="#33CCFF"/>
      <inkml:brushProperty name="ignorePressure" value="1"/>
    </inkml:brush>
  </inkml:definitions>
  <inkml:trace contextRef="#ctx0" brushRef="#br0">1 6072,'5'167,"22"138,-21-260,83 820,-34 122,-32-808,-12-121</inkml:trace>
  <inkml:trace contextRef="#ctx0" brushRef="#br0" timeOffset="700.119">1285 6045,'27'1402,"-27"-1396,56 893,-46-785,6 0,4-1,32 100,-29-148</inkml:trace>
  <inkml:trace contextRef="#ctx0" brushRef="#br0" timeOffset="1548.008">2814 6099,'0'-3,"0"5,0 11,0 14,0 25,0 30,0 34,0 37,0 34,0 34,0 26,2 18,3 7,8-5,9-16,9-22,5-29,-4-49</inkml:trace>
  <inkml:trace contextRef="#ctx0" brushRef="#br0" timeOffset="61648.954">2814 6932,'-1'1,"1"1,0-1,0 1,0-1,0 1,0-1,1 0,-1 1,0-1,1 1,-1-1,1 1,-1-1,1 0,0 1,0-1,-1 0,1 0,0 0,0 0,0 1,0-1,0 0,1-1,-1 1,0 0,0 0,1 0,-1-1,0 1,1-1,-1 1,1-1,-1 1,0-1,1 0,-1 0,1 0,-1 0,1 0,-1 0,2 0,1-2,0 0,0 0,0-1,-1 1,1-1,-1 0,1 0,-1 0,0-1,0 1,-1-1,1 1,-1-1,0 0,1 0,-2 0,1 0,0 0,-1-1,0 1,0 0,0-1,-1 1,1-1,-1 1,0-1,0 1,-1 0,0-1,1 1,-1-1,-1 1,1 0,0 0,-1-1,0 1,0 0,0 1,-1-1,1 0,-1 1,0-1,0 1,0 0,-1 0,1 0,-1 0,1 1,-1-1,-3 0,5 2,0 1,0 0,-1 0,1 0,0 0,0 1,0-1,0 0,0 1,0 0,0-1,0 1,0 0,1 0,-1 0,0 0,0 0,1 1,-1-1,1 0,-1 1,1-1,-1 1,1 0,0-1,0 1,-1 1,-26 54,27-55,-1 2,0-1,0 0,0 1,1-1,-1 1,1-1,0 1,0 0,0-1,0 1,1 0,-1 0,1 0,0-1,0 1,1 0,-1 0,1 0,0-1,0 1,0 0,0-1,1 1,-1 0,1-1,0 0,0 0,0 1,1-1,-1 0,1-1,-1 1,1 0,0-1,0 1,2 0,0-1,-1-1,1 0,-1 0,1 0,0 0,0-1,-1 1,1-1,0 0,0-1,-1 1,1-1,0 0,-1 0,1-1,-1 1,1-1,-1 0,0 0,0-1,0 1,0-1,0 0,0 0,-1 0,1 0,-1-1,0 1,0-1,0 0,-1 0,1 0,-1 0,0 0,0-1,0 1,-1-1,0 1,0-1,0 0,0 1,-1-1,1 0,-1 0,-1 1,1-3,-3 2,0 0,0 0,-1 0,1 0,-1 1,0 0,-1-1,1 2,-1-1,1 0,-1 1,0 0,-1 0,1 1,0-1,-1 1,1 0,-1 1,0-1,0 1,1 0,-1 0,0 1,0 0,0 0,0 0,0 1,1 0,-1 0,-5 2,5-1,0 0,0 1,1 0,-1 0,1 0,-1 1,1 0,1 0,-1 0,0 1,1-1,0 1,0 0,0 0,1 0,0 1,0-1,0 1,0 0,1 0,0 2,0-3,1-1,-1 1,1-1,1 1,-1 0,1-1,0 1,0 0,0-1,0 1,1 0,0-1,0 1,0-1,1 1,-1-1,1 0,0 1,0-1,1 0,-1 0,1 0,0-1,0 1,0-1,0 1,1-1,3 2,-2-1,0 0,0 0,1-1,-1 0,1 0,0 0,0-1,0 0,0 0,0-1,0 1,1-1,-1-1,1 1,-1-1,0 0,1 0,-1-1,0 0,1 0,-1-1,0 0,0 0,0 0,0 0,0-1,0 0,-1-1,0 1,1-1,-1 0,-1 0,1-1,0 1,-1-1,0 0,0 0,0-2,-2 2,-1 0,0-1,0 1,0-1,-1 1,1-1,-1 1,-1-1,1 1,-1-1,0 1,0-1,-1 1,1 0,-1-1,0 1,-1 0,1 0,-1 1,0-1,0 0,-1 1,1 0,-1 0,0 0,0 0,0 0,-1 1,1 0,-1 0,0 0,0 1,0-1,0 1,0 0,0 1,-1-1,1 1,-1 0,1 0,-1 1,1 0,-1 0,1 0,-1 0,1 1,-1 0,1 0,-1 1,1-1,0 1,0 1,0-1,0 0,0 1,0 0,0 1,-40 54,44-57,0 1,1-1,-1 1,0 0,1-1,-1 1,1 0,0 0,-1-1,1 1,0 0,0 0,0-1,0 1,1 0,-1 0,0-1,1 1,-1 0,1 0,0-1,-1 1,1-1,0 1,0-1,0 1,0-1,0 1,1-1,-1 0,0 0,1 1,-1-1,0 0,1 0,-1-1,1 1,0 0,-1 0,6 1,-1-1,0 0,1 0,-1 0,1 0,-1-1,1 0,-1-1,1 1,-1-1,1-1,-1 1,0-1,1 0,-1-1,0 1,4-3,41-12,177-24,-62 25,-64-2,0 5,2 4,47 4,-87 2,-1-2,1-3,26-9,-38 7,4 4,1 1,-1 3,12 3,-14 0,0-3,0-1,28-8,-25 0,-14 1,0 3,1 1,0 2,2 2,315-37,-226 39,-133 0,-1 0,1-1,0 1,0-1,0 1,0-1,0 1,-1-1,1 0,0 0,-1 0,1 0,-1 0,1 0,-1-1,1 1,-1 0,0-1,1 1,-1-1,0 0,0 1,0-1,-1 0,1 1,0-1,0 0,-1 0,1 0,-1 0,1-65,-2 42,-8-168,-15-66,-59-184,24 0,36 145,13 120,-18-111,-15-243,-58-75,65 300,22-115,-20-15,15 233,-5-148,0 94,10 160,11-24,3 121,0 0,0 0,0 1,0-1,-1 0,1 0,0 0,-1 0,1 1,0-1,-1 0,1 0,-1 0,1 1,-1-1,1 0,-1 1,0-1,1 1,-1-1,0 1,0-1,1 1,-1-1,0 1,0 0,0-1,0 1,1 0,-1 0,0-1,0 1,0 0,0 0,0 0,0 0,1 0,-1 1,0-1,0 0,0 0,0 1,-43 13,34-10,-29 7,-2-1,1-1,-1-3,0-1,-1-3,1-1,-33-3,59 1,-412 28,115-39,181 3,-1 6,-31 7,-299 2,304 8,50 8,106-21,0 0,0 0,0 0,1 0,-1 0,0 0,1 0,-1 1,1-1,-1 1,1-1,0 1,-1-1,1 1,0 0,0 0,0 0,1-1,-1 1,0 0,1 0,-1 0,1 0,0 0,-1 0,1 0,0 0,0 0,1 0,-1 1,13 63,-12-61,70 244,13-31,-79-198,-2 0,0 0,-1 0,-1 1,-1-1,-2 16,1 59,15 12,0 2,-21-84,-2-17</inkml:trace>
  <inkml:trace contextRef="#ctx0" brushRef="#br0" timeOffset="62948.636">5067 3573,'-98'204,"-26"-4,119-197,14-22,147-273,-99 173,-56 119,0 0,-1 0,1 0,0 0,0 0,-1 1,1-1,0 0,-1 1,1-1,0 0,-1 1,1-1,0 1,-1-1,1 1,-1-1,1 1,-1-1,1 1,-1 0,1-1,-1 1,0 0,1-1,-1 1,0 0,0 0,1-1,-1 1,0 0,0 0,0-1,0 1,0 0,0 0,0-1,0 1,0 0,-1 0,1-1,0 1,1 3,6 22,2-1,1 0,1 0,1-1,1 0,1-1,1-1,1 0,1-1,3 2,26 24,-31-33,-1 0,0 2,-1 0,0 0,9 18,-20-31,-1-1,0 0,0 1,0-1,0 1,0-1,-1 1,1-1,-1 1,0-1,0 1,0-1,0 1,0 0,0-1,-1 1,1-1,-1 1,0-1,1 1,-1-1,0 0,-1 1,-15 21</inkml:trace>
  <inkml:trace contextRef="#ctx0" brushRef="#br0" timeOffset="64183.833">4890 4024,'288'-40,"-260"44,-28-4,0 1,1-1,-1 1,0-1,1 1,-1-1,0 1,0-1,1 1,-1-1,0 1,0-1,0 1,0-1,0 1,0-1,0 1,0-1,0 1,0-1,0 1,0-1,0 1,0-1,-1 1,1-1,0 1,0-1,-1 1,1-1,0 1,0-1,-1 0,1 1,0-1,-1 0,1 1,-1-1,1 0,-1 1,1-1,0 0,-1 0,1 1,-1-1,1 0,-1 0,1 0,-1 0,-20 14,-1-2,0 0,0-2,-1 0,-1-2,1 0,-2-2,1-1,0 0,-3-2,-4 2,349-56,-305 48,-8 1</inkml:trace>
  <inkml:trace contextRef="#ctx0" brushRef="#br0" timeOffset="72646.851">97 7847,'-4'4,"0"1,0-1,1 1,0 0,0 0,0 0,0 0,1 0,0 1,0-1,0 1,1 0,0-1,0 1,0 0,1 0,0-1,0 1,0 0,1 0,0 0,0-1,0 1,1-1,2 6,0-7,0-1,1 1,-1-1,1 0,-1 0,1-1,0 1,0-1,1-1,-1 1,0 0,0-1,1 0,-1-1,1 1,-1-1,1 0,-1 0,1-1,-1 1,1-1,-1 0,0-1,1 0,-1 1,0-2,4-1,-5 3,0 0,0-1,0 1,0-1,-1 0,1 0,0 0,-1-1,0 1,1-1,-1 0,0 1,-1-2,1 1,0 0,-1 0,0-1,1 1,-1-1,-1 0,1 0,-1 0,1 0,-1 0,0 0,-1 0,1 0,-1 0,1 0,-1 0,0 0,-1-1,1 1,-1 0,0 0,0 0,0 0,0 0,-1 0,0 0,0 1,-2-4,2 3,-1 1,1 0,-1 0,0 0,0 0,0 0,0 1,0-1,-1 1,1 0,-1 0,0 0,1 0,-1 1,0 0,0 0,0 0,0 0,0 0,0 1,0-1,0 1,0 1,-1-1,1 0,0 1,0 0,0 0,0 0,0 0,1 1,-1-1,0 1,1 0,-1 0,1 1,-1-1,1 1,0-1,-1 2,0 3,1-1,-1 0,1 1,1 0,-1-1,1 1,1 0,-1 0,1 1,0-1,1 0,-1 0,1 0,1 4,-1-7,1-1,-1 1,1 0,0-1,0 1,0-1,0 0,1 1,0-1,-1 0,1 0,0 0,0 0,1 0,-1 0,0-1,1 1,0-1,0 0,-1 1,2-1,-1 0,0-1,0 1,0-1,1 1,-1-1,1 0,0 0,2-1,-1 0,1-1,-1 0,0 0,1 0,-1-1,0 1,0-1,0-1,0 1,0-1,0 1,-1-1,1-1,-1 1,0-1,0 1,0-1,-1 0,1 0,-1-1,0 1,0-1,-1 0,1 0,-1 0,0 0,0 0,-1 0,1 0,-1-1,0 1,-1 0,1-1,-1 1,0-1,-1 1,1-1,-1 1,0-2,0 4,-1-1,1 1,-1 0,1-1,-1 1,0 0,0 0,0 0,-1 0,1 0,-1 1,0-1,1 1,-1 0,0-1,0 1,-1 1,1-1,0 0,-1 1,1 0,0-1,-1 1,-1 0,-4-1,0 0,-1 1,1-1,-1 2,0-1,1 1,-1 1,-7 1,10-1,1 0,0 1,-1-1,1 1,0 1,0-1,1 1,-1 0,0 0,1 1,0 0,0 0,0 0,0 0,0 1,1 0,0 0,-3 4,7-8,0-1,0 1,-1 0,1 0,0 0,0 0,0 0,0 0,0-1,0 1,0 0,0 0,0 0,0 0,1 0,-1 0,0-1,0 1,1 0,-1 0,1 0,-1-1,1 1,-1 0,1 0,-1-1,1 1,0-1,-1 1,1 0,0-1,0 1,-1-1,1 0,0 1,0-1,0 0,0 1,-1-1,1 0,0 0,1 0,40 6,-41-6,52 0,1-3,-1-2,32-8,303-39,87-48,-288 63,62-26,-183 45,1 3,1 3,47-1,925-106,-365 65,-506 42,333-31,92-6,-332 31,6 12,-66 7,-46 26,6 0,-132-20,-25-5,1-1,-1 1,1-1,0 0,-1-1,1 1,0-1,0 0,0 0,-1-1,5-1,-7 0,0-1,0 0,0 0,0 0,0 0,-1-1,0 1,1-1,-1 0,0 0,-1 1,1-1,-1 0,0 0,0-1,0 1,0 0,-1 0,1 0,-1-4,3-68,-2 0,-4 0,-3 0,-4 1,-3 0,-3 0,-6-8,0-18,-13-52,1 9,7-2,-3-77,14-218,9 335,-4 1,-10-27,-12-104,22 28,11-98,2 116,-4 39,-18-121,-12-45,12-42,-1-141,21-295,7 572,-2-104,-18-7,-14-104,11 291,16 145,-1 0,0-1,1 1,-1 0,0 0,0 0,0 0,-1 0,1 0,0 0,-1 0,1 1,-1-1,0 0,0 1,1 0,-1-1,0 1,0 0,0 0,0 0,-1 0,1 0,0 0,0 1,0-1,-1 1,1 0,0-1,-1 1,1 0,0 0,-1 1,1-1,-2 1,-1196 1,653 12,65-4,-146-7,91-59,36 44,-94 12,304 14,132-12,151-1,0 0,0 1,1 0,-1 0,1 1,0 0,0 0,0 1,0 0,0 0,-3 3,8-3,0 0,0 1,0-1,1 0,-1 1,1-1,0 1,1-1,-1 1,1-1,0 1,0-1,0 1,0-1,2 6,-2 6,1 76,-1-19,2-1,3 0,4 0,5 13,128 364,-129-392,-3 1,-3 0,-2 0,-2 1,-3 0,1-15,2 0,1 0,3-1,2 0,1 0,11 25,-16-50,1-1,-2 1,-1 1,0-1,-1 0,-1 1,-1 14,13 92,-10-100,0-16</inkml:trace>
  <inkml:trace contextRef="#ctx0" brushRef="#br0" timeOffset="74007.239">2882 76,'-78'24,"55"-14,-40 15,-2-2,0-3,-2-3,-5-2,-55 8,126-21,-1-1,1 0,0 0,0 1,0-1,-1 1,1-1,1 1,-1-1,0 1,0-1,1 1,-1 0,1 0,-1-1,1 1,0 0,-1 0,1-1,0 1,0 0,0 0,1 0,-1-1,0 1,1 0,-1 0,1-1,0 1,-1 0,1-1,0 1,0-1,0 1,0-1,0 1,0-1,1 0,-1 0,0 1,1-1,-1 0,1 0,-1 0,1-1,-1 1,1 0,0 0,1 0,81 18,-36-12,-32-2,-1 0,0 1,0 0,0 1,-1 1,0 0,0 1,-1 1,0 0,29 20,2-2,0-2,28 10,-71-35,0 0,-1-1,1 1,0 0,0-1,0 1,0-1,-1 1,1-1,0 1,0-1,0 0,0 1,0-1,0 0,0 0,0 0,0 0,0 0,0 0,0 0,0 0,0 0,0 0,1 0,-2-1,1 1,0 0,0-1,0 1,0-1,0 1,0-1,0 1,0-1,-1 0,1 0,0 1,-1-1,1 0,0 0,-1 0,1 1,-1-1,1 0,-1 0,1 0,-1 0,0 0,0 0,1 0,-1 0,0 0,0 0,0 0,0 0,-2-184,0 138,-2 0,-2 0,-2 1,-4-7,-23-12,12 46</inkml:trace>
  <inkml:trace contextRef="#ctx0" brushRef="#br0" timeOffset="75842.694">55 7942,'0'-4,"0"0,0 3,0 5,0-1,0-4,3-5,0-8,0 0</inkml:trace>
  <inkml:trace contextRef="#ctx0" brushRef="#br1" timeOffset="131574.161">2964 8775,'0'886,"24"-713,-7-82,-15-89,-1 1,1-1,0 0,0 0,0 0,0 0,0 0,0 0,0 0,1-1,-1 1,1-1,-1 1,1-1,-1 0,1 0,0 0,-1-1,1 1,0-1,0 1,0-1,0 0,-1 0,1 0,0 0,0-1,0 1,-1-1,1 0,0 0,1 0,12 0,535-25,299-5,-608 25,163-28,-204 11,0 9,26 8,-175 7,-57-6,-8 3</inkml:trace>
  <inkml:trace contextRef="#ctx0" brushRef="#br1" timeOffset="132198.587">4234 9623,'0'2,"-1"1,1 0,0-1,0 1,0 0,1-1,-1 1,1 0,-1-1,1 1,0-1,0 1,0-1,0 1,1-1,-1 0,0 1,1-1,0 0,-1 0,1 0,0 0,2 0,33 26,2-2,0-2,2-1,1-2,37 21,-61-32,-6-5,-1 2,0-1,0 1,0 1,-1 0,0 0,0 1,-1 1,2 2,-9-10,-1 0,0 0,0 1,0-1,0 0,0 1,0-1,0 0,-1 1,0-1,1 1,-1-1,0 1,0-1,0 1,0 0,-1-1,1 0,-1 1,1-1,-1 1,0-1,0 0,0 1,0-1,-1 0,1 0,-1 0,1 0,-1 0,1 0,-1 0,0 0,-72 52,68-50,-444 239,409-220</inkml:trace>
  <inkml:trace contextRef="#ctx0" brushRef="#br1" timeOffset="134740.818">4138 8038,'-2'14,"1"14,1 13,1 13,2 9,1 7,-1 3,0 0,-1 0,-1-6,0-7,-1-12,0-14</inkml:trace>
  <inkml:trace contextRef="#ctx0" brushRef="#br1" timeOffset="135187.133">4316 8598,'28'-3,"0"-1,-1-1,1-1,-1-2,0-1,0 0,-1-2,-1-2,0 0,14-10,8-28,-46 50,0-1,0 0,-1 1,1-1,0 0,-1 0,1 0,-1 1,1-1,-1 0,0 0,0 0,0 0,0 0,0 0,0 0,0 0,-1 1,1-1,-1 0,1 0,-1 0,0 0,0 1,0-1,0 0,0 1,0-1,0 1,0-1,-1 1,1 0,0-1,-1 1,-6-4,1 1,-1 0,0 1,-1 0,1 0,0 0,-1 1,1 1,-1-1,0 1,0 1,1 0,-1 0,0 1,0 0,1 0,-1 1,1 0,-1 0,-1 2,3-1,0 0,0 0,1 1,-1 0,1 1,0-1,0 1,1 0,-1 1,1-1,0 1,0 0,1 0,0 1,0 0,1-1,-1 1,2 0,-1 0,1 1,0-1,0 0,1 1,0 0,0-1,1 1,0-1,0 1,1 0,0-1,0 1,1-1,0 0,0 1,1-1,-1 0,2 0,-1 0,1-1,0 1,0-1,1 0,0 0,0-1,6 5,0-2,0-2,1 0,1 0,-1-1,0 0,1-1,0-1,0 0,0-1,1 0,-1-1,0-1,1 0,-1 0,0-1,1-1,0-1,32-6</inkml:trace>
  <inkml:trace contextRef="#ctx0" brushRef="#br1" timeOffset="135719.712">4986 8325,'-21'11,"1"1,0 1,1 0,1 2,-15 14,31-28,1 1,-1 0,1-1,0 1,-1 0,1-1,0 1,0 0,0 0,0 0,0 0,1 0,-1 0,1 1,-1-1,1 0,0 0,0 0,0 0,0 0,0 1,0-1,1 0,-1 0,1 0,-1 0,1 0,0 0,0 0,0 0,0 0,0 0,0 0,1-1,-1 1,0 0,1-1,-1 1,1-1,0 0,0 1,-1-1,2 0,39 33,-34-30,0 1,-1 0,1 1,-1-1,0 2,-1-1,1 1,-1 0,-1 0,1 0,-1 1,-1 0,1 0,-1 0,-1 0,0 1,0 0,0-1,-1 4,-2-7,0-1,-1 0,1 1,-1-1,-1 0,1 1,0-1,-1 0,0 0,0 0,0-1,-1 1,1 0,-1-1,0 0,0 1,0-1,0 0,0 0,-1-1,1 1,-1-1,0 0,0 0,0 0,0 0,0-1,0 1,0-1,-1 0,1 0,2-2,0 1,0-1,0 1,0-1,1 0,-1 0,0 0,1 0,-1 0,1 0,-1 0,1-1,-1 1,1 0,0-1,0 1,-1-1,1 1,0-1,1 0,-1 1,0-1,0 0,1 0,-1 0,1 1,-1-1,1 0,0 0,0 0,0 0,0 0,0 0,0 0,1 0,-1 1,0-1,1 0,0 0,-1 0,1 1,0-1,1-1,3-14,1 1,1 0,1 1,0-1,1 2,0-1,2 1,-1 0,2 1,0 1,0 0,1 0,0 1,1 1,1 0,-1 1,2 1,0-1,-13 7,1 0,-1 0,0 0,0 0,1 0,-1 1,1-1,-1 1,1 0,0 0,0 1,-1-1,1 1,0-1,0 1,-1 0,1 1,0-1,0 1,-1 0,1 0,0 0,-1 0,1 0,-1 1,1 0,-1-1,0 1,0 1,1-1,-2 0,1 1,0-1,1 2,22 94,-26-89,1 0,0 0,1-1,0 1,0 0,1-1,0 0,0 1,1-1,0 0,1-1,0 1,2 3,19 3,-14-14</inkml:trace>
  <inkml:trace contextRef="#ctx0" brushRef="#br1" timeOffset="135953.221">5231 8025,'-16'0,"-6"2,-1 3,3 6,8 5,10 5,13 3,10 0,13 3,3 1,-3-3</inkml:trace>
  <inkml:trace contextRef="#ctx0" brushRef="#br1" timeOffset="136661.843">5436 8652,'0'1,"1"-1,-1 1,1-1,-1 1,1-1,-1 0,1 1,-1-1,1 0,-1 0,1 1,0-1,-1 0,1 0,0 0,-1 0,1 0,0 0,-1 0,1 0,0 0,-1 0,1 0,-1 0,1 0,0-1,-1 1,1 0,-1 0,1-1,0 1,-1 0,1-1,-1 1,1-1,-1 1,1 0,-1-1,0 1,1-1,-1 1,0-1,1 0,-1 1,0-1,1 1,-1-1,0 0,0 1,0-1,0 0,0 1,1-1,-1 1,-1-1,11-40,-2-153,-8 192,0-1,0 1,0 0,1-1,-1 1,0-1,1 1,0 0,-1-1,1 1,0 0,0-1,1 1,-1 0,0 0,1 0,-1 0,1 0,-1 1,1-1,0 0,0 1,0-1,0 1,0 0,0 0,0 0,1 0,-1 0,0 0,1 0,-1 1,0-1,1 1,-1-1,2 1,2-1,0 0,0 1,1 0,-1 0,0 0,1 1,-1-1,0 2,0-1,0 1,0 0,0 0,0 0,0 1,-1 0,1 0,-1 0,0 1,0 0,0 0,-1 0,1 1,-1-1,0 1,0 0,-1 0,1 1,-1-1,0 1,-1 0,2 2,0 82,-6-79,2-1,-1 1,1 0,1-1,0 1,1-1,0 1,0-1,1 0,0 1,1-1,0-1,1 1,0-1,2 4,-5-11,0 0,0 1,1-1,-1 0,0 0,1 0,0 0,-1-1,1 1,0-1,0 0,0 1,-1-1,1-1,1 1,-1 0,0-1,0 1,0-1,0 0,0 0,0 0,0-1,1 1,-1-1,0 1,0-1,0 0,0 0,-1-1,3 0,3-2,1-1,0 0,-1-1,0 0,-1 0,1-1,-1 0,0 0,2-4,3-4,0 0,-1-2,-1 1,0-2,-1 1,-1-1,-1 0,-1-1,0 0,3-18,-9 36,1 0,-1 0,0 0,1 0,-1 0,0-1,0 1,0 0,0 0,0 0,0-1,0 1,0 0,-1 0,1 0,0 0,-1-1,1 1,-1 0,1 0,-1 0,1 0,-1 0,0 0,0 0,1 0,-1 0,0 1,0-1,0 0,0 0,0 1,0-1,0 1,0-1,0 1,0-1,0 1,-1 0,1-1,0 1,0 0,0 0,-1 0,1 0,0 0,0 0,0 0,-1 0,1 0,0 1,0-1,0 0,0 1,0-1,0 1,0 0,-1-1,2 1,-2 0,0 3,1 0,-1-1,1 1,0 0,0 0,0 0,0 1,1-1,0 0,0 0,0 0,0 0,1 0,-1 0,1 0,0 0,0 0,1 0,-1 0,1 0,1 1,-2-1,1 5,0-1,1 1,0 0,1-1,-1 0,1 0,1 0,0-1,0 1,0-1,1 0,0 0,1-1,-1 0,1 0,0-1,1 1,-1-2,1 1,0-1,0 0,0-1,1 1,-1-2,1 1,0-1,2 0,1-2,0 0,-1 0,1-1,0-1,-1 0,1 0,-1-1,6-3,15-6</inkml:trace>
  <inkml:trace contextRef="#ctx0" brushRef="#br1" timeOffset="137157.515">6542 8503,'-1'-5,"0"0,-1 1,1-1,-1 1,0-1,0 1,-1 0,1 0,-1 0,0 0,0 0,0 0,-1 1,1 0,-1-1,0 1,0 1,0-1,0 1,-1-1,1 1,0 0,-1 1,0-1,1 1,-1 0,0 0,0 0,0 1,1 0,-1 0,0 0,0 0,0 1,-1 0,0 1,1 1,-1 0,1 0,0 1,0-1,1 1,-1 0,1 1,-1-1,1 1,1-1,-1 1,1 1,0-1,0 0,0 1,1-1,0 1,0 0,0 0,1 0,-1 0,1-2,1 0,-1 0,1 1,0-1,0 0,0 0,0 0,1 0,-1 0,1 0,0 0,1 0,-1 0,1-1,-1 1,1 0,0-1,0 1,1-1,-1 0,1 1,0-1,0-1,0 1,0 0,0-1,0 1,1-1,-1 0,1 0,0 0,3 0,1 0,-1-1,0 0,1 0,-1-1,1 0,-1 0,1-1,-1 0,1-1,-1 1,0-1,0-1,0 1,0-1,0 0,0-1,-1 0,0 0,1 0,-2-1,1 0,0 0,-1 0,0-1,0 0,-1 1,0-2,0 1,0-1,0 1,-1-1,-1 0,1 0,-1 0,0-1,0-3,-4 5,-4 24,5-14,0 0,1 0,0 0,-1 0,1 0,0 0,1 1,-1-1,1 0,0 0,0 0,0 0,0-1,1 1,0 0,-1 0,1-1,1 1,-1-1,0 0,1 0,0 0,0 0,0 0,0 0,0-1,0 1,1-1,3 2,9 2,0 0,0-1,1-1,0-1,0 0,0-1,0-1,1-1,-1 0,0-1,0-1,0 0,5-3,4-1</inkml:trace>
  <inkml:trace contextRef="#ctx0" brushRef="#br1" timeOffset="138851.13">3074 10838,'-5'-6,"0"1,-1 0,1 0,-1 0,0 1,0 0,0 0,-1 0,1 1,-1 0,0 0,0 1,0 0,0 0,-1 1,1 0,0 0,-1 0,1 1,-1 0,1 1,0 0,-1 0,1 0,0 1,0 0,0 0,0 1,0 0,0 0,-5 5,3-1,0 0,1 1,-1 0,2 0,-1 1,1 0,1 0,0 1,0 0,1 0,0 0,0 1,-2 10,6-17,-1 1,1-1,0 1,0 0,0 0,1-1,-1 1,1 0,0 0,1 0,-1 0,1-1,0 1,0 0,1-1,-1 1,1-1,0 1,0-1,0 0,1 1,0-1,0-1,0 1,0 0,0-1,1 1,-1-1,1 0,0 0,0-1,0 1,2 0,0 0,0-1,1 0,-1 0,0 0,1 0,-1-1,0 0,1-1,0 1,-1-1,1-1,-1 1,1-1,-1 0,1-1,-1 1,0-1,0-1,0 1,0-1,0 0,0 0,2-2,2-2,-1 0,0-1,0 0,-1 0,0-1,0 0,-1 0,0-1,-1 1,0-2,0 1,2-10,4-19,-3-1,-1 0,-2-1,-1 0,-3 0,-1 0,-2 0,-2 0,-4-17,4 18,-4-23,7 63,0 0,-1 0,1 0,0 1,0-1,0 0,0 0,-1 0,1 0,0 0,0 0,0 0,0 0,-1 0,1 0,0 0,0 0,0 0,-1 0,1 0,0 0,0 0,0 0,-1 0,1 0,0 0,0 0,0 0,-1 0,1 0,0 0,0 0,0 0,0 0,-1-1,1 1,0 0,-3 26,-2 157,13 112,-7-272,-1-10,0 0,0 0,2 0,-1-1,2 1,0 0,0-1,1 1,0-1,1 0,1-1,5 10,-8-18,0 0,0-1,0 1,0-1,0 0,0 0,0 0,1 0,-1 0,1-1,0 0,-1 0,1 0,0 0,-1 0,1-1,0 1,0-1,0 0,0-1,-1 1,1 0,0-1,0 0,-1 0,1 0,0-1,-1 1,1-1,9-4,0 0,0-1,-1-1,0 0,-1-1,1 0,0-2,2-2,-1-1,0 0,-1-1,-1-1,0 0,-2 0,1-1,-2 0,0-1,-1 0,-1 0,-1 0,2-10,-7 137,19-4,-18-101,0 0,0 0,0-1,1 1,0-1,0 1,0-1,0 1,1-1,-1 0,1 0,-1 0,1 0,0-1,0 1,1-1,-1 0,0 0,1 0,0 0,-1-1,1 1,0-1,0 0,0 0,18 0</inkml:trace>
  <inkml:trace contextRef="#ctx0" brushRef="#br1" timeOffset="139101.229">3497 10456,'-16'2,"-8"3,0 6,4 5,6 2,12 1,11-1,11-1,2-3</inkml:trace>
  <inkml:trace contextRef="#ctx0" brushRef="#br1" timeOffset="139317.682">3756 10702,'3'23,"1"1,2 0,0-1,1 0,1 0,1-1,2 0,0-1,1 0,1-1,0 0,2-1,1 0,9 8,-24-25,1 1,0-1,0 1,0-1,0 0,0 0,0 0,0 0,1 0,-1 0,1-1,-1 1,1-1,0 0,-1 1,1-1,0 0,0-1,0 1,0-1,0 1,0-1,0 0,0 0,0 0,0 0,0-1,0 1,0-1,0 0,0 1,-1-1,1-1,0 1,0 0,-1-1,1 1,-1-1,1 0,6-17,0 1,-2-1,0 0,-1-1,-1 1,-1-1,-1 0,0 0,-2-5,1 14,2-31,-4 27,0-1,2 1,0 0,0 0,1 0,1 1,0-1,2 1,-1 0,2 0,-1 0,2 1,0 0,1 1,1-3,14-3</inkml:trace>
  <inkml:trace contextRef="#ctx0" brushRef="#br1" timeOffset="140161.425">5094 10469,'-17'16,"-48"-1,-42 18,103-31,0 1,0-1,1 1,-1 0,1 0,-1 0,1 1,0-1,0 1,0 0,1 0,-1 0,1 0,0 0,0 0,0 1,1-1,-1 1,1-1,0 1,1-1,-1 4,1-3,0-1,0 0,0 0,1 0,-1 1,1-1,0 0,0 0,1 0,-1 0,1 0,0-1,0 1,0 0,1-1,-1 1,1-1,0 0,0 0,0 0,0 0,0-1,1 1,-1-1,1 0,0 0,-1 0,1 0,0-1,0 1,2-1,7 4,1-2,0 1,0-2,0 0,0-1,1 0,-1-1,13-2,-11 0,-1 0,0-1,1-1,-2-1,1 0,0-1,-1 0,0-1,-1-1,1 0,-2-1,1-1,-1 0,0 0,-1-1,-1 0,1-1,-2-1,0 1,0-2,-1 1,-1-1,0 0,-1 0,-1-1,0 0,0-1,-5 7,-1 20,0-3,-1 14,0-1,2 1,0-1,2 1,2 11,-4-30,1 0,0 1,0-1,0 0,0 0,1 0,-1 0,1 0,0 0,0 0,0 0,0 0,1-1,-1 0,0 1,1-1,0 0,0 0,-1 0,1 0,0-1,1 1,-1-1,0 0,0 0,0 0,1 0,-1 0,1-1,-1 0,0 1,1-1,1-1,3 1,-1-1,1 0,-1-1,0 0,1 0,-1 0,0-1,0 0,-1-1,1 1,-1-1,1-1,-1 1,5-6,-2 1,0-1,0-1,-1 0,-1 0,1 0,-2-1,0 0,0-1,-1 1,-1-1,0 0,-1 0,0 0,-1-1,0 1,-1-1,-1 0,-9-7,7 30,0 1,1-1,0 1,1-1,0 1,1 0,0-1,0 1,1-1,0 1,0-1,1 0,1 0,-1 0,1-1,1 1,0-1,3 5,-2-6,-1-1,1 0,0 0,0 0,1-1,0 0,-1 0,2-1,-1 0,1 0,-1-1,1 0,0 0,0-1,0 1,1-2,3 1,10 1,0-2,0 0,0-1,0-2,0 0,1-1,30-7</inkml:trace>
  <inkml:trace contextRef="#ctx0" brushRef="#br1" timeOffset="141632.293">6815 10441,'-3'-330,"-2"285,4 45,1 0,0 0,0 0,0 0,0 0,0 0,0 0,-1 0,1 0,0 0,0 0,0 0,0 0,0 0,-1 0,1 0,0 0,0 0,0 0,0 0,0-1,0 1,-1 0,1 0,0 0,0 0,0 0,0 0,0 0,-1 19,10 233,-8-230,-1 8,2 0,1-1,1 1,7 22,-3-27</inkml:trace>
  <inkml:trace contextRef="#ctx0" brushRef="#br1" timeOffset="141971.382">7047 10319,'0'8,"1"1,0-1,1 1,0-1,0 0,0 0,1 0,1 0,-1 0,1 0,0-1,1 0,0 0,0 0,1 0,-1-1,2 0,-1 0,0-1,1 0,0 0,0 0,1-1,-1 0,1 0,0-1,0 0,7 1,-8-2,0-1,1 0,-1-1,0 0,0 0,1 0,-1-1,0 0,0 0,0-1,0 0,0 0,0-1,0 0,-1 0,1 0,-1-1,0 0,0-1,0 1,-1-1,0 0,0 0,0-1,0 1,-1-1,0 0,0 0,0-1,-1 1,0-1,0 0,-1 1,0-1,0 0,-1-1,1-5,-1 4,0 0,-1 0,0 0,-1 0,0 0,0 0,-1 0,0 1,-1-1,0 0,0 1,0 0,-1 0,-1 0,1 0,-1 0,-1 1,1 0,-1 0,-1 1,1 0,-1 0,0 0,0 1,-1 0,1 0,-1 1,0 0,-1 0,1 1,-1 0,1 0,-1 1,0 0,0 1,0 0,0 0,0 1,-6 1,2 2,0 1,0 1,1 0,0 0,0 2,1-1,-1 1,2 1,-1 0,1 1,-2 1,-26 26</inkml:trace>
  <inkml:trace contextRef="#ctx0" brushRef="#br1" timeOffset="142216.738">6829 10005,'-12'25,"-15"23,-22 20,-2-3</inkml:trace>
  <inkml:trace contextRef="#ctx0" brushRef="#br1" timeOffset="144468.305">4275 9746,'0'-22,"0"24,1 293,3-271,2-36,9-134,-12 136,-1 15,3 18,9 72,-14-94,0-1,0 1,0-1,0 1,0-1,0 1,1 0,-1-1,0 1,0-1,1 1,-1-1,0 0,1 1,-1-1,1 1,-1-1,0 1,1-1,-1 0,1 1,-1-1,1 0,-1 0,1 1,-1-1,1 0,0 0,-1 0,1 0,-1 0,1 0,-1 1,1-1,0-1,-1 1,1 0,-1 0,1 0,-1 0,1 0,0 0,-1-1,1 1,-1 0,1 0,-1-1,1 1,-1 0,1-1,-1 1,0-1,1 1,-1 0,1-1,-1 1,0-1,0 1,1-1,-1 1,0-1,0 1,1-1,-1 0,16-36,21-128,-37 165,0 0,0 0,0 1,0-1,0 0,1 0,-1 1,0-1,0 0,0 0,0 1,1-1,-1 0,0 0,0 0,0 1,1-1,-1 0,0 0,0 0,1 0,-1 0,0 0,0 0,1 1,-1-1,0 0,1 0,-1 0,0 0,0 0,1 0,-1 0,0 0,1 0,-1-1,0 1,0 0,1 0,-1 0,0 0,0 0,1 0,-1-1,0 1,0 0,1 0,-1 0,0 0,0-1,6 13,0-7,0 1,0-1,0-1,1 1,-1-1,1-1,0 1,0-1,1 0,1 0,20 9,-24-9,1-1,0 1,-1 0,1 1,-1-1,0 1,0 0,-1 0,1 0,-1 1,0 0,0 0,0 0,0 0,-1 0,0 1,0 0,-1-1,0 1,0 0,0 0,-1 1,1-1,-1 5,-1-8,-1 0,1 0,-1 0,0 0,0 0,0 0,0 0,0 0,-1-1,1 1,-1 0,0-1,0 1,0-1,0 1,0-1,-1 0,1 0,-1 0,1 0,-1-1,0 1,1-1,-1 1,0-1,0 0,-2 0,-84 16,53-16,21-1,0 0,0 1,0 1,0 0,1 1,-1 1,-14 5,22 3,26-8,-8-4,0-1,0-1,0 0,0 0,-1-1,1 0,-1-1,0 0,0-1,0 0,-1-1,1 0,-1 0,-1-1,1 0,-1 0,0-1,2-4,-9 11,-1 1,1 0,-1-1,1 1,-1 0,1-1,-1 1,0-1,1 1,-1-1,1 1,-1-1,0 0,0 1,1-1,-1 1,0-1,0 0,0 1,0-1,0 1,0-1,0 0,0 1,0-1,0 0,0 1,0-1,0 1,0-1,0 0,-1 1,1-1,0 1,-1-1,1 1,0-1,-1 1,1-1,0 1,-1-1,1 1,-29 1,-11 15,2 2,0 1,1 2,1 2,-5 6,38-27,-26 18</inkml:trace>
</inkml:ink>
</file>

<file path=ppt/ink/ink7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2-24T16:26:12.336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  <inkml:brush xml:id="br1">
      <inkml:brushProperty name="width" value="0.1" units="cm"/>
      <inkml:brushProperty name="height" value="0.1" units="cm"/>
      <inkml:brushProperty name="color" value="#33CCFF"/>
      <inkml:brushProperty name="ignorePressure" value="1"/>
    </inkml:brush>
  </inkml:definitions>
  <inkml:trace contextRef="#ctx0" brushRef="#br0">1 1191,'1'-42,"2"-1,2 1,2 0,1 1,4-6,-12 44,1 0,-1 0,0 0,1 0,0-1,-1 1,1 0,1 0,-1 1,0-1,1 0,-1 0,1 1,0-1,0 1,0-1,0 1,0 0,1 0,-1 0,1 0,-1 0,1 0,0 1,-1-1,1 1,0 0,0 0,0 0,0 0,0 1,0-1,1 1,-1-1,0 1,0 0,0 1,2-1,11 6,0 1,-1 1,0 1,0 0,0 0,-1 2,-1 0,0 0,10 12,-18-19,0 0,0 1,0 0,0 0,-1 0,0 0,0 1,0 0,-1 0,0 0,0 0,0 0,-1 1,0-1,0 1,-1 0,1-1,-2 1,1 0,-1 4,-1-9,0 0,0 0,0 0,0 0,0 0,-1 0,1-1,-1 1,1 0,-1-1,0 1,1-1,-1 1,0-1,0 0,0 0,0 0,0 0,0 0,0-1,-1 1,1-1,0 1,0-1,-1 0,1 1,0-1,0 0,-1-1,0 1,-68-17,34-17,36 33,1 0,-1 1,1-1,-1 0,1 0,0 0,-1 0,1 0,0 0,-1 0,1 0,0 0,0 0,0 0,0 0,0 0,0 0,0 0,0 0,0 0,1 0,-1 1,0-1,1 0,-1 0,1 0,-1 0,1 0,-1 0,1 1,-1-1,1 0,0 0,-1 1,1-1,0 0,0 1,0-1,-1 1,1-1,0 1,0-1,0 1,0 0,0 0,0-1,1 1,19-6,1 0,0 2,0 0,0 1,12 1,50-7,-62 6,-12 3,0-1,0 0,0 0,0-1,0-1,-1 1,1-1,-1-1,1 0,-1 0,-1-1,1 0,-1-1,1 0,-2 0,1 0,-1-1,0 0,0-1,3-4,-10 12,0 0,0 1,0-1,0 0,1 0,-1 0,0 0,0 0,0 0,1 0,-1 0,0 0,0 0,0 0,1 1,-1-1,0 0,0 0,0-1,1 1,-1 0,0 0,0 0,0 0,1 0,-1 0,0 0,0 0,0 0,1 0,-1 0,0-1,0 1,0 0,0 0,1 0,-1 0,0 0,0-1,0 1,0 0,0 0,-2 23,2-21,-4 28,0-6,1 0,1 0,1 0,1 1,2 5,11 1,-4-23</inkml:trace>
  <inkml:trace contextRef="#ctx0" brushRef="#br0" timeOffset="296.76">437 508,'-16'-12,"-8"-3,-2 0,1 3,5 6,6 8,5 12,4 11,3 12,2-1</inkml:trace>
  <inkml:trace contextRef="#ctx0" brushRef="#br0" timeOffset="578.999">232 1477,'0'14,"0"11,0 9,0 3,0 0,0-1,0-3,0-7</inkml:trace>
  <inkml:trace contextRef="#ctx0" brushRef="#br0" timeOffset="1018.819">1652 808,'6'63,"4"-74,-7 3,-1 0,0 0,-1 0,0 0,0 0,0-1,-1 1,-1 0,1 0,-1 0,-1 0,0-1,0 2,0-1,-1 0,0 0,0 1,-1 0,0-1,-1 1,1 1,-1-1,0 1,-1 0,0 0,0 0,0 1,-1 0,1 0,-1 1,0 0,-1 0,1 0,-1 1,1 0,-1 1,0 0,0 0,-5 0,4 1,0 1,-1 0,1 1,0 0,-1 1,1 0,0 0,0 1,0 0,0 1,1 0,-1 0,1 1,0 0,1 0,-1 1,1 0,0 0,0 1,1 0,-2 1,-4 7,0 1,1 0,1 1,0 0,1 0,1 1,0 0,2 0,-4 17,7-25,1 1,0-1,1 1,0 0,1 0,0 0,1-1,0 1,1 0,0 0,0-1,1 1,1-1,0 0,0 0,1 0,0-1,0 0,1 1,1-2,-1 1,2-1,-1 0,1 0,16 10,1-2,1 0,0-1,1-2,0 0,1-2,0-1,1-1,0-2,1-1,-1-1,1-2,15 0,-24 0,0-1,0-2,0 0,0-1,0-1,-1 0,1-2,0-1,-1 0,15-7,7-19,-41 30,-1 0,1 0,0 1,0-1,0 0,0 0,-1 0,1-1,0 1,-1 0,1 0,-1 0,1 0,-1 0,0-1,1 1,-1 0,0 0,0-1,0 1,0 0,0 0,0-1,0 1,0 0,-1 0,1-1,0 1,-1 0,1 0,-1 0,0 0,1 0,-1 0,0-1,1 1,-1 1,0-2,-1 1,0 0,0 0,0 0,0 0,0 0,0 0,0 1,0-1,0 1,0-1,0 1,0 0,0 0,-1 0,1 0,0 0,0 0,0 0,0 1,0-1,0 1,-1 0,-8 2</inkml:trace>
  <inkml:trace contextRef="#ctx0" brushRef="#br1" timeOffset="56749.895">2145 343,'-20'-24,"0"1,-1 1,-1 0,-1 2,-1 1,-1 0,0 2,-2 1,0 1,0 1,-1 2,-1 0,0 2,-1 2,1 0,-2 2,1 1,-1 2,-17 0,24 3,0 1,0 1,0 1,0 1,0 1,1 1,-1 2,2 0,-1 1,1 1,1 1,0 1,0 1,1 1,1 1,0 0,1 2,1 0,-9 12,-8 13,2 2,2 0,1 2,3 2,2 0,2 1,3 1,1 1,3 1,2 0,2 1,2 6,3-25,2 1,2-1,1 1,1 0,2 0,1-1,2 1,2-1,1 0,1-1,2 0,1 0,2-2,1 1,2-2,0 0,2-1,2 0,0-2,2-1,1 0,1-2,12 9,-13-16,1-1,0-1,1-1,1-2,0 0,0-2,1-1,1-1,-1-1,1-2,1-1,6 0,-16-3,1-1,-1-1,1 0,-1-2,0 0,0-1,0-1,0-1,-1-1,0-1,0 0,-1-2,0 0,-1 0,0-2,0 0,12-14,-8 5,-1-2,-1 0,-1-2,-1 0,-1-1,-1 0,-2-1,0-1,5-21,1-9,-4 0,-1-1,-4-1,1-25,-4 24,-3-1,-2 0,-3 0,-3 0,-3 1,-2-1,-3 2,-2-1,-4 2,-1 0,-3 1,-17-27,31 67,-1 1,0 0,-2 1,0 0,0 0,-2 1,0 1,0 0,-1 1,-1 1,0 0,-1 1,0 0,-1 1,0 1,0 1,-1 0,0 2,-1 0,1 1,-1 0,-8 1,-87 9,5 15</inkml:trace>
</inkml:ink>
</file>

<file path=ppt/ink/ink7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2-24T16:26:10.976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  <inkml:brush xml:id="br1">
      <inkml:brushProperty name="width" value="0.1" units="cm"/>
      <inkml:brushProperty name="height" value="0.1" units="cm"/>
      <inkml:brushProperty name="color" value="#33CCFF"/>
      <inkml:brushProperty name="ignorePressure" value="1"/>
    </inkml:brush>
  </inkml:definitions>
  <inkml:trace contextRef="#ctx0" brushRef="#br0">740 690,'-9'17,"-6"13,0 15,3 10,2 6,4 1,5-2,3-5,1-7,0-10,-1-13,0-11</inkml:trace>
  <inkml:trace contextRef="#ctx0" brushRef="#br0" timeOffset="471.3">671 840,'-11'-187,"10"185,0 0,1 0,0 0,-1 0,1 0,0 0,0-1,0 1,0 0,1 0,-1 0,0 0,1 0,-1 0,1 0,0 1,0-1,0 0,0 0,0 0,0 1,0-1,1 1,-1-1,0 1,1-1,-1 1,1 0,0-1,-1 1,1 0,0 0,0 1,0-1,0 0,0 0,0 1,0-1,1 1,6 2,0 1,0 1,0-1,0 1,-1 1,0 0,0 0,0 0,0 1,-1 0,0 1,0 0,1 2,-2-4,0 0,-1 0,1 1,-2-1,1 1,0 0,-1 1,0-1,-1 1,1-1,-1 1,-1 0,1 0,-1 1,0-1,-1 0,0 1,0-1,0 1,-1-1,0 1,-1-1,0 1,0-1,0 1,-1-1,0 0,-1 0,1 0,-2 1,-2 0,0 0,0-1,-1 1,0-1,-1-1,0 0,0 0,0 0,0-1,-1 0,0-1,0 0,0 0,-7 1,5 4,29-4,7-4,-1 2,1 0,-1 1,0 2,-1 1,1 0,-1 2,-1 0,0 2,0 0,-1 2,17 13,-35-24,0 0,0 1,0-1,0 1,0 0,-1-1,1 1,-1 1,0-1,0 0,0 0,0 1,-1-1,1 1,-1 0,0-1,0 1,-1 0,1 0,-1-1,1 1,-1 0,0 0,-1 0,1-1,-1 1,1 0,-1 0,0-1,-1 1,1 0,0-1,-1 1,-2 2,-7 3,0 0,0-1,-1 0,0-1,0-1,-1 0,0 0,0-1,0-1,-1 0,1-1,-1-1,-13 2,-22 4,1-2,-1-2,-26-2,70-2,2 0,-1 0,0 0,1 0,-1 0,0 0,1-1,-1 0,1 1,-1-1,1-1,-1 1,1 0,0-1,0 0,0 0,-1 0,1-4</inkml:trace>
  <inkml:trace contextRef="#ctx0" brushRef="#br1" timeOffset="57171.632">1068 171,'-52'-17,"0"2,-1 2,-47-4,77 15,0 0,0 1,0 2,0 0,0 2,0 0,1 1,-1 2,1 0,-9 5,4 1,1 2,1 0,0 2,1 1,1 1,0 0,2 2,0 1,1 0,1 2,2 0,-6 10,-10 18,3 2,2 1,2 1,3 1,-7 29,11-30,1 2,4 0,1 1,4 0,1 1,4-1,2 1,3 21,2-56,1 0,2 0,0-1,1 1,2-1,0-1,1 0,2 0,0-1,1 0,1-1,1-1,0 0,2-1,0-1,1-1,1 0,0-1,15 7,2 1,1-2,1-2,1-2,0-1,2-2,-1-2,2-1,-1-2,1-3,1-1,-1-1,1-3,16-2,-36-1,-1-1,1-1,-1-1,0-1,0-1,-1-1,0-1,0 0,-1-2,0 0,-1-2,0 0,-1-1,-1 0,0-2,-1 0,-1-1,0 0,1-4,14-27,-1 0,-2-3,-3 0,-1-1,-4-2,-1 0,-3 0,-2-2,2-32,-5 29,-3 0,-3 0,-2 0,-2 0,-3-1,-3-2,1 29,-1 0,-2 0,-1 1,-1-1,-2 2,-1 0,-2 0,-1 2,-1 0,-1 0,-9-8,3 11,-1 0,-1 2,0 1,-2 1,-1 2,-1 0,0 2,-2 2,0 0,0 3,-1 0,-1 2,0 2,-1 1,1 1,-2 2,1 2,0 1,-1 2,1 1,0 2,0 1,-10 3,25-2,-1 0,1 1,1 1,-1 1,1 1,1 1,-1 0,2 1,-1 1,2 1,0 0,0 1,1 1,1 0,-9 13,-25 48</inkml:trace>
</inkml:ink>
</file>

<file path=ppt/ink/ink7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2-24T16:27:10.007"/>
    </inkml:context>
    <inkml:brush xml:id="br0">
      <inkml:brushProperty name="width" value="0.1" units="cm"/>
      <inkml:brushProperty name="height" value="0.1" units="cm"/>
      <inkml:brushProperty name="color" value="#33CCFF"/>
      <inkml:brushProperty name="ignorePressure" value="1"/>
    </inkml:brush>
  </inkml:definitions>
  <inkml:trace contextRef="#ctx0" brushRef="#br0">1 639,'50'178,"-29"-86,-4-28,2 0,2-2,4 0,31 55,-55-114,0-1,0 1,0-1,0 1,0-1,0 0,1 1,-1-1,1 0,-1 0,1 0,0 0,0 0,-1-1,2 1,-1 0,0-1,0 0,0 1,1-1,-1 0,0 0,1 0,-1 0,1-1,-1 1,1-1,0 0,-1 1,2-1,1-3,-1 0,0 0,0-1,0 1,0-1,0 0,-1 0,0 0,0-1,0 1,0-1,0 0,-1 2,167-318,-98 187,5 3,5 3,7 4,56-58,28 0,-101 112</inkml:trace>
</inkml:ink>
</file>

<file path=ppt/ink/ink7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2-24T16:24:58.046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  <inkml:brush xml:id="br1">
      <inkml:brushProperty name="width" value="0.1" units="cm"/>
      <inkml:brushProperty name="height" value="0.1" units="cm"/>
      <inkml:brushProperty name="color" value="#33CCFF"/>
      <inkml:brushProperty name="ignorePressure" value="1"/>
    </inkml:brush>
  </inkml:definitions>
  <inkml:trace contextRef="#ctx0" brushRef="#br0">1599 5722,'2'1,"0"0,0 1,0-1,0 0,0 1,0-1,0 1,0 0,-1 0,1 0,-1 0,0 0,1 0,-1 0,0 0,0 0,0 1,0-1,-1 0,1 1,-1-1,1 0,-1 2,0-3,9 38,-1 1,-2 0,-2 0,-2 37,0-40,-14 975,-6-429,14-522,4 1,1-1,4 1,2-1,3-1,3 1,2-2,7 15,13-3</inkml:trace>
  <inkml:trace contextRef="#ctx0" brushRef="#br0" timeOffset="743.531">3279 5682,'0'23,"0"29,0 30,2 32,5 30,7 22,5 20,2 15,-1 12,0 6,-5 0,-4-1,-7-9,-4-13,-1-22,-4-27,-1-38</inkml:trace>
  <inkml:trace contextRef="#ctx0" brushRef="#br0" timeOffset="82302.192">1667 6596,'-45'52,"44"-51,0 1,1-1,-1 1,0 0,1-1,0 1,-1-1,1 1,0 0,0-1,0 1,0 0,0-1,0 1,1-1,-1 1,0 0,1-1,-1 1,1-1,0 1,-1-1,1 1,0-1,0 0,0 1,0-1,0 0,0 0,1 0,-1 1,0-1,0 0,1-1,-1 1,1 0,-1 0,1-1,0 1,11 4,-1-1,1 0,0-1,0-1,1 0,-1-1,0 0,1-1,-1 0,0-1,11-3,-18 3,1 0,-1-1,0 0,1 0,-1 0,0-1,0 0,-1 0,1 0,-1-1,1 0,-1 0,1-1,-4 3,0 0,0 0,-1-1,1 1,-1 0,1 0,-1-1,0 1,0-1,0 1,0-1,0 1,-1-1,1 0,-1 1,0-1,0 0,0 1,0-1,0 0,0 0,-1 1,1-1,-1 1,0-1,0 0,0 1,0-1,0 1,0 0,-1-1,1 1,-1 0,-5-6,1 2,-1-1,0 1,0 0,-1 0,0 1,0 0,0 0,-1 1,0 0,1 0,-1 1,-1 1,1-1,0 1,-1 1,1 0,0 0,-1 1,1 0,-1 1,1 0,-1 0,-3 2,9-2,0 0,0 0,0 0,0 1,0-1,0 1,1 0,-1 1,0-1,1 1,0-1,0 1,-1 0,2 0,-1 0,0 1,1-1,-1 1,1-1,0 1,0 0,0 0,1 0,0 0,-1 0,1 0,1 0,-1 1,1-1,-1 0,1 0,0 1,1-1,-1 0,1 0,0 0,0 1,0-1,0 0,1 0,0-1,0 1,0 0,0 0,0-1,1 1,0-1,4 3,1 0,-1-1,1 0,0-1,1 0,-1 0,1-1,0 0,0 0,0-1,0 0,0-1,0 1,0-2,1 0,-1 0,0 0,1-1,-1-1,0 0,0 0,0 0,0-1,-1-1,7-2,-12 4,-1 1,1 0,-1-1,1 1,-1-1,0 0,1 1,-1-1,0 0,0-1,0 1,-1 0,1 0,0-1,-1 1,0-1,0 1,1-1,-1 0,-1 0,1 1,0-1,-1 0,1 0,-1 0,0 0,0 1,0-1,0 0,-1 0,1 0,-1 0,0 1,0-1,0 0,0 0,0 1,0-1,-1 1,1-1,-1 1,0 0,1 0,-1-1,-1 1,-6-4,-1 0,1 1,-1 0,-1 0,1 1,-1 1,1-1,-1 2,0 0,0 0,0 1,0 0,-1 1,1 0,0 1,0 0,-5 1,-20 13,36-15,-1 1,0-1,1 0,-1 1,0-1,1 0,-1 1,1-1,-1 1,1-1,-1 1,1-1,-1 1,1 0,0-1,-1 1,1-1,0 1,-1 0,1-1,0 1,0 0,0-1,-1 1,1 0,0 0,0-1,0 1,0 0,0-1,0 1,1 0,-1-1,0 1,0 0,0-1,1 1,-1 0,0-1,1 1,-1 0,0-1,1 1,-1-1,1 1,-1-1,1 1,-1-1,1 1,0-1,6 4,0-1,1 0,-1 0,1-1,-1 0,1 0,0-1,0 0,0 0,0-1,0 0,1-1,5 2,562-2,131-7,717 1,-888 9,625-2,-1150 0,-10 1,1-1,0 1,0-1,0 1,0-1,0 0,0 0,0 0,0 0,0 0,0 0,0-1,0 1,0-1,0 1,0-1,0 0,-1 0,1 0,0 0,0 0,-1 0,1 0,-1 0,1-1,-1 1,1-1,-1 1,0-1,0 1,0-1,0 0,0 0,0 1,0-1,0-2,-8-170,-12-291,-29-167,-11 274,13 103,21-93,10 80,-88-401,14 85,-35-29,86 414,-6-128,37 187,-14-108,14 211,-7-35,3 0,3-1,3-41,5 112,1-1,-1 1,1-1,-1 0,0 1,0-1,0 0,-1 1,1-1,0 0,-1 1,0-1,0 1,0-1,0 1,0-1,0 1,0 0,-1 0,1-1,-1 1,0 0,0 0,1 0,-1 1,-1-1,1 0,0 1,0-1,-1 1,-133-2,-25 4,1-7,-69-16,-419-38,356 35,1-13,-93-32,356 63,-1 2,0 0,-1 2,1 1,0 1,-1 2,-18 2,26 0,15-3,1 1,0-1,0 1,-1 1,1-1,0 1,0 0,0 0,1 1,-6 3,-11 45,19-38,-8 44,2 0,3 0,1 40,3-60,-2 120,14 132,-2-194</inkml:trace>
  <inkml:trace contextRef="#ctx0" brushRef="#br0" timeOffset="-723.105">41 5859,'-9'-7,"-3"3,1 10,3 17,7 22,5 25,5 26,2 27,0 25,-2 19,-2 15,-1 8,-1 5,1-1,2-8,-1-12,-1-36</inkml:trace>
  <inkml:trace contextRef="#ctx0" brushRef="#br0" timeOffset="1867.091">15 7730,'2'-2,"3"1,1 3,-1 4,-1 3,-1 7,-1 8,-2 11,1 14,1 14,3 16,3 15,5 10,5 8,4 7,3 0,-3-2,-6-23</inkml:trace>
  <inkml:trace contextRef="#ctx0" brushRef="#br0" timeOffset="78569.935">69 6883,'0'-2,"0"-1</inkml:trace>
  <inkml:trace contextRef="#ctx0" brushRef="#br0" timeOffset="86202.011">96 7471,'-3'4,"0"0,1 1,-1-1,1 1,0 0,0 0,0 0,1 0,0 0,0 0,0 0,1 1,-1-1,1 0,1 0,-1 4,1-7,0 1,0-1,0 1,0-1,0 1,1-1,-1 0,1 0,-1 0,1 0,0 0,0 0,0 0,0 0,0-1,0 1,0-1,1 1,-1-1,0 0,1 0,-1 0,1 0,0 0,-1-1,1 1,-1-1,3 0,76-4,-72 1,0 0,-1 0,1-1,-1 1,0-2,-1 1,1-1,-1-1,0 1,4-5,-8 8,-1 0,0 0,0-1,0 1,0 0,0-1,-1 0,1 1,-1-1,1 0,-1 0,0 0,0 0,0 0,-1 0,1 0,-1 0,0 0,1 0,-2 0,1 0,0 0,0-1,-1 1,0 0,1 0,-1 0,-1 0,1 1,0-1,-1 0,1 0,-5-3,1 0,-1 0,0 1,0 0,0 0,-1 1,0 0,0 0,0 0,0 1,-1 0,1 0,-1 1,0 0,0 1,1-1,-1 1,0 1,0 0,0 0,0 0,0 1,0 0,0 1,0 0,0 0,1 0,-2 2,5-3,1 0,-1 1,1 0,-1 0,1 0,0 0,0 0,0 0,0 1,0 0,0-1,1 1,-1 0,1 1,0-1,0 0,0 0,1 1,-1 0,1-1,-1 1,1 0,0-1,1 1,-1 0,1 0,-1 0,1-1,0 1,1 0,-1 0,1 0,-1 0,1-1,1 1,-1 0,0-1,1 1,-1-1,1 1,0-1,2 2,4 1,0-1,0-1,1 1,-1-2,1 1,0-1,0 0,0-1,0 0,1-1,-1 1,1-2,-1 0,1 0,-1 0,0-1,1-1,-1 1,0-2,0 1,0-1,0 0,0-1,55-45,-62 47,0 0,0 0,-1 0,1-1,-1 1,0 0,0-1,0 1,0-1,0 1,0-1,0 1,-1-1,0 0,1 1,-1-1,0 1,0-1,0 0,-1 1,1-1,-1 0,1 1,-1-1,0 1,0-1,0 1,0-1,-1 1,-3-3,0 1,-1 0,0 0,0 0,0 1,0 0,0 0,-1 1,1 0,-1 0,0 0,0 1,1 0,-1 0,0 1,0-1,0 2,-5 0,8-1,-2-1,-63 10,70-9,-1 0,0 0,0 0,1 0,-1 0,0 0,0 0,1 0,-1 0,0 0,1 0,-1 0,0 1,0-1,1 0,-1 0,0 0,0 0,0 0,1 0,-1 1,0-1,0 0,0 0,1 0,-1 1,0-1,0 0,0 0,0 1,0-1,1 0,-1 0,0 1,0-1,0 0,0 0,0 1,0-1,0 0,0 1,0-1,0 0,0 0,0 1,0-1,0 0,0 0,-1 1,1-1,0 0,0 0,0 1,0-1,0 0,-1 0,1 0,0 1,0-1,0 0,0 0,-1 0,1 1,0-1,0 0,-1 0,1 0,0 0,-1 0,25 5,255 1,288-20,538-37,-685 25,950 5,-975 23,564-18,33-11,-289-9,-604 33,-97 2,0 0,0-1,0 1,0 0,0-1,-1 1,1-1,0 1,-1-1,1 0,-1 0,1 0,-1 0,0 0,0 0,0 0,0 0,0 0,0 0,-1-1,1 1,-1 0,0-1,1 1,-1 0,0-1,0 1,-1 0,1-1,0 1,-1 0,1-1,-2 0,2-9,-8-210,-10 0,-31-131,4 44,-2-253,29 210,-17-22,-76-503,93 752,4-1,4-80,12-861,24 566,-8 285,-12-206,-16-221,12 618,-2 0,-1 0,-1 0,-1 0,-1 0,-1 1,-2-1,0 1,-1 1,-2 0,-2-5,7 23,1 1,-1 0,0 1,0-1,0 1,0 0,-1 0,1 1,-1-1,0 1,0 0,0 1,0 0,0 0,0 0,0 0,0 1,0 0,0 0,0 1,0 0,0 0,0 0,-4 2,-10-1,-230 8,0-12,-26-12,234 12,-1067-97,701 55,-264 12,-370 25,220-16,392-9,284 27,142 8,0-1,0 1,1 0,-1 0,1 1,0-1,0 0,0 1,1 0,-1 0,1 0,0 0,0 0,0 0,0 1,1-1,0 1,0-1,0 1,0-1,1 1,0 0,0-1,0 1,-2 273,5 301,5-484,3-1,18 63,-26-140,1-6,-1 0,0 1,-1-1,0 1,-1-1,-1 1,1 0,-2-1,0 1,0-1,-1 1,0-1,-1 1,0-1,-4 6,0-6</inkml:trace>
  <inkml:trace contextRef="#ctx0" brushRef="#br1" timeOffset="135559.62">1722 8098,'0'0,"0"-1,-1 1,1-1,0 1,-1-1,1 1,0-1,0 1,-1 0,1-1,-1 1,1 0,0-1,-1 1,1 0,-1-1,1 1,-1 0,1 0,-1-1,1 1,-1 0,1 0,-1 0,1 0,-1 0,1 0,-1 0,0 0,1 0,-1 0,1 0,-1 0,1 0,-1 0,1 0,-1 1,1-1,-1 0,1 0,-1 1,1-1,-1 0,1 1,0-1,-1 0,1 1,-1-1,1 1,0-1,-1 0,1 1,0-1,0 1,-5 33,5-30,0 458,7-286,7 0,13 30,-22-175,2 7,-2 1,-2 0,-1 0,-3 20,-27 34,28 128,1-50,9-121,-9-49,1-1,-1 1,0 0,1-1,-1 1,1-1,-1 0,1 1,-1-1,1 0,-1 0,1 0,-1 0,1 0,-1 0,1 0,-1 0,0-1,1 1,-1-1,1 1,-1-1,0 1,1-1,-1 0,0 0,1 0,-1 0,0 0,0 0,0 0,9-4,35-9,1 2,0 1,1 3,0 2,45 0,-41 2,1037-127,-632 69,340-34,600 12,-686 85,-630-8,-81 7,1-1,-1 1,1 0,0 0,-1-1,1 1,-1 0,1-1,-1 1,1-1,0 1,-1 0,1-1,0 1,-1-1,1 1,0-1,0 1,0-1,-1 1,1-1,0 1,0-1,0 1,0-1,0 0,0 1,0-1,0 1,0-1,0 1,0-1,0 1,1-1,-1 1,0-1,0 1,0-1,1 1,-1-1,0 1,1-1,-1 1,0 0,1-1,-1 1,1-1,-1 1,0 0,1 0,-1-1,1 1,-1 0,1 0,-1-1,1 1,-1 0,1 0,-1 0,1 0,-1 0,1 0,0 0,-1 0,1 0,-1 0,1 0,-1 0,1 0,0 0,-38-17,-4 9,18 3</inkml:trace>
  <inkml:trace contextRef="#ctx0" brushRef="#br1" timeOffset="136233.857">4399 9232,'-5'-2,"10"10,84 40,-60-36,-8-3,-3-2,1 0,-1 2,-1 0,1 1,-2 0,1 2,-2 0,1 0,-2 2,5 5,-16-16,-1 0,0 0,0 0,0 0,0 0,-1 0,1 0,-1 1,0-1,0 1,0-1,0 1,-1-1,0 1,1-1,-1 1,0 0,-1-1,1 1,-1-1,1 1,-1-1,0 1,0-1,-1 1,1-1,-1 0,0 0,0 1,-8 8,0 0,-1-1,-1 0,1-1,-2 0,1-1,-1 0,-1-1,0-1,-11 5,18-9,-463 210,431-194</inkml:trace>
  <inkml:trace contextRef="#ctx0" brushRef="#br1" timeOffset="136850.714">5177 7866,'-7'12,"-5"15,-2 12,-2 14,3 9,0 6,1 3,2 1,1-3,1-5,3-10,2-9,1-12</inkml:trace>
  <inkml:trace contextRef="#ctx0" brushRef="#br1" timeOffset="137227.738">5232 8412,'17'0,"0"0,1-2,-1 0,0-1,0 0,0-2,0 0,-1 0,0-2,0 0,0-1,-1-1,0 0,-1-1,0 0,-1-1,12-12,-21 18,-1 1,0 0,0-1,0 0,0 0,-1 0,0 0,0 0,0-1,-1 1,0 0,1-1,-2 4,0 0,0 1,0-1,0 0,0 0,-1 1,1-1,0 0,-1 1,1-1,-1 0,0 1,1-1,-1 1,0-1,0 1,0-1,0 1,0 0,-1-1,1 1,0 0,0 0,-1 0,1 0,-1 0,1 0,-1 0,1 1,-1-1,0 0,1 1,-1-1,0 1,1 0,-1 0,0-1,0 1,0 0,-5 0,0 0,0 0,-1 1,1-1,0 2,0-1,0 1,0 0,0 0,1 1,-1 0,1 0,-1 0,1 1,0 0,1 0,-1 1,1 0,0 0,0 0,-2 3,-1 2,0 0,0 0,1 1,1 0,0 0,0 1,1 0,1 0,0 0,0 1,0 8,2-15,1 1,1-1,-1 0,1 1,0-1,1 0,-1 1,1-1,0 0,1 1,0-1,0 0,0 0,0 0,1-1,0 1,0-1,1 1,0-1,0 0,0 0,0-1,1 1,-1-1,1 0,1 0,-1 0,0-1,1 0,0 0,-1-1,3 2,94 8,-52-14</inkml:trace>
  <inkml:trace contextRef="#ctx0" brushRef="#br1" timeOffset="137759.316">5927 8140,'-13'2,"0"1,0 0,1 1,-1 0,1 1,0 1,0 0,0 0,1 1,0 1,0 0,-5 5,14-11,0 0,0 0,0 0,0 0,1 0,-1 1,1-1,-1 1,1-1,0 1,0-1,0 1,0 0,1-1,-1 1,1 0,-1 0,1-1,0 1,0 0,0 0,1-1,-1 1,1 0,-1 0,1-1,0 1,0 0,0-1,0 1,1-1,-1 1,1-1,-1 0,1 0,0 0,0 0,0 0,0 0,0 0,0 0,1-1,1 2,92 52,-79-48,-1 1,0 0,-1 2,0 0,0 0,13 13,-27-22,0 0,0 0,0 0,0 0,-1 0,1 0,0 0,0 0,-1 0,1 1,-1-1,1 0,-1 0,1 1,-1-1,0 0,1 1,-1-1,0 0,0 1,0-1,0 1,0-1,-1 0,1 1,0-1,-1 0,1 1,-1-1,1 0,-1 0,1 0,-1 1,0-1,0 0,1 0,-1 0,0 0,0 0,0 0,0 0,0-1,-1 1,1 0,0 0,0-1,0 1,-1-1,1 1,0-1,-1 0,1 1,-6 2,1 1,-1-1,-1-1,1 1,0-1,-1 0,1-1,-1 0,1 0,-1-1,1 1,-1-2,-1 1,8-1,0 1,0 0,0-1,0 1,0 0,0-1,0 0,1 1,-1-1,0 1,0-1,0 0,1 0,-1 1,0-1,1 0,-1 0,1 0,-1 0,1 1,-1-1,1 0,0 0,0 0,-1 0,1 0,0 0,0 0,0 0,0 0,0 0,0 0,0 0,0 0,0 0,1 0,-1 0,0 0,1 0,-1 0,1 0,-1 0,1 0,-1 0,1 1,0-2,29-41,7 3,2 3,2 1,1 1,1 3,32-17,-65 43,-7 3,1 0,0 0,0 1,0-1,0 1,0 0,1 0,-1 1,1-1,-1 1,1 0,-1 0,1 0,4 1,-8 1,0 1,0 0,-1-1,1 1,0 0,-1 0,1-1,-1 1,1 0,-1 0,0 0,0 0,0-1,0 1,0 0,0 0,0 0,-1 0,1-1,-1 1,1 0,-1 0,0-1,0 3,-1 3,1 0,-4 9,0 1,2-1,0 1,1 0,1 0,0 1,2-1,0 0,0 0,2 0,0 0,1-1,6 17,-9-31,0 0,0 0,0 1,1-1,-1 0,1 0,0 0,-1 0,1 0,0-1,0 1,0-1,0 1,1-1,-1 0,0 1,0-1,1 0,-1-1,1 1,-1 0,1-1,-1 1,1-1,13-2</inkml:trace>
  <inkml:trace contextRef="#ctx0" brushRef="#br1" timeOffset="138010.023">6337 7839,'-4'16,"2"13,9 8,8 7,2-4</inkml:trace>
  <inkml:trace contextRef="#ctx0" brushRef="#br1" timeOffset="138554.565">6501 8453,'84'-270,"-81"258,-3 8,1 0,0 0,0 0,0 0,1 0,-1 0,1 0,0 0,0 0,0 1,1-1,-1 1,1 0,0 0,1-2,45 17,-35-5,39 8,-42-13,0 1,1 0,-2 0,1 1,0 1,-1 0,0 0,9 7,-14-6,-2-1,1 0,0 1,-1 0,0 0,-1 0,1 0,-1 0,0 1,-1-1,1 1,-1-1,-1 1,1 0,-1-1,0 1,-1-1,1 1,-1 0,-1-1,1 1,-1-1,0 0,-3 5,-5 67,10-74,0-1,0 0,1 0,0 0,-1 0,1 0,0 0,1-1,-1 1,0 0,1 0,-1-1,1 1,0-1,0 1,0-1,0 0,1 0,-1 0,0 0,1 0,-1 0,1-1,0 1,0-1,-1 0,1 0,0 0,0 0,0 0,0-1,0 1,0-1,1 0,-1 0,9 1,1-1,0-1,0 0,-1 0,1-2,-1 1,0-2,2 0,7-3,-1 0,0-2,0 0,-1-1,0-1,-1-1,0-1,-1 0,0-1,-1-1,-1-1,0 0,-1-1,-1 0,-1-1,4-7,5-55,-21 77,0 1,0-1,0 0,0 1,-1-1,1 0,-1 1,1-1,-1 0,0 1,0-1,0 1,0 0,-1-1,1 1,-1 0,1 0,-1 0,0 0,0 0,1 0,-2 0,1 1,0-1,0 1,0-1,-1 1,1 0,-2-1,0 1,0 0,0 1,0-1,0 1,0-1,0 1,0 1,0-1,-1 0,1 1,0 0,0 0,0 0,1 1,-1-1,0 1,0 0,1 0,-1 0,1 0,0 1,-1-1,1 1,0 0,1 0,-3 3,-2 1,1 1,0 0,1 0,0 1,0-1,1 1,0 0,0 0,1 1,-2 7,4-10,0 0,0 0,1 0,0 0,0 0,1 0,0 0,0 0,1 0,-1 0,2-1,-1 1,1-1,0 1,0-1,0 0,1 0,0 0,0-1,1 0,0 1,0-1,0 0,9 7,1-1,0 0,1 0,0-2,1 0,0-1,0 0,1-2,47 17</inkml:trace>
  <inkml:trace contextRef="#ctx0" brushRef="#br1" timeOffset="139579.822">6118 8945,'-6'4,"-7"1,0 1,1 1,-1 0,2 0,-1 1,1 1,0 0,1 1,0 0,1 0,0 1,0 0,1 1,1 0,0 0,0 0,-3 13,9-22,0 1,1 0,0-1,0 1,0-1,0 1,1-1,-1 1,1-1,0 1,0-1,0 1,1-1,-1 0,1 0,0 0,0 0,0 0,0 0,0 0,0 0,1-1,0 0,-1 1,1-1,0 0,0 0,0 0,0-1,1 1,-1-1,0 1,1-1,-1 0,0-1,1 1,0-1,-1 1,1-1,-1 0,1 0,-1-1,1 1,-1-1,1 1,-1-1,1 0,-1-1,0 1,1 0,1-2,2-1,-1 1,1-2,0 1,-1-1,0 0,0 0,-1 0,1-1,-1 0,-1 0,1-1,-1 1,0-1,0 0,-1 0,0 0,0-1,0 1,-1-1,0-2,4-18,-2-1,-1 0,-1 0,-1-24,-1 23,1 12,-1 0,0 0,-1 0,-1 1,-1-1,-1 0,-2-7,6 26,0-1,0 1,0-1,0 0,0 1,0-1,0 1,0-1,0 0,0 1,0-1,0 1,0-1,-1 0,1 1,0-1,0 1,0-1,-1 0,1 1,0-1,0 0,-1 1,1-1,0 0,-1 0,1 1,0-1,-1 0,1 0,0 0,-1 1,1-1,0 0,-1 0,1 0,-1 0,1 0,-1 0,1 0,0 0,-1 0,1 0,-1 0,1 0,0 0,-1 0,1 0,-1 0,1 0,0-1,-1 1,1 0,0 0,-1 0,1-1,0 1,-1 0,1 0,0-1,-1 1,1 0,0-1,0 1,-1 0,1-1,0 1,0 0,0-1,-1 0,-11 35,0 17,3-1,1 2,1 22,16 28,-8-99,0 1,1 0,-1 0,1-1,0 1,0-1,1 0,-1 1,1-1,-1 0,1-1,0 1,0 0,0-1,0 1,1-1,-1 0,1 0,-1-1,1 1,0-1,0 1,0-1,0 0,4-1,0 1,1-2,-1 1,0-1,0 0,0-1,0 0,0 0,0 0,-1-1,1-1,-1 1,1-1,-1 0,0-1,-1 0,1 0,-1 0,0-1,-1 0,1 0,-1 0,0-1,0 1,-1-1,0-1,0 1,-1 0,0-1,0 0,-1 0,0 0,1-6,1-26,-13 51,5-2,0 1,1-1,0 1,1 0,0 0,1 0,0 0,1 0,0 0,0 0,1 0,0 0,1 0,0 0,1 0,0-1,0 1,2 2,-3-9,1 1,0-2,-1 1,1 0,0 0,0-1,0 1,1-1,-1 0,0 0,1 0,-1-1,1 1,0-1,0 0,-1 0,1 0,0 0,0-1,0 0,1 0,21-1</inkml:trace>
  <inkml:trace contextRef="#ctx0" brushRef="#br1" timeOffset="139842.765">6543 8699,'-7'7,"2"5,7 0,3-2</inkml:trace>
  <inkml:trace contextRef="#ctx0" brushRef="#br1" timeOffset="140072.79">6692 8877,'136'349,"-137"-348,1 0,0-1,0 1,0 0,0 0,0 0,0 0,1 0,-1-1,0 1,0 0,1 0,-1 0,0 0,1-1,-1 1,0 0,1-1,0 1,-1 0,1-1,-1 1,1 0,0-1,-1 1,1-1,0 1,-1-1,1 1,0-1,0 0,0 1,-1-1,1 0,0 0,0 0,0 1,0-1,0 0,-1 0,1 0,0 0,0-1,0 1,0 0,0 0,-1 0,1-1,0 1,0 0,0-1,-1 1,1-1,0 1,-1-1,1 1,0-1,-1 1,1-1,0 0,-1 1,1-2,10-20,-2-1,0 0,-1-1,-1 0,3-24,19-63,-24 98,0 0,1 1,1 0,0 0,0 0,1 1,0 0,10-9,9-4</inkml:trace>
  <inkml:trace contextRef="#ctx0" brushRef="#br1" timeOffset="141476.967">7635 8986,'-4'-4,"-1"-1,1 1,-1 0,0 1,1-1,-2 1,1 0,0 0,-1 0,1 1,-1 0,0 0,0 0,1 1,-1 0,0 0,0 1,-1-1,1 1,0 1,0-1,0 1,0 0,0 0,1 1,-1-1,0 2,0-1,-2 2,2 1,1 0,-1 0,1 1,1 0,-1 0,1 0,0 1,0-1,1 1,0 0,0 0,0 0,1 1,0-1,1 0,-1 1,2-1,-1 1,1-1,0 3,1-6,0-1,0 0,0 0,0 0,1 0,-1 0,1 0,0 0,0-1,0 1,0-1,0 1,1-1,-1 0,1 0,-1 0,1 0,0 0,0-1,0 1,0-1,0 1,0-1,0 0,1 0,85 8,-70-12,0 0,0-1,0-1,-1-1,0 0,0-1,-1-1,1-1,-2-1,1 0,-1-1,-1-1,2-2,24-35,-40 49,-1 1,1-1,0 1,-1-1,1 1,-1 0,1-1,0 1,-1 0,1-1,-1 1,0 0,1 0,-1-1,1 1,-1 0,0 0,0 0,0-1,1 1,-1 0,0 0,0 0,0 0,0 0,0-1,0 1,-1 0,1 0,0 0,0 0,-1-1,1 1,0 0,-1 0,1-1,-1 2,1 0,-1 10,0-8,0 0,0 0,0-1,1 1,0 0,-1 0,1 0,0 0,1 0,-1 0,1 0,0 0,0-1,0 1,0 0,0-1,1 1,0 0,0-1,0 0,0 1,0-1,1 0,-1 0,1 0,0-1,0 1,0-1,0 0,1 1,-1-1,0 0,4 0,1-2,-1 0,1-1,0 0,0 0,-1-1,1 0,-1-1,0 1,1-1,-1-1,0 1,-1-1,1-1,-1 1,0-1,0 0,0 0,0-1,-1 0,0 0,-1 0,1 0,-1-1,0 0,-1 0,1 0,-1 0,0-2,6-38,-21 63,10-12,0 1,0-1,1 0,0 0,0 1,0-1,0 1,1-1,-1 1,1-1,0 1,1-1,-1 1,1-1,0 1,0-1,0 1,0-1,1 0,0 0,0 0,0 0,0 0,1 0,0 0,0-1,0 1,0-1,0 0,0 0,4 3,67 27,-34-22</inkml:trace>
  <inkml:trace contextRef="#ctx0" brushRef="#br1" timeOffset="141927.443">8863 8576,'0'-3,"-1"0,0 0,0-1,0 1,0 0,-1 0,1 0,-1 0,1 0,-1 1,0-1,0 0,0 1,-1 0,1-1,-1 1,1 0,-1 0,0 0,0 1,1-1,-1 1,0-1,-1 1,1 0,0 0,0 0,0 1,-1-1,-2 1,-3-1,-1 1,1 0,0 1,0 0,0 0,0 1,0 0,0 1,1 0,-8 3,2 2,0 0,0 1,1 1,0 0,1 1,0 0,1 1,0 1,0-1,2 2,0-1,0 1,1 1,1-1,0 1,1 1,1-1,0 1,1 0,1 0,1 0,0 1,1-1,0 0,2 1,0-1,0 0,2 1,0-1,1 0,1 0,0-1,1 0,0 0,2 0,-1 0,9 9,-6-12,1 0,0-1,1 0,0-1,0 0,1-1,1-1,13 8,-19-13,-1 1,1-1,0 0,-1-1,1 0,0 0,0-1,1 0,-1 0,0-1,0 0,0 0,1-1,-1 0,0 0,0-1,0 0,1-1,-4 0,0 0,-1 0,1 0,-1-1,1 0,-1 0,0 0,0 0,-1 0,1-1,-1 0,0 1,0-1,-1 0,1-1,-1 1,-1 0,1-1,0 1,-1-1,0-1,0 3,-1 1,1-1,-1 0,1 1,-1-1,0 1,-1-1,1 0,-1 1,1-1,-1 1,0 0,0-1,-1 1,1-1,-1 1,0 0,1 0,-1 0,-1 0,1 0,0 1,-1-1,1 1,-1-1,0 1,0 0,0 0,0 0,0 0,0 1,0-1,-1 1,1 0,-7 0,1 0,-1 1,1 0,0 0,-1 1,1 0,0 1,0 0,-1 1,2 0,-1 0,0 1,1 0,-1 0,1 1,0 0,-146 83,77-42</inkml:trace>
  <inkml:trace contextRef="#ctx0" brushRef="#br1" timeOffset="143919.108">1639 7620,'-4'14,"-2"17,2 16,7 17,5 15,6 17,3 11,0 12,-1-15</inkml:trace>
</inkml:ink>
</file>

<file path=ppt/ink/ink7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2-24T16:24:44.137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  <inkml:brush xml:id="br1">
      <inkml:brushProperty name="width" value="0.1" units="cm"/>
      <inkml:brushProperty name="height" value="0.1" units="cm"/>
      <inkml:brushProperty name="color" value="#33CCFF"/>
      <inkml:brushProperty name="ignorePressure" value="1"/>
    </inkml:brush>
  </inkml:definitions>
  <inkml:trace contextRef="#ctx0" brushRef="#br0">5390 1902,'10'-72,"-6"116,22 705,-24 358,-2-1079,-1-5,2 1,0 0,2 0,0-1,6 19,6-11,1-12</inkml:trace>
  <inkml:trace contextRef="#ctx0" brushRef="#br0" timeOffset="2279.693">5363 3335,'-477'-63,"186"24,-251 1,-80 11,291 3,-767-31,931 41,165 12,0 0,-1 0,1 0,0 0,0 0,1 0,-1 0,0-1,1 1,0-1,-1 1,1-1,0 0,0 1,0-1,1 0,-1 0,1 1,-1-1,1 0,0 0,0 0,0 0,1 1,-1-1,1 0,-1 0,1 0,0 1,0-1,1-1,-1-6,35-281,-18-537,-15 289,-2 514,6-173,-8 0,-9 0,-10-14,20 210,-3-15,0 0,1-1,1 1,1 0,1 0,0-1,1 0,22-113,-25 120,1 0,0 0,1 1,0-1,1 0,0 1,1-1,0 1,1-1,3-5,36-69,-38 83,-1 0,1 0,-1 1,1-1,0 1,0 0,-1 0,1 1,0-1,0 1,0 0,0 1,0-1,-1 1,1 0,0 0,3 1,17 2,460 9,84 10,-266-25,-298 2</inkml:trace>
  <inkml:trace contextRef="#ctx0" brushRef="#br0" timeOffset="2998.838">1853 1000,'-70'88,"3"3,4 3,4 4,55-89,22-30,-13 13,70-97,-5-3,35-78,-68 121,-37 64,0 1,0-1,0 1,1-1,-1 1,0-1,0 1,0-1,0 1,1-1,-1 1,0 0,1-1,-1 1,0-1,1 1,-1 0,0-1,1 1,-1 0,1 0,-1-1,0 1,1 0,-1 0,1-1,-1 1,1 0,-1 0,1 0,-1 0,1 0,-1 0,1 0,-1 0,1 0,-1 0,1 0,-1 0,1 0,-1 0,1 1,-1-1,1 0,-1 0,1 0,-1 1,1-1,-1 0,0 1,1-1,-1 0,0 1,1-1,-1 0,0 1,1-1,-1 1,10 33,-8-23,5 16,2-2,0 1,2-2,1 1,1-1,0-1,2 0,1-1,1-1,1-1,0 0,2-1,0-1,1-1,3 1,124 95,-118-85</inkml:trace>
  <inkml:trace contextRef="#ctx0" brushRef="#br0" timeOffset="16579.863">5431 4004,'0'5,"0"6,0 10,0 16,0 18,0 18,0 19,2 19,4 12,2 9,3 3,4-3,4-10,-2-25</inkml:trace>
  <inkml:trace contextRef="#ctx0" brushRef="#br0" timeOffset="17484.985">5390 3185,'-9'12,"1"1,1 0,0 0,1 0,0 1,1 0,0 0,1 1,1-1,1 1,0 0,0 0,2 3,0-15,0-1,0 0,1 1,-1-1,1 0,-1 0,1 0,0 1,0-1,0 0,0 0,1 0,-1 0,0-1,1 1,0 0,-1 0,1-1,0 1,0-1,-1 0,1 1,0-1,1 0,-1 0,0 0,0-1,0 1,0 0,1-1,-1 0,0 1,1-1,-1 0,0 0,1 0,-1 0,0-1,0 1,1-1,-1 1,0-1,0 0,0 0,1 0,-1 0,0 0,0 0,-1 0,1-1,0 1,0-1,3-2,0 0,0-1,0 0,0 1,-1-2,0 1,0 0,0-1,-1 0,0 0,0 0,0 0,-1 0,0-1,0 1,-1-1,1 1,-1-1,-1 0,1 1,-1-1,-1 0,1 1,-1-1,0 0,-1 1,1-1,-1 1,0-1,-1 1,0 0,0 0,0 0,-1 1,0-1,0 1,0 0,0 0,-1 0,0 0,0 1,0 0,-1 0,0 0,1 1,-1 0,-5-2,7 3,0 1,-1 0,1-1,0 2,-1-1,1 0,-1 1,1 0,-1 0,0 0,1 1,-1 0,1 0,0 0,-1 0,1 0,0 1,0 0,0 0,0 0,0 1,0-1,0 1,1 0,-1 0,1 0,0 0,0 1,0-1,0 1,1 0,0-1,-1 1,1 2,-1-2,1 1,-1 0,1 1,0-1,1 0,-1 0,1 1,0-1,1 1,-1-1,1 1,0-1,0 1,1-1,0 1,0-1,0 1,0-1,1 0,0 1,0-1,1 0,-1 0,1-1,0 1,0 0,1-1,0 1,3 0,0 1,0-1,1-1,0 0,-1 0,2 0,-1-1,0 0,1-1,-1 0,1 0,-1-1,1 0,0 0,0-1,0 0,-1-1,1 0,8-2,-11 3,-1-1,0 0,1 0,-1-1,0 0,0 0,0 0,0 0,0-1,-1 0,1 0,-1 0,1 0,-1-1,0 0,-1 0,1 0,-1 0,1 0,-1-1,-1 0,1 1,-1-1,1 0,-1 0,-1 0,1-1,-1 1,0 0,0-1,0 1,-1-2,0 0,-1 1,0 0,0 0,-1 0,0 0,0 1,0-1,0 0,-1 1,0-1,0 1,-1 0,0 0,1 0,-1 1,-1-1,1 1,-1 0,0 0,0 1,0-1,0 1,0 0,-1 1,0-1,0 1,-1-1,0 0,-1 0,1 1,-1 0,1 1,-1-1,0 2,0-1,0 1,1 0,-1 0,0 1,0 1,0-1,1 1,-1 0,1 1,0-1,-1 2,-1 0,6-2,0 0,0 0,0 0,1 1,-1-1,1 1,-1 0,1 0,0 0,0 0,0 0,0 0,1 0,-1 0,1 1,0-1,0 1,0-1,1 1,-1-1,1 1,-1 0,1-1,1 1,-1-1,0 1,1 0,0 0,8 30</inkml:trace>
  <inkml:trace contextRef="#ctx0" brushRef="#br1" timeOffset="162785.977">1184 4195,'-2'23,"-1"20,2 16,2 14,0 12,3 6,0 5,0 0,-1-2,-1-7,-1-7,-1-19</inkml:trace>
  <inkml:trace contextRef="#ctx0" brushRef="#br1" timeOffset="163162.967">1744 4359,'-272'315,"32"-72,215-212,25-31,-1 1,1 0,0 0,0-1,0 1,0 0,0-1,0 1,0 0,0 0,0-1,0 1,0 0,0 0,0-1,0 1,1 0,-1-1,0 1,1 0,-1-1,1 1,-1 0,0-1,1 1,-1-1,1 1,-1-1,1 1,0-1,-1 1,1-1,0 0,-1 1,1-1,0 0,-1 1,1-1,0 0,-1 0,1 0,0 0,0 0,-1 0,1 0,0 0,0 0,-1 0,217 27,264 37,-453-60</inkml:trace>
  <inkml:trace contextRef="#ctx0" brushRef="#br1" timeOffset="163411.65">2112 4756,'14'-3,"17"0,11 0,14 0,7-1,6 0,3 1,-5 0,-6 2,-9 0,-11 0,-12 1</inkml:trace>
  <inkml:trace contextRef="#ctx0" brushRef="#br1" timeOffset="163628.598">2290 5070,'14'7,"16"2,15-3,11-4,6-5,1-3,-1 1,-1 1,-5 0,-4 2,-12 1</inkml:trace>
  <inkml:trace contextRef="#ctx0" brushRef="#br1" timeOffset="164119.666">3574 4332,'-14'-5,"0"1,-1 0,0 2,1-1,-1 2,0 0,0 1,0 0,0 1,0 1,1 0,-1 1,0 1,1 0,0 1,0 1,1 0,-1 1,1 0,0 1,1 0,0 1,-3 9,1 0,1 1,1 0,0 1,2 1,0 0,1 0,1 1,1-1,1 2,2-1,0 1,1 0,1 0,1 0,1 0,1 0,2 9,-2-16,0 0,2 1,0-1,1 0,0 0,1-1,1 1,0-1,2 0,-1-1,2 0,0 0,0-1,2 0,-1 0,2-1,-1-1,2 0,-1 0,2-2,-1 1,1-2,0 0,1 0,0-1,0-1,1-1,4 1,-7-3,-1-1,0 0,0-1,1 0,-1-1,0-1,1 0,-1 0,0-1,12-4,-19 5,0-1,0 0,0 0,0-1,0 1,-1-1,1 0,-1-1,0 1,0-1,0 0,0 0,0 0,-1 0,0-1,0 1,0-1,0 0,-1 0,0 0,0 0,0 0,-1 0,0-1,1-2,-1 0,-1 0,1 0,-2 1,1-1,-1 0,0 0,0 1,-1-1,0 1,-1-1,1 1,-2 0,1 0,-1 0,0 1,0-1,0 1,-1 0,0 0,-1 0,1 1,-1 0,0 0,0 0,-1 1,1 0,-1 0,0 0,0 1,0 0,-1 1,1 0,0 0,-1 0,0 1,1 0,-1 0,0 1,0 0,-5 1,2 1,1-1,1 2,-1-1,0 1,0 1,1 0,0 0,0 1,0 0,0 1,1-1,0 2,0-1,1 1,0 0,0 1,0 0,1 0,0 0,1 1,0 0,0 0,1 0,0 0,1 1,0 0,0-1,1 1,0 0,1 1,0 1,3 28</inkml:trace>
  <inkml:trace contextRef="#ctx0" brushRef="#br1" timeOffset="165733.043">4243 3936,'-19'119,"5"1,5 1,6 77,-1-20,-8 81,-12-1,-13 13,36-268,-1 21,-2 1,-1-1,-1 0,-1-1,-1 0,-1 0,-1-1,-11 18,17-35,0 0,-1 0,0 0,0 0,0-1,0 0,-1 0,1 0,-1-1,0 0,0 0,-1 0,1-1,-1 0,1 0,-1 0,1-1,-2 0,-123-1,123-1,-344-30,-139 26,1 21,-29 25,504-40,-1351 131,1024-121,339-10,0-1,0 0,-1 0,1 1,0-2,0 1,0 0,0-1,0 1,0-1,0 0,0 0,0 0,0-1,0 1,1 0,-1-1,0 0,1 0,0 0,-1 0,1 0,0 0,0-1,0 1,0-1,0 1,1-1,-1 0,1 0,-17-77,4 0,3-1,1-63,2-56,-26-438,-14 163,47 455,0 0,2 1,0-1,1 0,1 1,1-1,2-4,-4 16,1-1,1 1,-1 0,1 1,1-1,-1 1,1-1,1 2,-1-1,1 0,0 1,1 0,-1 0,1 1,0 0,1 0,3-1,20-7,0 3,1 0,0 2,1 1,-1 2,1 1,1 1,-1 2,0 2,30 4,374 56,-120-43,0-14,238-31,-391 18,1206-40,-1084 51,-170 12,119-14,-234-1,1 1,-1 0,0 0,1 0,-1 0,0 0,1 0,-1 0,1 0,-1 0,0 1,1-1,-1 1,0-1,0 1,1-1,-1 1,0 0,0-1,0 1,0 0,0 0,0 0,0 0,0 0,0 0,0 0,0 0,-1 1,1-1,0 0,-1 0,1 1,-1-1,1 0,-1 1,0-1,0 0,1 1,-1-1,0 1,0 0,-9 187,12-48,2-76</inkml:trace>
</inkml:ink>
</file>

<file path=ppt/ink/ink7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2-24T16:24:35.525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  <inkml:brush xml:id="br1">
      <inkml:brushProperty name="width" value="0.1" units="cm"/>
      <inkml:brushProperty name="height" value="0.1" units="cm"/>
      <inkml:brushProperty name="color" value="#33CCFF"/>
      <inkml:brushProperty name="ignorePressure" value="1"/>
    </inkml:brush>
  </inkml:definitions>
  <inkml:trace contextRef="#ctx0" brushRef="#br0">4711 1842,'21'342,"-5"-144,13 419,38 479,-45-927,-17-148,-2-18,-1-11</inkml:trace>
  <inkml:trace contextRef="#ctx0" brushRef="#br0" timeOffset="6120.406">4726 2689,'-7'6,"1"0,0 1,1 0,0 0,0 0,0 0,1 1,0 0,0 0,1 0,0 1,1-1,0 1,0-1,1 1,0 0,0 0,1-1,0 1,0 0,1 0,1 1,-1-7,0-1,0 0,0 0,1 1,-1-1,1 0,-1 0,1 0,0-1,0 1,0 0,0-1,0 1,0-1,0 0,0 1,1-1,-1 0,0 0,1-1,-1 1,1 0,-1-1,1 0,-1 1,1-1,-1 0,1 0,0 0,-1-1,1 1,0-1,3 0,1 0,-1-1,0 0,1 0,-1-1,0 1,-1-1,1 0,0-1,-1 0,0 1,2-3,-2 0,1 0,-1-1,0 0,0 0,-1 0,0 0,-1-1,1 1,-1-1,-1 0,1 0,-2 0,1-3,-1 8,0 0,-1 0,0 0,1 0,-1-1,-1 1,1 0,0 0,-1 0,1 0,-1 0,0 0,0 0,0 0,-1 0,1 0,-1 0,1 1,-1-1,0 0,0 1,0 0,0-1,-1 1,1 0,-1 0,1 0,-1 1,0-1,1 1,-1-1,0 1,0 0,0 0,-2 0,0 0,1 0,-1 0,0 1,1 0,-1 0,1 1,-1-1,1 1,-1 0,1 0,-1 0,1 1,0-1,0 1,0 0,0 0,0 1,0-1,0 1,1 0,-1 0,1 0,0 0,0 1,-6 6,1 0,0 0,1 1,0 0,1 0,0 1,-4 11,8-20,0 0,1 0,0 1,-1-1,1 0,0 1,0-1,1 1,-1-1,1 1,0-1,0 1,0-1,0 1,0 0,1-1,0 1,0-1,0 0,0 1,0-1,1 0,-1 1,1-1,0 0,0 0,0-1,0 1,1 0,-1-1,1 1,0-1,5 2,0-1,0-1,1 1,-1-1,1-1,-1 0,1 0,0-1,-1 1,1-2,-1 0,1 0,0 0,-1-1,0 0,1-1,-1 0,0 0,0-1,-1 0,1 0,-1-1,2-1,-6 4,1 0,-1-1,0 0,0 0,0 0,0 0,-1 0,1-1,-1 1,0-1,0 1,0-1,0 0,-1 0,0 0,0 0,0 0,0 0,0 0,-1 0,0 0,1-3,-3 6,0-1,1 0,-1 0,0 1,0-1,0 1,0 0,0 0,0 0,0 0,0 0,-1 0,1 0,0 0,-1 1,1 0,0-1,-1 1,1 0,-1 0,1 0,0 0,-1 1,1-1,0 1,-1-1,1 1,0 0,0 0,-1 0,1 0,0 0,0 0,0 1,0-1,0 1,1-1,-1 1,-3 2,0 0,-1 0,1 0,-1 0,0 0,0-1,0 0,-1-1,1 1,0-1,-1 0,0-1,1 0,-8 1,-122-5,-39-24,11 26,68 2,0-4,-58-10,64 0,-1 5,-31 2,-225-8,-98-39,405 51,0-2,1-1,-1-3,2-1,-1-1,-17-9,26 4,-39-8,-110 23,175-2,-1 0,1-1,0 1,0-1,0 0,0 0,0 0,0-1,1 1,0-1,-1 0,2 0,-1 0,0-1,1 1,0 0,0-1,0 0,0 1,1-1,0 0,0 0,0 0,0 0,1 0,0 0,0-3,-1 1,-46-303,-1-221,38-32,10 269,-3 213,-4 0,-3 1,-4 0,-18-56,22 89,2 0,2-1,2 0,2 0,2-10,0 49,0 8,-1 1,1-1,-1 0,1 0,-1 0,1 0,0 0,-1 0,1 0,0 0,0 0,0-1,0 1,0 0,0 0,0 0,0 0,0 0,1 0,-1 0,0 0,1 0,-1 0,1 0,-1 0,1 0,-1 1,1-1,-1 0,1 0,0 0,0 1,-1-1,1 0,0 1,0-1,0 0,0 1,0-1,0 1,0 0,0-1,0 1,0 0,0-1,0 1,0 0,0 0,0 0,0 0,0 0,0 0,0 0,0 1,0-1,0 0,0 1,24 9,0-1,1 0,-1-2,2-1,-1-2,2 0,47 4,-1 4,39 11,-16 0,0-4,73 4,131-6,-242-17,-57 0</inkml:trace>
  <inkml:trace contextRef="#ctx0" brushRef="#br0" timeOffset="6952.193">2049 995,'-2'16,"0"0,-2 1,0-1,0-1,-2 1,0-1,-1 0,0 0,-1 0,-66 106,74-121,0 1,0-1,0 1,0 0,-1-1,1 1,0-1,0 1,0-1,0 0,0 1,-1-1,1 1,0-1,0 1,-1-1,1 1,0-1,-1 0,1 1,0-1,-1 0,1 1,-1-1,1 0,-1 0,1 1,0-1,-1 0,1 0,-1 0,1 1,-1-1,1 0,-1 0,1 0,-1 0,1 0,-1 0,1 0,-1 0,1 0,-1 0,1-1,-1 1,1 0,-1 0,1 0,-1-1,1 1,-1 0,1 0,0-1,-1 1,1 0,-1-1,1 1,0-1,-1 1,1 0,0-1,0 1,-1-1,1 1,0-1,0 1,0-1,-1 0,35-95,-21 67,87-225,-100 254,-1-1,1 0,0 0,0 0,0 0,0 0,0 0,0 0,1 0,-1 1,0-1,0 0,1 0,-1 0,0 0,1 0,-1 1,1-1,-1 0,1 0,-1 1,1-1,0 0,-1 1,1-1,0 1,-1-1,1 1,0-1,0 1,0-1,-1 1,1 0,0-1,0 1,0 0,0 0,0 0,0 0,0 0,-1 0,1 0,0 0,0 0,0 0,0 0,0 0,0 1,0-1,-1 0,1 1,0-1,0 1,0-1,-1 1,1-1,0 1,-1-1,1 1,0 0,0 0,118 157,76 44,-172-180</inkml:trace>
  <inkml:trace contextRef="#ctx0" brushRef="#br1" timeOffset="191216.881">287 5529,'5'21,"3"21,4 19,-2 18,-1 17,-3 10,-4 6,-6-3,-1-10,0-17,1-22</inkml:trace>
  <inkml:trace contextRef="#ctx0" brushRef="#br1" timeOffset="191623.523">929 5502,'-103'142,"-5"-4,-7-5,-11 0,109-115,10-10,0-1,0 1,0-2,-1 1,0-1,0 0,0-1,-1 0,0 0,-7 2,15-6,0-1,0 0,0 0,1 1,-1-1,0 0,0 0,0 0,0 0,0 0,0 0,1 0,-1 0,0-1,0 1,0 0,0 0,1-1,-1 1,0 0,0-1,0 1,1-1,-1 1,0-1,1 1,-1-1,0 0,1 1,-1-1,1 0,-1 0,1 1,0-1,-1 0,1 0,0 0,-1 1,1-1,0 0,0 0,0 0,-1 0,1 0,0 1,0-1,1 0,-1 0,0 0,0 0,0 0,11-45,-9 41,0 1,0-1,0 0,0 1,1 0,0-1,0 1,0 0,0 1,1-1,-1 0,1 1,0 0,0 0,0 0,1 0,-1 1,1 0,-1 0,1 0,0 0,-1 1,1-1,0 1,0 1,0-1,0 1,0 0,1 0,-1 0,4 1,2 6,-1 0,0 0,0 1,-1 0,0 1,0 0,-1 0,0 1,-1 0,0 0,0 1,4 10,2 0,-3-1,2-1,0 0,1-1,0-1,2 0,0-1,1-1,0 0,2-1,-1-1,2 0,-1-2,2 0,16 7,-23-13,0-1,1 0,-1-1,1 0,0-1,-1-1,1 0,0-1,0-1,0 0,-1 0,1-2,-1 1,13-5,3-6</inkml:trace>
  <inkml:trace contextRef="#ctx0" brushRef="#br1" timeOffset="191934.76">1394 5870,'2'-2,"8"-1,9 0,13-2,10-2,12 0,9-1,2 1,0 1,-6 2,-14 1</inkml:trace>
  <inkml:trace contextRef="#ctx0" brushRef="#br1" timeOffset="192197.511">1434 6253,'23'5,"20"-4,13-6,15-7,8-6,-9 0</inkml:trace>
  <inkml:trace contextRef="#ctx0" brushRef="#br1" timeOffset="192632.682">2745 6198,'-2'-54,"2"0,2 0,3 0,3 0,8-32,4-33,1-102,-22 206,-5 25,-3 30,1 0,2 1,2 0,2 27,1-43,-4 22,3 0,2 1,2-1,2 0,2 0,2 0,2 0,5 11,7-9</inkml:trace>
  <inkml:trace contextRef="#ctx0" brushRef="#br1" timeOffset="193008.13">3332 5830,'-4'17,"1"1,1-1,0 1,2 0,0-1,1 1,0 0,1-1,2 2,-2-10,0-1,1 1,0-1,0 0,1 0,0 0,1-1,0 1,0-1,0 0,1-1,0 1,0-1,1 0,-1-1,1 1,1-1,-1-1,1 1,0-1,0-1,0 1,0-1,1-1,-1 0,0 0,1 0,0-1,-1-1,1 1,0-1,-1-1,1 0,0 0,-1-1,1 0,-1 0,0-1,1 0,-1 0,-1-1,1 0,0 0,-1-1,0 0,4-4,2-2,-1 0,-1 0,0-1,0 0,-1-1,-1-1,0 1,-1-1,0-1,-2 0,1 0,-2 0,0 0,0-1,-3 4,1 1,-1-1,-1 1,0-1,-1 0,0 0,-1 0,0 1,-1-1,0 0,-1 1,0 0,-1 0,0 0,-1 0,0 0,-1 1,0 0,0 0,-1 0,-1 1,1 0,-2 1,1-1,-1 2,0-1,-1 1,1 1,-1 0,-1 0,1 1,-6-2,9 5,1 1,-1 0,0 0,1 1,-1-1,0 2,1-1,-1 1,0 0,1 0,-1 1,1-1,-1 2,1-1,0 1,0 0,0 0,0 0,1 1,-1 0,1 0,0 1,0-1,1 1,-1 1,-5 5,1 1,0 0,1 0,0 1,1 0,0 0,1 1,1 0,0 0,-2 13,5-17,0 0,1 0,0 0,1 0,0 0,0 0,1 0,0 0,1 0,1 4,13 28</inkml:trace>
  <inkml:trace contextRef="#ctx0" brushRef="#br1" timeOffset="194529.892">4698 5010,'-10'8,"1"0,1 1,0 0,0 0,0 0,1 1,1 0,0 1,0 0,1 0,0 0,1 0,0 1,1-1,0 1,1 0,0 0,1 4,-8 72,5-1,3 1,4 0,4 0,4-1,17 66,-12-52,-10-63,22 135,3 174,-30-321,-1 0,-1 0,-2 0,0-1,-2 1,-2 3,5-21,0-1,0 0,-1 0,0 0,-1 0,0 0,0-1,0 0,-1 0,1 0,-2 0,1-1,0 1,-1-2,0 1,0 0,-1-1,1 0,-1-1,0 0,0 0,0 0,-1-1,-15 2,-1-1,0-1,0-1,0-1,0-2,0 0,0-1,-19-6,11 3,-105-14,0 6,0 5,-1 7,-17 6,-213 34,-172 47,139-18,-912 68,1107-126,199-11,-1 1,1-1,0 0,0-1,0 0,0 0,0 0,0-1,-5-4,-20-10,5 7,-1 2,0 0,-1 2,0 1,0 1,-9 1,35 3,-3 1,1 0,-1 0,0 0,1-1,-1 0,1 0,-1-1,1 0,0 0,0 0,-1 0,2-1,-1 0,0 0,0 0,1-1,0 1,0-1,0 0,0 0,0-1,1 1,-1-2,-4-15,1 0,2 0,0-1,1 0,1 1,0-18,2 21,-70-769,-124-314,190 1073,-26-144,31 168,0 1,0 0,1-1,-1 1,1 0,-1 0,1-1,0 1,0 0,1 0,-1 0,1 0,-1 0,1 0,0 1,0-1,0 0,0 1,1 0,-1-1,1 1,-1 0,1 0,0 1,1-2,82-28,-75 28,108-23,2 5,0 6,89 1,-69 10,1 6,0 6,93 20,-89-6,248 36,68-12,-95-32,-1-17,0-16,194-40,-545 56,517-57,-441 49,52 0,-143 11,0 0,1 1,-1-1,0 0,0 1,0-1,0 0,1 1,-1-1,0 0,0 1,0-1,0 1,0-1,0 0,0 1,0-1,0 0,0 1,0-1,0 0,0 1,-1-1,1 1,0-1,0 0,0 1,0-1,-1 0,1 0,0 1,0-1,0 0,-1 1,1-1,0 0,-1 0,1 0,0 1,0-1,-1 0,1 0,0 0,-1 0,1 1,-1-1,1 0,0 0,-1 0,1 0,0 0,-1 0,1 0,0 0,-1 0,1 0,-1 0,1-1,0 1,-1 1,-5 2,1 0,0 0,1 1,-1 0,1 0,-1 0,1 0,1 1,-1 0,0-1,1 1,0 1,0-1,1 0,0 1,-1-1,2 1,-1 0,1-1,-1 4,-1 31,1 1,3-1,1 1,1-1,3 0,1 2,-1-5,-3-13,12 65,-5 1,-4 0,-4 69,-9-85</inkml:trace>
</inkml:ink>
</file>

<file path=ppt/ink/ink7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19T13:09:00.443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1,'2'2,"3"1,1-2,-1-2</inkml:trace>
</inkml:ink>
</file>

<file path=ppt/ink/ink7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2-24T16:28:04.325"/>
    </inkml:context>
    <inkml:brush xml:id="br0">
      <inkml:brushProperty name="width" value="0.1" units="cm"/>
      <inkml:brushProperty name="height" value="0.1" units="cm"/>
      <inkml:brushProperty name="color" value="#33CCFF"/>
      <inkml:brushProperty name="ignorePressure" value="1"/>
    </inkml:brush>
    <inkml:brush xml:id="br1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42 7928</inkml:trace>
  <inkml:trace contextRef="#ctx0" brushRef="#br1" timeOffset="6864.992">1 7955,'1'-2,"0"0,0 0,0 0,1 0,-1 1,1-1,-1 0,1 1,0-1,0 1,0-1,0 1,0 0,0 0,0 0,0 0,0 0,0 1,1-1,-1 0,0 1,0 0,1 0,-1-1,0 1,1 0,-1 1,0-1,0 0,1 1,1 0,4-1,351-5,124-18,210-4,-373 27,-318 0,-1 1,0-1,0 1,0-1,0 1,-1-1,1 0,0 1,0-1,0 0,0 0,0 0,0 0,0 0,0 0,0 0,0 0,0 0,0 0,0 0,-1-1,1 1,0 0,0-1,0 1,0-1,0 1,-1-1,1 1,0-1,0 1,-1-1,1 0,0 0,-1 1,1-1,-1 0,1 0,-1 1,1-1,-1 0,0 0,1 0,-1 0,0 0,0 0,1 0,-1 0,0 0,0 0,0 0,0 1,0-1,-1 0,1 0,0 0,0 0,-1 0,1 0,0 0,-7-20,2 0,0-1,2 1,0-1,2 0,0 0,2-18,-1 14,13-511,-13 256,-14-12,11 251,-22-320,15-41,23 12,-1-238,-24 312,-1-327,15 575,7-264,-15 1,-14-7,-73-542,55 582,-27-68,28 56,16 96,-6 86,27 126,1 1,0 0,0-1,0 1,0 0,0 0,1 0,-1 0,1 0,-1 0,1 0,-1 0,1 1,0-1,0 1,0-1,0 1,0 0,1-1,-1 1,0 0,0 0,1 1,-1-1,0 1,1-1,-1 1,1 0,-1-1,1 1,-1 0,1 1,-1-1,1 0,9-1,8-3,0-1,-1-1,0-1,0 0,0-1,-1-2,15-9,-10 8,1 1,0 1,0 1,1 1,0 1,0 1,12 0,-16 1,487-72,135 11,505-31,-563 73,-568 24,-13 0,1 0,-1-1,1 0,-1 0,1 0,0-1,-1 1,1-1,-1 0,1 0,-1-1,0 1,1-1,1-1,-2-3,-4 2</inkml:trace>
  <inkml:trace contextRef="#ctx0" brushRef="#br1" timeOffset="7896.259">1859 1933,'-2'18,"-1"0,0 0,-1-1,-1 1,-1-1,0 0,-5 7,4-7,-45 98,-5-3,-7 1,52-91,-5 6,17-29,-1 1,1 0,0 0,0-1,0 1,0 0,0 0,-1-1,1 1,0 0,0 0,0 0,-1-1,1 1,0 0,0 0,0 0,-1 0,1-1,0 1,0 0,-1 0,1 0,0 0,-1 0,1 0,0 0,0 0,-1 0,1 0,0 0,-1 0,1 0,0 0,0 0,-1 0,1 0,0 0,0 1,-1-1,1 0,0 0,0 0,-1 0,1 0,0 1,0-1,0 0,-1 0,1 0,0 1,0-1,0 0,0 0,-1 1,1-1,3-26,74-226,4-24,-80 272,-1 3,0 0,0 1,-1-1,1 0,0 0,0 0,0 0,0 0,0 0,0 0,0 1,0-1,0 0,1 0,-1 0,0 0,1 0,-1 1,0-1,1 0,-1 0,1 1,-1-1,1 0,0 0,-1 1,1-1,0 1,-1-1,1 1,0-1,0 1,-1-1,1 1,0 0,0-1,0 1,0 0,-1 0,1-1,0 1,0 0,0 0,0 0,46 133,-32-108,1 0,1-2,1 0,1 0,1-2,0-1,2 0,1-2,0 0,1-2,1 0,6 1,-15-7,0 0,-1 1,0 1,0 1,-1 0,10 13,-23-25,1 0,-1 0,0 1,-1-1,1 0,0 1,0-1,0 1,-1-1,1 1,-1-1,1 1,-1-1,0 1,1 0,-1-1,0 1,0-1,0 1,0 0,0-1,-1 1,1-1,0 1,-1 0,1-1,-1 1,0-1,0 0,1 1,-1-1,0 1,0-1,0 0,0 0,0 0,-2 1,-56 27,-12-14,-1-3,0-3,-5-3,-44 6,-19 5,0 1</inkml:trace>
</inkml:ink>
</file>

<file path=ppt/ink/ink7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2-24T16:28:23.478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69 358,'-2'0,"-4"2,-2 1,-3 1,-1-2,1 0</inkml:trace>
  <inkml:trace contextRef="#ctx0" brushRef="#br0" timeOffset="481.279">83 17,'4'-17,"2"33,-7 25,-2 1,-1 0,-2-1,-3 1,-3 26,-43 306,53-347</inkml:trace>
  <inkml:trace contextRef="#ctx0" brushRef="#br0" timeOffset="865.252">192 550,'36'-18,"4"-1,-1-2,-2-2,20-15,-52 35,0 0,-1 0,0-1,1 1,-1-1,-1 0,1-1,0 1,-1-1,0 1,0-1,-1 0,1 0,-1 0,0-1,0 1,-1 0,1-1,-1 1,0-1,-1 1,0-1,0-2,-2 5,-1 0,0 1,0-1,0 1,0-1,-1 1,1 0,-1 0,1 1,-1-1,0 1,1-1,-1 1,0 0,0 1,0-1,0 1,0 0,0 0,0 0,0 0,0 1,0-1,1 1,-1 0,0 0,0 1,1-1,-4 3,0-1,0 0,0 1,1 0,0 0,0 1,0-1,0 2,1-1,0 0,0 1,0 0,1 0,0 1,0-1,1 1,-1 0,1 0,1 0,-1 0,1 0,1 0,-1 1,1-1,1 1,-1-1,1 1,0-1,1 1,0-1,0 1,1-1,0 1,0-1,0 0,1 0,0 0,1-1,0 1,0-1,3 5,1-1,1-1,0 0,0 0,1-1,0 0,0 0,1-1,0-1,0 0,0 0,13 3,13 4</inkml:trace>
</inkml:ink>
</file>

<file path=ppt/ink/ink7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2-24T16:28:25.406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195 3,'-8'-1,"1"0,-1 1,1-1,-1 2,1-1,-1 1,1 0,-1 0,1 1,0 0,0 0,0 1,0 0,0 0,0 1,1 0,-1 0,1 0,0 1,1 0,-1 0,1 0,0 1,0 0,1 0,-3 4,4-4,1 0,0 1,0-1,0 1,1 0,-1 0,2-1,-1 1,1 0,0 0,0 0,1 0,0-1,1 1,-1 0,1-1,0 1,1-1,1 3,75 107,-38-65,-25-21,-16-30,1 1,-1 0,0-1,0 1,1-1,-1 1,0 0,0-1,0 1,1 0,-1-1,0 1,0 0,0-1,0 1,0 0,0-1,-1 1,1 0,0-1,0 1,0-1,-1 1,1 0,0-1,-1 1,1-1,0 1,-1-1,1 1,-1-1,1 1,-1-1,1 1,-1-1,1 1,-1-1,1 0,-1 1,0-1,1 0,-1 0,1 0,-1 1,0-1,1 0,-1 0,-1-1,0 1,0-1,0 0,0 0,1 0,-1 0,0 0,1 0,-1 0,0-1,1 1,0-1,-1 1,1-1,0 1,0-1,0 0,0 0,0 1,0-1,0 0,1 0,-1 0,1 0,-1 0,1 0,0 0,0 0,0 0,0 0,0 0,0 0,2-11,1 1,1-1,0 1,0 0,1 0,1 1,0 0,0-1,1 2,1-1,0 1,0 0,1 1,9-8,-3 0,2 1,-1 0,2 1,0 1,1 1,12-7,-30 19,0 0,0 0,0 1,0-1,0 0,0 1,1-1,-1 1,0-1,0 1,0 0,0 0,1-1,-1 1,0 0,0 0,0 0,1 0,-1 0,0 0,0 0,1 1,-1-1,0 0,0 1,0-1,0 1,0-1,0 1,1 0,-1-1,0 1,-1 0,1 0,0 0,0-1,0 1,0 0,-1 0,1 0,0 0,-1 0,1 1,-1-1,1 0,-1 1,3 15,0 0,-1 0,-1 1,-1-1,-1 0,-2 14,1 9,2-25,-2-3,1 1,1-1,0 1,1-1,1 0,0 0,0 1,1-1,1 0,0 1,6-1,-1-4</inkml:trace>
</inkml:ink>
</file>

<file path=ppt/ink/ink7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2-24T16:28:25.573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41 0,'-14'0,"-2"5,6 8,12 6,5 1</inkml:trace>
</inkml:ink>
</file>

<file path=ppt/ink/ink7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2-24T16:28:26.255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0 468,'17'-33,"-2"-2,-1 1,-2-2,-1 0,-2 0,-2-1,3-35,-9-72,0 144,-1 1,0-1,0 1,1-1,-1 1,0-1,0 1,1-1,-1 1,1-1,-1 0,0 1,1-1,-1 0,1 1,-1-1,1 0,-1 1,1-1,-1 0,1 0,-1 0,1 0,-1 1,1-1,0 0,-1 0,1 0,-1 0,1 0,-1 0,1 0,0-1,-1 1,1 0,-1 0,1 0,-1 0,1-1,-1 1,1 0,-1-1,1 1,-1 0,0-1,1 1,-1 0,1-1,-1 1,0-1,1 1,-1-1,0 1,0-1,1 1,-1-1,0 1,0-1,0 1,0-1,0 0,1 1,-1-1,0 1,0-1,6 5,189 119,-191-121,0 0,-1 1,0-1,1 1,-1 0,0 0,-1 0,1 1,0-1,-1 1,0-1,0 1,0 0,0 0,0 0,-1 0,0 0,0 0,0 0,0 1,-1-1,1 0,-1 0,0 1,-1-1,1 0,-1 1,-4 26,-2 63,7-91,1 1,-1-1,1 0,0 0,0 0,1 0,-1 0,0 0,1 0,0 0,0-1,0 1,0-1,0 1,0-1,1 0,-1 0,1 0,-1 0,1 0,0-1,0 1,0-1,0 1,0-1,0 0,0 0,10 0,0 0,0 0,0-1,0-1,0 0,0-1,0 0,0-1,-1-1,1 0,-1 0,0-1,0-1,-1 0,1-1,-2 0,1 0,-1-1,9-8,-11 10,0 0,-1-1,1 0,-1 0,-1 0,1-1,-1 0,-1 0,1-1,-1 1,-1-1,1 0,-2-1,1 1,-1-1,-1 1,0-1,1-7,-4 13,0 0,0 0,0 1,0-1,-1 1,1-1,-1 1,0 0,0-1,0 1,0 0,-1 0,1 0,-1 1,0-1,0 1,0-1,0 1,0 0,0 0,-1 0,1 1,-1-1,1 1,-1 0,0 0,1 0,-1 0,0 1,0-1,0 1,1 0,-1 0,0 1,0-1,0 1,1 0,-1 0,0 0,1 0,-1 1,1-1,-1 1,1 0,0 0,0 0,-3 2,-1 1,0 0,0 1,1 0,-1 0,1 0,0 1,1 0,0 0,0 0,0 1,1-1,0 1,1 0,-1 1,2-1,-1 0,1 1,0 0,1-1,0 1,0 0,1 0,0-1,1 1,0 0,0 0,1-1,0 1,1-1,0 1,0-1,0 0,1 0,0 0,1-1,2 4,3 0,0 0,0-1,1 0,0-1,1 0,0 0,0-1,1-1,0 0,0-1,0 0,1-1,0-1,13 3,21 3</inkml:trace>
</inkml:ink>
</file>

<file path=ppt/ink/ink7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2-24T16:28:29.325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223 0,'-7'1,"-1"-1,1 2,0-1,0 1,0 0,0 0,0 0,0 1,1 0,-1 1,1 0,0 0,0 0,0 0,1 1,-1 0,1 0,0 1,1-1,-5 7,-1 4,0 0,0 1,2 0,0 1,1 0,1 0,-2 9,4-14,0-1,0 1,1 0,1 0,0 0,1 1,0-1,1 0,1 1,0-1,1 0,0 0,1 0,0 0,1 0,1-1,3 6,-5-14,0 0,1 0,0-1,0 0,0 1,0-1,0-1,1 1,-1-1,1 0,0 0,0 0,-1 0,1-1,0 0,0 0,1 0,-1-1,0 0,0 1,0-2,0 1,0-1,0 0,0 0,0 0,0-1,0 1,0-1,0-1,-1 1,1 0,-1-1,0 0,0 0,0-1,0 1,0-1,-1 1,0-1,1 0,-2-1,1 1,0 0,-1-1,0 0,0 1,0-1,0 0,-1 0,0-1,0 2,-1 0,1 0,-1-1,-1 1,1 0,0 0,-1 0,0 0,0 0,0 0,0 0,-1 0,0 0,0 0,0 1,0-1,0 1,-1-1,1 1,-1 0,0 0,0 0,0 1,-1-1,1 1,0-1,-1 1,0 0,1 0,-1 1,0-1,0 1,0 0,0 0,0 0,0 1,-1-1,1 1,0 0,0 0,0 0,0 1,0 0,-2 0,-1 0,1 1,0 0,0 1,-1 0,2-1,-1 2,0-1,1 1,-1 0,1 0,-2 2,5-4,-1 0,1 0,0 0,1 0,-1 0,0 0,1 1,-1-1,1 0,0 1,-1-1,1 1,1 0,-1-1,0 1,1 0,-1-1,1 1,0 0,-1 0,1 0,1-1,-1 1,0 0,1 0,0-1,-1 1,2 1,35 29,-11-22</inkml:trace>
  <inkml:trace contextRef="#ctx0" brushRef="#br0" timeOffset="342.719">401 287,'-2'5,"2"0,-1 0,1 1,0-1,0 0,0 0,0 0,1 0,0 0,0 0,1 0,-1 0,1 0,0-1,0 1,1-1,-1 1,1-1,0 0,0 0,1 0,-1 0,1-1,0 1,-1-1,2 0,-1 0,2 0,1 0,0-1,1-1,-1 0,1 0,-1 0,1-1,-1 0,1 0,-1-1,1 0,-1 0,1-1,-1 0,0 0,0-1,0 0,0 0,0-1,0 1,-1-2,0 1,0-1,0 0,-1 0,1 0,-1-1,0 0,-1 0,1 0,-1 0,-1-1,1 0,-1 1,0-1,-1-1,1 1,-2 0,1-1,-1 1,0-1,0 1,-1-1,0 1,0-1,-1 1,0-3,0 6,0-1,-1 1,1 0,-1-1,0 1,0 0,0 0,-1 0,1 0,-1 0,0 1,0-1,0 1,0 0,-1 0,0 0,1 0,-1 1,0-1,0 1,0 0,-1 0,1 1,0-1,-1 1,1 0,-1 0,1 0,-1 1,0-1,1 1,-2 1,-11-1,0 1,1 1,-1 0,1 1,-1 1,1 1,0 0,-5 4,-134 74,88-39</inkml:trace>
</inkml:ink>
</file>

<file path=ppt/ink/ink7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2-24T16:28:27.557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85 1,'-5'16,"-3"13,-1 10,1 10,2 9,2 6,5 1,1-1,3-2,0-3,0-6,-1-8,-2-11</inkml:trace>
  <inkml:trace contextRef="#ctx0" brushRef="#br0" timeOffset="387.508">399 82,'-40'37,"-2"-1,-1-3,-2-2,-23 12,-42 30,108-71,-39 33,41-34,-1 0,0 0,0 0,1 0,-1 1,1-1,-1 0,1 0,-1 0,1 1,0-1,-1 0,1 0,0 1,0-1,0 0,0 1,0-1,0 0,0 1,1-1,-1 0,0 0,1 1,-1-1,1 0,0 0,-1 0,1 0,0 0,-1 0,1 0,0 0,0 0,0 0,0 0,1 0,15 12,1-1,1 0,0-2,0 0,16 5,7 3,-34-14,15 8,1-1,1-1,-1-1,1-1,1-1,22 3,-28-9</inkml:trace>
  <inkml:trace contextRef="#ctx0" brushRef="#br0" timeOffset="1089.99">576 301,'3'0,"2"0,6 0,5 0,7 0,7 0,4 0,3 0,-5 0,-6 0</inkml:trace>
  <inkml:trace contextRef="#ctx0" brushRef="#br0" timeOffset="1334.129">508 437,'10'5,"7"1,7 0,10-1,6-1,5-2,2-1,2-1,-7 0</inkml:trace>
</inkml:ink>
</file>

<file path=ppt/ink/ink7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2-24T16:28:34.351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1 260,'11'16,"9"17,3 17,3 14,-4 12,-3 8,-4 2,-6-3,-3-7,-4-12,1-13,2-15,0-12</inkml:trace>
  <inkml:trace contextRef="#ctx0" brushRef="#br0" timeOffset="340.869">410 328,'-239'365,"227"-349,-21 44,34-59,-1 0,1 0,-1 1,1-1,0 0,0 0,-1 0,1 0,0 0,0-1,0 1,0 0,0 0,0-1,1 1,-1 0,0-1,0 1,0-1,1 0,-1 1,0-1,0 0,1 0,-1 0,0 1,0-1,1-1,-1 1,0 0,1 0,-1 0,1-1,4 1,391 21,-365-23,-4-1</inkml:trace>
  <inkml:trace contextRef="#ctx0" brushRef="#br0" timeOffset="792.973">834 28,'-8'-1,"0"0,-1 1,1 0,0 1,0-1,0 1,0 1,0 0,0 0,0 1,0-1,1 2,-1-1,1 1,0 0,0 1,1-1,-1 1,1 1,0-1,0 1,-3 5,-3 3,1 2,0 0,1 0,1 1,0 1,1-1,1 1,1 0,0 4,-2 5,2 0,1 0,1 1,1-1,2 1,1-1,0 1,3 6,-2-24,1 0,0 0,0 0,1 0,0 0,1-1,0 1,1-1,0 0,0 0,1 0,0-1,0 0,1 0,0-1,0 0,1 0,0-1,0 1,1-2,0 1,0-1,4 1,-5-2,0 0,1 0,-1-1,1 0,0-1,0 0,0 0,0-1,0 0,0-1,0 0,0 0,0-1,0 0,0-1,0 0,0 0,0-1,-1 0,1-1,-1 0,0 0,0 0,0-1,-1 0,1-1,-1 0,-1 0,1 0,-1-1,0 0,-1 0,3-5,-5 7,0 1,-1-1,0 0,0 0,0-1,0 1,-1 0,0-1,0 1,-1 0,1-1,-1 1,0-1,-1 1,1-1,-1 1,0 0,-1-1,1 1,-1 0,0 0,0 0,0 0,-1 0,0 0,0 1,0-1,-1 1,1 0,-1 0,0 0,0 1,0-1,-1 1,1 0,-1 0,0 1,0-1,-3 0,1 1,1 2,-1-1,0 1,1-1,-1 2,0-1,1 1,-1 0,0 1,1-1,0 1,-1 0,1 1,0 0,0 0,0 0,0 1,1-1,0 1,-1 1,1-1,1 1,-1 0,1 0,0 0,0 1,0-1,1 1,-1 0,2 0,-1 0,1 0,-2 6,4-8,-1 0,1 0,0-1,0 1,1 0,-1 0,1 0,0 0,0 0,0-1,0 1,1 0,0-1,-1 1,1-1,0 0,1 0,-1 0,1 0,-1 0,1 0,0 0,0-1,0 1,0-1,0 0,1 0,-1 0,1-1,-1 1,1-1,0 0,0 0,2 0,30 10</inkml:trace>
  <inkml:trace contextRef="#ctx0" brushRef="#br0" timeOffset="1133.433">1257 355,'-5'5,"1"1,-1-1,1 1,0-1,1 1,-1 1,1-1,1 0,-1 1,1-1,0 1,0 0,1 0,0-1,0 1,1 0,0 0,0 0,0 0,1 0,0 0,1 0,-1 0,1-1,1 1,-1-1,1 1,0-1,4 6,-2-7,0 0,0 0,0-1,1 1,-1-1,1 0,0-1,1 1,-1-1,0 0,1-1,0 0,0 0,-1 0,1-1,0 0,0 0,0-1,1 1,-1-2,0 1,0-1,0 0,0-1,4-1,1 0,-1-1,0 0,0-1,0 0,-1-1,1 0,-1-1,0 0,-1 0,0-1,0-1,-1 1,0-1,6-9,-6 4,0 0,-1-1,0 1,-2-1,1-1,-2 1,0-1,-1 0,0 0,-2 0,0 0,0 0,-2 0,0 0,0 0,-2 0,0 0,-1 0,0 0,-2 1,1 0,-2 0,0 1,-1 0,0 0,-1 0,-7-7,12 16,0 0,0 0,0 1,0-1,-1 1,0 0,1 0,-1 1,-1-1,1 1,-1 0,1 1,-1-1,0 1,0 0,0 0,0 1,0 0,0 0,0 1,0-1,0 1,-1 1,1-1,-3 1,-1 3,-1 1,1 0,0 0,0 1,1 1,0-1,0 2,0-1,1 1,0 0,-5 8,-51 61,4 3</inkml:trace>
</inkml:ink>
</file>

<file path=ppt/ink/ink7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2-24T16:28:31.877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0 67,'0'9,"2"13,1 13,0 16,2 12,0 13,4 11,2 7,2 2,4-2,0-2,1-9,-4-13,-3-18</inkml:trace>
  <inkml:trace contextRef="#ctx0" brushRef="#br0" timeOffset="715.62">259 613,'3'34,"1"0,1-1,2 1,1-1,2-1,2 3,-7-17,2 1,0-1,1-1,1 1,0-1,1-1,7 8,-16-22,0 0,0-1,1 1,-1 0,1-1,-1 0,1 1,0-1,-1 0,1 0,0 0,0 0,0 0,0 0,0 0,0-1,0 1,0-1,0 1,0-1,0 0,0 0,0 0,0 0,0 0,0 0,0-1,0 1,0-1,0 1,0-1,0 0,0 0,0 0,0 0,0 0,-1 0,1 0,0-1,0 0,7-9,0-1,-1-1,-1 1,0-1,0-1,-1 1,-1-1,-1 0,0 0,0-1,-2 1,1-1,-2 0,0-5,3-69,13 151,28 74,-42-128,1-1,0 1,0-1,1 0,0 0,0-1,1 1,0-1,0-1,0 1,1-1,0 0,0 0,0-1,0 0,1 0,-4-2,0-1,0 0,0 0,-1 0,1 0,0-1,0 1,0-1,0 0,0 0,0-1,0 1,0-1,0 0,0 0,0 0,0 0,-1-1,1 0,0 0,-1 0,0 0,1 0,-1 0,0-1,0 0,0 0,-1 0,1 0,1-3,4-4,-1-1,-1 0,0-1,-1 0,0 0,0 0,-2 0,1-1,-1-1,2-35,-1-1,-3-1,-2 1,-2 0,-2 1,-2-1,-3 1,-2 0,-8-17,-64-202,52 205,32 62,-1 1,1-1,0 1,0 0,0-1,0 1,-1-1,1 1,0 0,0-1,-1 1,1 0,0-1,-1 1,1 0,0 0,-1-1,1 1,-1 0,1 0,0 0,-1-1,1 1,-1 0,1 0,0 0,-1 0,1 0,-1 0,1 0,-1 0,1 0,0 0,-1 0,1 0,-1 0,1 0,-1 0,1 0,0 1,-1-1,1 0,-1 0,1 0,0 1,-1-1,1 0,0 1,-1-1,1 0,0 1,0-1,-1 0,1 1,0-1,0 0,-1 1,1-1,0 1,0-1,-6 31,5 26,3 0,2 0,2-1,3 1,3-2,2 1,5 7,-4-7,2 0,2-2,3 0,2-1,3-1,14 20,-36-63,1 0,0 0,0-1,0 0,1 0,0-1,1 0,-1 0,2-1,-1 0,1 0,-1-1,1 0,1 0,-1-1,1-1,0 1,-1-1,6 0,7-4</inkml:trace>
  <inkml:trace contextRef="#ctx0" brushRef="#br0" timeOffset="897.136">642 463,'16'0,"22"0,21-2,16-2,9 4,-9 0</inkml:trace>
  <inkml:trace contextRef="#ctx0" brushRef="#br0" timeOffset="1330.016">1230 968,'13'-92,"-6"66,-2 1,-1-1,-1 0,-1 0,-1 0,-1 0,-2 0,0 0,-2 0,-1 0,-1 1,-1-1,-3-2,10 26,-1 0,0 0,1 0,-1 0,0 1,0-1,0 0,-1 0,1 1,0-1,-1 1,1-1,-1 1,1 0,-1-1,0 1,1 0,-1 0,0 0,0 0,0 1,-1-1,3 2,-1 0,1 1,0-1,0 1,0-1,0 1,0-1,0 1,0-1,1 1,-1-1,1 1,-1-1,1 1,-1-1,1 0,0 1,-1-1,1 0,0 0,0 1,0-1,0 0,0 0,0 0,1 0,-1 0,0-1,1 1,10 7,0 0,1-2,0 1,0-2,1 0,0 0,0-1,0-1,0 0,0-1,1-1,-1 0,1-1,4-1,45 6,-61-5,0-1,0 2,0-1,0 0,0 0,0 1,0 0,-1 0,1 0,0 0,0 0,-1 0,1 1,-1-1,1 1,-1-1,0 1,1 0,-1 0,0 0,0 1,-1-1,1 0,0 1,-1-1,1 1,-1-1,0 1,0 0,0 0,0-1,0 1,-1 0,1 1,-7 96,3-85,1-1,1 1,0 0,1 0,0 0,3 11,-2-23,0 1,0-1,0 0,0 0,1 0,-1 0,1 0,0-1,0 1,0 0,0-1,0 1,1-1,-1 0,1 0,0 0,-1 0,1 0,0-1,0 1,0-1,0 1,0-1,0 0,1-1,-1 1,3 0,91-2,-61-6</inkml:trace>
  <inkml:trace contextRef="#ctx0" brushRef="#br0" timeOffset="2199.761">1995 626,'-8'-4,"1"0,0 0,-1 0,0 1,0 0,0 1,0 0,0 0,0 1,-1 0,1 0,0 1,-1 0,1 0,0 1,-1 0,1 1,0 0,0 0,0 1,0 0,0 0,1 1,0 0,-1 0,1 0,0 1,1 0,-5 5,4-2,0 1,1 0,0 1,0-1,1 1,0 0,1 0,0 1,0-1,1 1,0 5,2-12,0 0,0 1,1-1,-1 1,1-1,0 0,0 1,1-1,-1 1,1-1,0 1,0-1,1 0,-1 0,1 0,0 0,0 0,0 0,1 0,-1 0,1-1,0 1,0-1,0 0,0 0,1 0,-1 0,1-1,2 2,0-2,-1 1,1-1,0 0,1 0,-1-1,0 1,0-2,1 1,-1-1,0 0,1 0,-1 0,0-1,1 0,-1 0,0-1,0 0,0 0,0 0,0-1,-1 0,1 0,-1 0,3-3,0 1,0-2,0 1,-1-1,0 0,0-1,0 1,-1-2,-1 1,1 0,-1-1,-1 0,1 0,-2-1,1 1,-1-2,3-61,-6 72,0 0,0 1,-1-1,1 0,0 0,0 1,-1-1,1 0,0 0,0 0,-1 0,1 1,0-1,0 0,-1 0,1 0,0 0,0 0,-1 0,1 0,0 0,-1 0,1 0,0 0,-1 0,1 0,0 0,0 0,-1 0,1 0,0 0,-1 0,1 0,0-1,0 1,-1 0,1 0,0 0,0 0,-1-1,1 1,0 0,0 0,0 0,-1-1,1 1,0 0,0-1,0 1,0 0,0 0,-1-1,1 1,0 0,0-1,0 1,0 0,0 0,0-1,0 1,-9 26,7-15,0 1,1 1,0-1,2 0,-1 0,1 0,1 0,0 0,2 5,-3-12,0-1,0 0,1 1,-1-1,1 0,0 0,1 0,-1 0,0-1,1 1,0-1,0 1,0-1,0 0,1 0,-1 0,1-1,0 1,0-1,0 0,0 0,0 0,0-1,0 1,1-1,3 1,-5-2,-1 0,1 0,-1 0,1 0,-1 0,1-1,-1 1,1-1,-1 0,0 0,1 0,-1 0,0 0,1 0,-1-1,0 1,0-1,0 1,0-1,-1 0,1 0,0 0,-1 0,1 0,-1 0,0 0,1 0,-1-1,0 1,0-2,17-76,-21-113,-2 128,4 63,1 0,0 0,0 1,0-1,0 0,0 0,0 1,0-1,0 0,1 1,-1-1,1 0,-1 1,1-1,-1 0,1 1,0-1,0 1,0-1,0 1,0 0,0-1,1 1,-1 0,0 0,1 0,-1 0,0 0,1 0,-1 0,1 0,0 0,-1 1,1-1,0 1,-1-1,1 1,0 0,0 0,-1 0,1 0,0 0,0 0,5-1,1 1,-1 0,1 1,-1-1,1 2,-1-1,1 1,-1 0,0 0,0 1,0 0,0 1,0-1,-1 1,1 0,-1 1,0 0,-1 0,1 0,-1 0,0 1,0 0,-1 0,1 0,-1 1,-1-1,1 1,-1 0,1 4,3 110,-5-29,-2-90,0 0,1 1,-1-1,1 0,-1 0,1 0,0 1,0-1,-1 0,2 0,-1 0,0-1,0 1,1 0,-1 0,1-1,-1 1,1 0,0-1,-1 0,1 1,0-1,0 0,0 0,0 0,0 0,0 0,1-1,-1 1,0-1,0 1,0-1,1 0,-1 0,0 0,2 0,3-1,0 0,-1 0,1 0,0-1,-1 0,1-1,-1 1,0-1,0-1,0 1,4-4,6-5,-1-1,-1-1,0-1,-1 0,-1 0,0-1,-1-1,-1 0,0-1,-1 1,-1-2,-1 1,-1-1,4-18,-8-27,-3 62,1 1,0-1,-1 1,1 0,-1-1,1 1,-1 0,1-1,-1 1,0 0,0 0,0-1,0 1,0 0,0 0,0 0,0 0,0 0,0 1,0-1,-1 0,1 0,0 1,-1-1,1 1,0-1,-1 1,1 0,-1-1,1 1,0 0,-1 0,1 0,-1 0,1 0,-1 0,1 0,-1 1,1-1,0 1,-1-1,0 1,-4 3,-1 0,1 0,-1 0,1 1,1 0,-1 1,1-1,0 1,0 0,0 0,1 0,0 1,0 0,1 0,0 0,0 0,0 0,1 0,0 4,-1-5,1 1,0 0,0-1,1 1,0 0,0 0,1 0,0 0,0 0,0 0,1 0,0-1,0 1,1 0,0 0,0-1,1 1,0-1,0 0,0 0,1 0,0 0,0 0,0-1,1 0,1 2,6 1,1 0,0 0,0-2,0 1,1-2,0 0,0 0,0-2,1 0,0 0,-1-1,1-1,0 0,14-2,29-2</inkml:trace>
</inkml:ink>
</file>

<file path=ppt/ink/ink7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2-24T16:28:45.247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632 150,'11'54,"21"186,-9 1,-12 0,-10 1,-11 12,-15 45,25-274,0-25,1 1,-1-1,0 0,0 1,1-1,-1 0,0 1,0-1,1 0,-1 0,0 1,1-1,-1 0,1 0,-1 0,0 0,1 1,-1-1,0 0,1 0,-1 0,1 0,-1 0,0 0,1 0,-1 0,1 0,-1 0,0 0,1 0,-1 0,1 0,-1-1,0 1,1 0,-1 0,0 0,1-1,-1 1,0 0,1 0,-1-1,0 1,1 0,-1-1,0 1,0 0,1-1,-1 1,0 0,0-1,0 1,0 0,0-1,1 1,-1-1,0 1,0 0,0-1,0 1,0-1,0 1,0 0,0-1,13-25,0-5</inkml:trace>
  <inkml:trace contextRef="#ctx0" brushRef="#br0" timeOffset="876.655">1233 27,'42'39,"-40"-37,1 0,-1-1,0 1,0 0,0 1,0-1,0 0,-1 1,1-1,-1 1,1-1,-1 1,0 0,0-1,0 1,0 0,-1 0,1 0,-1 0,1-1,-1 1,0 0,0 0,-1 0,1 0,-1 2,1 11,12 1096,3-801,-10-271</inkml:trace>
  <inkml:trace contextRef="#ctx0" brushRef="#br0" timeOffset="1557.821">2107 1,'0'18,"0"21,2 19,1 21,2 21,3 15,2 15,2 8,1 4,0-4,4-9,2-12,4-15,1-15,3-16,-5-20</inkml:trace>
  <inkml:trace contextRef="#ctx0" brushRef="#br0" timeOffset="2531.712">2871 82,'0'5,"0"10,0 15,2 18,4 25,0 22,2 26,-1 22,-1 15,-3 8,0 2,-2-9,2-16,5-18,5-23,6-25,-1-24</inkml:trace>
  <inkml:trace contextRef="#ctx0" brushRef="#br0" timeOffset="3943.25">3 1461,'-2'42,"2"-1,1 1,3-1,1 0,2 0,2 0,2 2,-2-10,1 0,1 0,2-1,2-1,13 23,-19-41,-1 1,1-2,1 1,1-1,-1-1,2 0,0-1,0 0,0 0,1-2,1 1,0-2,11 6,-5-7,0 0,0 0,0-2,0-1,1 0,-1-2,1 0,0-1,-1-2,1 0,-1-1,1 0,-1-2,0-1,-1 0,12-6,36-18,-2-3,-1-3,-2-3,-1-2,-49 33,23-16,2 1,1 3,30-13,-56 28,-1 1,1 0,0 1,0 0,0 0,0 2,1 0,-1 0,0 1,1 0,-1 1,0 1,1 0,-1 0,5 3,13 8,1 1,-2 1,0 2,7 6,4 2,-13-8,21 10,-2 3,-1 1,-1 3,-2 1,13 15,77 109,-130-156,1 0,-1 0,1 0,0-1,-1 1,1-1,0 0,1 1,-1-2,0 1,1 0,-1-1,1 1,-1-1,1 0,0 0,-1-1,1 1,0-1,0 0,-1 1,1-2,0 1,0 0,-1-1,1 0,0 0,-1 0,1 0,-1 0,1-1,-1 0,0 0,1 0,-1 0,103-91,-69 56,5-7,2 2,1 1,2 3,2 2,1 1,2 4,1 1,43-16,-77 41,1 0,0 2,0 0,1 1,-1 1,0 1,0 1,1 1,-1 1,0 0,0 2,-1 0,1 1,5 3,85 27,-39-10,0-3,1-3,1-4,1-2,0-4,56 0,-117-10,1-1,0 0,-1 0,1-1,-1-1,0-1,0 0,0 0,0-1,-1-1,0 0,0-1,0 0,-1-1,0 0,0 0,-1-2,0 1,-1-1,0 0,-1-1,0 0,0-1,1-5,4-17,-3 0,0-1,-3-1,0 1,-3-1,-1-1,-1 1,-2 0,-2 0,-5-29,5 40,-7-105,3 79</inkml:trace>
</inkml:ink>
</file>

<file path=ppt/ink/ink7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2-24T16:28:53.642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0 83,'30'192,"-25"-146,2 25,-5-33,2 1,1-1,2 0,2-1,11 32,-19-65,1 0,-1 0,1-1,0 1,0 0,0-1,0 1,0-1,1 1,0-1,-1 0,1 0,1-1,-1 1,0 0,0-1,1 0,0 0,-1 0,1 0,0-1,0 1,0-1,0 0,0 0,0 0,0-1,0 0,1 0,-1 0,0 0,0 0,0-1,3 0,11-6,0-1,0 0,-1-2,0 0,-1-1,0 0,-1-1,0-1,-1 0,-1-1,10-12,-8 10,0-1,-1 0,-1-1,0 0,-1-1,-2 0,0-1,-1-1,0 1,-2-1,-1 0,0-1,-2 0,0 0,-1 0,-2 0,0 0,-1 0,-2 0,0-3,-25-36,26 59,0 1,0-1,0 0,0 1,0-1,-1 1,1 0,0 0,-1-1,1 1,-1 0,0 0,1 0,-1 0,0 1,1-1,-1 0,0 1,0-1,0 1,0 0,0-1,1 1,-1 0,0 0,0 0,0 1,0-1,0 0,0 1,0-1,0 1,-3 3,1-1,0 1,0 0,0 0,1 1,-1-1,1 1,0-1,1 1,-1 0,1 0,0 1,0-1,0 0,1 1,-1-1,2 1,-1-1,0 1,1 1,-4 39,2 0,3-1,1 1,2 0,2-1,2 0,2 0,2-1,2-1,11 23,-4-13</inkml:trace>
  <inkml:trace contextRef="#ctx0" brushRef="#br0" timeOffset="296.06">915 97,'0'24,"0"18,0 14,-2 12,-1 3,-3-1,1-3,0-8,2-12,1-12,3-12,1-11,1-16,0-13,-2-14,1-8,-2 2</inkml:trace>
  <inkml:trace contextRef="#ctx0" brushRef="#br0" timeOffset="602.824">888 315,'-14'-60,"14"61,0-1,0 0,0 1,0-1,0 0,0 0,0 1,1-1,-1 0,0 1,0-1,0 0,0 0,0 1,0-1,1 0,-1 0,0 1,0-1,0 0,0 0,1 0,-1 1,0-1,0 0,1 0,-1 0,0 0,0 1,1-1,-1 0,0 0,1 0,-1 0,0 0,0 0,1 0,-1 0,0 0,1 0,-1 0,0 0,1 0,-1 0,0 0,0 0,1-1,-1 1,0 0,0 0,1 0,-1 0,0 0,0-1,1 1,-1 0,0 0,0 0,0-1,1 1,-1 0,0 0,0-1,0 1,0 0,0 0,1-1,75 135,-62-103,10 19,-10-17,2-1,1 0,2-1,19 25,-37-54,0 0,0 0,0 0,0 0,1 0,-1 0,0 0,1 0,0 0,-1-1,1 1,0 0,0-1,0 0,0 1,0-1,0 0,0 0,1 0,-1-1,0 1,1 0,-1-1,0 1,1-1,-1 0,0 0,1 0,-1 0,1 0,-1-1,0 1,1-1,-1 1,0-1,1 0,-1 0,0 0,0 0,1-1,3-10,0-1,0 0,-1 0,-1 0,0-1,-1 0,-1 1,0-1,0 0,-2 0,1 0,-2-1,0-65,-3-1,-9-40,0-10,14 54,-1 76,0 1,0-1,0 0,1 0,-1 0,1 0,-1 1,0-1,1 0,-1 0,1 1,0-1,-1 0,1 1,-1-1,1 0,0 1,0-1,-1 1,1-1,0 1,0 0,0-1,0 1,-1 0,1 0,0-1,0 1,0 0,0 0,0 0,0 0,0 0,-1 0,1 0,0 0,0 1,0-1,0 0,0 0,0 1,-1-1,1 1,0-1,0 1,-1-1,1 1,0-1,-1 1,1 0,0-1,-1 1,1 0,-1-1,1 1,-1 0,17 14</inkml:trace>
  <inkml:trace contextRef="#ctx0" brushRef="#br0" timeOffset="789.324">1543 97,'3'17,"0"13,0 13,-1 9,0 6,-1 1,2 2,5-4,3-7,5-7,-1-11</inkml:trace>
  <inkml:trace contextRef="#ctx0" brushRef="#br0" timeOffset="1142.388">1912 83,'0'19,"2"17,6 15,6 9,2 8,2 0,0-2,-4-4,-3-12,-5-11,-4-15,-4-11</inkml:trace>
  <inkml:trace contextRef="#ctx0" brushRef="#br0" timeOffset="1669.697">1748 83,'23'12,"1"-2,0 0,0-2,1 0,0-2,0 0,1-2,0-1,-1-1,1-1,0-2,0 0,9-3,161-16,-192 20,-1-1,0 1,0-1,1 1,-1 0,0 0,1 0,-1 1,0-1,1 1,-1 0,0 0,0 0,0 0,0 0,0 1,0 0,0-1,0 1,-1 0,1 0,-1 0,1 1,-1-1,0 1,0-1,0 1,0 0,1 1,0 11,-1-1,0 1,-1-1,0 1,-1 0,-1-1,0 1,-1-1,0 1,-2-1,-2 8,4-12,-32 139,31-123,4-26,-1 1,0-1,0 0,1 1,-1-1,0 0,1 0,-1 1,0-1,0 0,1 0,-1 0,0 1,1-1,-1 0,1 0,-1 0,0 0,1 0,-1 0,1 0,-1 0,0 0,1 0,-1 0,0 0,1 0,-1 0,1 0,-1 0,0 0,1 0,-1-1,0 1,1 0,-1 0,0 0,1-1,-1 1,0 0,1 0,-1-1,0 1,0 0,1-1,-1 1,0 0,0-1,0 1,0 0,1-1,-1 1,0 0,0-1,0 1,0-1,0 1,0 0,0-1,0 1,0 0,0-1,0 1,0-1,0 1,0 0,-1-1,1 1,19-38,-3-1,-1 0,-1 0,-3-2,4-26,-11 51,9-45,-7 31,1-1,1 1,2 1,6-12,-16 40,0 0,0 1,0-1,0 0,0 1,1-1,-1 0,0 1,0-1,1 0,-1 1,0-1,1 0,-1 1,1-1,-1 1,1-1,-1 1,1-1,-1 1,1 0,0-1,-1 1,1-1,-1 1,1 0,0 0,-1-1,1 1,0 0,0 0,-1 0,1 0,0 0,-1 0,1 0,0 0,0 0,-1 0,1 0,0 0,0 1,15 28,12 148,-20-106,49 295,-50-342,-7-24,0 0,0 0,0 0,1-1,-1 1,0 0,0 0,0 0,0 0,0 0,1-1,-1 1,0 0,0 0,0 0,0 0,1 0,-1 0,0 0,0 0,0 0,1 0,-1 0,0 0,0 0,0 0,1 0,-1 0,0 0,0 0,0 0,1 0,-1 0,-1-16</inkml:trace>
  <inkml:trace contextRef="#ctx0" brushRef="#br0" timeOffset="1982.676">2417 370,'49'2,"0"-2,1-2,-1-3,0-2,0-1,-1-3,-1-2,9-5,31-6,-78 22,-5 0,1-1,0 1,0 1,0-1,0 1,1 0,-1 0,0 0,0 1,1 0,-1 0,0 0,1 1,-1 0,0 0,0 0,0 0,0 1,0 0,0 0,0 0,0 1,-1-1,1 1,3 3,-3 4,-1 0,0 1,0-1,-1 0,0 1,-1 0,0 0,-1 0,0 0,0 0,-2 0,1 0,1 16,9 208,1-193,-11-42,1-1,0 1,-1-1,1 1,0 0,-1-1,1 0,0 1,-1-1,1 1,-1-1,1 0,-1 1,1-1,-1 0,0 1,1-1,-1 0,0 0,0 1,1-1,-1 0,0 0,0 0,0 1,0-1,0 0,0 0,0 0,0 1,-1-1,1 0,0-1,1-19</inkml:trace>
  <inkml:trace contextRef="#ctx0" brushRef="#br0" timeOffset="2244.66">2677 97,'25'5,"23"1,19-2,17-5,11-4,2-4,-3 0,-8 1,-13 3,-13 1,-14 2,-16 1</inkml:trace>
  <inkml:trace contextRef="#ctx0" brushRef="#br0" timeOffset="2493.269">3591 166,'5'18,"2"16,1 14,0 12,-2 7,-1 5,0 1,1-5,3-6,2-10,3-12,0-11</inkml:trace>
</inkml:ink>
</file>

<file path=ppt/ink/ink7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2-24T16:28:51.929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42 143,'-10'51,"2"1,3 0,1 0,4 0,2 13,2 7,-16-178,8 78,1-1,2 1,0-1,2 1,2-1,0 1,2 0,1 0,1 0,2 1,3-8,-8 28,1 0,-1 1,1-1,0 1,0 0,1 0,0 1,0 0,0 0,1 0,-1 1,8-4,-11 6,0 1,0-1,0 1,1 0,-1 0,0 0,0 1,1-1,-1 1,1 0,-1 0,0 0,1 0,-1 0,1 1,-1 0,0-1,0 1,1 0,-1 1,0-1,0 1,0-1,0 1,0 0,-1 0,1 0,0 0,-1 1,3 2,0 3,0 1,0 0,-1 0,0 0,0 0,-1 1,0 0,-1 0,0 0,-1 0,0 0,0 0,-1 0,0 0,-1 0,0 0,-1 0,0 0,-1 0,0-1,0 1,-3 3,2-3,-1-1,0 0,-1 0,0-1,0 0,-1 0,0 0,0-1,-1 0,-2 2,10-9,0 0,0 0,1 1,-1-1,0 0,0 0,1 0,-1 0,0 1,0-1,0 0,1 0,-1 1,0-1,0 0,0 0,0 1,0-1,0 0,0 0,1 1,-1-1,0 0,0 1,0-1,0 0,0 0,0 1,0-1,0 0,0 0,-1 1,1-1,0 0,0 1,0-1,0 0,0 0,0 1,0-1,-1 0,1 0,0 0,0 1,0-1,-1 0,1 0,0 0,0 1,-1-1,1 0,0 0,0 0,-1 0,1 0,0 0,0 0,-1 0,1 1,0-1,-1 0,1 0,0 0,0 0,-1-1,26-2,-20 2,11-2,1 0,-1 1,1 1,0 0,0 1,-1 1,4 1,-15-1,0 0,0 0,0 1,0-1,-1 1,1 0,0 0,-1 0,0 1,1 0,-1-1,0 2,0-1,-1 0,1 1,-1 0,1-1,-1 1,0 1,-1-1,1 0,-1 1,0-1,0 1,1 5,-1-5,-1 1,-1 0,1 0,-1 0,0-1,0 1,0 0,-1 0,0 0,0-1,0 1,-1 0,0-1,0 1,-1-1,1 0,-1 0,0 0,-1 0,1 0,-1-1,0 1,0-1,0 0,-3 1,-3 4,-1 0,0-1,0-1,-1 0,0 0,0-1,-1-1,0 0,0 0,-7 0,18-4,-1 0,0 0,1 0,-1 0,0 0,1-1,-1 1,0-1,0 0,1 0,-1 0,0 0,0-1,0 1,1-1,-1 1,0-1,1 0,-1 0,0 0,1 0,0-1,-1 1,1-1,0 1,-1-1,1 0,0 0,0 0,1 0,-1 0,0-1,1 1,-1 0,1-1,0 1,0-1,0 0,0 1,0-1,0 0,0-2,27-43,-6 27</inkml:trace>
  <inkml:trace contextRef="#ctx0" brushRef="#br0" timeOffset="765.919">861 224,'-1'-6,"-2"-1,1 1,-1 0,0-1,0 1,0 1,-1-1,0 0,0 1,0 0,-1 0,0 0,0 1,0-1,-1 1,1 0,-1 1,0-1,0 1,0 0,0 1,-1 0,1 0,-1 0,0 1,1-1,-1 2,0-1,0 1,1 0,-1 0,0 1,0 0,1 0,-1 1,0-1,1 2,0-1,-1 1,0 0,-1 3,0 0,0 1,0 0,1 0,0 1,1 0,0 0,0 0,1 1,0 0,0 0,1 0,0 1,1-1,0 1,0 0,1 0,1 0,-1 0,2 0,-1 0,1 1,1-1,0 0,0 0,1 0,1 0,-1 0,1-1,1 1,0-1,0 0,1 0,0 0,1 0,0-1,0 0,1 0,0-1,0 0,1 0,7 5,2-4,0 0,0-1,1-1,0-1,0 0,0-2,1 0,-1-1,1 0,-1-2,1 0,0-2,-1 0,1 0,-1-2,0 0,0-1,0-1,-1-1,1-1,-2 0,14-8,-14 3,0 0,0 0,-1-2,-1 0,0 0,-1-2,-1 1,-1-2,0 1,-1-2,-1 1,0-1,-2-1,0 1,-2-1,0 0,-1-1,-1 1,1-16,-26 187,13 78,14-200,1-26,0-18,4-34,-2 0,-3 0,-2 0,-2-1,-2 0,-4-20,2 24,-1-49,12 79,7 38,-14-20,149 263,-43-73,-105-188,0 0,-1 0,1 0,-1 0,1 0,-1 0,0 1,-1-1,1 0,-1 0,0 1,0-1,0 0,-1 1,1-1,-1 0,0 0,0 1,-1-1,1 0,-1 0,0-1,-1 3,-3 0,0 0,-1-1,0 0,0 0,0 0,0-1,-1 0,0-1,0 1,-2-1,-43 17</inkml:trace>
  <inkml:trace contextRef="#ctx0" brushRef="#br0" timeOffset="4406.031">2049 880,'-9'-10,"-3"1,0 5,-5 8,1 3</inkml:trace>
</inkml:ink>
</file>

<file path=ppt/ink/ink7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2-24T16:28:50.602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303 357,'4'37,"17"58,-20-94,0 0,-1-1,1 1,0-1,0 1,-1-1,1 0,0 1,0-1,0 0,0 1,0-1,-1 0,1 0,0 0,0 0,0 0,0 0,0 0,0 0,0 0,-1 0,1 0,0-1,0 1,0 0,0-1,0 1,-1-1,1 1,0-1,0 1,-1-1,1 1,0-1,-1 0,1 1,-1-1,1 0,-1 1,1-1,-1 0,1 0,-1 0,0 1,1-1,-1 0,0 0,0 0,0 0,0 0,0 0,0 0,0 1,0-1,0 0,0 0,0 0,0 0,4-12,-1 0,0 0,0 0,-1 0,-1 0,0-1,-1 1,0-1,-1 1,-1 0,0 0,-3-9,3 15,1 0,-2 0,1 0,-1 0,0 1,-1-1,1 1,-1 0,0 0,-1 0,0 1,0-1,0 1,0 0,-1 1,0-1,0 1,0 0,0 1,-1-1,1 1,-1 1,-6-3,8 4,-1 0,0 1,1-1,-1 1,0 1,0-1,1 1,-1 0,1 0,-1 0,1 1,-1 0,1 0,0 0,0 1,0-1,0 1,0 1,0-1,1 1,0-1,-2 3,-5 5,0 0,1 1,1 1,0-1,0 2,1-1,-3 10,2-5,1 0,1 0,0 1,2 0,0 1,1-1,1 1,1 0,0 0,2 0,0 0,2 0,0 0,1-1,1 1,2 3,-2-13,1 0,0 0,1-1,0 0,1 0,0 0,0-1,0 0,1-1,1 0,-1 0,1 0,0-1,1-1,-1 0,1 0,0 0,1-1,-1-1,0 0,1 0,0-1,8 0,3 1,0-1,1-1,-1-2,1 0,-1-1,1-1,-1-1,0-1,0-1,-1-1,3-2,-14 6,-1-1,0 0,-1-1,1 0,-1 0,0-1,0 0,0 0,-1-1,0 0,0-1,-1 1,0-1,0 0,-1 0,4-8,-3 61,-5-39,0 0,0 0,1 0,-1 0,1 0,1-1,-1 1,1-1,0 0,0 0,1 0,-1 0,1 0,0-1,0 1,1-1,-1 0,1 0,0-1,0 0,0 0,0 0,1 0,-1-1,1 0,0 0,0 0,0-1,0 0,-1 0,2 0,-1-1,0 0,0 0,0-1,0 1,0-1,1-2,1-1,-1 1,0-1,0-1,-1 1,1-1,-1 0,0-1,-1 1,1-1,-1 0,0-1,0 1,-1-1,0 0,0 0,-1 0,0-1,0 1,0-1,-1 0,-1 1,1-1,-1 0,0 0,-1 0,0 0,0 0,-1 0,0 0,0 0,-1 0,0 0,0 0,-1 1,0-1,0 1,-1 0,0 0,-3-4,4 8,0 0,-1 0,1 1,0-1,-1 1,1 0,-1 0,0 1,1-1,-1 0,0 1,0 0,0 0,0 1,0-1,-1 1,1-1,0 1,0 1,0-1,0 1,0-1,0 1,0 0,0 0,0 1,0-1,0 1,1 0,-1 0,1 0,-1 1,1-1,0 1,0 0,0 0,0 0,0 0,1 0,0 0,-1 1,1-1,0 2,-1 0,0-1,1 0,0 1,0 0,0-1,0 1,1 0,0 0,0 0,0 0,0 0,1 0,0 0,0 0,1 0,-1 0,1 0,0 0,0 0,0-1,1 1,0 0,0-1,0 1,1-1,2 4,23 14,3-6</inkml:trace>
  <inkml:trace contextRef="#ctx0" brushRef="#br0" timeOffset="418.405">1300 480,'-8'-2,"0"1,-1 0,1 0,0 1,-1 0,1 1,-1 0,1 0,0 0,-1 1,1 1,0-1,0 2,1-1,-1 1,1 0,0 0,0 1,-4 3,6-4,-1 0,2 0,-1 0,0 1,1-1,0 1,0 1,0-1,1 0,0 1,0 0,0 0,0 0,1 0,0 0,1 0,-1 0,1 1,0-1,1 1,0-1,0 0,0 1,1-1,0 5,0-7,1 1,-1-1,1 0,0 0,0 1,0-1,0 0,1-1,0 1,0 0,0-1,0 0,0 1,1-1,-1-1,1 1,0 0,0-1,0 0,0 0,0 0,0 0,1-1,-1 0,1 0,3 1,0-1,0 0,0-1,1 1,-1-2,0 1,0-1,0 0,0-1,0 0,0 0,-1-1,1 0,0 0,6-5,0-1,-1-1,0-1,0 0,-1-1,0-1,-1 0,0 0,-1-1,-1 0,0-1,-1 0,-1 0,0 0,-1-1,-1-1,0 1,-1 0,-1-2,5-28,-3 1,-1-1,-2 0,-2 0,-3 0,-2-4,-14-62,19 111,0 0,-1 0,1 0,0 0,0-1,-1 1,1 0,-1 0,1 0,-1 0,1 0,-1 0,1 0,-1 0,0 0,0 0,0 0,1 1,-1-1,0 0,0 0,0 1,0-1,0 1,0-1,0 1,0-1,-1 1,1 0,-19 29,-18 152,33-143,-3 11,-2 6,3 0,2 1,3 0,3 38,1-81,-1-1,2 0,0-1,0 1,1 0,0-1,1 0,6 10,14 15</inkml:trace>
</inkml:ink>
</file>

<file path=ppt/ink/ink7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2-24T16:29:05.481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0 222,'12'33,"-2"0,-2 1,-1 1,-1-1,-2 1,-2 4,1-14,19 158,-15-160,-7-24,0 1,0 0,1 0,-1 0,0 0,0-1,0 1,1 0,-1 0,0 0,0 0,0 0,1 0,-1-1,0 1,0 0,0 0,1 0,-1 0,0 0,0 0,1 0,-1 0,0 0,0 0,0 0,1 0,-1 0,0 0,0 0,1 0,-1 1,0-1,0 0,0 0,1 0,-1 0,0 0,0 0,0 1,0-1,1 0,-1 0,0 0,0 1,0-1,0 0,0 0,0 0,1 1,-1-1,0 0,0 0,0 0,0 1,0-1,0 0,0 0,0 1,0-1,3-19,0 0,-2 0,0 0,-1 0,-3-18,2 11,-23-399,24 421,7-66,-7 68,0 0,1 0,-1 0,1 0,-1 0,1 0,0 0,0 1,0-1,0 0,0 1,0-1,0 0,1 1,-1-1,0 1,1 0,-1 0,1-1,0 1,-1 0,1 0,0 0,0 1,0-1,-1 0,1 1,0-1,0 1,0 0,1-1,7 4,-1-1,1 2,-1-1,1 1,-1 1,0-1,-1 2,1-1,-1 1,0 1,-1-1,1 1,-1 0,3 5,3 1,-1 0,-1 0,0 1,-1 1,0-1,-1 2,0 2,-6-14,-1 1,0 0,0 0,0 0,-1 0,0 0,0 0,0 0,0 0,-1 0,0 0,0 1,0-1,-1 0,0 0,0 0,0 0,-1 0,1 0,-1 0,0 0,-1-1,1 1,-1-1,0 1,0-1,-5 4,-1 0,0-1,0 0,0-1,-1 0,1 0,-2-1,1-1,0 1,-1-2,0 1,-2-1,47-1,-11-2,-1 0,1 2,-1 0,1 2,-1 0,20 8,-33-9,0 0,0 1,0 0,0 0,-1 1,0 0,0 1,0 0,-1 0,1 0,-2 1,1 0,-1 1,0 0,0-1,-1 2,2 4,-5-9,0 1,-1 0,0 0,0-1,0 1,0 0,-1 0,0 0,0 0,0 0,-1 0,1 0,-1-1,-1 1,1 0,0 0,-1-1,0 1,0-1,-1 1,1-1,-1 0,0 0,0 0,0-1,0 1,-1-1,0 1,1-1,-1 0,-1-1,1 1,0-1,0 1,-1-1,-3 1,-11 6,1-1,-2-1,1 0,-1-2,0 0,0-1,0-1,-20 0,37-2,0 0,0-1,0 0,0 1,1-1,-1 0,0 0,0-1,0 1,0-1,0 1,0-1,1 0,-1 0,0 0,1 0,-1-1,1 1,-1-1,1 0,-1 1,1-1,0 0,0 0,0-1,0 1,0 0,1 0,-1-1,1 0,0 1,-1-1,1 1,0-1,0 0,1 0,-1 0,1 0,-1 1,1-2,4-23</inkml:trace>
  <inkml:trace contextRef="#ctx0" brushRef="#br0" timeOffset="309.465">1120 385,'-1'-11,"-1"0,0 0,-1 0,0 1,-1-1,0 1,0 0,-1 0,-1 0,0 1,0 0,0 0,-2 1,1-1,-1 1,0 1,0 0,-1 0,0 0,0 1,-1 1,1-1,-1 2,0-1,-1 1,1 1,-1 0,0 1,-1-1,3 2,1 1,0 0,-1 0,1 0,0 1,-1 0,1 1,0 0,0 0,0 1,1 0,-1 0,0 1,1 0,0 0,0 1,0 0,1 0,0 1,0-1,0 1,0 1,1-1,-4 7,-1 2,1 0,0 1,1 0,1 0,1 0,0 1,1 0,1 0,0 1,2-1,-1 7,3-13,-1 0,2 1,0-1,0 0,1 0,0 0,1 0,0 0,0 0,2-1,-1 0,1 0,1 0,0 0,0-1,1 0,0 0,0-1,1 0,0 0,1 0,-1-1,2-1,-1 0,1 0,0 0,0-2,10 5,0-2,1-1,0 0,1-1,-1-2,1 0,0-1,0-2,0 0,-1-1,1-1,0-1,10-3,29-10</inkml:trace>
  <inkml:trace contextRef="#ctx0" brushRef="#br0" timeOffset="755.158">1381 262,'-9'80,"4"1,4 0,3 5,15 33,-17-118,0 0,0 0,0 0,0 0,0 0,0 0,1 0,-1 0,0 0,1-1,-1 1,1 0,-1 0,1 0,-1 0,1 0,-1-1,1 1,0 0,-1 0,1-1,0 1,0-1,0 1,0 0,-1-1,1 0,0 1,0-1,0 1,0-1,0 0,0 0,0 0,0 0,0 1,0-1,0-1,0 1,0 0,0 0,0 0,0 0,0-1,0 1,0 0,0-1,0 1,0-1,-1 1,1-1,1 0,4-8,0-1,-1 1,0-1,-1-1,0 1,0-1,-1 1,0-1,-1 0,0 0,-1 0,0-2,3-55,-3-1,-3 0,-2 0,-4 1,-9-34,18 94,6 18,-6-8,50 78,3-1,3-4,37 35,-58-70,-20-26,-1 1,-1 0,-1 1,0 0,-1 1,0 1,-2 0,0 0,-1 1,-1 1,3 10,-11-25,1 0,-1 0,0-1,0 1,0 0,-1 0,1-1,-1 1,0 0,-1-1,1 1,-1-1,0 0,0 1,0-1,-1 0,1 0,-1 0,0-1,0 1,-1-1,1 1,-1-1,1 0,-3 1,-9 6,-1 0,0-1,-1 0,0-1,0-1,-4 0,-95 29,-5-4</inkml:trace>
</inkml:ink>
</file>

<file path=ppt/ink/ink7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2-24T16:29:04.387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498 319,'-5'-3,"0"-2,0 1,0 0,1-1,0 0,0 0,0-1,0 1,1-1,0 1,0-1,1 0,-1 0,1-2,-13-24,12 25,-1 0,1 0,-1 0,-1 1,1-1,-1 1,0 0,0 1,-1-1,0 1,0 0,0 0,0 1,-1 0,0 0,0 1,0-1,0 1,0 1,-1 0,1 0,-1 0,0 1,1 0,-1 0,0 1,0 0,1 0,-1 1,0 0,1 1,-1-1,1 2,-1-1,-3 2,-3 8,0 0,1 1,0 0,1 1,1 0,0 1,1 0,0 1,1 0,1 1,1 0,0 0,1 0,-3 17,2-13,0 0,1 0,1 0,0 0,2 1,1 0,1 0,0 0,2 0,0 0,2-1,0 1,6 17,-5-30,1 0,0-1,0 0,0 0,1 0,0-1,1 0,0 0,0 0,0-1,1 0,0-1,0 0,0 0,1 0,-1-1,1-1,0 1,0-1,1-1,5 1,8 2,-1-2,1 0,0-2,0-1,0 0,0-2,0-1,13-3,-20 4,0-1,0 0,-1-1,1-1,-1 0,0-2,-1 1,0-2,0 0,0 0,-1-2,0 1,-1-2,0 1,0-2,-2 0,1 0,5-9,-9 6,-7 22,0-1,1 1,0-1,0 1,0-1,1 0,0 0,0 0,1 0,-1 0,1 0,1-1,-1 1,1-1,0 0,0 0,0 0,1-1,0 1,0-1,0 0,0-1,1 1,-1-1,1 0,0 0,0-1,0 0,0 0,0 0,1-1,-1 0,2 0,-1 1,-1-1,1 0,0 0,0-1,0 1,0-2,0 1,0-1,0 0,0 0,-1-1,1 0,-1 0,1 0,-1-1,1 0,-1-1,0 1,-1-1,1 0,-1 0,1-1,-1 0,-1 0,1 0,-1 0,0-1,0 0,0 0,-1 0,1-1,-3 3,1 0,-1 0,0 0,0 0,-1 0,1 0,-1 0,0 0,0-1,0 1,0 0,-1 0,0 0,0 0,0 0,0 0,-1 0,1 0,-1 1,0-1,0 0,-1 1,1-1,-1 1,1 0,-1 0,0 0,0 0,0 1,-1-1,-2-2,-1 1,0 0,0 0,0 1,0 0,0 0,-1 0,0 1,1 0,-1 1,0 0,0 0,0 0,1 1,-6 1,6-1,0 2,0-1,0 1,0-1,0 2,1-1,-1 1,1 0,-1 1,1-1,0 1,0 0,1 1,-1 0,1-1,0 2,0-1,1 1,0-1,0 1,0 0,0 1,1-1,0 0,1 1,-1 0,1 0,1 0,-1 0,1 3,1-6,0 1,1-1,0 0,0 1,0-1,1 0,-1 0,1 0,0 0,0 0,0 0,1-1,-1 1,1-1,0 0,0 1,0-1,1 0,-1-1,1 1,-1-1,1 1,0-1,0 0,0-1,0 1,0-1,2 1,42 14</inkml:trace>
  <inkml:trace contextRef="#ctx0" brushRef="#br0" timeOffset="413.099">1303 620,'0'-8,"-1"0,0 0,-1 1,1-1,-2 1,1-1,-1 1,0 0,0 0,-1 0,0 0,-1 1,1-1,-1 1,0 0,-1 1,-3-5,6 7,-1 1,1-1,-1 0,1 1,-1 0,0 0,0 0,0 0,0 0,0 1,0 0,0 0,0 0,-1 0,1 1,0 0,-1-1,1 2,0-1,-1 0,1 1,0 0,0 0,-1 0,1 1,0-1,0 1,0 0,1 0,-1 0,0 1,1-1,-3 3,1 0,0 0,0 0,0 0,1 1,0-1,0 1,0 0,1 1,0-1,0 0,1 1,-1 0,1 0,1-1,0 1,0 0,0 0,0 0,1 1,1-1,-1 0,1 0,0 0,0 0,1-1,0 1,1 0,-1-1,1 1,0-1,1 0,-1 0,1 0,1 0,-1-1,1 1,0-1,4 3,-1-3,0-1,-1 0,1 0,1-1,-1 0,0-1,1 1,-1-2,1 1,0-1,0-1,-1 1,1-1,0-1,0 0,0 0,-1-1,1 0,-1 0,1-1,-1 0,0 0,0-1,0 0,-1-1,1 0,-1 0,0 0,-1-1,1 0,-1-1,0 1,-1-1,0 0,0 0,0-1,-1 0,8-16,-1-1,-2 0,-1-1,0 0,-2 0,-1-1,-2 0,0 1,-2-1,0 0,-2 0,-2-2,3-5,-2 0,-1 0,-2 1,-2 0,0 0,-3 0,-5-11,-8 9,22 34,0 1,0-1,0 1,0 0,0-1,1 1,-1 0,0-1,0 1,0 0,0 0,0 0,0 0,0 0,0 0,0 0,0 0,0 0,0 0,0 1,0-1,1 0,-1 1,0-1,0 0,0 1,0-1,1 1,-1 0,0-1,0 1,1-1,-1 1,0 0,1 0,-1-1,1 1,-1 0,1 0,-1 0,1 0,-9 15,2 0,0 0,0 0,2 1,0 0,1 0,0 1,2-1,0 4,0-11,-5 39,1 1,3 0,2-1,3 13,-1-41,2 0,0 0,1 0,1-1,1 0,1 0,1 0,0-1,2 0,0 0,4 3,23 26</inkml:trace>
</inkml:ink>
</file>

<file path=ppt/ink/ink7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2-24T16:28:59.861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2869 1,'-21'213,"14"48,11 1,31 196,-10-45,-18 78,-7-353,34 458,0-16,-34-553,3 25,-3 0,-2 0,-3 0,-1-1,-3 0,-2 0,-5 10,3-35,13-26,0-1,1 1,-1 0,0-1,0 1,0 0,1-1,-1 1,0 0,0-1,0 1,0 0,0-1,0 1,0 0,0-1,0 1,0 0,0-1,0 1,0-1,0 1,0 0,0-1,0 1,0 0,0-1,0 1,-1 0,1-1,0 1,0 0,0-1,-1 1,1 0,0 0,0-1,-1 1,1 0,0 0,-1-1,1 1,0 0,-1 0,1 0,0 0,-1 0,1-1,0 1,-1 0,1 0,0 0,-1 0,1 0,-1 0,1 0,0 0,-1 0,1 0,0 1,-1-1,1 0,0 0,-1 0,1 0,0 0,-1 1,1-1,-1-19,0-1</inkml:trace>
  <inkml:trace contextRef="#ctx0" brushRef="#br0" timeOffset="1065.849">630 3087,'2'55,"4"-1,1 1,4 4,10 74,-10 49,-8 0,-8 0,-17 87,21-255,-1 4,-2 19,1 1,1-1,2 1,2 0,1-1,3 0,5 23,5-18</inkml:trace>
  <inkml:trace contextRef="#ctx0" brushRef="#br0" timeOffset="1657.777">1285 3074,'-7'18,"-5"16,1 12,0 13,4 14,2 12,2 13,2 9,1 6,0 6,1 0,-1 0,1-6,-1-7,3-12,0-18,0-22</inkml:trace>
  <inkml:trace contextRef="#ctx0" brushRef="#br0" timeOffset="2193.791">2090 3032,'0'19,"0"17,0 17,0 14,0 11,0 11,0 9,0 6,-2 7,-3 2,-1 2,1-4,1-3,5-10,9-8,1-21</inkml:trace>
  <inkml:trace contextRef="#ctx0" brushRef="#br0" timeOffset="2843.872">2923 3579,'0'3,"0"2,0 8,0 11,0 13,-2 14,-1 14,0 18,1 13,0 6,1 5,1-3,-1-6,1-21</inkml:trace>
  <inkml:trace contextRef="#ctx0" brushRef="#br0" timeOffset="3767.841">1 4084,'3'33,"1"0,2 0,2-1,0 1,2-2,2 0,5 10,-16-40,19 50,2-1,3-1,1-1,3-2,27 34,-39-59,1 0,0-1,2-1,0 0,1-2,1 0,1-2,0 0,1-2,1 0,0-2,13 4,-8-7,0-1,1-1,-1-2,1-1,0-2,0 0,0-2,0-2,-1-1,1-1,-1-1,9-5,60-20,-1-5,92-48,-106 46,-13 4,0 3,3 3,0 4,2 2,0 4,53-4,-110 20,0 2,1 0,-1 1,0 1,0 1,0 1,-1 0,1 2,-1 0,0 1,0 0,-1 2,0 0,0 1,-1 0,3 4,37 33,-41-33,1-1,0 0,0-1,1-1,1 0,0-1,0-1,1-1,19 5,-16-9,0 0,1-2,0-1,-1-1,1-1,-1-1,1 0,-1-2,0-1,0-1,9-4,40-16,-2-3,49-29,-104 51,46-24,-14 6,1 1,1 3,50-14,-93 34,-1 0,1 1,0-1,-1 1,1 0,0 1,-1-1,1 1,-1 0,1 0,-1 0,0 1,1-1,-1 1,0 0,0 1,0-1,0 1,0-1,-1 1,1 0,-1 0,0 1,0-1,0 1,0 0,-1-1,1 2,6 6,0-1,1 0,0 0,1-1,0 0,1-1,0 0,0-1,0 0,1-1,0-1,0 0,1 0,-1-1,1-1,7 1,-12-3,1 1,0-1,0-1,-1 1,1-2,0 1,0-2,0 1,-1-1,1-1,-1 1,0-2,1 1,-1-1,-1-1,1 1,-1-2,0 1,0-1,0 0,-1-1,0 0,0 0,-1 0,1-1,-2 0,1 0,-1 0,-1-1,1 0,1-5,1-19,-2 1,-1-1,-1 0,-2 0,-2 0,-1-14,0-76,4 96</inkml:trace>
</inkml:ink>
</file>

<file path=ppt/ink/ink7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2-24T16:29:10.037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121 34,'-17'-10,"-9"-2,-3 3,3 7,9 11,12 12,6 6,4-2</inkml:trace>
</inkml:ink>
</file>

<file path=ppt/ink/ink7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2-24T16:29:08.428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0 74,'340'3,"-329"-2,1 1,-1-1,1 2,-1 0,0 0,0 1,0 0,10 6,-17-8,0 1,0-1,0 1,-1 0,1 0,-1 1,0-1,0 1,0 0,0 0,0-1,-1 2,0-1,0 0,0 0,0 1,-1-1,0 1,0 0,0-1,0 1,-1 0,1 1,-4 13,0-1,-2 0,0 1,-1-2,0 1,-1-1,-2 0,1 0,-2-1,0 0,-1-1,-1 0,-13 13,19-19,-15 17,11-15,0 1,1 0,0 0,1 0,1 1,0 1,1-1,0 1,-2 9,8-20,1 1,-1-1,1 1,0-1,0 0,0 1,0-1,0 0,1 1,0-1,-1 0,1 0,0 0,0-1,1 1,-1 0,1-1,-1 0,1 1,0-1,0 0,0 0,0-1,0 1,0-1,0 1,1-1,-1 0,1 0,-1-1,0 1,1-1,0 1,-1-1,1 0,-1 0,4-1,51 5,0-3,0-2,0-3,0-2,-1-3,34-10,66-25,-128 32</inkml:trace>
  <inkml:trace contextRef="#ctx0" brushRef="#br0" timeOffset="252.952">136 429,'21'-4,"21"-5,20-2,19-4,18-7,13-4,5-2,0-2,-9 1,-14 2,-22 6</inkml:trace>
  <inkml:trace contextRef="#ctx0" brushRef="#br0" timeOffset="517.972">1175 74,'-8'-9,"12"21,2 4,23 118,12 37,-37-161,1-1,0 0,0 0,1-1,0 1,0-1,1 0,0-1,1 0,0 0,0-1,0 0,0 0,1 0,0-1,1-1,-1 0,1 0,-1-1,1 0,3 0,14 3,1-1,0-2,0-1,0-1,0-1,0-2,8-2,-21 4,0-1,0 0,0-2,0 0,-1 0,1-1,-1-1,0 0,-1-1,1-1,-1 0,0-1,-1 0,1-1,9-10,-9 0</inkml:trace>
  <inkml:trace contextRef="#ctx0" brushRef="#br0" timeOffset="795.229">1202 334,'25'-2,"23"-4,17-2,14-5,7-3,1 0,-6-1,-11 4,-18 1,-18 2</inkml:trace>
  <inkml:trace contextRef="#ctx0" brushRef="#br0" timeOffset="1037.579">1079 47,'28'0,"30"0,28 0,25-2,22-6,14-1,7-2,-1 2,-28 1</inkml:trace>
  <inkml:trace contextRef="#ctx0" brushRef="#br0" timeOffset="1410.522">2690 115,'-16'-8,"0"1,-1 0,1 1,-2 0,1 2,0 0,-1 1,0 1,0 0,1 1,-1 1,0 1,-3 1,12-1,-1 1,0-1,1 2,-1-1,1 1,0 1,0 0,0 0,0 1,1 0,0 0,0 1,0 0,0 1,1-1,0 2,1-1,0 1,0-1,0 2,1-1,0 1,1-1,-1 4,1-3,2-1,-1 1,1 0,0-1,1 1,-1 0,2 0,0 0,0 0,0 0,1 0,1 0,-1 0,1 0,1 0,0-1,0 1,0-1,1 0,1 0,-1 0,1-1,1 1,-1-1,1 0,0-1,1 1,0-1,0-1,2 2,13 6,0-2,1 0,1-1,0-2,0 0,0-2,1 0,0-2,0-1,0-1,1 0,-1-3,0 0,1-1,-1-1,0-2,12-3,-10 2,-1-1,1-2,-1 0,-1-1,0-2,13-8,-28 14,0 0,-1 0,0-1,0-1,-1 1,0-1,0-1,0 1,-2-1,1-1,-1 1,0-1,-1 0,0 0,0-1,-2 0,1 0,-1 2,-1 0,0 1,0-1,-1 0,0 0,-1 0,0 0,0 0,-1 0,0 0,-1 0,0 0,0 0,-1 1,0-1,0 1,-2-3,4 11,1-1,-1 1,1-1,-1 0,1 1,-1-1,0 1,1 0,-1-1,0 1,1-1,-1 1,0 0,0 0,1-1,-1 1,0 0,0 0,1 0,-1 0,0 0,0 0,0 0,1 0,-1 0,0 0,0 1,0-1,1 0,-1 0,0 1,1-1,-1 0,0 1,1-1,-1 1,0-1,1 1,-1-1,1 1,-1 0,1-1,-1 1,1 0,-1-1,1 1,0 0,-1-1,1 1,0 0,0 0,-1-1,1 1,0 0,-17 44,14-32,0 0,0 0,1 0,1 0,0 0,1 0,0 0,1 0,1 0,0 0,0 0,1 0,1-1,0 1,1-1,1 0,0 0,0-1,1 0,0 0,1 0,0-1,1 0,0-1,1 0,-1 0,2-1,-1 0,7 2,81 22,-54-25</inkml:trace>
</inkml:ink>
</file>

<file path=ppt/ink/ink7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2-24T16:29:53.811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4332 72,'-2'-5,"-1"1,1-1,-1 1,0 0,0-1,-1 2,1-1,-1 0,0 0,0 1,0 0,0 0,-1 0,1 1,-1-1,0 1,1 0,-1 0,0 1,0-1,0 1,0 0,-1 0,-1 1,-9 4,1 1,-1 0,1 2,1-1,-1 2,1 0,1 0,-1 2,-10 10,-10 3,-245 158,77-52,-18 26,66-23,5 6,7 6,5 7,24-18,5 5,6 4,-19 45,46-59,35-55,-4-3,-38 47,-33 19,-7-5,-4-5,-12-1,62-55,3 4,4 2,-11 21,36-42,3 1,2 2,-29 59,-158 402,166-350,-19 101,-46 246,41-119,-110 882,13-58,178-1207,-48 263,13 1,0 189,41-252,9 0,31 145,-13-179,9-1,7-3,8-1,61 131,-60-177,6-2,5-2,14 10,-30-60,4-2,2-3,3-2,4-3,57 47,-55-56,1-2,3-4,2-3,2-3,2-3,40 14,-45-28,1-3,1-3,2-3,-1-4,2-2,56 0,14-10,138 11,171 53,52-33,-225-19,10 8,311 13,465-51,-930 15,214-1,290 39,-337-4,469 71,-411-45,40-12,-249-33,530 38,685-11,-211-50,-48 5,-820 12,208 36,-249-20,153-6,123-30,-314 12,14 9,94 2,19-19,-123 1,183 18,-144 8,18-12,318 8,16 33,-369-35,1-10,5-11,249 3,-284 14,-1-1,134-12,265-32,45 17,148 10,-630-3,0-7,-2-8,2-7,105-35,-219 48,-1-2,-1-2,-1-2,-1-3,15-12,-48 29,-1 0,0-1,0 0,-1-1,-1-1,-1-1,0 0,-1 0,-1-2,0 1,3-10,26-59,-3-3,-5-1,-3-1,2-30,-22 70,-3 1,-1-1,-3-14,8-76,3-26,-8 1,-7-14,0 16,-9-153,-9 82,9-78,11 227,0-148,29-215,-10 305,48-455,-58 474,5 0,6 1,6 1,5 2,13-24,42-75,35-110,36-297,107-145,-209 592,179-529,-206 638,35-82,-6-2,-7-3,-6-2,-8-2,6-88,-15-270,-24 452,-3-1,-3 1,-2 0,-4 0,-3 0,-4-6,-8-11,-3 1,-5 0,-2 3,-5 1,-2 1,-5 1,5 10,-3 1,-2 1,-3 4,-3 1,-3 2,-2 3,-62-46,24 43,-4 4,-1 4,-3 5,-38-8,99 36,-162-65,-3 8,-3 10,-172-29,-64 35,-227 7,471 39,-1348-31,-280 100,1444-42,-1841 101,246-1,1025-72,-597-3,1499-37,-715 20,-2-33,-1335-154,1836 126,-236-68,-236-91,36-17,671 206,-112-29,-2 7,-36 1,-261-30,350 39,-68-7,133 26,1 1,-1 2,0 1,1 1,-1 2,1 1,0 1,1 2,0 1,0 1,-19 11,-7 8,33-19</inkml:trace>
</inkml:ink>
</file>

<file path=ppt/ink/ink7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2-24T16:29:55.049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74 84,'-5'-14,"-1"-7,0-2,1 5,2 10,3 19,2 20,0 25,0 20,0 17,-5 10,-5 7,-2 3,-3-6,1-10,3-16,7-23,5-20</inkml:trace>
</inkml:ink>
</file>

<file path=ppt/ink/ink7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2-24T16:29:55.428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423 0,'-26'42,"-1"0,-3-2,-1-2,-1-1,-3-1,-22 17,55-51,-148 133,148-134,-1 0,1 1,0 0,0-1,0 1,0 0,0 0,1 0,-1 0,0 0,1 0,0 1,-1-1,1 0,0 1,0-1,0 1,1 0,-1-1,1 1,-1-1,1 1,0 0,0-1,0 1,0 0,0-1,1 1,-1 0,1-1,0 1,0-1,0 1,0-1,0 1,0-1,1 0,-1 1,126 145,-109-130,0-1,1 0,1-1,0-1,1-1,1-1,0-1,1 0,0-2,1-1,0-1,0-1,1-1,0-1,0-1,0-1,11-1,12-3,-5-3</inkml:trace>
</inkml:ink>
</file>

<file path=ppt/ink/ink7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2-24T16:29:55.702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9,'16'9,"20"4,17-2,19-4,15-5,9-7,5-3,-1-3,-9 0,-14 2,-21 2</inkml:trace>
</inkml:ink>
</file>

<file path=ppt/ink/ink7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2-24T16:29:55.946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0,'2'16,"10"8,13 3,15-4,18-6,17-8,12-10,10-7,10-8,4-2,-15 1</inkml:trace>
</inkml:ink>
</file>

<file path=ppt/ink/ink7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2-24T16:29:56.491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575 14,'-22'-4,"0"0,-1 1,1 2,0 0,-1 1,1 1,-1 1,1 2,0 0,0 1,1 1,-1 1,1 0,1 2,0 1,0 0,0 2,-10 8,15-6,2 0,0 1,1 1,0 0,1 0,1 1,1 0,0 1,1 0,1 1,1-1,1 1,0 2,-2 12,1 0,2 1,2-1,0 1,3 0,1-1,2 10,0-14,1 0,2 0,0 0,2-1,2 0,0-1,2 0,0-1,8 10,-13-25,-1 0,2-1,-1 1,1-2,1 1,0-1,0 0,1-1,0-1,0 0,1 0,0-1,0 0,1-1,-1-1,1 0,0 0,0-1,0-1,1 0,8-1,-16 0,1-1,-1-1,0 1,1-1,-1 0,0 0,1-1,-1 1,0-1,0-1,-1 1,1-1,0 0,-1-1,0 1,1-1,-1 0,-1 0,1-1,-1 1,0-1,0 0,0 0,0-1,-1 1,0-1,0 1,-1-1,1 0,-1 0,1-6,-1 3,0 0,-1 0,0-1,0 1,-1 0,0-1,-1 1,0 0,0-1,-1 1,0 0,-1 0,0 0,0 1,-1-1,0 1,0-1,-1 1,0 1,-1-1,0 1,0 0,0 0,-1 0,0 1,0 0,-1 1,0 0,0 0,0 0,0 1,-1 0,1 1,-1 0,0 0,0 1,0 0,-1 1,1 0,-9 0,9 2,1 1,1 0,-1 0,0 1,0 0,1 0,0 1,0 0,0 0,0 1,0 0,1 0,0 0,0 1,0 0,1 0,-4 7,-1 1,0 0,2 1,0 0,0 1,2 0,0 0,1 0,0 2,2-11,1 1,0-1,0 0,1 1,0-1,1 0,-1 1,1 0,1-1,-1 0,1 1,1-1,-1 1,1-1,1 0,-1 0,1 0,0 0,1 0,0-1,0 0,0 0,1 0,0 0,0 0,0-1,1 0,-1 0,1-1,5 4,48 14,0-8</inkml:trace>
</inkml:ink>
</file>

<file path=ppt/ink/ink7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2-24T16:29:56.838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79 300,'-8'9,"0"-1,1 2,-1-1,2 1,0 0,0 1,1-1,0 1,0 0,2 0,-1 1,0 6,3-12,0 0,0 0,1 0,0 0,0 0,0 0,1 0,0 0,0 0,0 0,1 0,0-1,0 1,1 0,-1-1,1 0,0 0,1 1,-1-2,1 1,0 0,0-1,1 0,-1 0,2 1,11 5,0-1,1-1,0 0,0-2,0 0,1-1,0 0,0-2,1 0,-1-1,1-1,-1-1,1-1,17-3,-26 4,1-2,0 1,-1-2,1 1,-1-1,0-1,0 0,-1-1,1 0,-1-1,0 0,0 0,0-1,-1 0,0-1,-1 0,0 0,0-1,-1 0,0-1,0 1,-1-1,0-1,-1 1,0-1,-1 0,0 0,0-5,-2-1,0-1,-2 1,0 0,-1-1,0 1,-2 0,0 0,-1 0,0 0,-2 1,0-1,-1 1,0 1,-1-1,-1 1,0 1,-1 0,-1 0,0 1,-1 0,-1 1,0 0,0 1,-1 1,0 0,-1 1,-2-1,9 5,0 1,0 0,0 1,-1 0,1 0,-1 1,0 0,0 0,1 1,-1 0,0 0,0 1,0 1,0-1,0 2,0-1,0 1,0 0,1 1,-1 0,-2 2,-2 3,1 2,0-1,1 2,0-1,1 1,0 1,1 0,0 1,0-1,2 1,0 1,0 0,1 0,1 0,-1 4,-23 68</inkml:trace>
</inkml:ink>
</file>

<file path=ppt/ink/ink7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19T13:20:25.220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59 1,'-15'49,"2"0,3 1,1 0,3 0,2 1,2 0,4 37,-2-78,0 9,5 73,-4-88,-1 0,1-1,0 1,0 0,0-1,1 1,0-1,-1 1,1-1,0 0,0 0,1 0,-1 0,1 0,-1 0,1-1,0 1,0-1,0 0,0 0,3 1,-2-1,-1-1,1-1,-1 1,1-1,-1 1,1-1,-1 0,1 0,-1 0,1-1,-1 1,1-1,-1 0,1 0,-1 0,0-1,1 1,-1-1,0 1,0-1,0 0,0 0,0-1,-1 1,1-1,57-71,-44 39,-2-1,-1 0,-2 0,-2-1,-1-1,-2 1,-2-1,-1-1,-2 1,-2 0,-4-32,5 70,0 0,1 0,-1 0,0 0,0 0,1 0,-1 0,0 0,0 0,0 0,1 0,-1 0,0 0,0 0,0 0,1 0,-1 0,0 0,0-1,0 1,1 0,-1 0,0 0,0 0,1 2,5 13</inkml:trace>
  <inkml:trace contextRef="#ctx0" brushRef="#br0" timeOffset="449.142">346 575,'-1'-2,"1"0,-1-1,1 1,0 0,0 0,0 0,0-1,0 1,0 0,0 0,1 0,0 0,-1-1,1 1,0 0,0 0,0 0,0 0,0 1,0-1,0 0,1 0,-1 1,1-1,0 1,-1-1,1 1,0-1,0 1,-1 0,1 0,0 0,0 0,1 0,-1 1,0-1,0 1,2-1,-1 0,1 0,0 1,0-1,-1 1,1 0,0 0,0 0,-1 0,1 1,0 0,-1-1,1 1,0 1,-1-1,1 0,-1 1,0 0,1 0,-1 0,0 0,0 0,0 1,0-1,-1 2,1 0,-1 0,0 0,0 0,0 0,0 0,-1 1,0-1,1 1,-2-1,1 0,-1 1,1 0,-1-1,0 1,-1-1,1 1,-1-1,0 1,0-1,0 0,-1 1,1-1,-3 3,-57 94,-18-7,79-93,0 0,-1-1,1 1,0 0,-1 0,1-1,0 1,0 0,0 0,0 0,0 0,0-1,0 1,0 0,0 0,0 0,1-1,-1 1,0 0,0 0,1 0,-1-1,1 1,-1 0,0-1,1 1,-1 0,1-1,0 1,-1-1,1 1,-1 0,1-1,0 0,0 1,-1-1,1 1,0-1,0 0,-1 1,1-1,0 0,0 0,0 0,41 8,-40-8,247 4,-209-5</inkml:trace>
</inkml:ink>
</file>

<file path=ppt/ink/ink8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19T14:24:36.878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0 0,'17'2,"14"4,13 0,17-1,10-1,8-1,2-2,-6 0,-11 4,-16 3,-16 1</inkml:trace>
</inkml:ink>
</file>

<file path=ppt/ink/ink8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19T14:24:37.049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1 29,'23'2,"22"1,21-2,19-4,15-4,14-5,-12 0</inkml:trace>
</inkml:ink>
</file>

<file path=ppt/ink/ink8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19T14:24:33.856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37 248,'-3'-1,"1"-1,-1 0,1 0,-1-1,1 1,0 0,-1-1,1 0,1 1,-1-1,0 0,1 0,-1 0,1 0,0 0,0 0,0-1,0 1,1 0,-1 0,1-1,0 1,0 0,0-1,0 1,1 0,-1 0,1-1,0 1,0 0,0 0,0 0,1 0,0-2,7-6,0-1,1 1,1 1,0 0,0 0,1 1,0 0,0 1,1 1,0 0,0 1,1 0,0 1,0 0,0 1,1 1,1 0,-10 1,0 0,1 1,-1 0,0 0,1 0,-1 1,0 0,1 0,-1 0,1 1,-1 0,0 0,0 1,1 0,-1 0,0 0,0 1,-1 0,1 0,-1 0,1 1,-1 0,0 0,0 0,-1 1,1-1,-1 1,0 0,0 0,-1 1,0-1,0 1,2 3,-1 6,0-1,0 1,-2 1,0-1,0 0,-2 0,0 1,0-1,-2 1,0-1,0 0,-2 0,0 0,0-1,-2 1,-4 9,-8 13,-1-2,-1-1,-2 0,-1-2,-24 26,-74 60,117-115,0-1,1 1,-1 1,1-1,0 0,0 1,0 0,1-1,-1 1,1 0,0 0,0 1,1-1,-1 0,1 1,0-1,0 1,0-1,0 1,1-1,0 1,0 0,0-1,1 1,-1-1,1 1,0-1,1 3,1-4,-1-1,1 1,-1-1,1 0,0 0,0 0,0 0,0-1,0 1,1-1,-1 1,0-1,1 0,-1-1,0 1,1-1,-1 1,1-1,-1 0,1 0,2-1,-1 1,45 0,-1-2,0-2,31-8,113-7,-154 19</inkml:trace>
  <inkml:trace contextRef="#ctx0" brushRef="#br0" timeOffset="749.989">733 71,'-5'168,"-8"0,-8 3,16-137,-4 105,9-137,0 0,1 0,-1 1,0-1,1 0,-1 0,1 0,0 0,0 0,0 0,0 0,0 0,0-1,0 1,1 0,-1-1,1 1,-1 0,1-1,-1 0,1 1,0-1,0 0,0 0,0 0,0 0,0 0,0-1,0 1,0-1,0 1,0-1,0 0,0 1,2-1,28 0,0-1,0-1,-1-2,1-1,20-6,-12 3,-9 2,-15 4,0 0,-1-1,0-1,1-1,-1 0,-1-1,1 0,10-8,-21 9,0 0,-1 0,0 0,0 0,0-1,-1 0,0 1,0-1,0 0,-1 0,0 0,0 0,0 0,-1 0,0-1,0 1,-1 0,1 0,-2 0,1 0,-1-1,1-10,1 13,0 0,0 0,-1-1,1 1,-1 1,0-1,0 0,0 0,0 0,-1 0,0 1,1-1,-1 1,-1-1,1 1,0 0,-1 0,0 0,0 0,0 0,0 0,0 1,0 0,-1 0,1 0,-2-1,3 3,0 1,1-1,-1 1,0-1,1 1,-1 0,1 0,-1 0,1 0,0 0,-1 0,1 0,0 0,0 0,0 1,0-1,0 1,0-1,0 0,0 1,0-1,1 1,-1 0,1-1,-1 1,1 0,-1-1,1 1,0 0,0-1,0 2,-6 34,1 1,3 0,0-1,3 8,-1-8,4 113,18 109,-14-195</inkml:trace>
  <inkml:trace contextRef="#ctx0" brushRef="#br0" timeOffset="1755.331">1634 726,'-1'133,"-6"-1,-13 59,11-133,4-89,0-77,0-256,6 352,-1 7,0 0,0 0,0 0,1 0,0 0,0 0,0 0,1 0,-1 0,1 1,0-1,3-3,-3 7,-1 1,1-1,0 0,0 1,0 0,0-1,0 1,0 0,0 0,0 0,0 0,0 1,0-1,0 0,0 1,0 0,0-1,0 1,0 0,-1 0,1 0,0 0,-1 0,1 0,0 1,-1-1,1 0,-1 1,0-1,0 1,1 0,-1-1,0 1,12 10,-1 1,0 1,0-1,-2 2,0 0,0 0,-1 1,-7-12,0-1,0 1,0 1,-1-1,1 0,-1 0,0 0,0 1,-1-1,1 1,-1-1,0 0,0 1,-1-1,1 1,-1-1,0 0,0 1,0-1,-1 0,1 0,-1 0,0 0,-1 0,1 0,0-1,-1 1,0-1,0 1,-2 1,-40 24,44-29,1 0,0 1,-1-1,1 1,0-1,0 1,0-1,0 0,-1 1,1-1,0 1,0-1,0 1,0-1,0 1,0-1,0 1,0-1,0 1,1-1,-1 1,0-1,0 1,0-1,0 1,1-1,-1 0,0 1,0-1,1 1,-1-1,0 0,1 1,-1-1,0 0,1 1,-1-1,1 0,-1 0,1 1,-1-1,0 0,1 0,-1 0,1 0,-1 1,1-1,-1 0,1 0,-1 0,1 0,-1 0,1 0,-1 0,1-1,-1 1,1 0,-1 0,1 0,-1 0,1 0,109 21,-84-18,-1 1,0 1,-1 2,1 0,21 10,-43-16,-1 0,1 0,0 0,-1 0,1 0,-1 1,1-1,-1 1,0 0,1 0,-1 0,0 0,0 0,0 0,-1 0,1 1,0-1,-1 1,0-1,1 1,-1-1,0 1,0 0,-1 0,1-1,0 1,-1 0,0 0,0 0,0 0,0 0,0 0,0-1,-1 3,-6 3,0 0,0 0,-1-1,0 1,0-2,0 1,-1-2,0 1,0-1,-1 0,0-1,1 0,-2 0,1-1,0-1,0 0,-7 1,-14 4,-1-2,0-1,0-1,0-2,-29-2,102-4,-9 1</inkml:trace>
  <inkml:trace contextRef="#ctx0" brushRef="#br0" timeOffset="2096.837">2590 822,'-43'-9,"11"0,-1 2,0 2,-1 1,1 1,-24 2,52 1,0 0,0 0,0 1,0 0,0 0,0 0,0 1,0 0,1 0,-1 0,1 0,-1 1,1 0,0-1,0 2,0-1,0 0,0 1,1 0,0 0,-1 0,2 0,-1 0,0 1,1-1,0 1,0-1,0 1,1 0,-1 0,1 0,0 0,1 0,-1 5,1-1,0 0,0 0,1 0,0 0,1 0,0 0,1-1,-1 1,2-1,-1 1,1-1,0 0,1-1,0 1,0-1,1 0,0 0,0 0,0-1,1 0,2 1,5 5,1-2,0 1,1-2,0 0,1-1,0-1,0 0,0-2,1 0,1 0,120 4,-77-15</inkml:trace>
  <inkml:trace contextRef="#ctx0" brushRef="#br0" timeOffset="2618.036">2973 726,'-15'42,"1"1,3 0,1 1,3 0,1 0,1 25,10-24,-4-44,-1-1,0 1,0 0,0 0,1-1,-1 1,0 0,1 0,-1-1,1 1,-1 0,1-1,-1 1,1-1,-1 1,1 0,0-1,-1 0,1 1,0-1,-1 1,1-1,0 0,0 1,0-1,-1 0,1 0,0 0,0 1,0-1,-1 0,1 0,0 0,0 0,0 0,-1-1,1 1,0 0,0 0,-1-1,1 1,0 0,0-1,-1 1,1 0,0-1,-1 1,1-1,0 1,-1-1,1 0,4-4,0-1,0 0,0 0,-1-1,0 1,-1-1,1 0,-1 0,0 0,-1 0,0-1,0 1,0-3,0 1,15-60,-4 0,-2-1,-4-5,-1 49,13 35,118 153,50 23,-184-182,0-1,0 1,0 0,-1 0,1 0,-1 1,0-1,0 1,0-1,0 1,-1 0,1-1,-1 1,0 0,0 0,0 0,-1 0,1 0,-1 0,0 0,0 0,0 0,-1 0,0 0,0 0,0 0,0 0,0 0,-1 0,-1 2,-10 7,-1 0,0-1,0-1,-1-1,-1 0,0-1,0 0,-1-2,0 0,0 0,-1-2,-2 0,-95 24,114-29,-1 0,1 0,0 0,-1 0,1 0,0 0,-1 0,1 0,0 0,-1 0,1-1,0 1,0-1,-1 1,1-1,0 1,0-1,0 0,0 0,0 1,0-1,0 0,0 0,0 0,0 0,0 0,0-1,-4-13</inkml:trace>
</inkml:ink>
</file>

<file path=ppt/ink/ink8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19T14:24:46.196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56 17,'-11'-17,"2"151,-6 6,5-59,3 1,4 46,3-126,0-1,0 1,0 0,0 0,0 0,0-1,1 1,-1 0,0 0,1-1,0 1,-1 0,1-1,0 1,0-1,0 1,0-1,0 1,0-1,1 0,-1 1,0-1,1 0,-1 0,1 0,-1 0,1 0,-1 0,1-1,0 1,-1-1,1 1,0-1,0 1,0-1,-1 0,1 0,0 0,0 0,-1 0,2 0,20-2,0-1,-1-1,1-1,-1-1,0-1,0-1,4-3,12-3,143-55,-152 56</inkml:trace>
  <inkml:trace contextRef="#ctx0" brushRef="#br0" timeOffset="449.302">316 250,'-14'54,"-3"37,5 0,3 1,5 0,4 0,3 0,10 41,20 5,-33-138,0 0,0 0,0-1,0 1,0 0,0 0,1 0,-1 0,0 0,0 0,0-1,0 1,0 0,1 0,-1 0,0 0,0 0,0 0,0 0,1 0,-1 0,0 0,0 0,0 0,1 0,-1 0,0 0,0 0,0 0,0 0,1 0,-1 0,0 0,0 0,0 0,0 0,1 0,-1 0,0 0,0 1,0-1,0 0,0 0,1 0,-1 0,0 0,0 1,0-1,0 0,0 0,0 0,1-18,-1 17,0-12</inkml:trace>
</inkml:ink>
</file>

<file path=ppt/ink/ink8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19T14:24:42.579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178 170,'-10'16,"1"0,1 1,0 0,1 0,1 0,1 1,0 0,1 0,1 0,1 1,0-1,2 1,0-1,3 18,-2-18,2-1,0 0,1 0,0 0,1-1,1 1,1-1,1-1,0 1,1-1,0 0,-3-6,0-1,1 1,0-1,0 0,0-1,1 0,0 0,1 0,0-1,0-1,0 1,0-1,1-1,0 0,0 0,0-1,0-1,7 2,-5-5,-1 0,0-1,1 0,-1-1,0 0,0 0,-1-2,1 1,-1-1,0-1,0 0,0 0,-1-1,0 0,-1 0,1-1,-1 0,-1-1,0 0,0 0,0-1,-2 1,1-1,-1-1,0 1,2-8,-2 0,-1 1,0-1,-1 0,-1 0,-1 0,0-1,-2 1,0 0,-1-4,1 8,-1-5,0 0,-2 1,0-1,-1 1,-1-1,0 1,-2 1,0-1,-1 1,0 1,-8-10,12 22,1 0,-1 0,0 1,0 0,0 0,-1 0,1 1,-1 0,1 0,-1 0,0 1,1 0,-1 0,0 0,0 0,0 1,0 0,0 1,0-1,0 1,0 0,1 1,-1-1,0 1,1 0,-1 1,1-1,-2 2,-37 8,33-9,0 0,0 2,1-1,-1 1,1 1,1 0,-1 0,1 1,0 0,0 1,1 0,0 0,1 1,0-1,0 2,1-1,0 1,0 0,1 0,-1 4,4-11,0 1,0 0,1 0,-1 0,1 0,0 0,0 1,0-1,1 0,0 0,-1 1,1-1,1 0,-1 1,1-1,-1 0,1 0,0 0,1 1,-1-1,1 0,0-1,0 1,0 0,0 0,3 2,13 11</inkml:trace>
  <inkml:trace contextRef="#ctx0" brushRef="#br0" timeOffset="532.091">1202 499,'-1'-30,"2"-1,0 1,2 0,2 0,0 1,2-1,9-22,-11 33,56-180,-52 180,-4 38,-23 296,15 152,6-420,2-41,1-8</inkml:trace>
  <inkml:trace contextRef="#ctx0" brushRef="#br0" timeOffset="1131.861">2063 225,'-8'-1,"0"-1,-1 2,1-1,0 1,-1 0,1 1,0 0,0 0,0 1,-1 0,2 0,-1 1,0 0,0 1,1-1,0 1,0 1,0-1,0 1,1 1,-1-1,1 1,-3 5,-3 2,0 1,2 0,0 1,0 0,1 1,1 0,1 0,0 1,1 0,-2 11,5-16,0 1,1-1,1 1,0-1,0 1,1-1,1 1,0-1,1 0,0 1,1-1,0 0,1 0,0 0,1-1,0 1,1-1,0 0,1-1,0 0,1 0,0 0,1-1,0 0,0-1,1 0,7 5,-6-6,0 0,1-1,0-1,0 0,1 0,-1-1,1-1,0 0,0-1,0 0,0-1,0 0,0-1,0-1,0 0,0 0,0-2,0 0,0 0,-1-1,1 0,-1-1,0-1,-1 0,1-1,-1 0,0 0,-1-1,0-1,0 0,-1 0,0-1,-1 0,0 0,0-1,-1 0,3-7,-2 1,-1-1,-1 1,-1-1,0 0,-2 0,0-1,-1 1,0-1,-2 1,0-1,-1 1,-1-1,-1 1,-1-1,0 1,-1 1,-1-1,-3-4,3 11,0 0,-1 1,0 1,-1-1,0 1,0 0,-1 1,-1 0,1 0,-1 1,0 0,-1 1,1 0,-1 1,-1 0,1 1,-1 0,1 1,-1 0,0 1,0 0,0 1,0 0,-1 1,1 0,0 1,0 0,0 1,0 1,0 0,-9 3,10-2,0 0,0 0,0 1,1 1,0 0,0 0,0 1,1 0,0 0,0 1,1 0,0 1,0 0,1 0,0 1,1 0,0 0,1 0,0 1,0 0,1 0,1 0,-1 1,2-1,0 1,0-1,1 1,1 0,0-1,0 1,1 0,1-1,0 1,0 0,1-1,1 0,0 0,0 0,1 0,3 4,5 0,0-1,1-1,0 0,1-1,0 0,1-1,1-1,-1-1,2 0,-1-1,1-1,0-1,1 0,-1-1,5-1,51 12</inkml:trace>
  <inkml:trace contextRef="#ctx0" brushRef="#br0" timeOffset="1748.639">2978 307,'-14'3,"1"1,1 0,-1 2,1-1,-1 1,2 1,-1 0,1 1,0 0,0 0,1 2,1-1,-1 1,1 0,1 1,0 0,1 0,0 1,0 0,1 0,1 1,0-1,1 1,0 0,1 1,1-1,0 0,0 1,1 5,3-9,0 0,1 0,0 0,0-1,1 1,0-1,1 0,0 0,0-1,1 1,0-1,1 0,-1-1,2 1,-1-2,1 1,0-1,9 7,0-1,1-1,0 0,1-1,0-2,0 0,17 5,-9-6,1 0,0-2,0-1,0-1,0-1,1-2,-1-1,0-1,0-1,4-2,-16 2,-1-1,0 0,0-1,0-1,-1 0,0-1,0 0,-1-1,0-1,0 0,-1-1,0 0,-1-1,0 0,0-1,-1 0,-1-1,8-13,-7 7,-1-1,0-1,-2 0,0 0,-1 0,-2-1,0 0,-1 0,-1 0,-1 0,-1 0,-1 0,-3-16,2 23,-1 0,0 1,-1-1,0 1,-2 0,1 0,-2 0,0 1,0 0,-1 0,-1 1,0 0,-1 0,0 1,-1 1,0 0,0 0,-1 1,-1 0,-6-3,0 3,1 1,-2 1,1 1,-1 0,0 2,-1 0,1 1,0 1,-1 1,0 1,1 0,-1 2,1 0,-1 2,1 0,0 1,1 1,-1 1,1 1,0 0,1 2,0 0,1 1,0 1,0 0,1 1,1 1,0 0,1 1,1 1,0 0,-8 15,17-24,0 0,1-1,-1 1,2 1,-1-1,1 0,0 1,1-1,-1 1,2 0,-1-1,1 1,0 0,0 0,1-1,0 1,1-1,0 1,0-1,0 1,1-1,0 0,1 0,-1 0,4 3,25 25,3-6</inkml:trace>
  <inkml:trace contextRef="#ctx0" brushRef="#br0" timeOffset="3067.444">1 1004,'18'35,"1"0,2-1,2 0,1-2,2-1,0-1,2-1,28 21,-6-13,1-2,2-2,2-2,1-3,1-2,27 7,46 11,3-7,54 7,12-8,2-7,0-10,74-7,-119-5,1-8,-1-6,0-7,-1-7,111-31,-229 41,0-1,-1-3,0 0,-1-3,-1-1,0-1,-2-2,-1-1,0-1,-2-2,-1-1,-1-2,-1 0,-2-1,20-33,-43 63,-1-1,1 0,0 1,0-1,-1 0,1 0,0 0,-1 0,1 1,-1-1,1 0,-1 0,0 0,1 0,-1 0,0 0,0 0,1 0,-1 0,0 0,0 0,0 0,0 0,-1-1,1 1,0 0,0 0,0 0,-1 0,1 0,-1 1,1-1,-1 0,1 0,-1 0,1 0,-1 0,0 1,1-1,-1 0,0 0,0 1,0-1,0 1,1-1,-1 1,0-1,0 1,-1-1,-11 9,5-1</inkml:trace>
</inkml:ink>
</file>

<file path=ppt/ink/ink8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19T14:24:49.876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20 181,'4'29,"-1"1,-1 1,-1-1,-2 0,-1 0,-1 0,-6 23,5-28,-1-14,5-41,2-24,3 0,2 1,3 0,10-31,-19 81,0-6,1 0,1-1,0 1,0 0,0 0,1 1,1-1,-1 1,1 0,1 0,0 0,0 1,0 0,1 0,0 1,0 0,1 0,-6 5,0 0,1 0,-1 0,0 1,1-1,-1 1,1 0,-1 0,0 0,1 0,-1 0,1 0,-1 1,0-1,1 1,-1-1,0 1,1 0,-1 0,0 0,0 0,0 1,0-1,0 1,0-1,0 1,-1-1,1 1,0 0,0 2,30 67,-32-62,1 1,-1 0,-1-1,1 1,-2-1,1 0,-1 1,-1-1,0 0,0 0,-1 0,0 0,0-1,-1 0,0 0,0 0,-1 0,0-1,-1 0,-4 4,7-7,3-4,1 1,-1-1,0 1,0-1,0 1,0-1,0 1,1 0,-1-1,0 1,0 0,1 0,-1 0,1 0,-1 0,1-1,-1 1,1 0,-1 0,1 0,0 0,0 0,-1 0,1 1,0-1,0 0,0 0,0 0,0 0,0 0,1 0,-1 0,0 0,0 0,1 0,-1 0,1 0,-1 0,1 0,77 20,-77-21,105 35,-102-33,-1-1,0 1,0 0,0 0,0 0,0 0,0 1,0-1,-1 1,0 0,1-1,-1 1,0 0,0 0,0 1,-1-1,1 0,-1 0,0 1,0-1,0 1,0 0,0-1,-1 1,0-1,0 1,0 0,0-1,0 2,-4 4,0-1,0 1,-1-1,0 0,-1 0,1-1,-1 0,-1 0,1 0,-1-1,-1 0,1 0,-1 0,0-1,0-1,0 1,-1-1,0-1,1 1,-6 0,-7 4,-1-1,0-1,0-1,0-1,0-1,-1-1,0-1,0-1,-19-2</inkml:trace>
</inkml:ink>
</file>

<file path=ppt/ink/ink8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19T14:24:50.310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321 7,'-11'-2,"-1"0,0 0,0 2,0-1,0 1,0 1,0 0,0 1,1 0,-1 1,1 0,-1 1,1 0,0 1,0 0,1 1,0 0,-7 6,9-8,1 2,0-1,0 1,1 0,0 0,0 1,0 0,1 0,-1 0,2 1,-1-1,1 1,1 1,-1-1,1 0,1 1,-1-1,1 1,1 0,0 0,0 0,1 0,0-1,0 1,1 1,1-3,0 1,0-1,1 0,0 0,0 0,1 0,-1-1,2 1,-1-1,1 0,-1 0,2-1,-1 1,1-1,0 0,0-1,0 1,0-1,1-1,0 1,0-1,3 1,10 4,-1-2,1 0,0-1,0-1,1-1,-1-1,17 0,33-6,-9-3</inkml:trace>
</inkml:ink>
</file>

<file path=ppt/ink/ink8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19T14:24:37.644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560 1262,'-22'13,"0"0,1 1,1 2,0 0,1 1,1 0,1 2,0 0,1 1,2 1,0 0,1 1,1 0,-1 5,8-18,0 0,0 1,1-1,1 1,0 0,0-1,1 2,0-1,0 0,1 0,1 0,0 1,0-1,1 0,0 0,1 1,0-1,1 0,0 0,0-1,1 1,0-1,1 0,0 0,1 0,0-1,5 7,5-4,0-1,1-1,0 0,0-2,1 0,-1 0,2-2,-1 0,1-2,-1 0,1 0,0-2,0 0,0-2,0 0,0-1,0-1,-1 0,1-2,10-3,-18 6,-1-1,0 0,0 0,0-1,0 0,-1-1,1 0,-1 0,0-1,-1 0,0 0,0-1,0-1,0 1,-1-1,-1 0,1-1,-1 0,-1 0,0 0,0 0,-1-1,0 0,0 0,-1 0,-1 0,1 0,-2-1,0 1,0-1,0-4,-5-4,0 0,-2 1,0 0,0 0,-2 1,0 0,-1 0,-1 1,0 0,-1 1,-1 0,-1 0,0 2,0-1,-1 2,-1 0,-8-5,14 10,0 1,0 0,-1 0,0 1,0 0,-1 1,1 0,-1 1,0 0,0 0,0 1,0 1,0 0,0 0,-1 1,1 1,0-1,0 2,0 0,0 0,0 1,0 0,1 1,-1 1,1-1,0 1,0 1,-8 6,6-2,0 0,1 1,1 1,0 0,0 0,1 0,1 1,0 1,1 0,0 0,1 0,1 0,0 1,1 0,-2 10,4-13,0-1,1 1,1 0,-1 0,2 0,0 0,0 0,1-1,0 1,1 0,1-1,0 0,0 0,1 0,0 0,1-1,0 0,1 0,0 0,6 4,-3-4,0-1,1 0,1 0,-1-2,2 1,-1-1,1-1,-1 0,4-1,47 16</inkml:trace>
  <inkml:trace contextRef="#ctx0" brushRef="#br0" timeOffset="503.724">1420 1289,'-10'-5,"0"0,0 0,-1 1,0 0,1 1,-1 1,-1-1,1 2,0-1,0 2,-1-1,1 2,0-1,0 2,-1-1,1 2,0-1,0 1,1 1,-1 0,-1 2,-2 1,0 2,1 0,0 0,1 1,0 1,0 0,1 0,0 1,1 1,1 0,0 0,1 1,0 0,-6 15,10-19,0 0,0 0,1 1,1 0,0 0,0 0,1 0,0 0,1 0,0 0,1 0,0 0,1 0,0-1,1 1,0 0,0-1,1 0,1 1,0-2,0 1,1 0,9 7,0-1,0-1,2 0,0-1,0-1,1-1,1 0,0-1,1-2,0 0,0 0,1-2,0-1,0 0,1-2,-1 0,1-2,0 0,0-1,4-2,-12 2,0-1,0 0,0-1,-1 0,1-1,-1-1,1 0,-1-1,0 0,0-1,-1-1,1 0,-1-1,0 0,-1 0,0-2,0 1,-1-1,0-1,0 0,-1 0,0-1,-1 0,-1 0,1-1,3-10,-6 5,-1 0,0 0,-1 0,-1 0,-1-1,-1 1,0 0,-1-1,-1 1,-1 0,0 0,-1 0,-1 0,0 1,-1-1,-1 1,-1 1,0-1,-1 2,-1-1,-3-3,5 9,0 1,-1 0,0 1,-1-1,1 2,-1-1,0 2,-1-1,0 1,1 1,-1 0,-1 0,1 1,-1 1,1 0,-1 0,0 1,1 1,-1 0,0 0,0 1,1 1,-1 0,-4 2,2-1,1 1,0 0,0 1,0 0,1 1,-1 1,1 0,1 1,0 0,0 0,0 1,1 1,0 0,1 0,0 1,1 0,0 0,1 1,0 0,-3 9,7-15,1 0,0 1,1-1,-1 0,1 1,1-1,-1 0,1 1,0-1,0 1,1-1,0 1,0-1,0 0,1 1,0-1,0 0,1 0,0 0,0-1,0 1,1-1,-1 0,2 1,28 31</inkml:trace>
  <inkml:trace contextRef="#ctx0" brushRef="#br0" timeOffset="898.665">2172 1671,'24'-39,"-1"-2,-2 0,-2-1,-2-1,-1-1,-3-1,-1 0,-2 0,-2-5,5-11,-4 36,-29 249,17-189,-4 30,3 0,3 0,3 1,2-1,10 47,-13-104,1 0,-1 0,1 0,1 0,-1 0,1 0,1-1,-1 1,1-1,1 0,-1 0,1 0,0-1,1 0,-1 0,1 0,1-1,3 3,14 2</inkml:trace>
  <inkml:trace contextRef="#ctx0" brushRef="#br0" timeOffset="1335.502">2814 1603,'-1'7,"1"0,0 0,0 0,1 0,0 0,0 0,1 0,0 0,0-1,1 1,0-1,0 1,0-1,0 0,1 0,0 0,1-1,-1 0,1 0,0 0,1 1,7 5,0-1,0 0,1 0,0-2,1 0,0 0,0-1,7 1,-4-2,-1-1,1-1,0 0,0-1,0-1,1-1,-1-1,0 0,1-1,-1-1,0-1,3-2,-10 3,0-1,0-1,-1 0,1-1,-1 0,0 0,-1-1,1-1,-1 1,0-2,-1 1,0-1,0 0,-1-1,1 0,-2 0,0 0,0-1,0 0,0-3,1-3,-1 0,-1-1,0 0,-1 0,-1-1,0 1,-2-1,0 1,-1-1,0 0,-2 1,0-1,-1 1,-1-1,0 1,-1 0,-1 1,-1-1,0 1,-1 1,-1-1,0 1,-1 1,-1 0,-3-3,6 10,0 0,-1 1,1 1,-1-1,0 1,-1 1,1 0,-1 0,0 1,0 0,0 1,0 0,0 0,-1 1,1 1,0-1,-1 2,1-1,0 2,-3 0,-10 2,1 2,-1 1,1 0,0 2,0 0,1 2,1 0,-9 7,-8 9,0 1,2 2,2 2,0 1,3 1,-22 32,10-10</inkml:trace>
  <inkml:trace contextRef="#ctx0" brushRef="#br0" timeOffset="2250.36">1 2149,'40'47,"13"15,2-2,34 26,-25-33,2-3,3-3,1-3,3-3,0-3,3-3,1-4,1-3,2-4,13 0,71 6,1-8,1-7,0-8,104-10,-107-1,0-8,-1-7,-1-7,16-10,-101 16,-2-2,0-4,-1-3,-2-3,-2-3,0-3,-3-3,-1-3,36-33,-82 62,-1-1,0-1,-1 0,-1-1,0-1,-2-1,0 0,-1 0,-1-1,-1-1,-10 20,1-1,-1 1,0 0,0 0,0-1,0 1,-1-1,1 1,-1-1,1 1,-1-1,0 1,0-1,0 1,0-1,0 1,-1-1,1 1,-1-1,0 1,0-1,0 1,0 0,0-1,0 1,0 0,-1 0,1 0,-1 0,1 0,-1 0,0 1,0-1,0 0,0 1,0-1,0 1,-1 0,1 0,0 0,-1 0,1 0,0 0,-1 1,-1-1,1 2,0 0,0 1,0-1,0 0,1 1,-1 0,0 0,1 0,0 0,-1 0,1 0,0 1,0-1,0 1,0-1,1 1,-1 0,1 0,-1 0,1 0,0 0,-3 5,-10 16</inkml:trace>
  <inkml:trace contextRef="#ctx0" brushRef="#br0" timeOffset="2782.107">2253 3201,'-1'-3,"-1"-1,1 1,0 0,0-1,1 1,-1-1,1 1,0-1,-1 1,1-1,1 1,-1-1,1 1,-1 0,1-1,0 1,0-1,0 1,1 0,-1 0,1 0,0 0,0 0,0 0,0 0,0 0,1 1,-1-1,1 1,0 0,-1 0,3-1,10-4,1 1,0 1,0 0,1 1,-1 0,1 2,0 0,0 1,0 0,13 2,-9 0,-1 0,0 1,0 1,0 1,-1 1,1 0,-1 2,12 5,-24-9,0 0,0 0,-1 1,0 0,1 0,-1 1,-1 0,1 0,-1 0,0 1,0-1,0 1,-1 0,0 1,0-1,0 1,-1 0,0 0,-1 0,1 0,-1 0,-1 0,1 1,-1 4,-1-1,-1 1,0-1,0 1,-2-1,1 0,-1 0,-1 0,0 0,-1-1,0 1,0-1,-1 0,0-1,-2 2,-12 15,0 0,-3-2,0-1,-9 7,-40 29,-4-3,-30 15,60-40,-1 6,47-36,0-1,-1 1,1-1,0 1,0-1,0 1,0 0,0-1,0 1,0-1,0 1,0-1,0 1,0 0,0-1,0 1,0-1,1 1,-1-1,0 1,0-1,1 1,-1-1,0 1,1-1,-1 1,1-1,-1 1,0-1,1 0,-1 1,1-1,-1 0,1 1,-1-1,1 0,-1 0,1 1,-1-1,1 0,0 0,-1 0,1 0,-1 0,1 0,0 0,-1 0,1 0,-1 0,1 0,-1 0,1 0,0 0,38 4,1 0,0-3,0-1,21-4,-35 2,465-45,-383 28,-91 13</inkml:trace>
  <inkml:trace contextRef="#ctx0" brushRef="#br0" timeOffset="14250.964">3224 197,'-37'39,"1"3,3 0,2 2,1 1,3 2,-1 5,7-3,101-241,56-139,-124 307,-12 23,0 1,0 0,0-1,0 1,0 0,0 0,0-1,0 1,0 0,0-1,0 1,0 0,0-1,0 1,0 0,0 0,0-1,1 1,-1 0,0-1,0 1,0 0,1 0,-1-1,0 1,0 0,1 0,-1 0,0 0,0-1,1 1,-1 0,0 0,0 0,1 0,-1 0,0 0,1 0,-1 0,0-1,1 1,-1 0,0 0,1 1,-1-1,0 0,1 0,-1 0,0 0,0 0,1 0,-1 0,0 0,1 1,-1-1,0 0,0 0,1 0,-1 0,0 1,0-1,0 0,1 0,-1 1,0-1,0 0,5 103,-6-60,3 1,2-1,1 0,2 0,3 0,1-1,1-1,3 0,1 0,14 21,-17-39,-4-7</inkml:trace>
  <inkml:trace contextRef="#ctx0" brushRef="#br0" timeOffset="14500.294">2991 306,'5'-2,"10"-4,17-2,20-3,14 1,8 0,0 1,-9 2,-17 3</inkml:trace>
  <inkml:trace contextRef="#ctx0" brushRef="#br0" timeOffset="15186.919">2253 197,'0'360,"0"-423,-2 5,2 1,4-1,1 1,3 0,6-17,15 12,-27 61,-1-1,0 1,1-1,-1 1,1 0,-1 0,1-1,-1 1,1 0,0 0,0 1,-1-1,1 0,0 1,0-1,0 1,0-1,0 1,0 0,0 0,0 0,-1 0,1 0,0 0,0 1,0-1,0 1,0-1,0 1,0 0,-1-1,1 1,0 1,4 2,0 1,0 0,-1 1,0-1,0 1,0 0,-1 0,0 1,0-1,-1 1,0 0,0 0,0 0,-1 0,0 0,0 0,-1 1,0-1,0 1,-1-1,0 1,0-1,-1 1,0-1,0 1,-1-1,0 0,0 1,-1-1,-1 2,-66 108,70-116,0 0,0 0,0 0,0 1,0-1,0 0,0 0,0 0,1 0,-1 0,0 0,1 0,-1 0,1 0,-1 0,1 0,0 0,-1 0,1-1,0 1,-1 0,1 0,0-1,0 1,0 0,0-1,0 1,0-1,0 1,0-1,0 1,0-1,0 0,0 0,0 1,0-1,0 0,0 0,0 0,0 0,0 0,1 0,-1-1,0 1,0 0,0 0,7 1,21 5,-12-3,0 0,0 1,0 1,-1 0,0 2,0-1,0 2,-1 0,0 1,4 4,-16-11,-1 0,0 0,0 0,0 0,0 0,-1 1,1-1,0 1,-1-1,0 1,0 0,1-1,-2 1,1 0,0 0,0 0,-1 0,0 0,0 0,1 0,-2 0,1 0,0 0,-1-1,1 1,-1 0,0 0,0 0,0 0,0-1,0 1,-1 0,0 0,-3 4,0 0,0 0,-1 0,0 0,-1-1,1 0,-1-1,0 1,-1-1,-4 2,-10 4,0 0,-1-2,0-1,-1 0,1-2,-2-1,1 0,-17-1,-12 0</inkml:trace>
  <inkml:trace contextRef="#ctx0" brushRef="#br0" timeOffset="15712.709">1325 388,'-6'-4,"-1"1,1-1,-1 1,0 1,0-1,0 1,-1 1,1-1,0 1,-1 1,1-1,0 1,-1 0,1 1,-1 0,1 0,0 0,0 1,0 0,0 1,0-1,0 1,0 1,1-1,0 1,-1 0,1 1,0 0,-2 2,0 0,0 1,0 0,1 1,0-1,1 2,0-1,0 0,1 1,0 0,1 1,0-1,0 1,0 8,2-13,1 1,0-1,0 1,1 0,0-1,0 1,1-1,0 1,0 0,0-1,1 1,0-1,0 0,0 0,1 0,0 0,0 0,1 0,0-1,0 0,0 1,0-2,1 1,0 0,1 0,8 3,0 0,0-1,1 0,0-1,0-1,0-1,1 0,0-1,0 0,0-1,0-1,0-1,0 0,0-1,0-1,0 0,4-2,31-10,-9-2</inkml:trace>
  <inkml:trace contextRef="#ctx0" brushRef="#br0" timeOffset="16065.311">464 320,'-2'16,"-1"15,0 11,3 8,1 5,4 2,2-2,1-3,-2-5,-1-9,-2-9,-1-9</inkml:trace>
  <inkml:trace contextRef="#ctx0" brushRef="#br0" timeOffset="16382.463">396 224,'76'74,"1"1,61 77,-131-145,-1 0,1 0,-1 1,-1-1,1 1,-1 1,-1-1,0 1,0-1,0 1,-1 0,0 1,-1-1,0 0,-1 1,0-1,0 1,-1-1,0 1,-1 0,0-1,-1 4,-7 4,-2 0,0-1,-1 0,0-1,-1 0,-1-1,0-1,-1 0,0-1,-1 0,-1-1,0-1,0-1,-1 0,0-2,-6 2,-91 30,72-29</inkml:trace>
</inkml:ink>
</file>

<file path=ppt/ink/ink8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19T14:24:50.874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1 27,'7'19,"2"13,0 10,-2 8,-3 4,0 2,-3-1,-2-3,-2-6,-1-8,2-9,0-11,3-13,3-13,2-11,-1-3</inkml:trace>
  <inkml:trace contextRef="#ctx0" brushRef="#br0" timeOffset="276.207">14 1,'8'0,"-1"2,0-1,0 1,0 0,0 0,0 1,0 0,0 0,-1 1,0 0,3 1,7 5,16 8,-1 1,0 2,-2 1,0 1,-2 2,-1 0,0 2,-2 1,-2 1,7 11,-24-34,-1 1,0-1,0 1,0 0,-1 1,0-1,0 1,-1-1,0 1,0 0,-1 0,0-1,0 1,-1 0,0 0,0 0,-1 0,0 0,-1 0,1 0,-1-1,-1 1,0-1,0 1,0-1,-1 0,0 0,0 0,-1-1,-3 4,-9 3,-1 0,-1-2,0 0,0-1,-1-1,0 0,-1-2,0 0,0-2,-1 0,1-1,-13 0,-48 7</inkml:trace>
</inkml:ink>
</file>

<file path=ppt/ink/ink8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19T14:24:48.759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151 231,'-17'24,"-63"140,105-247,71-213,-95 291,-1 4,0-1,0 1,-1 0,1 0,0 0,0 0,0 0,0 0,0 0,0-1,1 1,-1 0,0 0,0 0,1 0,-1 0,1 0,-1 0,1 0,-1 0,1 0,0 0,-1 0,1 1,0-1,0 0,0 0,0 1,-1-1,1 0,0 1,0-1,0 1,0-1,0 1,0 0,1-1,-1 1,0 0,0 0,0 0,0 0,0 0,0 0,0 0,1 0,-1 0,0 0,0 1,1-1,6 13,-1 0,-1 0,0 1,-1-1,0 1,-1 1,0-1,-1 0,-1 1,0 6,-1-15,27 355,-27-358,-1 0,0 0,1 0,-1 0,1 0,0 0,0 0,0 0,0 0,1 0,-1 0,1 0,0-1,-1 1,1-1,1 1,0 0,3-4,-1-5</inkml:trace>
  <inkml:trace contextRef="#ctx0" brushRef="#br0" timeOffset="254.32">1 299,'16'0,"17"0,22-2,17-4,13 0,6 0,-3 0,-12 0,-19 2</inkml:trace>
</inkml:ink>
</file>

<file path=ppt/ink/ink8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19T14:24:57.309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95 2,'-12'16,"2"0,-1 0,2 1,0 0,1 1,1 0,1 0,0 0,1 1,1 0,1 0,1 0,0 0,2 0,0 1,0-16,-1 0,1-1,1 1,-1 0,0 0,1-1,0 1,0 0,0-1,0 1,0 0,1-1,0 0,-1 1,1-1,1 0,-1 0,0 0,1 0,-1 0,1-1,0 1,0-1,0 0,0 0,0 0,1 0,-1 0,1-1,3 2,4-3,0 0,0-1,0 0,0 0,0-1,0-1,0 0,0 0,-1-1,1 0,-1-1,-1 0,1-1,0 0,-1-1,-1 0,1 0,-1 0,0-1,-1-1,1 1,4-9,-6 8,1 0,-1 0,0-1,-1 0,0 0,-1-1,0 1,-1-1,0 0,0 0,-1 0,-1 0,0 0,0 0,-1-1,-1 1,0 0,0 0,-4-11,-19-18,23 39,0 1,1-1,-1 0,0 1,0-1,0 1,0-1,1 1,-1 0,0-1,0 1,0 0,0-1,0 1,0 0,0 0,0 0,0 0,0 0,0 0,0 0,0 0,0 0,0 1,0-1,0 0,0 1,0-1,0 1,0-1,1 1,-1-1,0 1,0-1,1 1,-1 0,0-1,0 1,1 0,-1 0,1 0,-1-1,1 1,-1 1,-5 11,1 0,0 0,1 1,0 0,1 0,1 0,0 0,1 0,0 1,2-1,-1 0,2 3,-2-3,1 0,1 0,0 0,0 0,2 0,0-1,0 1,1-1,1 0,5 9,4-2</inkml:trace>
  <inkml:trace contextRef="#ctx0" brushRef="#br0" timeOffset="248.335">560 71,'-5'18,"-4"14,-2 7,-2 6,1 0,3-4,3-4,5-10,2-8</inkml:trace>
  <inkml:trace contextRef="#ctx0" brushRef="#br0" timeOffset="500.795">614 125,'-4'19,"2"12,7 7,7 0,8-3,8-5,4-6,4-7,-1-6,-3-7,-7-5</inkml:trace>
  <inkml:trace contextRef="#ctx0" brushRef="#br0" timeOffset="667.348">915 57,'-7'2,"-5"8,-2 10,1 9,0 8,3 4,3 3,2 0,3-3,1-5,1-10</inkml:trace>
  <inkml:trace contextRef="#ctx0" brushRef="#br0" timeOffset="833.905">1092 112,'-4'14,"-2"11,-3 9,1 5,2 3,1 2,2-3,4-3,7-6,1-8</inkml:trace>
  <inkml:trace contextRef="#ctx0" brushRef="#br0" timeOffset="1081.008">1502 125,'0'19,"0"15,0 9,-2 4,-1 1,0-3,0-5,2-4,0-8</inkml:trace>
  <inkml:trace contextRef="#ctx0" brushRef="#br0" timeOffset="1335.322">1338 43,'2'-3,"6"0,10 0,12 1,13 0,9 1,7-1,1-2,-2 1,-8-1,-11-1,-9 2,-11 2,-7 2</inkml:trace>
</inkml:ink>
</file>

<file path=ppt/ink/ink8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19T14:25:01.210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41 23,'-5'-5,"-3"-1,-6 0,0 1</inkml:trace>
</inkml:ink>
</file>

<file path=ppt/ink/ink8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19T14:24:59.829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69 51,'10'0,"0"1,1 0,-1 0,1 1,-1 0,0 1,0 0,0 1,-1 0,3 2,-8-4,0 0,0 1,0-1,-1 1,1 0,-1 0,0 1,0-1,0 0,0 1,0 0,-1 0,0 0,1 0,-2 0,1 0,0 0,-1 1,0-1,0 1,0-1,0 1,-1-1,0 1,0 3,-3 12,-1 1,-1-1,-1 0,0-1,-2 0,0 0,-1 0,-1-1,-1 0,0-1,-4 3,-48 88,62-107,0 0,0 0,0 0,0 0,0 0,0 0,0 0,1 1,-1-1,0 0,1 1,-1-1,1 0,-1 1,1-1,0 1,0-1,0 1,0-1,0 0,0 1,0-1,0 1,0-1,0 1,1-1,-1 0,1 1,-1-1,1 0,0 1,-1-1,1 0,0 0,0 1,0-1,0 0,0 0,0 0,0 0,0 0,0 0,1-1,-1 1,0 0,0-1,1 1,-1-1,12 1,0-1,-1 0,1-1,0-1,-1 0,1-1,-1 0,0-1,0 0,0-1,0 0,-1-1,0 0,0-1,0 0,5-6,13-10</inkml:trace>
  <inkml:trace contextRef="#ctx0" brushRef="#br0" timeOffset="384.128">0 338,'447'-168,"-373"139,-59 31,-30 17,11-14,-4 5,0 0,1 1,1 0,0 0,0 0,1 1,1 0,0 0,0 0,1 1,0 6,2-14,0 1,0-1,1 1,0 0,0-1,1 1,-1 0,1-1,1 1,-1-1,1 1,0-1,0 0,0 1,1-1,0 0,0-1,0 1,0 0,1-1,0 0,0 0,0 0,0 0,1-1,3 3,0-2,1 0,0-1,0 1,0-2,0 1,0-2,1 1,-1-1,1 0,-1-1,1 0,-1-1,0 0,1 0,-1-1,0 0,0 0,7-4,17-5</inkml:trace>
  <inkml:trace contextRef="#ctx0" brushRef="#br0" timeOffset="631.633">465 283,'14'0,"14"0,13-2,10-3,7-6,4-3,-2-4,-12 2</inkml:trace>
  <inkml:trace contextRef="#ctx0" brushRef="#br0" timeOffset="817.454">546 92,'5'-4,"11"-5,16-2,17-2,17-2,10 3,7 1,-2 1,-14 4</inkml:trace>
  <inkml:trace contextRef="#ctx0" brushRef="#br0" timeOffset="1199.389">1175 92,'-11'4,"-1"0,1 1,1 0,-1 0,1 1,-1 1,2-1,-1 2,1 0,0 0,1 0,0 1,0 0,1 1,0-1,0 2,1-1,1 1,0-1,0 2,1-1,0 0,1 1,3-8,-1 0,1 0,0 0,0 0,0 0,1 0,0 0,-1 0,1 0,0 0,1 0,-1-1,1 1,0 0,0-1,0 1,0-1,0 0,1 0,0 0,0 0,-1 0,2 0,-1-1,0 1,0-1,1 0,-1 0,1-1,0 1,-1 0,3-1,8 4,1 0,-1-1,1-1,0-1,1 0,-1-1,0 0,2-1,0-1,0 0,0-1,-1-1,1-1,-1 0,0-1,0-1,0 0,-1-1,0-1,0 0,-1-1,0-1,4-4,-11 7,-1 1,0-1,0 0,-1-1,0 1,0-1,-1 0,0-1,0 1,-1 0,0-1,-1 0,0 0,0 0,0-9,-5 11,-2 19,3-4,0 0,1-1,0 1,0 0,1 0,0 0,0 0,0 0,1 0,1 0,-1-1,1 1,1 0,-1-1,1 1,0-1,1 0,0 0,0-1,1 1,-1-1,1 1,1-2,-1 1,1 0,6 3,7 1</inkml:trace>
</inkml:ink>
</file>

<file path=ppt/ink/ink8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19T14:25:06.776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41 26,'-16'-5,"-1"-1,9 3,18 3,24 3,26 0,27 0,22-1,15-2,5-5,0 0,-12 0,-17 1,-27 1</inkml:trace>
</inkml:ink>
</file>

<file path=ppt/ink/ink8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19T14:25:06.530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14 0,'0'2,"0"11,0 14,0 14,-2 12,-1 11,0 6,0 0,2-2,0-6,2-8,2-12,0-13</inkml:trace>
  <inkml:trace contextRef="#ctx0" brushRef="#br0" timeOffset="928.949">369 752,'0'-17,"2"-50,-4 0,-2 1,-3 0,-3 0,-3 0,12 64,1 1,-1 0,1 1,-1-1,1 0,-1 0,1 1,-1-1,1 0,0 0,0 0,-1 0,1 0,0 0,0 0,0 1,0-1,0 0,0 0,0 0,0 0,0 0,1 0,-1 0,0 0,1 1,-1-1,0 0,1 0,-1 0,1 1,-1-1,1 0,0 1,-1-1,1 0,0 1,-1-1,1 1,0-1,0 1,0-1,-1 1,1-1,0 1,0 0,0 0,0-1,0 1,10-1,-1 1,0 0,0 0,1 1,-1 0,0 1,0 0,0 1,0 0,-1 0,1 1,-1 0,0 1,0 0,0 0,-1 1,1 0,-2 1,1 0,-1 0,0 1,0-1,-1 1,0 1,0-1,3 8,-3 3,-1 1,0 0,-2 0,0 0,-1 1,-1 15,6 55,-6-87,-1-1,0 0,1 1,0-1,-1 0,1 1,1-1,-1 0,0 0,1 0,0 0,-1 0,1 0,0 0,1 0,-1-1,0 1,1-1,-1 0,1 0,0 0,0 0,0 0,0 0,0-1,0 0,0 1,1-1,0 0,11-2,0 1,0-2,-1 0,1-1,-1-1,1 0,-1-1,0 0,-1-1,1-1,-1 0,-1-1,1 0,8-8,-7 7,-1-1,0 0,-1-1,0-1,-1 1,0-2,6-9,-13 17,-1 0,0 0,0-1,0 1,-1-1,0 1,0-1,0 0,-1 0,0 0,0 0,0 0,-1 0,0 0,0-1,0 1,-1 0,0 0,0 0,-1 0,-2-5,4 9,0 0,-1 0,1 0,-1 0,1 0,-1 1,0-1,0 0,0 0,0 1,0-1,0 0,0 1,-1-1,1 1,-1 0,1-1,-1 1,1 0,-1 0,0 0,1 0,-1 0,0 1,0-1,0 0,0 1,0-1,1 1,-1 0,0 0,0-1,0 1,0 1,0-1,0 0,0 0,0 1,0-1,0 1,0-1,0 1,1 0,-1 0,0 0,1 0,-1 0,0 1,-3 5,0 1,0 0,1 0,1 1,-1-1,1 1,1 0,-1 0,1 0,1 0,0 0,0 0,1 0,0 1,1 2,-1-4,0 0,1-1,0 1,1-1,-1 1,1-1,1 1,0-1,0 0,0 0,0-1,1 1,0-1,1 1,0-1,0-1,0 1,0-1,1 0,0 0,0 0,0-1,1 0,1 1,14 4,-1-1,1-1,0-1,1-1,-1-1,1-1,0-1,1-1,43 3</inkml:trace>
  <inkml:trace contextRef="#ctx0" brushRef="#br0" timeOffset="1205.714">1653 465,'-9'-5,"-1"1,0 0,0 1,0 0,-1 1,1 0,0 1,-1 0,0 0,1 1,-1 1,1-1,-1 2,1 0,-1 0,1 1,0 0,0 0,0 1,1 1,-1-1,1 2,0-1,-3 4,3-1,1 0,-1 0,2 1,-1 1,1-1,1 1,0 0,0 0,1 1,0 0,-3 11,6-17,1 0,-1 0,1 0,0 1,1-1,-1 1,1-1,0 0,1 1,-1-1,1 1,0-1,0 0,1 0,0 0,0 1,0-1,0-1,1 1,-1 0,1-1,1 1,-1-1,1 0,-1 0,5 3,7 2,0-1,0-1,1-1,0 0,0 0,0-2,1 0,0-1,-1-1,1 0,0-1,0-1,0-1,0 0,0-1,7-3,170-32,-107 14</inkml:trace>
</inkml:ink>
</file>

<file path=ppt/ink/ink8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19T14:25:09.232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0 0,'26'5,"19"4,3 0</inkml:trace>
</inkml:ink>
</file>

<file path=ppt/ink/ink8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19T14:25:13.541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399 157,'-12'-8,"0"1,-1 1,1 0,-1 1,0 0,-1 1,1 0,-1 1,0 1,0 0,1 1,-1 0,0 1,-7 1,12 0,0 0,-1 1,1 0,0 0,0 1,0 0,1 1,-1 0,1 0,0 1,0 0,0 0,1 1,0 0,0 1,0-1,1 1,0 0,0 1,1 0,-4 6,6-10,1 1,-1-1,1 1,0 0,1 0,-1 0,1 0,0 0,0 0,0 0,1 0,0 1,0-1,0 0,0 0,1 0,0 0,0 1,1-1,-1 0,1-1,0 1,0 0,1-1,0 1,-1-1,1 1,1-1,-1 0,1-1,-1 1,1 0,0-1,0 0,3 1,6 4,1-1,0-1,0-1,1 0,0 0,0-2,0 0,0 0,0-1,0-1,1-1,-1 0,0-1,1-1,-1 0,0-1,0-1,0 0,-1-1,0 0,0-2,0 1,0-2,-1 0,1-1,-6 3,1-1,-2 0,1-1,-1 1,0-1,0-1,-1 1,0-1,-1-1,0 1,-1-1,1 1,-2-1,1 0,-2-1,1 1,-1 0,-1-1,0 1,0-1,-1 0,-1 1,1-1,-2 1,1-1,-2 1,1 0,-1-1,-2-1,4 9,1 0,-1 1,0-1,0 1,0-1,0 1,0 0,-1-1,1 1,-1 0,1 0,-1 0,0 0,0 0,0 0,0 1,0-1,0 1,0-1,-1 1,1 0,-1 0,1 0,-1 0,1 0,-1 0,1 1,-1-1,0 1,1 0,-1 0,0 0,1 0,-1 0,1 1,-1-1,0 1,1 0,-3 0,0 5,0 0,1 0,-1 0,1 0,1 1,-1 0,1-1,0 1,1 0,0 1,0-1,0 0,1 1,0-1,0 1,1-1,0 1,1-1,0 6,1-1,0-1,1-1,0 1,1 0,0-1,1 0,0 1,0-2,1 1,0-1,1 0,0 0,1-1,0 0,0 0,0-1,1 0,0 0,1-1,-1 0,1-1,0 0,1-1,-1 0,1 0,3 0,-4-1,2 0,-1 0,0-1,1 0,-1-1,1 0,-1-1,1 0,-1-1,1 0,-1-1,1 0,-1-1,0 0,0-1,0 0,-1 0,1-2,-1 1,0-1,-1-1,1 1,-1-2,0 1,4-6,-4 0,-1 0,0 0,-1 0,0-1,-1 0,0-1,-1 1,-1-1,0 0,-2 0,1-1,-2 1,0 0,-1-1,0 1,-1-4,1 18,0-1,0 1,1 0,-1 0,0 0,0 0,0 0,0 0,0 0,-1 0,1 0,0-1,0 1,-1 0,1 0,-1 0,1 0,-1 0,1 0,-1 1,1-1,-1 0,0 0,1 0,-1 0,0 1,0-1,0 0,0 1,0-1,0 1,0-1,0 1,0-1,0 1,0 0,0-1,0 1,0 0,0 0,0 0,0 0,0 0,0 0,0 0,-1 0,1 0,0 0,0 1,0-1,0 1,0-1,0 0,0 1,0 0,0-1,0 1,1-1,-1 1,0 0,0 0,0 0,-5 4,1 1,0 0,0 0,0 0,0 1,1 0,0 0,1 0,0 0,0 1,0-1,1 1,0-1,0 1,1 0,0 0,0 0,1 0,0 0,1 0,0 0,0 0,0-1,1 1,0 0,1-1,0 1,0-1,0 0,1 0,0 0,1 0,1 1,4 1,0 0,1-1,1-1,-1 0,1-1,0 0,0 0,1-1,0-1,0 0,0-1,0-1,0 0,1 0,-1-1,1-1,-1-1,1 1,-1-2,0 0,1-1,-1 0,0-1,5-2,-6 1,0-1,0 0,0-1,-1 0,0-1,-1 0,1 0,-1-1,-1-1,0 0,0 0,-1 0,-1-1,0-1,0 1,-1-1,0 0,-1 0,0-1,-1 0,-1 0,0 0,-1 0,1-6,-5-7,2 25,0 1,0 0,1-1,-1 1,0-1,0 1,0 0,0-1,-1 1,1 0,0-1,0 1,0 0,0-1,0 1,0 0,0-1,-1 1,1 0,0 0,0-1,0 1,-1 0,1 0,0-1,0 1,-1 0,1 0,0-1,-1 1,1 0,0 0,0 0,-1 0,1 0,0-1,-1 1,1 0,0 0,-1 0,1 0,-1 0,1 0,0 0,-1 0,1 0,0 0,-1 1,1-1,0 0,-1 0,1 0,0 0,0 0,-1 1,1-1,0 0,-1 0,1 0,0 1,0-1,-1 0,1 0,0 1,-4 5,-1 0,2 1,-1 0,1 0,0 0,0 0,1 0,0 0,0 1,1-1,0 1,0-1,1 6,0-7,1-1,0 1,0-1,0 1,1-1,0 1,0-1,0 0,0 0,1 0,0 0,0 0,0-1,1 1,0-1,-1 0,1 0,1 0,-1-1,1 1,-1-1,1 0,0 0,0-1,0 0,1 1,-1-2,0 1,1-1,-1 1,1-2,0 1,-1-1,1 1,0-1,-1-1,4 0,4 1,-1 0,1-1,0-1,-1 0,1 0,-1-2,0 1,0-2,0 1,-1-2,1 1,-1-2,0 1,-1-2,0 1,0-1,-1-1,1 0,-2 0,0-1,0 0,0 0,-1-1,-1 0,0 0,0 0,-2-1,1 0,-1 0,-1 0,0-1,-1 1,1-3,-3 14,0 0,0-1,0 1,0 0,1 0,-1 0,-1 0,1 0,0 0,0 0,0 0,-1 0,1-1,0 1,-1 0,1 0,-1 0,1 0,-1 1,1-1,-1 0,0 0,0 0,1 0,-1 1,0-1,0 0,0 1,0-1,0 0,0 1,0-1,0 1,0 0,0-1,0 1,0 0,0 0,0-1,0 1,0 0,0 0,-1 0,1 0,0 1,0-1,0 0,0 0,0 1,0-1,0 1,0-1,0 0,0 1,0 0,0-1,0 1,0 0,-5 4,0 0,1 1,-1-1,1 1,1 0,-1 1,1-1,0 1,1-1,-1 1,1 0,1 0,-1 1,1-1,1 1,-1-1,1 1,1-1,-1 1,1 0,0-1,1 1,0 0,0-1,1 1,0-1,0 0,1 1,0-1,0 0,3 3,0-1,1 1,0-2,1 1,-1-1,2 0,-1-1,1 0,0 0,0-1,1 0,0 0,0-1,1-1,9 4,8 1,1-1,0-1,0-2,0-1,16 0,27-2,-9-3</inkml:trace>
</inkml:ink>
</file>

<file path=ppt/ink/ink8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19T14:25:14.643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1 1272,'10'-82,"3"0,4 1,10-22,-27 99,1 0,0 0,-1 0,1 0,1 0,-1 1,0-1,1 0,0 0,0 1,0-1,0 1,1 0,-1 0,1-1,0 2,0-1,0 0,0 0,0 1,1 0,-1 0,1 0,-1 0,1 0,0 1,0 0,0-1,0 1,0 1,0-1,0 1,0-1,3 1,7 6,-1 0,0 0,-1 2,1-1,-1 1,-1 1,0 0,0 1,-1 0,0 1,0 0,4 8,-8-13,0 0,-1 0,0 0,0 1,-1-1,1 1,-2 1,1-1,-1 0,0 1,0 0,-1-1,0 1,-1 0,1 0,-1 0,-1 1,0-1,0 1,-1-7,0 0,1 0,-1 0,0 0,-1-1,1 1,0 0,0 0,-1-1,1 1,-1-1,1 1,-1-1,0 0,0 0,1 1,-1-1,0 0,0-1,0 1,0 0,0-1,0 1,-1-1,1 1,0-1,0 0,0 0,0 0,0 0,-1 0,1-1,0 1,0-1,0 1,0-1,0 0,0 0,0 0,0 0,0 0,1 0,-1 0,0-1,1 1,-1 0,1-1,-1 0,1 1,0-1,-1 0,1 0,0 0,0 1,0-2,0-5,1 0,0 0,0 0,0 0,1 0,1 1,-1-1,1 0,0 1,1-1,0 1,0 0,1-1,-1 2,2-1,-1 0,1 1,0 0,0 0,0 0,1 1,0 0,0 0,2-1,1-2,1 0,0 0,1 1,0 1,0 0,0 0,0 1,1 0,0 1,0 1,10-2,-20 5,-1-1,1 1,0 0,0 0,0 0,0 0,0 0,0 1,0-1,-1 0,1 1,0-1,0 1,0 0,-1 0,1 0,0 0,-1 0,1 0,-1 0,1 0,-1 1,0-1,1 0,-1 1,0-1,0 1,0 0,0-1,0 1,0 1,10 62,-9-44,14 58,-15-76,0-1,-1 1,1 0,1-1,-1 1,0-1,1 1,-1-1,1 0,0 1,0-1,0 0,0 0,0 0,0-1,0 1,1 0,-1-1,1 1,-1-1,1 0,-1 0,1 0,0 0,-1-1,2 1,13-2</inkml:trace>
  <inkml:trace contextRef="#ctx0" brushRef="#br0" timeOffset="2385.487">410 549,'53'5,"0"3,-1 3,-1 1,0 3,0 2,-2 2,29 16,-63-27,0 1,0 0,-1 1,0 0,0 1,-2 1,1 0,-1 1,-1 0,0 1,-1 0,-1 0,0 1,-1 0,-1 1,0 0,-1 0,0 1,10 61,18 45,-32-119,0 1,1-1,0 0,-1 0,2 0,-1 0,0 0,1-1,-1 1,1-1,0 0,0 0,1 0,-1-1,0 0,1 1,0-2,-1 1,1 0,0-1,0 0,0 0,0 0,0-1,3 0,2 0,0-1,1 0,-2-1,1 0,0 0,0-1,-1-1,1 1,-1-2,0 1,0-1,3-3,3-2,-1-1,0 0,-1-1,0-1,-1 0,0 0,-1-2,0 1,-2-1,1-1,-2 1,0-2,-1 1,-1-1,0 0,-1 0,-1-1,0-6,-7 13,-5 27,5-5,0 0,0 0,1 1,1-1,0 1,0-1,1 1,1-1,0 6,0-12,0 0,0 0,0 0,0 0,1 0,0 0,0-1,1 1,-1-1,1 1,0-1,0 0,0 0,0 0,1 0,0-1,0 1,0-1,0 0,0 0,1-1,1 2,8 0,0-1,0-1,1 1,-1-2,0 0,1-1,-1-1,0 0,1 0,-1-2,0 0,0 0,0-1,-1-1,1-1,-1 1,0-2,-1 0,0-1,0 0,0 0,-1-2,0 1,-1-1,4-6,-10 12,1 1,-2-1,1 0,0-1,-1 1,0-1,0 0,0 1,-1-1,1 0,-1-1,0 1,-1 0,1-1,-1 1,0 0,-1-1,0 5,0 1,0-1,0 1,0 0,0-1,-1 1,1-1,0 1,0 0,0-1,-1 1,1 0,0-1,-1 1,1 0,0-1,-1 1,1 0,0 0,-1-1,1 1,-1 0,1 0,0 0,-1 0,1 0,-1-1,1 1,-1 0,1 0,0 0,-1 0,1 0,-1 0,1 0,-1 1,1-1,0 0,-1 0,1 0,-1 0,1 0,0 1,-1-1,1 0,-1 0,1 1,0-1,-1 0,1 1,0-1,0 0,-1 1,1-1,0 0,0 1,-1-1,1 0,0 1,0-1,0 1,-20 23,15-17,1 1,1 0,-1 0,1 0,0 0,1 1,0-1,1 1,-1-1,2 1,-1 2,1-7,0 0,0 0,0 0,1 0,0 0,-1 0,1 0,1-1,-1 1,0 0,1-1,0 1,0-1,0 0,0 1,1-1,-1 0,1 0,0-1,0 1,0 0,0-1,0 0,0 0,3 2,9 0,-1 0,0 0,1-2,0 0,0 0,-1-2,1 1,0-2,0 0,0-1,-1 0,1-2,-1 1,0-2,1 0,-2 0,1-1,6-5,-9 6,0-1,0-1,-1 1,0-2,0 1,-1-1,0-1,-1 0,1 0,-2 0,1-1,-1 0,-1-1,0 0,0 0,1-4,7-1,-7 46,-7-25,1 3,0 1,0 0,1-1,0 1,1-1,0 1,0-1,1 0,-1 0,2-1,-1 1,1-1,1 0,-1 0,1 0,0-1,0 0,1 0,2 1,6 0,0-1,0 0,1-2,0 1,0-2,0 0,0-1,0 0,0-2,1 0,-1 0,0-2,0 0,0-1,0 0,0-2,-1 0,1 0,-1-1,-1-1,1-1,-1 0,0-1,-1 0,0-1,2-3,7-6,-2-1,0 0,-2-2,0 0,-1-1,-1-1,-2 0,0-1,10-26,0-12,-2 0,-3-2,7-42,-10 26,-3-1,-4-1,-1-55,-7 130,-1 0,0 0,-1 0,1 0,-2 0,1 0,-1 0,0 1,0-1,-4-6,5 13,1 0,-1 0,0 0,0 0,1 0,-1 0,0 0,0 0,0 1,0-1,0 0,0 1,0-1,-1 0,1 1,0 0,0-1,0 1,0 0,-1-1,1 1,0 0,0 0,-1 0,1 0,0 0,0 0,-1 1,1-1,0 0,0 0,0 1,-1-1,1 1,0-1,0 1,0 0,0-1,0 1,0 0,-40 37,18-6,1 1,1 2,3 0,0 1,2 0,2 2,2 0,-3 16,5-20,3 1,1 0,1 0,2 0,1 1,2-1,3 11,-1-26,1 0,1 1,0-1,2 0,0-1,2 0,0 0,1 0,1-1,0 0,2-1,0 0,3 2,-2-4,2 1,0-2,0 0,1-1,1 0,0-2,1 0,0 0,0-2,1 0,0-2,1 0,0-1,0-1,1 0,-1-2,7 0,-21-3,1 0,0 0,0 0,0-1,0 0,0-1,-1 0,1 0,-1 0,1-1,-1 0,0 0,0 0,0-1,0 0,-1 0,1 0,-1-1,0 0,-1 0,1 0,-1-1,0 1,0-1,-1 0,0 0,0-1,0 1,0-3,6-25,-3 0,-1-1,-1 1,-2-1,-1 0,-2 0,-3-13,4 29,-42-534,30 488,8 70,-11 150,9-67,4 1,5-1,3 0,13 61,-11-104,2-1,2-1,2 0,2 0,1-1,2-2,3 0,0 0,3-2,4 2,-27-37,5 7,0 0,0-1,1 0,0-1,0 1,1-2,0 1,1-1,0-1,0 1,8 2,-16-9,-1 0,1 0,0 0,-1 0,1 0,0 0,-1-1,1 1,0-1,-1 0,1 1,-1-1,1 0,-1 0,0 0,1 0,-1 0,0 0,1 0,-1 0,0 0,0-1,0 1,0-1,0 1,-1-1,1 1,0-1,-1 1,1-1,-1 1,1-1,-1 0,0 1,1-1,-1 0,0 1,0-1,0 0,-1 1,1-1,0 0,-1 1,1-1,-1 0,1 1,-2-2,-3-21,-1 0,-1 0,-1 1,-1 0,-1 0,-1 1,-1 0,-1 1,-1 1,-9-10,0-1,-2 0,-1 2,-1 1,-1 2,-2 0,-1 2,0 1,-27-13,27 18,20 10,22 7,267 39,305-2,-522-27,-63-3,-104 23,-33 18,131-43,1 0,-1 0,1 1,0-1,0 2,1-1,-1 1,1 0,1 0,-1 0,1 1,0 0,0 0,1 0,0 1,0 1,2-5,1 0,0-1,0 1,0 0,0 0,1-1,-1 1,1 0,0 0,0 0,1 0,-1 0,1-1,0 1,0 0,0 0,0-1,1 1,-1-1,1 1,0-1,0 0,0 0,1 0,-1 0,1 0,0 0,-1-1,2 2,3 1,0 0,0-1,1 0,-1 0,1-1,0 1,0-2,0 1,0-1,0 0,0-1,1 0,0 0,3-1,0-1,0 0,-1-1,1 0,-1-1,0 0,1-1,-1 0,-1 0,1-1,-1-1,0 0,0 0,0-1,-1 0,0-1,-1 0,1 0,-2-1,1 0,-1-1,-1 1,1-1,-2 0,1-1,-1 0,-1 1,0-2,-1 1,0 0,0-1,-1-2,1-68,-4 82,0 1,0-1,0 0,0 0,1 1,-1-1,0 0,0 1,0-1,1 1,-1-1,0 1,1-1,-1 1,0-1,1 1,-1 0,1-1,-1 1,1 0,-1 0,1-1,-1 1,1 0,0 0,-1 0,1 0,0-1,0 1,0 0,0 0,-1 0,1 0,1 0,-1 0,0-1,0 2,-3 6,0 0,1 1,0-1,0 1,1 0,0 0,1-1,0 1,0 0,1 0,0-1,1 1,0 0,0-1,1 1,0-1,0 0,1 0,0 0,0-1,1 1,0-1,0 0,1 0,0-1,0 1,1-1,-1-1,1 1,0-1,1-1,-1 1,3 0,-2-2,0-1,1 1,0-1,-1-1,1 0,0 0,0 0,0-1,0-1,-1 1,1-1,0-1,0 0,-1 0,1-1,-1 0,0 0,0-1,0 0,0 0,0-1,-1 0,0 0,0-1,-1 0,1 0,-1-1,4-6,3-4,-1 0,0-1,-2 0,0-1,-1 0,-1-1,0 0,-2 0,0-4,-5 23,-1 1,1-1,-1 1,1-1,-1 1,1-1,-1 1,0-1,0 0,1 1,-1-1,0 1,0-1,1 0,-1 1,0-1,0 0,0 1,0-1,0 0,0 1,0-1,0 0,0 1,0-1,-1 0,1 1,0-1,0 1,-1-1,1 0,0 1,-1-1,1 1,0-1,-1 1,1-1,-1 1,1-1,-1 1,1-1,-1 1,1 0,-1-1,0 1,1 0,-1 0,1-1,-1 1,0 0,1 0,-1 0,0 0,-4 6,1 0,0 0,0 1,0 0,1 0,0 0,0 0,1 1,0-1,0 1,1-1,0 1,0 0,1-1,0 1,1 6,-1-8,1 1,0-1,0 1,1-1,0 1,0-1,1 0,0 0,0 0,0 0,1-1,0 1,0-1,0 0,0 0,1 0,0-1,0 0,0 0,1 0,-1 0,1-1,0 0,0 0,0 0,0-1,1 0,-1 0,0-1,1 0,0 0,-1 0,1-1,0 0,5 0,0-1,0 0,1-1,-1 0,0-1,-1 0,1-1,0 0,-1-1,0 0,0-1,-1 0,1-1,-1 0,-1-1,1 0,-1 0,-1-1,0 0,3-4,0-2,0 0,-1 0,0-1,-1 0,-1-1,-1 0,0 0,-1-1,-1 0,-1 0,0 0,0-14,-7 45,1-1,1 0,0 0,1 1,0-1,0 0,2 1,0-1,0 0,1 0,0 0,1 0,0-1,1 1,1-1,0 0,0-1,1 1,0-1,1-1,6 8,-2-10,-1-1,1 0,1-1,-1 0,1 0,0-2,0 1,0-2,0 0,0 0,1-1,-1-1,1 0,-1-1,0 0,1-1,-1-1,0 0,0-1,0 0,-1-1,0 0,6-4,10-12,-24 13</inkml:trace>
</inkml:ink>
</file>

<file path=ppt/ink/ink8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19T14:25:11.109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295 547,'-12'-2,"1"1,-1 0,0 0,1 1,-1 0,1 1,-1 1,1-1,-1 2,1 0,0 0,0 1,0 0,1 1,-1 0,1 1,1 0,-1 1,1 0,0 0,0 1,1 0,0 0,0 1,1 0,-3 6,8-12,0-1,1 1,-1-1,1 1,-1-1,1 1,0 0,0 0,0 0,0 0,1 0,-1 0,1 0,0 0,0 0,0 0,0 0,0 0,1 0,0-1,-1 1,1 0,0 0,0 0,0 0,1-1,-1 1,1 0,-1-1,1 0,0 1,0-1,0 0,0 0,1 0,-1 0,0 0,1 0,-1-1,2 1,2 0,0-1,0 1,0-1,1-1,-1 1,0-1,1 0,-1 0,1-1,-1 0,0 0,0 0,1-1,-1 0,0 0,-1-1,1 1,2-3,6-2,0-1,-1-1,-1 0,0-1,0 0,0-1,-1-1,6-11,-1 0,-1-1,-1-1,-1 0,-1-1,-1 0,-2-1,-1 0,-1-1,-1 0,-1 0,-2 0,0 0,-3-1,0 1,-3-14,3 40,1-10,-2-1,0 1,0-1,-1 1,-1-1,0 1,0 0,-1 0,-6-10,10 21,-1 0,1 0,-1 0,1 0,-1 0,1 0,-1 1,1-1,-1 0,0 0,1 1,-1-1,0 0,0 1,0-1,1 1,-1-1,0 1,0 0,0-1,0 1,0 0,0-1,0 1,0 0,0 0,0 0,0 0,0 0,0 0,0 0,0 0,0 0,0 1,0-1,1 0,-1 1,0-1,0 0,0 1,0-1,0 1,1 0,-1-1,0 1,0 0,1-1,-1 1,0 0,1 0,-1-1,1 1,-1 0,1 1,-28 52,17-21,3 1,0 1,3-1,0 1,3 0,0 0,3 15,-1-34,0 0,1-1,1 1,0 0,1 0,1-1,0 1,1-1,1 0,0-1,1 1,0-1,2-1,-1 1,2-2,-1 1,2-1,0 0,0-1,1-1,0 0,1 0,12 6,-7-7,1-2,1 0,-1-1,1-1,0 0,8-1,40 4</inkml:trace>
  <inkml:trace contextRef="#ctx0" brushRef="#br0" timeOffset="412.618">963 521,'-13'-6,"-1"2,1-1,-1 2,-1 0,1 1,0 0,-1 1,1 1,0 0,-1 1,1 0,-1 1,1 1,0 1,0-1,1 2,-1 0,1 1,0 0,0 1,1 1,0 0,0 0,-1 3,7-6,0 1,1 0,0 1,0-1,1 1,0 0,0 0,1 0,-1 0,2 1,-1-1,0 3,2-7,1 0,-1 0,1 1,0-1,0 0,0 0,0 0,0 0,1 0,-1 0,1 0,0 0,0 0,0 0,0 0,1 0,-1 0,1 0,0-1,-1 1,1-1,1 0,-1 1,0-1,0 0,1 0,-1 0,1 0,0-1,-1 1,4 0,7 3,0-2,0 0,0-1,1 0,-1 0,1-2,-1 0,1 0,-1-1,0-1,1 0,-1-1,0-1,0 0,0 0,-1-1,0-1,0 0,11-8,-16 11,-1-1,0 0,0 0,0-1,0 0,-1 0,0 0,0-1,0 1,-1-1,0 0,0-1,0 1,-1-1,0 1,0-1,-1 0,0 0,0 0,0-2,-2 8,0 0,0 0,0 0,0 0,0 0,0 0,0 0,0 0,0 0,0 0,-1 0,1 0,0 0,-1 0,1 0,-1 0,1 1,-1-1,1 0,-1 0,1 0,-1 1,0-1,0 0,1 1,-1-1,0 0,0 1,0-1,0 1,1 0,-1-1,0 1,0 0,0-1,0 1,0 0,0 0,0 0,0 0,0 0,0 0,0 0,0 0,0 0,0 0,0 1,0-1,0 0,0 1,0-1,1 1,-1-1,0 1,0-1,0 1,1 0,-1-1,0 1,0 0,1-1,-1 1,1 0,-1 0,1 0,-1 0,1 0,-1-1,1 1,0 1,-4 3,0-1,0 1,1 1,-1-1,1 0,1 1,-1-1,1 1,0 0,0 0,1 0,-1 0,2 0,-1 0,0 1,1-1,0 0,1 0,0 0,-1 0,2 0,-1 0,1 0,0 0,0 0,1 0,-1-1,1 1,0-1,2 2,8 2,1 0,0-1,0 0,0-1,1-1,0 0,0-1,1-1,0 0,-1-1,1-1,0 0,1-2,7 0,-22 1,73 4</inkml:trace>
  <inkml:trace contextRef="#ctx0" brushRef="#br0" timeOffset="1037.677">1866 602,'-7'-6,"0"0,-1 0,1 1,-1-1,0 2,0-1,-1 1,1 1,-1-1,0 1,0 1,0 0,0 0,0 1,0 0,-1 0,1 1,0 0,-1 1,1 0,0 1,0 0,0 0,0 1,0 0,1 0,-1 1,1 0,0 1,0 0,0 0,1 0,-1 1,-3 4,7-6,-1 1,1-1,0 0,0 1,1 0,-1 0,1 0,0 0,1 1,-1-1,1 1,0 0,0 0,1-1,0 1,0 0,0 0,1 0,0 0,0 0,0 0,1 0,0 0,0 0,0 0,1 0,0 0,0-1,0 1,1-1,0 1,0-1,0 0,1 0,0-1,1 3,10 2,-1-1,1-1,1 0,-1 0,1-2,0 0,0-1,1 0,-1-2,1 0,0-1,0 0,0-1,7-2,-3 2,1-1,0-2,-1 0,0-1,0-1,0-1,0-1,-1-1,0 0,-1-2,0 0,0-1,-1-1,0-1,2-3,16-15,-36 31,1 1,-1-1,1 0,-1 1,1-1,-1 1,1-1,-1 1,1-1,-1 1,0-1,1 1,-1 0,0-1,1 1,-1-1,0 1,0 0,0-1,0 1,0 0,1-1,-1 1,0 0,0-1,-1 1,1 0,0-1,0 1,0-1,0 1,0 0,-1-1,1 1,0-1,-1 1,1 0,-1 0,1 1,-1 2,1-1,-1 0,1 0,-1 0,1 0,0 0,1 0,-1 0,1 1,-1-1,1 0,0 0,0 0,0 0,0 0,1-1,-1 1,1 0,-1-1,1 1,0-1,0 1,0-1,1 0,-1 0,1 0,-1 0,1 0,-1-1,1 1,0-1,0 1,0-1,0 0,0 0,0-1,0 1,2 0,3-1,0 0,0-1,0 1,0-2,0 1,-1-1,1 0,0-1,-1 1,1-2,-1 1,0-1,0 0,0 0,-1-1,0 0,0 0,0-1,0 1,-1-1,0-1,0 1,0-1,-1 1,0-1,-1-1,1 1,-1 0,-1-1,1 0,-1 1,-1-1,1 0,-2 0,1 0,-1 0,0 0,0 0,-2-7,1 9,-1 0,0 0,0 0,-1 0,1 1,-1-1,-1 0,1 1,-1 0,0 0,0 0,0 1,0-1,-1 1,0 0,0 0,0 0,-1 1,1 0,-1 0,1 0,-1 1,0 0,0 0,0 0,-2 1,-4-1,0 0,0 1,0 1,0 0,0 0,0 1,0 1,1 0,-1 0,0 2,1-1,0 1,-6 4,6-4,1 1,-1 0,1 1,1 0,-1 1,1 0,0 0,1 1,0 0,0 0,0 1,1 0,1 1,0-1,0 1,0 0,2 1,-1 0,1-1,1 1,-3 11,6-18,0 0,1 0,-1 0,1 0,-1 0,1 0,1 0,-1-1,0 1,1 0,0 0,0-1,0 1,0-1,0 0,1 0,0 1,-1-2,1 1,0 0,1 0,-1-1,0 0,1 0,-1 0,1 0,1 0,8 4,-1-2,1 0,0 0,0-1,0-1,1 0,9 0,36-3,-5-4</inkml:trace>
  <inkml:trace contextRef="#ctx0" brushRef="#br0" timeOffset="1287.217">2466 15,'-20'-5,"-18"-1,-10 3,-4 6,1 7,6 7,7 9,11 8,10 5,7-4</inkml:trace>
  <inkml:trace contextRef="#ctx0" brushRef="#br0" timeOffset="1451.668">2357 712,'14'11,"14"5,11 1,13-3,19-2,20-5,23-2,-8-3</inkml:trace>
</inkml:ink>
</file>

<file path=ppt/ink/ink8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19T14:25:10.113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1 23,'23'-6,"0"0,0 2,1 1,-1 1,1 0,0 2,0 1,-1 1,1 1,-1 1,1 1,-1 1,9 4,-27-7,0-1,0 1,0 0,0 0,-1 1,1-1,-1 1,0 0,0 0,-1 1,1-1,-1 1,0 0,0-1,0 1,-1 1,0-1,0 0,0 0,0 1,-1-1,0 1,0 0,-1-1,1 1,-1 0,-1-1,1 1,-1 0,0-1,0 1,0-1,-1 1,-9 16,-1-1,-1-1,-1 0,-1-1,0 0,-2-2,0 1,0-2,-2-1,0 0,-1-1,0-1,-11 5,-97 61,127-78,0-1,0 0,0 0,0 0,0 1,0-1,0 0,0 1,0-1,0 1,1-1,-1 1,0-1,0 1,0 0,1-1,-1 1,0 0,1 0,-1-1,0 1,1 0,-1 0,1 0,0 0,-1 0,1 0,0 0,-1 0,1 0,0 0,0 0,0 0,0 0,0 0,0 0,0 0,0 0,0 0,1 0,-1 0,0 0,1 0,-1 0,1 0,-1-1,1 1,-1 0,1 0,-1 0,1-1,0 1,0 0,9 2,1 0,0 0,0-1,0-1,0 0,0-1,0 0,7-1,1 1,90-3,-1-6,0-4,82-22,-112 16,-14 1</inkml:trace>
  <inkml:trace contextRef="#ctx0" brushRef="#br0" timeOffset="412.979">943 9,'-19'37,"-40"225,59-261,-10 141,11-136,-1-1,1 0,0 1,0-1,1 0,-1 0,1 0,0 0,1 0,-1-1,1 1,0-1,0 1,0-1,1 0,-1 0,1 0,0-1,0 0,0 1,1-1,-1 0,1-1,0 1,1-1,4 1,0 0,0-1,0 0,0-1,0 0,0-1,1 0,-1 0,0-1,0 0,0-1,0 0,0-1,-1 0,1-1,-1 0,0 0,1-1,-2 0,1 0,5-6,-3 3,-1 0,0 0,0-1,-1 0,-1-1,1 0,-2 0,1-1,-1 0,-1 0,0-1,-1 1,0-1,-1-1,0 1,2-13,-5 24,-1 0,1 0,0 0,-1 0,0 0,1-1,-1 1,1 0,-1 0,0 0,0 0,0-1,0 1,0 0,0 0,0 0,0-1,0 1,-1 0,1 0,0 0,-1 0,1-1,-1 1,1 0,-1 0,0 0,1 0,-1 0,0 0,0 1,1-1,-1 0,0 0,0 0,0 1,0-1,0 0,0 1,0-1,-1 1,1 0,0-1,0 1,0 0,0-1,-1 1,1 0,0 0,0 0,0 0,-1 0,1 1,0-1,0 0,0 0,0 1,-1-1,1 1,-8 7,0 1,1 1,0-1,1 1,0 0,0 1,1 0,1 0,0 0,0 1,1-1,0 1,1 0,1 0,0 1,0-1,2 0,-3 2,2 0,0-1,0 1,1 0,1-1,0 1,1 0,1-1,0 1,0-1,2 0,-1 0,2-1,0 1,0-1,1 0,1-1,5 8,43 38,2-10</inkml:trace>
</inkml:ink>
</file>

<file path=ppt/ink/ink8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19T14:25:08.109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166 162,'-3'25,"0"26,0 19,3 17,4 12,6 6,3 3,2-1,-1-1,-4-6,-5-10,-9-13,-3-21</inkml:trace>
  <inkml:trace contextRef="#ctx0" brushRef="#br0" timeOffset="300.512">29 422,'-28'-110,"28"108,-1 1,1-1,0 0,0 0,0 0,1 1,-1-1,0 0,1 0,-1 0,1 1,-1-1,1 0,0 1,0-1,0 0,0 1,0-1,0 1,0 0,1-1,-1 1,0 0,1 0,-1 0,1 0,-1 0,1 0,0 0,-1 0,1 1,1-1,61-9,-48 8,0 1,0 1,1 1,-1 0,0 1,0 1,0 0,-1 1,1 1,-1 0,0 1,0 1,-1 0,0 1,0 1,7 6,-19-13,1 0,-1 0,0 1,0 0,0-1,-1 1,1 0,-1 0,1 0,-1 0,0 0,0 0,0 0,-1 0,1 0,-1 0,1 1,-1-1,0 0,0 0,-1 0,1 1,-1-1,1 0,-1 0,0 0,0 0,-1 0,1 0,-1 0,1 0,-1 0,-1 0,-5 7,-1 0,0-1,-1-1,0 1,0-1,-1-1,0 0,0-1,-1 0,0 0,0-1,0-1,-7 1,-51 25,63-26</inkml:trace>
  <inkml:trace contextRef="#ctx0" brushRef="#br0" timeOffset="906.164">589 545,'-14'-62,"3"-1,2 0,4 0,2 0,4-27,-3-16,-2 71,-2 59,8-18,1 1,-1-1,1 0,1 0,-1-1,1 1,0-1,0 0,0 1,1-2,-1 1,1-1,1 1,-1-1,0-1,1 1,0-1,0 0,0 0,0-1,1 0,-1 0,0 0,7 0,26 8,1-2,-1-2,1-2,31 0,67 8,-134-12,-1 0,1 0,0 1,0-1,-1 1,1 0,0 0,-1 0,1 1,-1-1,1 1,-1 0,0 0,0 0,0 0,0 1,0-1,0 1,-1 0,1-1,-1 1,0 0,0 1,0-1,0 0,0 1,-1-1,1 1,-1-1,0 1,0 0,-11 167,10-168,1-1,-1 1,1 0,-1 0,1 0,0-1,0 1,0 0,1-1,-1 1,1-1,-1 0,1 1,0-1,0 0,0 0,0 0,0 0,1-1,-1 1,0 0,1-1,-1 0,1 1,0-1,-1 0,1 0,0-1,-1 1,1-1,0 1,0-1,0 0,0 0,0 0,1 0,12-2,0-1,0-1,-1 0,1-1,-1 0,0-1,0-1,-1 0,0-1,-1-1,1 0,-2-1,1 0,-1-1,-1-1,0 1,0-2,-1 0,-1 2,-1 0,0-1,-1 0,-1 0,1 0,-2-1,0 0,0 0,-1 0,-1-1,0-2,-5-5,-11 29,9 1,0 1,1-1,0 1,0 0,1 0,1 0,0 0,0 0,1 1,0-1,0 0,1 0,1 0,0 0,0 0,1 0,0 0,2 3,0-5,0 0,0-1,0 1,1-1,0-1,1 1,-1-1,1 0,0 0,1-1,-1 0,1-1,0 1,1-1,-1-1,0 0,1 0,0-1,0 0,3 1,31 4</inkml:trace>
  <inkml:trace contextRef="#ctx0" brushRef="#br0" timeOffset="1450.401">1872 12,'68'199,"-67"-197,-1-1,0 0,1 0,-1 0,0 0,1 0,0 0,-1 0,1 0,0 0,-1 0,1 0,0 0,0-1,0 1,0 0,-1 0,1-1,0 1,1-1,-1 1,0-1,0 1,0-1,0 0,0 1,0-1,0 0,1 0,-1 0,0 0,0 0,0 0,0 0,0 0,1-1,-1 1,0 0,0-1,0 1,0 0,0-1,0 0,0 1,0-1,0 0,0 1,0-1,0 0,-1 0,1 0,0 0,0 0,-1 1,1-1,-1-1,1 1,58-60,38-32,-97 93,1 0,-1-1,0 1,0 0,0-1,1 1,-1 0,0 0,1-1,-1 1,0 0,0 0,1-1,-1 1,1 0,-1 0,0 0,1 0,-1 0,0-1,1 1,-1 0,1 0,-1 0,0 0,1 0,-1 0,0 0,1 0,-1 1,1-1,-1 0,0 0,1 0,-1 0,0 0,1 1,-1-1,0 0,1 0,-1 0,0 1,1-1,-1 0,0 1,0-1,1 0,-1 0,0 1,0-1,0 0,0 1,1-1,-1 1,0-1,0 0,0 1,0-1,0 0,0 1,0-1,0 1,0-1,0 0,0 1,0-1,0 1,0-1,-1 0,-6 36,5-28,0 0,-11 99,13-102,0-1,1 1,-1-1,1 0,0 1,1-1,-1 0,1 0,0 0,0 0,0 0,0-1,1 1,-1 0,1-1,0 0,0 0,1 0,-1 0,0 0,1-1,0 1,1 0,12 4,1-1,-1 0,1-1,0-2,1 1,-1-2,0 0,1-2,-1 0,1 0,1-2,92-5,-3-4</inkml:trace>
</inkml:ink>
</file>

<file path=ppt/ink/ink8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19T14:25:27.964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0 548,'124'-379,"-74"217,-38 156,-9 28,-23 276,18-221,3 0,4 0,12 63,8 38,-25-176,0 1,0-1,0 0,-1 1,1-1,-1 0,0 0,0 1,0-1,0 0,0 0,0 0,-1 0,1 0,0 0,-1-1,0 1,1 0,-1-1,0 1,0-1,0 1,0-1,0 0,0 0,0 0,-1 0,1-1,0 1,0 0,-1-1,1 0,0 1,-1-1,1 0,0 0,-1 0,1-1,-1 1,1-1,0 1,-2-1,-4 0,1-1,-1 0,1 0,0 0,0-1,-1 0,2 0,-1-1,0 0,1 0,-4-3,10 6,0 1,0-1,0 1,0-1,0 1,0-1,1 1,-1-1,0 1,0-1,0 1,1 0,-1-1,0 1,1-1,-1 1,0 0,1-1,-1 1,0 0,1 0,-1-1,1 1,-1 0,0 0,1-1,-1 1,1 0,-1 0,1 0,-1 0,1 0,-1 0,1 0,-1 0,1 0,-1 0,1 0,-1 0,1 0,-1 0,1 0,-1 0,1 1,-1-1,1 0,1 0,366-34,-306 27</inkml:trace>
</inkml:ink>
</file>

<file path=ppt/ink/ink8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19T14:25:28.211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8 1,'3'0,"-3"0,-4 0,-3 0</inkml:trace>
</inkml:ink>
</file>

<file path=ppt/ink/ink8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19T14:25:19.045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492 767,'-23'5,"1"2,0 0,0 2,1 0,0 2,1 0,0 1,1 1,0 1,1 1,0 0,2 1,0 1,0 1,-8 14,3-8,2 1,2 0,0 2,1 0,2 1,1 0,1 1,1 1,2 0,1 0,1 1,-1 17,7-42,0-1,1 1,-1-1,1 1,0 0,0-1,1 1,0-1,0 1,0-1,1 1,0-1,0 0,0 1,0-1,1 0,0-1,0 1,0 0,1-1,0 0,-1 0,1 0,1 0,-1 0,1-1,-1 0,1 0,0 0,0-1,0 1,0-1,1 0,1 0,9-3,0 0,0-1,0 0,0-1,0-1,0-1,-1 0,0-1,0-1,-1 0,0-1,0 0,0-1,-1-1,-1 0,1-1,1-3,15-11,0-1,-2-2,-1-1,-1-1,-2-1,-1-1,-1-1,-2-1,-2 0,0-2,-3 0,-1 0,-2-1,-1-1,-2 0,2-22,-9 45,-1-1,0 1,0 0,-2-1,0 1,-1 0,0 0,-1 0,-4-8,5 16,1 1,-2 0,1 0,0 0,-1 0,0 0,-1 1,1 0,-1 0,0 0,0 0,-1 1,1 0,-1 0,0 1,0-1,0 1,0 0,-1 1,1 0,-1 0,-1 0,-2 0,1 1,-1 1,1-1,0 2,-1-1,1 1,-1 1,1 0,0 0,0 1,0 0,0 0,1 1,-1 0,1 1,0 0,0 0,0 1,1 0,0 0,-5 6,-1 1,1 1,0 0,1 1,0 1,1-1,1 2,1-1,0 1,1 1,-2 11,4-10,1 1,1-1,1 1,1 0,0 0,2-1,0 1,1 0,1-1,1 1,1-1,0 0,2-1,0 1,1-1,7 11,12 17,1-1,3-2,1-1,2-1,25 21,-44-46,16 15,-1 1,-2 2,-1 1,10 19,-18-19</inkml:trace>
  <inkml:trace contextRef="#ctx0" brushRef="#br0" timeOffset="1079.789">1311 1737,'0'0,"1"0,-1 0,0 0,0-1,0 1,0 0,0 0,1 0,-1 0,0 0,0 0,0 0,0 0,1 0,-1 0,0 0,0 0,0 0,1 0,-1 0,0 0,0 0,0 0,0 0,1 0,-1 0,0 0,0 0,5-23,-5 19,0 0,-1 0,1 0,-1 0,0 0,0 0,0 1,-1-1,0 0,1 1,-1-1,0 1,-1 0,1-1,-1 1,1 0,-1 1,0-1,0 0,0 1,0-1,-1 1,1 0,-1 0,0 0,-3-2,-1 1,0 0,0 0,0 0,0 1,0 0,0 1,-1-1,1 2,-1-1,-4 1,3 2,-1 0,1 1,1 0,-1 0,0 1,1 0,0 1,0 0,0 1,0 0,1 0,0 0,0 1,1 1,0-1,0 1,1 0,0 1,0-1,1 1,0 0,1 1,0-1,-3 9,4-10,0 0,0 1,1 0,-1-1,2 1,0 0,0 0,0 0,1 0,1 0,-1 0,1 0,1 0,0 0,0 0,1-1,0 1,0-1,1 0,0 0,0 0,1 0,0-1,1 0,-1 0,1 0,1-1,3 3,5 0,1-1,0 0,0-1,1-1,0-1,0 0,0-1,0-1,1-1,0 0,-1-2,1 0,0 0,-1-2,1 0,7-3,-2 1,-1-1,0-1,0-1,0-1,-1 0,0-2,17-11,-12 5</inkml:trace>
  <inkml:trace contextRef="#ctx0" brushRef="#br0" timeOffset="3780.106">1134 139,'-25'361,"29"-285,-4-74,1 0,-1 0,1 0,0 0,0 0,-1 0,1 0,1 0,-1-1,0 1,0 0,1-1,-1 1,1-1,-1 1,1-1,0 0,-1 0,1 0,0 0,0 0,0 0,0 0,0 0,0-1,0 1,0-1,0 0,0 1,0-1,0 0,0 0,0 0,1-1,10-2,-1 0,0-1,0-1,-1 0,0-1,1 0,-2 0,1-1,-1-1,0 1,-1-2,9-8,-8 8,0 0,0 0,-1-1,0 0,-1 0,0-1,-1 0,0-1,-1 0,0 0,-1 0,0-1,-1 1,0-1,-1 0,-1 0,0-1,0 1,-2 0,1-1,-2 1,0-1,0 1,-3-7,-15-44,28 100,-1 1,-2 1,-2-1,0 14,-3-38,6 207,-7-180</inkml:trace>
  <inkml:trace contextRef="#ctx0" brushRef="#br0" timeOffset="6478.847">1625 152,'-5'14,"-1"14,0 11,-1 7,0 4,2 3,2-1,1-4,1-6,0-5,1-11,1-11</inkml:trace>
  <inkml:trace contextRef="#ctx0" brushRef="#br0" timeOffset="6735.693">1638 234,'8'16,"8"13,9 6,7 1,8 0,3-5,0-2,-6-6,-6-5,-9-6</inkml:trace>
  <inkml:trace contextRef="#ctx0" brushRef="#br0" timeOffset="6981.413">1912 84,'-2'21,"-2"16,1 11,1 7,2 3,3-1,1-3,4-5,2-7,-1-11</inkml:trace>
  <inkml:trace contextRef="#ctx0" brushRef="#br0" timeOffset="7230.745">2198 152,'-2'21,"-1"14,0 10,0 5,2 0,0-1,0-4,3-8,6-7,6-9,0-9</inkml:trace>
  <inkml:trace contextRef="#ctx0" brushRef="#br0" timeOffset="7402.362">2526 207,'-9'21,"-3"16,0 9,0 3,2 1,3-4,3-7,1-8,2-10</inkml:trace>
  <inkml:trace contextRef="#ctx0" brushRef="#br0" timeOffset="7663.353">2267 30,'9'-5,"18"-1,19 0,21 1,18 1,13 2,8 1,-14 0</inkml:trace>
  <inkml:trace contextRef="#ctx0" brushRef="#br0" timeOffset="8182.014">3018 985,'18'10,"16"2,12 0,6-3,4-2,3-3,-6-1,-8 0,-13 0</inkml:trace>
  <inkml:trace contextRef="#ctx0" brushRef="#br0" timeOffset="8433.684">3059 1367,'14'7,"16"3,17-4,16-4,15-7,7-8,4-6,-14 0</inkml:trace>
</inkml:ink>
</file>

<file path=ppt/ink/ink8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19T14:25:35.044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1 11,'23'0,"22"0,14 0,12-3,5 0,1 0,-5 1,-11 3,-15 3,-16 1</inkml:trace>
</inkml:ink>
</file>

<file path=ppt/ink/ink8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19T14:25:35.297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0 3,'21'7,"19"2,16 0,12-2,12-4,7-5,4-5,0-3,-6 0,-18 1</inkml:trace>
</inkml:ink>
</file>

<file path=ppt/ink/ink8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19T14:25:36.014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55 41,'-4'-4,"-7"-5,-8-4,-1-1</inkml:trace>
</inkml:ink>
</file>

<file path=ppt/ink/ink8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19T14:25:37.009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416 0,'-13'6,"1"0,-1 0,1 1,1 0,-1 1,1 1,0-1,1 2,0 0,-6 7,15-15,-27 27,2 1,1 1,1 2,2 0,1 1,2 2,1 0,2 0,2 2,-6 23,12-33,2-1,1 1,1 1,2-1,0 0,2 1,1-1,2 0,0 1,2-1,1-1,1 1,2-1,0 0,6 9,12 12,2-1,2-1,2-2,1-1,13 10,1 1,-4 2,27 44,-61-86,-1 1,-1 0,0 1,-1 0,-1 0,0 1,-1 0,-1 0,0 0,-2 0,0 0,-1 1,0-1,-2 1,0-1,-1 1,-3 11,-1-9,-2 0,0 0,-1-1,-2-1,1 1,-2-2,0 1,-2-2,1 0,-2 0,0-2,-13 11,-2-2,-1 0,0-3,-2 0,0-2,-1-2,-27 10,-22 0,70-24,24-6,12-2,0 1,1 1,0 1,-1 1,1 2,0 0,0 1,0 1,-1 2,11 2,-21-2,0 1,-1 0,0 1,0 0,0 0,-1 2,0-1,-1 1,1 1,-1 0,-1 1,0-1,0 2,-1-1,0 1,-1 1,0-1,-1 1,-1 0,1 1,2 11,1 7,-2 0,0 1,-3-1,0 1,-2 0,-1 1,-2-1,-3 17,-6 32,-4 1,-19 58,-28 84,17-73,7 2,6 1,4 27,23-146,2 0,1 1,2-1,1 1,2-1,1 0,2 0,1 0,2-1,1 0,2-1,2-1,0 0,2 0,11 12,-14-23,2-1,0 0,1-1,2-1,-1-1,2 0,17 10,-8-11</inkml:trace>
</inkml:ink>
</file>

<file path=ppt/ink/ink8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19T14:25:35.576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0 470,'25'-61,"-2"-1,-4-1,3-19,21-119,-43 201,0 0,0 0,0 0,0 0,1 0,-1 1,0-1,0 0,0 0,0 0,0 0,1 0,-1 0,0 0,0 0,0 1,0-1,1 0,-1 0,0 0,0 0,0 0,0 0,1 0,-1 0,0 0,0 0,0 0,0 0,1 0,-1 0,0 0,0-1,0 1,0 0,1 0,-1 0,0 0,0 0,0 0,0 0,0 0,1 0,-1-1,0 1,0 0,0 0,0 0,0 0,5 21,-5-20,12 121,-4 1,-8 64,0-134,0-29,2-8,-1 1,-1-1,0 0,-1 0,-1 0,0 0,-1 0,-1 0,-1 0,0-1,-1 0,0 0,-1-1,-1 1,-2 0,-6 1</inkml:trace>
  <inkml:trace contextRef="#ctx0" brushRef="#br0" timeOffset="170.542">27 744,'11'2,"12"1,13 0,11 0,13-4,12-3,7-4,5-3,-12 1</inkml:trace>
</inkml:ink>
</file>

<file path=ppt/ink/ink8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19T14:25:29.245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576 533,'-22'5,"-1"0,1 1,1 1,-1 2,1 0,0 1,1 1,0 0,1 2,-3 3,-7 5,2 0,1 2,1 1,1 1,1 1,1 1,1 1,2 0,0 2,2 0,2 1,1 1,1 0,2 1,1 0,1 1,2 0,2 0,-2 34,7-55,1 0,0 0,1 0,0 0,1-1,0 1,1-1,0 0,5 8,-8-16,2 0,-1 1,0-1,1-1,0 1,0 0,0-1,0 1,1-1,-1 0,1 0,0 0,0-1,0 0,0 1,0-1,0 0,1-1,-1 1,1-1,-1 0,1 0,0 0,-1-1,1 0,0 0,4 0,6-5,1 0,-1-1,-1 0,1-1,-1-1,0 0,-1-1,0-1,-1 0,0-1,0 0,-1 0,0-2,-1 1,-1-1,2-4,33-39,-2-3,-3-1,-3-2,-2-1,-4-2,-2-1,12-44,-34 93,-1 0,0-1,-1 1,-1-1,-1 0,0 0,-1 1,-1-1,-1 0,-1 0,0 0,-2-5,3 19,-1-1,1 1,-1-1,0 1,-1 0,1 0,0 0,-1 0,0 1,0-1,0 1,-1-1,1 1,-1 0,0 1,1-1,-1 0,-1 1,1 0,0 0,0 0,-1 1,1-1,-1 1,1 0,-1 1,0-1,1 1,-1 0,0 0,-2 0,-8 3,0 0,0 1,1 1,-1 0,1 1,0 1,1 0,0 1,0 0,0 1,1 1,1 0,0 0,0 1,1 0,0 1,1 0,0 1,1 0,0 0,1 1,1 0,0 0,1 0,1 1,-1 2,3-3,1 0,0 0,1 0,0 0,1 0,1 0,0-1,0 1,2 0,0-1,0 0,1 0,1 0,0-1,1 1,3 3,17 24,2 0,2-3,1 0,3-1,6 7,14 14,-2 2,27 42,-67-81,0 0,-1 0,-1 1,-1 1,-1 0,0 0,-2 0,-1 1,-1 1,3 21,-7-4,-4-10</inkml:trace>
  <inkml:trace contextRef="#ctx0" brushRef="#br0" timeOffset="2879.357">1095 1694,'-6'356,"-1"-326,6-276,0 209,8-87,-6 119,0 0,0 0,1 0,0 0,0 0,0 1,1-1,-1 0,1 1,0 0,0 0,1 0,-1 0,1 0,0 1,0-1,0 1,1 0,-1 0,1 1,2-2,5 0,0 1,0-1,0 2,0 0,1 1,-1 0,1 0,-1 2,1-1,-1 2,0-1,1 2,-1 0,0 0,-1 1,1 0,0 1,9 6,-17-9,0 1,-1-1,1 1,-1 0,1 0,-1 0,0 1,0-1,0 1,-1-1,1 1,-1 0,0 0,0 0,0 0,-1 1,1-1,-1 0,0 1,0-1,-1 1,1-1,-1 1,0-1,0 1,-1-1,1 1,-1-1,0 1,0-1,0 0,-1 1,0-1,0 0,-2 3,-3 5,-2 0,0-1,0 0,-1-1,0 0,-1-1,0 0,0 0,-1-1,0-1,-1 0,1 0,-8 1,19-7,-2 0,1 1,-1-1,0 0,0 0,0 0,0 0,0-1,0 1,0-1,0 1,0-1,0 0,0-1,0 1,-1 0,0-1,18-13,-6 10,1 0,-1 1,1 0,-1 1,1-1,0 2,0-1,0 1,0 1,0 0,0 0,0 0,0 1,0 1,0 0,0 0,0 0,-1 1,1 0,-1 1,0 0,0 1,0-1,0 1,-1 1,0-1,0 1,-1 1,1-1,-1 1,-1 0,1 1,-1-1,-1 1,1 0,-1 0,0 2,-2-4,0 1,-1 0,0 0,0 0,0 0,-1 0,0 1,0-1,-1 0,0 0,0 0,-1 0,0 0,0-1,0 1,-1-1,0 1,0-1,-1 0,0 0,0 0,0 0,-1-1,0 0,0 0,0 0,-1 0,1-1,-1 0,-4 2,1 0,0 0,-1-1,1-1,-1 1,0-1,0-1,0 0,-1 0,1-1,-1-1,0 1,1-2,-1 1,0-2,1 1,-1-1,0-1,1 0,0-1,-4-1,13 4,-1 0,1 0,0-1,0 1,0-1,0 1,0-1,0 1,0-1,0 1,1-1,-1 0,0 1,0-1,0 0,1 0,-1 0,0 0,1 0,-1 0,0 0,1 0,0 0,-1 0,1 0,0 0,-1 0,1 0,0 0,0 0,0 0,0 0,0 0,0-1,0 1,0 0,0 0,1 0,-1-1,6-12</inkml:trace>
  <inkml:trace contextRef="#ctx0" brushRef="#br0" timeOffset="3779.245">972 192,'19'0,"0"0,0 2,0 1,0 0,-1 1,1 1,6 3,-19-6,-1 0,1 1,-1-1,0 1,1 0,-1 1,-1-1,1 1,0 0,-1 0,0 0,0 1,0-1,-1 1,1 0,-1 0,0 0,0 1,-1-1,0 1,0 0,0-1,-1 1,1 0,-1 1,-1 2,0 1,-1 0,0 0,0 0,-1-1,0 1,-1-1,0 0,-1 1,0-1,0-1,-1 1,0-1,-2 4,-90 105,76-97,16-16,-1 1,0 1,1-1,0 1,1 0,-1 0,1 0,0 0,0 1,0 2,4-8,0 0,0 0,0 0,0 0,0 0,0 0,0 0,0 0,0 0,1 0,-1 0,0 0,1 0,-1 0,1 0,-1 0,1 0,0 0,-1-1,1 1,0 0,-1 0,1-1,0 1,0-1,0 1,0 0,-1-1,1 0,0 1,0-1,0 1,0-1,0 0,0 0,0 0,1 1,43 5,-40-5,22 0,0 0,0-2,0-1,0-1,-1-1,1-2,-1-1,0 0,4-4,-2-3,-8 2</inkml:trace>
  <inkml:trace contextRef="#ctx0" brushRef="#br0" timeOffset="4028.594">972 437,'11'0,"12"3,12 0,11-1,6 1,3-2,1 0,-4-2,-10-2</inkml:trace>
  <inkml:trace contextRef="#ctx0" brushRef="#br0" timeOffset="4302.956">1450 301,'-25'300,"24"-296,0-1,1 0,-1 1,1 0,0-1,0 1,1-1,-1 1,1-1,-1 0,1 1,0-1,0 1,1-1,-1 0,1 0,-1 0,1 0,0 0,0 0,0 0,1-1,-1 1,1-1,-1 1,1-1,0 0,0 0,2 1,7-1,0 0,0 0,0-1,0-1,0 0,0 0,1-1,-1-1,0 0,-1-1,1 0,0-1,-1 0,0-1,0 0,0-1,-1 0,1 0,-2-1,1-1,-1 0,1 0,11-16,-6 2</inkml:trace>
  <inkml:trace contextRef="#ctx0" brushRef="#br0" timeOffset="4550.296">1327 479,'16'-3,"13"-2,10-4,10-2,7-1,0-1,-5-2,-6 4,-11-1,-11 4</inkml:trace>
  <inkml:trace contextRef="#ctx0" brushRef="#br0" timeOffset="4799.338">1450 205,'14'0,"16"0,15 0,13-2,9-1,4 0,0 0,-13 2</inkml:trace>
  <inkml:trace contextRef="#ctx0" brushRef="#br0" timeOffset="5115.492">2078 287,'-13'2,"0"1,0 1,0 1,0 0,0 0,1 1,0 1,1 0,-1 0,1 1,1 1,-1 0,1 0,1 1,0 0,0 1,1 0,1 0,0 1,0 0,1 0,1 1,0 0,3-9,1 0,1 0,-1 0,1 0,-1 0,1 1,0-1,1 0,-1 0,1 0,0 0,0 1,0-1,0 0,1-1,0 1,-1 0,1 0,1-1,-1 1,1-1,-1 0,1 1,0-1,0 0,0-1,0 1,1-1,-1 1,1-1,0 0,-1 0,2 0,11 2,-1 0,1-1,-1 0,1-2,0 0,0 0,0-2,0 0,0 0,-1-2,1 0,-1-1,1 0,-1-1,0-1,-1-1,0 0,0 0,0-1,0-2,-6 6,0-1,-1 0,1 0,-1-1,0 0,0 0,-1-1,0 1,0-1,0-1,-1 1,0-1,-1 0,0 0,0-1,-1 1,0-1,0 0,-1 1,0-1,0 0,-1-1,0-2,-1 11,0 0,0 0,0 0,1 0,-1 1,0-1,0 0,0 0,-1 0,1 0,0 1,0-1,0 0,0 0,-1 0,1 1,-1-1,1 0,0 0,-1 1,1-1,-1 0,1 1,-1-1,0 0,1 1,-1-1,0 1,1-1,-1 1,0-1,1 1,-1 0,0-1,0 1,0 0,0 0,1-1,-1 1,0 0,0 0,0 0,0 0,1 0,-1 0,0 0,0 1,0-1,0 0,1 0,-1 1,0-1,0 0,1 1,-1-1,0 1,0-1,1 1,-1-1,0 1,1-1,-1 1,1 0,-4 9,1 1,0 0,1 0,0 0,1 0,0 0,1 0,0 1,0-1,2 0,0 2,-2-7,1 1,0-1,0 1,1-1,0 0,0 0,0 1,1-1,0-1,0 1,0 0,1-1,0 1,0-1,0 0,1-1,0 1,0-1,0 0,0 0,12 4</inkml:trace>
  <inkml:trace contextRef="#ctx0" brushRef="#br0" timeOffset="5301.175">2337 1,'-9'2,"-1"3,8 6,12 3,11 1,1-2</inkml:trace>
</inkml:ink>
</file>

<file path=ppt/ink/ink8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19T14:25:50.893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0 1219,'48'-273,"-40"41,-5 239,0 0,0 0,1-1,0 1,0-1,0 0,1-1,0 1,0-1,0 0,1 0,0 0,0-1,0 0,0 0,1 0,-1-1,1 0,0 0,1-1,36 17,-34-16,0-1,-1 2,1-1,-1 1,0 0,0 1,0 0,-1 1,1 0,-1 0,-1 1,1 0,-1 0,0 0,-1 1,0 0,0 1,-1-1,0 1,0 0,-1 0,3 9,-11 79,0-66,5-29,-1 0,1 0,0 0,0 0,0 0,0 0,0 0,0 0,0 0,1-1,-1 1,1 0,-1-1,1 1,-1-1,1 0,0 1,0-1,0 0,0 0,0 0,0 0,0-1,0 1,0 0,0-1,1 0,-1 1,0-1,0 0,0 0,1 0,-1 0,0-1,0 1,0-1,0 1,1-1,-1 0,0 0,0 0,1 0,14-2,0 1,-1-2,0 0,1-1,-1-1,-1 0,1-1,-1-1,-1-1,1 0,-1 0,-1-2,0 1,0-2,-1 0,-1 0,0-1,9-13,-17 19,0 0,0 0,-1 0,0 0,0 0,-1-1,0 1,0-1,0 1,-1-4,0 9,0-1,0 1,0 0,0 0,-1 0,1 0,-1 0,1 0,-1 0,0 0,0 0,1 0,-1 0,-1 1,1-1,0 0,0 1,-1-1,1 1,-1-1,1 1,-1-1,0 1,1 0,-1 0,0 0,0 0,0 0,0 1,0-1,0 0,0 1,0-1,0 1,0 0,0 0,0 0,-2 0,0 0,1 1,0 0,-1-1,1 1,0 1,0-1,0 0,0 1,0-1,0 1,0 0,0 0,0 0,1 1,-1-1,1 1,0-1,0 1,0 0,0 0,0 0,1 0,-1 0,1 0,-1 0,1 0,0 2,-2 4,0 0,1 1,0 0,1-1,0 1,0 0,1 0,0-1,1 3,1-3,1 0,0 1,1-1,0 0,0-1,1 1,0-1,0 0,1 0,0 0,0-1,1 0,0 0,1-1,-1 0,1 0,0-1,0 0,1 0,0-1,0 0,0 0,0-1,0-1,1 1,-1-1,1-1,0 0,-1 0,1-1,0 0,3-1,37 0</inkml:trace>
  <inkml:trace contextRef="#ctx0" brushRef="#br0" timeOffset="1013.92">1243 741,'-21'-1,"1"1,-1 2,0 0,1 1,-1 1,1 1,0 0,0 2,1 0,-9 6,25-13,1 1,0 0,0 0,-1 0,1 0,0 0,0 0,0 0,0 1,0-1,1 1,-1 0,0 0,1-1,-1 1,1 0,0 0,-1 0,1 0,0 1,0-1,0 0,1 0,-1 1,0-1,1 0,0 1,-1-1,1 1,0-1,0 0,1 1,-1-1,0 1,1-1,-1 0,1 1,0-1,0 0,0 0,0 0,0 1,0-1,1 0,-1 0,1 0,12 10,0 0,1-1,1 0,0-1,0-1,1-1,0 0,12 3,-4 0,3 1,-9-5,0 2,0 0,-1 1,0 1,0 0,12 12,-29-23,0 1,0 0,0 0,0 0,0 1,0-1,0 0,0 0,0 1,0-1,-1 0,1 1,0-1,-1 0,1 1,-1-1,0 1,1-1,-1 1,0-1,0 1,0 0,0-1,0 1,0-1,-1 1,1-1,-1 1,1-1,-1 0,1 1,-1-1,1 1,-1-1,0 0,0 0,0 1,0-1,0 0,0 0,0 0,0 0,-1 0,1 0,0 0,0-1,-1 1,1 0,-1-1,1 1,-1-1,1 1,-2-1,-4 3,0 0,0 0,0-1,-1 0,1-1,-1 0,1 0,-1 0,1-1,-1 0,1-1,-1 1,1-1,-1-1,1 0,-1 0,1 0,0-1,0 0,0 0,-3-3,9 6,0-1,0 0,0 0,0 1,0-1,0 0,1 0,-1 0,0 0,1 1,-1-1,0 0,1 0,-1-1,1 1,0 0,-1 0,1 0,0 0,0 0,-1 0,1 0,0-1,0 1,0 0,1 0,-1 0,0 0,0 0,0-1,1 1,-1 0,1 0,-1 0,1 0,-1 0,1 0,0 0,-1 0,1 1,0-1,0 0,0 0,-1 0,1 1,1-1,49-27,59-8,-83 29,-1 0,0-2,-1-1,0-1,0-1,-1-1,0-1,-2-1,15-12,-13-4,-24 30,0 1,1-1,-1 0,0 1,1-1,-1 0,0 0,0 1,0-1,0 0,0 1,0-1,0 0,0 0,0 1,0-1,0 0,0 0,0 1,0-1,-1 0,1 1,0-1,-1 0,1 1,0-1,-1 0,1 1,-1-1,1 1,-1-1,1 1,-1-1,1 1,-1-1,0 1,1 0,-1-1,0 1,1 0,-1-1,0 1,1 0,-1 0,0 0,0 0,0 0,-4 0,1 0,-1 0,0 1,0 0,1 0,-1 0,1 1,-1 0,1 0,0 0,-1 0,1 0,0 1,1 0,-1 0,0 0,1 0,-1 1,1-1,0 1,0 0,1 0,-1 0,1 0,0 0,0 1,0-1,1 1,-1-1,1 1,0-1,0 1,1 0,-1 2,1 0,0 1,0-1,1 0,0 1,0-1,0 0,1 0,0 1,1-1,-1-1,2 1,-1 0,0-1,1 0,1 1,-1-1,1-1,0 1,0-1,0 0,1 0,0 0,0-1,0 0,0 0,1-1,3 3,1 0,1-1,-1 0,1-1,-1 0,1-1,0 0,0-1,1 0,-1-1,0-1,1 0,-1 0,0-1,6-2,-7 0,0 0,0-1,-1 0,1-1,-1 0,0-1,0 0,-1 0,1-1,-1-1,-1 1,0-1,0-1,0 0,-1 0,0 0,-1-1,5-10,5-11,-2-1,-1-1,-2-1,-1 1,3-24,25-153,7-164,-41 330,4-89,-8 132,1 1,-1-1,0 0,1 1,-1-1,0 1,0-1,0 0,1 1,-1-1,0 0,0 1,0-1,0 0,0 1,0-1,0 1,0-1,-1 0,1 1,0-1,0 0,0 1,-1-1,1 1,0-1,-1 1,1-1,0 0,-1 1,1-1,-1 1,1 0,-1-1,1 1,-1-1,1 1,-1 0,1-1,-1 1,0 0,1 0,-1-1,1 1,-1 0,0 0,1 0,-1 0,0 0,1 0,-1 0,0 0,1 0,-1 0,0 0,1 0,-1 1,1-1,-1 0,-24 34,6 14,2 0,2 1,3 0,1 1,3 0,2 1,2 0,2 6,0-16,1 1,2-1,2 0,2 1,1-1,3-1,1 0,1 0,3-1,1 0,2-1,20 33,-32-62,1-1,-1 0,1 0,1 0,-1-1,1 0,1 0,-1 0,1-1,0-1,1 1,7 3,-15-9,0 1,0-1,0 1,0-1,0 1,0-1,0 1,0-1,0 0,0 0,0 0,0 0,0 0,1 0,-1 0,0 0,0 0,0 0,0 0,0-1,0 1,0 0,0-1,0 1,0-1,0 1,0-1,0 0,0 1,0-1,0 0,-1 0,1 0,0 1,-1-1,1 0,0 0,-1 0,1 0,-1 0,1 0,-1 0,0 0,1-1,-4-51,-8 26,-1 0,-1 1,-1 0,-2 1,-1 1,0 0,-2 1,-14-13,-41-41,-4 3,-2 4,-3 3,-78-46,130 90,30 22,1 1,-1 0,0 0,1-1,-1 1,1 0,-1 0,1-1,-1 1,1-1,-1 1,1 0,0-1,-1 1,1-1,0 1,-1-1,1 1,0-1,-1 1,1-1,0 0,0 1,0-1,0 1,0-1,-1 0,1 1,0-1,0 1,0-1,1 0,-1 1,0-1,0 1,0-1,0 1,1-1,-1 0,0 1,0-1,1 1,-1-1,0 1,1-1,-1 1,0-1,1 1,-1 0,1-1,-1 1,1 0,-1-1,1 1,-1 0,1-1,0 1,-1 0,1 0,-1 0,1 0,-1 0,1-1,0 1,-1 0,1 0,-1 0,1 1,0-1,124-11,436 10,-410 2</inkml:trace>
</inkml:ink>
</file>

<file path=ppt/ink/ink8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19T14:25:49.094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1 271,'4'2,"9"1,9 0,11-1,10 0,15-1,11 0,8-1,5 0,-3 0,-5 0,-8 2,-13 3,-16 4,-14-1</inkml:trace>
  <inkml:trace contextRef="#ctx0" brushRef="#br0" timeOffset="286.232">42 462,'16'0,"15"0,16-2,14-1,12-3,9-1,4-1,-2-1,-3 2,-6-2,-8 2,-12 2,-12 1,-14 0,-12 0</inkml:trace>
  <inkml:trace contextRef="#ctx0" brushRef="#br0" timeOffset="660.23">752 12,'-134'-9,"134"8,0 1,-1 0,0 0,1-1,-1 1,1 0,-1 0,1 0,-1 0,1 0,-1 0,1 0,-1 0,0 0,1 0,-1 0,1 0,-1 1,1-1,-1 0,1 0,-1 1,1-1,-1 0,1 0,-1 1,1-1,0 1,-1-1,1 0,-1 1,1-1,0 1,0-1,-1 1,1-1,0 1,0-1,-1 1,1-1,0 1,0-1,0 1,0-1,0 1,0-1,0 1,0 0,0-1,0 1,0-1,0 1,0-1,0 1,1-1,-1 1,0-1,0 1,32 21,3-10,2-2,-1-1,1-2,31 1,-14 0,-6-1,-12-4,-1 1,0 2,-1 2,1 1,-2 2,1 1,-1 2,20 11,-49-22,1-1,-1 1,0 0,0 1,0-1,0 1,-1-1,0 1,1 0,-1 0,-1 0,1 1,0-1,-1 1,0 0,0-1,-1 1,1 0,-1 0,0 0,0 0,-1 0,0 0,1 0,-2 1,1-1,0 0,-1 0,0 0,-1 0,1 0,-1 0,1-1,-2 2,-11 16,-1 0,-1-1,0 0,-2-1,0-1,-2-1,0-1,-1 0,-15 8,29-20,-239 179,196-136,51-37,9-7</inkml:trace>
</inkml:ink>
</file>

<file path=ppt/ink/ink8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19T14:25:52.681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0 898,'45'-51,"-2"-2,-2-1,-3-3,-2-1,21-49,-32 50,-3-2,-2-1,-3 0,-2-1,5-52,-22 25,1 87,1 0,-1 0,0-1,0 1,1 0,-1 0,0 0,0 0,0 0,0 0,0 0,0 0,0 0,-1 1,1-1,0 0,0 1,-1-1,1 1,0-1,0 1,-1 0,1-1,-1 1,1 0,0 0,-1 0,1 0,-1 0,1 0,0 1,-1-1,1 0,0 1,-1-1,1 1,0-1,0 1,-1 0,1-1,0 1,0 0,0 0,0 0,0 0,0 0,0 0,0 0,1 0,-1 0,0 1,0-1,1 0,-1 0,1 1,-15 18,1 0,1 1,1 1,1 0,1 1,1 0,1 0,1 1,1 0,-1 10,0-1,1 0,2 1,1 0,2-1,1 1,2 0,4 25,-3-43,0-1,1 0,0 0,1-1,1 1,0-1,1 0,1-1,0 1,1-2,0 1,1-1,0-1,1 0,0 0,1-1,0 0,1-1,4 1,0-1,0 0,1-1,0-1,1-1,0 0,0-2,0 0,0-1,1-1,-1 0,16-2,-21-1,0 1,0-2,-1 0,1 0,-1-1,1-1,-1-1,0 1,-1-2,1 0,-1 0,0-2,-1 1,1-1,-1-1,-1 0,0 0,3-5,-8 8,0-1,0 0,0-1,-1 1,0-1,-1 0,0 0,0 0,0 0,-1 0,-1-1,0 6,0 0,-1 0,0 0,0 0,0 0,0 0,0 0,-1 0,1 0,-1 0,0 0,0 0,0 0,0 0,-1 1,1-1,-1 0,1 1,-1-1,0 1,0 0,0-1,0 1,-1 0,1 0,0 1,-1-1,0 0,1 1,-1-1,-1 0,-5-1,-1 0,1 0,0 1,-1 1,1-1,-1 1,1 1,-1 0,1 0,-1 1,1 0,-1 0,1 1,-1 1,1-1,0 1,0 1,0 0,1 0,0 1,-1 0,1 0,1 1,-1 0,1 1,0-1,1 1,0 1,0-1,-1 2,6-7,0 1,-1 0,1-1,0 1,1 0,-1-1,0 1,1 0,-1 0,1 0,0 0,0 0,0-1,1 1,-1 0,1 0,-1 0,1 0,0-1,0 1,0 0,0-1,1 1,-1-1,1 1,-1-1,1 0,0 0,0 1,0-1,0-1,0 1,1 0,0 0,4 3,0-1,0 0,1 0,-1-1,1 0,0 0,0-1,0 0,0 0,0-1,5 0,-3 0,0-1,-1 0,1 0,0-1,-1 0,1-1,-1 0,1-1,-1 0,0 0,0-1,0 0,-1-1,1 0,-1 0,0-1,0 0,-1 0,0-1,0 1,-1-2,5-5,-11 12,1 0,0 0,0 0,-1-1,1 1,-1-1,1 1,-1 0,0-1,1 1,-1-1,0 1,0 0,0-1,0 1,0-1,0 1,-1-1,1 1,0-1,-1 1,1 0,-1-1,1 1,-1 0,0 0,0-1,1 1,-1 0,0 0,0 0,0 0,0 0,0 0,-1 0,1 0,0 0,0 1,-1-1,1 0,0 1,-1-1,1 1,0 0,-1-1,1 1,-1 0,1 0,-1 0,1 0,0 0,-1 0,1 0,-1 0,1 1,-1-1,1 0,0 1,-1-1,1 1,0 0,-1-1,1 1,0 0,0 0,0 0,0 0,0 0,0 0,-2 1,2 0,-1-1,0 1,0 0,1 0,-1 0,1 1,-1-1,1 0,0 0,0 1,0-1,0 1,0-1,1 1,-1-1,1 1,0 0,-1-1,1 1,0-1,1 1,-1 0,0-1,1 1,-1-1,1 1,0-1,0 1,0-1,0 0,0 1,1-1,-1 0,1 0,-1 0,1 0,0 0,0 0,0-1,0 1,0 0,0-1,0 0,1 1,-1-1,0 0,1 0,-1 0,2 0,118 36,-51-25</inkml:trace>
</inkml:ink>
</file>

<file path=ppt/ink/ink8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19T14:25:54.825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315 1102,'-11'-4,"-1"1,0 0,-1 0,1 2,0-1,-1 2,1-1,0 2,-1 0,1 0,0 1,-1 1,1 0,1 0,-1 1,0 1,1 0,0 0,0 1,1 1,-1 0,1 0,-1 3,8-8,0 0,1 1,-1-1,1 1,-1-1,1 1,0 0,0 0,1 0,-1 0,1 0,-1 0,1 1,0-1,0 0,0 1,1-1,-1 0,1 1,0-1,0 1,0-1,0 1,1-1,-1 1,1-1,0 0,0 1,0-1,0 0,1 0,-1 1,1-1,0-1,0 1,0 0,2 2,5 1,0 0,0-1,1 0,-1 0,1-1,0 0,0-1,1 0,-1-1,1 0,-1-1,1 0,-1 0,1-1,0 0,-1-1,3-1,1 1,0-2,0 1,0-2,0 0,0 0,-1-2,0 1,0-2,0 0,-1 0,3-3,-9 5,0 1,0-1,-1 0,0 0,0 0,0-1,-1 0,1 1,-1-2,-1 1,1 0,-1-1,-1 0,1 0,-1 0,0 0,0 0,-1 0,0 0,0 0,-1-1,0-6,0 13,0-1,0 1,0-1,0 1,0-1,0 1,0-1,0 0,-1 1,1-1,-1 1,1-1,-1 1,0 0,1-1,-1 1,0-1,0 1,0 0,0 0,0 0,0 0,0-1,-1 1,1 1,0-1,0 0,-1 0,1 0,-1 1,1-1,-1 1,1-1,-1 1,1-1,-1 1,1 0,-1 0,1 0,-1 0,0 0,1 0,-1 0,1 1,-1-1,1 0,-1 1,0 0,-4 3,1 1,0 0,0 0,1 1,-1-1,1 1,0 0,1 0,-1 0,1 1,1-1,-1 1,1-1,0 1,1 0,-1 0,1 0,1 0,-1 0,1 0,0 0,1 0,0 0,0 0,1 0,1 6,0-6,0-1,1 0,-1 0,1 0,1-1,-1 1,1-1,0 0,0 0,0-1,1 0,-1 0,1 0,0 0,0-1,1 0,-1 0,1-1,2 1,6 2,0-1,0-1,-1 0,2-2,-1 1,0-2,0 0,8-1,-13 0,0 0,0-1,0 0,-1-1,1 0,-1-1,1 1,-1-2,-1 1,1-1,-1-1,1 0,-2 0,1 0,-1-1,0 0,0 0,0-1,-1 0,-1 0,1-1,-1 1,-1-1,0 0,0-1,0 1,-2-1,1 1,-1-1,0 0,-1 0,0-9,-9-20,8 39,0-1,0 0,0 1,-1-1,1 1,0-1,0 0,-1 1,1-1,0 1,-1-1,1 1,-1-1,1 1,-1 0,1-1,-1 1,1-1,-1 1,1 0,-1 0,1-1,-1 1,1 0,-1 0,0-1,1 1,-1 0,0 0,1 0,-1 0,1 0,-1 0,0 0,1 0,-1 0,0 0,1 1,-1-1,1 0,-1 0,1 1,-1-1,0 0,1 1,-1-1,1 0,-1 1,1-1,-1 1,1-1,0 1,-1-1,1 1,0-1,-1 1,1-1,0 1,-3 3,0 0,0 1,1-1,0 0,0 1,0 0,0-1,1 1,0 0,0 0,0 0,0 0,1 0,0 0,0 0,0 0,1 0,0 0,0 0,0 0,0-1,1 1,0 0,0-1,0 1,0-1,1 0,0 1,0-1,0 0,0-1,0 1,1-1,1 2,2 0,0-1,1 0,-1-1,1 0,-1 0,1 0,0-1,0 0,0-1,0 0,0 0,1 0,-1-1,0-1,0 1,0-1,1-1,-1 1,0-1,-1-1,1 0,0 0,-1 0,1-1,1-1,8-5,0-1,0 0,-1-2,-1 1,0-2,-1 0,-1-1,0 0,11-17,-2-5,-45 96,22-53,0 0,1 0,-1 0,1-1,1 1,-1 0,1 0,0 0,0 0,1-1,-1 1,1-1,1 1,-1-1,1 0,0 1,0-1,0-1,1 1,0 0,0-1,0 0,0 0,1 0,-1-1,1 1,0-1,0 0,0 0,1-1,-1 0,1 0,-1 0,1 0,0-1,0 0,-1 0,1-1,3 1,1-1,1 0,-1 0,0-1,0-1,0 1,-1-2,1 1,0-1,-1-1,1 0,-1 0,0-1,-1 0,1 0,-1-1,0 0,0 0,0-2,9-9,0-2,-2 0,0 0,-1-1,-1-1,9-19,-21 41,0-1,-1 0,1 1,0-1,0 1,0-1,-1 1,1 0,0-1,-1 1,1 0,-1-1,1 1,0 0,-1 0,0 0,1-1,-1 1,1 0,-1 0,0 0,0 0,1 0,-1 0,0 0,0 0,0 0,0 0,0 0,0-1,0 1,-1 0,1 0,0 0,0 0,-1 0,1 0,-1 0,4 20,0-13,1 1,-1-1,1 0,0 0,1-1,0 1,0-1,1 0,0 0,0-1,1 0,-1 0,1 0,0-1,1 0,0-1,-1 1,1-1,3 0,-5-1,1 0,-1-1,1 0,-1 0,1-1,0 0,0 0,0-1,0 1,0-1,-1-1,1 1,0-1,0-1,0 1,-1-1,1 0,-1-1,1 0,-1 1,0-2,0 1,0-1,-1 0,2-1,7-11,-1-1,0 0,-2-1,0-1,0 1,-2-2,0 1,-2-1,0-1,2-10,31-105,-5-1,-7-2,2-59,-22 45,-8 150,1 0,-1 0,0 0,0 0,-1-1,1 1,-1 0,1 0,-1 0,0 0,0 1,0-1,-1 0,1 0,-1 1,1-1,-1 1,0-1,0 1,0-1,0 1,-1 0,1 0,0 0,-1 1,0-1,1 1,-1-1,0 1,0 0,1 0,-1 0,0 0,0 0,0 1,-1-1,-3 3,0 1,-1-1,1 1,0 0,1 1,-1-1,1 2,-1-1,1 1,0-1,1 2,-1-1,1 0,0 1,1 0,-1 1,1-1,-3 6,-5 8,1 0,1 0,1 1,1 1,1 0,0 0,2 0,0 0,2 1,1 0,0 0,2 11,2 9,1 1,3-2,2 1,1-1,2 0,5 7,32 82,-48-131,1 1,-1 0,1 0,-1-1,1 1,-1-1,1 1,-1 0,1-1,0 1,-1-1,1 1,0-1,-1 0,1 1,0-1,0 0,-1 1,1-1,0 0,0 0,0 0,-1 1,1-1,0 0,0 0,0 0,0-1,-1 1,1 0,0 0,0 0,0-1,-1 1,1 0,0-1,0 1,-1 0,1-1,0 1,-1-1,1 1,0-1,-1 0,1 1,-1-1,1 0,-1 1,1-1,-1 0,0 1,1-1,-1 0,0 0,0 0,1 1,-1-1,0 0,0 0,0 0,0 0,0 1,0-2,8-9,-5 6,1 1,0 0,0 0,0 0,0 0,1 1,-1 0,1 0,0 0,0 0,0 1,0-1,0 2,1-1,-1 0,1 1,-1 0,1 0,0 1,-1-1,1 1,0 1,-1-1,1 1,-1 0,1 0,-1 0,1 1,-1 0,0 0,1 1,-1-1,0 1,-1 0,1 0,0 1,-1-1,0 1,0 0,0 0,1 2,-2-1,0 0,-1 0,1 1,-1-1,0 0,0 1,-1 0,0-1,0 1,0 0,-1-1,1 1,-1 0,-1 0,1 0,-1-1,0 1,0 0,-1-1,0 1,0-1,0 1,-1-1,1 0,-1 0,0 0,-1 0,1-1,-1 1,0-1,0 0,-1 0,1-1,-1 1,1-1,-1 0,0 0,-1 0,1-1,0 0,-1 0,-2 1,4-2,0 0,0 0,0 0,0 0,-1-1,1 0,0 1,0-2,0 1,-1 0,1-1,0 0,0 0,0 0,0 0,0-1,0 1,0-1,1 0,-1 0,1-1,-1 1,1-1,0 0,0 0,0 0,0 0,0 0,1 0,-1-1,1 0,0 1,-1-5,3 7,-1-1,2 0,-1 1,0-1,0 1,0-1,1 0,-1 1,1-1,-1 1,1-1,-1 1,1-1,0 1,0 0,0-1,0 1,0 0,0 0,0 0,0-1,0 1,1 0,-1 1,0-1,1 0,-1 0,1 1,-1-1,1 0,-1 1,1-1,-1 1,2 0,57-11,-57 11,77-4,-61 5,1 0,-1-2,0 0,0-1,0-1,0-1,-1 0,1-2,-1 0,0-1,-1-1,0 0,13-9,9-30,-38 46,-1 0,1 0,0-1,0 1,-1 0,1-1,-1 1,1 0,-1-1,0 1,1-1,-1 1,0 0,0-1,0 1,0-1,0 1,-1-1,1 1,0 0,-1-1,1 1,0-1,-1 1,0 0,1 0,-1-1,0 1,0 0,0 0,0 0,0 0,0 0,0 0,0 0,0 0,0 0,0 0,-1 0,-2 0,0 1,1-1,-1 0,0 1,0 0,0 0,0 0,0 1,0-1,0 1,1 0,-1 0,0 0,0 0,1 1,-1 0,1-1,-1 1,1 1,0-1,0 0,0 1,0 0,0-1,1 1,-1 0,1 0,-1 1,1-1,0 0,1 1,-1-1,1 1,-1 0,1-1,0 1,0 0,1 0,-1 0,1 2,-1 0,1-1,-1 0,1 0,1 0,-1 1,1-1,0 0,0 0,0 0,1 0,0 0,0 0,0-1,0 1,1-1,0 1,0-1,0 0,0 0,1 0,-1 0,1-1,0 1,3 1,5 3,1 0,0 0,0-1,1-1,0 0,0-1,0 0,2-1,-5 0,1-1,0-1,0 0,0 0,0-1,0-1,0 0,1 0,-1-2,0 1,0-1,-1-1,1 0,0-1,-1 0,0-1,0 0,0-1,-1 0,1-1,-1 0,-1 0,4-5,5-10,-1-2,-2 1,0-2,-2 0,0-1,-2 0,-1-1,-1 0,-1-1,3-25,18-79,-6-1,-5-1,-4-44,-17 24,3 152,0 0,1 0,-1 0,0 0,0 0,0 0,-1 0,1 0,0 0,-1 0,1 1,-1-1,0 0,1 0,-1 0,0 0,0 1,0-1,-1 1,1-1,0 0,-1 1,1 0,0-1,-1 1,0 0,1 0,-1 0,0 0,1 0,-1 0,0 0,0 1,0-1,0 1,0-1,0 1,0 0,0 0,0 0,0 0,0 0,0 0,0 0,1 1,-1-1,0 1,0-1,0 1,0 0,0 0,1 0,-2 0,-8 9,0 0,0 1,1 0,0 0,1 1,1 0,0 1,0 0,1 0,1 1,0-1,-1 9,-7 18,1 0,3 0,1 1,2 0,2 0,2 1,2 0,1 0,2-1,2 1,2-1,2 0,1 0,2-1,2 0,2-1,1-1,21 36,-30-60,0-1,0 1,2-2,-1 1,2-1,-1 0,2-1,0 0,0-1,0 0,1-1,1 0,0-1,0-1,0 0,2 0,-10-6,0 0,0 0,-1-1,1 1,0-1,0-1,0 1,0-1,-1 1,1-2,0 1,-1 0,1-1,-1 0,1 0,-1 0,0 0,0-1,0 0,0 0,0 0,-1 0,1 0,-1-1,0 0,0 1,0-1,-1 0,2-3,6-9,-1-1,-1 0,0-1,-2 0,0 0,3-17,11-113,-20 147,1-1,-1 1,0-1,1 1,-1 0,0-1,0 1,0-1,0 1,0-1,0 1,0 0,0-1,0 1,-1-1,1 1,-1 0,1-1,-1 1,0 0,1-1,-1 1,0 0,0 0,0 0,0 0,0 0,0 0,0 0,0 0,0 0,0 0,-1 0,1 1,0-1,0 1,-1-1,1 1,-1-1,-4 6,0 0,1 0,0 0,0 1,1 0,0 0,0 0,0 0,1 1,-1-1,2 1,-1 0,1 0,0 0,0 0,1 1,0 1,0-3,0 0,0 1,0-1,1 1,0-1,1 0,0 1,-1-1,2 1,-1-1,1 0,0 0,0 0,1 0,0 0,0-1,0 1,1-1,0 1,0-1,0-1,0 1,1 0,0-1,3 2,26 17</inkml:trace>
</inkml:ink>
</file>

<file path=ppt/ink/ink8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19T14:25:56.580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0 0,'7'31,"1"0,2-1,1 0,1 0,2-1,1-1,1 0,9 10,-20-29,-5-8,0 1,0-1,1 1,-1-1,1 1,-1 0,1-1,-1 1,1-1,0 0,0 1,0-1,0 0,0 1,0-1,0 0,0 0,0 0,0 0,1 0,-1 0,1 0,-1 0,0-1,1 1,-1-1,1 1,0-1,-1 1,1-1,-1 0,1 0,0 1,-1-1,1 0,-1-1,1 1,0 0,-1 0,1-1,-1 1,1-1,-1 1,1-1,0 0,63-116,3-11,-68 129,0-1,0 0,0 1,0-1,0 1,0-1,1 0,-1 1,0-1,0 0,0 1,0-1,0 0,1 1,-1-1,0 0,0 1,1-1,-1 0,0 0,1 1,-1-1,0 0,0 0,1 1,-1-1,0 0,1 0,-1 0,1 0,-1 0,0 0,1 1,-1-1,0 0,1 0,-1 0,1 0,-1 0,0-1,1 1,-1 0,0 0,1 0,-1 0,1 0,-1 0,0-1,1 1,-1 0,0 0,1 0,-1-1,0 1,0 0,1 0,-1-1,0 1,0 0,1-1,-1 1,0 0,0-1,0 1,0 0,0-1,1 1,-1-1,0 1,0-1,3 34,-3-30,0 3,13 103,-12-106,0 1,1 0,-1 0,1-1,0 1,0-1,0 0,0 1,1-1,-1 0,1 0,0-1,0 1,0-1,0 1,0-1,1 0,-1 0,1 0,0-1,-1 1,1-1,0 0,0 0,-1 0,3 0,2-1,0 0,0-1,0 0,0 0,0-1,0 0,-1 0,1-1,-1 0,1 0,-1-1,0 0,0 0,-1-1,1 1,-1-2,0 1,0-1,-1 1,1-2,-1 1,-1 0,1-1,-1 0,0 0,-1 0,0-1,0 1,0-1,-1 0,0 0,-1 0,0 0,0-3,-8 41,7-23,1-1,-1 1,1-1,0 1,1-1,0 0,0 0,0 0,0 0,1 0,0 0,1-1,-1 1,1-1,0 0,0 0,0 0,1-1,0 1,0-1,0 0,0-1,1 1,0-1,-1 0,1 0,0-1,0 0,0 0,1 0,-1-1,0 0,1 0,-1-1,1 1,-1-1,1-1,-1 1,1-1,-1-1,0 1,1-1,-1 0,0 0,0-1,0 1,-1-1,6-4,-2-5,0 0,0-1,-2 0,1 0,-2-1,0 0,0 0,-1 0,-1-1,-1 0,0 0,0 0,-2 0,0 0,-1 0,0-2,5 125,-4-101,0-1,0 0,1 0,0 0,1 0,-1 0,1-1,0 1,0-1,1 1,-1-1,1 0,0 0,1-1,-1 1,1-1,0 0,0-1,2 2,0-2,1 0,-1-1,1 0,0 0,0-1,0 0,0 0,0-1,-1 0,1 0,0-1,0 0,0 0,0-1,0 0,-1-1,1 1,-1-1,0-1,0 1,0-1,0-1,-1 1,1-1,-1 0,0-1,-1 1,0-1,1 0,-2-1,1 1,-1-1,0 0,0 0,-1 0,0 0,0-1,0-4,0-10,-4 22,1 0,0 0,0 0,0 1,0-1,0 0,-1 0,1 0,0 0,0 0,0 1,-1-1,1 0,0 0,0 0,0 0,-1 0,1 0,0 0,0 0,-1 0,1 0,0 0,0 0,0 0,-1 0,1 0,0 0,0 0,-1 0,1 0,0-1,0 1,0 0,-1 0,1 0,0 0,0 0,0 0,0-1,-1 1,1 0,0 0,0 0,0-1,0 1,0 0,0 0,0 0,-1-1,1 1,0 0,0 0,0 0,0-1,-1 4,-1 0,1-1,-1 1,1 0,0 0,0 0,0 0,1 0,-1 0,1 0,0 1,0-1,0 0,0 0,0 0,1 0,-1 0,1 0,0 0,0 0,0 0,0 0,0 0,1 0,0-1,-1 1,1-1,0 1,0-1,0 0,0 1,1-1,-1 0,1 0,-1-1,1 1,0 0,-1-1,1 0,0 0,0 0,3 1,9 3,1-1,0-1,0 0,0-1,1-1,-1 0,0-1,1-1,-1-1,0 0,0-1,9-3,11-11,-15 41,-18-19,1-1,1 1,-1-1,1 0,-1 0,1 0,0-1,0 1,1-1,-1-1,1 1,-1-1,1 0,0 0,0 0,0-1,0 0,1 0,-4-1,0 1,0-1,1 0,-1-1,0 1,0 0,0-1,1 0,-1 0,0 0,0 0,0 0,0 0,0-1,-1 0,1 1,0-1,-1 0,1 0,-1 0,0-1,0 1,1-1,-2 1,1-1,0 0,0 0,-1 1,0-1,1 0,-1 0,0-1,-1 1,1-1,1-1,-2 0,1 0,0 0,-1 0,0 0,0 0,-1 0,1 0,-1 0,0 0,-1 0,1 0,-1 1,0-1,0 0,0 1,0 0,-1-1,0 1,0 0,0 0,-1 1,1-1,-1 1,0-1,0 1,0 0,0 1,-2-2,-1 0,1 1,-1 0,0 0,0 1,0-1,0 2,0-1,-1 1,1 0,0 0,-1 1,1 0,-1 0,1 1,0 0,-1 0,1 1,0 0,-6 2,6-1,1 1,-1 0,1 0,-1 0,1 1,1 0,-1 0,1 0,0 1,0 0,0 0,1 0,0 1,0-1,1 1,-1 2,2-5,0 0,1 0,0 0,0 0,0 0,0 0,1 0,0 0,0 0,0 0,0 0,0 0,1 0,0 0,0 0,0 0,0 0,1 0,-1 0,1 0,0-1,0 1,0-1,1 0,-1 1,1-1,0 0,0 0,0-1,2 2,28 16,1-7</inkml:trace>
</inkml:ink>
</file>

<file path=ppt/ink/ink8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19T14:25:57.478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169 21,'-4'-3,"0"0,0 1,-1 0,1 0,-1 0,0 0,1 1,-1 0,0 0,0 0,0 1,0-1,0 1,0 0,0 1,0-1,0 1,0 0,1 0,-1 1,0-1,1 1,-1 0,1 0,-1 1,1-1,0 1,0 0,0 0,0 1,1-1,-1 1,1-1,0 1,-1 10,1-1,0 1,1 0,1 0,0 0,1-1,1 1,0 0,0 0,2 0,0-1,0 1,1-1,1 0,0 0,1 0,7 11,-12-19,143 372,-144-376,0 0,0 0,-1 0,1 0,0 0,0 0,0 0,1 0,-1 0,0 0,0 0,0 0,1 0,-1 0,1 0,-1-1,0 1,1 0,0 0,-1 0,1 0,-1-1,1 1,0 0,0-1,-1 1,1 0,0-1,0 1,0-1,0 1,0-1,0 0,0 1,-1-1,1 0,0 0,0 1,0-1,0 0,0 0,0 0,0 0,0 0,0-1,0 1,0 0,0 0,0-1,0 1,0 0,0-1,0 1,0-1,0 1,-1-1,2 0,5-11,1-1,-2 0,0 0,0-1,-1 0,-1 0,3-14,-6 22,7-23,-1-1,-1 0,-2 0,-2-1,0 1,-3-24,-10 12,8 40,12 14,183 105,-188-115,-1 0,0 0,0 0,0 0,0 0,-1 1,1-1,0 1,-1 0,0 0,0 0,0 0,0 0,0 1,0-1,-1 0,0 1,0-1,0 1,0 0,0-1,-1 1,1 0,-1-1,0 1,0 0,-1 0,1-1,-1 1,0 1,-12 19,11-23,1 1,-1 0,0-1,1 1,-1 0,1 0,0 0,-1 0,1 0,0 0,0 0,0 1,1-1,-1 0,0 0,1 1,0-1,-1 1,1-1,0 0,0 1,0-1,1 0,-1 1,1-1,-1 0,1 1,0-1,-1 0,1 0,1 0,-1 0,0 0,0 0,1 0,-1 0,1 0,1 1,8 1,1-1,0 0,0 0,0-1,1-1,-1 0,0-1,0 0,1-1,-1 0,0-1,9-2,-15 3,0 0,0 0,1-1,-1 0,-1 0,1 0,0-1,0 0,-1 0,0 0,1-1,-1 0,-1 0,1 0,2-3,-7 7,-1 0,1 0,0 0,-1 0,1 0,-1 0,1 0,-1 0,1 0,-1 0,1 0,0 0,-1 0,1 0,-1 0,1-1,-1 1,1 0,0 0,-1-1,1 1,0 0,-1 0,1-1,0 1,-1 0,1-1,0 1,0 0,-1-1,1 1,0-1,0 1,0 0,-1-1,1 1,0-1,0 1,0-1,0 1,0 0,0-1,0 1,0-1,0 1,0-1,0 1,0-1,0 1,0 0,1-1,-1 1,0-1,0 1,0 0,1-1,-1 1,0-1,-2 4,0-1,1 1,-1-1,0 1,1 0,-1 0,1 0,0 0,0 0,0 0,0 0,1 0,-1 0,1 0,0 0,0 0,0 1,0-1,0 0,1 0,-1 0,1 0,0 0,0 0,0 0,1 0,-1 0,1 0,-1-1,1 1,0 0,0-1,0 0,0 1,1-1,-1 0,0 0,1 0,0 0,-1-1,1 1,0-1,0 0,0 0,0 0,0 0,0 0,2 0,-2 0,-1 0,1 0,0 0,0 0,0-1,0 1,0-1,-1 1,1-1,0 0,0 0,0-1,0 1,0-1,0 1,0-1,-1 0,1 0,0 0,-1 0,1-1,0 1,-1-1,0 0,1 1,-1-1,0 0,0 0,0 0,0-1,0 1,-1 0,2-3,-1-1,0 1,0-1,-1 0,0 0,0 1,-1-1,0 0,0 0,0 0,0 0,-1 0,0 1,-1-1,1 0,-1 1,0-1,0 1,-1 0,-1-3,3 5,-1 0,0 0,0 0,0 0,-1 1,1-1,-1 1,1-1,-1 1,0 0,0 0,0 0,0 0,0 1,0-1,-1 1,1 0,-1 0,1 0,0 0,-1 1,1-1,-1 1,0 0,1 0,-1 0,1 1,-1-1,1 1,-1 0,1 0,-1 0,0 0,1 1,0-1,-1 1,1-1,0 1,0 0,0 1,0-1,0 0,1 1,-1 0,1-1,-1 1,1 0,0 0,0 0,0 1,1-1,-1 0,1 1,0-1,0 1,0-1,0 1,0 0,1-1,0 1,0 0,0-1,0 1,0 0,1-1,0 1,0 0,0-1,0 1,0-1,2 3,9 12</inkml:trace>
</inkml:ink>
</file>

<file path=ppt/ink/ink8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19T14:25:57.731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140 4,'-14'-2,"-9"1,-3 6,0 8,5 10,6 12,5 12,5-2</inkml:trace>
</inkml:ink>
</file>

<file path=ppt/ink/ink8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19T14:25:57.997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0 1055,'23'-37,"-2"-1,-2-1,-2-1,-1-1,-2 0,-2-1,6-41,18-99,6-131,-32 168,-10 143,1-1,-1 1,0 0,0 0,0 0,0 0,0 0,0-1,0 1,-1 0,1 0,-1 0,1 0,-1 0,0 0,0 0,0 0,0 0,0 0,0 1,-1-1,1 0,0 1,-1-1,0 1,0-1,0 3,-1 0,0 0,1 0,-1 1,1-1,0 1,0 0,-1 0,1-1,0 1,0 1,1-1,-1 0,0 0,1 1,-1-1,1 1,0-1,0 1,-1 1,1-1,-16 33,1 1,3 1,0 0,3 1,1 0,2 1,2-1,1 1,3 1,1-1,4 30,2-9,3-1,3 1,2-2,3 0,3-1,2 1,17 19,-24-57</inkml:trace>
</inkml:ink>
</file>

<file path=ppt/ink/ink8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19T14:25:58.180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5 18,'-5'-9,"11"1,17 7,22 11,17 8,9 10,5 8,-7 4,-9 5,-16-5</inkml:trace>
</inkml:ink>
</file>

<file path=ppt/ink/ink8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19T14:25:58.466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63 180,'-3'5,"-4"5,1 1,0 0,1 0,0 0,1 0,1 1,-1 0,0 7,4-18,0 1,0-1,-1 0,1 0,0 0,0 1,0-1,0 0,1 0,-1 1,0-1,1 0,-1 0,0 0,1 0,-1 1,1-1,0 0,-1 0,1 0,0 0,0 0,-1-1,1 1,0 0,0 0,0 0,0-1,0 1,0 0,0-1,1 1,-1-1,0 1,0-1,0 0,1 0,-1 1,0-1,0 0,0 0,1 0,-1 0,0 0,0-1,1 1,-1 0,0 0,0-1,1 0,58-29,-52 21,0-2,-1 1,0-1,0 0,-2-1,1 1,-1-1,-1 0,0 0,-1-1,0 1,-1-1,0 0,-1 0,-1-12,1 22,-1-1,1 1,-1 0,0-1,0 1,0-1,-1 1,1-1,-1 1,0 0,0-1,0 1,0 0,-1 0,1 0,-1 0,0 0,0 0,0 0,0 1,0-1,-1 1,1-1,-1 1,1 0,-1 0,0 0,0 0,0 1,0-1,0 1,-1-1,1 1,0 0,0 1,-1-1,1 1,-1-1,1 1,-1 0,1 0,0 0,-1 1,-2 1,0 0,0 1,1 0,-1 0,1 0,0 1,0-1,0 1,0 1,1-1,0 1,0-1,0 1,0 0,1 1,0-1,0 1,0-1,1 1,0 0,0 0,0 0,1 0,-1 0,2 0,-1 0,1 1,0-1,0 0,0 0,1 1,0-1,1 0,-1 0,3 5,0-2,0 1,1-1,0 0,1 0,0 0,0-1,1 0,0 0,1-1,0 0,0 0,8 5,22 13</inkml:trace>
</inkml:ink>
</file>

<file path=ppt/ink/ink8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19T14:25:59.213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112 219,'1'-42,"0"27,0 0,-1 0,-1 0,-1 0,0 0,0 0,-2-1,4 15,-1 0,1 0,0 0,0 0,-1-1,1 1,-1 0,1 0,-1 0,0 0,1 0,-1 0,0 1,0-1,1 0,-1 0,0 0,0 1,0-1,0 0,0 1,0-1,0 1,0-1,0 1,0 0,-1-1,1 1,0 0,0 0,0 0,0 0,-1 0,1 0,0 0,0 0,0 0,0 0,0 1,-1-1,1 1,0-1,0 1,0-1,0 1,0-1,0 1,0 0,0-1,1 1,-1 0,0 0,0 0,1 0,-1 0,0 0,-6 9,0 1,1-1,1 1,0 0,0 0,1 0,0 1,1 0,0-1,1 1,1 0,0 0,0 1,1-1,1 0,1 7,-3-16,1 1,0 0,0 0,0-1,1 1,-1 0,1-1,0 1,0-1,0 1,1-1,-1 1,1-1,-1 0,1 0,0 0,1 0,-1 0,0 0,1 0,0-1,-1 1,1-1,0 0,0 0,1 0,-1 0,0 0,1-1,-1 0,1 1,-1-1,1-1,-1 1,1 0,0-1,-1 0,1 0,0 0,-1 0,1 0,0-1,-1 0,1 0,-1 0,1 0,0-1,3-5,0 0,-1-1,0 0,-1 0,0-1,0 1,-1-1,0 0,0-1,-1 1,0-1,-1 1,0-1,-1 0,0 0,0 1,-1-1,0 0,-1 0,-1-6,2 6,-10-120,31 136,18 8,-32-12,-1-1,1 1,-1-1,0 2,0-1,0 1,0 0,-1 0,1 0,-1 1,1 0,-1 0,-1 0,1 1,0 0,-1 0,0 0,0 0,2 4,-6-3,0-1,1 0,-1 0,-1 0,1 0,-1 0,0 0,0 1,-1-2,1 1,-1 0,0 0,0 0,-1-1,1 1,-1-1,0 0,-2 2,-7 13,-21 57,32-73,1 0,-1 0,1-1,-1 1,1 0,0 0,0 0,0-1,1 1,-1 0,1 0,0-1,-1 1,1 0,0-1,0 1,1-1,-1 1,1-1,-1 0,1 1,0-1,-1 0,1 0,0 0,1 0,-1-1,1 2,6 1,1 1,0-2,0 1,0-1,1-1,-1 0,1 0,-1-1,1 0,-1-1,1 0,0-1,-1 0,1-1,-1 0,1 0,-1-1,0-1,0 0,-1 0,1-1,-1 0,0 0,1-2,-4 3,0-1,0 0,-1-1,1 1,-1-1,-1 0,1 0,-1 0,0-1,-1 0,1 0,-1 0,0 0,-1 0,0 0,0-1,-1 1,0-1,0-3,0 10,-1-1,0 1,1 0,-1-1,0 1,0 0,0 0,0-1,0 1,-1 0,1-1,0 1,0 0,-1-1,1 1,-1 0,1 0,-1 0,0-1,1 1,-1 0,0 0,0 0,0 0,0 0,0 0,0 0,0 1,0-1,0 0,0 1,0-1,0 0,-1 1,1-1,0 1,0 0,-1-1,1 1,0 0,-1 0,1 0,0 0,-1 0,1 0,0 0,-1 0,1 1,0-1,0 0,-1 1,1-1,0 1,0 0,0-1,-1 1,1 0,-2 3,0 1,0 0,1-1,0 1,-1 0,2 1,-1-1,1 0,-1 0,1 1,1-1,-1 0,1 1,0-1,0 1,1-1,-1 0,1 1,0-1,2 3,4 9,0-1,2 0,0-1,1 1,0-2,1 1,1-2,0 0,1 0,0-1,1 0,0-1,11 5,13 12</inkml:trace>
</inkml:ink>
</file>

<file path=ppt/ink/ink8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19T14:26:00.208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4177 1968,'21'-5,"23"-1,22-2,22-2,16-2,11-1,3 2,-8 3,-15 2,-19 5,-22 5,-21 1</inkml:trace>
  <inkml:trace contextRef="#ctx0" brushRef="#br0" timeOffset="6285.32">3985 2869,'-1'1,"1"0,0 0,0 0,-1 0,1 0,0 0,0 0,0 0,0 0,0 0,0 0,0 0,0 0,1 0,-1 0,0 0,0-1,1 1,-1 0,1 0,-1 0,1 0,-1 0,1-1,0 1,-1 0,1 0,0-1,-1 1,1 0,0-1,0 1,0-1,0 1,0-1,-1 0,1 1,0-1,1 0,42 13,28-6,0-3,0-3,0-4,29-5,-48 4,477-24,-492 30,-35-1,-5 0</inkml:trace>
  <inkml:trace contextRef="#ctx0" brushRef="#br0" timeOffset="6968.092">5091 1217,'-8'854,"7"-779,-5 86,7 0,8 0,28 154,-3-166,-18-89,-3 0,-2 1,-3 0,-2 0,-3 9,-3-61,-1 0,1 0,-1 0,-1 0,0 0,0 0,-1-1,0 1,0-1,-4 6,-6-3,12-24,32-39,-11 22</inkml:trace>
  <inkml:trace contextRef="#ctx0" brushRef="#br0" timeOffset="8252.571">4995 1299,'239'-10,"-99"6,0 8,0 5,-1 6,0 6,50 18,-86-12,-1 4,-2 5,-1 3,-2 5,-2 5,-3 3,64 48,-129-80,0 1,-2 1,0 1,-1 1,-2 2,0 0,-2 1,-1 1,-1 1,-1 0,-2 1,-1 1,-1 0,8 33,-13-26,-2 1,-1 1,-2-1,-1 1,-3-1,-1 1,-1-1,-3 0,-1 0,-7 19,-7 12,-3-2,-3 0,-3-1,-3-2,-12 14,29-52,-27 51,-4-1,-3-3,-3-2,-61 63,90-112,-2-2,0-1,-1-1,-1-1,-1-1,0-1,-1-2,-1-1,0-2,-1-1,0-1,-1-2,-25 3,-64 2,-102-2,136-7,-104 24,149-18,-1-1,-1-3,-35 0,-245-6,323 1,1 1,0-1,0 0,0 1,0-1,0 0,0 0,0 1,0-1,0 0,0 0,0 0,0 0,0 0,0 0,0 0,0-1,0 1,0 0,0-1,1 1,-1 0,0-1,0 1,0-1,0 1,0-1,1 0,-1 1,0-1,1 0,-1 1,0-1,1 0,-1 0,1 0,-1 0,1 0,0 1,-1-1,1 0,0 0,-1 0,1-1,30-28,-8 13</inkml:trace>
  <inkml:trace contextRef="#ctx0" brushRef="#br0" timeOffset="9016.737">7400 2569,'762'10,"1289"98,-1755-89,-35-1,-43-1,-49-2,22 1,-166-15,-36-5,-116-17,42 7</inkml:trace>
  <inkml:trace contextRef="#ctx0" brushRef="#br0" timeOffset="10582.461">4136 1913,'-31'1,"-55"-8,83 5,1-1,-1 0,1 1,0-1,0 0,0-1,1 1,-1 0,1 0,0-1,0 1,0-1,0 1,0-1,1 1,0-1,-1 1,1-1,1 0,-1 1,0-1,1 1,0-1,0 1,0-1,1-1,52-185,-33 103,-3-1,-5-1,-3-1,-4 1,-6-82,0 145,-2 0,-1-1,-1 1,-1 0,-1 1,-10-24,16 48,0 0,0 0,0-1,0 1,0 0,0 0,-1 0,1-1,0 1,-1 0,1 0,-1 0,1 0,-1 0,0 0,1 0,-1 0,0 0,0 0,0 0,0 0,0 1,1-1,-2 0,1 0,0 1,0-1,0 1,0-1,0 1,0 0,-1-1,1 1,0 0,0 0,0 0,-1 0,1 0,0 0,0 0,-1 0,1 0,0 1,0-1,0 0,0 1,-1-1,1 1,0-1,0 1,0 0,0-1,0 1,0 0,0 0,1 0,-2 0,0 3,1-1,-1 0,0 0,-1 0,1 0,0-1,-1 1,0-1,0 1,0-1,0 0,0 0,0 0,0 0,0-1,-1 1,1-1,-1 0,1 0,-4 0,-170-1,103-5,-855-3,603 9,143-6,173 0,18 3</inkml:trace>
  <inkml:trace contextRef="#ctx0" brushRef="#br0" timeOffset="11717.171">3945 2883,'-3'29,"1"0,2-1,0 1,2 0,2-1,5 24,3 25,0 53,-5 0,-9 87,1-195,1-7,0 0,-1 0,-1 0,-1 0,0 0,-4 10,6-22,0-1,0 0,0 0,0 0,0 0,-1 0,1 0,-1 0,1 0,-1-1,0 1,1-1,-1 1,0-1,0 0,0 1,0-1,0 0,-1 0,1-1,0 1,0 0,-1-1,1 1,0-1,0 0,-1 0,1 0,-1 0,-1 0,-75-22,50 12,-57-10,-1 4,0 4,-1 3,0 5,-47 4,117 0,-153-3,0 7,0 7,1 8,1 8,2 6,-43 20,112-16,122-37,-12-4</inkml:trace>
  <inkml:trace contextRef="#ctx0" brushRef="#br0" timeOffset="13016.241">394 712,'-25'9,"1"1,0 1,1 1,0 1,1 2,1 0,0 1,1 1,1 0,1 2,0 0,1 1,1 1,1 1,1 0,1 1,1 0,1 1,2 0,0 1,-1 6,7-19,1 0,0 1,1-1,0 0,1 0,0 1,1-1,0 0,1 1,2 5,-3-13,1 0,-1 0,1 0,1 0,-1-1,1 1,-1-1,1 1,1-1,-1 0,0 0,1 0,0-1,0 1,0-1,0 0,1 0,-1-1,1 1,0-1,0 0,-1 0,1 0,1-1,2 1,1-1,0 0,0-1,1 0,-1 0,0-1,0 0,1-1,-1 0,0 0,0-1,-1 0,1-1,-1 0,1 0,-1-1,-1 0,1 0,5-5,7-7,-1-1,0-1,-1 0,-1-1,-1-1,1-3,10-18,-2-2,-2 0,-1-2,-3 0,-1-1,-3-1,-2-1,1-13,-10 39,0-1,-2 1,0-1,-2 0,-1 0,0 0,-3-9,3 26,0 0,-1 0,0 0,0 1,0-1,-1 1,0-1,0 1,-1 0,1 0,-1 0,-1 1,1-1,-1 1,0 0,0 1,0-1,-1 1,0 0,0 0,0 0,0 1,0 0,-1 0,1 1,-7-2,4 3,-1 1,1 0,0 0,-1 1,1 0,0 0,0 1,0 0,0 1,0 0,1 0,-1 1,1 0,0 1,0 0,0 0,0 0,1 1,0 0,1 1,-1 0,1 0,0 0,1 1,0-1,0 1,1 0,-1 1,2-1,-1 1,1 0,1 0,0 0,0 0,0 3,0 6,0 1,1 0,1 0,0 0,2 0,0 0,1 0,1-1,1 1,0-1,7 13,14 29,2-1,29 43,-16-30,-16-32,-3 1,-1 1,-2 1,-2 0,-2 2,-2-1,-2 2,-1 0,-3 1,-6-15</inkml:trace>
  <inkml:trace contextRef="#ctx0" brushRef="#br0" timeOffset="13402.374">967 1299,'1'1,"0"-1,0 1,0-1,-1 1,1-1,0 0,0 1,0-1,0 0,0 0,-1 1,1-1,0 0,0 0,0 0,0 0,0 0,0 0,0 0,0-1,0 1,0 0,-1 0,1-1,0 1,0-1,0 1,0 0,-1-1,1 0,0 1,0-1,-1 1,1-1,-1 0,1 1,0-1,-1 0,1 0,-1 0,0 1,1-1,-1 0,0 0,1 0,-1 0,0 0,0 0,0 0,0 1,0-1,0 0,0 0,0 0,0 0,0 0,0 0,-1 0,1 0,0 0,-1 0,-3-4,-1 1,1-1,-1 1,0 0,0 0,-1 1,1 0,-1 0,1 0,-1 0,0 1,0 0,-1 0,1 1,0-1,0 1,-1 1,1-1,-1 1,1 0,0 1,-6 0,1 1,1 1,-1 0,1 1,0 0,0 0,0 1,1 0,0 1,-1 0,2 0,-1 1,1 0,0 1,1 0,0 0,0 0,0 1,1 0,1 1,0-1,0 1,0 0,1 0,1 0,0 1,0-1,1 1,1 0,-1 9,2-13,0 0,1 0,0 0,0 0,1 0,0 0,0-1,0 1,1-1,0 1,0-1,1 0,0 0,0-1,0 1,1-1,0 0,0 0,0 0,0-1,1 1,0-1,0-1,0 1,0-1,0 0,1-1,-1 1,6 0,20 4,0-1,0-1,1-2,0-1,-1-2,1-1,0-2,-1-1,0-1,0-2,0-1,22-10,20-7</inkml:trace>
  <inkml:trace contextRef="#ctx0" brushRef="#br0" timeOffset="14454.964">790 207,'-9'25,"-20"215,28-237,0 0,0 0,0 0,1 0,0 0,-1 0,1 0,0 0,1 0,-1 0,0 0,1 0,0 0,0 0,0 0,0 0,0 0,0-1,1 1,-1 0,1-1,0 1,0-1,0 1,0-1,0 0,1 0,-1 0,1 0,-1-1,1 1,-1 0,1-1,0 0,0 0,0 0,0 0,0 0,0-1,5-3,-1 0,0-1,1 0,-1 0,-1-1,1 0,-1 0,0-1,0 1,0-1,-1-1,0 1,0-1,0 0,-1 0,0 0,-1-1,1 1,1-8,2-1,-1 0,0-1,-1 0,-1 0,0 0,-2-1,0 0,-1 1,0-1,-2-11,-5 25,1 22,-1 165,6-178,0 1,1 0,0 0,0-1,0 1,1 0,-1-1,2 1,-1-1,0 0,1 0,0 0,0 0,1 0,1 1,12 9</inkml:trace>
  <inkml:trace contextRef="#ctx0" brushRef="#br0" timeOffset="14633.465">1253 288,'-11'21,"-7"14,-2 5,2 4,5-2,3-6,5-6,5-8,2-8</inkml:trace>
  <inkml:trace contextRef="#ctx0" brushRef="#br0" timeOffset="14835.927">1227 315,'7'19,"7"8,5 2,5-2,5-5,0-6,-6-7</inkml:trace>
  <inkml:trace contextRef="#ctx0" brushRef="#br0" timeOffset="15082.981">1514 207,'-5'-3,"-4"5,-2 8,-2 10,1 8,1 9,-1 4,2 4,3-1,2-4,3-4,3-9,2-9</inkml:trace>
  <inkml:trace contextRef="#ctx0" brushRef="#br0" timeOffset="15337.824">1731 234,'-4'18,"-2"14,0 8,1 4,2 2,1-3,1-4,0-5,1-10</inkml:trace>
  <inkml:trace contextRef="#ctx0" brushRef="#br0" timeOffset="15587.154">2018 166,'-7'18,"-4"14,-1 10,2 3,2 0,3-2,3-7,1-6,3-7,4-7,0-6</inkml:trace>
  <inkml:trace contextRef="#ctx0" brushRef="#br0" timeOffset="15919.453">1855 97,'21'-7,"21"-4,17-6,14-2,7 3,0 3,-11 5,-16 3</inkml:trace>
  <inkml:trace contextRef="#ctx0" brushRef="#br0" timeOffset="17116.774">462 3129,'-16'7,"0"0,1 1,-1 0,2 1,0 1,0 0,0 1,2 1,-1 0,1 1,1 0,1 1,-1 0,2 0,0 1,1 0,1 1,0 0,1 0,1 0,0 1,1 0,1 0,0 0,1 8,1-21,1 0,-1 0,0-1,1 1,0 0,0 0,0 0,1 0,-1 0,1-1,0 1,0 0,0 0,0-1,1 1,0-1,-1 1,1-1,0 0,1 1,-1-1,1 0,-1-1,1 1,0 0,0-1,0 0,0 1,1-1,-1 0,0-1,1 1,0-1,-1 1,1-1,0 0,-1 0,1-1,0 1,4-1,5-4,0-1,0 0,-1-1,1 0,-2-1,1 0,-1-1,0-1,0 1,-1-2,0 1,-1-2,0 1,7-11,20-19,-2-2,-2-1,-2-2,-2-1,-1-1,-3-1,-2-2,6-22,-24 58,0 1,-2-1,1 0,-2 0,1 0,-2 0,0-5,0 15,-1 0,1 1,0-1,-1 1,0-1,0 1,0-1,0 1,0 0,-1-1,0 1,1 0,-1 0,0 0,-1 0,1 0,0 1,-1-1,0 1,1-1,-1 1,0 0,0 0,0 1,-1-1,1 0,0 1,-1 0,1 0,-3-1,-1 1,0 0,0 1,0 0,0 0,0 1,0 0,0 0,0 0,1 1,-1 0,0 0,1 1,-1 0,1 0,0 0,0 1,0 0,1 0,-1 1,-2 2,-2 3,0 0,0 1,1 0,0 1,1 0,1 0,0 1,0 0,-2 8,2 7,1-1,1 0,1 1,2 0,0 0,2 0,1 0,2 0,0 0,2 0,1-1,1 0,2 0,0-1,2 0,1 0,1-1,11 16,-14-23,0-1,1-1,1 0,0 0,1-1,1-1,13 11,-6-9</inkml:trace>
  <inkml:trace contextRef="#ctx0" brushRef="#br0" timeOffset="17738.117">899 3470,'-11'162,"-6"27,11-182,4-27,5-11,1 0,1 1,2 0,1 0,2 1,0 0,2 0,1 1,1 1,15-20,-25 40,1 1,0 0,0 0,1 1,0-1,0 1,0 0,1 1,-1-1,3 0,-7 4,0 0,0 1,0-1,1 0,-1 0,0 1,1 0,-1-1,0 1,1 0,-1 0,0 0,1 0,-1 1,0-1,0 0,1 1,-1 0,0 0,0-1,0 1,0 1,0-1,0 0,0 0,0 1,0-1,0 1,-1-1,1 1,-1 0,1 0,-1 0,1 0,0 2,2 4,1 1,-2-1,1 1,-1 0,0 0,-1 1,0-1,-1 0,0 1,0-1,-1 1,0-1,-1 1,0-1,0 1,-1-1,0 0,-1 0,0 0,0 0,-1 0,0-1,-1 1,0-1,0 0,-1 0,-3 3,0-1,-1 0,0-1,0 0,-1 0,0-1,-1-1,0 0,0 0,0-1,-1-1,-3 1,3-8,27-8,1 4,1 1,-1 1,1 0,0 1,0 0,0 2,1 0,-1 1,0 0,0 1,4 2,-13-2,-1 0,0 0,0 0,0 1,0 0,0 0,0 1,0-1,-1 1,1 1,-1-1,0 1,0 0,0 0,-1 0,1 1,-1-1,0 1,0 0,-1 1,1-1,-1 0,0 1,-1 0,1 0,-1 0,0 0,-1 0,0 0,0 1,0 0,-1-1,0 1,-1 0,1-1,-1 1,-1 0,1-1,-1 1,0-1,-1 0,0 0,0 0,0 0,0 0,-1-1,0 1,0-1,-1 0,1 0,-4 2,-4 4,0-1,-1 0,0-1,0 0,-1-1,-1-1,1 0,-3-1,10-2,0 0,-1 0,1-1,-1-1,0 1,0-1,0-1,0 1,0-1,-1-1,1 0,0 0,0 0,0-1,-1 0,1-1,0 0,0 0,1 0,-1-1,0-1,1 1,-4-3,-4-12</inkml:trace>
  <inkml:trace contextRef="#ctx0" brushRef="#br0" timeOffset="19187.02">994 2528,'79'-8,"-56"6,-13 0,1 0,0 1,-1 0,1 1,0 0,0 1,0 0,-1 1,1 0,-1 0,1 1,-1 1,0 0,0 0,1 2,-8-4,0 1,-1 0,1-1,-1 1,0 0,0 0,0 0,0 1,-1-1,1 0,-1 1,0-1,0 1,0-1,0 1,-1 0,1-1,-1 1,0 0,0-1,-1 1,1 0,-1-1,1 1,-1-1,0 1,-1-1,1 1,-1-1,-55 94,-47 9,103-105,0-1,0 0,1 0,-1 1,0-1,0 0,0 1,1-1,-1 1,0-1,0 1,1 0,-1-1,0 1,1 0,-1-1,1 1,-1 0,1 0,-1-1,1 1,0 0,-1 0,1 0,0 0,0 0,0-1,-1 1,1 0,0 0,0 0,0 0,0 0,1 0,-1 0,0 0,0-1,0 1,1 0,-1 0,0 0,1 0,-1-1,1 1,-1 0,1 0,-1-1,1 1,0 0,-1-1,1 1,0-1,0 1,-1-1,1 1,0-1,0 1,0-1,-1 0,2 1,192-1,-182 0,7 0,0 0,-1-1,1-1,0-1,-1-1,14-4,-12-1</inkml:trace>
  <inkml:trace contextRef="#ctx0" brushRef="#br0" timeOffset="19437.888">1076 2719,'2'-2,"8"-1,12-2,13-3,13-2,9-2,8 1,3 1,0-1,-12 1</inkml:trace>
  <inkml:trace contextRef="#ctx0" brushRef="#br0" timeOffset="19660.322">1678 2501,'-20'155,"18"-137,-1 84,4-98,0 0,-1 0,1 0,1 0,-1 0,0 0,1 0,0-1,0 1,0-1,1 1,-1-1,1 0,-1 0,1 0,0 0,0 0,1-1,-1 1,0-1,1 0,0 0,0 0,12 3,0-1,0-1,0 0,1-1,-1-1,1-1,-1 0,1-1,-1 0,1-2,-1 0,0-1,8-3,21-5</inkml:trace>
  <inkml:trace contextRef="#ctx0" brushRef="#br0" timeOffset="19855.178">1609 2678,'18'0,"18"-2,15-4,10-2,4 0,0-2,-6 0,-11-2,-14 2</inkml:trace>
  <inkml:trace contextRef="#ctx0" brushRef="#br0" timeOffset="20098.529">1678 2474,'21'0,"20"0,20-3,14 0,7 0,-9 0</inkml:trace>
  <inkml:trace contextRef="#ctx0" brushRef="#br0" timeOffset="20468.538">2496 2542,'-34'0,"15"-2,1 1,-1 1,0 1,1 0,-1 1,1 2,-1 0,1 0,0 2,1 0,0 1,-4 3,17-8,0 1,1 0,-1 1,0-1,1 0,0 1,0 0,0 0,0 0,1 0,-1 0,1 1,0-1,1 0,-1 1,1 0,-1-1,1 1,1 0,-1 0,1 0,0 0,0-1,0 1,1 0,-1 0,1 0,0-1,1 1,-1 0,1-1,0 1,0-1,1 0,-1 0,1 0,0 0,0 0,0 0,0-1,1 1,-1-1,1 0,1 0,10 6,0 0,0-2,1 0,1 0,-1-2,1 0,0-1,0 0,0-1,0-2,0 1,1-2,-1 0,1-1,-1-1,0-1,0 0,0-1,8-4,-14 5,0-1,-1-1,1 0,-1 0,0-1,0 0,-1-1,0 0,0 0,0-1,-1 0,0 0,-1-1,0 0,0-1,-1 0,0 1,-1-2,0 1,-1-1,0 0,0 0,0-6,-7 32,0-8,1 1,1 0,-1-1,1 1,1 0,-1-1,1 1,0 0,1 0,0 0,0-1,1 1,0-1,0 1,2 2,0-4,1 0,0-1,0 0,0 1,0-2,1 1,0-1,0 1,0-2,0 1,1-1,-1 0,1 0,0-1,0 1,0-2,0 1,0-1,1 0,-1 0,1-1,20 0</inkml:trace>
  <inkml:trace contextRef="#ctx0" brushRef="#br0" timeOffset="20707.956">2783 2228,'-4'-5,"2"1,12 4,13 3,2 2</inkml:trace>
  <inkml:trace contextRef="#ctx0" brushRef="#br0" timeOffset="21998.507">10485 1217,'-11'-1,"0"1,1 0,-1 0,0 1,0 1,1 0,-1 0,1 1,0 0,-1 1,1 0,1 1,-1 0,1 0,0 1,0 0,0 1,1-1,0 2,0-1,1 1,0 1,1-1,-1 1,2 0,-1 1,1-1,1 1,0 0,-2 6,5-10,0 0,0 0,1-1,-1 1,2 0,-1 0,0 0,1 0,0 0,1 0,-1 0,1-1,0 1,1-1,-1 1,1-1,0 0,0 0,1 0,0 0,-1-1,1 0,4 4,11 9,1-1,1 0,0-2,20 11,-38-23,37 21,-19-13,-2 2,0 0,0 1,-1 1,5 6,-22-19,1 0,-1 0,0 0,0 0,0 0,0 0,0 0,0 0,0 0,0 1,-1-1,1 0,0 1,-1-1,1 1,-1-1,1 1,-1-1,0 1,0-1,1 1,-1-1,0 1,-1-1,1 1,0-1,0 1,-1-1,1 1,0-1,-1 0,0 1,1-1,-1 1,0-1,0 0,1 0,-1 1,0-1,0 0,0 0,-1 0,1 0,-11 6,0-1,0 0,-1-1,0 0,0-1,0-1,0 0,-1 0,1-1,-1-1,0-1,-12 0,-21-8,47 8,0-1,-1 1,1-1,0 0,-1 1,1-1,0 0,0 0,0 1,-1-1,1 0,0 1,0-1,0 0,0 0,0 1,0-1,1 0,-1 0,0 1,0-1,0 0,1 1,-1-1,0 0,1 1,-1-1,1 0,-1 1,1-1,-1 1,1-1,-1 1,1-1,-1 1,1-1,0 1,-1 0,1-1,0 1,-1 0,1-1,145-92,-93 63,35-14,-87 45,1-1,-1 1,0-1,1 1,-1 0,0-1,1 1,-1 0,0 0,0 0,0 0,0 0,0 0,0 0,0 0,0 0,0 1,-1-1,1 0,0 1,-1-1,1 0,-1 1,1-1,-1 1,0-1,0 0,0 1,1-1,-2 1,1-1,0 1,0-1,0 1,0-1,-1 1,1-1,0 4,-2 220,6-110,-6 168,-2-249,-1-11</inkml:trace>
  <inkml:trace contextRef="#ctx0" brushRef="#br0" timeOffset="22300.216">10704 1626,'10'4,"0"0,0 1,0 1,-1-1,0 1,0 1,0 0,-1 0,0 0,-1 1,1 0,-1 1,-1 0,0 0,0 0,-1 1,1 0,-5-7,1-1,0 0,-1 1,0-1,1 1,-1 0,0-1,0 1,-1 0,1 0,-1-1,1 1,-1 0,0 0,0 0,0 0,0 0,0-1,-1 1,0 0,1 0,-1 0,0-1,0 1,0-1,-1 1,1-1,-1 1,1-1,-1 1,0-1,0 0,0 0,0 0,0 0,-6 2,1 0,-1-1,0 0,1 0,-1-1,-1 1,1-2,0 1,0-1,-1-1,1 0,0 0,-1 0,1-1,0 0,-1-1,1 0,-4-1,10 2,0 0,-1 0,1 0,0 0,0-1,0 1,0-1,0 1,0-1,1 1,-1-1,0 0,1 0,0 0,-1 0,1 0,0 0,0-1,0 1,0 0,0 0,1-1,-1 1,1-1,-1 1,1 0,0-1,0 1,0-1,0 1,1 0,-1-1,1 1,-1-1,1 1,0 0,0-1,9-15</inkml:trace>
  <inkml:trace contextRef="#ctx0" brushRef="#br0" timeOffset="23266.288">11004 1804,'-1'-1,"1"-1,-1 1,0 0,1 0,-1 0,1-1,-1 1,1 0,-1-1,1 1,0 0,0-1,0 1,0-1,0 1,0 0,0-1,0 1,0 0,1-1,-1 1,1 0,-1-1,1 1,0-1,0-2,0 0,1-9,0-1,1 1,1 0,0 0,1 0,1 0,0 1,0 0,2-1,-3 10,0 1,-1 0,1 0,1 0,-1 0,0 1,0 0,1 0,-1 0,0 1,1 0,-1 0,0 0,1 0,-1 1,0 0,1 0,-1 1,0 0,0-1,0 2,0-1,4 3,-1-2,-1-1,0 1,0-1,0 2,0-1,0 1,-1 0,0 1,1-1,-1 1,-1 0,1 1,-1-1,0 1,0 0,0 2,2 1,-13-13,0 21,6-13,0-1,1 1,-1-1,1 0,-1 1,1-1,0 1,1-1,-1 0,0 0,1 0,0 0,0 0,0 0,0 0,0 0,0-1,1 1,0-1,-1 0,1 0,0 0,0 0,0 0,0 0,0-1,0 0,1 1,-1-1,3 0,4 2,0-1,0-1,0 1,1-2,-1 1,0-2,1 1,-1-1,0-1,0 0,82-31,-69 21</inkml:trace>
  <inkml:trace contextRef="#ctx0" brushRef="#br0" timeOffset="23637.195">11578 1722,'38'-15,"-1"-2,-1-1,0-2,-2-1,6-6,-39 26,1 1,-1 0,0 0,0-1,1 1,-1-1,0 1,0-1,0 1,1-1,-1 0,0 0,0 1,0-1,0 0,-1 0,1 0,0 0,0 0,0 0,-1-1,1 1,-1 0,1 0,-1 0,1-1,-1 1,1 0,-1 0,0-1,0 1,0 0,0-1,0 1,0 0,0-1,0 1,-1 0,1-1,0 1,-1 0,1 0,-1 0,1-1,-1 1,0 0,1 0,-1 0,0 0,0 0,0 0,0 0,-10-1,0 1,0 1,0 0,0 0,0 1,0 0,0 1,1 1,-1-1,1 2,-1-1,1 2,0-1,1 1,-4 3,-53 39,64-45,0 0,0 0,0 0,1 0,-1 0,1 1,0-1,0 0,0 1,0-1,0 0,0 1,0-1,1 1,-1 0,1-1,0 1,0-1,0 1,0 0,0-1,1 1,-1-1,1 1,-1-1,1 1,0-1,0 1,0-1,1 0,6 7,1-1,0 0,1-1,0 0,0 0,0-1,1 0,0-1,0 0,1-1,-1-1,1 1,0-2,0 0,0 0,0-1,5 0,242 14,-181-15</inkml:trace>
</inkml:ink>
</file>

<file path=ppt/ink/ink8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19T14:26:24.677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102 410,'-3'19,"-2"13,-1 10,-1 5,-3 2,1-1,0-4,-1-7,-2-10,0-9,1-13,3-7</inkml:trace>
  <inkml:trace contextRef="#ctx0" brushRef="#br0" timeOffset="513.222">75 316,'4'-14,"33"-86,-35 97,0-1,0 1,0 0,1-1,-1 1,1 0,0 1,0-1,0 0,0 1,0 0,1-1,-1 1,1 1,-1-1,1 0,0 1,-1 0,1 0,0 0,0 0,0 1,0 0,4-1,2 3,0-1,0 2,0-1,0 2,0-1,-1 1,0 0,0 1,0 0,0 1,0 0,-1 0,0 1,-1 0,0 0,0 0,0 1,-1 0,0 1,0 0,0 2,-4-7,0 1,0-1,-1 0,1 1,-1-1,0 1,-1-1,1 1,-1-1,0 1,0-1,0 1,-1-1,1 1,-1 0,0-1,-1 0,1 1,-1-1,0 0,0 0,0 0,0 0,-1 0,1 0,-1-1,0 1,0-1,-1 0,-1 1,-10 9,0-1,-1-1,-1-1,0 0,0-1,-10 2,-116 58,141-68,1 0,-1 1,0-1,1 0,-1 0,1 1,0-1,-1 1,1-1,0 1,0 0,0 0,0-1,0 1,1 0,-1 0,1 0,-1 0,1 0,-1 0,1 0,0 0,0 0,0 0,0 0,0 0,1-1,-1 1,0 0,1 0,0 0,-1 0,1 0,0 0,0-1,0 1,1 1,57 49,-37-43,1 0,-1-2,1-1,1-1,-1-1,1-1,0 0,-1-2,1-1,1-1,-10 2,-1-1,1 0,-1-1,0 0,1-1,-1-1,0 0,0-1,0 0,-1-1,0-1,0 0,0-1,0 0,-1-1,-1-1,1 0,-1 0,2-3,-12 10,1 1,0-1,-1 1,1-1,0 0,-1 0,0 0,0 0,1 0,-1 0,-1 0,1-1,0 1,0 0,-1 0,1-1,-1 1,0 0,0-1,0 1,0-1,0 1,0 0,0-1,-1 1,0 0,1 0,-1-1,0 1,0 0,0 0,0 0,0 0,-1 0,1 0,0 0,-1 0,0 1,1-1,-1 1,0-1,0 1,0-1,0 1,0 0,0 0,-3-1,-2 1,0 1,0 0,0 0,0 0,0 1,0 0,0 0,0 1,1-1,-1 2,0-1,1 1,-1 0,1 0,0 1,0 0,0 0,1 0,-1 1,1-1,0 1,0 1,1-1,0 1,0 0,0 0,0 0,1 0,0 1,1-1,-1 1,1 1,2-4,-1 1,1-1,1 1,-1-1,0 0,1 1,0-1,0 1,1-1,-1 0,1 0,0 0,0 0,0 0,1 0,-1 0,1-1,0 1,0-1,0 0,0 1,1-2,0 1,-1 0,1-1,0 0,0 1,0-2,0 1,0 0,4 0,34 14</inkml:trace>
  <inkml:trace contextRef="#ctx0" brushRef="#br0" timeOffset="1318.357">1194 479,'-38'-1,"16"0,0 1,0 0,0 2,0 1,1 0,-1 1,-11 5,30-8,0 0,0-1,1 1,-1 0,0 1,1-1,-1 0,0 1,1-1,0 1,-1 0,1 0,0 0,0 0,0 0,0 1,0-1,1 1,-1-1,1 1,0-1,-1 1,1 0,0-1,1 1,-1 0,0 0,1 0,0 0,-1 0,1 0,0 0,1 0,-1 0,0-1,1 1,0 0,0 0,7 11,0-2,2 1,0-1,0 0,1-1,0 0,1-1,0 0,1-1,7 4,-5-2,53 47,-68-57,0-1,1 1,-1-1,0 1,0 0,1-1,-1 1,0 0,0-1,0 1,0 0,0-1,0 1,0 0,0-1,0 1,0 0,0-1,-1 1,1 0,0-1,0 1,-1-1,1 1,0 0,-1-1,1 1,-1-1,1 1,0-1,-1 1,1-1,-1 1,1-1,-1 0,0 1,1-1,-1 0,1 1,-1-1,0 0,1 0,-1 0,0 1,1-1,-1 0,0 0,-37 5,34-5,4 0,-8 1,0 0,0-1,0 0,0 0,0-1,0 0,0 0,0-1,0 0,0-1,1 1,-1-1,-1-2,8 4,1 0,0-1,0 1,0 0,0-1,0 1,0 0,0-1,0 1,0 0,1 0,-1-1,0 1,1 0,-1 0,1-1,0 1,-1 0,1 0,0 0,0 0,0 0,-1 0,1 0,0 0,0 0,0 1,1-1,-1 0,0 1,0-1,0 0,0 1,1 0,-1-1,0 1,0 0,1-1,-1 1,0 0,1 0,0 0,279-77,-280 77,24-6,0-2,0-1,-1-1,0-1,-1-1,5-5,-7-6,-20 22,-1 1,0-1,0 1,0-1,0 1,1-1,-1 0,0 1,0-1,0 1,0-1,-1 1,1-1,0 0,0 1,0-1,0 1,0-1,-1 1,1-1,0 1,0-1,-1 1,1-1,0 1,-1-1,1 1,-1 0,1-1,-1 1,1 0,0-1,-1 1,1 0,-1-1,0 1,1 0,-1 0,1 0,-1-1,1 1,-1 0,1 0,-1 0,0 0,1 0,-1 0,1 0,-1 0,1 0,-6 0,1 1,0-1,0 1,0 0,0 0,0 0,0 1,1-1,-1 1,0 1,1-1,-1 0,1 1,0 0,0 0,0 1,0-1,0 1,1-1,0 1,0 0,0 1,0-1,0 0,1 1,0-1,0 1,0 0,1 0,-1 0,1 0,0 0,1 0,-1 0,1 0,0 0,0 0,1 0,-1 0,1 0,0 0,0 0,1 0,0 0,0 0,0-1,0 1,1-1,1 2,3 2,0 0,0-1,1 1,0-2,0 1,1-2,0 1,0-1,0 0,1-1,-1 0,1 0,0-1,0 0,0-1,1 0,-1-1,1 0,-1-1,0 0,1 0,-1-1,1-1,-1 0,0 0,0-1,0 0,0-1,0 0,-1 0,8-5,-1-7,-1 0,0-1,-1-1,-1 0,0 0,-2-1,0-1,-1 0,-2-1,1 0,-2 0,0-6,21-65,-3-1,-5-1,-4 0,-3-14,-12 41,-11 70,-32 75,27-48,1 0,2 1,1 1,1 0,2 0,1 1,2 0,1 0,1 0,2 0,2 1,0-1,3 0,0 0,3 0,0 0,7 14,-4-25,0 0,2 0,0-1,1-1,1 0,1-1,1 0,1-1,0-1,13 9,26 2,-39-29</inkml:trace>
  <inkml:trace contextRef="#ctx0" brushRef="#br0" timeOffset="1568.513">1522 301,'16'-2,"27"1,29 4,27 3,23 3,9 0,-17-2</inkml:trace>
</inkml:ink>
</file>

<file path=ppt/ink/ink8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19T14:26:37.862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78 0,'-2'17,"-3"14,-4 11,-1 8,-1 2,1 2,-1-4,1-3,3-5,5-8,5-9,1-9</inkml:trace>
</inkml:ink>
</file>

<file path=ppt/ink/ink8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19T14:26:38.060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110 230,'3'17,"2"14,1 11,0 8,-2 4,-1 3,-4-1,-4-6,-1-7,1-10</inkml:trace>
  <inkml:trace contextRef="#ctx0" brushRef="#br0" timeOffset="249.332">1 203,'9'-17,"18"-6,21-6,28-1,25-1,25 5,23 5,15 6,-20 5</inkml:trace>
</inkml:ink>
</file>

<file path=ppt/ink/ink8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19T14:26:36.896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70 35,'-24'60,"9"14,3-1,4 2,1 65,5-121,1 0,1 0,0 0,1 0,1-1,1 1,1 0,1-1,0 0,1 0,1 0,5 8,-10-22,0-1,1 0,-1 0,1 0,0 0,0-1,0 1,0-1,0 1,0-1,1 0,-1 0,1-1,0 1,-1-1,1 1,0-1,0-1,0 1,0 0,0-1,0 0,0 0,0 0,-1 0,1-1,0 1,0-1,0 0,0 0,0-1,6-2,0 0,-1-1,1 0,-1-1,0 0,-1-1,1 1,-1-2,-1 1,1-1,-1 0,11-19,-2 0,-1-1,-1 0,-1-2,-2 1,-1-1,-1-1,-1 0,-2 0,-2 0,0-1,-2 0,-2 1,-1-1,-2-12,-8-70,5 159,-2 504,6-509</inkml:trace>
  <inkml:trace contextRef="#ctx0" brushRef="#br0" timeOffset="316.443">589 103,'0'14,"0"16,-2 15,-3 11,-4 8,-1 4,-3 3,0-5,1-7,3-13,8-14,4-11</inkml:trace>
  <inkml:trace contextRef="#ctx0" brushRef="#br0" timeOffset="713.839">631 335,'1'18,"2"-1,0 1,2-1,-1 0,2-1,0 1,1-1,1 0,1-1,0 1,0-2,2 1,0-1,-8-9,0 0,0 0,1 0,-1 0,1-1,0 0,1 1,-1-2,1 1,0 0,0-1,0 0,0 0,0 0,1-1,-1 0,1 0,0 0,-1-1,1 1,-1-5,0-1,-1 1,0-1,0 0,0 0,0 0,0 0,-1-1,0 0,0 1,0-1,-1 0,1-1,-1 1,-1 0,1-1,-1 1,0-1,0 1,0-1,-1 1,1-1,-2 0,2 5,7-79,-3-1,-4 0,-4-3,2-6,0-10,22 221,-14-88</inkml:trace>
</inkml:ink>
</file>

<file path=ppt/ink/ink8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19T14:26:40.949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72 3,'-17'-2,"-4"1,0 4,9 5,11 4,8 2,3-1</inkml:trace>
</inkml:ink>
</file>

<file path=ppt/ink/ink8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19T14:26:39.411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0 99,'77'0,"-1"3,1 4,53 12,-54 7,-74-26,0 1,0 0,0 0,0 1,0-1,0 0,-1 1,1-1,0 1,-1-1,1 1,-1 0,0 0,1 0,-1-1,0 1,0 1,0-1,-1 0,1 0,0 0,-1 0,1 0,-1 1,0-1,0 0,0 0,0 1,0-1,0 0,-1 0,0 3,-3 4,-1 1,0-1,-1 0,0-1,-1 1,1-1,-2 0,1-1,-1 0,0 0,-4 2,-2 4,-22 18,12-12,1 2,1 0,1 2,-7 10,26-31,1-1,0 0,-1 1,1-1,0 1,0 0,0-1,0 1,0 0,0 0,1 0,-1-1,0 1,1 0,0 0,-1 0,1 0,0 0,0 0,0 0,0 0,0 0,1 0,-1 0,1 0,-1 0,1-1,-1 1,1 0,0 0,0 0,0-1,0 1,0-1,1 1,-1-1,0 1,1-1,-1 1,2 0,10 4,-1 0,1-1,0 0,1-1,-1-1,1 0,0-1,-1 0,1-1,8-1,-20 1,36 1,-1 0,1-3,-1-1,1-2,-1-1,0-2,0-2,19-7,-13-2</inkml:trace>
  <inkml:trace contextRef="#ctx0" brushRef="#br0" timeOffset="247.347">137 345,'13'-2,"20"-1,22 0,22-2,15-2,8-3,1-1,-8 1,-19 2</inkml:trace>
  <inkml:trace contextRef="#ctx0" brushRef="#br0" timeOffset="502.205">956 85,'2'25,"-2"-1,-1 1,0-1,-2 0,-4 13,-4 113,12-142,0 1,1-1,0 0,0 0,0-1,1 1,0 0,1-1,0 0,0 1,0-2,1 1,0 0,1-1,-1 0,1 0,1 0,5 3,0-2,0 1,0-1,1-1,0 0,1-1,-1 0,1-1,0-1,0 0,0-1,0 0,1-1,-1-1,0 0,1-1,-1 0,0-2,0 1,0-2,0 0,-1 0,1-1,-1-1,7-4,14-13</inkml:trace>
  <inkml:trace contextRef="#ctx0" brushRef="#br0" timeOffset="680.731">860 331,'17'-2,"18"-1,18-2,14-3,9-2,4-2,-6-1,-7-3,-16 1</inkml:trace>
  <inkml:trace contextRef="#ctx0" brushRef="#br0" timeOffset="930.108">902 59,'27'-5,"29"-4,22 0,18-1,7 1,2 0,-19 2</inkml:trace>
  <inkml:trace contextRef="#ctx0" brushRef="#br0" timeOffset="1319.067">1748 99,'-52'30,"-76"57,122-82,0 1,0-1,0 2,1-1,0 0,0 1,1 0,0 0,0 1,1-1,0 1,0 0,0 0,1 0,1 0,-1 0,1 5,1-7,0 1,1-1,0 0,0 0,1 0,0 0,0 0,0-1,0 1,1-1,0 1,0-1,1 0,-1 0,1 0,0-1,1 1,-1-1,1 0,0 0,0 0,0-1,0 0,0 0,1 0,2 0,12 6,0-2,0 0,0-1,1-1,0-1,0-1,3 0,-3-1,-1-1,1-1,-1 0,1-1,-1-2,1 0,-1-1,0-1,0-1,-1 0,0-2,0 0,0-1,-1-1,-1-1,0-1,0 0,-1-1,0 0,-2-2,5-5,2-5,-1-2,-1 0,-2-2,14-29,-54 98,18-31,0 0,1 1,0-1,0 1,1 0,0 0,1 0,0 1,1-1,0 1,0-1,1 0,1 1,0-1,0 1,1-1,0 0,1 0,0 0,0 0,1 0,1-1,0 0,0 0,1 0,0 0,2 1,67 35,-38-32</inkml:trace>
</inkml:ink>
</file>

<file path=ppt/ink/ink8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19T14:27:04.746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2490 1906,'6'-17,"0"1,1 0,1 0,0 1,1 0,6-7,1-3,382-628,49-123,-423 734,90-133,-97 160,-17 15,0 1,0-1,0 0,0 0,-1 0,1 0,0 1,0-1,0 0,0 0,0 0,0 1,-1-1,1 0,0 0,0 1,0-1,0 0,0 0,0 1,0-1,0 0,0 0,0 1,0-1,0 0,0 0,1 0,-1 1,0-1,0 0,0 0,0 1,0-1,0 0,0 0,1 0,-1 0,0 1,0-1,0 0,1 0,-1 0,0 0,0 0,0 1,1-1,-1 0,0 0,0 0,1 0,-1 0,0 0,0 0,0 0,1 0,-1 0,0 0,1 0,-16 28,6-13</inkml:trace>
  <inkml:trace contextRef="#ctx0" brushRef="#br0" timeOffset="660.752">3104 185,'25'-14,"117"-49,89-24,-159 67,-71 20,0 0,-1-1,1 1,0 0,0 0,0 0,0 0,-1 0,1 0,0 1,0-1,0 0,-1 0,1 0,0 1,0-1,-1 0,1 1,0-1,-1 1,1-1,0 1,-1-1,1 1,-1-1,1 1,-1 0,1-1,-1 1,1 0,-1 0,0-1,1 1,-1 0,0 0,0-1,1 1,-1 0,0 0,0 0,0-1,0 1,0 0,0 0,0 0,0-1,-1 1,1 0,-14 43,12-39,-14 34,0-4,2 1,1 1,2 0,1 0,1 7,0 139,10-137,-2-1,-2 1,-3-1,-1 0,7-44,1 0,-1 0,0-1,1 1,-1 0,0 0,0 0,0-1,0 1,0 0,0 0,0 0,0 0,0-1,0 1,0 0,-1 0,1 0,0-1,0 1,-1 0,1 0,-1-1,1 1,-1 0,1-1,-1 1,1 0,-1-1,0 1,1-1,-1 1,0-1,1 1,-1-1,0 0,1 1,-1-1,0 0,0 1,0-1,1 0,-1 0,0 0,0 0,0 0,0 0,1 0,-1 0,0 0,0 0,0 0,0-1,1 1,-1 0,0 0,0-1,0 1,-49-110,28 70,-1 1,-2 1,-2 1,-2 1,0 2,-3 1,-1 1,-34-25,-15-4,80 58,14 10,-9-6,14 9</inkml:trace>
  <inkml:trace contextRef="#ctx0" brushRef="#br0" timeOffset="4546.836">1765 1592,'-4'-3,"2"5,7 3,7 4,2 0</inkml:trace>
  <inkml:trace contextRef="#ctx0" brushRef="#br0" timeOffset="1967.033">373 2329,'-48'49,"3"1,1 3,3 2,-29 51,51-73,1 1,2 1,1 1,2 0,2 1,1 0,1 1,3 0,-1 11,7-38,-1 1,1-1,1 1,0-1,0 1,2-1,-1 1,1-1,3 7,-4-14,-1 0,1-1,0 1,0 0,1-1,-1 1,1-1,0 0,-1 0,2 0,-1 0,0 0,0-1,1 1,-1-1,1 0,0 0,0-1,0 1,-1-1,2 1,-1-1,0-1,0 1,0 0,0-1,4 0,8-3,-1-1,0 0,1-1,-2-1,1-1,-1 0,0 0,0-2,-1 1,0-2,0 0,-1 0,-1-1,0-1,5-6,15-14,-2-1,-2-2,0 0,-3-2,-1-1,-2 0,-1-2,-2 0,-2-1,-2-1,-1-1,-3 0,-1 0,1-28,-9 49,0-1,-2 1,-1-1,-1 1,0 0,-4-9,5 22,0 0,-1 1,0-1,-1 1,0 0,0 0,-1 0,0 1,0-1,0 1,-1 0,-1 1,1-1,-1 1,0 1,0-1,-2 0,5 4,0 0,1 0,-1 0,0 1,0-1,0 1,0 0,0 1,0-1,-1 1,1-1,0 1,0 0,0 1,0-1,-1 1,1 0,0 0,0 0,0 0,0 1,1 0,-1 0,0 0,1 0,-1 0,1 1,0-1,0 1,-1 0,-3 5,0 0,0 0,1 1,-1 0,2 0,0 1,0-1,0 1,1 0,1 0,-1 4,-3 28,2 0,2 0,2 0,1 0,3 1,1-1,2-1,2 1,1-1,3 0,3 28,-2-4,11 56,5-2,23 51,-48-156,1 0,1 0,0-1,1 0,0 0,1 0,1-1,0 0,0-1,8 6,0-4</inkml:trace>
  <inkml:trace contextRef="#ctx0" brushRef="#br0" timeOffset="2313.623">1193 3066,'-3'-8,"0"1,0-1,-1 1,0-1,0 1,0 1,-1-1,0 1,0-1,-1 1,0 1,0-1,0 1,-1 0,0 1,0-1,0 1,0 1,0-1,-1 1,0 1,0-1,1 1,-1 0,-1 1,1 0,0 1,0-1,0 1,0 1,0 0,-1 0,1 0,0 1,1 1,-1-1,0 1,1 0,-1 1,1 0,0 0,0 0,1 1,-5 4,5-3,0 1,0 0,0 0,1 0,0 1,1-1,0 1,0 0,1 1,0-1,0 1,1-1,0 1,0 0,1 0,0 0,1 0,0-1,0 1,1 0,0 0,1 0,0 0,0-1,1 1,0-1,1 1,-1-1,1 0,1-1,0 1,0-1,0 0,1 0,0 0,1-1,-1 0,1 0,0-1,3 2,17 2,1 0,0-2,0-2,0 0,1-2,-1-1,1-1,0-1,0-2,-1-1,1-1,-1-2,11-3,31-6</inkml:trace>
  <inkml:trace contextRef="#ctx0" brushRef="#br0" timeOffset="3526.529">715 1919,'-21'161,"15"-131,1 1,1 0,1-1,2 2,2 1,20 29,-20-60,0-1,1 1,-1-1,0 0,1 0,-1 1,1-1,0 0,-1 0,1-1,0 1,-1 0,1-1,0 1,0-1,0 1,-1-1,1 0,0 0,0 1,0-2,0 1,0 0,0 0,-1 0,1-1,0 1,0-1,0 0,-1 1,1-1,0 0,-1 0,1 0,9-8,-1 0,0 0,0 0,-1-1,0-1,-1 0,-1 0,1 0,-2-1,1 0,-2 0,0-1,0 0,-1 0,-1 0,0-1,6-15,-2-1,-1 0,-1 0,-2-1,-1-14,-14 115,10-59,-2 10,0 1,2 0,0 0,2 0,0 0,2-1,1 9,22 16,-9-33</inkml:trace>
  <inkml:trace contextRef="#ctx0" brushRef="#br0" timeOffset="3782.192">1247 1960,'-9'14,"-6"9,0 8,1 6,-1 2,3 1,3-3,4-2,4-8,3-8</inkml:trace>
  <inkml:trace contextRef="#ctx0" brushRef="#br0" timeOffset="4015.563">1261 2001,'-5'14,"1"9,6 6,7-1,9 1,6-3,4-4,1-5,1-5,-2-6,-5-3,-4-2</inkml:trace>
  <inkml:trace contextRef="#ctx0" brushRef="#br0" timeOffset="4181.119">1574 1864,'-9'19,"-5"13,-1 8,0 4,3 1,1 1,2-3,3-5,3-6,1-8</inkml:trace>
  <inkml:trace contextRef="#ctx0" brushRef="#br0" timeOffset="4366.321">1780 1933,'-7'16,"-2"13,-3 7,2 4,2 1,3-2,1-2,3-4,0-4,1-8</inkml:trace>
  <inkml:trace contextRef="#ctx0" brushRef="#br0" timeOffset="17678.847">2107 1933,'0'11,"0"12,-2 5,-3 6,-4 4,1 0,-1-2,-2-5,2-5,-1-7,2-9,3-6</inkml:trace>
  <inkml:trace contextRef="#ctx0" brushRef="#br0" timeOffset="17928.178">1984 1933,'-9'-14,"-1"-5,6 2,13 2,19 5,18-1,18-3,15-1,7-4,-11 2</inkml:trace>
</inkml:ink>
</file>

<file path=ppt/ink/ink8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19T14:27:31.108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4522 4101,'-81'0,"1"-2,-1-5,-28-7,-368-99,234 85,175 23,0-2,0-3,1-4,0-2,-28-12,72 20,0 0,1-1,0-2,1 0,0-1,1-1,0-1,1-1,0 0,1-2,1 0,1-1,0 0,2-2,0 0,1 0,1-1,1 0,1-1,1-1,-1-5,2-24,3-1,2 1,2-1,3 1,1-1,4 1,12-50,20-110,49-139,-64 276,4 0,4 2,2 1,4 1,2 3,4 1,13-13,28-24,-83 103,-1 0,0 0,0-1,0 1,0 0,-1-1,1 1,0 0,0-1,-1 1,1-1,-1 1,0-1,1 1,-1-1,0 1,0-1,0 0,0 1,0-1,0 1,0-1,0 1,-1-1,1 1,-1-1,1 1,-1-1,0 1,1-1,-1 1,0 0,0-1,0 1,0 0,0 0,0 0,0 0,0 0,-1 0,1 0,0 0,-1 0,1 1,-1-1,1 0,-1 1,1-1,-2 1,-7-3,-1 1,1 0,-1 0,0 1,0 1,1 0,-1 0,-2 2,-15-1,19-2,-1 1,0 1,0 0,0 0,1 1,-1 0,1 1,-1 0,1 1,0-1,0 2,1-1,-1 1,1 1,0 0,0 0,1 0,0 1,0 0,0 0,1 1,0 0,0 1,-48 98,87-142,11-9,3 1,2 2,1 3,2 2,1 2,22-8,48-7,-122 48,0 1,1-1,-1 1,0 0,0-1,0 1,1 0,-1 0,0 0,0-1,1 1,-1 1,0-1,0 0,0 0,1 0,-1 1,0-1,0 0,0 1,0-1,1 1,-1 0,0-1,0 1,0 0,0 0,0-1,-1 1,1 0,0 0,0 0,0 0,-1 0,1 0,-1 0,1 0,-1 1,1-1,-1 0,0 0,1 0,-1 1,0-1,0 0,0 0,0 1,0-1,0 0,0 0,0 0,-1 1,1-1,0 0,-1 0,1 0,-1 0,1 1,-1-1,0 0,-67 153,56-131,2 1,0 0,2 1,1 0,0 1,2-1,1 1,1 0,1 0,2 0,0 1,5 24,-6-52,1 1,0-1,-1 1,1-1,-1 1,0-1,1 1,-1 0,1-1,-1 1,1-1,-1 1,0 0,1 0,-1-1,0 1,1 0,-1 0,0 0,1 0,-1 0,0 0,0 0,1 0,-1 0,0 0,1 0,-1 0,0 1,1-1,-1 0,0 0,1 1,-1-1,1 0,-1 1,0-1,1 1,-1-1,1 1,-1-1,1 1,-1-1,1 1,0-1,-1 1,1 0,0-1,-1 1,1 0,0-1,0 1,0 0,-1-1,1 1,0 0,0-1,0 1,0 0,0-1,0 1,1 0,-1 0,0-1,0 1,0 0,1 0,-356-169,347 165,-58-7,66 11,-1 0,1 0,0 0,-1 0,1 0,0 0,0 0,-1 0,1 0,0 0,0 0,0 0,0 0,1 0,-1 0,0 0,0 0,0 0,1 0,-1 0,1 0,-1 0,1 0,-1 0,1 0,0 0,-1 0,1-1,0 1,-1 0,1 0,0-1,0 1,0 0,0-1,0 1,0-1,0 0,0 1,0-1,50 37,-24-21</inkml:trace>
  <inkml:trace contextRef="#ctx0" brushRef="#br0" timeOffset="1471.828">98 1014,'8'357,"-7"-330,1-9,-1 0,-1 0,0 0,-1-1,-1 1,-1 0,-1-1,-3 13,7-29,0 0,0 0,-1 0,1 0,0 1,0-1,0 0,-1 0,1 0,0 0,-1 0,1-1,-1 1,1 0,-1 0,0 0,1 0,-1 0,0-1,0 1,1 0,-1-1,0 1,0 0,0-1,0 1,0-1,0 1,0-1,0 0,0 1,0-1,0 0,0 0,0 0,0 0,0 0,0 0,0 0,0 0,0 0,0 0,0-1,0 1,0 0,0-1,0 1,0-1,0 1,0-1,0 1,0-1,0 0,1 1,-1-1,-4-8,1-1,0 1,0-1,1 0,0 0,1 0,0 0,1 0,-1-7,0-2,-9-89,4 0,6-45,1 131,1 0,1 1,1-1,1 0,0 1,5-11,-6 24,0 0,1 0,0 1,0-1,0 1,1 0,0 0,1 1,-1-1,1 1,0 0,1 1,-1 0,1 0,0 0,1 1,-1 0,2 0,3-1,1 0,-1 1,1 1,0 1,0-1,0 2,0 0,0 0,1 2,-1-1,3 2,-11-2,0 1,0 0,-1 0,1 0,0 0,-1 1,1 0,-1 0,0 0,1 0,-1 1,0-1,0 1,-1 0,1 0,-1 1,1-1,-1 1,0 0,0-1,-1 2,1-1,-1 0,0 0,0 1,0-1,-1 1,1-1,-1 1,0 0,0 4,-3 6,0 0,-1-1,0 1,-1 0,-1-1,0 0,-1 0,-1-1,0 0,-1 0,0 0,-1-1,0 0,-1-1,0 0,-5 3,-12 15,-1-2,-1-1,-2-1,-1-1,-27 15,15-5,44-33,1 0,-1 0,0 0,1 0,-1 0,1 0,-1 0,1 0,0-1,-1 1,1 0,0 0,0 0,-1-1,1 1,0 0,0-1,0 1,0-1,0 1,0-1,0 0,0 1,0-1,0 0,0 1,0-1,1 0,1 1,224 69,-201-61,118 25,-140-33,0-1,0-1,0 1,-1-1,1 1,0-1,-1 0,1 0,-1-1,1 1,-1-1,1 0,-1 0,0 0,0 0,0 0,0-1,0 1,-1-1,1 0,-1 0,0 0,1 0,-2 0,1-1,0 1,0 0,-1-1,0 1,0-1,22-115,-22 106,-3-109,1 123,1 0,0-1,0 1,0-1,-1 1,1-1,0 1,-1 0,1-1,0 1,-1-1,1 1,-1-1,1 0,-1 1,1-1,-1 1,1-1,-1 0,0 1,1-1,-1 0,1 0,-1 0,0 1,1-1,-1 0,1 0,-1 0,0 0,1 0,-1 0,0 0,1 0,-1 0,0-1,1 1,-1 0,1 0,-1 0,0-1,1 1,-1 0,1-1,-1 1,1 0,-1-1,1 1,-1-1,1 1,0-1,-1 1,1-1,-1 1,1-1,0 0,-1 1,-2 10,0 1,1 0,0 0,0 0,1 0,1 0,0 0,0 1,1-1,0 0,1 0,1 0,-1-1,2 1,-1-1,2 1,-1-1,6 8,-5-12,0-1,0 0,0 0,1-1,0 1,0-1,0-1,0 1,1-1,-1 0,1 0,0-1,0 0,0 0,0 0,0-1,0 0,1-1,-1 0,0 0,5-1,26-4</inkml:trace>
  <inkml:trace contextRef="#ctx0" brushRef="#br0" timeOffset="2451.375">944 959,'-9'2,"1"-1,-1 1,1 1,0 0,-1 0,1 0,0 1,1 0,-1 1,1 0,0 0,0 0,0 1,1 0,0 0,0 1,1 0,-1 0,2 0,-1 0,-2 6,6-10,1 1,-1-1,1 0,0 1,-1-1,2 0,-1 0,0 1,1-1,-1 0,1 0,0 1,0-1,0 0,0 0,1 0,-1 0,1 0,0-1,0 1,0 0,0-1,0 0,1 1,-1-1,1 0,0 0,-1 0,2 0,86 45,-52-32,64 35,-100-49,0 1,-1-1,1 1,0-1,-1 1,1-1,-1 1,0 0,1 0,-1 0,0 0,0 0,0 0,-1 0,1 0,0 0,-1 0,1 0,-1 0,0 1,0-1,0 0,0 0,0 0,0 1,0-1,-1 0,1 0,-1 0,0 0,1 0,-1 0,0 0,0 0,-1 0,0 1,-2 4,-2-1,1-1,0 1,-1-1,0 0,0 0,-1-1,1 1,-8 2,4-1,-2 0,1-1,-1 0,0-1,0-1,0 1,0-2,-1 0,-7 0,19-2,1 0,-1 0,0 0,0 0,1 0,-1 0,0-1,1 1,-1 0,0 0,1-1,-1 1,0-1,1 1,-1 0,1-1,-1 1,1-1,-1 0,1 1,-1-1,1 1,0-1,-1 1,1-1,0 0,-1 1,1-1,0 0,0 0,0 1,0-1,-1 0,1 1,0-1,0 0,0 0,1 1,-1-1,0 0,0 1,0-1,0 0,1 1,-1-1,0 0,1 1,-1-1,0 0,1 1,-1-1,1 1,-1-1,1 1,-1-1,1 1,-1-1,1 1,0 0,-1-1,1 1,0 0,-1-1,1 1,0 0,0 0,149-147,-146 144,29-30,-2-1,-1-1,-2-1,-1-2,7-16,-19 3,-15 50,-1 0,1 1,-1-1,0 0,1 1,-1-1,0 1,1-1,-1 1,0-1,0 1,1-1,-1 1,0 0,0-1,0 1,0 0,0 0,1 0,-1 0,0 0,0 0,0 0,0 0,0 0,0 0,1 0,-1 0,0 0,0 1,0-1,0 0,1 1,-1-1,0 1,0-1,1 1,-1-1,0 1,1-1,-1 1,0 0,1-1,-1 1,1 0,-1 0,1-1,0 1,-1 1,-4 3,0 0,1 1,0-1,0 1,0 1,1-1,0 0,0 1,0-1,1 1,0 0,0 0,1 0,0 0,0 0,1 0,0 1,0-1,0 0,1 0,0 0,1 0,-1 0,1 0,1 0,-1-1,1 1,0-1,1 0,-1 0,1 0,1 0,-1 0,1-1,0 0,0 0,0 0,1-1,5 4,-3-4,0 1,1-2,0 1,0-1,0 0,0-1,0 0,1 0,-1-1,0-1,1 1,-1-1,1-1,-1 0,1 0,-1-1,0 0,0-1,0 0,0 0,0-1,-1 0,1 0,-1-1,0 0,0-1,-1 0,0 0,0 0,0-1,-1 0,0-1,0 1,3-7,10-23,-1 0,-2-1,-2-1,-2 0,-1-1,-2-1,-2 1,2-38,10-118,-10 0,-8-52,-6 146,-1 80,6 21,-1 1,0 0,0 0,1 1,-1-1,0 0,1 0,-1 0,0 0,1 1,-1-1,0 0,1 0,-1 1,0-1,1 1,-1-1,1 1,-1-1,1 1,-1-1,1 1,-1-1,1 1,0-1,-1 1,1 0,0-1,-1 1,1 0,0-1,0 1,0 0,-1-1,1 1,0 0,0-1,0 1,0 0,0 0,0-1,1 1,-1 0,-10 49,2 0,2 1,3-1,3 42,-1-47,3 0,1 0,3 0,1-1,3 0,1 0,3 2,-8-28,1-1,1 0,0 0,1-1,0 0,2 0,0-1,1-1,0 1,1-2,0 0,1-1,1 0,0-1,1-1,0 0,0-1,6 2,-17-8,1 0,0-1,-1 1,1-1,0-1,0 1,0-1,1 0,-1 0,0 0,0-1,1 0,-1 0,0-1,0 0,1 0,3-2,-8 2,-1-1,0 0,0 0,0 0,0 0,0 0,-1-1,1 1,-1 0,1 0,-1 0,0 0,0-1,0 1,0 0,0 0,0-1,-1 1,1 0,-1 0,1 0,-1 0,0-1,0 1,0 0,0 1,0-1,0 0,-1 0,1 0,-1 1,1-1,-1 1,0-1,1 1,-2-1,-24-28,-1 2,-1 0,-2 2,0 1,-2 2,-6-2,-33-22,-2 3,-1 3,-50-18,60 29,65 29,0 1,-1-1,1 0,0 0,0 1,0-1,-1 0,1 1,0-1,0 0,0 0,0 1,0-1,0 0,0 1,1-1,-1 0,0 0,0 1,0-1,1 0,-1 1,0-1,1 1,-1-1,1 0,-1 1,1-1,-1 1,1-1,-1 1,1-1,-1 1,1-1,0 1,-1 0,1-1,-1 1,1 0,0 0,0-1,-1 1,1 0,0 0,-1 0,1 0,0 0,0 0,-1 0,1 0,0 0,0 0,318-107,-99 45,-128 40</inkml:trace>
  <inkml:trace contextRef="#ctx0" brushRef="#br0" timeOffset="3553.044">289 2229,'49'185,"-32"-134,-14-40,17 54,3 0,3-2,20 35,-11-52,-34-45,0-1,0 0,0 0,-1 1,1-1,0 0,0 0,0 0,0 0,0 0,0 0,0 0,0 0,-1 0,1 0,0 0,0-1,0 1,0 0,0-1,-1 1,1-1,0 1,0-1,-1 1,1-1,0 1,-1-1,1 0,0 1,-1-1,1 0,-1 1,1-1,-1 0,0 0,1 0,-1 1,0-1,1-1,42-117,-36 92,13-50,-4-1,-3 0,-3-1,-2-52,-8 118,1 6,-1-1,0 1,0 0,-1 0,1 0,-2-1,1 1,-1 0,0 0,0 1,-2-4,4 10,-1 0,1-1,0 1,0 0,0-1,-1 1,1 0,0 0,-1-1,1 1,0 0,0 0,-1 0,1 0,0-1,-1 1,1 0,0 0,-1 0,1 0,0 0,-1 0,1 0,0 0,-1 0,1 0,-1 0,1 0,0 0,-1 0,1 0,0 0,-1 0,1 0,0 1,-1-1,1 0,0 0,0 0,-1 0,1 1,0-1,-1 0,1 0,0 1,0-1,0 0,-1 1,1-1,0 0,0 1,0-1,0 0,0 1,-1-1,1 0,0 1,0-1,0 0,0 1,0-1,0 0,0 1,0-1,0 0,0 1,1-1,-1 0,0 1,0-1,-4 22,1 1,2-1,0 0,1 1,1-1,1 0,1 0,3 6,5 33,2 0,4-1,2-1,2-1,15 27,-10-34</inkml:trace>
  <inkml:trace contextRef="#ctx0" brushRef="#br0" timeOffset="3802.378">957 2202,'0'16,"3"15,2 14,2 13,0 8,0 4,-1 1,-2-6,-1-12,-2-11,-1-15</inkml:trace>
  <inkml:trace contextRef="#ctx0" brushRef="#br0" timeOffset="4108.134">999 2284,'14'25,"2"-1,1-1,1 0,1-1,1-1,0 0,2-2,0-1,2 0,0-2,0-1,10 4,-32-17,0-1,0 0,-1 0,1 0,0 0,0 0,0 0,0-1,0 1,0 0,0-1,1 0,-1 0,0 1,0-1,0 0,0-1,0 1,1 0,-1-1,0 1,0-1,0 1,0-1,0 0,0 0,0 0,-1 0,1-1,0 1,0 0,-1-1,1 1,-1-1,1 1,-1-1,0 0,0 1,0-1,0 0,0 0,0 0,1-2,1-18,0-1,-2 0,0 0,-1 1,-2-1,0 0,-1 0,-2 1,-5-17,-61-166,68 197,2 7,-1-1,1 0,0 1,0-1,0 0,1 0,-1 0,0 0,1 0,-1 0,1 0,0 0,-1 0,1 0,0 0,0 0,0 0,1 0,-1 0,1 0,-1 0,1 0,-1 0,1 0,0 0,0 0,0 0,0 0,0 1,18-6,3 4</inkml:trace>
  <inkml:trace contextRef="#ctx0" brushRef="#br0" timeOffset="4302.87">1736 1929,'2'16,"4"15,2 11,1 8,0 5,2 0,0 0,0-3,-4-3,-1-5,-3-8,-2-7,0-10</inkml:trace>
  <inkml:trace contextRef="#ctx0" brushRef="#br0" timeOffset="6007.324">1531 1834,'1'0,"-1"1,1 0,-1-1,1 1,-1 0,1-1,-1 1,1-1,0 1,-1-1,1 1,0-1,-1 1,1-1,0 0,0 0,-1 1,1-1,0 0,0 0,0 0,-1 0,1 1,0-1,0 0,0-1,0 1,-1 0,1 0,0 0,0 0,0-1,-1 1,1 0,0-1,-1 1,1-1,0 1,-1 0,1-1,0 0,-1 1,1-1,0 0,1 0,-1-1,1 0,0 0,-1 0,1 0,-1 0,1-1,-1 1,0 0,0-1,0 1,0 0,-1-1,1 1,-1-1,1 0,-1 1,0-1,0 1,0-1,0 1,0-1,-1 0,0 0,1 3,-1 0,0 0,0 0,1 0,-1 0,0 0,0 0,1 0,-1 0,0 1,1-1,-1 0,0 0,1 1,-1-1,0 0,1 1,-1-1,1 1,-1-1,1 1,-1-1,1 1,-1-1,1 1,-1 0,1-1,0 1,-1 0,1-1,0 1,0 0,-1-1,1 1,0 0,0-1,0 1,0 0,0 0,0-1,0 1,0 0,0 0,0-1,0 1,1 0,-1-1,0 1,2 1,-1-1,1 1,0-1,-1 1,1-1,0 0,0 0,0 0,0 0,0 0,0 0,0 0,0-1,0 1,1-1,-1 0,0 1,0-1,1 0,-1 0,1-1,-1 1,72-4,-35-1</inkml:trace>
  <inkml:trace contextRef="#ctx0" brushRef="#br0" timeOffset="6222.746">2091 1766,'-2'16,"-1"12,0 9,0 4,4 6,3-2,4-1,3-3,-1-4,0-4,-5-12,-5-10</inkml:trace>
  <inkml:trace contextRef="#ctx0" brushRef="#br0" timeOffset="6402.776">1900 1738,'-7'-14,"5"-7,11-7,19-5,21-5,23-2,22 1,16 4,13 9,-15 8</inkml:trace>
</inkml:ink>
</file>

<file path=ppt/ink/ink8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19T14:27:45.862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78 191,'-13'-7,"-11"-4,1-3,7-6,15-12,6-20,3-2</inkml:trace>
</inkml:ink>
</file>

<file path=ppt/ink/ink8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19T14:27:44.513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110 1,'24'18,"1"-1,1-1,0-1,17 6,-18-9,-1 1,0 1,0 1,-2 2,10 7,-28-20,1 0,-1 1,0-1,0 1,-1 0,1 0,-1 0,0 0,-1 1,1-1,-1 1,0 0,0-1,-1 1,0 0,0 0,0 0,-1 0,1 0,-2 0,1 1,-1-1,1 0,-2-1,1 1,-1 0,0 0,0 0,0-1,-1 2,-10 14,0 0,-1 0,-1-1,-1-1,-13 13,-42 52,70-82,-1-1,1 1,0-1,-1 1,1 0,0-1,0 1,0 0,0 0,0 0,0 0,1 0,-1 0,1 0,-1 0,1 0,0 0,0 0,0 0,0 0,0 0,0 0,1 1,-1-1,1 0,-1 0,1 0,0-1,0 1,0 0,0 0,0 0,0-1,0 1,0 0,1-1,-1 1,1-1,-1 1,2 0,8 3,0-1,0 0,1-1,-1 0,1-1,0 0,-1 0,1-1,0-1,10-1,-10 1,10 1,1-1,0-1,-1-1,1-1,-1-1,0-1,0-1,0-1,8-5,-26 11,-1-1,0 1,0-1,0 0,0 0,0 0,0 0,-1-1,1 1,-1-1,0 1,1-1,-1 0,-1 0,1 0,0 0,1-3,0-16</inkml:trace>
  <inkml:trace contextRef="#ctx0" brushRef="#br0" timeOffset="334.559">1 316,'258'-13,"-157"11,-1-4,1-5,72-17,-172 27,11 0,0-2,0 1,0-2,-1 0,1 0,-1-1,0 0,0-1,0 0,-1-1,0 0,-1-1,4-2,-12-9,-23 29,14 1,1 0,-1 1,2 0,0 0,0 0,1 1,0 0,2 0,-1 0,1 0,1 0,1 1,-1-1,2 1,0 0,1-1,1 3,-1-9,0 0,0-1,1 1,1 0,-1-1,1 0,0 1,0-1,1 0,0-1,0 1,0-1,0 1,1-1,0-1,0 1,1-1,-1 0,1 0,0 0,0-1,0 0,1 0,-1 0,15 5,1-1,0-1,0 0,0-2,0-1,18 1,-14-2,-1-2,0 0,1-1,-1-2,0-1,6-2,11-6</inkml:trace>
  <inkml:trace contextRef="#ctx0" brushRef="#br0" timeOffset="583.891">724 316,'19'0,"17"0,17 0,14 0,8 0,6 0,-1-3,-8-2,-13-4,-17 1</inkml:trace>
  <inkml:trace contextRef="#ctx0" brushRef="#br0" timeOffset="833.234">902 55,'26'-4,"24"-2,22 0,16 4,11 4,3 1,-3 4,-17 0</inkml:trace>
  <inkml:trace contextRef="#ctx0" brushRef="#br0" timeOffset="1100.508">1871 110,'-59'6,"32"-4,1 0,-1 2,1 1,1 1,-1 2,-13 5,35-11,1-1,-1 1,0 0,1 1,0-1,0 1,0-1,0 1,0 0,0 0,1 0,-1 0,1 1,0-1,0 1,0-1,0 1,1 0,0 0,-1 0,1 0,1-1,-1 1,0 1,1-1,0 0,0 0,0 0,1 0,-1 0,1 0,0 0,0 0,1-1,-1 1,1 0,-1 0,1-1,0 1,1-1,-1 1,10 9,1 0,0 0,1-1,0-1,0 0,1-1,1-1,0 0,0-2,1 1,-1-2,2 0,-1-1,0-1,1 0,8-1,16 3,0-2,0-2,1-2,-1-1,1-3,-1-1,0-2,-1-2,0-2,24-10,-66 21,1 1,0 0,-1-1,1 1,0-1,0 1,0-1,-1 1,1 0,0-1,0 1,0-1,0 1,0 0,0-1,0 1,0 0,0-1,0 1,1-1,-1 1,0 0,0-1,1 1,-1-1,0 1,0-1,1 1,-1-1,1 1,-1-1,0 1,1-1,-1 0,1 1,-1-1,1 1,-1-1,1 0,0 0,-1 1,1-1,-1 0,1 0,0 0,-1 0,1 0,-1 1,1-1,0 0,-1 0,1-1,0 1,-1 0,1 0,-1 0,1 0,-1 0,1-1,0 1,-1 0,1-1,-1 1,1-1,-3 6,1-1,0 0,-1 1,1-1,1 1,-1 0,1-1,-1 1,1 0,1-1,-1 1,1-1,-1 1,1-1,1 1,-1-1,1 1,-1-1,1 0,1 0,-1 0,0 0,1 0,0 0,0-1,0 1,3 2,38 14,-24-15</inkml:trace>
</inkml:ink>
</file>

<file path=ppt/ink/ink8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19T14:27:18.825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397 329,'11'9,"12"13,7 13,12 11,9 12,11 9,5 7,4 3,-1 0,-3-2,-6-4,-9-7,-11-7,-10-10,-11-12</inkml:trace>
  <inkml:trace contextRef="#ctx0" brushRef="#br0" timeOffset="667.418">424 424,'-4'33,"1"1,2 0,2 0,1-1,1 1,2-1,2 1,1-2,1 1,2-1,1 0,14 26,13-2,-35-71,-74-195,-14-71,83 280,0-1,1 1,-1-1,1 1,-1-1,1 1,-1-1,1 0,0 1,0-1,-1 0,1 1,1-1,-1 1,0-1,0 0,1 1,-1-1,0 1,1-1,0 0,-1 1,1-1,0 1,0 0,0-1,0 1,0 0,0 0,0-1,0 1,0 0,1 0,-1 0,0 0,1 1,-1-1,1 0,-1 0,1 1,-1-1,1 1,0 0,0-1,36-5,0 1,1 2,0 1,0 2,-1 2,-20-1,0 0,0 2,-1 0,1 1,-1 0,0 2,11 4,-23-8,0 0,-1 1,1-1,-1 1,0 0,0 0,0 0,0 0,0 1,-1 0,1 0,-1 0,0 0,0 0,-1 1,1-1,-1 1,0-1,0 1,0 0,-1 0,0 0,0 0,0 0,-1 0,1 1,-1-1,-1 3,0 2,-1 1,0 0,-1-1,-1 1,0-1,0 0,-1 0,0-1,0 1,-1-1,0 0,-1-1,0 0,-1 0,-8 7,-133 96,108-84,8-6</inkml:trace>
  <inkml:trace contextRef="#ctx0" brushRef="#br0" timeOffset="6286.95">3455 0,'-7'3,"0"2,1 2</inkml:trace>
  <inkml:trace contextRef="#ctx0" brushRef="#br0" timeOffset="1538.026">1639 956,'-13'4,"2"1,-1 0,0 1,1 1,0-1,1 1,-1 1,2 0,-1 1,1 0,0 0,1 1,0 0,0 0,1 1,1 0,0 0,0 1,1 0,0 0,0 6,0-7,0 0,1 1,1 0,0-1,0 1,2 1,-1-1,1 0,1 0,0 0,1 0,0 1,2 6,-2-17,0 0,-1 0,1 0,0 0,0 0,0 0,0-1,0 1,0 0,1-1,-1 1,0-1,1 1,-1-1,1 0,0 1,-1-1,1 0,0 0,0 0,0 0,0-1,0 1,0-1,0 1,0-1,0 1,0-1,0 0,0 0,0 0,0 0,0 0,0-1,1 0,64-36,-44 12,-1-1,-1 0,-1-2,-1 0,-2-1,-1-1,-1 0,-2-1,-1-1,-1 0,-1-4,-2 8,-1 0,-2 0,0-1,-2 1,-1-1,-2 0,-1 0,-1-2,2 27,1 0,-2 0,1 0,0 0,-1 0,0 0,0 0,0 0,0 0,-1 0,1 0,-1 1,0-1,0 1,-1-1,1 1,-1 0,1 0,-1 0,0 0,0 0,-1 1,1-1,0 1,-1 0,0 0,1 0,-1 0,0 1,0 0,0 0,0 0,0 0,0 0,0 1,0 0,0-1,0 2,0-1,-4 1,-2 4,1 1,0-1,0 2,1-1,0 1,0 1,1-1,-1 2,2-1,-1 0,1 1,0 0,1 1,0-1,1 1,0 0,1 0,-1 1,2-1,0 1,0-1,1 1,0 0,1-1,0 1,1 8,4 5,0 0,2 0,0-1,2 1,1-2,0 0,10 14,7 17,-6-10,-3 1,-1 1,-2 0,-2 1,-2 0,-2 1,-2 0,-2 0,-2 2,-3-26</inkml:trace>
  <inkml:trace contextRef="#ctx0" brushRef="#br0" timeOffset="2218.045">1967 1298,'-25'346,"19"-328,-1-33,7-15,2 0,1 0,2 0,1 0,1 1,8-20,-13 38,0 0,1 1,1-1,0 1,0 0,1 0,0 0,1 1,0 0,0 0,1 0,0 1,1 0,0 0,0 1,4-3,-10 9,1 0,-1 0,0 1,0-1,0 1,0-1,0 1,0 0,1 0,-1 0,0 0,0 0,0 0,1 1,-1-1,0 1,0-1,0 1,0 0,0 0,0 0,0 0,0 0,0 0,-1 1,1-1,0 1,-1-1,1 1,-1-1,0 1,1 0,-1 0,1 2,22 72,-24-67,-1-1,-1 1,1-1,-1 1,-1-1,1 0,-2 0,1 0,-1 0,0 0,0-1,-1 0,0 0,-1 0,1 0,-1-1,-1 0,1 0,-1-1,0 0,0 0,0-1,-1 1,0-2,0 1,7-3,0-1,1 1,-1 0,0-1,0 0,1 1,-1-1,0 1,0-1,0 0,0 0,0 1,1-1,-1 0,0 0,0 0,0 0,0 0,0 0,0 0,0 0,1 0,-1-1,0 1,0 0,0-1,0 1,1 0,-1-1,0 1,0-1,0 1,1-1,-1 1,0-1,1 0,1-1,1 0,0 1,0-1,0 0,0 1,0-1,0 1,0 0,1 0,-1 0,0 0,1 0,-1 0,1 1,-1-1,1 1,-1 0,2-1,0 1,2-2,1 1,0 0,0 1,0 0,0 0,0 0,0 1,0 0,0 0,0 0,-1 1,1 1,-1-1,1 1,-1 0,0 0,0 1,0-1,0 1,-1 1,1-1,-1 1,0 0,-1 0,1 1,-1-1,0 1,-1 0,1 0,-1 0,0 1,0 2,0-5,-1 1,0-1,0 1,-1 0,1 0,-1 0,0-1,0 1,-1 1,0-1,1 0,-2 0,1 0,-1 0,1 0,-1 0,-1 0,1-1,-1 1,0 0,0-1,0 1,0-1,-1 1,0-1,0 0,0 0,-1 0,1-1,-1 1,-1 0,-10 3,0-1,0 0,0-1,-1-1,1-1,-1 0,0-1,0 0,0-2,0 0,0 0,0-2,-5-1,9 3,-6-7,23 0</inkml:trace>
  <inkml:trace contextRef="#ctx0" brushRef="#br0" timeOffset="4771.776">2116 410,'4'0,"0"-1,0 1,0 0,0 0,0 0,0 1,0-1,-1 1,1 0,0 0,0 0,-1 1,1-1,-1 1,1 0,-1 0,0 0,0 1,0-1,0 1,0-1,0 1,-1 0,1 0,-1 0,0 1,0-1,0 0,0 1,-1 0,1-1,-1 1,0 0,0-1,0 1,-1 0,1 2,-2 9,0 0,-1 0,-1 0,0 0,-1-1,0 1,-1-1,-1 0,-1 0,-25 83,32-95,0 1,-1-1,1 1,0-1,0 1,0-1,0 1,1-1,-1 1,1-1,0 0,-1 1,1-1,0 0,0 1,0-1,1 0,-1 0,1 0,-1 0,1 0,0 0,-1 0,1-1,0 1,0-1,0 1,0-1,1 0,-1 0,0 0,0 0,1 0,-1 0,1 0,-1-1,0 0,1 1,0-1,101 0,-90-2,-1-1,-1 0,1-1,0 0,-1-1,0 0,9-6,2-5</inkml:trace>
  <inkml:trace contextRef="#ctx0" brushRef="#br0" timeOffset="5020.043">2035 616,'16'2,"13"1,10-5,10-4,9-4,3-4,-1-3,-6 0,-11 0,-12 3</inkml:trace>
  <inkml:trace contextRef="#ctx0" brushRef="#br0" timeOffset="5270.911">2445 397,'2'1,"0"1,0-1,0 1,0-1,0 1,-1 0,1 0,0 0,-1 0,0 0,1 0,-1 0,0 1,0-1,0 0,0 1,-1-1,1 1,-1-1,1 2,4 17,-2 1,0-1,-1 1,-1 0,-2 16,5 68,-3-102,0 0,0 1,0-1,0 0,1 0,0 0,-1 0,1 0,1 0,-1-1,1 1,-1-1,1 1,0-1,0 0,0 0,1-1,-1 1,1-1,-1 1,1-1,0 0,0 0,0-1,0 1,0-1,1 0,-1 0,0 0,0-1,1 1,-1-1,2 0,4 0,-1-1,1 0,-1 0,1-1,-1 0,0-1,0 0,0 0,0-1,-1 0,1 0,-1-1,0 0,0-1,1-1,17-15</inkml:trace>
  <inkml:trace contextRef="#ctx0" brushRef="#br0" timeOffset="5437.464">2403 601,'21'0,"19"-2,11-6,7-3,0-3,-3 0,-10-1,-13 2</inkml:trace>
  <inkml:trace contextRef="#ctx0" brushRef="#br0" timeOffset="5617.824">2445 397,'21'-7,"20"-5,18-2,10-2,6 3,-2 3,-13 3</inkml:trace>
  <inkml:trace contextRef="#ctx0" brushRef="#br0" timeOffset="6036.996">3114 383,'-14'0,"1"1,0 1,0-1,0 2,0 0,0 1,0 0,1 1,-2 1,9-4,0 0,0 1,0 0,0 0,0 1,1-1,0 1,0 0,0 0,0 0,0 1,1 0,0-1,0 1,0 0,1 0,0 1,0-1,0 0,0 1,1-1,-1 3,2-4,0 0,0 1,0-1,1 0,-1 1,1-1,0 0,0 0,1 1,-1-1,1 0,0 0,0-1,0 1,0 0,1-1,0 1,-1-1,1 0,1 0,-1 0,0 0,1 0,-1-1,1 0,3 2,4 2,1 0,0-1,0 0,1-1,-1 0,1-1,0 0,5-1,0 0,-1-1,1-1,-1 0,1-2,-1 0,1 0,-1-2,0 0,0-1,0-1,-1 0,0-2,0 0,-1 0,0-1,0-1,-1-1,3-3,-13 10,0 0,0-1,0 1,-1-1,1 0,-1 0,0 0,-1-1,1 1,-1-1,0 1,0-1,-1 0,0 0,0 1,0-1,-1 0,1 0,-2 0,1 0,-1 0,1 0,-1 5,0 1,1-1,-1 1,0-1,0 1,1 0,-1-1,0 1,0 0,0-1,1 1,-1 0,0 0,0 0,0 0,0 0,0 0,1 0,-1 0,0 0,0 0,0 0,0 1,1-1,-1 0,0 0,0 1,0-1,1 1,-1-1,0 1,1-1,-1 1,0-1,1 1,-1 0,1-1,-1 1,1 0,-1-1,1 1,-1 0,1 0,0-1,-1 1,1 0,0 0,0 0,0 0,0-1,0 1,0 0,0 0,0 0,0 0,0 0,0-1,0 2,-2 3,1 0,0 0,-1 0,1 0,1 0,-1 1,1-1,0 0,0 0,1 1,-1-1,1 0,0 0,1 0,-1 0,1 0,0 0,0 0,1-1,-1 1,1-1,0 1,0-1,1 0,-1 0,1-1,0 1,0-1,0 1,0-1,1 0,-1-1,1 1,0-1,0 0,22 7,-3-4</inkml:trace>
  <inkml:trace contextRef="#ctx0" brushRef="#br0" timeOffset="21415.808">0 3688,'148'6,"116"21,80 6,190 4,-142 1,112 11,153 48,-623-91,126 27,1-7,2-7,53-5,186-22,-379 6,0 0,0-1,-1-1,1-1,-1-1,0-1,0-1,-1-1,0-1,0-1,-1-1,-1 0,0-1,-1-2,0 0,-1 0,-1-2,0 0,0-3,2-7,-2 0,0-1,-2-1,-2 0,0 0,-2-2,-1 1,-2-1,1-13,2-25,-3-1,-4 0,-3-51,-12-36,-29-138,-2-20,33 147,8-1,6 0,8 1,25-109,-10 84,-7 31,8 2,27-75,-50 212,2 1,0 0,2 0,1 1,0 0,1 1,1 0,1 1,1 0,8-7,214-186,-140 93,-93 116,0 0,0 0,1 1,-1-1,1 1,0 0,0 0,0 0,0 0,0 1,0 0,0-1,0 2,1-1,-1 0,0 1,1 0,-1 0,0 0,3 1,-5-1,7-1</inkml:trace>
  <inkml:trace contextRef="#ctx0" brushRef="#br0" timeOffset="22244.108">4356 1434,'-10'31,"8"-25,-13 49,-2-1,-2 0,-3-2,-2 0,-21 31,77-131,42-62,-5-2,43-100,-99 184,-3 21,-8 25,-2-12,2 7,0 0,1 0,1 0,0-1,1 1,0-1,1 0,0 0,1-1,0 0,1 0,8 9,121 113,-102-103,43 49,-77-78,-1 0,1 0,-1 0,1 0,-1 0,0 0,1 0,-1 0,0 0,0 0,0 0,0 0,0 0,0 0,0 0,0 0,0 0,-1 0,1-1,0 1,-1 0,1 0,0 0,-1 0,1 0,-1 0,0 0,1-1,-1 1,0 0,1 0,-1-1,0 1,0-1,1 1,-1 0,0-1,0 0,0 1,0-1,0 1,0-1,0 0,0 0,0 0,0 1,-53 10,49-11,-101 7,-1-4,-8-5,105 2,-8-1,14 1</inkml:trace>
  <inkml:trace contextRef="#ctx0" brushRef="#br0" timeOffset="23471.91">5271 3701,'1'54,"1"-29,-2 0,0 0,-1-1,-2 1,0 0,-2-1,-1 0,-6 17,12-39,0-1,0 0,0 1,0-1,0 0,-1 0,1 1,0-1,-1 0,1 1,-1-1,0 0,1 0,-1 0,0 0,0 0,1 0,-1 0,0 0,0 0,0 0,0 0,0 0,-1-1,1 1,0 0,0-1,0 1,-1-1,1 0,0 1,0-1,-1 0,1 0,0 1,-1-1,1 0,0 0,-1-1,1 1,0 0,-1 0,1-1,0 1,-1 0,1-1,0 0,0 1,0-1,0 0,0 1,-1-1,1 0,-5-14,1 1,0-1,1 0,1 0,1-1,0 1,0 0,2-1,0-7,-1 0,1 21,-2-28,1 1,1-1,1 0,2 1,1 0,1 0,2-2,-5 25,1 0,-1 0,1 0,0 0,1 1,-1-1,1 1,0 0,1 0,-1 0,1 0,0 1,0 0,0 0,1 0,-1 1,1 0,0 0,0 0,0 1,1-1,-1 2,0-1,1 1,-1 0,1 0,-1 0,1 1,0 0,-1 1,1-1,-1 1,1 1,0 0,3 0,-1 0,0 1,0 0,0 1,-1 0,1 0,-1 1,0 0,0 1,3 2,-8-6,-1 0,0 0,1 1,-1-1,0 0,0 1,-1-1,1 1,0 0,-1-1,1 1,-1 0,0 0,0 0,0 0,-1 0,1 0,-1 0,1 1,-1-1,0 0,0 0,-1 0,1 0,-1 0,1 0,-1 0,0 0,0 0,0 0,-1 0,1 0,-2 1,-4 5,0 1,-1-2,0 1,-1-1,0-1,0 1,-1-2,0 1,0-1,0-1,-1 0,0 0,-1-1,-79 48,89-51,-1 1,1 0,1-1,-1 1,0 0,0 0,1 0,-1 1,1-1,0 0,-1 0,1 1,0-1,0 1,1-1,-1 1,0-1,1 1,0 0,-1-1,1 1,0 0,1-1,-1 1,0-1,1 1,-1 0,1-1,0 1,0-1,0 0,0 1,0-1,0 0,1 1,-1-1,1 0,0 0,0 0,-1 0,1-1,0 1,1 0,9 7,-1-1,1-1,1 0,-1 0,1-1,0-1,1 0,-1-1,1 0,0-1,0-1,0 0,0-1,1 0,-1-1,14-2,-15 1,1-1,-1 0,0-1,1-1,-1 0,0 0,-1-2,0 1,1-2,-2 1,1-2,-1 1,2-3,18-18</inkml:trace>
  <inkml:trace contextRef="#ctx0" brushRef="#br0" timeOffset="23721.243">5804 3647,'-7'-4,"-5"4,-2 8,1 12,3 9,2 6,4 5,6 3,8 0,10-2,7-6,7-6,6-9,2-7,0-6,-4-4,-10-2</inkml:trace>
  <inkml:trace contextRef="#ctx0" brushRef="#br0" timeOffset="23883.404">5571 3770,'19'0,"17"0,20-2,13-1,10-3,2-2,-5-2,-16 1</inkml:trace>
  <inkml:trace contextRef="#ctx0" brushRef="#br0" timeOffset="24521.784">5763 3483,'96'7,"1"-4,-1-4,0-4,-1-5,25-8,-73 12,24-4,-100 24,1-6,15-5,0 1,0 0,1 1,-1 0,1 1,0 0,1 1,-1 1,-9 7,20-13,0-1,-1 0,1 1,0-1,0 1,0-1,0 1,0-1,1 1,-1-1,0 1,1 0,-1 0,1-1,0 1,-1 0,1 0,0-1,0 1,0 0,0 0,1 0,-1-1,0 1,1 0,-1-1,1 1,-1 0,1-1,0 1,0 0,0-1,0 1,0-1,0 0,0 1,1-1,55 44,-54-43,64 37,-48-30,-1 0,0 2,-1 0,0 1,-1 1,0 1,-1 0,12 14,-26-26,1-1,-1 1,0 0,1 0,-1 0,0 0,0 0,0 0,0 0,-1 1,1-1,0 0,-1 0,0 1,1-1,-1 0,0 1,0-1,-1 0,1 1,0-1,-1 0,1 0,-1 1,0-1,0 0,0 0,0 0,0 0,0 0,0 0,-1 0,1 0,-1-1,1 1,-1 0,0-1,0 1,0-1,-1 1,-2 1,0 1,-1-1,0 0,1-1,-1 0,0 0,0 0,0 0,-1-1,1 0,0 0,0-1,-1 0,1 0,0 0,-5-1,10 0,-1 1,1-1,0 1,0-1,-1 0,1 1,0-1,0 0,0 0,-1 0,1 0,0 0,0 0,1 0,-1 0,0 0,0 0,0 0,1-1,-1 1,1 0,-1-1,1 1,-1 0,1-1,0 1,0-1,-1 1,1 0,0-1,0 1,1-1,-1 1,0 0,0-1,1 0,22-49,-5 26,2 1,1 1,0 1,2 1,0 0,1 2,2 1,-1 1,18-7,-42 22,0 1,1 0,-1-1,0 1,0 0,1 0,-1 0,1 0,-1 0,1 0,-1 1,1-1,0 0,-1 1,1-1,0 1,-1 0,1-1,0 1,0 0,-1 0,1 0,0 0,0 0,-1 1,1-1,0 1,-1-1,1 1,0-1,-1 1,1 0,-1 0,1 0,-1 0,1 0,-1 0,0 0,0 0,1 0,-1 1,0-1,0 1,0-1,0 0,0 1,-1 0,1-1,0 1,-11 143,9-137,0 1,1 0,0-1,0 1,1 0,0-1,0 1,1-1,1 1,-1-1,1 0,1 0,-1 0,1 0,1 0,-1-1,1 0,1 0,-1 0,1-1,0 0,1 0,2 1,-2-1,1-1,0 0,0-1,1 0,-1 0,1 0,0-1,0-1,0 0,0 0,1-1,-1 0,0 0,1-1,-1 0,1-1,-1 0,0 0,0-1,1 0,-1-1,-1 0,1-1,0 1,-1-2,0 1,18-16</inkml:trace>
  <inkml:trace contextRef="#ctx0" brushRef="#br0" timeOffset="24770.833">6623 3688,'17'0,"16"0,17 0,14-3,7-2,4-3,-4-3,-15 1</inkml:trace>
  <inkml:trace contextRef="#ctx0" brushRef="#br0" timeOffset="25019.167">6705 3470,'21'-5,"21"-3,19-2,18 0,15 2,-10 1</inkml:trace>
  <inkml:trace contextRef="#ctx0" brushRef="#br0" timeOffset="25182.731">7593 3470,'-3'16,"-2"12,-1 9,1 5,1 2,1 0,4 1,1-2,3-2,1-7,-2-6,0-11,-2-7</inkml:trace>
  <inkml:trace contextRef="#ctx0" brushRef="#br0" timeOffset="25434.057">7320 3374,'26'-7,"21"-3,21 2,15 0,14 3,8 5,5 3,-16 3</inkml:trace>
</inkml:ink>
</file>

<file path=ppt/ink/ink8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19T14:34:10.823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2373 123,'-95'-36,"-48"17,-89-5,31 13,-154-8,177 11,-40 2,41 21,-64 11,167-14,39-5,-1 1,1 2,1 2,0 1,-21 12,39-18,-1 1,2 1,-1 0,1 1,1 1,0 0,0 1,2 0,-1 1,1 1,1 0,1 1,0 0,0 0,0 5,6-12,2-6,0 0,1 1,-1-1,0 1,1 0,0-1,0 1,0 0,0 0,0 0,0 0,1 0,-1 0,1 0,0 0,0 0,0 0,1 0,-1 0,0 0,1 0,0 0,0 0,0-1,0 1,0 0,1 0,-1-1,1 1,0-1,0 1,0-1,0 1,11 5,1-1,0 0,0 0,0-2,1 0,0 0,0-2,0 1,10-1,99 13,1-5,39-5,-65-3,761 1,-774-5,0-4,-1-4,0-3,32-12,117-30,-229 51,1 0,-1 0,0 0,0-1,0 0,0 0,-1 0,0-1,1 1,-2-1,1 0,0 0,-1-1,0 1,-1-1,1 1,-1-1,0 0,0 0,-1 0,1 0,-1 0,-1 0,1-1,-1 1,0 0,-1 0,0 0,1-1,-2 1,1 0,-1 0,0 1,0-1,-1 0,1 1,-1-1,-1 1,1 0,-1 0,0 0,0 0,-2-1,2 3,-1 0,0 0,1 1,-1 0,0 0,0 0,0 0,0 1,-1 0,1 0,0 1,0-1,-1 1,1 0,0 1,-1-1,1 1,0 0,0 0,0 0,0 1,-2 1,0 0</inkml:trace>
</inkml:ink>
</file>

<file path=ppt/ink/ink8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19T14:34:12.525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2129 0,'-57'54,"2"2,3 3,2 2,-33 54,-72 136,10 7,-17 66,45-88,-423 791,455-837,8 4,8 2,0 37,54-178,-29 99,7 2,1 38,20-28,-21 116,-59 191,88-427,2-11,0-1,-3 0,-1 0,-12 27,15-52,18-72,-8 36</inkml:trace>
  <inkml:trace contextRef="#ctx0" brushRef="#br0" timeOffset="684.069">149 4138,'-10'180,"4"391,6-560,-2 24,0 1,-3 0,0-1,-5 11,10-47,-1 1,1 0,0 0,0 0,-1 0,1 0,0-1,-1 1,1 0,0 0,0 0,-1 0,1 0,0 0,-1 0,1 0,0 0,0 0,-1 0,1 0,0 1,-1-1,1 0,0 0,0 0,-1 0,1 0,0 0,0 1,-1-1,1 0,0 0,0 0,-1 1,1-1,0 0,0 0,0 1,0-1,0 0,-1 1,1-1,0 0,0 0,0 1,0-1,0 0,0 1,0-1,0 0,0 1,-5-32,4 29,-49-496,44 436,-29-160,59 234,-4-5,1-1,0-2,0 0,1-1,-1-1,4-1,22 3,-30-3,-8-1,1 0,-1 0,1 1,-1 1,0-1,1 1,-1 1,0 0,0 0,0 1,-1 0,1 0,-1 1,0 0,0 0,-1 1,0 0,6 6,-12-5,1 0,-1 0,0 0,-1 0,0 0,0 0,0 0,-1 0,0 0,0 0,-1 0,0 0,0 0,0-1,-1 1,0-1,-1 0,1 0,-1 0,0 0,-1 0,1-1,-5 4,-33 44,-3-1,-42 36,-78 91,165-179,-18 29,18-28,-1-1,1 0,0 1,-1-1,1 1,0-1,0 1,0-1,-1 1,1-1,0 1,0-1,0 1,0-1,0 1,0-1,0 1,0-1,0 1,0-1,0 1,1-1,-1 1,0-1,0 1,0-1,1 1,-1-1,0 1,0-1,1 1,-1-1,0 0,1 1,-1-1,1 0,-1 1,0-1,1 0,-1 1,1-1,-1 0,1 0,-1 0,1 1,-1-1,1 0,-1 0,1 0,-1 0,1 0,-1 0,1 0,18-1</inkml:trace>
</inkml:ink>
</file>

<file path=ppt/ink/ink8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19T14:34:14.357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26 1,'6'102,"-5"1,-5-1,-12 77,10-112,3-46,2-14,0 1,0-1,0 1,1-1,0 1,1-1,0 1,0-1,0 1,2 2,-2-9,0 0,0-1,0 1,0 0,1-1,-1 1,0-1,0 1,0-1,1 1,-1-1,0 0,1 1,-1-1,0 0,1 0,-1 0,0 0,1-1,-1 1,0 0,1 0,-1-1,0 1,0-1,1 1,-1-1,0 1,0-1,0 0,0 0,0 1,0-1,0 0,0 0,0 0,0 0,0-1,-1 2,135-122,-117 108,-14 12,0-1,0 0,0 0,0 0,-1 0,1 0,-1-1,0 0,0 0,0 0,0 0,-1 0,0 0,0-1,0 1,0-1,-1 1,1-1,-1 0,0-1,-7-43,6 48,-1 1,0 0,1 0,-1 0,1 0,-1 0,1 0,-1 0,0 0,1 0,-1 0,1 1,-1-1,1 0,-1 0,1 0,-1 1,1-1,-1 0,1 1,-1-1,1 0,-1 1,1-1,-1 0,1 1,0-1,-1 1,1-1,0 1,0-1,-1 1,1-1,0 1,0-1,-1 1,1-1,0 1,0 0,0-1,0 1,0-1,0 1,0-1,0 1,0 0,0-1,1 1,-1-1,0 1,0-1,0 1,1 0,-11 50,3 2,3-1,1 1,3 2,-1-22,0 206,1-174</inkml:trace>
</inkml:ink>
</file>

<file path=ppt/ink/ink8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19T14:34:16.841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15 3,'-5'-2,"-1"1,2 1,5 1,4 0,1-1</inkml:trace>
</inkml:ink>
</file>

<file path=ppt/ink/ink8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19T14:34:14.725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74 533,'-2'17,"-4"14,-2 11,0 10,0 6,3 2,2-2,1-6,4-10,3-12,1-11</inkml:trace>
  <inkml:trace contextRef="#ctx0" brushRef="#br0" timeOffset="248.384">61 55,'-14'3,"-5"5,1 10,8 10,14 6,14 8,4-5</inkml:trace>
  <inkml:trace contextRef="#ctx0" brushRef="#br0" timeOffset="502.272">320 752,'31'-26,"-10"11,-2-1,0-1,0-1,-2-1,0 0,-1-1,-1-1,-1 0,2-7,-14 26,0 0,-1 0,0 0,1 0,-1 0,0-1,0 1,0-1,0 1,-1 0,1-1,-1 1,1-1,-1 1,0-1,0 0,0 1,0-1,-1 1,1-1,-1 1,1-1,-1 1,0 0,0-1,0 1,0 0,0-1,-1 1,1 0,-1 0,1 0,-1 0,0 1,0-1,0 0,0 1,0-1,-1 0,-3 2,1 0,-1 0,0 1,1-1,-1 1,1 0,-1 1,1 0,-1-1,1 2,0-1,0 1,0-1,0 1,0 1,1-1,0 1,-1 0,1 0,0 0,1 0,-1 1,1-1,-1 2,-3 5,0-1,1 1,0 0,1 0,0 1,1 0,0 0,1 0,0 0,1 0,0 1,1-1,1 13,0-19,0 0,0 0,1 0,0 0,1 1,-1-1,1-1,0 1,0 0,1 0,0-1,0 0,0 1,1-1,0 0,0-1,0 1,0-1,1 1,-1-2,1 1,0 0,1-1,-1 0,0 0,1 0,0-1,4 2,39 6,-2-6</inkml:trace>
  <inkml:trace contextRef="#ctx0" brushRef="#br0" timeOffset="1034.637">1003 356,'-12'-2,"-1"0,1 2,-1-1,1 1,-1 1,1 0,0 1,-1 1,1 0,0 0,0 1,1 1,-1 0,1 0,0 1,0 0,1 1,-6 5,14-9,-1 1,1-1,-1 1,1 0,0 0,0 0,1 0,-1 0,1 0,0 1,0-1,1 0,-1 1,1-1,0 0,0 1,0-1,0 1,1-1,0 0,0 0,0 1,1-1,-1 0,1 0,0 0,0 0,0-1,1 1,-1 0,1-1,0 0,0 1,0-1,0 0,1-1,-1 1,1-1,0 1,-1-1,1 0,2 0,19 12,1-1,0-2,1 0,1-2,26 5,27 10,-79-24,-1 0,1 0,0 0,-1 0,1 1,0-1,-1 0,1 1,-1-1,1 1,-1 0,1-1,-1 1,1 0,-1 0,0 0,1 0,-1 0,0 0,0 1,0-1,0 0,0 0,0 1,0-1,0 1,0-1,-1 1,1-1,-1 1,1-1,-1 1,1 0,-1-1,0 1,0 0,0-1,0 1,0 0,0-1,0 1,-1 0,1-1,-1 1,1-1,-1 1,0 1,-6 4,0 0,0-1,0 1,-1-2,0 1,-1-1,1 0,-1 0,0-1,0-1,0 1,-3-1,12-2,-1-1,1 1,-1-1,1 1,-1-1,0 1,1-1,-1 0,0 1,1-1,-1 0,0 0,1 0,-1 1,0-1,1 0,-1 0,0 0,0 0,1 0,-1 0,0 0,0 0,1-1,-1 1,0 0,1 0,-1-1,0 1,1 0,-1-1,0 1,1 0,-1-1,1 1,-1-1,1 1,-1-1,1 0,-1 1,1-1,0 1,-1-1,1 0,0 1,-1-1,1 0,0 1,0-1,0 0,-1 1,1-1,0 0,0 0,0 1,0-1,0 0,0 0,1 1,-1-1,0 0,0 1,1-2,24-44,172-192,-114 156,-82 82,-1-1,0 1,1 0,-1-1,0 1,1 0,-1 0,1-1,-1 1,1 0,-1 0,0 0,1 0,-1 0,1-1,-1 1,1 0,-1 0,1 0,-1 0,1 0,-1 0,0 1,1-1,-1 0,1 0,-1 0,1 0,-1 0,1 1,-1-1,0 0,1 0,-1 1,0-1,1 0,-1 1,0-1,1 0,-1 1,0-1,1 0,-1 1,0-1,0 1,0-1,0 1,1-1,-1 0,0 1,0-1,0 1,0-1,0 1,0-1,0 1,0-1,0 1,0-1,-2 37,0-28,1 7,-1 129,2-139,1 0,0 0,1 0,-1 0,1 0,0 0,0-1,1 1,0-1,0 0,0 1,0-1,1-1,0 1,0-1,0 1,1-1,-1 0,1-1,0 1,0-1,2 1,52 4,-32-14</inkml:trace>
  <inkml:trace contextRef="#ctx0" brushRef="#br0" timeOffset="1284.968">1385 1,'-9'4,"1"12,7 12,13 10,11 11,2-4</inkml:trace>
  <inkml:trace contextRef="#ctx0" brushRef="#br0" timeOffset="1867.572">1659 616,'0'-48,"1"-1,-2 0,-2 0,-2 0,-9-39,11 79,3 8,-1 0,0-1,0 1,1-1,-1 1,1-1,-1 1,1-1,0 1,0-1,0 0,-1 1,2-1,-1 1,0-1,0 0,0 1,1-1,-1 1,1-1,-1 1,1-1,-1 1,1-1,0 1,0 0,0-1,0 1,66-6,-49 8,13 0,-16-2,1 1,-1 0,1 1,-1 1,1 1,-1 0,0 1,0 0,0 2,6 2,-15-2,-1-1,0 0,-1 1,1 0,-1 0,-1 1,1-1,-1 1,0-1,0 1,-1 0,0 0,0 1,-1-1,0 0,0 0,0 1,-1-1,0 0,-1 1,0-1,0 0,0 1,-1-1,0 0,-1 2,-1 19,2-12,1-13,-1 0,1 0,0 0,0 0,0 1,1-1,-1 0,1 0,-1 0,1 1,0-1,1 0,-1 0,0 1,1-1,0 0,0 0,0 0,0 0,0 0,1 0,-1 0,1 0,0-1,-1 1,1 0,1-1,-1 0,0 1,1-1,-1 0,1 0,-1 0,1-1,0 1,0-1,0 1,10-3,0 0,-1-1,1-1,0 0,-1 0,0-1,0-1,0 0,0-1,-1 0,0 0,0-2,0 1,-1-1,-1-1,1 1,-1-2,-1 1,1-1,5-10,9-13,-1-1,-1-1,-2-1,4-14,-28 63,0 0,1-1,0 2,1-1,0 0,1 0,1 1,0 0,1-1,1 1,0 0,-1-8,1 0,1 0,-1 1,1-1,0 0,0-1,1 1,0 0,0-1,0 1,1-1,-1 0,1 0,1 0,-1-1,0 1,1-1,0 0,0-1,1 1,-1-1,1 0,-1 0,6 1,-2-1,1 0,0-1,1 0,-1 0,0-2,0 1,1-1,-1 0,0-1,0-1,1 1,-1-2,0 1,-1-1,1-1,0 0,-1 0,0-1,0 0,0 0,-1-1,5-4,13-11</inkml:trace>
  <inkml:trace contextRef="#ctx0" brushRef="#br0" timeOffset="7287.906">921 1476,'-6'-17,"2"21,-1 33,5-35,-36 393,36-383,-2-3,2-1,-1 1,1-1,1 1,-1-1,2 1,-1-1,1 1,0-1,1 0,3 8,-4-14,0 0,1 0,-1-1,0 1,1-1,-1 1,1-1,-1 0,1 0,0 0,0 0,-1-1,1 1,0-1,0 1,0-1,0 0,0 0,-1 0,1-1,0 1,0-1,0 0,-1 1,1-1,0 0,-1-1,1 1,-1 0,1-1,-1 1,1-1,-1 0,0 0,0 0,0 0,1-2,15-10,-1-1,-1-1,-1-1,0 0,-1 0,-1-2,0 0,-2 0,0-1,-1 0,-1-1,5-19,-3 5,-2-1,-2 0,-1 0,-1-1,-2 0,-2 1,-2-19,-3 133,6-28,1 0,3-1,8 30,-3-35</inkml:trace>
  <inkml:trace contextRef="#ctx0" brushRef="#br0" timeOffset="7536.286">1576 1462,'-2'21,"-4"19,-4 13,-4 8,-1 5,-1-3,3-3,0-11,8-16,5-13</inkml:trace>
  <inkml:trace contextRef="#ctx0" brushRef="#br0" timeOffset="7835.775">1549 1476,'6'23,"2"-1,0 0,1 0,1-1,1 0,1-1,1 0,0-1,2 0,0-1,1-1,1-1,1 1,-8-8,-1-1,1 0,0 0,1-1,0 0,0-1,1-1,-1 1,1-2,7 2,-18-6,1 1,-1-1,1 0,-1 0,1-1,0 1,-1 0,1 0,-1-1,1 1,-1-1,1 1,-1-1,1 0,-1 0,0 1,1-1,-1 0,0 0,0 0,1-1,-1 1,0 0,0 0,0-1,-1 1,1 0,0-1,0 1,-1-1,1 1,-1-1,1 1,-1-1,0 0,7-63,-7 56,-21-165,0 24,21 148,0-1,0 0,1 1,-1-1,1 1,-1-1,1 0,0 1,0-1,0 1,0 0,0-1,1 1,-1 0,1 0,-1 0,1 0,0 0,0 0,0 0,0 0,0 1,0-1,0 1,0 0,1 0,-1-1,1 2,-1-1,1 0,-1 0,1 1,0-1,-1 1,1 0,-1 0,3 0,24-3</inkml:trace>
  <inkml:trace contextRef="#ctx0" brushRef="#br0" timeOffset="8087.101">2205 1366,'0'14,"0"12,0 10,0 9,0 6,0 3,0 2,0 1,0-2,0-4,0-6,2-10,3-12,1-9</inkml:trace>
  <inkml:trace contextRef="#ctx0" brushRef="#br0" timeOffset="8294.546">2532 1340,'0'13,"0"15,0 11,0 9,0 5,0 3,2-1,1-3,0-5,-1-7,0-10</inkml:trace>
  <inkml:trace contextRef="#ctx0" brushRef="#br0" timeOffset="8503.984">2327 1175,'-9'-9,"6"-6,18-2,26-3,31-5,30-3,23-1,14-1,-17 5</inkml:trace>
</inkml:ink>
</file>

<file path=ppt/ink/ink8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19T14:34:20.024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73 770,'0'20,"0"20,0 18,0 14,0 10,0 8,0 3,-2 1,-4-4,0-7,1-18</inkml:trace>
  <inkml:trace contextRef="#ctx0" brushRef="#br0" timeOffset="570.183">33 1274,'-24'-343,"16"262,11 24,-2 56,0 0,0 1,0-1,1 1,-1 0,0-1,0 1,0 0,1-1,-1 1,0 0,0 0,1 0,-1 0,0 1,1-1,-1 0,0 0,0 1,0-1,1 1,-1-1,0 1,0-1,0 1,0 0,0-1,0 1,0 0,0 0,0 0,0-1,17 11,0 1,-1 1,0 0,-1 1,-1 0,0 2,-1-1,-1 2,3 4,-14-18,0-1,0 1,0 0,-1-1,1 1,-1 0,0 0,0 0,0 0,0 0,0 0,-1 0,1 1,-1-1,0 0,0 0,0 0,0 1,-1-1,1 0,-1 0,0 0,0 0,0 0,0 0,-1 0,1 0,-1 0,1-1,-1 1,0-1,0 1,0-1,-1 0,1 1,-2 0,-2 1,0 0,-1 0,1-1,-1 0,0 0,0 0,0-1,0 0,0-1,0 1,-1-2,1 1,0-1,-1 0,1 0,-7-2,12 2,0-1,0 1,0-1,0 0,1 0,-1 1,0-1,1-1,-1 1,1 0,-1 0,1-1,0 1,-1 0,1-1,0 0,0 1,0-1,0 1,0-1,0 0,1 0,-1 0,1 1,-1-1,1 0,-1 0,1 0,0 0,0 0,0 0,0 0,17-64,5 24,1 1,2 0,21-24,11-19,-24 34,-2-2,-3-1,-2-2,-2 0,-3-2,-2 0,-3-1,3-25,-16 70,-1 1,-1-1,0 0,0 0,-1 0,-1 0,0 0,-1 0,0 1,-3-8,5 19,-1 0,1-1,-1 1,1 0,-1-1,0 1,1 0,-1 0,0-1,0 1,0 0,0 0,0 0,0 0,0 0,0 0,0 0,0 1,-1-1,1 0,0 1,0-1,-1 1,1-1,-1 1,1 0,0-1,-1 1,1 0,-1 0,1 0,-1 0,1 0,0 0,-1 1,1-1,-1 0,1 1,0-1,-1 1,1-1,0 1,-1 0,1-1,0 1,0 0,0 0,0 0,0 0,0 0,0 0,0 0,0 0,0 1,1-1,-1 0,0 0,1 1,-1-1,1 1,0-1,-1 1,-9 22,0 0,2 0,0 1,2 0,1 1,1-1,1 1,2 0,0 3,-2 25,3 1,2 0,2 0,3-1,2 0,3 0,1-1,4 0,5 8,-19-50,1 1,0-1,1 0,0 0,1 0,0 0,1-1,0 0,1-1,0 0,0 0,1 0,0-1,0-1,1 1,0-1,0-1,1 0,-9-5,0-1,0 1,0-1,0 0,0 1,0-1,0 0,0 0,0 0,0 0,0-1,0 1,0-1,0 1,0-1,-1 1,1-1,0 0,0 0,0 0,-1 0,1 0,-1-1,1 1,-1 0,1-1,-1 1,0-1,0 1,1-1,-1-1,10-17</inkml:trace>
  <inkml:trace contextRef="#ctx0" brushRef="#br0" timeOffset="819.515">197 483,'-17'-5,"-9"-4,-1-2,7 0,13 3,20 1,24 4,24-2,21-1,16-2,9 0,-3 1,-18 2</inkml:trace>
  <inkml:trace contextRef="#ctx0" brushRef="#br0" timeOffset="1104.751">879 510,'-2'0,"-1"-2,0-4,1 0</inkml:trace>
</inkml:ink>
</file>

<file path=ppt/ink/ink8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4-19T14:34:24.489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2189 7314,'-404'-131,"253"95,-1 7,-1 7,-2 6,0 8,-146 10,237 1,0 2,1 3,-1 3,2 3,0 2,1 4,-9 5,53-17,0 1,0 0,0 2,2 0,-1 0,1 2,1 0,0 0,-9 13,19-21,-1 1,1 0,0 0,0 1,1-1,0 1,0-1,0 1,1 0,0 0,0 0,1 1,0-1,0 0,1 1,0-1,0 0,1 1,0-1,0 0,0 0,1 0,0 0,1 0,0 0,2 5,6 4,1-1,1 0,0 0,1-1,1-1,0 0,0-1,1-1,1 0,0-1,0-1,14 5,30 14,2-2,1-3,0-3,2-2,0-4,1-2,0-3,0-3,1-3,0-4,-1-2,1-3,-1-2,0-4,-1-3,-1-3,55-22,-71 22,-1-1,-1-3,-2-1,0-3,-1-1,-2-3,-1-1,-1-2,-2-1,-1-3,16-21,-45 47,0 1,-1-2,0 1,-1-1,0 1,-1-2,1-3,-5 13,0 0,0 0,-1 0,1 0,-1 0,1-1,-1 1,0 0,0 0,-1 0,1-1,-1 1,1 0,-1 0,0 0,0 0,-1 0,1 0,-1 0,1 1,-1-1,0 0,0 1,0-1,0 1,0 0,-1 0,1 0,-1 0,1 0,-1 0,-1 0,-15-6,0 1,0 1,-1 1,0 1,0 0,-1 1,1 2,0 0,-1 1,0 1,1-1,-101 2,78 3</inkml:trace>
  <inkml:trace contextRef="#ctx0" brushRef="#br0" timeOffset="668.721">1943 7259,'190'12,"-163"-11,0-1,0-1,0-1,0-2,-1 0,1-2,-1-1,0-1,-1-1,0-1,0-2,-1 0,-1-2,0 0,-1-2,0 0,-2-1,11-12,4-18,-2-1,-3-2,-1-1,-3-2,-3 0,-1-2,-3 0,-3-1,3-20,52-220,-12-2,-13-3,-14-1,-11-43,-9 46,-5 32,11 0,12 2,16-19,43-65,60-125,-64 209,-68 210,-3 0,-2 0,1-31,-10 67,-2 19,-1 0,0 0,0 0,1-1,-1 1,0 0,1 0,-1 0,0 0,1 0,-1 0,0-1,0 1,1 0,-1 0,0 0,1 0,-1 0,0 0,1 0,-1 0,0 1,1-1,-1 0,0 0,1 0,-1 0,0 0,1 0,-1 1,0-1,0 0,1 0,-1 0,0 1,0-1,1 0,-1 0,0 1,0-1,0 0,0 1,1-1,-1 0,0 0,0 1,0-1,0 0,0 1,0-1,0 0,0 1,0-1,0 0,0 1,0-1,0 0,0 1,0-1,0 0,0 1,0 0,26 66,-12-26</inkml:trace>
  <inkml:trace contextRef="#ctx0" brushRef="#br0" timeOffset="3651.753">2776 5935,'11'28,"0"20,12 62,5-1,18 38,-45-146,-1 1,0 0,0 0,0 0,0 0,1 0,-1 0,1 0,0 0,-1-1,1 1,0 0,0 0,0 0,0-1,0 1,1-1,-1 1,0-1,1 1,-1-1,1 0,0 0,-1 1,1-1,0 0,0-1,-1 1,1 0,0 0,0-1,0 1,0-1,0 0,0 0,0 1,0-1,0-1,0 1,0 0,0 0,0-1,0 1,90-68,-65 44,340-302,-295 260</inkml:trace>
  <inkml:trace contextRef="#ctx0" brushRef="#br0" timeOffset="4657.511">1602 117,'-105'396,"75"-279,30-116,0 0,-1 0,1-1,-1 1,1 0,0 0,0 0,-1 0,1 0,0 0,0 0,0 0,0 0,0 0,0 0,0 0,1 0,-1-1,0 1,0 0,1 0,-1 0,0 0,1 0,-1 0,1-1,-1 1,1 0,0 0,-1-1,1 1,0 0,-1-1,1 1,0-1,0 1,0-1,-1 1,1-1,0 0,0 1,0-1,0 0,0 0,0 1,0-1,0 0,0 0,0 0,0 0,0 0,0-1,15-4,0-1,-1 0,0-1,0-1,0-1,-1 0,3-3,1 0,4-1,-1-1,-1 0,0-2,-1 0,-1-1,-1-1,3-5,-16 13,-16 23,0 11,1-1,1 1,1 1,1-1,1 2,1-1,1 1,1 4,3 73,8-60</inkml:trace>
  <inkml:trace contextRef="#ctx0" brushRef="#br0" timeOffset="4935.986">2271 458,'2'5,"1"10,-2 13,-2 8,-2 7,-2 3,1-1,1-6,1-10</inkml:trace>
  <inkml:trace contextRef="#ctx0" brushRef="#br0" timeOffset="5168.891">2353 103,'-7'-4,"3"7,6 12,9 14,11 10,1 0</inkml:trace>
  <inkml:trace contextRef="#ctx0" brushRef="#br0" timeOffset="5423.211">2558 623,'19'-20,"4"-1,-1-1,-1-1,-1 0,-1-2,-1 0,-2-1,7-13,-22 38,0 0,0-1,0 1,0 0,0 0,0-1,-1 1,1 0,0-1,-1 1,1 0,-1-1,1 1,-1-1,0 1,1-1,-1 0,0 1,0-1,0 1,0-1,0 1,-1-1,1 1,0-1,-1 1,1-1,-1 1,1-1,-1 1,0 0,0-1,0 1,1 0,-1 0,0 0,-1-1,1 1,0 0,0 0,0 0,-1 1,1-1,0 0,-1 0,1 1,-1-1,1 1,0-1,-1 1,0 0,1-1,-8 4,1-1,0 1,0 0,0 1,1 0,-1 0,1 1,0-1,0 2,0-1,1 1,0 0,0 0,0 1,1 0,0 0,0 0,0-1,0 0,1 1,-1-1,1 1,1 0,-1 0,1 0,0 0,1 1,0-1,0 1,0 0,1 0,1-1,-1 1,1 0,0 0,1 0,0-1,0 1,1 0,0-1,0 1,0-1,1 1,1-1,1 4,4-4,0 1,0-1,1-1,0 0,0 0,1-1,0 0,-1 0,1-2,1 1,-1-1,1-1,-1 0,1-1,-1 0,1-1,3 0,42 1</inkml:trace>
  <inkml:trace contextRef="#ctx0" brushRef="#br0" timeOffset="5877.018">3186 349,'-10'-4,"-1"0,1 1,-1 1,0 0,0 0,0 1,0 0,0 1,0 0,-1 1,1 0,0 1,0 0,1 0,-1 2,-10 3,19-5,-1 0,1 0,-1 0,1 0,0 1,0-1,0 1,0-1,1 1,-1 0,1 0,-1-1,1 1,0 0,0 0,0 0,1 0,-1 1,1-1,0 0,0 0,0 0,0 0,0 0,0 1,1-1,0 0,0 2,43 80,118 86,-161-170,0-1,0 1,0-1,0 1,0-1,-1 1,1 0,0-1,0 1,-1 0,1 0,0 0,-1 0,1 0,-1-1,1 1,-1 0,0 0,1 0,-1 0,0 0,0 0,0 0,1 0,-1 0,0 0,0 1,-1-1,1 0,0 0,0 0,0 0,-1 0,1 0,0 0,-1 0,1-1,-1 1,1 0,-1 0,0 0,1 0,-1-1,0 1,0 0,0 0,-5 1,0-1,0 1,0-1,0 0,-1-1,1 0,0 0,0 0,0-1,-1 1,1-2,0 1,0-1,0 0,0 0,1 0,-5-3,7 4,0-1,1 1,-1-1,0 0,1 0,-1 0,1 0,0 0,0 0,0-1,0 1,0-1,0 0,1 1,-1-1,1 0,0 0,0 0,0 0,0 0,0 0,1 0,-1 0,1 0,0 0,0-1,0 1,0 0,1 0,-1 0,1 0,0 0,0 0,0 0,1-2,9-12,0 0,1 1,1 0,0 1,1 0,1 2,0-1,1 2,0 0,1 1,0 0,14-5,-19 9,88-40,-98 47,-1-1,0 1,1 0,-1 0,0 0,1 0,-1 0,0 0,1 0,-1 1,0-1,1 0,-1 1,0-1,0 1,1-1,-1 1,0 0,0 0,0-1,0 1,0 0,0 0,0 0,0 0,0 0,0 0,0 0,-1 1,1-1,0 0,-1 0,1 0,-1 1,0-1,1 0,-1 1,0-1,0 0,5 60,-5-50,0 14,-1-9,1 0,0 0,1 0,0 0,2 0,0 0,0 0,2 0,0-1,1 0,4 8,-9-21,0-1,0 1,0 0,1-1,-1 1,1-1,-1 1,1-1,0 0,0 0,-1 1,1-1,0 0,0-1,0 1,0 0,0 0,0-1,0 0,0 1,1-1,-1 0,0 0,0 0,0 0,0 0,0-1,0 1,2-1,17-6</inkml:trace>
  <inkml:trace contextRef="#ctx0" brushRef="#br0" timeOffset="6140.817">3596 103,'-16'-2,"-8"4,0 8,4 12,11 11,11 13,5-3</inkml:trace>
  <inkml:trace contextRef="#ctx0" brushRef="#br0" timeOffset="6739.163">3705 676,'-4'-28,"1"-1,2 0,0 0,2 0,1 0,2 1,0-1,2 1,1 0,2 0,6-15,-15 43,0 0,0-1,0 1,0-1,-1 1,1-1,0 1,1-1,-1 1,0-1,0 1,0 0,0-1,0 1,0-1,0 1,1-1,-1 1,0 0,0-1,1 1,-1-1,0 1,1 0,-1-1,0 1,1 0,-1 0,0-1,1 1,-1 0,1 0,-1 0,0-1,1 1,-1 0,1 0,-1 0,1 0,-1 0,1 0,-1 0,0 0,1 0,-1 0,1 0,-1 0,1 0,-1 0,1 0,-1 0,1 1,-1-1,0 0,1 0,-1 1,1-1,8 27,-6-18,-1 4,1 0,1 0,0-1,1 1,1-1,0 0,0 0,1-1,0 0,1 0,1-1,0 0,0 0,2 1,-4-9,-1 1,1-1,0 0,0 0,0-1,0 0,0 0,1 0,-1-1,0 0,0-1,0 0,5-1,35 0,-45 4,0-1,1 1,-1-1,0 1,0 0,0 0,0 0,0 0,0 0,0 0,-1 1,1-1,-1 1,0-1,1 1,-1-1,0 1,-1 0,1-1,0 1,-1 0,0 0,1 0,-1-1,0 1,-1 0,1 0,0 0,-1-1,1 1,-1 0,0 0,0 8,1-7,-1-1,1 0,-1 1,0-1,1 1,0-1,0 1,0-1,0 1,1-1,-1 0,1 1,0-1,0 0,0 1,0-1,1 0,-1 0,1 0,0 0,0 0,0 0,0-1,0 1,1-1,-1 1,1-1,0 0,-1 0,1 0,0 0,0-1,3 2,9-2,0 0,1-1,-1-1,1 0,-1-1,1-1,-1 0,0-1,-1-1,1 0,-1-1,0 0,0-1,0-1,-1-1,9-7,-13 10,0 0,-1-1,0-1,0 1,-1-1,0 0,0-1,-1 0,0 0,-1 0,0-1,0 0,-1 0,0 0,-1 0,0 0,-1-1,2-10,-9 8,-5 38,5-9,1 1,0-1,2 1,-1 0,2-1,0 1,1 0,1 0,1 0,0 0,1-1,1 1,0-1,1 0,7 14,-1-14,0-5</inkml:trace>
  <inkml:trace contextRef="#ctx0" brushRef="#br0" timeOffset="6990.556">4497 21,'-4'-9,"0"1,3 5,3 2</inkml:trace>
  <inkml:trace contextRef="#ctx0" brushRef="#br0" timeOffset="7502.229">1670 1496,'0'18,"-2"21,-4 19,0 15,-1 10,-3 5,-1 2,-1-3,-1-7,-3-10,1-17</inkml:trace>
  <inkml:trace contextRef="#ctx0" brushRef="#br0" timeOffset="8235.824">1520 1647,'22'-5,"1"1,-1 1,1 1,-1 1,1 1,-1 1,1 1,-1 1,1 0,-1 2,0 1,-1 1,1 1,-2 0,1 2,-17-9,-1 0,0 0,1 1,-1-1,0 1,0 0,0 0,-1 0,1 0,0 1,-1-1,1 1,-1-1,0 1,0 0,0 0,0 0,-1 0,1 0,-1 0,0 0,1 1,-2-1,1 1,0-1,-1 0,1 1,-1-1,0 1,0-1,0 1,-1-1,1 1,-1-1,0 1,0-1,0 0,0 0,-1 1,-5 2,-1 0,0-1,0 1,0-2,-1 1,0-1,1 0,-1-1,-1 0,1-1,0 0,-1 0,1-1,-1 0,-5 0,-38-7,52 5,-1 1,1-1,0 1,0-1,0 0,0 0,-1 0,1 0,1 0,-1 0,0 0,0 0,0 0,0 0,1 0,-1 0,1-1,-1 1,1 0,-1-1,1 1,-1 0,1-1,0 1,0 0,0-1,0 1,0 0,0-1,0 1,1-1,-1 1,0 0,1 0,-1-1,1 1,-1-1,6-9,-1-1,2 1,-1 0,2 0,-1 1,1 0,1 1,0-1,2-1,12-12,30-34,-3-2,-2-2,-3-2,-3-2,3-11,-22 30,-2 0,-2-2,-2 0,-3-1,3-19,-16 64,0 1,0 0,0 0,-1-1,1 1,-1 0,0 0,0-1,0 1,0 0,0 0,-1-1,1 1,-1 0,0 0,0 0,-1-1,1 3,0 1,0 0,0 0,0-1,0 1,0 0,0 0,0 0,0 0,0 0,0 1,0-1,0 0,0 0,0 1,0-1,0 0,0 1,0-1,0 1,0 0,0-1,0 1,1 0,-1-1,0 1,0 0,1 0,-1 0,0-1,1 1,-1 0,1 0,0 0,-1 0,1 1,-11 18,1 0,1 1,1 0,1 1,1 0,1 0,1 0,1 1,0-1,2 10,-2 15,2 1,3-1,1 1,2-1,3 0,2 0,1-1,3 0,1-2,14 27,-25-63,0 2,0 0,1-1,0 1,1-1,0 0,1 0,-1-1,7 6,-12-13,-1 0,1-1,-1 1,1-1,-1 1,1-1,0 1,-1-1,1 1,-1-1,1 1,0-1,0 0,-1 1,1-1,0 0,0 0,-1 0,1 0,0 1,0-1,0 0,-1 0,1 0,0-1,0 1,-1 0,1 0,0 0,0-1,-1 1,1 0,0-1,0 1,-1 0,1-1,-1 1,1-1,0 1,-1-1,1 1,-1-1,1 0,-1 1,1-1,-1 0,0 1,1-1,-1 0,8-40,-11 22,-1 1,0-1,-1 1,-2 0,1 1,-2-1,0 2,-2-1,1 1,-2 0,0 1,-1 0,0 1,-2 0,-15-16,-1 1,-1 2,-2 1,0 2,-2 1,0 1,-1 3,-34-14,60 25,28 8,216 24,85-7,-231-15</inkml:trace>
  <inkml:trace contextRef="#ctx0" brushRef="#br0" timeOffset="10251.532">5248 1059,'-3'-5,"10"-1,2 0</inkml:trace>
  <inkml:trace contextRef="#ctx0" brushRef="#br0" timeOffset="8806.238">3254 1360,'5'-1,"0"1,-1 0,1 0,-1 0,1 1,-1-1,1 1,-1 0,1 1,-1-1,0 1,0-1,0 1,0 1,3 1,-1-1,0 1,-1 0,1 0,-1 1,0 0,0 0,-1 0,1 0,-1 1,0-1,-1 1,1 0,-1 0,0 1,-1-1,0 0,0 1,0 0,-1-1,1 1,-2 0,1 0,-1 0,0 0,-1 1,0 11,-2 0,0 0,-1 0,-1-1,-1 0,0 0,-2 0,-5 9,-65 114,77-140,1 0,0 0,-1 0,1 1,0-1,-1 0,1 0,0 0,0 0,0 0,0 0,0 1,0-1,0 0,0 0,0 0,1 0,-1 0,0 0,1 0,-1 0,1 0,-1 0,1 0,0 0,-1 0,1 0,0 0,0 0,-1-1,1 1,0 0,0 0,0-1,0 1,0-1,0 1,0-1,0 1,0-1,0 0,0 1,0-1,1 0,-1 0,0 0,1 0,59 0,-55-1,24-2,-1-1,0-1,0-2,0-1,-1-1,0-1,-1-2,0-1,14-9,-15 3</inkml:trace>
  <inkml:trace contextRef="#ctx0" brushRef="#br0" timeOffset="9053.587">3009 1592,'21'0,"20"-2,20-1,21-3,14 1,11-2,2-2,-4-2,-11 2,-16-4,-21 2</inkml:trace>
  <inkml:trace contextRef="#ctx0" brushRef="#br0" timeOffset="9306.899">3869 1401,'-5'1,"0"0,1 1,-1-1,1 1,0 0,0 0,0 1,0-1,0 1,0 0,0 0,1 0,0 1,-1-1,1 1,0 0,1 0,-1 0,1 0,0 0,0 0,0 1,0-1,1 1,0-1,0 1,0 3,-2 5,2 0,-1 0,2 1,0-1,0 1,1-1,1 0,0 1,2 3,-1-8,-1 0,1-1,1 1,-1-1,1 0,1 0,0 0,0 0,0-1,1 0,0 0,0 0,1-1,0 0,0-1,0 1,1-1,0 0,0-1,0 0,0 0,1-1,-1 0,1-1,0 0,2 0,4 2,1-1,0-1,0-1,1 0,-1-1,0-1,0 0,0-1,0-1,0 0,0-1,-1-1,0-1,0 0,0-1,6-4,3-8</inkml:trace>
  <inkml:trace contextRef="#ctx0" brushRef="#br0" timeOffset="9468.007">3719 1551,'21'0,"18"0,17 0,12 0,10 0,-1 0,-3-3,-7-2,-13-3,-16-3,-14 1</inkml:trace>
  <inkml:trace contextRef="#ctx0" brushRef="#br0" timeOffset="10005.454">3978 1332,'-46'-25,"46"25,0-1,0 1,0-1,0 0,0 1,1-1,-1 1,0-1,0 1,1-1,-1 1,0-1,1 1,-1-1,0 1,1-1,-1 1,1-1,-1 1,1 0,-1-1,1 1,-1 0,1-1,-1 1,1 0,0 0,-1 0,1 0,-1-1,1 1,0 0,-1 0,1 0,-1 0,1 0,0 0,-1 0,1 1,-1-1,1 0,-1 0,1 0,0 0,47-3,1 2,0 2,22 4,-16-2,0 0,63 3,0 5,69 17,-143-13,-59-6,-7-5,1 1,1 1,-1 1,1 0,1 2,-11 6,23-12,1 1,0-1,0 1,1 1,-1-1,1 1,0 0,0 0,1 1,-1-1,1 1,0 0,1 0,0 1,0-1,0 1,0-1,1 1,1 0,-1 0,0 5,2-6,0 0,0 1,1-1,0 0,0 0,0 0,1 0,-1 0,2 0,-1-1,1 1,-1-1,2 1,-1-1,0 0,1 0,0-1,0 1,1-1,-1 0,1 0,4 3,4 2,1 0,0-1,0-1,1 0,0-1,1 0,-1-1,2-1,5 2,-1-1,1-1,0-1,1-1,-1-1,0-1,1-1,-1-1,0 0,0-2,0-1,-1-1,1 0,-1-2,7-4,-21 8,1 0,-1-1,0 0,0 0,-1 0,1-1,-1 0,-1-1,1 1,-1-1,0 0,0-1,-1 1,0-1,-1 1,1-1,-2-1,1 1,-1 0,0 0,0-7,-17 93,13-58,-1-9,1 0,1 0,0 0,1 0,0 0,0 0,1 0,1 0,0 0,0 0,1 0,0-1,2 2,18 10,-12-16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stituent antet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Substituent dată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6EF644C-1960-4D37-93F6-E461BDC070E2}" type="datetimeFigureOut">
              <a:rPr lang="ro-RO" smtClean="0"/>
              <a:t>14.11.2024</a:t>
            </a:fld>
            <a:endParaRPr lang="ro-RO"/>
          </a:p>
        </p:txBody>
      </p:sp>
      <p:sp>
        <p:nvSpPr>
          <p:cNvPr id="4" name="Substituent imagine diapozitiv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o-RO"/>
          </a:p>
        </p:txBody>
      </p:sp>
      <p:sp>
        <p:nvSpPr>
          <p:cNvPr id="5" name="Substituent note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o-RO"/>
              <a:t>Editați stilurile de text coordonator</a:t>
            </a:r>
          </a:p>
          <a:p>
            <a:pPr lvl="1"/>
            <a:r>
              <a:rPr lang="ro-RO"/>
              <a:t>Al doilea nivel</a:t>
            </a:r>
          </a:p>
          <a:p>
            <a:pPr lvl="2"/>
            <a:r>
              <a:rPr lang="ro-RO"/>
              <a:t>Al treilea nivel</a:t>
            </a:r>
          </a:p>
          <a:p>
            <a:pPr lvl="3"/>
            <a:r>
              <a:rPr lang="ro-RO"/>
              <a:t>Al patrulea nivel</a:t>
            </a:r>
          </a:p>
          <a:p>
            <a:pPr lvl="4"/>
            <a:r>
              <a:rPr lang="ro-RO"/>
              <a:t>Al cincilea nivel</a:t>
            </a:r>
          </a:p>
        </p:txBody>
      </p:sp>
      <p:sp>
        <p:nvSpPr>
          <p:cNvPr id="6" name="Substituent subsol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7" name="Substituent număr diapozitiv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DCE7765-3615-4616-AA7E-8A391D8DB9E5}" type="slidenum">
              <a:rPr lang="ro-RO" smtClean="0"/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269455527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zitiv titl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>
            <a:extLst>
              <a:ext uri="{FF2B5EF4-FFF2-40B4-BE49-F238E27FC236}">
                <a16:creationId xmlns:a16="http://schemas.microsoft.com/office/drawing/2014/main" id="{31ED4770-19B2-467E-A820-4D252C5FBDE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o-RO"/>
              <a:t>Faceți clic pentru a edita stilul de titlu coordonator</a:t>
            </a:r>
          </a:p>
        </p:txBody>
      </p:sp>
      <p:sp>
        <p:nvSpPr>
          <p:cNvPr id="3" name="Subtitlu 2">
            <a:extLst>
              <a:ext uri="{FF2B5EF4-FFF2-40B4-BE49-F238E27FC236}">
                <a16:creationId xmlns:a16="http://schemas.microsoft.com/office/drawing/2014/main" id="{B9EAB633-709C-4215-A83B-C70829A740B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o-RO"/>
              <a:t>Faceți clic pentru a edita stilul de subtitlu coordonator</a:t>
            </a:r>
          </a:p>
        </p:txBody>
      </p:sp>
      <p:sp>
        <p:nvSpPr>
          <p:cNvPr id="4" name="Substituent dată 3">
            <a:extLst>
              <a:ext uri="{FF2B5EF4-FFF2-40B4-BE49-F238E27FC236}">
                <a16:creationId xmlns:a16="http://schemas.microsoft.com/office/drawing/2014/main" id="{EB80A60A-C062-4A61-89EF-C8229597B5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A8A049-8667-49AC-8762-F4AFF392D404}" type="datetimeFigureOut">
              <a:rPr lang="ro-RO" smtClean="0"/>
              <a:t>14.11.2024</a:t>
            </a:fld>
            <a:endParaRPr lang="ro-RO" dirty="0"/>
          </a:p>
        </p:txBody>
      </p:sp>
      <p:sp>
        <p:nvSpPr>
          <p:cNvPr id="5" name="Substituent subsol 4">
            <a:extLst>
              <a:ext uri="{FF2B5EF4-FFF2-40B4-BE49-F238E27FC236}">
                <a16:creationId xmlns:a16="http://schemas.microsoft.com/office/drawing/2014/main" id="{6D5DAC12-4BB4-4FB3-ADBA-6607EC1CBC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 dirty="0"/>
          </a:p>
        </p:txBody>
      </p:sp>
      <p:sp>
        <p:nvSpPr>
          <p:cNvPr id="6" name="Substituent număr diapozitiv 5">
            <a:extLst>
              <a:ext uri="{FF2B5EF4-FFF2-40B4-BE49-F238E27FC236}">
                <a16:creationId xmlns:a16="http://schemas.microsoft.com/office/drawing/2014/main" id="{DC308DA7-86E3-4F2D-9B4F-316D4B4920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6B61B3-69B7-465B-BAE5-416DEA9E2CBE}" type="slidenum">
              <a:rPr lang="ro-RO" smtClean="0"/>
              <a:t>‹#›</a:t>
            </a:fld>
            <a:endParaRPr lang="ro-RO" dirty="0"/>
          </a:p>
        </p:txBody>
      </p:sp>
    </p:spTree>
    <p:extLst>
      <p:ext uri="{BB962C8B-B14F-4D97-AF65-F5344CB8AC3E}">
        <p14:creationId xmlns:p14="http://schemas.microsoft.com/office/powerpoint/2010/main" val="168628515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u și conțin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>
            <a:extLst>
              <a:ext uri="{FF2B5EF4-FFF2-40B4-BE49-F238E27FC236}">
                <a16:creationId xmlns:a16="http://schemas.microsoft.com/office/drawing/2014/main" id="{394A3EC2-79AE-41E8-A92A-BEE7F74BB1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/>
              <a:t>Faceți clic pentru a edita stilul de titlu coordonator</a:t>
            </a:r>
          </a:p>
        </p:txBody>
      </p:sp>
      <p:sp>
        <p:nvSpPr>
          <p:cNvPr id="3" name="Substituent conținut 2">
            <a:extLst>
              <a:ext uri="{FF2B5EF4-FFF2-40B4-BE49-F238E27FC236}">
                <a16:creationId xmlns:a16="http://schemas.microsoft.com/office/drawing/2014/main" id="{18520C22-FB2B-4035-A1DE-07728BB7126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o-RO"/>
              <a:t>Editați stilurile de text coordonator</a:t>
            </a:r>
          </a:p>
          <a:p>
            <a:pPr lvl="1"/>
            <a:r>
              <a:rPr lang="ro-RO"/>
              <a:t>Al doilea nivel</a:t>
            </a:r>
          </a:p>
          <a:p>
            <a:pPr lvl="2"/>
            <a:r>
              <a:rPr lang="ro-RO"/>
              <a:t>Al treilea nivel</a:t>
            </a:r>
          </a:p>
          <a:p>
            <a:pPr lvl="3"/>
            <a:r>
              <a:rPr lang="ro-RO"/>
              <a:t>Al patrulea nivel</a:t>
            </a:r>
          </a:p>
          <a:p>
            <a:pPr lvl="4"/>
            <a:r>
              <a:rPr lang="ro-RO"/>
              <a:t>Al cincilea nivel</a:t>
            </a:r>
          </a:p>
        </p:txBody>
      </p:sp>
      <p:sp>
        <p:nvSpPr>
          <p:cNvPr id="4" name="Substituent dată 3">
            <a:extLst>
              <a:ext uri="{FF2B5EF4-FFF2-40B4-BE49-F238E27FC236}">
                <a16:creationId xmlns:a16="http://schemas.microsoft.com/office/drawing/2014/main" id="{CD13D92D-4D72-47D8-A0E2-2E9ED2450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A8A049-8667-49AC-8762-F4AFF392D404}" type="datetimeFigureOut">
              <a:rPr lang="ro-RO" smtClean="0"/>
              <a:t>14.11.2024</a:t>
            </a:fld>
            <a:endParaRPr lang="ro-RO" dirty="0"/>
          </a:p>
        </p:txBody>
      </p:sp>
      <p:sp>
        <p:nvSpPr>
          <p:cNvPr id="5" name="Substituent subsol 4">
            <a:extLst>
              <a:ext uri="{FF2B5EF4-FFF2-40B4-BE49-F238E27FC236}">
                <a16:creationId xmlns:a16="http://schemas.microsoft.com/office/drawing/2014/main" id="{78EA7473-B08B-4D14-9003-06719883CD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 dirty="0"/>
          </a:p>
        </p:txBody>
      </p:sp>
      <p:sp>
        <p:nvSpPr>
          <p:cNvPr id="6" name="Substituent număr diapozitiv 5">
            <a:extLst>
              <a:ext uri="{FF2B5EF4-FFF2-40B4-BE49-F238E27FC236}">
                <a16:creationId xmlns:a16="http://schemas.microsoft.com/office/drawing/2014/main" id="{9619E0BC-7CCD-40FC-B257-81CF53ABF6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6B61B3-69B7-465B-BAE5-416DEA9E2CBE}" type="slidenum">
              <a:rPr lang="ro-RO" smtClean="0"/>
              <a:t>‹#›</a:t>
            </a:fld>
            <a:endParaRPr lang="ro-RO" dirty="0"/>
          </a:p>
        </p:txBody>
      </p:sp>
    </p:spTree>
    <p:extLst>
      <p:ext uri="{BB962C8B-B14F-4D97-AF65-F5344CB8AC3E}">
        <p14:creationId xmlns:p14="http://schemas.microsoft.com/office/powerpoint/2010/main" val="596335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ntet secțiu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>
            <a:extLst>
              <a:ext uri="{FF2B5EF4-FFF2-40B4-BE49-F238E27FC236}">
                <a16:creationId xmlns:a16="http://schemas.microsoft.com/office/drawing/2014/main" id="{C7D1A535-10A7-4DD9-BCE9-2641197B41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o-RO"/>
              <a:t>Faceți clic pentru a edita stilul de titlu coordonator</a:t>
            </a:r>
          </a:p>
        </p:txBody>
      </p:sp>
      <p:sp>
        <p:nvSpPr>
          <p:cNvPr id="3" name="Substituent text 2">
            <a:extLst>
              <a:ext uri="{FF2B5EF4-FFF2-40B4-BE49-F238E27FC236}">
                <a16:creationId xmlns:a16="http://schemas.microsoft.com/office/drawing/2014/main" id="{5F637BA4-7257-4270-8DF3-1C906899D49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o-RO"/>
              <a:t>Editați stilurile de text coordonator</a:t>
            </a:r>
          </a:p>
        </p:txBody>
      </p:sp>
      <p:sp>
        <p:nvSpPr>
          <p:cNvPr id="4" name="Substituent dată 3">
            <a:extLst>
              <a:ext uri="{FF2B5EF4-FFF2-40B4-BE49-F238E27FC236}">
                <a16:creationId xmlns:a16="http://schemas.microsoft.com/office/drawing/2014/main" id="{9AB487B0-1099-48CD-9680-5785576A45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A8A049-8667-49AC-8762-F4AFF392D404}" type="datetimeFigureOut">
              <a:rPr lang="ro-RO" smtClean="0"/>
              <a:t>14.11.2024</a:t>
            </a:fld>
            <a:endParaRPr lang="ro-RO" dirty="0"/>
          </a:p>
        </p:txBody>
      </p:sp>
      <p:sp>
        <p:nvSpPr>
          <p:cNvPr id="5" name="Substituent subsol 4">
            <a:extLst>
              <a:ext uri="{FF2B5EF4-FFF2-40B4-BE49-F238E27FC236}">
                <a16:creationId xmlns:a16="http://schemas.microsoft.com/office/drawing/2014/main" id="{7AF0A5DC-7B12-4247-9F76-821534F306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 dirty="0"/>
          </a:p>
        </p:txBody>
      </p:sp>
      <p:sp>
        <p:nvSpPr>
          <p:cNvPr id="6" name="Substituent număr diapozitiv 5">
            <a:extLst>
              <a:ext uri="{FF2B5EF4-FFF2-40B4-BE49-F238E27FC236}">
                <a16:creationId xmlns:a16="http://schemas.microsoft.com/office/drawing/2014/main" id="{DAC0A7B7-CE57-44FD-BF2E-A71F182371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6B61B3-69B7-465B-BAE5-416DEA9E2CBE}" type="slidenum">
              <a:rPr lang="ro-RO" smtClean="0"/>
              <a:t>‹#›</a:t>
            </a:fld>
            <a:endParaRPr lang="ro-RO" dirty="0"/>
          </a:p>
        </p:txBody>
      </p:sp>
    </p:spTree>
    <p:extLst>
      <p:ext uri="{BB962C8B-B14F-4D97-AF65-F5344CB8AC3E}">
        <p14:creationId xmlns:p14="http://schemas.microsoft.com/office/powerpoint/2010/main" val="33730660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uă tipuri de conțin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>
            <a:extLst>
              <a:ext uri="{FF2B5EF4-FFF2-40B4-BE49-F238E27FC236}">
                <a16:creationId xmlns:a16="http://schemas.microsoft.com/office/drawing/2014/main" id="{0A587257-FE4B-4BA8-8DBA-E352AAA854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/>
              <a:t>Faceți clic pentru a edita stilul de titlu coordonator</a:t>
            </a:r>
          </a:p>
        </p:txBody>
      </p:sp>
      <p:sp>
        <p:nvSpPr>
          <p:cNvPr id="3" name="Substituent conținut 2">
            <a:extLst>
              <a:ext uri="{FF2B5EF4-FFF2-40B4-BE49-F238E27FC236}">
                <a16:creationId xmlns:a16="http://schemas.microsoft.com/office/drawing/2014/main" id="{383CC3E4-EA2D-43AE-B7B1-D3297EB8A13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o-RO"/>
              <a:t>Editați stilurile de text coordonator</a:t>
            </a:r>
          </a:p>
          <a:p>
            <a:pPr lvl="1"/>
            <a:r>
              <a:rPr lang="ro-RO"/>
              <a:t>Al doilea nivel</a:t>
            </a:r>
          </a:p>
          <a:p>
            <a:pPr lvl="2"/>
            <a:r>
              <a:rPr lang="ro-RO"/>
              <a:t>Al treilea nivel</a:t>
            </a:r>
          </a:p>
          <a:p>
            <a:pPr lvl="3"/>
            <a:r>
              <a:rPr lang="ro-RO"/>
              <a:t>Al patrulea nivel</a:t>
            </a:r>
          </a:p>
          <a:p>
            <a:pPr lvl="4"/>
            <a:r>
              <a:rPr lang="ro-RO"/>
              <a:t>Al cincilea nivel</a:t>
            </a:r>
          </a:p>
        </p:txBody>
      </p:sp>
      <p:sp>
        <p:nvSpPr>
          <p:cNvPr id="4" name="Substituent conținut 3">
            <a:extLst>
              <a:ext uri="{FF2B5EF4-FFF2-40B4-BE49-F238E27FC236}">
                <a16:creationId xmlns:a16="http://schemas.microsoft.com/office/drawing/2014/main" id="{A02512AF-6977-4C7A-8732-5A3D4ECADDC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o-RO"/>
              <a:t>Editați stilurile de text coordonator</a:t>
            </a:r>
          </a:p>
          <a:p>
            <a:pPr lvl="1"/>
            <a:r>
              <a:rPr lang="ro-RO"/>
              <a:t>Al doilea nivel</a:t>
            </a:r>
          </a:p>
          <a:p>
            <a:pPr lvl="2"/>
            <a:r>
              <a:rPr lang="ro-RO"/>
              <a:t>Al treilea nivel</a:t>
            </a:r>
          </a:p>
          <a:p>
            <a:pPr lvl="3"/>
            <a:r>
              <a:rPr lang="ro-RO"/>
              <a:t>Al patrulea nivel</a:t>
            </a:r>
          </a:p>
          <a:p>
            <a:pPr lvl="4"/>
            <a:r>
              <a:rPr lang="ro-RO"/>
              <a:t>Al cincilea nivel</a:t>
            </a:r>
          </a:p>
        </p:txBody>
      </p:sp>
      <p:sp>
        <p:nvSpPr>
          <p:cNvPr id="5" name="Substituent dată 4">
            <a:extLst>
              <a:ext uri="{FF2B5EF4-FFF2-40B4-BE49-F238E27FC236}">
                <a16:creationId xmlns:a16="http://schemas.microsoft.com/office/drawing/2014/main" id="{F7169090-FB27-485B-8C27-95AC952E0B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A8A049-8667-49AC-8762-F4AFF392D404}" type="datetimeFigureOut">
              <a:rPr lang="ro-RO" smtClean="0"/>
              <a:t>14.11.2024</a:t>
            </a:fld>
            <a:endParaRPr lang="ro-RO" dirty="0"/>
          </a:p>
        </p:txBody>
      </p:sp>
      <p:sp>
        <p:nvSpPr>
          <p:cNvPr id="6" name="Substituent subsol 5">
            <a:extLst>
              <a:ext uri="{FF2B5EF4-FFF2-40B4-BE49-F238E27FC236}">
                <a16:creationId xmlns:a16="http://schemas.microsoft.com/office/drawing/2014/main" id="{CDB17E1E-7CF9-4F87-852F-DB6FB23C96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 dirty="0"/>
          </a:p>
        </p:txBody>
      </p:sp>
      <p:sp>
        <p:nvSpPr>
          <p:cNvPr id="7" name="Substituent număr diapozitiv 6">
            <a:extLst>
              <a:ext uri="{FF2B5EF4-FFF2-40B4-BE49-F238E27FC236}">
                <a16:creationId xmlns:a16="http://schemas.microsoft.com/office/drawing/2014/main" id="{D79A5AB8-2E23-4BB6-9BF8-06CA2A6DBC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6B61B3-69B7-465B-BAE5-416DEA9E2CBE}" type="slidenum">
              <a:rPr lang="ro-RO" smtClean="0"/>
              <a:t>‹#›</a:t>
            </a:fld>
            <a:endParaRPr lang="ro-RO" dirty="0"/>
          </a:p>
        </p:txBody>
      </p:sp>
    </p:spTree>
    <p:extLst>
      <p:ext uri="{BB962C8B-B14F-4D97-AF65-F5344CB8AC3E}">
        <p14:creationId xmlns:p14="http://schemas.microsoft.com/office/powerpoint/2010/main" val="9635364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ț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>
            <a:extLst>
              <a:ext uri="{FF2B5EF4-FFF2-40B4-BE49-F238E27FC236}">
                <a16:creationId xmlns:a16="http://schemas.microsoft.com/office/drawing/2014/main" id="{1F225706-9157-4618-A97E-DEB030C80B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o-RO"/>
              <a:t>Faceți clic pentru a edita stilul de titlu coordonator</a:t>
            </a:r>
          </a:p>
        </p:txBody>
      </p:sp>
      <p:sp>
        <p:nvSpPr>
          <p:cNvPr id="3" name="Substituent text 2">
            <a:extLst>
              <a:ext uri="{FF2B5EF4-FFF2-40B4-BE49-F238E27FC236}">
                <a16:creationId xmlns:a16="http://schemas.microsoft.com/office/drawing/2014/main" id="{0D618A8D-1947-403B-B7AD-F54B2CD50B2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o-RO"/>
              <a:t>Editați stilurile de text coordonator</a:t>
            </a:r>
          </a:p>
        </p:txBody>
      </p:sp>
      <p:sp>
        <p:nvSpPr>
          <p:cNvPr id="4" name="Substituent conținut 3">
            <a:extLst>
              <a:ext uri="{FF2B5EF4-FFF2-40B4-BE49-F238E27FC236}">
                <a16:creationId xmlns:a16="http://schemas.microsoft.com/office/drawing/2014/main" id="{A1BF42C8-F81B-4BE1-9B8F-68B21591C18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o-RO"/>
              <a:t>Editați stilurile de text coordonator</a:t>
            </a:r>
          </a:p>
          <a:p>
            <a:pPr lvl="1"/>
            <a:r>
              <a:rPr lang="ro-RO"/>
              <a:t>Al doilea nivel</a:t>
            </a:r>
          </a:p>
          <a:p>
            <a:pPr lvl="2"/>
            <a:r>
              <a:rPr lang="ro-RO"/>
              <a:t>Al treilea nivel</a:t>
            </a:r>
          </a:p>
          <a:p>
            <a:pPr lvl="3"/>
            <a:r>
              <a:rPr lang="ro-RO"/>
              <a:t>Al patrulea nivel</a:t>
            </a:r>
          </a:p>
          <a:p>
            <a:pPr lvl="4"/>
            <a:r>
              <a:rPr lang="ro-RO"/>
              <a:t>Al cincilea nivel</a:t>
            </a:r>
          </a:p>
        </p:txBody>
      </p:sp>
      <p:sp>
        <p:nvSpPr>
          <p:cNvPr id="5" name="Substituent text 4">
            <a:extLst>
              <a:ext uri="{FF2B5EF4-FFF2-40B4-BE49-F238E27FC236}">
                <a16:creationId xmlns:a16="http://schemas.microsoft.com/office/drawing/2014/main" id="{80A1361D-98BC-47A1-BA7C-BAE80FA0144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o-RO"/>
              <a:t>Editați stilurile de text coordonator</a:t>
            </a:r>
          </a:p>
        </p:txBody>
      </p:sp>
      <p:sp>
        <p:nvSpPr>
          <p:cNvPr id="6" name="Substituent conținut 5">
            <a:extLst>
              <a:ext uri="{FF2B5EF4-FFF2-40B4-BE49-F238E27FC236}">
                <a16:creationId xmlns:a16="http://schemas.microsoft.com/office/drawing/2014/main" id="{72032982-A9C9-429E-948E-0F1DB04E450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o-RO"/>
              <a:t>Editați stilurile de text coordonator</a:t>
            </a:r>
          </a:p>
          <a:p>
            <a:pPr lvl="1"/>
            <a:r>
              <a:rPr lang="ro-RO"/>
              <a:t>Al doilea nivel</a:t>
            </a:r>
          </a:p>
          <a:p>
            <a:pPr lvl="2"/>
            <a:r>
              <a:rPr lang="ro-RO"/>
              <a:t>Al treilea nivel</a:t>
            </a:r>
          </a:p>
          <a:p>
            <a:pPr lvl="3"/>
            <a:r>
              <a:rPr lang="ro-RO"/>
              <a:t>Al patrulea nivel</a:t>
            </a:r>
          </a:p>
          <a:p>
            <a:pPr lvl="4"/>
            <a:r>
              <a:rPr lang="ro-RO"/>
              <a:t>Al cincilea nivel</a:t>
            </a:r>
          </a:p>
        </p:txBody>
      </p:sp>
      <p:sp>
        <p:nvSpPr>
          <p:cNvPr id="7" name="Substituent dată 6">
            <a:extLst>
              <a:ext uri="{FF2B5EF4-FFF2-40B4-BE49-F238E27FC236}">
                <a16:creationId xmlns:a16="http://schemas.microsoft.com/office/drawing/2014/main" id="{FFC008B6-CE0F-4BE4-ABA6-0FC5EF0DC2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A8A049-8667-49AC-8762-F4AFF392D404}" type="datetimeFigureOut">
              <a:rPr lang="ro-RO" smtClean="0"/>
              <a:t>14.11.2024</a:t>
            </a:fld>
            <a:endParaRPr lang="ro-RO" dirty="0"/>
          </a:p>
        </p:txBody>
      </p:sp>
      <p:sp>
        <p:nvSpPr>
          <p:cNvPr id="8" name="Substituent subsol 7">
            <a:extLst>
              <a:ext uri="{FF2B5EF4-FFF2-40B4-BE49-F238E27FC236}">
                <a16:creationId xmlns:a16="http://schemas.microsoft.com/office/drawing/2014/main" id="{A380FC15-7219-40D1-9AD0-8E3D9ABFF4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 dirty="0"/>
          </a:p>
        </p:txBody>
      </p:sp>
      <p:sp>
        <p:nvSpPr>
          <p:cNvPr id="9" name="Substituent număr diapozitiv 8">
            <a:extLst>
              <a:ext uri="{FF2B5EF4-FFF2-40B4-BE49-F238E27FC236}">
                <a16:creationId xmlns:a16="http://schemas.microsoft.com/office/drawing/2014/main" id="{E0E67A9F-114C-4374-A10E-8E41102433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6B61B3-69B7-465B-BAE5-416DEA9E2CBE}" type="slidenum">
              <a:rPr lang="ro-RO" smtClean="0"/>
              <a:t>‹#›</a:t>
            </a:fld>
            <a:endParaRPr lang="ro-RO" dirty="0"/>
          </a:p>
        </p:txBody>
      </p:sp>
    </p:spTree>
    <p:extLst>
      <p:ext uri="{BB962C8B-B14F-4D97-AF65-F5344CB8AC3E}">
        <p14:creationId xmlns:p14="http://schemas.microsoft.com/office/powerpoint/2010/main" val="29246975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Doar titl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>
            <a:extLst>
              <a:ext uri="{FF2B5EF4-FFF2-40B4-BE49-F238E27FC236}">
                <a16:creationId xmlns:a16="http://schemas.microsoft.com/office/drawing/2014/main" id="{7C4E8672-328F-46F5-8F33-CAA692362F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/>
              <a:t>Faceți clic pentru a edita stilul de titlu coordonator</a:t>
            </a:r>
          </a:p>
        </p:txBody>
      </p:sp>
      <p:sp>
        <p:nvSpPr>
          <p:cNvPr id="3" name="Substituent dată 2">
            <a:extLst>
              <a:ext uri="{FF2B5EF4-FFF2-40B4-BE49-F238E27FC236}">
                <a16:creationId xmlns:a16="http://schemas.microsoft.com/office/drawing/2014/main" id="{50E7DFD8-6BF1-4F57-A0B0-E1176672FC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A8A049-8667-49AC-8762-F4AFF392D404}" type="datetimeFigureOut">
              <a:rPr lang="ro-RO" smtClean="0"/>
              <a:t>14.11.2024</a:t>
            </a:fld>
            <a:endParaRPr lang="ro-RO" dirty="0"/>
          </a:p>
        </p:txBody>
      </p:sp>
      <p:sp>
        <p:nvSpPr>
          <p:cNvPr id="4" name="Substituent subsol 3">
            <a:extLst>
              <a:ext uri="{FF2B5EF4-FFF2-40B4-BE49-F238E27FC236}">
                <a16:creationId xmlns:a16="http://schemas.microsoft.com/office/drawing/2014/main" id="{43F7D0E0-D38C-43A1-9F3D-92DE112937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 dirty="0"/>
          </a:p>
        </p:txBody>
      </p:sp>
      <p:sp>
        <p:nvSpPr>
          <p:cNvPr id="5" name="Substituent număr diapozitiv 4">
            <a:extLst>
              <a:ext uri="{FF2B5EF4-FFF2-40B4-BE49-F238E27FC236}">
                <a16:creationId xmlns:a16="http://schemas.microsoft.com/office/drawing/2014/main" id="{F03262CE-D94A-4480-ABED-74902A16B1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6B61B3-69B7-465B-BAE5-416DEA9E2CBE}" type="slidenum">
              <a:rPr lang="ro-RO" smtClean="0"/>
              <a:t>‹#›</a:t>
            </a:fld>
            <a:endParaRPr lang="ro-RO" dirty="0"/>
          </a:p>
        </p:txBody>
      </p:sp>
    </p:spTree>
    <p:extLst>
      <p:ext uri="{BB962C8B-B14F-4D97-AF65-F5344CB8AC3E}">
        <p14:creationId xmlns:p14="http://schemas.microsoft.com/office/powerpoint/2010/main" val="16742420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Necompleta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stituent dată 1">
            <a:extLst>
              <a:ext uri="{FF2B5EF4-FFF2-40B4-BE49-F238E27FC236}">
                <a16:creationId xmlns:a16="http://schemas.microsoft.com/office/drawing/2014/main" id="{21F2B153-6FF7-4407-9DA8-728332E678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A8A049-8667-49AC-8762-F4AFF392D404}" type="datetimeFigureOut">
              <a:rPr lang="ro-RO" smtClean="0"/>
              <a:t>14.11.2024</a:t>
            </a:fld>
            <a:endParaRPr lang="ro-RO" dirty="0"/>
          </a:p>
        </p:txBody>
      </p:sp>
      <p:sp>
        <p:nvSpPr>
          <p:cNvPr id="3" name="Substituent subsol 2">
            <a:extLst>
              <a:ext uri="{FF2B5EF4-FFF2-40B4-BE49-F238E27FC236}">
                <a16:creationId xmlns:a16="http://schemas.microsoft.com/office/drawing/2014/main" id="{DC2D4B50-25D4-44CC-9C17-720F397421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 dirty="0"/>
          </a:p>
        </p:txBody>
      </p:sp>
      <p:sp>
        <p:nvSpPr>
          <p:cNvPr id="4" name="Substituent număr diapozitiv 3">
            <a:extLst>
              <a:ext uri="{FF2B5EF4-FFF2-40B4-BE49-F238E27FC236}">
                <a16:creationId xmlns:a16="http://schemas.microsoft.com/office/drawing/2014/main" id="{6B1DF0DC-94B8-4D88-BD39-E42A00B31F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6B61B3-69B7-465B-BAE5-416DEA9E2CBE}" type="slidenum">
              <a:rPr lang="ro-RO" smtClean="0"/>
              <a:t>‹#›</a:t>
            </a:fld>
            <a:endParaRPr lang="ro-RO" dirty="0"/>
          </a:p>
        </p:txBody>
      </p:sp>
    </p:spTree>
    <p:extLst>
      <p:ext uri="{BB962C8B-B14F-4D97-AF65-F5344CB8AC3E}">
        <p14:creationId xmlns:p14="http://schemas.microsoft.com/office/powerpoint/2010/main" val="23613904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ținut cu legend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>
            <a:extLst>
              <a:ext uri="{FF2B5EF4-FFF2-40B4-BE49-F238E27FC236}">
                <a16:creationId xmlns:a16="http://schemas.microsoft.com/office/drawing/2014/main" id="{4706A31A-5FB6-4F9C-A411-418F2475ED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o-RO"/>
              <a:t>Faceți clic pentru a edita stilul de titlu coordonator</a:t>
            </a:r>
          </a:p>
        </p:txBody>
      </p:sp>
      <p:sp>
        <p:nvSpPr>
          <p:cNvPr id="3" name="Substituent conținut 2">
            <a:extLst>
              <a:ext uri="{FF2B5EF4-FFF2-40B4-BE49-F238E27FC236}">
                <a16:creationId xmlns:a16="http://schemas.microsoft.com/office/drawing/2014/main" id="{C013DA19-875D-490E-B87E-DBEB5D995B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o-RO"/>
              <a:t>Editați stilurile de text coordonator</a:t>
            </a:r>
          </a:p>
          <a:p>
            <a:pPr lvl="1"/>
            <a:r>
              <a:rPr lang="ro-RO"/>
              <a:t>Al doilea nivel</a:t>
            </a:r>
          </a:p>
          <a:p>
            <a:pPr lvl="2"/>
            <a:r>
              <a:rPr lang="ro-RO"/>
              <a:t>Al treilea nivel</a:t>
            </a:r>
          </a:p>
          <a:p>
            <a:pPr lvl="3"/>
            <a:r>
              <a:rPr lang="ro-RO"/>
              <a:t>Al patrulea nivel</a:t>
            </a:r>
          </a:p>
          <a:p>
            <a:pPr lvl="4"/>
            <a:r>
              <a:rPr lang="ro-RO"/>
              <a:t>Al cincilea nivel</a:t>
            </a:r>
          </a:p>
        </p:txBody>
      </p:sp>
      <p:sp>
        <p:nvSpPr>
          <p:cNvPr id="4" name="Substituent text 3">
            <a:extLst>
              <a:ext uri="{FF2B5EF4-FFF2-40B4-BE49-F238E27FC236}">
                <a16:creationId xmlns:a16="http://schemas.microsoft.com/office/drawing/2014/main" id="{6CE431BE-ED4A-4CD8-9344-B1C946F1199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o-RO"/>
              <a:t>Editați stilurile de text coordonator</a:t>
            </a:r>
          </a:p>
        </p:txBody>
      </p:sp>
      <p:sp>
        <p:nvSpPr>
          <p:cNvPr id="5" name="Substituent dată 4">
            <a:extLst>
              <a:ext uri="{FF2B5EF4-FFF2-40B4-BE49-F238E27FC236}">
                <a16:creationId xmlns:a16="http://schemas.microsoft.com/office/drawing/2014/main" id="{A56F4DDD-6B9F-4633-B667-D2C69F0F24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A8A049-8667-49AC-8762-F4AFF392D404}" type="datetimeFigureOut">
              <a:rPr lang="ro-RO" smtClean="0"/>
              <a:t>14.11.2024</a:t>
            </a:fld>
            <a:endParaRPr lang="ro-RO" dirty="0"/>
          </a:p>
        </p:txBody>
      </p:sp>
      <p:sp>
        <p:nvSpPr>
          <p:cNvPr id="6" name="Substituent subsol 5">
            <a:extLst>
              <a:ext uri="{FF2B5EF4-FFF2-40B4-BE49-F238E27FC236}">
                <a16:creationId xmlns:a16="http://schemas.microsoft.com/office/drawing/2014/main" id="{C1459D24-23EC-41CD-9287-124D0C2FFF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 dirty="0"/>
          </a:p>
        </p:txBody>
      </p:sp>
      <p:sp>
        <p:nvSpPr>
          <p:cNvPr id="7" name="Substituent număr diapozitiv 6">
            <a:extLst>
              <a:ext uri="{FF2B5EF4-FFF2-40B4-BE49-F238E27FC236}">
                <a16:creationId xmlns:a16="http://schemas.microsoft.com/office/drawing/2014/main" id="{70C83946-98A2-4E98-95DF-F7C6FC1F3C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6B61B3-69B7-465B-BAE5-416DEA9E2CBE}" type="slidenum">
              <a:rPr lang="ro-RO" smtClean="0"/>
              <a:t>‹#›</a:t>
            </a:fld>
            <a:endParaRPr lang="ro-RO" dirty="0"/>
          </a:p>
        </p:txBody>
      </p:sp>
    </p:spTree>
    <p:extLst>
      <p:ext uri="{BB962C8B-B14F-4D97-AF65-F5344CB8AC3E}">
        <p14:creationId xmlns:p14="http://schemas.microsoft.com/office/powerpoint/2010/main" val="39523496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ine cu legend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>
            <a:extLst>
              <a:ext uri="{FF2B5EF4-FFF2-40B4-BE49-F238E27FC236}">
                <a16:creationId xmlns:a16="http://schemas.microsoft.com/office/drawing/2014/main" id="{664683FC-1DCE-43B5-8D93-44B4DC620B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o-RO"/>
              <a:t>Faceți clic pentru a edita stilul de titlu coordonator</a:t>
            </a:r>
          </a:p>
        </p:txBody>
      </p:sp>
      <p:sp>
        <p:nvSpPr>
          <p:cNvPr id="3" name="Substituent imagine 2">
            <a:extLst>
              <a:ext uri="{FF2B5EF4-FFF2-40B4-BE49-F238E27FC236}">
                <a16:creationId xmlns:a16="http://schemas.microsoft.com/office/drawing/2014/main" id="{D96C83C8-E8AE-4620-BF96-8922237E0D8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o-RO" dirty="0"/>
          </a:p>
        </p:txBody>
      </p:sp>
      <p:sp>
        <p:nvSpPr>
          <p:cNvPr id="4" name="Substituent text 3">
            <a:extLst>
              <a:ext uri="{FF2B5EF4-FFF2-40B4-BE49-F238E27FC236}">
                <a16:creationId xmlns:a16="http://schemas.microsoft.com/office/drawing/2014/main" id="{BB7FFD63-0F30-49D7-B490-D0C73C37BD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o-RO"/>
              <a:t>Editați stilurile de text coordonator</a:t>
            </a:r>
          </a:p>
        </p:txBody>
      </p:sp>
      <p:sp>
        <p:nvSpPr>
          <p:cNvPr id="5" name="Substituent dată 4">
            <a:extLst>
              <a:ext uri="{FF2B5EF4-FFF2-40B4-BE49-F238E27FC236}">
                <a16:creationId xmlns:a16="http://schemas.microsoft.com/office/drawing/2014/main" id="{7D5E5649-6B0A-43C4-BB7E-0F59CF5D03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A8A049-8667-49AC-8762-F4AFF392D404}" type="datetimeFigureOut">
              <a:rPr lang="ro-RO" smtClean="0"/>
              <a:t>14.11.2024</a:t>
            </a:fld>
            <a:endParaRPr lang="ro-RO" dirty="0"/>
          </a:p>
        </p:txBody>
      </p:sp>
      <p:sp>
        <p:nvSpPr>
          <p:cNvPr id="6" name="Substituent subsol 5">
            <a:extLst>
              <a:ext uri="{FF2B5EF4-FFF2-40B4-BE49-F238E27FC236}">
                <a16:creationId xmlns:a16="http://schemas.microsoft.com/office/drawing/2014/main" id="{C2D2AC23-82AA-4055-A673-9B577E3C73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 dirty="0"/>
          </a:p>
        </p:txBody>
      </p:sp>
      <p:sp>
        <p:nvSpPr>
          <p:cNvPr id="7" name="Substituent număr diapozitiv 6">
            <a:extLst>
              <a:ext uri="{FF2B5EF4-FFF2-40B4-BE49-F238E27FC236}">
                <a16:creationId xmlns:a16="http://schemas.microsoft.com/office/drawing/2014/main" id="{9D866400-6F8F-4111-AFCA-C857960354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6B61B3-69B7-465B-BAE5-416DEA9E2CBE}" type="slidenum">
              <a:rPr lang="ro-RO" smtClean="0"/>
              <a:t>‹#›</a:t>
            </a:fld>
            <a:endParaRPr lang="ro-RO" dirty="0"/>
          </a:p>
        </p:txBody>
      </p:sp>
    </p:spTree>
    <p:extLst>
      <p:ext uri="{BB962C8B-B14F-4D97-AF65-F5344CB8AC3E}">
        <p14:creationId xmlns:p14="http://schemas.microsoft.com/office/powerpoint/2010/main" val="27585923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ext vertical și titl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>
            <a:extLst>
              <a:ext uri="{FF2B5EF4-FFF2-40B4-BE49-F238E27FC236}">
                <a16:creationId xmlns:a16="http://schemas.microsoft.com/office/drawing/2014/main" id="{AE2CB809-B633-455A-95F7-E832C33C01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/>
              <a:t>Faceți clic pentru a edita stilul de titlu coordonator</a:t>
            </a:r>
          </a:p>
        </p:txBody>
      </p:sp>
      <p:sp>
        <p:nvSpPr>
          <p:cNvPr id="3" name="Substituent text vertical 2">
            <a:extLst>
              <a:ext uri="{FF2B5EF4-FFF2-40B4-BE49-F238E27FC236}">
                <a16:creationId xmlns:a16="http://schemas.microsoft.com/office/drawing/2014/main" id="{C290D47F-C0E1-4C94-8473-5DC64230F48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o-RO"/>
              <a:t>Editați stilurile de text coordonator</a:t>
            </a:r>
          </a:p>
          <a:p>
            <a:pPr lvl="1"/>
            <a:r>
              <a:rPr lang="ro-RO"/>
              <a:t>Al doilea nivel</a:t>
            </a:r>
          </a:p>
          <a:p>
            <a:pPr lvl="2"/>
            <a:r>
              <a:rPr lang="ro-RO"/>
              <a:t>Al treilea nivel</a:t>
            </a:r>
          </a:p>
          <a:p>
            <a:pPr lvl="3"/>
            <a:r>
              <a:rPr lang="ro-RO"/>
              <a:t>Al patrulea nivel</a:t>
            </a:r>
          </a:p>
          <a:p>
            <a:pPr lvl="4"/>
            <a:r>
              <a:rPr lang="ro-RO"/>
              <a:t>Al cincilea nivel</a:t>
            </a:r>
          </a:p>
        </p:txBody>
      </p:sp>
      <p:sp>
        <p:nvSpPr>
          <p:cNvPr id="4" name="Substituent dată 3">
            <a:extLst>
              <a:ext uri="{FF2B5EF4-FFF2-40B4-BE49-F238E27FC236}">
                <a16:creationId xmlns:a16="http://schemas.microsoft.com/office/drawing/2014/main" id="{75517D53-86C8-48DF-AC25-A958CDECE6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A8A049-8667-49AC-8762-F4AFF392D404}" type="datetimeFigureOut">
              <a:rPr lang="ro-RO" smtClean="0"/>
              <a:t>14.11.2024</a:t>
            </a:fld>
            <a:endParaRPr lang="ro-RO" dirty="0"/>
          </a:p>
        </p:txBody>
      </p:sp>
      <p:sp>
        <p:nvSpPr>
          <p:cNvPr id="5" name="Substituent subsol 4">
            <a:extLst>
              <a:ext uri="{FF2B5EF4-FFF2-40B4-BE49-F238E27FC236}">
                <a16:creationId xmlns:a16="http://schemas.microsoft.com/office/drawing/2014/main" id="{91120475-F473-42EE-8D79-2E4A3366C0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 dirty="0"/>
          </a:p>
        </p:txBody>
      </p:sp>
      <p:sp>
        <p:nvSpPr>
          <p:cNvPr id="6" name="Substituent număr diapozitiv 5">
            <a:extLst>
              <a:ext uri="{FF2B5EF4-FFF2-40B4-BE49-F238E27FC236}">
                <a16:creationId xmlns:a16="http://schemas.microsoft.com/office/drawing/2014/main" id="{201D6381-EED8-487B-AD15-9C46332B2D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6B61B3-69B7-465B-BAE5-416DEA9E2CBE}" type="slidenum">
              <a:rPr lang="ro-RO" smtClean="0"/>
              <a:t>‹#›</a:t>
            </a:fld>
            <a:endParaRPr lang="ro-RO" dirty="0"/>
          </a:p>
        </p:txBody>
      </p:sp>
    </p:spTree>
    <p:extLst>
      <p:ext uri="{BB962C8B-B14F-4D97-AF65-F5344CB8AC3E}">
        <p14:creationId xmlns:p14="http://schemas.microsoft.com/office/powerpoint/2010/main" val="389683532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lu vertical și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vertical 1">
            <a:extLst>
              <a:ext uri="{FF2B5EF4-FFF2-40B4-BE49-F238E27FC236}">
                <a16:creationId xmlns:a16="http://schemas.microsoft.com/office/drawing/2014/main" id="{0FBDDED8-45D2-469D-AE8E-7BCAE64F1B0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o-RO"/>
              <a:t>Faceți clic pentru a edita stilul de titlu coordonator</a:t>
            </a:r>
          </a:p>
        </p:txBody>
      </p:sp>
      <p:sp>
        <p:nvSpPr>
          <p:cNvPr id="3" name="Substituent text vertical 2">
            <a:extLst>
              <a:ext uri="{FF2B5EF4-FFF2-40B4-BE49-F238E27FC236}">
                <a16:creationId xmlns:a16="http://schemas.microsoft.com/office/drawing/2014/main" id="{D8F55C66-06F2-46F9-9FF0-5AD08240EA4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o-RO"/>
              <a:t>Editați stilurile de text coordonator</a:t>
            </a:r>
          </a:p>
          <a:p>
            <a:pPr lvl="1"/>
            <a:r>
              <a:rPr lang="ro-RO"/>
              <a:t>Al doilea nivel</a:t>
            </a:r>
          </a:p>
          <a:p>
            <a:pPr lvl="2"/>
            <a:r>
              <a:rPr lang="ro-RO"/>
              <a:t>Al treilea nivel</a:t>
            </a:r>
          </a:p>
          <a:p>
            <a:pPr lvl="3"/>
            <a:r>
              <a:rPr lang="ro-RO"/>
              <a:t>Al patrulea nivel</a:t>
            </a:r>
          </a:p>
          <a:p>
            <a:pPr lvl="4"/>
            <a:r>
              <a:rPr lang="ro-RO"/>
              <a:t>Al cincilea nivel</a:t>
            </a:r>
          </a:p>
        </p:txBody>
      </p:sp>
      <p:sp>
        <p:nvSpPr>
          <p:cNvPr id="4" name="Substituent dată 3">
            <a:extLst>
              <a:ext uri="{FF2B5EF4-FFF2-40B4-BE49-F238E27FC236}">
                <a16:creationId xmlns:a16="http://schemas.microsoft.com/office/drawing/2014/main" id="{BA9260EA-BCED-4401-8284-2DB0D9ACBA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A8A049-8667-49AC-8762-F4AFF392D404}" type="datetimeFigureOut">
              <a:rPr lang="ro-RO" smtClean="0"/>
              <a:t>14.11.2024</a:t>
            </a:fld>
            <a:endParaRPr lang="ro-RO" dirty="0"/>
          </a:p>
        </p:txBody>
      </p:sp>
      <p:sp>
        <p:nvSpPr>
          <p:cNvPr id="5" name="Substituent subsol 4">
            <a:extLst>
              <a:ext uri="{FF2B5EF4-FFF2-40B4-BE49-F238E27FC236}">
                <a16:creationId xmlns:a16="http://schemas.microsoft.com/office/drawing/2014/main" id="{15860957-C43E-493D-9739-5C5F3F0AF1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 dirty="0"/>
          </a:p>
        </p:txBody>
      </p:sp>
      <p:sp>
        <p:nvSpPr>
          <p:cNvPr id="6" name="Substituent număr diapozitiv 5">
            <a:extLst>
              <a:ext uri="{FF2B5EF4-FFF2-40B4-BE49-F238E27FC236}">
                <a16:creationId xmlns:a16="http://schemas.microsoft.com/office/drawing/2014/main" id="{DA9412FF-50B1-43AD-80B5-F3316BCF7C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6B61B3-69B7-465B-BAE5-416DEA9E2CBE}" type="slidenum">
              <a:rPr lang="ro-RO" smtClean="0"/>
              <a:t>‹#›</a:t>
            </a:fld>
            <a:endParaRPr lang="ro-RO" dirty="0"/>
          </a:p>
        </p:txBody>
      </p:sp>
    </p:spTree>
    <p:extLst>
      <p:ext uri="{BB962C8B-B14F-4D97-AF65-F5344CB8AC3E}">
        <p14:creationId xmlns:p14="http://schemas.microsoft.com/office/powerpoint/2010/main" val="34681952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>
            <a:lumMod val="40000"/>
            <a:lumOff val="60000"/>
            <a:alpha val="2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stituent titlu 1">
            <a:extLst>
              <a:ext uri="{FF2B5EF4-FFF2-40B4-BE49-F238E27FC236}">
                <a16:creationId xmlns:a16="http://schemas.microsoft.com/office/drawing/2014/main" id="{4F5EB4E9-E70E-4B6C-AA38-D77617C888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o-RO"/>
              <a:t>Faceți clic pentru a edita stilul de titlu coordonator</a:t>
            </a:r>
          </a:p>
        </p:txBody>
      </p:sp>
      <p:sp>
        <p:nvSpPr>
          <p:cNvPr id="3" name="Substituent text 2">
            <a:extLst>
              <a:ext uri="{FF2B5EF4-FFF2-40B4-BE49-F238E27FC236}">
                <a16:creationId xmlns:a16="http://schemas.microsoft.com/office/drawing/2014/main" id="{D593F9A6-FB02-4209-83AA-F3B74B6106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o-RO"/>
              <a:t>Editați stilurile de text coordonator</a:t>
            </a:r>
          </a:p>
          <a:p>
            <a:pPr lvl="1"/>
            <a:r>
              <a:rPr lang="ro-RO"/>
              <a:t>Al doilea nivel</a:t>
            </a:r>
          </a:p>
          <a:p>
            <a:pPr lvl="2"/>
            <a:r>
              <a:rPr lang="ro-RO"/>
              <a:t>Al treilea nivel</a:t>
            </a:r>
          </a:p>
          <a:p>
            <a:pPr lvl="3"/>
            <a:r>
              <a:rPr lang="ro-RO"/>
              <a:t>Al patrulea nivel</a:t>
            </a:r>
          </a:p>
          <a:p>
            <a:pPr lvl="4"/>
            <a:r>
              <a:rPr lang="ro-RO"/>
              <a:t>Al cincilea nivel</a:t>
            </a:r>
          </a:p>
        </p:txBody>
      </p:sp>
      <p:sp>
        <p:nvSpPr>
          <p:cNvPr id="4" name="Substituent dată 3">
            <a:extLst>
              <a:ext uri="{FF2B5EF4-FFF2-40B4-BE49-F238E27FC236}">
                <a16:creationId xmlns:a16="http://schemas.microsoft.com/office/drawing/2014/main" id="{288AD35E-BB51-437C-9835-CA75CDF8266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5A8A049-8667-49AC-8762-F4AFF392D404}" type="datetimeFigureOut">
              <a:rPr lang="ro-RO" smtClean="0"/>
              <a:t>14.11.2024</a:t>
            </a:fld>
            <a:endParaRPr lang="ro-RO" dirty="0"/>
          </a:p>
        </p:txBody>
      </p:sp>
      <p:sp>
        <p:nvSpPr>
          <p:cNvPr id="5" name="Substituent subsol 4">
            <a:extLst>
              <a:ext uri="{FF2B5EF4-FFF2-40B4-BE49-F238E27FC236}">
                <a16:creationId xmlns:a16="http://schemas.microsoft.com/office/drawing/2014/main" id="{EA56834E-943C-4A6C-ABFA-1ADD132AC6E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o-RO" dirty="0"/>
          </a:p>
        </p:txBody>
      </p:sp>
      <p:sp>
        <p:nvSpPr>
          <p:cNvPr id="6" name="Substituent număr diapozitiv 5">
            <a:extLst>
              <a:ext uri="{FF2B5EF4-FFF2-40B4-BE49-F238E27FC236}">
                <a16:creationId xmlns:a16="http://schemas.microsoft.com/office/drawing/2014/main" id="{5AD2AFDC-A203-4AB7-8908-78AF98360C9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C6B61B3-69B7-465B-BAE5-416DEA9E2CBE}" type="slidenum">
              <a:rPr lang="ro-RO" smtClean="0"/>
              <a:t>‹#›</a:t>
            </a:fld>
            <a:endParaRPr lang="ro-RO" dirty="0"/>
          </a:p>
        </p:txBody>
      </p:sp>
    </p:spTree>
    <p:extLst>
      <p:ext uri="{BB962C8B-B14F-4D97-AF65-F5344CB8AC3E}">
        <p14:creationId xmlns:p14="http://schemas.microsoft.com/office/powerpoint/2010/main" val="7964600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o-R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ustomXml" Target="../ink/ink1.xm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64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customXml" Target="../ink/ink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8.png"/><Relationship Id="rId4" Type="http://schemas.openxmlformats.org/officeDocument/2006/relationships/customXml" Target="../ink/ink3.xml"/></Relationships>
</file>

<file path=ppt/slides/_rels/slide9.xml.rels><?xml version="1.0" encoding="UTF-8" standalone="yes"?>
<Relationships xmlns="http://schemas.openxmlformats.org/package/2006/relationships"><Relationship Id="rId13" Type="http://schemas.openxmlformats.org/officeDocument/2006/relationships/customXml" Target="../ink/ink9.xml"/><Relationship Id="rId18" Type="http://schemas.openxmlformats.org/officeDocument/2006/relationships/image" Target="../media/image378.png"/><Relationship Id="rId26" Type="http://schemas.openxmlformats.org/officeDocument/2006/relationships/image" Target="../media/image382.png"/><Relationship Id="rId39" Type="http://schemas.openxmlformats.org/officeDocument/2006/relationships/customXml" Target="../ink/ink22.xml"/><Relationship Id="rId21" Type="http://schemas.openxmlformats.org/officeDocument/2006/relationships/customXml" Target="../ink/ink13.xml"/><Relationship Id="rId34" Type="http://schemas.openxmlformats.org/officeDocument/2006/relationships/image" Target="../media/image386.png"/><Relationship Id="rId42" Type="http://schemas.openxmlformats.org/officeDocument/2006/relationships/image" Target="../media/image390.png"/><Relationship Id="rId47" Type="http://schemas.openxmlformats.org/officeDocument/2006/relationships/customXml" Target="../ink/ink26.xml"/><Relationship Id="rId50" Type="http://schemas.openxmlformats.org/officeDocument/2006/relationships/image" Target="../media/image394.png"/><Relationship Id="rId55" Type="http://schemas.openxmlformats.org/officeDocument/2006/relationships/customXml" Target="../ink/ink30.xml"/><Relationship Id="rId7" Type="http://schemas.openxmlformats.org/officeDocument/2006/relationships/customXml" Target="../ink/ink6.xml"/><Relationship Id="rId2" Type="http://schemas.openxmlformats.org/officeDocument/2006/relationships/image" Target="../media/image3.png"/><Relationship Id="rId16" Type="http://schemas.openxmlformats.org/officeDocument/2006/relationships/image" Target="../media/image377.png"/><Relationship Id="rId29" Type="http://schemas.openxmlformats.org/officeDocument/2006/relationships/customXml" Target="../ink/ink17.xml"/><Relationship Id="rId11" Type="http://schemas.openxmlformats.org/officeDocument/2006/relationships/customXml" Target="../ink/ink8.xml"/><Relationship Id="rId24" Type="http://schemas.openxmlformats.org/officeDocument/2006/relationships/image" Target="../media/image381.png"/><Relationship Id="rId32" Type="http://schemas.openxmlformats.org/officeDocument/2006/relationships/image" Target="../media/image385.png"/><Relationship Id="rId37" Type="http://schemas.openxmlformats.org/officeDocument/2006/relationships/customXml" Target="../ink/ink21.xml"/><Relationship Id="rId40" Type="http://schemas.openxmlformats.org/officeDocument/2006/relationships/image" Target="../media/image389.png"/><Relationship Id="rId45" Type="http://schemas.openxmlformats.org/officeDocument/2006/relationships/customXml" Target="../ink/ink25.xml"/><Relationship Id="rId53" Type="http://schemas.openxmlformats.org/officeDocument/2006/relationships/customXml" Target="../ink/ink29.xml"/><Relationship Id="rId58" Type="http://schemas.openxmlformats.org/officeDocument/2006/relationships/image" Target="../media/image398.png"/><Relationship Id="rId5" Type="http://schemas.openxmlformats.org/officeDocument/2006/relationships/customXml" Target="../ink/ink5.xml"/><Relationship Id="rId19" Type="http://schemas.openxmlformats.org/officeDocument/2006/relationships/customXml" Target="../ink/ink12.xml"/><Relationship Id="rId4" Type="http://schemas.openxmlformats.org/officeDocument/2006/relationships/image" Target="../media/image369.png"/><Relationship Id="rId9" Type="http://schemas.openxmlformats.org/officeDocument/2006/relationships/customXml" Target="../ink/ink7.xml"/><Relationship Id="rId14" Type="http://schemas.openxmlformats.org/officeDocument/2006/relationships/image" Target="../media/image376.png"/><Relationship Id="rId22" Type="http://schemas.openxmlformats.org/officeDocument/2006/relationships/image" Target="../media/image380.png"/><Relationship Id="rId27" Type="http://schemas.openxmlformats.org/officeDocument/2006/relationships/customXml" Target="../ink/ink16.xml"/><Relationship Id="rId30" Type="http://schemas.openxmlformats.org/officeDocument/2006/relationships/image" Target="../media/image384.png"/><Relationship Id="rId35" Type="http://schemas.openxmlformats.org/officeDocument/2006/relationships/customXml" Target="../ink/ink20.xml"/><Relationship Id="rId43" Type="http://schemas.openxmlformats.org/officeDocument/2006/relationships/customXml" Target="../ink/ink24.xml"/><Relationship Id="rId48" Type="http://schemas.openxmlformats.org/officeDocument/2006/relationships/image" Target="../media/image393.png"/><Relationship Id="rId56" Type="http://schemas.openxmlformats.org/officeDocument/2006/relationships/image" Target="../media/image397.png"/><Relationship Id="rId8" Type="http://schemas.openxmlformats.org/officeDocument/2006/relationships/image" Target="../media/image371.png"/><Relationship Id="rId51" Type="http://schemas.openxmlformats.org/officeDocument/2006/relationships/customXml" Target="../ink/ink28.xml"/><Relationship Id="rId3" Type="http://schemas.openxmlformats.org/officeDocument/2006/relationships/customXml" Target="../ink/ink4.xml"/><Relationship Id="rId12" Type="http://schemas.openxmlformats.org/officeDocument/2006/relationships/image" Target="../media/image375.png"/><Relationship Id="rId17" Type="http://schemas.openxmlformats.org/officeDocument/2006/relationships/customXml" Target="../ink/ink11.xml"/><Relationship Id="rId25" Type="http://schemas.openxmlformats.org/officeDocument/2006/relationships/customXml" Target="../ink/ink15.xml"/><Relationship Id="rId33" Type="http://schemas.openxmlformats.org/officeDocument/2006/relationships/customXml" Target="../ink/ink19.xml"/><Relationship Id="rId38" Type="http://schemas.openxmlformats.org/officeDocument/2006/relationships/image" Target="../media/image388.png"/><Relationship Id="rId46" Type="http://schemas.openxmlformats.org/officeDocument/2006/relationships/image" Target="../media/image392.png"/><Relationship Id="rId59" Type="http://schemas.openxmlformats.org/officeDocument/2006/relationships/customXml" Target="../ink/ink32.xml"/><Relationship Id="rId20" Type="http://schemas.openxmlformats.org/officeDocument/2006/relationships/image" Target="../media/image379.png"/><Relationship Id="rId41" Type="http://schemas.openxmlformats.org/officeDocument/2006/relationships/customXml" Target="../ink/ink23.xml"/><Relationship Id="rId54" Type="http://schemas.openxmlformats.org/officeDocument/2006/relationships/image" Target="../media/image39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70.png"/><Relationship Id="rId15" Type="http://schemas.openxmlformats.org/officeDocument/2006/relationships/customXml" Target="../ink/ink10.xml"/><Relationship Id="rId23" Type="http://schemas.openxmlformats.org/officeDocument/2006/relationships/customXml" Target="../ink/ink14.xml"/><Relationship Id="rId28" Type="http://schemas.openxmlformats.org/officeDocument/2006/relationships/image" Target="../media/image383.png"/><Relationship Id="rId36" Type="http://schemas.openxmlformats.org/officeDocument/2006/relationships/image" Target="../media/image387.png"/><Relationship Id="rId49" Type="http://schemas.openxmlformats.org/officeDocument/2006/relationships/customXml" Target="../ink/ink27.xml"/><Relationship Id="rId57" Type="http://schemas.openxmlformats.org/officeDocument/2006/relationships/customXml" Target="../ink/ink31.xml"/><Relationship Id="rId10" Type="http://schemas.openxmlformats.org/officeDocument/2006/relationships/image" Target="../media/image374.png"/><Relationship Id="rId31" Type="http://schemas.openxmlformats.org/officeDocument/2006/relationships/customXml" Target="../ink/ink18.xml"/><Relationship Id="rId44" Type="http://schemas.openxmlformats.org/officeDocument/2006/relationships/image" Target="../media/image391.png"/><Relationship Id="rId52" Type="http://schemas.openxmlformats.org/officeDocument/2006/relationships/image" Target="../media/image395.png"/><Relationship Id="rId60" Type="http://schemas.openxmlformats.org/officeDocument/2006/relationships/image" Target="../media/image399.png"/></Relationships>
</file>

<file path=ppt/slides/_rels/slide10.xml.rels><?xml version="1.0" encoding="UTF-8" standalone="yes"?>
<Relationships xmlns="http://schemas.openxmlformats.org/package/2006/relationships"><Relationship Id="rId13" Type="http://schemas.openxmlformats.org/officeDocument/2006/relationships/customXml" Target="../ink/ink38.xml"/><Relationship Id="rId18" Type="http://schemas.openxmlformats.org/officeDocument/2006/relationships/image" Target="../media/image404.png"/><Relationship Id="rId26" Type="http://schemas.openxmlformats.org/officeDocument/2006/relationships/image" Target="../media/image408.png"/><Relationship Id="rId39" Type="http://schemas.openxmlformats.org/officeDocument/2006/relationships/customXml" Target="../ink/ink51.xml"/><Relationship Id="rId21" Type="http://schemas.openxmlformats.org/officeDocument/2006/relationships/customXml" Target="../ink/ink42.xml"/><Relationship Id="rId34" Type="http://schemas.openxmlformats.org/officeDocument/2006/relationships/image" Target="../media/image412.png"/><Relationship Id="rId42" Type="http://schemas.openxmlformats.org/officeDocument/2006/relationships/image" Target="../media/image416.png"/><Relationship Id="rId7" Type="http://schemas.openxmlformats.org/officeDocument/2006/relationships/customXml" Target="../ink/ink35.xml"/><Relationship Id="rId2" Type="http://schemas.openxmlformats.org/officeDocument/2006/relationships/image" Target="../media/image3.png"/><Relationship Id="rId16" Type="http://schemas.openxmlformats.org/officeDocument/2006/relationships/image" Target="../media/image403.png"/><Relationship Id="rId29" Type="http://schemas.openxmlformats.org/officeDocument/2006/relationships/customXml" Target="../ink/ink46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70.png"/><Relationship Id="rId11" Type="http://schemas.openxmlformats.org/officeDocument/2006/relationships/customXml" Target="../ink/ink37.xml"/><Relationship Id="rId24" Type="http://schemas.openxmlformats.org/officeDocument/2006/relationships/image" Target="../media/image407.png"/><Relationship Id="rId32" Type="http://schemas.openxmlformats.org/officeDocument/2006/relationships/image" Target="../media/image411.png"/><Relationship Id="rId37" Type="http://schemas.openxmlformats.org/officeDocument/2006/relationships/customXml" Target="../ink/ink50.xml"/><Relationship Id="rId40" Type="http://schemas.openxmlformats.org/officeDocument/2006/relationships/image" Target="../media/image415.png"/><Relationship Id="rId45" Type="http://schemas.openxmlformats.org/officeDocument/2006/relationships/customXml" Target="../ink/ink54.xml"/><Relationship Id="rId5" Type="http://schemas.openxmlformats.org/officeDocument/2006/relationships/customXml" Target="../ink/ink34.xml"/><Relationship Id="rId15" Type="http://schemas.openxmlformats.org/officeDocument/2006/relationships/customXml" Target="../ink/ink39.xml"/><Relationship Id="rId23" Type="http://schemas.openxmlformats.org/officeDocument/2006/relationships/customXml" Target="../ink/ink43.xml"/><Relationship Id="rId28" Type="http://schemas.openxmlformats.org/officeDocument/2006/relationships/image" Target="../media/image409.png"/><Relationship Id="rId36" Type="http://schemas.openxmlformats.org/officeDocument/2006/relationships/image" Target="../media/image413.png"/><Relationship Id="rId10" Type="http://schemas.openxmlformats.org/officeDocument/2006/relationships/image" Target="../media/image400.png"/><Relationship Id="rId19" Type="http://schemas.openxmlformats.org/officeDocument/2006/relationships/customXml" Target="../ink/ink41.xml"/><Relationship Id="rId31" Type="http://schemas.openxmlformats.org/officeDocument/2006/relationships/customXml" Target="../ink/ink47.xml"/><Relationship Id="rId44" Type="http://schemas.openxmlformats.org/officeDocument/2006/relationships/image" Target="../media/image417.png"/><Relationship Id="rId4" Type="http://schemas.openxmlformats.org/officeDocument/2006/relationships/image" Target="../media/image369.png"/><Relationship Id="rId9" Type="http://schemas.openxmlformats.org/officeDocument/2006/relationships/customXml" Target="../ink/ink36.xml"/><Relationship Id="rId14" Type="http://schemas.openxmlformats.org/officeDocument/2006/relationships/image" Target="../media/image402.png"/><Relationship Id="rId22" Type="http://schemas.openxmlformats.org/officeDocument/2006/relationships/image" Target="../media/image406.png"/><Relationship Id="rId27" Type="http://schemas.openxmlformats.org/officeDocument/2006/relationships/customXml" Target="../ink/ink45.xml"/><Relationship Id="rId30" Type="http://schemas.openxmlformats.org/officeDocument/2006/relationships/image" Target="../media/image410.png"/><Relationship Id="rId35" Type="http://schemas.openxmlformats.org/officeDocument/2006/relationships/customXml" Target="../ink/ink49.xml"/><Relationship Id="rId43" Type="http://schemas.openxmlformats.org/officeDocument/2006/relationships/customXml" Target="../ink/ink53.xml"/><Relationship Id="rId8" Type="http://schemas.openxmlformats.org/officeDocument/2006/relationships/image" Target="../media/image371.png"/><Relationship Id="rId3" Type="http://schemas.openxmlformats.org/officeDocument/2006/relationships/customXml" Target="../ink/ink33.xml"/><Relationship Id="rId12" Type="http://schemas.openxmlformats.org/officeDocument/2006/relationships/image" Target="../media/image401.png"/><Relationship Id="rId17" Type="http://schemas.openxmlformats.org/officeDocument/2006/relationships/customXml" Target="../ink/ink40.xml"/><Relationship Id="rId25" Type="http://schemas.openxmlformats.org/officeDocument/2006/relationships/customXml" Target="../ink/ink44.xml"/><Relationship Id="rId33" Type="http://schemas.openxmlformats.org/officeDocument/2006/relationships/customXml" Target="../ink/ink48.xml"/><Relationship Id="rId38" Type="http://schemas.openxmlformats.org/officeDocument/2006/relationships/image" Target="../media/image414.png"/><Relationship Id="rId46" Type="http://schemas.openxmlformats.org/officeDocument/2006/relationships/image" Target="../media/image418.png"/><Relationship Id="rId20" Type="http://schemas.openxmlformats.org/officeDocument/2006/relationships/image" Target="../media/image405.png"/><Relationship Id="rId41" Type="http://schemas.openxmlformats.org/officeDocument/2006/relationships/customXml" Target="../ink/ink52.xml"/></Relationships>
</file>

<file path=ppt/slides/_rels/slide11.xml.rels><?xml version="1.0" encoding="UTF-8" standalone="yes"?>
<Relationships xmlns="http://schemas.openxmlformats.org/package/2006/relationships"><Relationship Id="rId26" Type="http://schemas.openxmlformats.org/officeDocument/2006/relationships/customXml" Target="../ink/ink67.xml"/><Relationship Id="rId21" Type="http://schemas.openxmlformats.org/officeDocument/2006/relationships/image" Target="../media/image428.png"/><Relationship Id="rId42" Type="http://schemas.openxmlformats.org/officeDocument/2006/relationships/customXml" Target="../ink/ink75.xml"/><Relationship Id="rId47" Type="http://schemas.openxmlformats.org/officeDocument/2006/relationships/image" Target="../media/image441.png"/><Relationship Id="rId63" Type="http://schemas.openxmlformats.org/officeDocument/2006/relationships/image" Target="../media/image448.png"/><Relationship Id="rId68" Type="http://schemas.openxmlformats.org/officeDocument/2006/relationships/customXml" Target="../ink/ink88.xml"/><Relationship Id="rId84" Type="http://schemas.openxmlformats.org/officeDocument/2006/relationships/image" Target="../media/image458.png"/><Relationship Id="rId89" Type="http://schemas.openxmlformats.org/officeDocument/2006/relationships/customXml" Target="../ink/ink99.xml"/><Relationship Id="rId112" Type="http://schemas.openxmlformats.org/officeDocument/2006/relationships/image" Target="../media/image472.png"/><Relationship Id="rId16" Type="http://schemas.openxmlformats.org/officeDocument/2006/relationships/customXml" Target="../ink/ink62.xml"/><Relationship Id="rId107" Type="http://schemas.openxmlformats.org/officeDocument/2006/relationships/customXml" Target="../ink/ink108.xml"/><Relationship Id="rId11" Type="http://schemas.openxmlformats.org/officeDocument/2006/relationships/image" Target="../media/image423.png"/><Relationship Id="rId32" Type="http://schemas.openxmlformats.org/officeDocument/2006/relationships/customXml" Target="../ink/ink70.xml"/><Relationship Id="rId37" Type="http://schemas.openxmlformats.org/officeDocument/2006/relationships/image" Target="../media/image436.png"/><Relationship Id="rId53" Type="http://schemas.openxmlformats.org/officeDocument/2006/relationships/image" Target="../media/image444.png"/><Relationship Id="rId58" Type="http://schemas.openxmlformats.org/officeDocument/2006/relationships/customXml" Target="../ink/ink83.xml"/><Relationship Id="rId74" Type="http://schemas.openxmlformats.org/officeDocument/2006/relationships/image" Target="../media/image453.png"/><Relationship Id="rId79" Type="http://schemas.openxmlformats.org/officeDocument/2006/relationships/customXml" Target="../ink/ink94.xml"/><Relationship Id="rId102" Type="http://schemas.openxmlformats.org/officeDocument/2006/relationships/image" Target="../media/image467.png"/><Relationship Id="rId5" Type="http://schemas.openxmlformats.org/officeDocument/2006/relationships/image" Target="../media/image420.png"/><Relationship Id="rId90" Type="http://schemas.openxmlformats.org/officeDocument/2006/relationships/image" Target="../media/image461.png"/><Relationship Id="rId95" Type="http://schemas.openxmlformats.org/officeDocument/2006/relationships/customXml" Target="../ink/ink102.xml"/><Relationship Id="rId22" Type="http://schemas.openxmlformats.org/officeDocument/2006/relationships/customXml" Target="../ink/ink65.xml"/><Relationship Id="rId27" Type="http://schemas.openxmlformats.org/officeDocument/2006/relationships/image" Target="../media/image431.png"/><Relationship Id="rId43" Type="http://schemas.openxmlformats.org/officeDocument/2006/relationships/image" Target="../media/image439.png"/><Relationship Id="rId48" Type="http://schemas.openxmlformats.org/officeDocument/2006/relationships/customXml" Target="../ink/ink78.xml"/><Relationship Id="rId64" Type="http://schemas.openxmlformats.org/officeDocument/2006/relationships/customXml" Target="../ink/ink86.xml"/><Relationship Id="rId69" Type="http://schemas.openxmlformats.org/officeDocument/2006/relationships/image" Target="../media/image451.png"/><Relationship Id="rId113" Type="http://schemas.openxmlformats.org/officeDocument/2006/relationships/customXml" Target="../ink/ink111.xml"/><Relationship Id="rId80" Type="http://schemas.openxmlformats.org/officeDocument/2006/relationships/image" Target="../media/image456.png"/><Relationship Id="rId85" Type="http://schemas.openxmlformats.org/officeDocument/2006/relationships/customXml" Target="../ink/ink97.xml"/><Relationship Id="rId12" Type="http://schemas.openxmlformats.org/officeDocument/2006/relationships/customXml" Target="../ink/ink60.xml"/><Relationship Id="rId17" Type="http://schemas.openxmlformats.org/officeDocument/2006/relationships/image" Target="../media/image426.png"/><Relationship Id="rId33" Type="http://schemas.openxmlformats.org/officeDocument/2006/relationships/image" Target="../media/image434.png"/><Relationship Id="rId38" Type="http://schemas.openxmlformats.org/officeDocument/2006/relationships/customXml" Target="../ink/ink73.xml"/><Relationship Id="rId59" Type="http://schemas.openxmlformats.org/officeDocument/2006/relationships/image" Target="../media/image447.png"/><Relationship Id="rId103" Type="http://schemas.openxmlformats.org/officeDocument/2006/relationships/customXml" Target="../ink/ink106.xml"/><Relationship Id="rId108" Type="http://schemas.openxmlformats.org/officeDocument/2006/relationships/image" Target="../media/image470.png"/><Relationship Id="rId54" Type="http://schemas.openxmlformats.org/officeDocument/2006/relationships/customXml" Target="../ink/ink81.xml"/><Relationship Id="rId70" Type="http://schemas.openxmlformats.org/officeDocument/2006/relationships/customXml" Target="../ink/ink89.xml"/><Relationship Id="rId75" Type="http://schemas.openxmlformats.org/officeDocument/2006/relationships/customXml" Target="../ink/ink92.xml"/><Relationship Id="rId91" Type="http://schemas.openxmlformats.org/officeDocument/2006/relationships/customXml" Target="../ink/ink100.xml"/><Relationship Id="rId96" Type="http://schemas.openxmlformats.org/officeDocument/2006/relationships/image" Target="../media/image464.png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57.xml"/><Relationship Id="rId15" Type="http://schemas.openxmlformats.org/officeDocument/2006/relationships/image" Target="../media/image425.png"/><Relationship Id="rId23" Type="http://schemas.openxmlformats.org/officeDocument/2006/relationships/image" Target="../media/image429.png"/><Relationship Id="rId28" Type="http://schemas.openxmlformats.org/officeDocument/2006/relationships/customXml" Target="../ink/ink68.xml"/><Relationship Id="rId36" Type="http://schemas.openxmlformats.org/officeDocument/2006/relationships/customXml" Target="../ink/ink72.xml"/><Relationship Id="rId49" Type="http://schemas.openxmlformats.org/officeDocument/2006/relationships/image" Target="../media/image442.png"/><Relationship Id="rId57" Type="http://schemas.openxmlformats.org/officeDocument/2006/relationships/image" Target="../media/image446.png"/><Relationship Id="rId106" Type="http://schemas.openxmlformats.org/officeDocument/2006/relationships/image" Target="../media/image469.png"/><Relationship Id="rId114" Type="http://schemas.openxmlformats.org/officeDocument/2006/relationships/image" Target="../media/image473.png"/><Relationship Id="rId10" Type="http://schemas.openxmlformats.org/officeDocument/2006/relationships/customXml" Target="../ink/ink59.xml"/><Relationship Id="rId31" Type="http://schemas.openxmlformats.org/officeDocument/2006/relationships/image" Target="../media/image433.png"/><Relationship Id="rId44" Type="http://schemas.openxmlformats.org/officeDocument/2006/relationships/customXml" Target="../ink/ink76.xml"/><Relationship Id="rId52" Type="http://schemas.openxmlformats.org/officeDocument/2006/relationships/customXml" Target="../ink/ink80.xml"/><Relationship Id="rId60" Type="http://schemas.openxmlformats.org/officeDocument/2006/relationships/customXml" Target="../ink/ink84.xml"/><Relationship Id="rId65" Type="http://schemas.openxmlformats.org/officeDocument/2006/relationships/image" Target="../media/image449.png"/><Relationship Id="rId73" Type="http://schemas.openxmlformats.org/officeDocument/2006/relationships/customXml" Target="../ink/ink91.xml"/><Relationship Id="rId78" Type="http://schemas.openxmlformats.org/officeDocument/2006/relationships/image" Target="../media/image455.png"/><Relationship Id="rId81" Type="http://schemas.openxmlformats.org/officeDocument/2006/relationships/customXml" Target="../ink/ink95.xml"/><Relationship Id="rId86" Type="http://schemas.openxmlformats.org/officeDocument/2006/relationships/image" Target="../media/image459.png"/><Relationship Id="rId94" Type="http://schemas.openxmlformats.org/officeDocument/2006/relationships/image" Target="../media/image463.png"/><Relationship Id="rId99" Type="http://schemas.openxmlformats.org/officeDocument/2006/relationships/customXml" Target="../ink/ink104.xml"/><Relationship Id="rId101" Type="http://schemas.openxmlformats.org/officeDocument/2006/relationships/customXml" Target="../ink/ink105.xml"/><Relationship Id="rId4" Type="http://schemas.openxmlformats.org/officeDocument/2006/relationships/customXml" Target="../ink/ink56.xml"/><Relationship Id="rId9" Type="http://schemas.openxmlformats.org/officeDocument/2006/relationships/image" Target="../media/image422.png"/><Relationship Id="rId13" Type="http://schemas.openxmlformats.org/officeDocument/2006/relationships/image" Target="../media/image424.png"/><Relationship Id="rId18" Type="http://schemas.openxmlformats.org/officeDocument/2006/relationships/customXml" Target="../ink/ink63.xml"/><Relationship Id="rId39" Type="http://schemas.openxmlformats.org/officeDocument/2006/relationships/image" Target="../media/image437.png"/><Relationship Id="rId109" Type="http://schemas.openxmlformats.org/officeDocument/2006/relationships/customXml" Target="../ink/ink109.xml"/><Relationship Id="rId34" Type="http://schemas.openxmlformats.org/officeDocument/2006/relationships/customXml" Target="../ink/ink71.xml"/><Relationship Id="rId50" Type="http://schemas.openxmlformats.org/officeDocument/2006/relationships/customXml" Target="../ink/ink79.xml"/><Relationship Id="rId55" Type="http://schemas.openxmlformats.org/officeDocument/2006/relationships/image" Target="../media/image445.png"/><Relationship Id="rId76" Type="http://schemas.openxmlformats.org/officeDocument/2006/relationships/image" Target="../media/image454.png"/><Relationship Id="rId97" Type="http://schemas.openxmlformats.org/officeDocument/2006/relationships/customXml" Target="../ink/ink103.xml"/><Relationship Id="rId104" Type="http://schemas.openxmlformats.org/officeDocument/2006/relationships/image" Target="../media/image468.png"/><Relationship Id="rId7" Type="http://schemas.openxmlformats.org/officeDocument/2006/relationships/image" Target="../media/image421.png"/><Relationship Id="rId71" Type="http://schemas.openxmlformats.org/officeDocument/2006/relationships/customXml" Target="../ink/ink90.xml"/><Relationship Id="rId92" Type="http://schemas.openxmlformats.org/officeDocument/2006/relationships/image" Target="../media/image462.png"/><Relationship Id="rId2" Type="http://schemas.openxmlformats.org/officeDocument/2006/relationships/customXml" Target="../ink/ink55.xml"/><Relationship Id="rId29" Type="http://schemas.openxmlformats.org/officeDocument/2006/relationships/image" Target="../media/image432.png"/><Relationship Id="rId24" Type="http://schemas.openxmlformats.org/officeDocument/2006/relationships/customXml" Target="../ink/ink66.xml"/><Relationship Id="rId40" Type="http://schemas.openxmlformats.org/officeDocument/2006/relationships/customXml" Target="../ink/ink74.xml"/><Relationship Id="rId45" Type="http://schemas.openxmlformats.org/officeDocument/2006/relationships/image" Target="../media/image440.png"/><Relationship Id="rId66" Type="http://schemas.openxmlformats.org/officeDocument/2006/relationships/customXml" Target="../ink/ink87.xml"/><Relationship Id="rId87" Type="http://schemas.openxmlformats.org/officeDocument/2006/relationships/customXml" Target="../ink/ink98.xml"/><Relationship Id="rId110" Type="http://schemas.openxmlformats.org/officeDocument/2006/relationships/image" Target="../media/image471.png"/><Relationship Id="rId115" Type="http://schemas.openxmlformats.org/officeDocument/2006/relationships/customXml" Target="../ink/ink112.xml"/><Relationship Id="rId61" Type="http://schemas.openxmlformats.org/officeDocument/2006/relationships/image" Target="../media/image27.png"/><Relationship Id="rId82" Type="http://schemas.openxmlformats.org/officeDocument/2006/relationships/image" Target="../media/image457.png"/><Relationship Id="rId19" Type="http://schemas.openxmlformats.org/officeDocument/2006/relationships/image" Target="../media/image427.png"/><Relationship Id="rId14" Type="http://schemas.openxmlformats.org/officeDocument/2006/relationships/customXml" Target="../ink/ink61.xml"/><Relationship Id="rId30" Type="http://schemas.openxmlformats.org/officeDocument/2006/relationships/customXml" Target="../ink/ink69.xml"/><Relationship Id="rId35" Type="http://schemas.openxmlformats.org/officeDocument/2006/relationships/image" Target="../media/image435.png"/><Relationship Id="rId56" Type="http://schemas.openxmlformats.org/officeDocument/2006/relationships/customXml" Target="../ink/ink82.xml"/><Relationship Id="rId77" Type="http://schemas.openxmlformats.org/officeDocument/2006/relationships/customXml" Target="../ink/ink93.xml"/><Relationship Id="rId100" Type="http://schemas.openxmlformats.org/officeDocument/2006/relationships/image" Target="../media/image466.png"/><Relationship Id="rId105" Type="http://schemas.openxmlformats.org/officeDocument/2006/relationships/customXml" Target="../ink/ink107.xml"/><Relationship Id="rId8" Type="http://schemas.openxmlformats.org/officeDocument/2006/relationships/customXml" Target="../ink/ink58.xml"/><Relationship Id="rId51" Type="http://schemas.openxmlformats.org/officeDocument/2006/relationships/image" Target="../media/image443.png"/><Relationship Id="rId72" Type="http://schemas.openxmlformats.org/officeDocument/2006/relationships/image" Target="../media/image452.png"/><Relationship Id="rId93" Type="http://schemas.openxmlformats.org/officeDocument/2006/relationships/customXml" Target="../ink/ink101.xml"/><Relationship Id="rId98" Type="http://schemas.openxmlformats.org/officeDocument/2006/relationships/image" Target="../media/image465.png"/><Relationship Id="rId3" Type="http://schemas.openxmlformats.org/officeDocument/2006/relationships/image" Target="../media/image419.png"/><Relationship Id="rId25" Type="http://schemas.openxmlformats.org/officeDocument/2006/relationships/image" Target="../media/image430.png"/><Relationship Id="rId46" Type="http://schemas.openxmlformats.org/officeDocument/2006/relationships/customXml" Target="../ink/ink77.xml"/><Relationship Id="rId67" Type="http://schemas.openxmlformats.org/officeDocument/2006/relationships/image" Target="../media/image450.png"/><Relationship Id="rId116" Type="http://schemas.openxmlformats.org/officeDocument/2006/relationships/image" Target="../media/image474.png"/><Relationship Id="rId20" Type="http://schemas.openxmlformats.org/officeDocument/2006/relationships/customXml" Target="../ink/ink64.xml"/><Relationship Id="rId41" Type="http://schemas.openxmlformats.org/officeDocument/2006/relationships/image" Target="../media/image438.png"/><Relationship Id="rId62" Type="http://schemas.openxmlformats.org/officeDocument/2006/relationships/customXml" Target="../ink/ink85.xml"/><Relationship Id="rId83" Type="http://schemas.openxmlformats.org/officeDocument/2006/relationships/customXml" Target="../ink/ink96.xml"/><Relationship Id="rId88" Type="http://schemas.openxmlformats.org/officeDocument/2006/relationships/image" Target="../media/image460.png"/><Relationship Id="rId111" Type="http://schemas.openxmlformats.org/officeDocument/2006/relationships/customXml" Target="../ink/ink110.xml"/></Relationships>
</file>

<file path=ppt/slides/_rels/slide12.xml.rels><?xml version="1.0" encoding="UTF-8" standalone="yes"?>
<Relationships xmlns="http://schemas.openxmlformats.org/package/2006/relationships"><Relationship Id="rId26" Type="http://schemas.openxmlformats.org/officeDocument/2006/relationships/customXml" Target="../ink/ink125.xml"/><Relationship Id="rId21" Type="http://schemas.openxmlformats.org/officeDocument/2006/relationships/image" Target="../media/image484.png"/><Relationship Id="rId42" Type="http://schemas.openxmlformats.org/officeDocument/2006/relationships/customXml" Target="../ink/ink133.xml"/><Relationship Id="rId47" Type="http://schemas.openxmlformats.org/officeDocument/2006/relationships/image" Target="../media/image497.png"/><Relationship Id="rId63" Type="http://schemas.openxmlformats.org/officeDocument/2006/relationships/image" Target="../media/image505.png"/><Relationship Id="rId68" Type="http://schemas.openxmlformats.org/officeDocument/2006/relationships/customXml" Target="../ink/ink146.xml"/><Relationship Id="rId2" Type="http://schemas.openxmlformats.org/officeDocument/2006/relationships/customXml" Target="../ink/ink113.xml"/><Relationship Id="rId16" Type="http://schemas.openxmlformats.org/officeDocument/2006/relationships/customXml" Target="../ink/ink120.xml"/><Relationship Id="rId29" Type="http://schemas.openxmlformats.org/officeDocument/2006/relationships/image" Target="../media/image488.png"/><Relationship Id="rId11" Type="http://schemas.openxmlformats.org/officeDocument/2006/relationships/image" Target="../media/image479.png"/><Relationship Id="rId24" Type="http://schemas.openxmlformats.org/officeDocument/2006/relationships/customXml" Target="../ink/ink124.xml"/><Relationship Id="rId32" Type="http://schemas.openxmlformats.org/officeDocument/2006/relationships/customXml" Target="../ink/ink128.xml"/><Relationship Id="rId37" Type="http://schemas.openxmlformats.org/officeDocument/2006/relationships/image" Target="../media/image492.png"/><Relationship Id="rId40" Type="http://schemas.openxmlformats.org/officeDocument/2006/relationships/customXml" Target="../ink/ink132.xml"/><Relationship Id="rId45" Type="http://schemas.openxmlformats.org/officeDocument/2006/relationships/image" Target="../media/image496.png"/><Relationship Id="rId53" Type="http://schemas.openxmlformats.org/officeDocument/2006/relationships/image" Target="../media/image500.png"/><Relationship Id="rId58" Type="http://schemas.openxmlformats.org/officeDocument/2006/relationships/customXml" Target="../ink/ink141.xml"/><Relationship Id="rId66" Type="http://schemas.openxmlformats.org/officeDocument/2006/relationships/customXml" Target="../ink/ink145.xml"/><Relationship Id="rId5" Type="http://schemas.openxmlformats.org/officeDocument/2006/relationships/image" Target="../media/image476.png"/><Relationship Id="rId61" Type="http://schemas.openxmlformats.org/officeDocument/2006/relationships/image" Target="../media/image504.png"/><Relationship Id="rId19" Type="http://schemas.openxmlformats.org/officeDocument/2006/relationships/image" Target="../media/image483.png"/><Relationship Id="rId14" Type="http://schemas.openxmlformats.org/officeDocument/2006/relationships/customXml" Target="../ink/ink119.xml"/><Relationship Id="rId22" Type="http://schemas.openxmlformats.org/officeDocument/2006/relationships/customXml" Target="../ink/ink123.xml"/><Relationship Id="rId27" Type="http://schemas.openxmlformats.org/officeDocument/2006/relationships/image" Target="../media/image487.png"/><Relationship Id="rId30" Type="http://schemas.openxmlformats.org/officeDocument/2006/relationships/customXml" Target="../ink/ink127.xml"/><Relationship Id="rId35" Type="http://schemas.openxmlformats.org/officeDocument/2006/relationships/image" Target="../media/image491.png"/><Relationship Id="rId43" Type="http://schemas.openxmlformats.org/officeDocument/2006/relationships/image" Target="../media/image495.png"/><Relationship Id="rId48" Type="http://schemas.openxmlformats.org/officeDocument/2006/relationships/customXml" Target="../ink/ink136.xml"/><Relationship Id="rId56" Type="http://schemas.openxmlformats.org/officeDocument/2006/relationships/customXml" Target="../ink/ink140.xml"/><Relationship Id="rId64" Type="http://schemas.openxmlformats.org/officeDocument/2006/relationships/customXml" Target="../ink/ink144.xml"/><Relationship Id="rId69" Type="http://schemas.openxmlformats.org/officeDocument/2006/relationships/image" Target="../media/image508.png"/><Relationship Id="rId8" Type="http://schemas.openxmlformats.org/officeDocument/2006/relationships/customXml" Target="../ink/ink116.xml"/><Relationship Id="rId51" Type="http://schemas.openxmlformats.org/officeDocument/2006/relationships/image" Target="../media/image499.png"/><Relationship Id="rId72" Type="http://schemas.openxmlformats.org/officeDocument/2006/relationships/customXml" Target="../ink/ink148.xml"/><Relationship Id="rId3" Type="http://schemas.openxmlformats.org/officeDocument/2006/relationships/image" Target="../media/image475.png"/><Relationship Id="rId12" Type="http://schemas.openxmlformats.org/officeDocument/2006/relationships/customXml" Target="../ink/ink118.xml"/><Relationship Id="rId17" Type="http://schemas.openxmlformats.org/officeDocument/2006/relationships/image" Target="../media/image482.png"/><Relationship Id="rId25" Type="http://schemas.openxmlformats.org/officeDocument/2006/relationships/image" Target="../media/image486.png"/><Relationship Id="rId33" Type="http://schemas.openxmlformats.org/officeDocument/2006/relationships/image" Target="../media/image490.png"/><Relationship Id="rId38" Type="http://schemas.openxmlformats.org/officeDocument/2006/relationships/customXml" Target="../ink/ink131.xml"/><Relationship Id="rId46" Type="http://schemas.openxmlformats.org/officeDocument/2006/relationships/customXml" Target="../ink/ink135.xml"/><Relationship Id="rId59" Type="http://schemas.openxmlformats.org/officeDocument/2006/relationships/image" Target="../media/image503.png"/><Relationship Id="rId67" Type="http://schemas.openxmlformats.org/officeDocument/2006/relationships/image" Target="../media/image507.png"/><Relationship Id="rId20" Type="http://schemas.openxmlformats.org/officeDocument/2006/relationships/customXml" Target="../ink/ink122.xml"/><Relationship Id="rId41" Type="http://schemas.openxmlformats.org/officeDocument/2006/relationships/image" Target="../media/image494.png"/><Relationship Id="rId54" Type="http://schemas.openxmlformats.org/officeDocument/2006/relationships/customXml" Target="../ink/ink139.xml"/><Relationship Id="rId62" Type="http://schemas.openxmlformats.org/officeDocument/2006/relationships/customXml" Target="../ink/ink143.xml"/><Relationship Id="rId70" Type="http://schemas.openxmlformats.org/officeDocument/2006/relationships/customXml" Target="../ink/ink147.xml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115.xml"/><Relationship Id="rId15" Type="http://schemas.openxmlformats.org/officeDocument/2006/relationships/image" Target="../media/image481.png"/><Relationship Id="rId23" Type="http://schemas.openxmlformats.org/officeDocument/2006/relationships/image" Target="../media/image485.png"/><Relationship Id="rId28" Type="http://schemas.openxmlformats.org/officeDocument/2006/relationships/customXml" Target="../ink/ink126.xml"/><Relationship Id="rId36" Type="http://schemas.openxmlformats.org/officeDocument/2006/relationships/customXml" Target="../ink/ink130.xml"/><Relationship Id="rId49" Type="http://schemas.openxmlformats.org/officeDocument/2006/relationships/image" Target="../media/image498.png"/><Relationship Id="rId57" Type="http://schemas.openxmlformats.org/officeDocument/2006/relationships/image" Target="../media/image502.png"/><Relationship Id="rId10" Type="http://schemas.openxmlformats.org/officeDocument/2006/relationships/customXml" Target="../ink/ink117.xml"/><Relationship Id="rId31" Type="http://schemas.openxmlformats.org/officeDocument/2006/relationships/image" Target="../media/image489.png"/><Relationship Id="rId44" Type="http://schemas.openxmlformats.org/officeDocument/2006/relationships/customXml" Target="../ink/ink134.xml"/><Relationship Id="rId52" Type="http://schemas.openxmlformats.org/officeDocument/2006/relationships/customXml" Target="../ink/ink138.xml"/><Relationship Id="rId60" Type="http://schemas.openxmlformats.org/officeDocument/2006/relationships/customXml" Target="../ink/ink142.xml"/><Relationship Id="rId65" Type="http://schemas.openxmlformats.org/officeDocument/2006/relationships/image" Target="../media/image506.png"/><Relationship Id="rId73" Type="http://schemas.openxmlformats.org/officeDocument/2006/relationships/image" Target="../media/image510.png"/><Relationship Id="rId4" Type="http://schemas.openxmlformats.org/officeDocument/2006/relationships/customXml" Target="../ink/ink114.xml"/><Relationship Id="rId9" Type="http://schemas.openxmlformats.org/officeDocument/2006/relationships/image" Target="../media/image478.png"/><Relationship Id="rId13" Type="http://schemas.openxmlformats.org/officeDocument/2006/relationships/image" Target="../media/image480.png"/><Relationship Id="rId18" Type="http://schemas.openxmlformats.org/officeDocument/2006/relationships/customXml" Target="../ink/ink121.xml"/><Relationship Id="rId39" Type="http://schemas.openxmlformats.org/officeDocument/2006/relationships/image" Target="../media/image493.png"/><Relationship Id="rId34" Type="http://schemas.openxmlformats.org/officeDocument/2006/relationships/customXml" Target="../ink/ink129.xml"/><Relationship Id="rId50" Type="http://schemas.openxmlformats.org/officeDocument/2006/relationships/customXml" Target="../ink/ink137.xml"/><Relationship Id="rId55" Type="http://schemas.openxmlformats.org/officeDocument/2006/relationships/image" Target="../media/image501.png"/><Relationship Id="rId7" Type="http://schemas.openxmlformats.org/officeDocument/2006/relationships/image" Target="../media/image477.png"/><Relationship Id="rId71" Type="http://schemas.openxmlformats.org/officeDocument/2006/relationships/image" Target="../media/image509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516.png"/><Relationship Id="rId13" Type="http://schemas.openxmlformats.org/officeDocument/2006/relationships/customXml" Target="../ink/ink154.xml"/><Relationship Id="rId18" Type="http://schemas.openxmlformats.org/officeDocument/2006/relationships/image" Target="../media/image521.png"/><Relationship Id="rId3" Type="http://schemas.openxmlformats.org/officeDocument/2006/relationships/customXml" Target="../ink/ink149.xml"/><Relationship Id="rId7" Type="http://schemas.openxmlformats.org/officeDocument/2006/relationships/customXml" Target="../ink/ink151.xml"/><Relationship Id="rId12" Type="http://schemas.openxmlformats.org/officeDocument/2006/relationships/image" Target="../media/image518.png"/><Relationship Id="rId17" Type="http://schemas.openxmlformats.org/officeDocument/2006/relationships/customXml" Target="../ink/ink156.xml"/><Relationship Id="rId2" Type="http://schemas.openxmlformats.org/officeDocument/2006/relationships/image" Target="../media/image6.png"/><Relationship Id="rId16" Type="http://schemas.openxmlformats.org/officeDocument/2006/relationships/image" Target="../media/image52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15.png"/><Relationship Id="rId11" Type="http://schemas.openxmlformats.org/officeDocument/2006/relationships/customXml" Target="../ink/ink153.xml"/><Relationship Id="rId5" Type="http://schemas.openxmlformats.org/officeDocument/2006/relationships/customXml" Target="../ink/ink150.xml"/><Relationship Id="rId15" Type="http://schemas.openxmlformats.org/officeDocument/2006/relationships/customXml" Target="../ink/ink155.xml"/><Relationship Id="rId10" Type="http://schemas.openxmlformats.org/officeDocument/2006/relationships/image" Target="../media/image517.png"/><Relationship Id="rId4" Type="http://schemas.openxmlformats.org/officeDocument/2006/relationships/image" Target="../media/image514.png"/><Relationship Id="rId9" Type="http://schemas.openxmlformats.org/officeDocument/2006/relationships/customXml" Target="../ink/ink152.xml"/><Relationship Id="rId14" Type="http://schemas.openxmlformats.org/officeDocument/2006/relationships/image" Target="../media/image519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customXml" Target="../ink/ink157.xml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23.pn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6" Type="http://schemas.openxmlformats.org/officeDocument/2006/relationships/image" Target="../media/image536.png"/><Relationship Id="rId21" Type="http://schemas.openxmlformats.org/officeDocument/2006/relationships/customXml" Target="../ink/ink167.xml"/><Relationship Id="rId34" Type="http://schemas.openxmlformats.org/officeDocument/2006/relationships/image" Target="../media/image540.png"/><Relationship Id="rId42" Type="http://schemas.openxmlformats.org/officeDocument/2006/relationships/image" Target="../media/image45.png"/><Relationship Id="rId47" Type="http://schemas.openxmlformats.org/officeDocument/2006/relationships/customXml" Target="../ink/ink180.xml"/><Relationship Id="rId50" Type="http://schemas.openxmlformats.org/officeDocument/2006/relationships/image" Target="../media/image49.png"/><Relationship Id="rId55" Type="http://schemas.openxmlformats.org/officeDocument/2006/relationships/customXml" Target="../ink/ink184.xml"/><Relationship Id="rId63" Type="http://schemas.openxmlformats.org/officeDocument/2006/relationships/customXml" Target="../ink/ink188.xml"/><Relationship Id="rId7" Type="http://schemas.openxmlformats.org/officeDocument/2006/relationships/customXml" Target="../ink/ink160.xml"/><Relationship Id="rId2" Type="http://schemas.openxmlformats.org/officeDocument/2006/relationships/image" Target="../media/image8.png"/><Relationship Id="rId16" Type="http://schemas.openxmlformats.org/officeDocument/2006/relationships/image" Target="../media/image531.png"/><Relationship Id="rId29" Type="http://schemas.openxmlformats.org/officeDocument/2006/relationships/customXml" Target="../ink/ink171.xml"/><Relationship Id="rId11" Type="http://schemas.openxmlformats.org/officeDocument/2006/relationships/customXml" Target="../ink/ink162.xml"/><Relationship Id="rId24" Type="http://schemas.openxmlformats.org/officeDocument/2006/relationships/image" Target="../media/image535.png"/><Relationship Id="rId32" Type="http://schemas.openxmlformats.org/officeDocument/2006/relationships/image" Target="../media/image539.png"/><Relationship Id="rId37" Type="http://schemas.openxmlformats.org/officeDocument/2006/relationships/customXml" Target="../ink/ink175.xml"/><Relationship Id="rId40" Type="http://schemas.openxmlformats.org/officeDocument/2006/relationships/image" Target="../media/image44.png"/><Relationship Id="rId45" Type="http://schemas.openxmlformats.org/officeDocument/2006/relationships/customXml" Target="../ink/ink179.xml"/><Relationship Id="rId53" Type="http://schemas.openxmlformats.org/officeDocument/2006/relationships/customXml" Target="../ink/ink183.xml"/><Relationship Id="rId58" Type="http://schemas.openxmlformats.org/officeDocument/2006/relationships/image" Target="../media/image53.png"/><Relationship Id="rId66" Type="http://schemas.openxmlformats.org/officeDocument/2006/relationships/image" Target="../media/image57.png"/><Relationship Id="rId5" Type="http://schemas.openxmlformats.org/officeDocument/2006/relationships/customXml" Target="../ink/ink159.xml"/><Relationship Id="rId61" Type="http://schemas.openxmlformats.org/officeDocument/2006/relationships/customXml" Target="../ink/ink187.xml"/><Relationship Id="rId19" Type="http://schemas.openxmlformats.org/officeDocument/2006/relationships/customXml" Target="../ink/ink166.xml"/><Relationship Id="rId14" Type="http://schemas.openxmlformats.org/officeDocument/2006/relationships/image" Target="../media/image530.png"/><Relationship Id="rId22" Type="http://schemas.openxmlformats.org/officeDocument/2006/relationships/image" Target="../media/image534.png"/><Relationship Id="rId27" Type="http://schemas.openxmlformats.org/officeDocument/2006/relationships/customXml" Target="../ink/ink170.xml"/><Relationship Id="rId30" Type="http://schemas.openxmlformats.org/officeDocument/2006/relationships/image" Target="../media/image538.png"/><Relationship Id="rId35" Type="http://schemas.openxmlformats.org/officeDocument/2006/relationships/customXml" Target="../ink/ink174.xml"/><Relationship Id="rId43" Type="http://schemas.openxmlformats.org/officeDocument/2006/relationships/customXml" Target="../ink/ink178.xml"/><Relationship Id="rId48" Type="http://schemas.openxmlformats.org/officeDocument/2006/relationships/image" Target="../media/image48.png"/><Relationship Id="rId56" Type="http://schemas.openxmlformats.org/officeDocument/2006/relationships/image" Target="../media/image52.png"/><Relationship Id="rId64" Type="http://schemas.openxmlformats.org/officeDocument/2006/relationships/image" Target="../media/image56.png"/><Relationship Id="rId8" Type="http://schemas.openxmlformats.org/officeDocument/2006/relationships/image" Target="../media/image527.png"/><Relationship Id="rId51" Type="http://schemas.openxmlformats.org/officeDocument/2006/relationships/customXml" Target="../ink/ink182.xml"/><Relationship Id="rId3" Type="http://schemas.openxmlformats.org/officeDocument/2006/relationships/customXml" Target="../ink/ink158.xml"/><Relationship Id="rId12" Type="http://schemas.openxmlformats.org/officeDocument/2006/relationships/image" Target="../media/image529.png"/><Relationship Id="rId17" Type="http://schemas.openxmlformats.org/officeDocument/2006/relationships/customXml" Target="../ink/ink165.xml"/><Relationship Id="rId25" Type="http://schemas.openxmlformats.org/officeDocument/2006/relationships/customXml" Target="../ink/ink169.xml"/><Relationship Id="rId33" Type="http://schemas.openxmlformats.org/officeDocument/2006/relationships/customXml" Target="../ink/ink173.xml"/><Relationship Id="rId38" Type="http://schemas.openxmlformats.org/officeDocument/2006/relationships/image" Target="../media/image43.png"/><Relationship Id="rId46" Type="http://schemas.openxmlformats.org/officeDocument/2006/relationships/image" Target="../media/image47.png"/><Relationship Id="rId59" Type="http://schemas.openxmlformats.org/officeDocument/2006/relationships/customXml" Target="../ink/ink186.xml"/><Relationship Id="rId20" Type="http://schemas.openxmlformats.org/officeDocument/2006/relationships/image" Target="../media/image533.png"/><Relationship Id="rId41" Type="http://schemas.openxmlformats.org/officeDocument/2006/relationships/customXml" Target="../ink/ink177.xml"/><Relationship Id="rId54" Type="http://schemas.openxmlformats.org/officeDocument/2006/relationships/image" Target="../media/image51.png"/><Relationship Id="rId62" Type="http://schemas.openxmlformats.org/officeDocument/2006/relationships/image" Target="../media/image5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26.png"/><Relationship Id="rId15" Type="http://schemas.openxmlformats.org/officeDocument/2006/relationships/customXml" Target="../ink/ink164.xml"/><Relationship Id="rId23" Type="http://schemas.openxmlformats.org/officeDocument/2006/relationships/customXml" Target="../ink/ink168.xml"/><Relationship Id="rId28" Type="http://schemas.openxmlformats.org/officeDocument/2006/relationships/image" Target="../media/image537.png"/><Relationship Id="rId36" Type="http://schemas.openxmlformats.org/officeDocument/2006/relationships/image" Target="../media/image541.png"/><Relationship Id="rId49" Type="http://schemas.openxmlformats.org/officeDocument/2006/relationships/customXml" Target="../ink/ink181.xml"/><Relationship Id="rId57" Type="http://schemas.openxmlformats.org/officeDocument/2006/relationships/customXml" Target="../ink/ink185.xml"/><Relationship Id="rId10" Type="http://schemas.openxmlformats.org/officeDocument/2006/relationships/image" Target="../media/image528.png"/><Relationship Id="rId31" Type="http://schemas.openxmlformats.org/officeDocument/2006/relationships/customXml" Target="../ink/ink172.xml"/><Relationship Id="rId44" Type="http://schemas.openxmlformats.org/officeDocument/2006/relationships/image" Target="../media/image46.png"/><Relationship Id="rId52" Type="http://schemas.openxmlformats.org/officeDocument/2006/relationships/image" Target="../media/image50.png"/><Relationship Id="rId60" Type="http://schemas.openxmlformats.org/officeDocument/2006/relationships/image" Target="../media/image54.png"/><Relationship Id="rId65" Type="http://schemas.openxmlformats.org/officeDocument/2006/relationships/customXml" Target="../ink/ink189.xml"/><Relationship Id="rId4" Type="http://schemas.openxmlformats.org/officeDocument/2006/relationships/image" Target="../media/image525.png"/><Relationship Id="rId9" Type="http://schemas.openxmlformats.org/officeDocument/2006/relationships/customXml" Target="../ink/ink161.xml"/><Relationship Id="rId13" Type="http://schemas.openxmlformats.org/officeDocument/2006/relationships/customXml" Target="../ink/ink163.xml"/><Relationship Id="rId18" Type="http://schemas.openxmlformats.org/officeDocument/2006/relationships/image" Target="../media/image532.png"/><Relationship Id="rId39" Type="http://schemas.openxmlformats.org/officeDocument/2006/relationships/customXml" Target="../ink/ink176.xml"/></Relationships>
</file>

<file path=ppt/slides/_rels/slide18.xml.rels><?xml version="1.0" encoding="UTF-8" standalone="yes"?>
<Relationships xmlns="http://schemas.openxmlformats.org/package/2006/relationships"><Relationship Id="rId117" Type="http://schemas.openxmlformats.org/officeDocument/2006/relationships/customXml" Target="../ink/ink247.xml"/><Relationship Id="rId299" Type="http://schemas.openxmlformats.org/officeDocument/2006/relationships/customXml" Target="../ink/ink338.xml"/><Relationship Id="rId21" Type="http://schemas.openxmlformats.org/officeDocument/2006/relationships/customXml" Target="../ink/ink199.xml"/><Relationship Id="rId63" Type="http://schemas.openxmlformats.org/officeDocument/2006/relationships/customXml" Target="../ink/ink220.xml"/><Relationship Id="rId159" Type="http://schemas.openxmlformats.org/officeDocument/2006/relationships/customXml" Target="../ink/ink268.xml"/><Relationship Id="rId324" Type="http://schemas.openxmlformats.org/officeDocument/2006/relationships/image" Target="../media/image84.png"/><Relationship Id="rId170" Type="http://schemas.openxmlformats.org/officeDocument/2006/relationships/image" Target="../media/image624.png"/><Relationship Id="rId226" Type="http://schemas.openxmlformats.org/officeDocument/2006/relationships/image" Target="../media/image652.png"/><Relationship Id="rId268" Type="http://schemas.openxmlformats.org/officeDocument/2006/relationships/image" Target="../media/image673.png"/><Relationship Id="rId32" Type="http://schemas.openxmlformats.org/officeDocument/2006/relationships/image" Target="../media/image555.png"/><Relationship Id="rId74" Type="http://schemas.openxmlformats.org/officeDocument/2006/relationships/image" Target="../media/image576.png"/><Relationship Id="rId128" Type="http://schemas.openxmlformats.org/officeDocument/2006/relationships/image" Target="../media/image603.png"/><Relationship Id="rId5" Type="http://schemas.openxmlformats.org/officeDocument/2006/relationships/customXml" Target="../ink/ink191.xml"/><Relationship Id="rId181" Type="http://schemas.openxmlformats.org/officeDocument/2006/relationships/customXml" Target="../ink/ink279.xml"/><Relationship Id="rId237" Type="http://schemas.openxmlformats.org/officeDocument/2006/relationships/customXml" Target="../ink/ink307.xml"/><Relationship Id="rId279" Type="http://schemas.openxmlformats.org/officeDocument/2006/relationships/customXml" Target="../ink/ink328.xml"/><Relationship Id="rId43" Type="http://schemas.openxmlformats.org/officeDocument/2006/relationships/customXml" Target="../ink/ink210.xml"/><Relationship Id="rId139" Type="http://schemas.openxmlformats.org/officeDocument/2006/relationships/customXml" Target="../ink/ink258.xml"/><Relationship Id="rId290" Type="http://schemas.openxmlformats.org/officeDocument/2006/relationships/image" Target="../media/image67.png"/><Relationship Id="rId304" Type="http://schemas.openxmlformats.org/officeDocument/2006/relationships/image" Target="../media/image74.png"/><Relationship Id="rId85" Type="http://schemas.openxmlformats.org/officeDocument/2006/relationships/customXml" Target="../ink/ink231.xml"/><Relationship Id="rId150" Type="http://schemas.openxmlformats.org/officeDocument/2006/relationships/image" Target="../media/image614.png"/><Relationship Id="rId192" Type="http://schemas.openxmlformats.org/officeDocument/2006/relationships/image" Target="../media/image635.png"/><Relationship Id="rId206" Type="http://schemas.openxmlformats.org/officeDocument/2006/relationships/image" Target="../media/image642.png"/><Relationship Id="rId248" Type="http://schemas.openxmlformats.org/officeDocument/2006/relationships/image" Target="../media/image663.png"/><Relationship Id="rId12" Type="http://schemas.openxmlformats.org/officeDocument/2006/relationships/image" Target="../media/image545.png"/><Relationship Id="rId108" Type="http://schemas.openxmlformats.org/officeDocument/2006/relationships/image" Target="../media/image593.png"/><Relationship Id="rId315" Type="http://schemas.openxmlformats.org/officeDocument/2006/relationships/customXml" Target="../ink/ink346.xml"/><Relationship Id="rId54" Type="http://schemas.openxmlformats.org/officeDocument/2006/relationships/image" Target="../media/image566.png"/><Relationship Id="rId96" Type="http://schemas.openxmlformats.org/officeDocument/2006/relationships/image" Target="../media/image587.png"/><Relationship Id="rId161" Type="http://schemas.openxmlformats.org/officeDocument/2006/relationships/customXml" Target="../ink/ink269.xml"/><Relationship Id="rId217" Type="http://schemas.openxmlformats.org/officeDocument/2006/relationships/customXml" Target="../ink/ink297.xml"/><Relationship Id="rId259" Type="http://schemas.openxmlformats.org/officeDocument/2006/relationships/customXml" Target="../ink/ink318.xml"/><Relationship Id="rId23" Type="http://schemas.openxmlformats.org/officeDocument/2006/relationships/customXml" Target="../ink/ink200.xml"/><Relationship Id="rId119" Type="http://schemas.openxmlformats.org/officeDocument/2006/relationships/customXml" Target="../ink/ink248.xml"/><Relationship Id="rId270" Type="http://schemas.openxmlformats.org/officeDocument/2006/relationships/image" Target="../media/image674.png"/><Relationship Id="rId326" Type="http://schemas.openxmlformats.org/officeDocument/2006/relationships/image" Target="../media/image85.png"/><Relationship Id="rId65" Type="http://schemas.openxmlformats.org/officeDocument/2006/relationships/customXml" Target="../ink/ink221.xml"/><Relationship Id="rId130" Type="http://schemas.openxmlformats.org/officeDocument/2006/relationships/image" Target="../media/image604.png"/><Relationship Id="rId172" Type="http://schemas.openxmlformats.org/officeDocument/2006/relationships/image" Target="../media/image625.png"/><Relationship Id="rId228" Type="http://schemas.openxmlformats.org/officeDocument/2006/relationships/image" Target="../media/image653.png"/><Relationship Id="rId281" Type="http://schemas.openxmlformats.org/officeDocument/2006/relationships/customXml" Target="../ink/ink329.xml"/><Relationship Id="rId34" Type="http://schemas.openxmlformats.org/officeDocument/2006/relationships/image" Target="../media/image556.png"/><Relationship Id="rId76" Type="http://schemas.openxmlformats.org/officeDocument/2006/relationships/image" Target="../media/image577.png"/><Relationship Id="rId141" Type="http://schemas.openxmlformats.org/officeDocument/2006/relationships/customXml" Target="../ink/ink259.xml"/><Relationship Id="rId7" Type="http://schemas.openxmlformats.org/officeDocument/2006/relationships/customXml" Target="../ink/ink192.xml"/><Relationship Id="rId183" Type="http://schemas.openxmlformats.org/officeDocument/2006/relationships/customXml" Target="../ink/ink280.xml"/><Relationship Id="rId239" Type="http://schemas.openxmlformats.org/officeDocument/2006/relationships/customXml" Target="../ink/ink308.xml"/><Relationship Id="rId250" Type="http://schemas.openxmlformats.org/officeDocument/2006/relationships/image" Target="../media/image664.png"/><Relationship Id="rId292" Type="http://schemas.openxmlformats.org/officeDocument/2006/relationships/image" Target="../media/image68.png"/><Relationship Id="rId306" Type="http://schemas.openxmlformats.org/officeDocument/2006/relationships/image" Target="../media/image75.png"/><Relationship Id="rId24" Type="http://schemas.openxmlformats.org/officeDocument/2006/relationships/image" Target="../media/image551.png"/><Relationship Id="rId45" Type="http://schemas.openxmlformats.org/officeDocument/2006/relationships/customXml" Target="../ink/ink211.xml"/><Relationship Id="rId66" Type="http://schemas.openxmlformats.org/officeDocument/2006/relationships/image" Target="../media/image572.png"/><Relationship Id="rId87" Type="http://schemas.openxmlformats.org/officeDocument/2006/relationships/customXml" Target="../ink/ink232.xml"/><Relationship Id="rId110" Type="http://schemas.openxmlformats.org/officeDocument/2006/relationships/image" Target="../media/image594.png"/><Relationship Id="rId131" Type="http://schemas.openxmlformats.org/officeDocument/2006/relationships/customXml" Target="../ink/ink254.xml"/><Relationship Id="rId327" Type="http://schemas.openxmlformats.org/officeDocument/2006/relationships/customXml" Target="../ink/ink352.xml"/><Relationship Id="rId152" Type="http://schemas.openxmlformats.org/officeDocument/2006/relationships/image" Target="../media/image615.png"/><Relationship Id="rId173" Type="http://schemas.openxmlformats.org/officeDocument/2006/relationships/customXml" Target="../ink/ink275.xml"/><Relationship Id="rId194" Type="http://schemas.openxmlformats.org/officeDocument/2006/relationships/image" Target="../media/image636.png"/><Relationship Id="rId208" Type="http://schemas.openxmlformats.org/officeDocument/2006/relationships/image" Target="../media/image643.png"/><Relationship Id="rId229" Type="http://schemas.openxmlformats.org/officeDocument/2006/relationships/customXml" Target="../ink/ink303.xml"/><Relationship Id="rId240" Type="http://schemas.openxmlformats.org/officeDocument/2006/relationships/image" Target="../media/image659.png"/><Relationship Id="rId261" Type="http://schemas.openxmlformats.org/officeDocument/2006/relationships/customXml" Target="../ink/ink319.xml"/><Relationship Id="rId14" Type="http://schemas.openxmlformats.org/officeDocument/2006/relationships/image" Target="../media/image546.png"/><Relationship Id="rId35" Type="http://schemas.openxmlformats.org/officeDocument/2006/relationships/customXml" Target="../ink/ink206.xml"/><Relationship Id="rId56" Type="http://schemas.openxmlformats.org/officeDocument/2006/relationships/image" Target="../media/image567.png"/><Relationship Id="rId77" Type="http://schemas.openxmlformats.org/officeDocument/2006/relationships/customXml" Target="../ink/ink227.xml"/><Relationship Id="rId100" Type="http://schemas.openxmlformats.org/officeDocument/2006/relationships/image" Target="../media/image589.png"/><Relationship Id="rId282" Type="http://schemas.openxmlformats.org/officeDocument/2006/relationships/image" Target="../media/image63.png"/><Relationship Id="rId317" Type="http://schemas.openxmlformats.org/officeDocument/2006/relationships/customXml" Target="../ink/ink347.xml"/><Relationship Id="rId8" Type="http://schemas.openxmlformats.org/officeDocument/2006/relationships/image" Target="../media/image543.png"/><Relationship Id="rId98" Type="http://schemas.openxmlformats.org/officeDocument/2006/relationships/image" Target="../media/image588.png"/><Relationship Id="rId121" Type="http://schemas.openxmlformats.org/officeDocument/2006/relationships/customXml" Target="../ink/ink249.xml"/><Relationship Id="rId142" Type="http://schemas.openxmlformats.org/officeDocument/2006/relationships/image" Target="../media/image610.png"/><Relationship Id="rId163" Type="http://schemas.openxmlformats.org/officeDocument/2006/relationships/customXml" Target="../ink/ink270.xml"/><Relationship Id="rId184" Type="http://schemas.openxmlformats.org/officeDocument/2006/relationships/image" Target="../media/image631.png"/><Relationship Id="rId219" Type="http://schemas.openxmlformats.org/officeDocument/2006/relationships/customXml" Target="../ink/ink298.xml"/><Relationship Id="rId230" Type="http://schemas.openxmlformats.org/officeDocument/2006/relationships/image" Target="../media/image654.png"/><Relationship Id="rId251" Type="http://schemas.openxmlformats.org/officeDocument/2006/relationships/customXml" Target="../ink/ink314.xml"/><Relationship Id="rId25" Type="http://schemas.openxmlformats.org/officeDocument/2006/relationships/customXml" Target="../ink/ink201.xml"/><Relationship Id="rId46" Type="http://schemas.openxmlformats.org/officeDocument/2006/relationships/image" Target="../media/image562.png"/><Relationship Id="rId67" Type="http://schemas.openxmlformats.org/officeDocument/2006/relationships/customXml" Target="../ink/ink222.xml"/><Relationship Id="rId272" Type="http://schemas.openxmlformats.org/officeDocument/2006/relationships/image" Target="../media/image58.png"/><Relationship Id="rId293" Type="http://schemas.openxmlformats.org/officeDocument/2006/relationships/customXml" Target="../ink/ink335.xml"/><Relationship Id="rId307" Type="http://schemas.openxmlformats.org/officeDocument/2006/relationships/customXml" Target="../ink/ink342.xml"/><Relationship Id="rId328" Type="http://schemas.openxmlformats.org/officeDocument/2006/relationships/image" Target="../media/image86.png"/><Relationship Id="rId88" Type="http://schemas.openxmlformats.org/officeDocument/2006/relationships/image" Target="../media/image583.png"/><Relationship Id="rId111" Type="http://schemas.openxmlformats.org/officeDocument/2006/relationships/customXml" Target="../ink/ink244.xml"/><Relationship Id="rId132" Type="http://schemas.openxmlformats.org/officeDocument/2006/relationships/image" Target="../media/image605.png"/><Relationship Id="rId153" Type="http://schemas.openxmlformats.org/officeDocument/2006/relationships/customXml" Target="../ink/ink265.xml"/><Relationship Id="rId174" Type="http://schemas.openxmlformats.org/officeDocument/2006/relationships/image" Target="../media/image626.png"/><Relationship Id="rId195" Type="http://schemas.openxmlformats.org/officeDocument/2006/relationships/customXml" Target="../ink/ink286.xml"/><Relationship Id="rId209" Type="http://schemas.openxmlformats.org/officeDocument/2006/relationships/customXml" Target="../ink/ink293.xml"/><Relationship Id="rId220" Type="http://schemas.openxmlformats.org/officeDocument/2006/relationships/image" Target="../media/image649.png"/><Relationship Id="rId241" Type="http://schemas.openxmlformats.org/officeDocument/2006/relationships/customXml" Target="../ink/ink309.xml"/><Relationship Id="rId15" Type="http://schemas.openxmlformats.org/officeDocument/2006/relationships/customXml" Target="../ink/ink196.xml"/><Relationship Id="rId36" Type="http://schemas.openxmlformats.org/officeDocument/2006/relationships/image" Target="../media/image557.png"/><Relationship Id="rId57" Type="http://schemas.openxmlformats.org/officeDocument/2006/relationships/customXml" Target="../ink/ink217.xml"/><Relationship Id="rId262" Type="http://schemas.openxmlformats.org/officeDocument/2006/relationships/image" Target="../media/image670.png"/><Relationship Id="rId283" Type="http://schemas.openxmlformats.org/officeDocument/2006/relationships/customXml" Target="../ink/ink330.xml"/><Relationship Id="rId318" Type="http://schemas.openxmlformats.org/officeDocument/2006/relationships/image" Target="../media/image81.png"/><Relationship Id="rId78" Type="http://schemas.openxmlformats.org/officeDocument/2006/relationships/image" Target="../media/image578.png"/><Relationship Id="rId99" Type="http://schemas.openxmlformats.org/officeDocument/2006/relationships/customXml" Target="../ink/ink238.xml"/><Relationship Id="rId101" Type="http://schemas.openxmlformats.org/officeDocument/2006/relationships/customXml" Target="../ink/ink239.xml"/><Relationship Id="rId122" Type="http://schemas.openxmlformats.org/officeDocument/2006/relationships/image" Target="../media/image600.png"/><Relationship Id="rId143" Type="http://schemas.openxmlformats.org/officeDocument/2006/relationships/customXml" Target="../ink/ink260.xml"/><Relationship Id="rId164" Type="http://schemas.openxmlformats.org/officeDocument/2006/relationships/image" Target="../media/image621.png"/><Relationship Id="rId185" Type="http://schemas.openxmlformats.org/officeDocument/2006/relationships/customXml" Target="../ink/ink281.xml"/><Relationship Id="rId9" Type="http://schemas.openxmlformats.org/officeDocument/2006/relationships/customXml" Target="../ink/ink193.xml"/><Relationship Id="rId210" Type="http://schemas.openxmlformats.org/officeDocument/2006/relationships/image" Target="../media/image644.png"/><Relationship Id="rId26" Type="http://schemas.openxmlformats.org/officeDocument/2006/relationships/image" Target="../media/image552.png"/><Relationship Id="rId231" Type="http://schemas.openxmlformats.org/officeDocument/2006/relationships/customXml" Target="../ink/ink304.xml"/><Relationship Id="rId252" Type="http://schemas.openxmlformats.org/officeDocument/2006/relationships/image" Target="../media/image665.png"/><Relationship Id="rId273" Type="http://schemas.openxmlformats.org/officeDocument/2006/relationships/customXml" Target="../ink/ink325.xml"/><Relationship Id="rId294" Type="http://schemas.openxmlformats.org/officeDocument/2006/relationships/image" Target="../media/image69.png"/><Relationship Id="rId308" Type="http://schemas.openxmlformats.org/officeDocument/2006/relationships/image" Target="../media/image76.png"/><Relationship Id="rId329" Type="http://schemas.openxmlformats.org/officeDocument/2006/relationships/customXml" Target="../ink/ink353.xml"/><Relationship Id="rId47" Type="http://schemas.openxmlformats.org/officeDocument/2006/relationships/customXml" Target="../ink/ink212.xml"/><Relationship Id="rId68" Type="http://schemas.openxmlformats.org/officeDocument/2006/relationships/image" Target="../media/image573.png"/><Relationship Id="rId89" Type="http://schemas.openxmlformats.org/officeDocument/2006/relationships/customXml" Target="../ink/ink233.xml"/><Relationship Id="rId112" Type="http://schemas.openxmlformats.org/officeDocument/2006/relationships/image" Target="../media/image595.png"/><Relationship Id="rId133" Type="http://schemas.openxmlformats.org/officeDocument/2006/relationships/customXml" Target="../ink/ink255.xml"/><Relationship Id="rId154" Type="http://schemas.openxmlformats.org/officeDocument/2006/relationships/image" Target="../media/image616.png"/><Relationship Id="rId175" Type="http://schemas.openxmlformats.org/officeDocument/2006/relationships/customXml" Target="../ink/ink276.xml"/><Relationship Id="rId196" Type="http://schemas.openxmlformats.org/officeDocument/2006/relationships/image" Target="../media/image637.png"/><Relationship Id="rId200" Type="http://schemas.openxmlformats.org/officeDocument/2006/relationships/image" Target="../media/image639.png"/><Relationship Id="rId16" Type="http://schemas.openxmlformats.org/officeDocument/2006/relationships/image" Target="../media/image547.png"/><Relationship Id="rId221" Type="http://schemas.openxmlformats.org/officeDocument/2006/relationships/customXml" Target="../ink/ink299.xml"/><Relationship Id="rId242" Type="http://schemas.openxmlformats.org/officeDocument/2006/relationships/image" Target="../media/image660.png"/><Relationship Id="rId263" Type="http://schemas.openxmlformats.org/officeDocument/2006/relationships/customXml" Target="../ink/ink320.xml"/><Relationship Id="rId284" Type="http://schemas.openxmlformats.org/officeDocument/2006/relationships/image" Target="../media/image64.png"/><Relationship Id="rId319" Type="http://schemas.openxmlformats.org/officeDocument/2006/relationships/customXml" Target="../ink/ink348.xml"/><Relationship Id="rId37" Type="http://schemas.openxmlformats.org/officeDocument/2006/relationships/customXml" Target="../ink/ink207.xml"/><Relationship Id="rId58" Type="http://schemas.openxmlformats.org/officeDocument/2006/relationships/image" Target="../media/image568.png"/><Relationship Id="rId79" Type="http://schemas.openxmlformats.org/officeDocument/2006/relationships/customXml" Target="../ink/ink228.xml"/><Relationship Id="rId102" Type="http://schemas.openxmlformats.org/officeDocument/2006/relationships/image" Target="../media/image590.png"/><Relationship Id="rId123" Type="http://schemas.openxmlformats.org/officeDocument/2006/relationships/customXml" Target="../ink/ink250.xml"/><Relationship Id="rId144" Type="http://schemas.openxmlformats.org/officeDocument/2006/relationships/image" Target="../media/image611.png"/><Relationship Id="rId330" Type="http://schemas.openxmlformats.org/officeDocument/2006/relationships/image" Target="../media/image87.png"/><Relationship Id="rId90" Type="http://schemas.openxmlformats.org/officeDocument/2006/relationships/image" Target="../media/image584.png"/><Relationship Id="rId165" Type="http://schemas.openxmlformats.org/officeDocument/2006/relationships/customXml" Target="../ink/ink271.xml"/><Relationship Id="rId186" Type="http://schemas.openxmlformats.org/officeDocument/2006/relationships/image" Target="../media/image632.png"/><Relationship Id="rId211" Type="http://schemas.openxmlformats.org/officeDocument/2006/relationships/customXml" Target="../ink/ink294.xml"/><Relationship Id="rId232" Type="http://schemas.openxmlformats.org/officeDocument/2006/relationships/image" Target="../media/image655.png"/><Relationship Id="rId253" Type="http://schemas.openxmlformats.org/officeDocument/2006/relationships/customXml" Target="../ink/ink315.xml"/><Relationship Id="rId274" Type="http://schemas.openxmlformats.org/officeDocument/2006/relationships/image" Target="../media/image59.png"/><Relationship Id="rId295" Type="http://schemas.openxmlformats.org/officeDocument/2006/relationships/customXml" Target="../ink/ink336.xml"/><Relationship Id="rId309" Type="http://schemas.openxmlformats.org/officeDocument/2006/relationships/customXml" Target="../ink/ink343.xml"/><Relationship Id="rId27" Type="http://schemas.openxmlformats.org/officeDocument/2006/relationships/customXml" Target="../ink/ink202.xml"/><Relationship Id="rId48" Type="http://schemas.openxmlformats.org/officeDocument/2006/relationships/image" Target="../media/image563.png"/><Relationship Id="rId69" Type="http://schemas.openxmlformats.org/officeDocument/2006/relationships/customXml" Target="../ink/ink223.xml"/><Relationship Id="rId113" Type="http://schemas.openxmlformats.org/officeDocument/2006/relationships/customXml" Target="../ink/ink245.xml"/><Relationship Id="rId134" Type="http://schemas.openxmlformats.org/officeDocument/2006/relationships/image" Target="../media/image606.png"/><Relationship Id="rId320" Type="http://schemas.openxmlformats.org/officeDocument/2006/relationships/image" Target="../media/image82.png"/><Relationship Id="rId80" Type="http://schemas.openxmlformats.org/officeDocument/2006/relationships/image" Target="../media/image579.png"/><Relationship Id="rId155" Type="http://schemas.openxmlformats.org/officeDocument/2006/relationships/customXml" Target="../ink/ink266.xml"/><Relationship Id="rId176" Type="http://schemas.openxmlformats.org/officeDocument/2006/relationships/image" Target="../media/image627.png"/><Relationship Id="rId197" Type="http://schemas.openxmlformats.org/officeDocument/2006/relationships/customXml" Target="../ink/ink287.xml"/><Relationship Id="rId201" Type="http://schemas.openxmlformats.org/officeDocument/2006/relationships/customXml" Target="../ink/ink289.xml"/><Relationship Id="rId222" Type="http://schemas.openxmlformats.org/officeDocument/2006/relationships/image" Target="../media/image650.png"/><Relationship Id="rId243" Type="http://schemas.openxmlformats.org/officeDocument/2006/relationships/customXml" Target="../ink/ink310.xml"/><Relationship Id="rId264" Type="http://schemas.openxmlformats.org/officeDocument/2006/relationships/image" Target="../media/image671.png"/><Relationship Id="rId285" Type="http://schemas.openxmlformats.org/officeDocument/2006/relationships/customXml" Target="../ink/ink331.xml"/><Relationship Id="rId17" Type="http://schemas.openxmlformats.org/officeDocument/2006/relationships/customXml" Target="../ink/ink197.xml"/><Relationship Id="rId38" Type="http://schemas.openxmlformats.org/officeDocument/2006/relationships/image" Target="../media/image558.png"/><Relationship Id="rId59" Type="http://schemas.openxmlformats.org/officeDocument/2006/relationships/customXml" Target="../ink/ink218.xml"/><Relationship Id="rId103" Type="http://schemas.openxmlformats.org/officeDocument/2006/relationships/customXml" Target="../ink/ink240.xml"/><Relationship Id="rId124" Type="http://schemas.openxmlformats.org/officeDocument/2006/relationships/image" Target="../media/image601.png"/><Relationship Id="rId310" Type="http://schemas.openxmlformats.org/officeDocument/2006/relationships/image" Target="../media/image77.png"/><Relationship Id="rId70" Type="http://schemas.openxmlformats.org/officeDocument/2006/relationships/image" Target="../media/image574.png"/><Relationship Id="rId91" Type="http://schemas.openxmlformats.org/officeDocument/2006/relationships/customXml" Target="../ink/ink234.xml"/><Relationship Id="rId145" Type="http://schemas.openxmlformats.org/officeDocument/2006/relationships/customXml" Target="../ink/ink261.xml"/><Relationship Id="rId166" Type="http://schemas.openxmlformats.org/officeDocument/2006/relationships/image" Target="../media/image622.png"/><Relationship Id="rId187" Type="http://schemas.openxmlformats.org/officeDocument/2006/relationships/customXml" Target="../ink/ink282.xml"/><Relationship Id="rId331" Type="http://schemas.openxmlformats.org/officeDocument/2006/relationships/customXml" Target="../ink/ink354.xml"/><Relationship Id="rId1" Type="http://schemas.openxmlformats.org/officeDocument/2006/relationships/slideLayout" Target="../slideLayouts/slideLayout7.xml"/><Relationship Id="rId212" Type="http://schemas.openxmlformats.org/officeDocument/2006/relationships/image" Target="../media/image645.png"/><Relationship Id="rId233" Type="http://schemas.openxmlformats.org/officeDocument/2006/relationships/customXml" Target="../ink/ink305.xml"/><Relationship Id="rId254" Type="http://schemas.openxmlformats.org/officeDocument/2006/relationships/image" Target="../media/image666.png"/><Relationship Id="rId28" Type="http://schemas.openxmlformats.org/officeDocument/2006/relationships/image" Target="../media/image553.png"/><Relationship Id="rId49" Type="http://schemas.openxmlformats.org/officeDocument/2006/relationships/customXml" Target="../ink/ink213.xml"/><Relationship Id="rId114" Type="http://schemas.openxmlformats.org/officeDocument/2006/relationships/image" Target="../media/image596.png"/><Relationship Id="rId275" Type="http://schemas.openxmlformats.org/officeDocument/2006/relationships/customXml" Target="../ink/ink326.xml"/><Relationship Id="rId296" Type="http://schemas.openxmlformats.org/officeDocument/2006/relationships/image" Target="../media/image70.png"/><Relationship Id="rId300" Type="http://schemas.openxmlformats.org/officeDocument/2006/relationships/image" Target="../media/image72.png"/><Relationship Id="rId60" Type="http://schemas.openxmlformats.org/officeDocument/2006/relationships/image" Target="../media/image569.png"/><Relationship Id="rId81" Type="http://schemas.openxmlformats.org/officeDocument/2006/relationships/customXml" Target="../ink/ink229.xml"/><Relationship Id="rId135" Type="http://schemas.openxmlformats.org/officeDocument/2006/relationships/customXml" Target="../ink/ink256.xml"/><Relationship Id="rId156" Type="http://schemas.openxmlformats.org/officeDocument/2006/relationships/image" Target="../media/image617.png"/><Relationship Id="rId177" Type="http://schemas.openxmlformats.org/officeDocument/2006/relationships/customXml" Target="../ink/ink277.xml"/><Relationship Id="rId198" Type="http://schemas.openxmlformats.org/officeDocument/2006/relationships/image" Target="../media/image638.png"/><Relationship Id="rId321" Type="http://schemas.openxmlformats.org/officeDocument/2006/relationships/customXml" Target="../ink/ink349.xml"/><Relationship Id="rId202" Type="http://schemas.openxmlformats.org/officeDocument/2006/relationships/image" Target="../media/image640.png"/><Relationship Id="rId223" Type="http://schemas.openxmlformats.org/officeDocument/2006/relationships/customXml" Target="../ink/ink300.xml"/><Relationship Id="rId244" Type="http://schemas.openxmlformats.org/officeDocument/2006/relationships/image" Target="../media/image661.png"/><Relationship Id="rId18" Type="http://schemas.openxmlformats.org/officeDocument/2006/relationships/image" Target="../media/image548.png"/><Relationship Id="rId39" Type="http://schemas.openxmlformats.org/officeDocument/2006/relationships/customXml" Target="../ink/ink208.xml"/><Relationship Id="rId265" Type="http://schemas.openxmlformats.org/officeDocument/2006/relationships/customXml" Target="../ink/ink321.xml"/><Relationship Id="rId286" Type="http://schemas.openxmlformats.org/officeDocument/2006/relationships/image" Target="../media/image65.png"/><Relationship Id="rId50" Type="http://schemas.openxmlformats.org/officeDocument/2006/relationships/image" Target="../media/image564.png"/><Relationship Id="rId104" Type="http://schemas.openxmlformats.org/officeDocument/2006/relationships/image" Target="../media/image591.png"/><Relationship Id="rId125" Type="http://schemas.openxmlformats.org/officeDocument/2006/relationships/customXml" Target="../ink/ink251.xml"/><Relationship Id="rId146" Type="http://schemas.openxmlformats.org/officeDocument/2006/relationships/image" Target="../media/image612.png"/><Relationship Id="rId167" Type="http://schemas.openxmlformats.org/officeDocument/2006/relationships/customXml" Target="../ink/ink272.xml"/><Relationship Id="rId188" Type="http://schemas.openxmlformats.org/officeDocument/2006/relationships/image" Target="../media/image633.png"/><Relationship Id="rId311" Type="http://schemas.openxmlformats.org/officeDocument/2006/relationships/customXml" Target="../ink/ink344.xml"/><Relationship Id="rId332" Type="http://schemas.openxmlformats.org/officeDocument/2006/relationships/image" Target="../media/image88.png"/><Relationship Id="rId71" Type="http://schemas.openxmlformats.org/officeDocument/2006/relationships/customXml" Target="../ink/ink224.xml"/><Relationship Id="rId92" Type="http://schemas.openxmlformats.org/officeDocument/2006/relationships/image" Target="../media/image585.png"/><Relationship Id="rId213" Type="http://schemas.openxmlformats.org/officeDocument/2006/relationships/customXml" Target="../ink/ink295.xml"/><Relationship Id="rId234" Type="http://schemas.openxmlformats.org/officeDocument/2006/relationships/image" Target="../media/image656.png"/><Relationship Id="rId2" Type="http://schemas.openxmlformats.org/officeDocument/2006/relationships/image" Target="../media/image8.png"/><Relationship Id="rId29" Type="http://schemas.openxmlformats.org/officeDocument/2006/relationships/customXml" Target="../ink/ink203.xml"/><Relationship Id="rId255" Type="http://schemas.openxmlformats.org/officeDocument/2006/relationships/customXml" Target="../ink/ink316.xml"/><Relationship Id="rId276" Type="http://schemas.openxmlformats.org/officeDocument/2006/relationships/image" Target="../media/image60.png"/><Relationship Id="rId297" Type="http://schemas.openxmlformats.org/officeDocument/2006/relationships/customXml" Target="../ink/ink337.xml"/><Relationship Id="rId40" Type="http://schemas.openxmlformats.org/officeDocument/2006/relationships/image" Target="../media/image559.png"/><Relationship Id="rId115" Type="http://schemas.openxmlformats.org/officeDocument/2006/relationships/customXml" Target="../ink/ink246.xml"/><Relationship Id="rId136" Type="http://schemas.openxmlformats.org/officeDocument/2006/relationships/image" Target="../media/image607.png"/><Relationship Id="rId157" Type="http://schemas.openxmlformats.org/officeDocument/2006/relationships/customXml" Target="../ink/ink267.xml"/><Relationship Id="rId178" Type="http://schemas.openxmlformats.org/officeDocument/2006/relationships/image" Target="../media/image628.png"/><Relationship Id="rId301" Type="http://schemas.openxmlformats.org/officeDocument/2006/relationships/customXml" Target="../ink/ink339.xml"/><Relationship Id="rId322" Type="http://schemas.openxmlformats.org/officeDocument/2006/relationships/image" Target="../media/image83.png"/><Relationship Id="rId61" Type="http://schemas.openxmlformats.org/officeDocument/2006/relationships/customXml" Target="../ink/ink219.xml"/><Relationship Id="rId82" Type="http://schemas.openxmlformats.org/officeDocument/2006/relationships/image" Target="../media/image580.png"/><Relationship Id="rId199" Type="http://schemas.openxmlformats.org/officeDocument/2006/relationships/customXml" Target="../ink/ink288.xml"/><Relationship Id="rId203" Type="http://schemas.openxmlformats.org/officeDocument/2006/relationships/customXml" Target="../ink/ink290.xml"/><Relationship Id="rId19" Type="http://schemas.openxmlformats.org/officeDocument/2006/relationships/customXml" Target="../ink/ink198.xml"/><Relationship Id="rId224" Type="http://schemas.openxmlformats.org/officeDocument/2006/relationships/image" Target="../media/image651.png"/><Relationship Id="rId245" Type="http://schemas.openxmlformats.org/officeDocument/2006/relationships/customXml" Target="../ink/ink311.xml"/><Relationship Id="rId266" Type="http://schemas.openxmlformats.org/officeDocument/2006/relationships/image" Target="../media/image672.png"/><Relationship Id="rId287" Type="http://schemas.openxmlformats.org/officeDocument/2006/relationships/customXml" Target="../ink/ink332.xml"/><Relationship Id="rId30" Type="http://schemas.openxmlformats.org/officeDocument/2006/relationships/image" Target="../media/image554.png"/><Relationship Id="rId105" Type="http://schemas.openxmlformats.org/officeDocument/2006/relationships/customXml" Target="../ink/ink241.xml"/><Relationship Id="rId126" Type="http://schemas.openxmlformats.org/officeDocument/2006/relationships/image" Target="../media/image602.png"/><Relationship Id="rId147" Type="http://schemas.openxmlformats.org/officeDocument/2006/relationships/customXml" Target="../ink/ink262.xml"/><Relationship Id="rId168" Type="http://schemas.openxmlformats.org/officeDocument/2006/relationships/image" Target="../media/image623.png"/><Relationship Id="rId312" Type="http://schemas.openxmlformats.org/officeDocument/2006/relationships/image" Target="../media/image78.png"/><Relationship Id="rId333" Type="http://schemas.openxmlformats.org/officeDocument/2006/relationships/customXml" Target="../ink/ink355.xml"/><Relationship Id="rId51" Type="http://schemas.openxmlformats.org/officeDocument/2006/relationships/customXml" Target="../ink/ink214.xml"/><Relationship Id="rId72" Type="http://schemas.openxmlformats.org/officeDocument/2006/relationships/image" Target="../media/image575.png"/><Relationship Id="rId93" Type="http://schemas.openxmlformats.org/officeDocument/2006/relationships/customXml" Target="../ink/ink235.xml"/><Relationship Id="rId189" Type="http://schemas.openxmlformats.org/officeDocument/2006/relationships/customXml" Target="../ink/ink283.xml"/><Relationship Id="rId3" Type="http://schemas.openxmlformats.org/officeDocument/2006/relationships/customXml" Target="../ink/ink190.xml"/><Relationship Id="rId214" Type="http://schemas.openxmlformats.org/officeDocument/2006/relationships/image" Target="../media/image646.png"/><Relationship Id="rId235" Type="http://schemas.openxmlformats.org/officeDocument/2006/relationships/customXml" Target="../ink/ink306.xml"/><Relationship Id="rId256" Type="http://schemas.openxmlformats.org/officeDocument/2006/relationships/image" Target="../media/image667.png"/><Relationship Id="rId277" Type="http://schemas.openxmlformats.org/officeDocument/2006/relationships/customXml" Target="../ink/ink327.xml"/><Relationship Id="rId298" Type="http://schemas.openxmlformats.org/officeDocument/2006/relationships/image" Target="../media/image71.png"/><Relationship Id="rId116" Type="http://schemas.openxmlformats.org/officeDocument/2006/relationships/image" Target="../media/image597.png"/><Relationship Id="rId137" Type="http://schemas.openxmlformats.org/officeDocument/2006/relationships/customXml" Target="../ink/ink257.xml"/><Relationship Id="rId158" Type="http://schemas.openxmlformats.org/officeDocument/2006/relationships/image" Target="../media/image618.png"/><Relationship Id="rId302" Type="http://schemas.openxmlformats.org/officeDocument/2006/relationships/image" Target="../media/image73.png"/><Relationship Id="rId323" Type="http://schemas.openxmlformats.org/officeDocument/2006/relationships/customXml" Target="../ink/ink350.xml"/><Relationship Id="rId20" Type="http://schemas.openxmlformats.org/officeDocument/2006/relationships/image" Target="../media/image549.png"/><Relationship Id="rId41" Type="http://schemas.openxmlformats.org/officeDocument/2006/relationships/customXml" Target="../ink/ink209.xml"/><Relationship Id="rId62" Type="http://schemas.openxmlformats.org/officeDocument/2006/relationships/image" Target="../media/image570.png"/><Relationship Id="rId83" Type="http://schemas.openxmlformats.org/officeDocument/2006/relationships/customXml" Target="../ink/ink230.xml"/><Relationship Id="rId179" Type="http://schemas.openxmlformats.org/officeDocument/2006/relationships/customXml" Target="../ink/ink278.xml"/><Relationship Id="rId190" Type="http://schemas.openxmlformats.org/officeDocument/2006/relationships/image" Target="../media/image634.png"/><Relationship Id="rId204" Type="http://schemas.openxmlformats.org/officeDocument/2006/relationships/image" Target="../media/image641.png"/><Relationship Id="rId225" Type="http://schemas.openxmlformats.org/officeDocument/2006/relationships/customXml" Target="../ink/ink301.xml"/><Relationship Id="rId246" Type="http://schemas.openxmlformats.org/officeDocument/2006/relationships/image" Target="../media/image662.png"/><Relationship Id="rId267" Type="http://schemas.openxmlformats.org/officeDocument/2006/relationships/customXml" Target="../ink/ink322.xml"/><Relationship Id="rId288" Type="http://schemas.openxmlformats.org/officeDocument/2006/relationships/image" Target="../media/image66.png"/><Relationship Id="rId106" Type="http://schemas.openxmlformats.org/officeDocument/2006/relationships/image" Target="../media/image592.png"/><Relationship Id="rId127" Type="http://schemas.openxmlformats.org/officeDocument/2006/relationships/customXml" Target="../ink/ink252.xml"/><Relationship Id="rId313" Type="http://schemas.openxmlformats.org/officeDocument/2006/relationships/customXml" Target="../ink/ink345.xml"/><Relationship Id="rId10" Type="http://schemas.openxmlformats.org/officeDocument/2006/relationships/image" Target="../media/image544.png"/><Relationship Id="rId31" Type="http://schemas.openxmlformats.org/officeDocument/2006/relationships/customXml" Target="../ink/ink204.xml"/><Relationship Id="rId52" Type="http://schemas.openxmlformats.org/officeDocument/2006/relationships/image" Target="../media/image565.png"/><Relationship Id="rId73" Type="http://schemas.openxmlformats.org/officeDocument/2006/relationships/customXml" Target="../ink/ink225.xml"/><Relationship Id="rId94" Type="http://schemas.openxmlformats.org/officeDocument/2006/relationships/image" Target="../media/image586.png"/><Relationship Id="rId148" Type="http://schemas.openxmlformats.org/officeDocument/2006/relationships/image" Target="../media/image613.png"/><Relationship Id="rId169" Type="http://schemas.openxmlformats.org/officeDocument/2006/relationships/customXml" Target="../ink/ink273.xml"/><Relationship Id="rId334" Type="http://schemas.openxmlformats.org/officeDocument/2006/relationships/image" Target="../media/image89.png"/><Relationship Id="rId4" Type="http://schemas.openxmlformats.org/officeDocument/2006/relationships/image" Target="../media/image538.png"/><Relationship Id="rId180" Type="http://schemas.openxmlformats.org/officeDocument/2006/relationships/image" Target="../media/image629.png"/><Relationship Id="rId215" Type="http://schemas.openxmlformats.org/officeDocument/2006/relationships/customXml" Target="../ink/ink296.xml"/><Relationship Id="rId236" Type="http://schemas.openxmlformats.org/officeDocument/2006/relationships/image" Target="../media/image657.png"/><Relationship Id="rId257" Type="http://schemas.openxmlformats.org/officeDocument/2006/relationships/customXml" Target="../ink/ink317.xml"/><Relationship Id="rId278" Type="http://schemas.openxmlformats.org/officeDocument/2006/relationships/image" Target="../media/image61.png"/><Relationship Id="rId303" Type="http://schemas.openxmlformats.org/officeDocument/2006/relationships/customXml" Target="../ink/ink340.xml"/><Relationship Id="rId42" Type="http://schemas.openxmlformats.org/officeDocument/2006/relationships/image" Target="../media/image560.png"/><Relationship Id="rId84" Type="http://schemas.openxmlformats.org/officeDocument/2006/relationships/image" Target="../media/image581.png"/><Relationship Id="rId138" Type="http://schemas.openxmlformats.org/officeDocument/2006/relationships/image" Target="../media/image608.png"/><Relationship Id="rId191" Type="http://schemas.openxmlformats.org/officeDocument/2006/relationships/customXml" Target="../ink/ink284.xml"/><Relationship Id="rId205" Type="http://schemas.openxmlformats.org/officeDocument/2006/relationships/customXml" Target="../ink/ink291.xml"/><Relationship Id="rId247" Type="http://schemas.openxmlformats.org/officeDocument/2006/relationships/customXml" Target="../ink/ink312.xml"/><Relationship Id="rId107" Type="http://schemas.openxmlformats.org/officeDocument/2006/relationships/customXml" Target="../ink/ink242.xml"/><Relationship Id="rId289" Type="http://schemas.openxmlformats.org/officeDocument/2006/relationships/customXml" Target="../ink/ink333.xml"/><Relationship Id="rId11" Type="http://schemas.openxmlformats.org/officeDocument/2006/relationships/customXml" Target="../ink/ink194.xml"/><Relationship Id="rId53" Type="http://schemas.openxmlformats.org/officeDocument/2006/relationships/customXml" Target="../ink/ink215.xml"/><Relationship Id="rId149" Type="http://schemas.openxmlformats.org/officeDocument/2006/relationships/customXml" Target="../ink/ink263.xml"/><Relationship Id="rId314" Type="http://schemas.openxmlformats.org/officeDocument/2006/relationships/image" Target="../media/image79.png"/><Relationship Id="rId95" Type="http://schemas.openxmlformats.org/officeDocument/2006/relationships/customXml" Target="../ink/ink236.xml"/><Relationship Id="rId160" Type="http://schemas.openxmlformats.org/officeDocument/2006/relationships/image" Target="../media/image619.png"/><Relationship Id="rId216" Type="http://schemas.openxmlformats.org/officeDocument/2006/relationships/image" Target="../media/image647.png"/><Relationship Id="rId258" Type="http://schemas.openxmlformats.org/officeDocument/2006/relationships/image" Target="../media/image668.png"/><Relationship Id="rId22" Type="http://schemas.openxmlformats.org/officeDocument/2006/relationships/image" Target="../media/image550.png"/><Relationship Id="rId64" Type="http://schemas.openxmlformats.org/officeDocument/2006/relationships/image" Target="../media/image571.png"/><Relationship Id="rId118" Type="http://schemas.openxmlformats.org/officeDocument/2006/relationships/image" Target="../media/image598.png"/><Relationship Id="rId325" Type="http://schemas.openxmlformats.org/officeDocument/2006/relationships/customXml" Target="../ink/ink351.xml"/><Relationship Id="rId171" Type="http://schemas.openxmlformats.org/officeDocument/2006/relationships/customXml" Target="../ink/ink274.xml"/><Relationship Id="rId227" Type="http://schemas.openxmlformats.org/officeDocument/2006/relationships/customXml" Target="../ink/ink302.xml"/><Relationship Id="rId269" Type="http://schemas.openxmlformats.org/officeDocument/2006/relationships/customXml" Target="../ink/ink323.xml"/><Relationship Id="rId33" Type="http://schemas.openxmlformats.org/officeDocument/2006/relationships/customXml" Target="../ink/ink205.xml"/><Relationship Id="rId129" Type="http://schemas.openxmlformats.org/officeDocument/2006/relationships/customXml" Target="../ink/ink253.xml"/><Relationship Id="rId280" Type="http://schemas.openxmlformats.org/officeDocument/2006/relationships/image" Target="../media/image62.png"/><Relationship Id="rId75" Type="http://schemas.openxmlformats.org/officeDocument/2006/relationships/customXml" Target="../ink/ink226.xml"/><Relationship Id="rId140" Type="http://schemas.openxmlformats.org/officeDocument/2006/relationships/image" Target="../media/image609.png"/><Relationship Id="rId182" Type="http://schemas.openxmlformats.org/officeDocument/2006/relationships/image" Target="../media/image630.png"/><Relationship Id="rId6" Type="http://schemas.openxmlformats.org/officeDocument/2006/relationships/image" Target="../media/image542.png"/><Relationship Id="rId238" Type="http://schemas.openxmlformats.org/officeDocument/2006/relationships/image" Target="../media/image658.png"/><Relationship Id="rId291" Type="http://schemas.openxmlformats.org/officeDocument/2006/relationships/customXml" Target="../ink/ink334.xml"/><Relationship Id="rId305" Type="http://schemas.openxmlformats.org/officeDocument/2006/relationships/customXml" Target="../ink/ink341.xml"/><Relationship Id="rId44" Type="http://schemas.openxmlformats.org/officeDocument/2006/relationships/image" Target="../media/image561.png"/><Relationship Id="rId86" Type="http://schemas.openxmlformats.org/officeDocument/2006/relationships/image" Target="../media/image582.png"/><Relationship Id="rId151" Type="http://schemas.openxmlformats.org/officeDocument/2006/relationships/customXml" Target="../ink/ink264.xml"/><Relationship Id="rId193" Type="http://schemas.openxmlformats.org/officeDocument/2006/relationships/customXml" Target="../ink/ink285.xml"/><Relationship Id="rId207" Type="http://schemas.openxmlformats.org/officeDocument/2006/relationships/customXml" Target="../ink/ink292.xml"/><Relationship Id="rId249" Type="http://schemas.openxmlformats.org/officeDocument/2006/relationships/customXml" Target="../ink/ink313.xml"/><Relationship Id="rId13" Type="http://schemas.openxmlformats.org/officeDocument/2006/relationships/customXml" Target="../ink/ink195.xml"/><Relationship Id="rId109" Type="http://schemas.openxmlformats.org/officeDocument/2006/relationships/customXml" Target="../ink/ink243.xml"/><Relationship Id="rId260" Type="http://schemas.openxmlformats.org/officeDocument/2006/relationships/image" Target="../media/image669.png"/><Relationship Id="rId316" Type="http://schemas.openxmlformats.org/officeDocument/2006/relationships/image" Target="../media/image80.png"/><Relationship Id="rId55" Type="http://schemas.openxmlformats.org/officeDocument/2006/relationships/customXml" Target="../ink/ink216.xml"/><Relationship Id="rId97" Type="http://schemas.openxmlformats.org/officeDocument/2006/relationships/customXml" Target="../ink/ink237.xml"/><Relationship Id="rId120" Type="http://schemas.openxmlformats.org/officeDocument/2006/relationships/image" Target="../media/image599.png"/><Relationship Id="rId162" Type="http://schemas.openxmlformats.org/officeDocument/2006/relationships/image" Target="../media/image620.png"/><Relationship Id="rId218" Type="http://schemas.openxmlformats.org/officeDocument/2006/relationships/image" Target="../media/image648.png"/><Relationship Id="rId271" Type="http://schemas.openxmlformats.org/officeDocument/2006/relationships/customXml" Target="../ink/ink324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customXml" Target="../ink/ink358.xml"/><Relationship Id="rId13" Type="http://schemas.openxmlformats.org/officeDocument/2006/relationships/image" Target="../media/image679.png"/><Relationship Id="rId18" Type="http://schemas.openxmlformats.org/officeDocument/2006/relationships/customXml" Target="../ink/ink363.xml"/><Relationship Id="rId3" Type="http://schemas.openxmlformats.org/officeDocument/2006/relationships/image" Target="../media/image8.png"/><Relationship Id="rId21" Type="http://schemas.openxmlformats.org/officeDocument/2006/relationships/image" Target="../media/image91.png"/><Relationship Id="rId7" Type="http://schemas.openxmlformats.org/officeDocument/2006/relationships/image" Target="../media/image676.png"/><Relationship Id="rId12" Type="http://schemas.openxmlformats.org/officeDocument/2006/relationships/customXml" Target="../ink/ink360.xml"/><Relationship Id="rId17" Type="http://schemas.openxmlformats.org/officeDocument/2006/relationships/image" Target="../media/image681.png"/><Relationship Id="rId2" Type="http://schemas.openxmlformats.org/officeDocument/2006/relationships/image" Target="../media/image7.png"/><Relationship Id="rId16" Type="http://schemas.openxmlformats.org/officeDocument/2006/relationships/customXml" Target="../ink/ink362.xml"/><Relationship Id="rId20" Type="http://schemas.openxmlformats.org/officeDocument/2006/relationships/customXml" Target="../ink/ink364.xml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357.xml"/><Relationship Id="rId11" Type="http://schemas.openxmlformats.org/officeDocument/2006/relationships/image" Target="../media/image678.png"/><Relationship Id="rId5" Type="http://schemas.openxmlformats.org/officeDocument/2006/relationships/image" Target="../media/image675.png"/><Relationship Id="rId15" Type="http://schemas.openxmlformats.org/officeDocument/2006/relationships/image" Target="../media/image680.png"/><Relationship Id="rId23" Type="http://schemas.openxmlformats.org/officeDocument/2006/relationships/image" Target="../media/image92.png"/><Relationship Id="rId10" Type="http://schemas.openxmlformats.org/officeDocument/2006/relationships/customXml" Target="../ink/ink359.xml"/><Relationship Id="rId19" Type="http://schemas.openxmlformats.org/officeDocument/2006/relationships/image" Target="../media/image682.png"/><Relationship Id="rId4" Type="http://schemas.openxmlformats.org/officeDocument/2006/relationships/customXml" Target="../ink/ink356.xml"/><Relationship Id="rId9" Type="http://schemas.openxmlformats.org/officeDocument/2006/relationships/image" Target="../media/image677.png"/><Relationship Id="rId14" Type="http://schemas.openxmlformats.org/officeDocument/2006/relationships/customXml" Target="../ink/ink361.xml"/><Relationship Id="rId22" Type="http://schemas.openxmlformats.org/officeDocument/2006/relationships/customXml" Target="../ink/ink365.xml"/></Relationships>
</file>

<file path=ppt/slides/_rels/slide21.xml.rels><?xml version="1.0" encoding="UTF-8" standalone="yes"?>
<Relationships xmlns="http://schemas.openxmlformats.org/package/2006/relationships"><Relationship Id="rId26" Type="http://schemas.openxmlformats.org/officeDocument/2006/relationships/customXml" Target="../ink/ink377.xml"/><Relationship Id="rId21" Type="http://schemas.openxmlformats.org/officeDocument/2006/relationships/image" Target="../media/image103.png"/><Relationship Id="rId42" Type="http://schemas.openxmlformats.org/officeDocument/2006/relationships/customXml" Target="../ink/ink385.xml"/><Relationship Id="rId47" Type="http://schemas.openxmlformats.org/officeDocument/2006/relationships/image" Target="../media/image116.png"/><Relationship Id="rId63" Type="http://schemas.openxmlformats.org/officeDocument/2006/relationships/image" Target="../media/image124.png"/><Relationship Id="rId68" Type="http://schemas.openxmlformats.org/officeDocument/2006/relationships/customXml" Target="../ink/ink398.xml"/><Relationship Id="rId84" Type="http://schemas.openxmlformats.org/officeDocument/2006/relationships/customXml" Target="../ink/ink406.xml"/><Relationship Id="rId89" Type="http://schemas.openxmlformats.org/officeDocument/2006/relationships/image" Target="../media/image137.png"/><Relationship Id="rId16" Type="http://schemas.openxmlformats.org/officeDocument/2006/relationships/customXml" Target="../ink/ink372.xml"/><Relationship Id="rId11" Type="http://schemas.openxmlformats.org/officeDocument/2006/relationships/image" Target="../media/image98.png"/><Relationship Id="rId32" Type="http://schemas.openxmlformats.org/officeDocument/2006/relationships/customXml" Target="../ink/ink380.xml"/><Relationship Id="rId37" Type="http://schemas.openxmlformats.org/officeDocument/2006/relationships/image" Target="../media/image111.png"/><Relationship Id="rId53" Type="http://schemas.openxmlformats.org/officeDocument/2006/relationships/image" Target="../media/image119.png"/><Relationship Id="rId58" Type="http://schemas.openxmlformats.org/officeDocument/2006/relationships/customXml" Target="../ink/ink393.xml"/><Relationship Id="rId74" Type="http://schemas.openxmlformats.org/officeDocument/2006/relationships/customXml" Target="../ink/ink401.xml"/><Relationship Id="rId79" Type="http://schemas.openxmlformats.org/officeDocument/2006/relationships/image" Target="../media/image132.png"/><Relationship Id="rId5" Type="http://schemas.openxmlformats.org/officeDocument/2006/relationships/image" Target="../media/image95.png"/><Relationship Id="rId90" Type="http://schemas.openxmlformats.org/officeDocument/2006/relationships/customXml" Target="../ink/ink409.xml"/><Relationship Id="rId14" Type="http://schemas.openxmlformats.org/officeDocument/2006/relationships/customXml" Target="../ink/ink371.xml"/><Relationship Id="rId22" Type="http://schemas.openxmlformats.org/officeDocument/2006/relationships/customXml" Target="../ink/ink375.xml"/><Relationship Id="rId27" Type="http://schemas.openxmlformats.org/officeDocument/2006/relationships/image" Target="../media/image106.png"/><Relationship Id="rId30" Type="http://schemas.openxmlformats.org/officeDocument/2006/relationships/customXml" Target="../ink/ink379.xml"/><Relationship Id="rId35" Type="http://schemas.openxmlformats.org/officeDocument/2006/relationships/image" Target="../media/image110.png"/><Relationship Id="rId43" Type="http://schemas.openxmlformats.org/officeDocument/2006/relationships/image" Target="../media/image114.png"/><Relationship Id="rId48" Type="http://schemas.openxmlformats.org/officeDocument/2006/relationships/customXml" Target="../ink/ink388.xml"/><Relationship Id="rId56" Type="http://schemas.openxmlformats.org/officeDocument/2006/relationships/customXml" Target="../ink/ink392.xml"/><Relationship Id="rId64" Type="http://schemas.openxmlformats.org/officeDocument/2006/relationships/customXml" Target="../ink/ink396.xml"/><Relationship Id="rId69" Type="http://schemas.openxmlformats.org/officeDocument/2006/relationships/image" Target="../media/image127.png"/><Relationship Id="rId77" Type="http://schemas.openxmlformats.org/officeDocument/2006/relationships/image" Target="../media/image131.png"/><Relationship Id="rId105" Type="http://schemas.openxmlformats.org/officeDocument/2006/relationships/image" Target="../media/image145.png"/><Relationship Id="rId8" Type="http://schemas.openxmlformats.org/officeDocument/2006/relationships/customXml" Target="../ink/ink368.xml"/><Relationship Id="rId51" Type="http://schemas.openxmlformats.org/officeDocument/2006/relationships/image" Target="../media/image118.png"/><Relationship Id="rId72" Type="http://schemas.openxmlformats.org/officeDocument/2006/relationships/customXml" Target="../ink/ink400.xml"/><Relationship Id="rId80" Type="http://schemas.openxmlformats.org/officeDocument/2006/relationships/customXml" Target="../ink/ink404.xml"/><Relationship Id="rId85" Type="http://schemas.openxmlformats.org/officeDocument/2006/relationships/image" Target="../media/image135.png"/><Relationship Id="rId3" Type="http://schemas.openxmlformats.org/officeDocument/2006/relationships/image" Target="../media/image11.png"/><Relationship Id="rId12" Type="http://schemas.openxmlformats.org/officeDocument/2006/relationships/customXml" Target="../ink/ink370.xml"/><Relationship Id="rId17" Type="http://schemas.openxmlformats.org/officeDocument/2006/relationships/image" Target="../media/image101.png"/><Relationship Id="rId25" Type="http://schemas.openxmlformats.org/officeDocument/2006/relationships/image" Target="../media/image105.png"/><Relationship Id="rId33" Type="http://schemas.openxmlformats.org/officeDocument/2006/relationships/image" Target="../media/image109.png"/><Relationship Id="rId38" Type="http://schemas.openxmlformats.org/officeDocument/2006/relationships/customXml" Target="../ink/ink383.xml"/><Relationship Id="rId46" Type="http://schemas.openxmlformats.org/officeDocument/2006/relationships/customXml" Target="../ink/ink387.xml"/><Relationship Id="rId59" Type="http://schemas.openxmlformats.org/officeDocument/2006/relationships/image" Target="../media/image122.png"/><Relationship Id="rId67" Type="http://schemas.openxmlformats.org/officeDocument/2006/relationships/image" Target="../media/image126.png"/><Relationship Id="rId20" Type="http://schemas.openxmlformats.org/officeDocument/2006/relationships/customXml" Target="../ink/ink374.xml"/><Relationship Id="rId41" Type="http://schemas.openxmlformats.org/officeDocument/2006/relationships/image" Target="../media/image113.png"/><Relationship Id="rId54" Type="http://schemas.openxmlformats.org/officeDocument/2006/relationships/customXml" Target="../ink/ink391.xml"/><Relationship Id="rId62" Type="http://schemas.openxmlformats.org/officeDocument/2006/relationships/customXml" Target="../ink/ink395.xml"/><Relationship Id="rId70" Type="http://schemas.openxmlformats.org/officeDocument/2006/relationships/customXml" Target="../ink/ink399.xml"/><Relationship Id="rId75" Type="http://schemas.openxmlformats.org/officeDocument/2006/relationships/image" Target="../media/image130.png"/><Relationship Id="rId83" Type="http://schemas.openxmlformats.org/officeDocument/2006/relationships/image" Target="../media/image134.png"/><Relationship Id="rId88" Type="http://schemas.openxmlformats.org/officeDocument/2006/relationships/customXml" Target="../ink/ink408.xml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367.xml"/><Relationship Id="rId15" Type="http://schemas.openxmlformats.org/officeDocument/2006/relationships/image" Target="../media/image100.png"/><Relationship Id="rId23" Type="http://schemas.openxmlformats.org/officeDocument/2006/relationships/image" Target="../media/image104.png"/><Relationship Id="rId28" Type="http://schemas.openxmlformats.org/officeDocument/2006/relationships/customXml" Target="../ink/ink378.xml"/><Relationship Id="rId36" Type="http://schemas.openxmlformats.org/officeDocument/2006/relationships/customXml" Target="../ink/ink382.xml"/><Relationship Id="rId49" Type="http://schemas.openxmlformats.org/officeDocument/2006/relationships/image" Target="../media/image117.png"/><Relationship Id="rId57" Type="http://schemas.openxmlformats.org/officeDocument/2006/relationships/image" Target="../media/image121.png"/><Relationship Id="rId10" Type="http://schemas.openxmlformats.org/officeDocument/2006/relationships/customXml" Target="../ink/ink369.xml"/><Relationship Id="rId31" Type="http://schemas.openxmlformats.org/officeDocument/2006/relationships/image" Target="../media/image108.png"/><Relationship Id="rId44" Type="http://schemas.openxmlformats.org/officeDocument/2006/relationships/customXml" Target="../ink/ink386.xml"/><Relationship Id="rId52" Type="http://schemas.openxmlformats.org/officeDocument/2006/relationships/customXml" Target="../ink/ink390.xml"/><Relationship Id="rId60" Type="http://schemas.openxmlformats.org/officeDocument/2006/relationships/customXml" Target="../ink/ink394.xml"/><Relationship Id="rId65" Type="http://schemas.openxmlformats.org/officeDocument/2006/relationships/image" Target="../media/image125.png"/><Relationship Id="rId73" Type="http://schemas.openxmlformats.org/officeDocument/2006/relationships/image" Target="../media/image129.png"/><Relationship Id="rId78" Type="http://schemas.openxmlformats.org/officeDocument/2006/relationships/customXml" Target="../ink/ink403.xml"/><Relationship Id="rId81" Type="http://schemas.openxmlformats.org/officeDocument/2006/relationships/image" Target="../media/image133.png"/><Relationship Id="rId86" Type="http://schemas.openxmlformats.org/officeDocument/2006/relationships/customXml" Target="../ink/ink407.xml"/><Relationship Id="rId4" Type="http://schemas.openxmlformats.org/officeDocument/2006/relationships/customXml" Target="../ink/ink366.xml"/><Relationship Id="rId9" Type="http://schemas.openxmlformats.org/officeDocument/2006/relationships/image" Target="../media/image97.png"/><Relationship Id="rId13" Type="http://schemas.openxmlformats.org/officeDocument/2006/relationships/image" Target="../media/image99.png"/><Relationship Id="rId18" Type="http://schemas.openxmlformats.org/officeDocument/2006/relationships/customXml" Target="../ink/ink373.xml"/><Relationship Id="rId39" Type="http://schemas.openxmlformats.org/officeDocument/2006/relationships/image" Target="../media/image112.png"/><Relationship Id="rId34" Type="http://schemas.openxmlformats.org/officeDocument/2006/relationships/customXml" Target="../ink/ink381.xml"/><Relationship Id="rId50" Type="http://schemas.openxmlformats.org/officeDocument/2006/relationships/customXml" Target="../ink/ink389.xml"/><Relationship Id="rId55" Type="http://schemas.openxmlformats.org/officeDocument/2006/relationships/image" Target="../media/image120.png"/><Relationship Id="rId76" Type="http://schemas.openxmlformats.org/officeDocument/2006/relationships/customXml" Target="../ink/ink402.xml"/><Relationship Id="rId7" Type="http://schemas.openxmlformats.org/officeDocument/2006/relationships/image" Target="../media/image96.png"/><Relationship Id="rId71" Type="http://schemas.openxmlformats.org/officeDocument/2006/relationships/image" Target="../media/image128.png"/><Relationship Id="rId2" Type="http://schemas.openxmlformats.org/officeDocument/2006/relationships/image" Target="../media/image10.png"/><Relationship Id="rId29" Type="http://schemas.openxmlformats.org/officeDocument/2006/relationships/image" Target="../media/image107.png"/><Relationship Id="rId24" Type="http://schemas.openxmlformats.org/officeDocument/2006/relationships/customXml" Target="../ink/ink376.xml"/><Relationship Id="rId40" Type="http://schemas.openxmlformats.org/officeDocument/2006/relationships/customXml" Target="../ink/ink384.xml"/><Relationship Id="rId45" Type="http://schemas.openxmlformats.org/officeDocument/2006/relationships/image" Target="../media/image115.png"/><Relationship Id="rId66" Type="http://schemas.openxmlformats.org/officeDocument/2006/relationships/customXml" Target="../ink/ink397.xml"/><Relationship Id="rId87" Type="http://schemas.openxmlformats.org/officeDocument/2006/relationships/image" Target="../media/image136.png"/><Relationship Id="rId61" Type="http://schemas.openxmlformats.org/officeDocument/2006/relationships/image" Target="../media/image123.png"/><Relationship Id="rId82" Type="http://schemas.openxmlformats.org/officeDocument/2006/relationships/customXml" Target="../ink/ink405.xml"/><Relationship Id="rId19" Type="http://schemas.openxmlformats.org/officeDocument/2006/relationships/image" Target="../media/image102.png"/></Relationships>
</file>

<file path=ppt/slides/_rels/slide22.xml.rels><?xml version="1.0" encoding="UTF-8" standalone="yes"?>
<Relationships xmlns="http://schemas.openxmlformats.org/package/2006/relationships"><Relationship Id="rId26" Type="http://schemas.openxmlformats.org/officeDocument/2006/relationships/image" Target="../media/image157.png"/><Relationship Id="rId21" Type="http://schemas.openxmlformats.org/officeDocument/2006/relationships/customXml" Target="../ink/ink419.xml"/><Relationship Id="rId42" Type="http://schemas.openxmlformats.org/officeDocument/2006/relationships/image" Target="../media/image165.png"/><Relationship Id="rId47" Type="http://schemas.openxmlformats.org/officeDocument/2006/relationships/customXml" Target="../ink/ink432.xml"/><Relationship Id="rId63" Type="http://schemas.openxmlformats.org/officeDocument/2006/relationships/image" Target="../media/image175.png"/><Relationship Id="rId68" Type="http://schemas.openxmlformats.org/officeDocument/2006/relationships/customXml" Target="../ink/ink443.xml"/><Relationship Id="rId16" Type="http://schemas.openxmlformats.org/officeDocument/2006/relationships/image" Target="../media/image152.png"/><Relationship Id="rId11" Type="http://schemas.openxmlformats.org/officeDocument/2006/relationships/customXml" Target="../ink/ink414.xml"/><Relationship Id="rId24" Type="http://schemas.openxmlformats.org/officeDocument/2006/relationships/image" Target="../media/image156.png"/><Relationship Id="rId32" Type="http://schemas.openxmlformats.org/officeDocument/2006/relationships/image" Target="../media/image160.png"/><Relationship Id="rId37" Type="http://schemas.openxmlformats.org/officeDocument/2006/relationships/customXml" Target="../ink/ink427.xml"/><Relationship Id="rId40" Type="http://schemas.openxmlformats.org/officeDocument/2006/relationships/image" Target="../media/image164.png"/><Relationship Id="rId45" Type="http://schemas.openxmlformats.org/officeDocument/2006/relationships/customXml" Target="../ink/ink431.xml"/><Relationship Id="rId53" Type="http://schemas.openxmlformats.org/officeDocument/2006/relationships/customXml" Target="../ink/ink435.xml"/><Relationship Id="rId58" Type="http://schemas.openxmlformats.org/officeDocument/2006/relationships/image" Target="../media/image173.png"/><Relationship Id="rId66" Type="http://schemas.openxmlformats.org/officeDocument/2006/relationships/customXml" Target="../ink/ink442.xml"/><Relationship Id="rId74" Type="http://schemas.openxmlformats.org/officeDocument/2006/relationships/customXml" Target="../ink/ink446.xml"/><Relationship Id="rId79" Type="http://schemas.openxmlformats.org/officeDocument/2006/relationships/image" Target="../media/image183.png"/><Relationship Id="rId5" Type="http://schemas.openxmlformats.org/officeDocument/2006/relationships/customXml" Target="../ink/ink411.xml"/><Relationship Id="rId61" Type="http://schemas.openxmlformats.org/officeDocument/2006/relationships/customXml" Target="../ink/ink439.xml"/><Relationship Id="rId19" Type="http://schemas.openxmlformats.org/officeDocument/2006/relationships/customXml" Target="../ink/ink418.xml"/><Relationship Id="rId14" Type="http://schemas.openxmlformats.org/officeDocument/2006/relationships/image" Target="../media/image151.png"/><Relationship Id="rId22" Type="http://schemas.openxmlformats.org/officeDocument/2006/relationships/image" Target="../media/image155.png"/><Relationship Id="rId27" Type="http://schemas.openxmlformats.org/officeDocument/2006/relationships/customXml" Target="../ink/ink422.xml"/><Relationship Id="rId30" Type="http://schemas.openxmlformats.org/officeDocument/2006/relationships/image" Target="../media/image159.png"/><Relationship Id="rId35" Type="http://schemas.openxmlformats.org/officeDocument/2006/relationships/customXml" Target="../ink/ink426.xml"/><Relationship Id="rId43" Type="http://schemas.openxmlformats.org/officeDocument/2006/relationships/customXml" Target="../ink/ink430.xml"/><Relationship Id="rId48" Type="http://schemas.openxmlformats.org/officeDocument/2006/relationships/image" Target="../media/image168.png"/><Relationship Id="rId56" Type="http://schemas.openxmlformats.org/officeDocument/2006/relationships/image" Target="../media/image172.png"/><Relationship Id="rId64" Type="http://schemas.openxmlformats.org/officeDocument/2006/relationships/customXml" Target="../ink/ink441.xml"/><Relationship Id="rId69" Type="http://schemas.openxmlformats.org/officeDocument/2006/relationships/image" Target="../media/image178.png"/><Relationship Id="rId77" Type="http://schemas.openxmlformats.org/officeDocument/2006/relationships/image" Target="../media/image182.png"/><Relationship Id="rId8" Type="http://schemas.openxmlformats.org/officeDocument/2006/relationships/image" Target="../media/image148.png"/><Relationship Id="rId51" Type="http://schemas.openxmlformats.org/officeDocument/2006/relationships/customXml" Target="../ink/ink434.xml"/><Relationship Id="rId72" Type="http://schemas.openxmlformats.org/officeDocument/2006/relationships/customXml" Target="../ink/ink445.xml"/><Relationship Id="rId3" Type="http://schemas.openxmlformats.org/officeDocument/2006/relationships/customXml" Target="../ink/ink410.xml"/><Relationship Id="rId12" Type="http://schemas.openxmlformats.org/officeDocument/2006/relationships/image" Target="../media/image150.png"/><Relationship Id="rId17" Type="http://schemas.openxmlformats.org/officeDocument/2006/relationships/customXml" Target="../ink/ink417.xml"/><Relationship Id="rId25" Type="http://schemas.openxmlformats.org/officeDocument/2006/relationships/customXml" Target="../ink/ink421.xml"/><Relationship Id="rId33" Type="http://schemas.openxmlformats.org/officeDocument/2006/relationships/customXml" Target="../ink/ink425.xml"/><Relationship Id="rId38" Type="http://schemas.openxmlformats.org/officeDocument/2006/relationships/image" Target="../media/image163.png"/><Relationship Id="rId46" Type="http://schemas.openxmlformats.org/officeDocument/2006/relationships/image" Target="../media/image167.png"/><Relationship Id="rId59" Type="http://schemas.openxmlformats.org/officeDocument/2006/relationships/customXml" Target="../ink/ink438.xml"/><Relationship Id="rId67" Type="http://schemas.openxmlformats.org/officeDocument/2006/relationships/image" Target="../media/image177.png"/><Relationship Id="rId20" Type="http://schemas.openxmlformats.org/officeDocument/2006/relationships/image" Target="../media/image154.png"/><Relationship Id="rId41" Type="http://schemas.openxmlformats.org/officeDocument/2006/relationships/customXml" Target="../ink/ink429.xml"/><Relationship Id="rId54" Type="http://schemas.openxmlformats.org/officeDocument/2006/relationships/image" Target="../media/image171.png"/><Relationship Id="rId62" Type="http://schemas.openxmlformats.org/officeDocument/2006/relationships/customXml" Target="../ink/ink440.xml"/><Relationship Id="rId70" Type="http://schemas.openxmlformats.org/officeDocument/2006/relationships/customXml" Target="../ink/ink444.xml"/><Relationship Id="rId75" Type="http://schemas.openxmlformats.org/officeDocument/2006/relationships/image" Target="../media/image18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47.png"/><Relationship Id="rId15" Type="http://schemas.openxmlformats.org/officeDocument/2006/relationships/customXml" Target="../ink/ink416.xml"/><Relationship Id="rId23" Type="http://schemas.openxmlformats.org/officeDocument/2006/relationships/customXml" Target="../ink/ink420.xml"/><Relationship Id="rId28" Type="http://schemas.openxmlformats.org/officeDocument/2006/relationships/image" Target="../media/image158.png"/><Relationship Id="rId36" Type="http://schemas.openxmlformats.org/officeDocument/2006/relationships/image" Target="../media/image162.png"/><Relationship Id="rId49" Type="http://schemas.openxmlformats.org/officeDocument/2006/relationships/customXml" Target="../ink/ink433.xml"/><Relationship Id="rId57" Type="http://schemas.openxmlformats.org/officeDocument/2006/relationships/customXml" Target="../ink/ink437.xml"/><Relationship Id="rId10" Type="http://schemas.openxmlformats.org/officeDocument/2006/relationships/image" Target="../media/image149.png"/><Relationship Id="rId31" Type="http://schemas.openxmlformats.org/officeDocument/2006/relationships/customXml" Target="../ink/ink424.xml"/><Relationship Id="rId44" Type="http://schemas.openxmlformats.org/officeDocument/2006/relationships/image" Target="../media/image166.png"/><Relationship Id="rId52" Type="http://schemas.openxmlformats.org/officeDocument/2006/relationships/image" Target="../media/image170.png"/><Relationship Id="rId60" Type="http://schemas.openxmlformats.org/officeDocument/2006/relationships/image" Target="../media/image174.png"/><Relationship Id="rId65" Type="http://schemas.openxmlformats.org/officeDocument/2006/relationships/image" Target="../media/image176.png"/><Relationship Id="rId73" Type="http://schemas.openxmlformats.org/officeDocument/2006/relationships/image" Target="../media/image180.png"/><Relationship Id="rId78" Type="http://schemas.openxmlformats.org/officeDocument/2006/relationships/customXml" Target="../ink/ink448.xml"/><Relationship Id="rId4" Type="http://schemas.openxmlformats.org/officeDocument/2006/relationships/image" Target="../media/image146.png"/><Relationship Id="rId9" Type="http://schemas.openxmlformats.org/officeDocument/2006/relationships/customXml" Target="../ink/ink413.xml"/><Relationship Id="rId13" Type="http://schemas.openxmlformats.org/officeDocument/2006/relationships/customXml" Target="../ink/ink415.xml"/><Relationship Id="rId18" Type="http://schemas.openxmlformats.org/officeDocument/2006/relationships/image" Target="../media/image153.png"/><Relationship Id="rId39" Type="http://schemas.openxmlformats.org/officeDocument/2006/relationships/customXml" Target="../ink/ink428.xml"/><Relationship Id="rId34" Type="http://schemas.openxmlformats.org/officeDocument/2006/relationships/image" Target="../media/image161.png"/><Relationship Id="rId50" Type="http://schemas.openxmlformats.org/officeDocument/2006/relationships/image" Target="../media/image169.png"/><Relationship Id="rId55" Type="http://schemas.openxmlformats.org/officeDocument/2006/relationships/customXml" Target="../ink/ink436.xml"/><Relationship Id="rId76" Type="http://schemas.openxmlformats.org/officeDocument/2006/relationships/customXml" Target="../ink/ink447.xml"/><Relationship Id="rId7" Type="http://schemas.openxmlformats.org/officeDocument/2006/relationships/customXml" Target="../ink/ink412.xml"/><Relationship Id="rId71" Type="http://schemas.openxmlformats.org/officeDocument/2006/relationships/image" Target="../media/image179.png"/><Relationship Id="rId2" Type="http://schemas.openxmlformats.org/officeDocument/2006/relationships/image" Target="../media/image10.png"/><Relationship Id="rId29" Type="http://schemas.openxmlformats.org/officeDocument/2006/relationships/customXml" Target="../ink/ink423.xml"/></Relationships>
</file>

<file path=ppt/slides/_rels/slide23.xml.rels><?xml version="1.0" encoding="UTF-8" standalone="yes"?>
<Relationships xmlns="http://schemas.openxmlformats.org/package/2006/relationships"><Relationship Id="rId13" Type="http://schemas.openxmlformats.org/officeDocument/2006/relationships/customXml" Target="../ink/ink454.xml"/><Relationship Id="rId18" Type="http://schemas.openxmlformats.org/officeDocument/2006/relationships/image" Target="../media/image191.png"/><Relationship Id="rId26" Type="http://schemas.openxmlformats.org/officeDocument/2006/relationships/image" Target="../media/image195.png"/><Relationship Id="rId39" Type="http://schemas.openxmlformats.org/officeDocument/2006/relationships/customXml" Target="../ink/ink467.xml"/><Relationship Id="rId21" Type="http://schemas.openxmlformats.org/officeDocument/2006/relationships/customXml" Target="../ink/ink458.xml"/><Relationship Id="rId34" Type="http://schemas.openxmlformats.org/officeDocument/2006/relationships/image" Target="../media/image199.png"/><Relationship Id="rId42" Type="http://schemas.openxmlformats.org/officeDocument/2006/relationships/image" Target="../media/image203.png"/><Relationship Id="rId47" Type="http://schemas.openxmlformats.org/officeDocument/2006/relationships/customXml" Target="../ink/ink471.xml"/><Relationship Id="rId50" Type="http://schemas.openxmlformats.org/officeDocument/2006/relationships/image" Target="../media/image207.png"/><Relationship Id="rId55" Type="http://schemas.openxmlformats.org/officeDocument/2006/relationships/customXml" Target="../ink/ink475.xml"/><Relationship Id="rId63" Type="http://schemas.openxmlformats.org/officeDocument/2006/relationships/customXml" Target="../ink/ink479.xml"/><Relationship Id="rId7" Type="http://schemas.openxmlformats.org/officeDocument/2006/relationships/customXml" Target="../ink/ink451.xml"/><Relationship Id="rId2" Type="http://schemas.openxmlformats.org/officeDocument/2006/relationships/image" Target="../media/image11.png"/><Relationship Id="rId16" Type="http://schemas.openxmlformats.org/officeDocument/2006/relationships/image" Target="../media/image190.png"/><Relationship Id="rId29" Type="http://schemas.openxmlformats.org/officeDocument/2006/relationships/customXml" Target="../ink/ink462.xml"/><Relationship Id="rId11" Type="http://schemas.openxmlformats.org/officeDocument/2006/relationships/customXml" Target="../ink/ink453.xml"/><Relationship Id="rId24" Type="http://schemas.openxmlformats.org/officeDocument/2006/relationships/image" Target="../media/image194.png"/><Relationship Id="rId32" Type="http://schemas.openxmlformats.org/officeDocument/2006/relationships/image" Target="../media/image198.png"/><Relationship Id="rId37" Type="http://schemas.openxmlformats.org/officeDocument/2006/relationships/customXml" Target="../ink/ink466.xml"/><Relationship Id="rId40" Type="http://schemas.openxmlformats.org/officeDocument/2006/relationships/image" Target="../media/image202.png"/><Relationship Id="rId45" Type="http://schemas.openxmlformats.org/officeDocument/2006/relationships/customXml" Target="../ink/ink470.xml"/><Relationship Id="rId53" Type="http://schemas.openxmlformats.org/officeDocument/2006/relationships/customXml" Target="../ink/ink474.xml"/><Relationship Id="rId58" Type="http://schemas.openxmlformats.org/officeDocument/2006/relationships/image" Target="../media/image211.png"/><Relationship Id="rId5" Type="http://schemas.openxmlformats.org/officeDocument/2006/relationships/customXml" Target="../ink/ink450.xml"/><Relationship Id="rId61" Type="http://schemas.openxmlformats.org/officeDocument/2006/relationships/customXml" Target="../ink/ink478.xml"/><Relationship Id="rId19" Type="http://schemas.openxmlformats.org/officeDocument/2006/relationships/customXml" Target="../ink/ink457.xml"/><Relationship Id="rId14" Type="http://schemas.openxmlformats.org/officeDocument/2006/relationships/image" Target="../media/image189.png"/><Relationship Id="rId22" Type="http://schemas.openxmlformats.org/officeDocument/2006/relationships/image" Target="../media/image193.png"/><Relationship Id="rId27" Type="http://schemas.openxmlformats.org/officeDocument/2006/relationships/customXml" Target="../ink/ink461.xml"/><Relationship Id="rId30" Type="http://schemas.openxmlformats.org/officeDocument/2006/relationships/image" Target="../media/image197.png"/><Relationship Id="rId35" Type="http://schemas.openxmlformats.org/officeDocument/2006/relationships/customXml" Target="../ink/ink465.xml"/><Relationship Id="rId43" Type="http://schemas.openxmlformats.org/officeDocument/2006/relationships/customXml" Target="../ink/ink469.xml"/><Relationship Id="rId48" Type="http://schemas.openxmlformats.org/officeDocument/2006/relationships/image" Target="../media/image206.png"/><Relationship Id="rId56" Type="http://schemas.openxmlformats.org/officeDocument/2006/relationships/image" Target="../media/image210.png"/><Relationship Id="rId64" Type="http://schemas.openxmlformats.org/officeDocument/2006/relationships/image" Target="../media/image214.png"/><Relationship Id="rId8" Type="http://schemas.openxmlformats.org/officeDocument/2006/relationships/image" Target="../media/image186.png"/><Relationship Id="rId51" Type="http://schemas.openxmlformats.org/officeDocument/2006/relationships/customXml" Target="../ink/ink473.xml"/><Relationship Id="rId3" Type="http://schemas.openxmlformats.org/officeDocument/2006/relationships/customXml" Target="../ink/ink449.xml"/><Relationship Id="rId12" Type="http://schemas.openxmlformats.org/officeDocument/2006/relationships/image" Target="../media/image188.png"/><Relationship Id="rId17" Type="http://schemas.openxmlformats.org/officeDocument/2006/relationships/customXml" Target="../ink/ink456.xml"/><Relationship Id="rId25" Type="http://schemas.openxmlformats.org/officeDocument/2006/relationships/customXml" Target="../ink/ink460.xml"/><Relationship Id="rId33" Type="http://schemas.openxmlformats.org/officeDocument/2006/relationships/customXml" Target="../ink/ink464.xml"/><Relationship Id="rId38" Type="http://schemas.openxmlformats.org/officeDocument/2006/relationships/image" Target="../media/image201.png"/><Relationship Id="rId46" Type="http://schemas.openxmlformats.org/officeDocument/2006/relationships/image" Target="../media/image205.png"/><Relationship Id="rId59" Type="http://schemas.openxmlformats.org/officeDocument/2006/relationships/customXml" Target="../ink/ink477.xml"/><Relationship Id="rId20" Type="http://schemas.openxmlformats.org/officeDocument/2006/relationships/image" Target="../media/image192.png"/><Relationship Id="rId41" Type="http://schemas.openxmlformats.org/officeDocument/2006/relationships/customXml" Target="../ink/ink468.xml"/><Relationship Id="rId54" Type="http://schemas.openxmlformats.org/officeDocument/2006/relationships/image" Target="../media/image209.png"/><Relationship Id="rId62" Type="http://schemas.openxmlformats.org/officeDocument/2006/relationships/image" Target="../media/image21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85.png"/><Relationship Id="rId15" Type="http://schemas.openxmlformats.org/officeDocument/2006/relationships/customXml" Target="../ink/ink455.xml"/><Relationship Id="rId23" Type="http://schemas.openxmlformats.org/officeDocument/2006/relationships/customXml" Target="../ink/ink459.xml"/><Relationship Id="rId28" Type="http://schemas.openxmlformats.org/officeDocument/2006/relationships/image" Target="../media/image196.png"/><Relationship Id="rId36" Type="http://schemas.openxmlformats.org/officeDocument/2006/relationships/image" Target="../media/image200.png"/><Relationship Id="rId49" Type="http://schemas.openxmlformats.org/officeDocument/2006/relationships/customXml" Target="../ink/ink472.xml"/><Relationship Id="rId57" Type="http://schemas.openxmlformats.org/officeDocument/2006/relationships/customXml" Target="../ink/ink476.xml"/><Relationship Id="rId10" Type="http://schemas.openxmlformats.org/officeDocument/2006/relationships/image" Target="../media/image187.png"/><Relationship Id="rId31" Type="http://schemas.openxmlformats.org/officeDocument/2006/relationships/customXml" Target="../ink/ink463.xml"/><Relationship Id="rId44" Type="http://schemas.openxmlformats.org/officeDocument/2006/relationships/image" Target="../media/image204.png"/><Relationship Id="rId52" Type="http://schemas.openxmlformats.org/officeDocument/2006/relationships/image" Target="../media/image208.png"/><Relationship Id="rId60" Type="http://schemas.openxmlformats.org/officeDocument/2006/relationships/image" Target="../media/image212.png"/><Relationship Id="rId4" Type="http://schemas.openxmlformats.org/officeDocument/2006/relationships/image" Target="../media/image184.png"/><Relationship Id="rId9" Type="http://schemas.openxmlformats.org/officeDocument/2006/relationships/customXml" Target="../ink/ink45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6" Type="http://schemas.openxmlformats.org/officeDocument/2006/relationships/customXml" Target="../ink/ink491.xml"/><Relationship Id="rId21" Type="http://schemas.openxmlformats.org/officeDocument/2006/relationships/image" Target="../media/image226.png"/><Relationship Id="rId42" Type="http://schemas.openxmlformats.org/officeDocument/2006/relationships/customXml" Target="../ink/ink499.xml"/><Relationship Id="rId47" Type="http://schemas.openxmlformats.org/officeDocument/2006/relationships/image" Target="../media/image239.png"/><Relationship Id="rId63" Type="http://schemas.openxmlformats.org/officeDocument/2006/relationships/image" Target="../media/image247.png"/><Relationship Id="rId68" Type="http://schemas.openxmlformats.org/officeDocument/2006/relationships/customXml" Target="../ink/ink512.xml"/><Relationship Id="rId16" Type="http://schemas.openxmlformats.org/officeDocument/2006/relationships/customXml" Target="../ink/ink486.xml"/><Relationship Id="rId11" Type="http://schemas.openxmlformats.org/officeDocument/2006/relationships/image" Target="../media/image221.png"/><Relationship Id="rId32" Type="http://schemas.openxmlformats.org/officeDocument/2006/relationships/customXml" Target="../ink/ink494.xml"/><Relationship Id="rId37" Type="http://schemas.openxmlformats.org/officeDocument/2006/relationships/image" Target="../media/image234.png"/><Relationship Id="rId53" Type="http://schemas.openxmlformats.org/officeDocument/2006/relationships/image" Target="../media/image242.png"/><Relationship Id="rId58" Type="http://schemas.openxmlformats.org/officeDocument/2006/relationships/customXml" Target="../ink/ink507.xml"/><Relationship Id="rId74" Type="http://schemas.openxmlformats.org/officeDocument/2006/relationships/customXml" Target="../ink/ink515.xml"/><Relationship Id="rId79" Type="http://schemas.openxmlformats.org/officeDocument/2006/relationships/image" Target="../media/image255.png"/><Relationship Id="rId5" Type="http://schemas.openxmlformats.org/officeDocument/2006/relationships/image" Target="../media/image218.png"/><Relationship Id="rId61" Type="http://schemas.openxmlformats.org/officeDocument/2006/relationships/image" Target="../media/image246.png"/><Relationship Id="rId82" Type="http://schemas.openxmlformats.org/officeDocument/2006/relationships/customXml" Target="../ink/ink519.xml"/><Relationship Id="rId19" Type="http://schemas.openxmlformats.org/officeDocument/2006/relationships/image" Target="../media/image225.png"/><Relationship Id="rId14" Type="http://schemas.openxmlformats.org/officeDocument/2006/relationships/customXml" Target="../ink/ink485.xml"/><Relationship Id="rId22" Type="http://schemas.openxmlformats.org/officeDocument/2006/relationships/customXml" Target="../ink/ink489.xml"/><Relationship Id="rId27" Type="http://schemas.openxmlformats.org/officeDocument/2006/relationships/image" Target="../media/image229.png"/><Relationship Id="rId30" Type="http://schemas.openxmlformats.org/officeDocument/2006/relationships/customXml" Target="../ink/ink493.xml"/><Relationship Id="rId35" Type="http://schemas.openxmlformats.org/officeDocument/2006/relationships/image" Target="../media/image233.png"/><Relationship Id="rId43" Type="http://schemas.openxmlformats.org/officeDocument/2006/relationships/image" Target="../media/image237.png"/><Relationship Id="rId48" Type="http://schemas.openxmlformats.org/officeDocument/2006/relationships/customXml" Target="../ink/ink502.xml"/><Relationship Id="rId56" Type="http://schemas.openxmlformats.org/officeDocument/2006/relationships/customXml" Target="../ink/ink506.xml"/><Relationship Id="rId64" Type="http://schemas.openxmlformats.org/officeDocument/2006/relationships/customXml" Target="../ink/ink510.xml"/><Relationship Id="rId69" Type="http://schemas.openxmlformats.org/officeDocument/2006/relationships/image" Target="../media/image250.png"/><Relationship Id="rId77" Type="http://schemas.openxmlformats.org/officeDocument/2006/relationships/image" Target="../media/image254.png"/><Relationship Id="rId8" Type="http://schemas.openxmlformats.org/officeDocument/2006/relationships/customXml" Target="../ink/ink482.xml"/><Relationship Id="rId51" Type="http://schemas.openxmlformats.org/officeDocument/2006/relationships/image" Target="../media/image241.png"/><Relationship Id="rId72" Type="http://schemas.openxmlformats.org/officeDocument/2006/relationships/customXml" Target="../ink/ink514.xml"/><Relationship Id="rId80" Type="http://schemas.openxmlformats.org/officeDocument/2006/relationships/customXml" Target="../ink/ink518.xml"/><Relationship Id="rId3" Type="http://schemas.openxmlformats.org/officeDocument/2006/relationships/image" Target="../media/image14.png"/><Relationship Id="rId12" Type="http://schemas.openxmlformats.org/officeDocument/2006/relationships/customXml" Target="../ink/ink484.xml"/><Relationship Id="rId17" Type="http://schemas.openxmlformats.org/officeDocument/2006/relationships/image" Target="../media/image224.png"/><Relationship Id="rId25" Type="http://schemas.openxmlformats.org/officeDocument/2006/relationships/image" Target="../media/image228.png"/><Relationship Id="rId33" Type="http://schemas.openxmlformats.org/officeDocument/2006/relationships/image" Target="../media/image232.png"/><Relationship Id="rId38" Type="http://schemas.openxmlformats.org/officeDocument/2006/relationships/customXml" Target="../ink/ink497.xml"/><Relationship Id="rId46" Type="http://schemas.openxmlformats.org/officeDocument/2006/relationships/customXml" Target="../ink/ink501.xml"/><Relationship Id="rId59" Type="http://schemas.openxmlformats.org/officeDocument/2006/relationships/image" Target="../media/image245.png"/><Relationship Id="rId67" Type="http://schemas.openxmlformats.org/officeDocument/2006/relationships/image" Target="../media/image249.png"/><Relationship Id="rId20" Type="http://schemas.openxmlformats.org/officeDocument/2006/relationships/customXml" Target="../ink/ink488.xml"/><Relationship Id="rId41" Type="http://schemas.openxmlformats.org/officeDocument/2006/relationships/image" Target="../media/image236.png"/><Relationship Id="rId54" Type="http://schemas.openxmlformats.org/officeDocument/2006/relationships/customXml" Target="../ink/ink505.xml"/><Relationship Id="rId62" Type="http://schemas.openxmlformats.org/officeDocument/2006/relationships/customXml" Target="../ink/ink509.xml"/><Relationship Id="rId70" Type="http://schemas.openxmlformats.org/officeDocument/2006/relationships/customXml" Target="../ink/ink513.xml"/><Relationship Id="rId75" Type="http://schemas.openxmlformats.org/officeDocument/2006/relationships/image" Target="../media/image253.png"/><Relationship Id="rId83" Type="http://schemas.openxmlformats.org/officeDocument/2006/relationships/image" Target="../media/image257.png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481.xml"/><Relationship Id="rId15" Type="http://schemas.openxmlformats.org/officeDocument/2006/relationships/image" Target="../media/image223.png"/><Relationship Id="rId23" Type="http://schemas.openxmlformats.org/officeDocument/2006/relationships/image" Target="../media/image227.png"/><Relationship Id="rId28" Type="http://schemas.openxmlformats.org/officeDocument/2006/relationships/customXml" Target="../ink/ink492.xml"/><Relationship Id="rId36" Type="http://schemas.openxmlformats.org/officeDocument/2006/relationships/customXml" Target="../ink/ink496.xml"/><Relationship Id="rId49" Type="http://schemas.openxmlformats.org/officeDocument/2006/relationships/image" Target="../media/image240.png"/><Relationship Id="rId57" Type="http://schemas.openxmlformats.org/officeDocument/2006/relationships/image" Target="../media/image244.png"/><Relationship Id="rId10" Type="http://schemas.openxmlformats.org/officeDocument/2006/relationships/customXml" Target="../ink/ink483.xml"/><Relationship Id="rId31" Type="http://schemas.openxmlformats.org/officeDocument/2006/relationships/image" Target="../media/image231.png"/><Relationship Id="rId44" Type="http://schemas.openxmlformats.org/officeDocument/2006/relationships/customXml" Target="../ink/ink500.xml"/><Relationship Id="rId52" Type="http://schemas.openxmlformats.org/officeDocument/2006/relationships/customXml" Target="../ink/ink504.xml"/><Relationship Id="rId60" Type="http://schemas.openxmlformats.org/officeDocument/2006/relationships/customXml" Target="../ink/ink508.xml"/><Relationship Id="rId65" Type="http://schemas.openxmlformats.org/officeDocument/2006/relationships/image" Target="../media/image248.png"/><Relationship Id="rId73" Type="http://schemas.openxmlformats.org/officeDocument/2006/relationships/image" Target="../media/image252.png"/><Relationship Id="rId78" Type="http://schemas.openxmlformats.org/officeDocument/2006/relationships/customXml" Target="../ink/ink517.xml"/><Relationship Id="rId81" Type="http://schemas.openxmlformats.org/officeDocument/2006/relationships/image" Target="../media/image256.png"/><Relationship Id="rId4" Type="http://schemas.openxmlformats.org/officeDocument/2006/relationships/customXml" Target="../ink/ink480.xml"/><Relationship Id="rId9" Type="http://schemas.openxmlformats.org/officeDocument/2006/relationships/image" Target="../media/image220.png"/><Relationship Id="rId13" Type="http://schemas.openxmlformats.org/officeDocument/2006/relationships/image" Target="../media/image222.png"/><Relationship Id="rId18" Type="http://schemas.openxmlformats.org/officeDocument/2006/relationships/customXml" Target="../ink/ink487.xml"/><Relationship Id="rId39" Type="http://schemas.openxmlformats.org/officeDocument/2006/relationships/image" Target="../media/image235.png"/><Relationship Id="rId34" Type="http://schemas.openxmlformats.org/officeDocument/2006/relationships/customXml" Target="../ink/ink495.xml"/><Relationship Id="rId50" Type="http://schemas.openxmlformats.org/officeDocument/2006/relationships/customXml" Target="../ink/ink503.xml"/><Relationship Id="rId55" Type="http://schemas.openxmlformats.org/officeDocument/2006/relationships/image" Target="../media/image243.png"/><Relationship Id="rId76" Type="http://schemas.openxmlformats.org/officeDocument/2006/relationships/customXml" Target="../ink/ink516.xml"/><Relationship Id="rId7" Type="http://schemas.openxmlformats.org/officeDocument/2006/relationships/image" Target="../media/image219.png"/><Relationship Id="rId71" Type="http://schemas.openxmlformats.org/officeDocument/2006/relationships/image" Target="../media/image251.png"/><Relationship Id="rId2" Type="http://schemas.openxmlformats.org/officeDocument/2006/relationships/image" Target="../media/image13.png"/><Relationship Id="rId29" Type="http://schemas.openxmlformats.org/officeDocument/2006/relationships/image" Target="../media/image230.png"/><Relationship Id="rId24" Type="http://schemas.openxmlformats.org/officeDocument/2006/relationships/customXml" Target="../ink/ink490.xml"/><Relationship Id="rId40" Type="http://schemas.openxmlformats.org/officeDocument/2006/relationships/customXml" Target="../ink/ink498.xml"/><Relationship Id="rId45" Type="http://schemas.openxmlformats.org/officeDocument/2006/relationships/image" Target="../media/image238.png"/><Relationship Id="rId66" Type="http://schemas.openxmlformats.org/officeDocument/2006/relationships/customXml" Target="../ink/ink511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3.png"/><Relationship Id="rId13" Type="http://schemas.openxmlformats.org/officeDocument/2006/relationships/customXml" Target="../ink/ink525.xml"/><Relationship Id="rId18" Type="http://schemas.openxmlformats.org/officeDocument/2006/relationships/image" Target="../media/image288.png"/><Relationship Id="rId26" Type="http://schemas.openxmlformats.org/officeDocument/2006/relationships/image" Target="../media/image292.png"/><Relationship Id="rId3" Type="http://schemas.openxmlformats.org/officeDocument/2006/relationships/customXml" Target="../ink/ink520.xml"/><Relationship Id="rId21" Type="http://schemas.openxmlformats.org/officeDocument/2006/relationships/customXml" Target="../ink/ink529.xml"/><Relationship Id="rId7" Type="http://schemas.openxmlformats.org/officeDocument/2006/relationships/customXml" Target="../ink/ink522.xml"/><Relationship Id="rId12" Type="http://schemas.openxmlformats.org/officeDocument/2006/relationships/image" Target="../media/image285.png"/><Relationship Id="rId17" Type="http://schemas.openxmlformats.org/officeDocument/2006/relationships/customXml" Target="../ink/ink527.xml"/><Relationship Id="rId25" Type="http://schemas.openxmlformats.org/officeDocument/2006/relationships/customXml" Target="../ink/ink531.xml"/><Relationship Id="rId2" Type="http://schemas.openxmlformats.org/officeDocument/2006/relationships/image" Target="../media/image15.png"/><Relationship Id="rId16" Type="http://schemas.openxmlformats.org/officeDocument/2006/relationships/image" Target="../media/image287.png"/><Relationship Id="rId20" Type="http://schemas.openxmlformats.org/officeDocument/2006/relationships/image" Target="../media/image28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82.png"/><Relationship Id="rId11" Type="http://schemas.openxmlformats.org/officeDocument/2006/relationships/customXml" Target="../ink/ink524.xml"/><Relationship Id="rId24" Type="http://schemas.openxmlformats.org/officeDocument/2006/relationships/image" Target="../media/image291.png"/><Relationship Id="rId5" Type="http://schemas.openxmlformats.org/officeDocument/2006/relationships/customXml" Target="../ink/ink521.xml"/><Relationship Id="rId15" Type="http://schemas.openxmlformats.org/officeDocument/2006/relationships/customXml" Target="../ink/ink526.xml"/><Relationship Id="rId23" Type="http://schemas.openxmlformats.org/officeDocument/2006/relationships/customXml" Target="../ink/ink530.xml"/><Relationship Id="rId10" Type="http://schemas.openxmlformats.org/officeDocument/2006/relationships/image" Target="../media/image284.png"/><Relationship Id="rId19" Type="http://schemas.openxmlformats.org/officeDocument/2006/relationships/customXml" Target="../ink/ink528.xml"/><Relationship Id="rId4" Type="http://schemas.openxmlformats.org/officeDocument/2006/relationships/image" Target="../media/image281.png"/><Relationship Id="rId9" Type="http://schemas.openxmlformats.org/officeDocument/2006/relationships/customXml" Target="../ink/ink523.xml"/><Relationship Id="rId14" Type="http://schemas.openxmlformats.org/officeDocument/2006/relationships/image" Target="../media/image286.png"/><Relationship Id="rId22" Type="http://schemas.openxmlformats.org/officeDocument/2006/relationships/image" Target="../media/image290.png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customXml" Target="../ink/ink535.xml"/><Relationship Id="rId13" Type="http://schemas.openxmlformats.org/officeDocument/2006/relationships/image" Target="../media/image298.png"/><Relationship Id="rId3" Type="http://schemas.openxmlformats.org/officeDocument/2006/relationships/image" Target="../media/image293.png"/><Relationship Id="rId7" Type="http://schemas.openxmlformats.org/officeDocument/2006/relationships/image" Target="../media/image295.png"/><Relationship Id="rId12" Type="http://schemas.openxmlformats.org/officeDocument/2006/relationships/customXml" Target="../ink/ink537.xml"/><Relationship Id="rId17" Type="http://schemas.openxmlformats.org/officeDocument/2006/relationships/image" Target="../media/image300.png"/><Relationship Id="rId2" Type="http://schemas.openxmlformats.org/officeDocument/2006/relationships/customXml" Target="../ink/ink532.xml"/><Relationship Id="rId16" Type="http://schemas.openxmlformats.org/officeDocument/2006/relationships/customXml" Target="../ink/ink539.xml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534.xml"/><Relationship Id="rId11" Type="http://schemas.openxmlformats.org/officeDocument/2006/relationships/image" Target="../media/image297.png"/><Relationship Id="rId5" Type="http://schemas.openxmlformats.org/officeDocument/2006/relationships/image" Target="../media/image294.png"/><Relationship Id="rId15" Type="http://schemas.openxmlformats.org/officeDocument/2006/relationships/image" Target="../media/image299.png"/><Relationship Id="rId10" Type="http://schemas.openxmlformats.org/officeDocument/2006/relationships/customXml" Target="../ink/ink536.xml"/><Relationship Id="rId4" Type="http://schemas.openxmlformats.org/officeDocument/2006/relationships/customXml" Target="../ink/ink533.xml"/><Relationship Id="rId9" Type="http://schemas.openxmlformats.org/officeDocument/2006/relationships/image" Target="../media/image296.png"/><Relationship Id="rId14" Type="http://schemas.openxmlformats.org/officeDocument/2006/relationships/customXml" Target="../ink/ink538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1.png"/><Relationship Id="rId2" Type="http://schemas.openxmlformats.org/officeDocument/2006/relationships/customXml" Target="../ink/ink540.xml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5.png"/><Relationship Id="rId3" Type="http://schemas.openxmlformats.org/officeDocument/2006/relationships/customXml" Target="../ink/ink541.xml"/><Relationship Id="rId7" Type="http://schemas.openxmlformats.org/officeDocument/2006/relationships/customXml" Target="../ink/ink543.xml"/><Relationship Id="rId12" Type="http://schemas.openxmlformats.org/officeDocument/2006/relationships/image" Target="../media/image30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04.png"/><Relationship Id="rId11" Type="http://schemas.openxmlformats.org/officeDocument/2006/relationships/customXml" Target="../ink/ink545.xml"/><Relationship Id="rId5" Type="http://schemas.openxmlformats.org/officeDocument/2006/relationships/customXml" Target="../ink/ink542.xml"/><Relationship Id="rId10" Type="http://schemas.openxmlformats.org/officeDocument/2006/relationships/image" Target="../media/image306.png"/><Relationship Id="rId4" Type="http://schemas.openxmlformats.org/officeDocument/2006/relationships/image" Target="../media/image303.png"/><Relationship Id="rId9" Type="http://schemas.openxmlformats.org/officeDocument/2006/relationships/customXml" Target="../ink/ink544.xml"/></Relationships>
</file>

<file path=ppt/slides/_rels/slide32.xml.rels><?xml version="1.0" encoding="UTF-8" standalone="yes"?>
<Relationships xmlns="http://schemas.openxmlformats.org/package/2006/relationships"><Relationship Id="rId26" Type="http://schemas.openxmlformats.org/officeDocument/2006/relationships/image" Target="../media/image363.png"/><Relationship Id="rId21" Type="http://schemas.openxmlformats.org/officeDocument/2006/relationships/customXml" Target="../ink/ink555.xml"/><Relationship Id="rId42" Type="http://schemas.openxmlformats.org/officeDocument/2006/relationships/image" Target="../media/image512.png"/><Relationship Id="rId47" Type="http://schemas.openxmlformats.org/officeDocument/2006/relationships/customXml" Target="../ink/ink568.xml"/><Relationship Id="rId63" Type="http://schemas.openxmlformats.org/officeDocument/2006/relationships/customXml" Target="../ink/ink576.xml"/><Relationship Id="rId68" Type="http://schemas.openxmlformats.org/officeDocument/2006/relationships/image" Target="../media/image692.png"/><Relationship Id="rId7" Type="http://schemas.openxmlformats.org/officeDocument/2006/relationships/customXml" Target="../ink/ink548.xml"/><Relationship Id="rId2" Type="http://schemas.openxmlformats.org/officeDocument/2006/relationships/image" Target="../media/image17.png"/><Relationship Id="rId16" Type="http://schemas.openxmlformats.org/officeDocument/2006/relationships/image" Target="../media/image358.png"/><Relationship Id="rId29" Type="http://schemas.openxmlformats.org/officeDocument/2006/relationships/customXml" Target="../ink/ink559.xml"/><Relationship Id="rId11" Type="http://schemas.openxmlformats.org/officeDocument/2006/relationships/customXml" Target="../ink/ink550.xml"/><Relationship Id="rId24" Type="http://schemas.openxmlformats.org/officeDocument/2006/relationships/image" Target="../media/image362.png"/><Relationship Id="rId32" Type="http://schemas.openxmlformats.org/officeDocument/2006/relationships/image" Target="../media/image367.png"/><Relationship Id="rId37" Type="http://schemas.openxmlformats.org/officeDocument/2006/relationships/customXml" Target="../ink/ink563.xml"/><Relationship Id="rId40" Type="http://schemas.openxmlformats.org/officeDocument/2006/relationships/image" Target="../media/image511.png"/><Relationship Id="rId45" Type="http://schemas.openxmlformats.org/officeDocument/2006/relationships/customXml" Target="../ink/ink567.xml"/><Relationship Id="rId53" Type="http://schemas.openxmlformats.org/officeDocument/2006/relationships/customXml" Target="../ink/ink571.xml"/><Relationship Id="rId58" Type="http://schemas.openxmlformats.org/officeDocument/2006/relationships/image" Target="../media/image687.png"/><Relationship Id="rId66" Type="http://schemas.openxmlformats.org/officeDocument/2006/relationships/image" Target="../media/image691.png"/><Relationship Id="rId5" Type="http://schemas.openxmlformats.org/officeDocument/2006/relationships/customXml" Target="../ink/ink547.xml"/><Relationship Id="rId61" Type="http://schemas.openxmlformats.org/officeDocument/2006/relationships/customXml" Target="../ink/ink575.xml"/><Relationship Id="rId19" Type="http://schemas.openxmlformats.org/officeDocument/2006/relationships/customXml" Target="../ink/ink554.xml"/><Relationship Id="rId14" Type="http://schemas.openxmlformats.org/officeDocument/2006/relationships/image" Target="../media/image357.png"/><Relationship Id="rId22" Type="http://schemas.openxmlformats.org/officeDocument/2006/relationships/image" Target="../media/image361.png"/><Relationship Id="rId27" Type="http://schemas.openxmlformats.org/officeDocument/2006/relationships/customXml" Target="../ink/ink558.xml"/><Relationship Id="rId30" Type="http://schemas.openxmlformats.org/officeDocument/2006/relationships/image" Target="../media/image366.png"/><Relationship Id="rId35" Type="http://schemas.openxmlformats.org/officeDocument/2006/relationships/customXml" Target="../ink/ink562.xml"/><Relationship Id="rId43" Type="http://schemas.openxmlformats.org/officeDocument/2006/relationships/customXml" Target="../ink/ink566.xml"/><Relationship Id="rId48" Type="http://schemas.openxmlformats.org/officeDocument/2006/relationships/image" Target="../media/image524.png"/><Relationship Id="rId56" Type="http://schemas.openxmlformats.org/officeDocument/2006/relationships/image" Target="../media/image686.png"/><Relationship Id="rId64" Type="http://schemas.openxmlformats.org/officeDocument/2006/relationships/image" Target="../media/image690.png"/><Relationship Id="rId69" Type="http://schemas.openxmlformats.org/officeDocument/2006/relationships/customXml" Target="../ink/ink579.xml"/><Relationship Id="rId8" Type="http://schemas.openxmlformats.org/officeDocument/2006/relationships/image" Target="../media/image354.png"/><Relationship Id="rId51" Type="http://schemas.openxmlformats.org/officeDocument/2006/relationships/customXml" Target="../ink/ink570.xml"/><Relationship Id="rId3" Type="http://schemas.openxmlformats.org/officeDocument/2006/relationships/customXml" Target="../ink/ink546.xml"/><Relationship Id="rId12" Type="http://schemas.openxmlformats.org/officeDocument/2006/relationships/image" Target="../media/image356.png"/><Relationship Id="rId17" Type="http://schemas.openxmlformats.org/officeDocument/2006/relationships/customXml" Target="../ink/ink553.xml"/><Relationship Id="rId25" Type="http://schemas.openxmlformats.org/officeDocument/2006/relationships/customXml" Target="../ink/ink557.xml"/><Relationship Id="rId33" Type="http://schemas.openxmlformats.org/officeDocument/2006/relationships/customXml" Target="../ink/ink561.xml"/><Relationship Id="rId38" Type="http://schemas.openxmlformats.org/officeDocument/2006/relationships/image" Target="../media/image373.png"/><Relationship Id="rId46" Type="http://schemas.openxmlformats.org/officeDocument/2006/relationships/image" Target="../media/image522.png"/><Relationship Id="rId59" Type="http://schemas.openxmlformats.org/officeDocument/2006/relationships/customXml" Target="../ink/ink574.xml"/><Relationship Id="rId67" Type="http://schemas.openxmlformats.org/officeDocument/2006/relationships/customXml" Target="../ink/ink578.xml"/><Relationship Id="rId20" Type="http://schemas.openxmlformats.org/officeDocument/2006/relationships/image" Target="../media/image360.png"/><Relationship Id="rId41" Type="http://schemas.openxmlformats.org/officeDocument/2006/relationships/customXml" Target="../ink/ink565.xml"/><Relationship Id="rId54" Type="http://schemas.openxmlformats.org/officeDocument/2006/relationships/image" Target="../media/image685.png"/><Relationship Id="rId62" Type="http://schemas.openxmlformats.org/officeDocument/2006/relationships/image" Target="../media/image689.png"/><Relationship Id="rId70" Type="http://schemas.openxmlformats.org/officeDocument/2006/relationships/image" Target="../media/image69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10.png"/><Relationship Id="rId15" Type="http://schemas.openxmlformats.org/officeDocument/2006/relationships/customXml" Target="../ink/ink552.xml"/><Relationship Id="rId23" Type="http://schemas.openxmlformats.org/officeDocument/2006/relationships/customXml" Target="../ink/ink556.xml"/><Relationship Id="rId28" Type="http://schemas.openxmlformats.org/officeDocument/2006/relationships/image" Target="../media/image365.png"/><Relationship Id="rId36" Type="http://schemas.openxmlformats.org/officeDocument/2006/relationships/image" Target="../media/image372.png"/><Relationship Id="rId49" Type="http://schemas.openxmlformats.org/officeDocument/2006/relationships/customXml" Target="../ink/ink569.xml"/><Relationship Id="rId57" Type="http://schemas.openxmlformats.org/officeDocument/2006/relationships/customXml" Target="../ink/ink573.xml"/><Relationship Id="rId10" Type="http://schemas.openxmlformats.org/officeDocument/2006/relationships/image" Target="../media/image355.png"/><Relationship Id="rId31" Type="http://schemas.openxmlformats.org/officeDocument/2006/relationships/customXml" Target="../ink/ink560.xml"/><Relationship Id="rId44" Type="http://schemas.openxmlformats.org/officeDocument/2006/relationships/image" Target="../media/image513.png"/><Relationship Id="rId52" Type="http://schemas.openxmlformats.org/officeDocument/2006/relationships/image" Target="../media/image684.png"/><Relationship Id="rId60" Type="http://schemas.openxmlformats.org/officeDocument/2006/relationships/image" Target="../media/image688.png"/><Relationship Id="rId65" Type="http://schemas.openxmlformats.org/officeDocument/2006/relationships/customXml" Target="../ink/ink577.xml"/><Relationship Id="rId4" Type="http://schemas.openxmlformats.org/officeDocument/2006/relationships/image" Target="../media/image309.png"/><Relationship Id="rId9" Type="http://schemas.openxmlformats.org/officeDocument/2006/relationships/customXml" Target="../ink/ink549.xml"/><Relationship Id="rId13" Type="http://schemas.openxmlformats.org/officeDocument/2006/relationships/customXml" Target="../ink/ink551.xml"/><Relationship Id="rId18" Type="http://schemas.openxmlformats.org/officeDocument/2006/relationships/image" Target="../media/image359.png"/><Relationship Id="rId39" Type="http://schemas.openxmlformats.org/officeDocument/2006/relationships/customXml" Target="../ink/ink564.xml"/><Relationship Id="rId34" Type="http://schemas.openxmlformats.org/officeDocument/2006/relationships/image" Target="../media/image368.png"/><Relationship Id="rId50" Type="http://schemas.openxmlformats.org/officeDocument/2006/relationships/image" Target="../media/image683.png"/><Relationship Id="rId55" Type="http://schemas.openxmlformats.org/officeDocument/2006/relationships/customXml" Target="../ink/ink572.xml"/></Relationships>
</file>

<file path=ppt/slides/_rels/slide33.xml.rels><?xml version="1.0" encoding="UTF-8" standalone="yes"?>
<Relationships xmlns="http://schemas.openxmlformats.org/package/2006/relationships"><Relationship Id="rId8" Type="http://schemas.openxmlformats.org/officeDocument/2006/relationships/image" Target="../media/image697.png"/><Relationship Id="rId3" Type="http://schemas.openxmlformats.org/officeDocument/2006/relationships/customXml" Target="../ink/ink580.xml"/><Relationship Id="rId7" Type="http://schemas.openxmlformats.org/officeDocument/2006/relationships/customXml" Target="../ink/ink582.xml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96.png"/><Relationship Id="rId5" Type="http://schemas.openxmlformats.org/officeDocument/2006/relationships/customXml" Target="../ink/ink581.xml"/><Relationship Id="rId4" Type="http://schemas.openxmlformats.org/officeDocument/2006/relationships/image" Target="../media/image695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customXml" Target="../ink/ink583.xml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00.png"/><Relationship Id="rId5" Type="http://schemas.openxmlformats.org/officeDocument/2006/relationships/customXml" Target="../ink/ink584.xml"/><Relationship Id="rId4" Type="http://schemas.openxmlformats.org/officeDocument/2006/relationships/image" Target="../media/image699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customXml" Target="../ink/ink585.xml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02.png"/></Relationships>
</file>

<file path=ppt/slides/_rels/slide36.xml.rels><?xml version="1.0" encoding="UTF-8" standalone="yes"?>
<Relationships xmlns="http://schemas.openxmlformats.org/package/2006/relationships"><Relationship Id="rId26" Type="http://schemas.openxmlformats.org/officeDocument/2006/relationships/customXml" Target="../ink/ink598.xml"/><Relationship Id="rId117" Type="http://schemas.openxmlformats.org/officeDocument/2006/relationships/image" Target="../media/image761.png"/><Relationship Id="rId21" Type="http://schemas.openxmlformats.org/officeDocument/2006/relationships/image" Target="../media/image713.png"/><Relationship Id="rId42" Type="http://schemas.openxmlformats.org/officeDocument/2006/relationships/customXml" Target="../ink/ink606.xml"/><Relationship Id="rId47" Type="http://schemas.openxmlformats.org/officeDocument/2006/relationships/image" Target="../media/image726.png"/><Relationship Id="rId63" Type="http://schemas.openxmlformats.org/officeDocument/2006/relationships/image" Target="../media/image734.png"/><Relationship Id="rId68" Type="http://schemas.openxmlformats.org/officeDocument/2006/relationships/customXml" Target="../ink/ink619.xml"/><Relationship Id="rId84" Type="http://schemas.openxmlformats.org/officeDocument/2006/relationships/customXml" Target="../ink/ink627.xml"/><Relationship Id="rId89" Type="http://schemas.openxmlformats.org/officeDocument/2006/relationships/image" Target="../media/image747.png"/><Relationship Id="rId112" Type="http://schemas.openxmlformats.org/officeDocument/2006/relationships/customXml" Target="../ink/ink641.xml"/><Relationship Id="rId16" Type="http://schemas.openxmlformats.org/officeDocument/2006/relationships/customXml" Target="../ink/ink593.xml"/><Relationship Id="rId107" Type="http://schemas.openxmlformats.org/officeDocument/2006/relationships/image" Target="../media/image756.png"/><Relationship Id="rId11" Type="http://schemas.openxmlformats.org/officeDocument/2006/relationships/image" Target="../media/image708.png"/><Relationship Id="rId32" Type="http://schemas.openxmlformats.org/officeDocument/2006/relationships/customXml" Target="../ink/ink601.xml"/><Relationship Id="rId37" Type="http://schemas.openxmlformats.org/officeDocument/2006/relationships/image" Target="../media/image721.png"/><Relationship Id="rId53" Type="http://schemas.openxmlformats.org/officeDocument/2006/relationships/image" Target="../media/image729.png"/><Relationship Id="rId58" Type="http://schemas.openxmlformats.org/officeDocument/2006/relationships/customXml" Target="../ink/ink614.xml"/><Relationship Id="rId74" Type="http://schemas.openxmlformats.org/officeDocument/2006/relationships/customXml" Target="../ink/ink622.xml"/><Relationship Id="rId79" Type="http://schemas.openxmlformats.org/officeDocument/2006/relationships/image" Target="../media/image742.png"/><Relationship Id="rId102" Type="http://schemas.openxmlformats.org/officeDocument/2006/relationships/customXml" Target="../ink/ink636.xml"/><Relationship Id="rId123" Type="http://schemas.openxmlformats.org/officeDocument/2006/relationships/image" Target="../media/image764.png"/><Relationship Id="rId5" Type="http://schemas.openxmlformats.org/officeDocument/2006/relationships/image" Target="../media/image705.png"/><Relationship Id="rId90" Type="http://schemas.openxmlformats.org/officeDocument/2006/relationships/customXml" Target="../ink/ink630.xml"/><Relationship Id="rId95" Type="http://schemas.openxmlformats.org/officeDocument/2006/relationships/image" Target="../media/image750.png"/><Relationship Id="rId22" Type="http://schemas.openxmlformats.org/officeDocument/2006/relationships/customXml" Target="../ink/ink596.xml"/><Relationship Id="rId27" Type="http://schemas.openxmlformats.org/officeDocument/2006/relationships/image" Target="../media/image716.png"/><Relationship Id="rId43" Type="http://schemas.openxmlformats.org/officeDocument/2006/relationships/image" Target="../media/image724.png"/><Relationship Id="rId48" Type="http://schemas.openxmlformats.org/officeDocument/2006/relationships/customXml" Target="../ink/ink609.xml"/><Relationship Id="rId64" Type="http://schemas.openxmlformats.org/officeDocument/2006/relationships/customXml" Target="../ink/ink617.xml"/><Relationship Id="rId69" Type="http://schemas.openxmlformats.org/officeDocument/2006/relationships/image" Target="../media/image737.png"/><Relationship Id="rId113" Type="http://schemas.openxmlformats.org/officeDocument/2006/relationships/image" Target="../media/image759.png"/><Relationship Id="rId118" Type="http://schemas.openxmlformats.org/officeDocument/2006/relationships/customXml" Target="../ink/ink644.xml"/><Relationship Id="rId80" Type="http://schemas.openxmlformats.org/officeDocument/2006/relationships/customXml" Target="../ink/ink625.xml"/><Relationship Id="rId85" Type="http://schemas.openxmlformats.org/officeDocument/2006/relationships/image" Target="../media/image745.png"/><Relationship Id="rId12" Type="http://schemas.openxmlformats.org/officeDocument/2006/relationships/customXml" Target="../ink/ink591.xml"/><Relationship Id="rId17" Type="http://schemas.openxmlformats.org/officeDocument/2006/relationships/image" Target="../media/image711.png"/><Relationship Id="rId33" Type="http://schemas.openxmlformats.org/officeDocument/2006/relationships/image" Target="../media/image719.png"/><Relationship Id="rId38" Type="http://schemas.openxmlformats.org/officeDocument/2006/relationships/customXml" Target="../ink/ink604.xml"/><Relationship Id="rId59" Type="http://schemas.openxmlformats.org/officeDocument/2006/relationships/image" Target="../media/image732.png"/><Relationship Id="rId103" Type="http://schemas.openxmlformats.org/officeDocument/2006/relationships/image" Target="../media/image754.png"/><Relationship Id="rId108" Type="http://schemas.openxmlformats.org/officeDocument/2006/relationships/customXml" Target="../ink/ink639.xml"/><Relationship Id="rId124" Type="http://schemas.openxmlformats.org/officeDocument/2006/relationships/customXml" Target="../ink/ink647.xml"/><Relationship Id="rId54" Type="http://schemas.openxmlformats.org/officeDocument/2006/relationships/customXml" Target="../ink/ink612.xml"/><Relationship Id="rId70" Type="http://schemas.openxmlformats.org/officeDocument/2006/relationships/customXml" Target="../ink/ink620.xml"/><Relationship Id="rId75" Type="http://schemas.openxmlformats.org/officeDocument/2006/relationships/image" Target="../media/image740.png"/><Relationship Id="rId91" Type="http://schemas.openxmlformats.org/officeDocument/2006/relationships/image" Target="../media/image748.png"/><Relationship Id="rId96" Type="http://schemas.openxmlformats.org/officeDocument/2006/relationships/customXml" Target="../ink/ink633.xml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588.xml"/><Relationship Id="rId23" Type="http://schemas.openxmlformats.org/officeDocument/2006/relationships/image" Target="../media/image714.png"/><Relationship Id="rId28" Type="http://schemas.openxmlformats.org/officeDocument/2006/relationships/customXml" Target="../ink/ink599.xml"/><Relationship Id="rId49" Type="http://schemas.openxmlformats.org/officeDocument/2006/relationships/image" Target="../media/image727.png"/><Relationship Id="rId114" Type="http://schemas.openxmlformats.org/officeDocument/2006/relationships/customXml" Target="../ink/ink642.xml"/><Relationship Id="rId119" Type="http://schemas.openxmlformats.org/officeDocument/2006/relationships/image" Target="../media/image762.png"/><Relationship Id="rId44" Type="http://schemas.openxmlformats.org/officeDocument/2006/relationships/customXml" Target="../ink/ink607.xml"/><Relationship Id="rId60" Type="http://schemas.openxmlformats.org/officeDocument/2006/relationships/customXml" Target="../ink/ink615.xml"/><Relationship Id="rId65" Type="http://schemas.openxmlformats.org/officeDocument/2006/relationships/image" Target="../media/image735.png"/><Relationship Id="rId81" Type="http://schemas.openxmlformats.org/officeDocument/2006/relationships/image" Target="../media/image743.png"/><Relationship Id="rId86" Type="http://schemas.openxmlformats.org/officeDocument/2006/relationships/customXml" Target="../ink/ink628.xml"/><Relationship Id="rId13" Type="http://schemas.openxmlformats.org/officeDocument/2006/relationships/image" Target="../media/image709.png"/><Relationship Id="rId18" Type="http://schemas.openxmlformats.org/officeDocument/2006/relationships/customXml" Target="../ink/ink594.xml"/><Relationship Id="rId39" Type="http://schemas.openxmlformats.org/officeDocument/2006/relationships/image" Target="../media/image722.png"/><Relationship Id="rId109" Type="http://schemas.openxmlformats.org/officeDocument/2006/relationships/image" Target="../media/image757.png"/><Relationship Id="rId34" Type="http://schemas.openxmlformats.org/officeDocument/2006/relationships/customXml" Target="../ink/ink602.xml"/><Relationship Id="rId50" Type="http://schemas.openxmlformats.org/officeDocument/2006/relationships/customXml" Target="../ink/ink610.xml"/><Relationship Id="rId55" Type="http://schemas.openxmlformats.org/officeDocument/2006/relationships/image" Target="../media/image730.png"/><Relationship Id="rId76" Type="http://schemas.openxmlformats.org/officeDocument/2006/relationships/customXml" Target="../ink/ink623.xml"/><Relationship Id="rId97" Type="http://schemas.openxmlformats.org/officeDocument/2006/relationships/image" Target="../media/image751.png"/><Relationship Id="rId104" Type="http://schemas.openxmlformats.org/officeDocument/2006/relationships/customXml" Target="../ink/ink637.xml"/><Relationship Id="rId120" Type="http://schemas.openxmlformats.org/officeDocument/2006/relationships/customXml" Target="../ink/ink645.xml"/><Relationship Id="rId125" Type="http://schemas.openxmlformats.org/officeDocument/2006/relationships/image" Target="../media/image765.png"/><Relationship Id="rId7" Type="http://schemas.openxmlformats.org/officeDocument/2006/relationships/image" Target="../media/image706.png"/><Relationship Id="rId71" Type="http://schemas.openxmlformats.org/officeDocument/2006/relationships/image" Target="../media/image738.png"/><Relationship Id="rId92" Type="http://schemas.openxmlformats.org/officeDocument/2006/relationships/customXml" Target="../ink/ink631.xml"/><Relationship Id="rId2" Type="http://schemas.openxmlformats.org/officeDocument/2006/relationships/customXml" Target="../ink/ink586.xml"/><Relationship Id="rId29" Type="http://schemas.openxmlformats.org/officeDocument/2006/relationships/image" Target="../media/image717.png"/><Relationship Id="rId24" Type="http://schemas.openxmlformats.org/officeDocument/2006/relationships/customXml" Target="../ink/ink597.xml"/><Relationship Id="rId40" Type="http://schemas.openxmlformats.org/officeDocument/2006/relationships/customXml" Target="../ink/ink605.xml"/><Relationship Id="rId45" Type="http://schemas.openxmlformats.org/officeDocument/2006/relationships/image" Target="../media/image725.png"/><Relationship Id="rId66" Type="http://schemas.openxmlformats.org/officeDocument/2006/relationships/customXml" Target="../ink/ink618.xml"/><Relationship Id="rId87" Type="http://schemas.openxmlformats.org/officeDocument/2006/relationships/image" Target="../media/image746.png"/><Relationship Id="rId110" Type="http://schemas.openxmlformats.org/officeDocument/2006/relationships/customXml" Target="../ink/ink640.xml"/><Relationship Id="rId115" Type="http://schemas.openxmlformats.org/officeDocument/2006/relationships/image" Target="../media/image760.png"/><Relationship Id="rId61" Type="http://schemas.openxmlformats.org/officeDocument/2006/relationships/image" Target="../media/image733.png"/><Relationship Id="rId82" Type="http://schemas.openxmlformats.org/officeDocument/2006/relationships/customXml" Target="../ink/ink626.xml"/><Relationship Id="rId19" Type="http://schemas.openxmlformats.org/officeDocument/2006/relationships/image" Target="../media/image712.png"/><Relationship Id="rId14" Type="http://schemas.openxmlformats.org/officeDocument/2006/relationships/customXml" Target="../ink/ink592.xml"/><Relationship Id="rId30" Type="http://schemas.openxmlformats.org/officeDocument/2006/relationships/customXml" Target="../ink/ink600.xml"/><Relationship Id="rId35" Type="http://schemas.openxmlformats.org/officeDocument/2006/relationships/image" Target="../media/image720.png"/><Relationship Id="rId56" Type="http://schemas.openxmlformats.org/officeDocument/2006/relationships/customXml" Target="../ink/ink613.xml"/><Relationship Id="rId77" Type="http://schemas.openxmlformats.org/officeDocument/2006/relationships/image" Target="../media/image741.png"/><Relationship Id="rId100" Type="http://schemas.openxmlformats.org/officeDocument/2006/relationships/customXml" Target="../ink/ink635.xml"/><Relationship Id="rId105" Type="http://schemas.openxmlformats.org/officeDocument/2006/relationships/image" Target="../media/image755.png"/><Relationship Id="rId126" Type="http://schemas.openxmlformats.org/officeDocument/2006/relationships/customXml" Target="../ink/ink648.xml"/><Relationship Id="rId8" Type="http://schemas.openxmlformats.org/officeDocument/2006/relationships/customXml" Target="../ink/ink589.xml"/><Relationship Id="rId51" Type="http://schemas.openxmlformats.org/officeDocument/2006/relationships/image" Target="../media/image728.png"/><Relationship Id="rId72" Type="http://schemas.openxmlformats.org/officeDocument/2006/relationships/customXml" Target="../ink/ink621.xml"/><Relationship Id="rId93" Type="http://schemas.openxmlformats.org/officeDocument/2006/relationships/image" Target="../media/image749.png"/><Relationship Id="rId98" Type="http://schemas.openxmlformats.org/officeDocument/2006/relationships/customXml" Target="../ink/ink634.xml"/><Relationship Id="rId121" Type="http://schemas.openxmlformats.org/officeDocument/2006/relationships/image" Target="../media/image763.png"/><Relationship Id="rId3" Type="http://schemas.openxmlformats.org/officeDocument/2006/relationships/image" Target="../media/image704.png"/><Relationship Id="rId25" Type="http://schemas.openxmlformats.org/officeDocument/2006/relationships/image" Target="../media/image715.png"/><Relationship Id="rId46" Type="http://schemas.openxmlformats.org/officeDocument/2006/relationships/customXml" Target="../ink/ink608.xml"/><Relationship Id="rId67" Type="http://schemas.openxmlformats.org/officeDocument/2006/relationships/image" Target="../media/image736.png"/><Relationship Id="rId116" Type="http://schemas.openxmlformats.org/officeDocument/2006/relationships/customXml" Target="../ink/ink643.xml"/><Relationship Id="rId20" Type="http://schemas.openxmlformats.org/officeDocument/2006/relationships/customXml" Target="../ink/ink595.xml"/><Relationship Id="rId41" Type="http://schemas.openxmlformats.org/officeDocument/2006/relationships/image" Target="../media/image723.png"/><Relationship Id="rId62" Type="http://schemas.openxmlformats.org/officeDocument/2006/relationships/customXml" Target="../ink/ink616.xml"/><Relationship Id="rId83" Type="http://schemas.openxmlformats.org/officeDocument/2006/relationships/image" Target="../media/image744.png"/><Relationship Id="rId88" Type="http://schemas.openxmlformats.org/officeDocument/2006/relationships/customXml" Target="../ink/ink629.xml"/><Relationship Id="rId111" Type="http://schemas.openxmlformats.org/officeDocument/2006/relationships/image" Target="../media/image758.png"/><Relationship Id="rId15" Type="http://schemas.openxmlformats.org/officeDocument/2006/relationships/image" Target="../media/image710.png"/><Relationship Id="rId36" Type="http://schemas.openxmlformats.org/officeDocument/2006/relationships/customXml" Target="../ink/ink603.xml"/><Relationship Id="rId57" Type="http://schemas.openxmlformats.org/officeDocument/2006/relationships/image" Target="../media/image731.png"/><Relationship Id="rId106" Type="http://schemas.openxmlformats.org/officeDocument/2006/relationships/customXml" Target="../ink/ink638.xml"/><Relationship Id="rId127" Type="http://schemas.openxmlformats.org/officeDocument/2006/relationships/image" Target="../media/image766.png"/><Relationship Id="rId10" Type="http://schemas.openxmlformats.org/officeDocument/2006/relationships/customXml" Target="../ink/ink590.xml"/><Relationship Id="rId31" Type="http://schemas.openxmlformats.org/officeDocument/2006/relationships/image" Target="../media/image718.png"/><Relationship Id="rId52" Type="http://schemas.openxmlformats.org/officeDocument/2006/relationships/customXml" Target="../ink/ink611.xml"/><Relationship Id="rId73" Type="http://schemas.openxmlformats.org/officeDocument/2006/relationships/image" Target="../media/image739.png"/><Relationship Id="rId78" Type="http://schemas.openxmlformats.org/officeDocument/2006/relationships/customXml" Target="../ink/ink624.xml"/><Relationship Id="rId94" Type="http://schemas.openxmlformats.org/officeDocument/2006/relationships/customXml" Target="../ink/ink632.xml"/><Relationship Id="rId99" Type="http://schemas.openxmlformats.org/officeDocument/2006/relationships/image" Target="../media/image752.png"/><Relationship Id="rId101" Type="http://schemas.openxmlformats.org/officeDocument/2006/relationships/image" Target="../media/image753.png"/><Relationship Id="rId122" Type="http://schemas.openxmlformats.org/officeDocument/2006/relationships/customXml" Target="../ink/ink646.xml"/><Relationship Id="rId4" Type="http://schemas.openxmlformats.org/officeDocument/2006/relationships/customXml" Target="../ink/ink587.xml"/><Relationship Id="rId9" Type="http://schemas.openxmlformats.org/officeDocument/2006/relationships/image" Target="../media/image707.png"/></Relationships>
</file>

<file path=ppt/slides/_rels/slide37.xml.rels><?xml version="1.0" encoding="UTF-8" standalone="yes"?>
<Relationships xmlns="http://schemas.openxmlformats.org/package/2006/relationships"><Relationship Id="rId26" Type="http://schemas.openxmlformats.org/officeDocument/2006/relationships/customXml" Target="../ink/ink661.xml"/><Relationship Id="rId21" Type="http://schemas.openxmlformats.org/officeDocument/2006/relationships/image" Target="../media/image776.png"/><Relationship Id="rId42" Type="http://schemas.openxmlformats.org/officeDocument/2006/relationships/customXml" Target="../ink/ink669.xml"/><Relationship Id="rId47" Type="http://schemas.openxmlformats.org/officeDocument/2006/relationships/image" Target="../media/image789.png"/><Relationship Id="rId63" Type="http://schemas.openxmlformats.org/officeDocument/2006/relationships/image" Target="../media/image797.png"/><Relationship Id="rId68" Type="http://schemas.openxmlformats.org/officeDocument/2006/relationships/customXml" Target="../ink/ink682.xml"/><Relationship Id="rId7" Type="http://schemas.openxmlformats.org/officeDocument/2006/relationships/image" Target="../media/image769.png"/><Relationship Id="rId71" Type="http://schemas.openxmlformats.org/officeDocument/2006/relationships/image" Target="../media/image801.png"/><Relationship Id="rId2" Type="http://schemas.openxmlformats.org/officeDocument/2006/relationships/customXml" Target="../ink/ink649.xml"/><Relationship Id="rId16" Type="http://schemas.openxmlformats.org/officeDocument/2006/relationships/customXml" Target="../ink/ink656.xml"/><Relationship Id="rId29" Type="http://schemas.openxmlformats.org/officeDocument/2006/relationships/image" Target="../media/image780.png"/><Relationship Id="rId11" Type="http://schemas.openxmlformats.org/officeDocument/2006/relationships/image" Target="../media/image771.png"/><Relationship Id="rId24" Type="http://schemas.openxmlformats.org/officeDocument/2006/relationships/customXml" Target="../ink/ink660.xml"/><Relationship Id="rId32" Type="http://schemas.openxmlformats.org/officeDocument/2006/relationships/customXml" Target="../ink/ink664.xml"/><Relationship Id="rId37" Type="http://schemas.openxmlformats.org/officeDocument/2006/relationships/image" Target="../media/image784.png"/><Relationship Id="rId40" Type="http://schemas.openxmlformats.org/officeDocument/2006/relationships/customXml" Target="../ink/ink668.xml"/><Relationship Id="rId45" Type="http://schemas.openxmlformats.org/officeDocument/2006/relationships/image" Target="../media/image788.png"/><Relationship Id="rId53" Type="http://schemas.openxmlformats.org/officeDocument/2006/relationships/image" Target="../media/image792.png"/><Relationship Id="rId58" Type="http://schemas.openxmlformats.org/officeDocument/2006/relationships/customXml" Target="../ink/ink677.xml"/><Relationship Id="rId66" Type="http://schemas.openxmlformats.org/officeDocument/2006/relationships/customXml" Target="../ink/ink681.xml"/><Relationship Id="rId5" Type="http://schemas.openxmlformats.org/officeDocument/2006/relationships/image" Target="../media/image768.png"/><Relationship Id="rId61" Type="http://schemas.openxmlformats.org/officeDocument/2006/relationships/image" Target="../media/image796.png"/><Relationship Id="rId19" Type="http://schemas.openxmlformats.org/officeDocument/2006/relationships/image" Target="../media/image775.png"/><Relationship Id="rId14" Type="http://schemas.openxmlformats.org/officeDocument/2006/relationships/customXml" Target="../ink/ink655.xml"/><Relationship Id="rId22" Type="http://schemas.openxmlformats.org/officeDocument/2006/relationships/customXml" Target="../ink/ink659.xml"/><Relationship Id="rId27" Type="http://schemas.openxmlformats.org/officeDocument/2006/relationships/image" Target="../media/image779.png"/><Relationship Id="rId30" Type="http://schemas.openxmlformats.org/officeDocument/2006/relationships/customXml" Target="../ink/ink663.xml"/><Relationship Id="rId35" Type="http://schemas.openxmlformats.org/officeDocument/2006/relationships/image" Target="../media/image783.png"/><Relationship Id="rId43" Type="http://schemas.openxmlformats.org/officeDocument/2006/relationships/image" Target="../media/image787.png"/><Relationship Id="rId48" Type="http://schemas.openxmlformats.org/officeDocument/2006/relationships/customXml" Target="../ink/ink672.xml"/><Relationship Id="rId56" Type="http://schemas.openxmlformats.org/officeDocument/2006/relationships/customXml" Target="../ink/ink676.xml"/><Relationship Id="rId64" Type="http://schemas.openxmlformats.org/officeDocument/2006/relationships/customXml" Target="../ink/ink680.xml"/><Relationship Id="rId69" Type="http://schemas.openxmlformats.org/officeDocument/2006/relationships/image" Target="../media/image800.png"/><Relationship Id="rId8" Type="http://schemas.openxmlformats.org/officeDocument/2006/relationships/customXml" Target="../ink/ink652.xml"/><Relationship Id="rId51" Type="http://schemas.openxmlformats.org/officeDocument/2006/relationships/image" Target="../media/image791.png"/><Relationship Id="rId3" Type="http://schemas.openxmlformats.org/officeDocument/2006/relationships/image" Target="../media/image767.png"/><Relationship Id="rId12" Type="http://schemas.openxmlformats.org/officeDocument/2006/relationships/customXml" Target="../ink/ink654.xml"/><Relationship Id="rId17" Type="http://schemas.openxmlformats.org/officeDocument/2006/relationships/image" Target="../media/image774.png"/><Relationship Id="rId25" Type="http://schemas.openxmlformats.org/officeDocument/2006/relationships/image" Target="../media/image778.png"/><Relationship Id="rId33" Type="http://schemas.openxmlformats.org/officeDocument/2006/relationships/image" Target="../media/image782.png"/><Relationship Id="rId38" Type="http://schemas.openxmlformats.org/officeDocument/2006/relationships/customXml" Target="../ink/ink667.xml"/><Relationship Id="rId46" Type="http://schemas.openxmlformats.org/officeDocument/2006/relationships/customXml" Target="../ink/ink671.xml"/><Relationship Id="rId59" Type="http://schemas.openxmlformats.org/officeDocument/2006/relationships/image" Target="../media/image795.png"/><Relationship Id="rId67" Type="http://schemas.openxmlformats.org/officeDocument/2006/relationships/image" Target="../media/image799.png"/><Relationship Id="rId20" Type="http://schemas.openxmlformats.org/officeDocument/2006/relationships/customXml" Target="../ink/ink658.xml"/><Relationship Id="rId41" Type="http://schemas.openxmlformats.org/officeDocument/2006/relationships/image" Target="../media/image786.png"/><Relationship Id="rId54" Type="http://schemas.openxmlformats.org/officeDocument/2006/relationships/customXml" Target="../ink/ink675.xml"/><Relationship Id="rId62" Type="http://schemas.openxmlformats.org/officeDocument/2006/relationships/customXml" Target="../ink/ink679.xml"/><Relationship Id="rId70" Type="http://schemas.openxmlformats.org/officeDocument/2006/relationships/customXml" Target="../ink/ink683.xml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651.xml"/><Relationship Id="rId15" Type="http://schemas.openxmlformats.org/officeDocument/2006/relationships/image" Target="../media/image773.png"/><Relationship Id="rId23" Type="http://schemas.openxmlformats.org/officeDocument/2006/relationships/image" Target="../media/image777.png"/><Relationship Id="rId28" Type="http://schemas.openxmlformats.org/officeDocument/2006/relationships/customXml" Target="../ink/ink662.xml"/><Relationship Id="rId36" Type="http://schemas.openxmlformats.org/officeDocument/2006/relationships/customXml" Target="../ink/ink666.xml"/><Relationship Id="rId49" Type="http://schemas.openxmlformats.org/officeDocument/2006/relationships/image" Target="../media/image790.png"/><Relationship Id="rId57" Type="http://schemas.openxmlformats.org/officeDocument/2006/relationships/image" Target="../media/image794.png"/><Relationship Id="rId10" Type="http://schemas.openxmlformats.org/officeDocument/2006/relationships/customXml" Target="../ink/ink653.xml"/><Relationship Id="rId31" Type="http://schemas.openxmlformats.org/officeDocument/2006/relationships/image" Target="../media/image781.png"/><Relationship Id="rId44" Type="http://schemas.openxmlformats.org/officeDocument/2006/relationships/customXml" Target="../ink/ink670.xml"/><Relationship Id="rId52" Type="http://schemas.openxmlformats.org/officeDocument/2006/relationships/customXml" Target="../ink/ink674.xml"/><Relationship Id="rId60" Type="http://schemas.openxmlformats.org/officeDocument/2006/relationships/customXml" Target="../ink/ink678.xml"/><Relationship Id="rId65" Type="http://schemas.openxmlformats.org/officeDocument/2006/relationships/image" Target="../media/image798.png"/><Relationship Id="rId4" Type="http://schemas.openxmlformats.org/officeDocument/2006/relationships/customXml" Target="../ink/ink650.xml"/><Relationship Id="rId9" Type="http://schemas.openxmlformats.org/officeDocument/2006/relationships/image" Target="../media/image770.png"/><Relationship Id="rId13" Type="http://schemas.openxmlformats.org/officeDocument/2006/relationships/image" Target="../media/image772.png"/><Relationship Id="rId18" Type="http://schemas.openxmlformats.org/officeDocument/2006/relationships/customXml" Target="../ink/ink657.xml"/><Relationship Id="rId39" Type="http://schemas.openxmlformats.org/officeDocument/2006/relationships/image" Target="../media/image785.png"/><Relationship Id="rId34" Type="http://schemas.openxmlformats.org/officeDocument/2006/relationships/customXml" Target="../ink/ink665.xml"/><Relationship Id="rId50" Type="http://schemas.openxmlformats.org/officeDocument/2006/relationships/customXml" Target="../ink/ink673.xml"/><Relationship Id="rId55" Type="http://schemas.openxmlformats.org/officeDocument/2006/relationships/image" Target="../media/image793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02.png"/><Relationship Id="rId7" Type="http://schemas.openxmlformats.org/officeDocument/2006/relationships/image" Target="../media/image804.png"/><Relationship Id="rId2" Type="http://schemas.openxmlformats.org/officeDocument/2006/relationships/customXml" Target="../ink/ink684.xml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686.xml"/><Relationship Id="rId5" Type="http://schemas.openxmlformats.org/officeDocument/2006/relationships/image" Target="../media/image803.png"/><Relationship Id="rId4" Type="http://schemas.openxmlformats.org/officeDocument/2006/relationships/customXml" Target="../ink/ink685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13" Type="http://schemas.openxmlformats.org/officeDocument/2006/relationships/customXml" Target="../ink/ink692.xml"/><Relationship Id="rId18" Type="http://schemas.openxmlformats.org/officeDocument/2006/relationships/image" Target="../media/image30.png"/><Relationship Id="rId26" Type="http://schemas.openxmlformats.org/officeDocument/2006/relationships/image" Target="../media/image34.png"/><Relationship Id="rId39" Type="http://schemas.openxmlformats.org/officeDocument/2006/relationships/customXml" Target="../ink/ink705.xml"/><Relationship Id="rId21" Type="http://schemas.openxmlformats.org/officeDocument/2006/relationships/customXml" Target="../ink/ink696.xml"/><Relationship Id="rId34" Type="http://schemas.openxmlformats.org/officeDocument/2006/relationships/image" Target="../media/image40.png"/><Relationship Id="rId42" Type="http://schemas.openxmlformats.org/officeDocument/2006/relationships/image" Target="../media/image93.png"/><Relationship Id="rId47" Type="http://schemas.openxmlformats.org/officeDocument/2006/relationships/customXml" Target="../ink/ink709.xml"/><Relationship Id="rId7" Type="http://schemas.openxmlformats.org/officeDocument/2006/relationships/customXml" Target="../ink/ink689.xml"/><Relationship Id="rId2" Type="http://schemas.openxmlformats.org/officeDocument/2006/relationships/image" Target="../media/image21.png"/><Relationship Id="rId16" Type="http://schemas.openxmlformats.org/officeDocument/2006/relationships/image" Target="../media/image29.png"/><Relationship Id="rId29" Type="http://schemas.openxmlformats.org/officeDocument/2006/relationships/customXml" Target="../ink/ink700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3.png"/><Relationship Id="rId11" Type="http://schemas.openxmlformats.org/officeDocument/2006/relationships/customXml" Target="../ink/ink691.xml"/><Relationship Id="rId24" Type="http://schemas.openxmlformats.org/officeDocument/2006/relationships/image" Target="../media/image33.png"/><Relationship Id="rId32" Type="http://schemas.openxmlformats.org/officeDocument/2006/relationships/image" Target="../media/image39.png"/><Relationship Id="rId37" Type="http://schemas.openxmlformats.org/officeDocument/2006/relationships/customXml" Target="../ink/ink704.xml"/><Relationship Id="rId40" Type="http://schemas.openxmlformats.org/officeDocument/2006/relationships/image" Target="../media/image90.png"/><Relationship Id="rId45" Type="http://schemas.openxmlformats.org/officeDocument/2006/relationships/customXml" Target="../ink/ink708.xml"/><Relationship Id="rId5" Type="http://schemas.openxmlformats.org/officeDocument/2006/relationships/customXml" Target="../ink/ink688.xml"/><Relationship Id="rId15" Type="http://schemas.openxmlformats.org/officeDocument/2006/relationships/customXml" Target="../ink/ink693.xml"/><Relationship Id="rId23" Type="http://schemas.openxmlformats.org/officeDocument/2006/relationships/customXml" Target="../ink/ink697.xml"/><Relationship Id="rId28" Type="http://schemas.openxmlformats.org/officeDocument/2006/relationships/image" Target="../media/image35.png"/><Relationship Id="rId36" Type="http://schemas.openxmlformats.org/officeDocument/2006/relationships/image" Target="../media/image41.png"/><Relationship Id="rId10" Type="http://schemas.openxmlformats.org/officeDocument/2006/relationships/image" Target="../media/image25.png"/><Relationship Id="rId19" Type="http://schemas.openxmlformats.org/officeDocument/2006/relationships/customXml" Target="../ink/ink695.xml"/><Relationship Id="rId31" Type="http://schemas.openxmlformats.org/officeDocument/2006/relationships/customXml" Target="../ink/ink701.xml"/><Relationship Id="rId44" Type="http://schemas.openxmlformats.org/officeDocument/2006/relationships/image" Target="../media/image94.png"/><Relationship Id="rId4" Type="http://schemas.openxmlformats.org/officeDocument/2006/relationships/image" Target="../media/image22.png"/><Relationship Id="rId9" Type="http://schemas.openxmlformats.org/officeDocument/2006/relationships/customXml" Target="../ink/ink690.xml"/><Relationship Id="rId14" Type="http://schemas.openxmlformats.org/officeDocument/2006/relationships/image" Target="../media/image28.png"/><Relationship Id="rId22" Type="http://schemas.openxmlformats.org/officeDocument/2006/relationships/image" Target="../media/image32.png"/><Relationship Id="rId27" Type="http://schemas.openxmlformats.org/officeDocument/2006/relationships/customXml" Target="../ink/ink699.xml"/><Relationship Id="rId30" Type="http://schemas.openxmlformats.org/officeDocument/2006/relationships/image" Target="../media/image36.png"/><Relationship Id="rId35" Type="http://schemas.openxmlformats.org/officeDocument/2006/relationships/customXml" Target="../ink/ink703.xml"/><Relationship Id="rId43" Type="http://schemas.openxmlformats.org/officeDocument/2006/relationships/customXml" Target="../ink/ink707.xml"/><Relationship Id="rId48" Type="http://schemas.openxmlformats.org/officeDocument/2006/relationships/image" Target="../media/image139.png"/><Relationship Id="rId8" Type="http://schemas.openxmlformats.org/officeDocument/2006/relationships/image" Target="../media/image24.png"/><Relationship Id="rId3" Type="http://schemas.openxmlformats.org/officeDocument/2006/relationships/customXml" Target="../ink/ink687.xml"/><Relationship Id="rId12" Type="http://schemas.openxmlformats.org/officeDocument/2006/relationships/image" Target="../media/image26.png"/><Relationship Id="rId17" Type="http://schemas.openxmlformats.org/officeDocument/2006/relationships/customXml" Target="../ink/ink694.xml"/><Relationship Id="rId25" Type="http://schemas.openxmlformats.org/officeDocument/2006/relationships/customXml" Target="../ink/ink698.xml"/><Relationship Id="rId33" Type="http://schemas.openxmlformats.org/officeDocument/2006/relationships/customXml" Target="../ink/ink702.xml"/><Relationship Id="rId38" Type="http://schemas.openxmlformats.org/officeDocument/2006/relationships/image" Target="../media/image42.png"/><Relationship Id="rId46" Type="http://schemas.openxmlformats.org/officeDocument/2006/relationships/image" Target="../media/image138.png"/><Relationship Id="rId20" Type="http://schemas.openxmlformats.org/officeDocument/2006/relationships/image" Target="../media/image31.png"/><Relationship Id="rId41" Type="http://schemas.openxmlformats.org/officeDocument/2006/relationships/customXml" Target="../ink/ink706.xml"/></Relationships>
</file>

<file path=ppt/slides/_rels/slide41.xml.rels><?xml version="1.0" encoding="UTF-8" standalone="yes"?>
<Relationships xmlns="http://schemas.openxmlformats.org/package/2006/relationships"><Relationship Id="rId26" Type="http://schemas.openxmlformats.org/officeDocument/2006/relationships/customXml" Target="../ink/ink722.xml"/><Relationship Id="rId117" Type="http://schemas.openxmlformats.org/officeDocument/2006/relationships/image" Target="../media/image1230.png"/><Relationship Id="rId21" Type="http://schemas.openxmlformats.org/officeDocument/2006/relationships/image" Target="../media/image1310.png"/><Relationship Id="rId42" Type="http://schemas.openxmlformats.org/officeDocument/2006/relationships/customXml" Target="../ink/ink730.xml"/><Relationship Id="rId47" Type="http://schemas.openxmlformats.org/officeDocument/2006/relationships/image" Target="../media/image260.png"/><Relationship Id="rId63" Type="http://schemas.openxmlformats.org/officeDocument/2006/relationships/image" Target="../media/image340.png"/><Relationship Id="rId68" Type="http://schemas.openxmlformats.org/officeDocument/2006/relationships/customXml" Target="../ink/ink743.xml"/><Relationship Id="rId84" Type="http://schemas.openxmlformats.org/officeDocument/2006/relationships/customXml" Target="../ink/ink751.xml"/><Relationship Id="rId89" Type="http://schemas.openxmlformats.org/officeDocument/2006/relationships/image" Target="../media/image1090.png"/><Relationship Id="rId112" Type="http://schemas.openxmlformats.org/officeDocument/2006/relationships/customXml" Target="../ink/ink765.xml"/><Relationship Id="rId16" Type="http://schemas.openxmlformats.org/officeDocument/2006/relationships/customXml" Target="../ink/ink717.xml"/><Relationship Id="rId107" Type="http://schemas.openxmlformats.org/officeDocument/2006/relationships/image" Target="../media/image1180.png"/><Relationship Id="rId11" Type="http://schemas.openxmlformats.org/officeDocument/2006/relationships/image" Target="../media/image810.png"/><Relationship Id="rId32" Type="http://schemas.openxmlformats.org/officeDocument/2006/relationships/customXml" Target="../ink/ink725.xml"/><Relationship Id="rId37" Type="http://schemas.openxmlformats.org/officeDocument/2006/relationships/image" Target="../media/image2110.png"/><Relationship Id="rId53" Type="http://schemas.openxmlformats.org/officeDocument/2006/relationships/image" Target="../media/image141.png"/><Relationship Id="rId58" Type="http://schemas.openxmlformats.org/officeDocument/2006/relationships/customXml" Target="../ink/ink738.xml"/><Relationship Id="rId74" Type="http://schemas.openxmlformats.org/officeDocument/2006/relationships/customXml" Target="../ink/ink746.xml"/><Relationship Id="rId79" Type="http://schemas.openxmlformats.org/officeDocument/2006/relationships/image" Target="../media/image1040.png"/><Relationship Id="rId102" Type="http://schemas.openxmlformats.org/officeDocument/2006/relationships/customXml" Target="../ink/ink760.xml"/><Relationship Id="rId123" Type="http://schemas.openxmlformats.org/officeDocument/2006/relationships/image" Target="../media/image1260.png"/><Relationship Id="rId5" Type="http://schemas.openxmlformats.org/officeDocument/2006/relationships/image" Target="../media/image5000.png"/><Relationship Id="rId90" Type="http://schemas.openxmlformats.org/officeDocument/2006/relationships/customXml" Target="../ink/ink754.xml"/><Relationship Id="rId95" Type="http://schemas.openxmlformats.org/officeDocument/2006/relationships/image" Target="../media/image1120.png"/><Relationship Id="rId22" Type="http://schemas.openxmlformats.org/officeDocument/2006/relationships/customXml" Target="../ink/ink720.xml"/><Relationship Id="rId27" Type="http://schemas.openxmlformats.org/officeDocument/2006/relationships/image" Target="../media/image1610.png"/><Relationship Id="rId43" Type="http://schemas.openxmlformats.org/officeDocument/2006/relationships/image" Target="../media/image2400.png"/><Relationship Id="rId48" Type="http://schemas.openxmlformats.org/officeDocument/2006/relationships/customXml" Target="../ink/ink733.xml"/><Relationship Id="rId64" Type="http://schemas.openxmlformats.org/officeDocument/2006/relationships/customXml" Target="../ink/ink741.xml"/><Relationship Id="rId69" Type="http://schemas.openxmlformats.org/officeDocument/2006/relationships/image" Target="../media/image990.png"/><Relationship Id="rId113" Type="http://schemas.openxmlformats.org/officeDocument/2006/relationships/image" Target="../media/image1211.png"/><Relationship Id="rId118" Type="http://schemas.openxmlformats.org/officeDocument/2006/relationships/customXml" Target="../ink/ink768.xml"/><Relationship Id="rId80" Type="http://schemas.openxmlformats.org/officeDocument/2006/relationships/customXml" Target="../ink/ink749.xml"/><Relationship Id="rId85" Type="http://schemas.openxmlformats.org/officeDocument/2006/relationships/image" Target="../media/image1070.png"/><Relationship Id="rId12" Type="http://schemas.openxmlformats.org/officeDocument/2006/relationships/customXml" Target="../ink/ink715.xml"/><Relationship Id="rId17" Type="http://schemas.openxmlformats.org/officeDocument/2006/relationships/image" Target="../media/image1110.png"/><Relationship Id="rId33" Type="http://schemas.openxmlformats.org/officeDocument/2006/relationships/image" Target="../media/image1910.png"/><Relationship Id="rId38" Type="http://schemas.openxmlformats.org/officeDocument/2006/relationships/customXml" Target="../ink/ink728.xml"/><Relationship Id="rId59" Type="http://schemas.openxmlformats.org/officeDocument/2006/relationships/image" Target="../media/image320.png"/><Relationship Id="rId103" Type="http://schemas.openxmlformats.org/officeDocument/2006/relationships/image" Target="../media/image1160.png"/><Relationship Id="rId108" Type="http://schemas.openxmlformats.org/officeDocument/2006/relationships/customXml" Target="../ink/ink763.xml"/><Relationship Id="rId124" Type="http://schemas.openxmlformats.org/officeDocument/2006/relationships/customXml" Target="../ink/ink771.xml"/><Relationship Id="rId54" Type="http://schemas.openxmlformats.org/officeDocument/2006/relationships/customXml" Target="../ink/ink736.xml"/><Relationship Id="rId70" Type="http://schemas.openxmlformats.org/officeDocument/2006/relationships/customXml" Target="../ink/ink744.xml"/><Relationship Id="rId75" Type="http://schemas.openxmlformats.org/officeDocument/2006/relationships/image" Target="../media/image1020.png"/><Relationship Id="rId91" Type="http://schemas.openxmlformats.org/officeDocument/2006/relationships/image" Target="../media/image1100.png"/><Relationship Id="rId96" Type="http://schemas.openxmlformats.org/officeDocument/2006/relationships/customXml" Target="../ink/ink757.xml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712.xml"/><Relationship Id="rId23" Type="http://schemas.openxmlformats.org/officeDocument/2006/relationships/image" Target="../media/image1410.png"/><Relationship Id="rId28" Type="http://schemas.openxmlformats.org/officeDocument/2006/relationships/customXml" Target="../ink/ink723.xml"/><Relationship Id="rId49" Type="http://schemas.openxmlformats.org/officeDocument/2006/relationships/image" Target="../media/image270.png"/><Relationship Id="rId114" Type="http://schemas.openxmlformats.org/officeDocument/2006/relationships/customXml" Target="../ink/ink766.xml"/><Relationship Id="rId119" Type="http://schemas.openxmlformats.org/officeDocument/2006/relationships/image" Target="../media/image1240.png"/><Relationship Id="rId44" Type="http://schemas.openxmlformats.org/officeDocument/2006/relationships/customXml" Target="../ink/ink731.xml"/><Relationship Id="rId60" Type="http://schemas.openxmlformats.org/officeDocument/2006/relationships/customXml" Target="../ink/ink739.xml"/><Relationship Id="rId65" Type="http://schemas.openxmlformats.org/officeDocument/2006/relationships/image" Target="../media/image350.png"/><Relationship Id="rId81" Type="http://schemas.openxmlformats.org/officeDocument/2006/relationships/image" Target="../media/image1050.png"/><Relationship Id="rId86" Type="http://schemas.openxmlformats.org/officeDocument/2006/relationships/customXml" Target="../ink/ink752.xml"/><Relationship Id="rId13" Type="http://schemas.openxmlformats.org/officeDocument/2006/relationships/image" Target="../media/image910.png"/><Relationship Id="rId18" Type="http://schemas.openxmlformats.org/officeDocument/2006/relationships/customXml" Target="../ink/ink718.xml"/><Relationship Id="rId39" Type="http://schemas.openxmlformats.org/officeDocument/2006/relationships/image" Target="../media/image2210.png"/><Relationship Id="rId109" Type="http://schemas.openxmlformats.org/officeDocument/2006/relationships/image" Target="../media/image1190.png"/><Relationship Id="rId34" Type="http://schemas.openxmlformats.org/officeDocument/2006/relationships/customXml" Target="../ink/ink726.xml"/><Relationship Id="rId50" Type="http://schemas.openxmlformats.org/officeDocument/2006/relationships/customXml" Target="../ink/ink734.xml"/><Relationship Id="rId55" Type="http://schemas.openxmlformats.org/officeDocument/2006/relationships/image" Target="../media/image142.png"/><Relationship Id="rId76" Type="http://schemas.openxmlformats.org/officeDocument/2006/relationships/customXml" Target="../ink/ink747.xml"/><Relationship Id="rId97" Type="http://schemas.openxmlformats.org/officeDocument/2006/relationships/image" Target="../media/image1130.png"/><Relationship Id="rId104" Type="http://schemas.openxmlformats.org/officeDocument/2006/relationships/customXml" Target="../ink/ink761.xml"/><Relationship Id="rId120" Type="http://schemas.openxmlformats.org/officeDocument/2006/relationships/customXml" Target="../ink/ink769.xml"/><Relationship Id="rId125" Type="http://schemas.openxmlformats.org/officeDocument/2006/relationships/image" Target="../media/image1270.png"/><Relationship Id="rId7" Type="http://schemas.openxmlformats.org/officeDocument/2006/relationships/image" Target="../media/image6000.png"/><Relationship Id="rId71" Type="http://schemas.openxmlformats.org/officeDocument/2006/relationships/image" Target="../media/image1000.png"/><Relationship Id="rId92" Type="http://schemas.openxmlformats.org/officeDocument/2006/relationships/customXml" Target="../ink/ink755.xml"/><Relationship Id="rId2" Type="http://schemas.openxmlformats.org/officeDocument/2006/relationships/customXml" Target="../ink/ink710.xml"/><Relationship Id="rId29" Type="http://schemas.openxmlformats.org/officeDocument/2006/relationships/image" Target="../media/image1710.png"/><Relationship Id="rId24" Type="http://schemas.openxmlformats.org/officeDocument/2006/relationships/customXml" Target="../ink/ink721.xml"/><Relationship Id="rId40" Type="http://schemas.openxmlformats.org/officeDocument/2006/relationships/customXml" Target="../ink/ink729.xml"/><Relationship Id="rId45" Type="http://schemas.openxmlformats.org/officeDocument/2006/relationships/image" Target="../media/image2500.png"/><Relationship Id="rId66" Type="http://schemas.openxmlformats.org/officeDocument/2006/relationships/customXml" Target="../ink/ink742.xml"/><Relationship Id="rId87" Type="http://schemas.openxmlformats.org/officeDocument/2006/relationships/image" Target="../media/image1080.png"/><Relationship Id="rId110" Type="http://schemas.openxmlformats.org/officeDocument/2006/relationships/customXml" Target="../ink/ink764.xml"/><Relationship Id="rId115" Type="http://schemas.openxmlformats.org/officeDocument/2006/relationships/image" Target="../media/image1220.png"/><Relationship Id="rId61" Type="http://schemas.openxmlformats.org/officeDocument/2006/relationships/image" Target="../media/image330.png"/><Relationship Id="rId82" Type="http://schemas.openxmlformats.org/officeDocument/2006/relationships/customXml" Target="../ink/ink750.xml"/><Relationship Id="rId19" Type="http://schemas.openxmlformats.org/officeDocument/2006/relationships/image" Target="../media/image1210.png"/><Relationship Id="rId14" Type="http://schemas.openxmlformats.org/officeDocument/2006/relationships/customXml" Target="../ink/ink716.xml"/><Relationship Id="rId30" Type="http://schemas.openxmlformats.org/officeDocument/2006/relationships/customXml" Target="../ink/ink724.xml"/><Relationship Id="rId35" Type="http://schemas.openxmlformats.org/officeDocument/2006/relationships/image" Target="../media/image2010.png"/><Relationship Id="rId56" Type="http://schemas.openxmlformats.org/officeDocument/2006/relationships/customXml" Target="../ink/ink737.xml"/><Relationship Id="rId77" Type="http://schemas.openxmlformats.org/officeDocument/2006/relationships/image" Target="../media/image1030.png"/><Relationship Id="rId100" Type="http://schemas.openxmlformats.org/officeDocument/2006/relationships/customXml" Target="../ink/ink759.xml"/><Relationship Id="rId105" Type="http://schemas.openxmlformats.org/officeDocument/2006/relationships/image" Target="../media/image1170.png"/><Relationship Id="rId126" Type="http://schemas.openxmlformats.org/officeDocument/2006/relationships/customXml" Target="../ink/ink772.xml"/><Relationship Id="rId8" Type="http://schemas.openxmlformats.org/officeDocument/2006/relationships/customXml" Target="../ink/ink713.xml"/><Relationship Id="rId51" Type="http://schemas.openxmlformats.org/officeDocument/2006/relationships/image" Target="../media/image140.png"/><Relationship Id="rId72" Type="http://schemas.openxmlformats.org/officeDocument/2006/relationships/customXml" Target="../ink/ink745.xml"/><Relationship Id="rId93" Type="http://schemas.openxmlformats.org/officeDocument/2006/relationships/image" Target="../media/image1111.png"/><Relationship Id="rId98" Type="http://schemas.openxmlformats.org/officeDocument/2006/relationships/customXml" Target="../ink/ink758.xml"/><Relationship Id="rId121" Type="http://schemas.openxmlformats.org/officeDocument/2006/relationships/image" Target="../media/image1250.png"/><Relationship Id="rId3" Type="http://schemas.openxmlformats.org/officeDocument/2006/relationships/image" Target="../media/image4900.png"/><Relationship Id="rId25" Type="http://schemas.openxmlformats.org/officeDocument/2006/relationships/image" Target="../media/image1510.png"/><Relationship Id="rId46" Type="http://schemas.openxmlformats.org/officeDocument/2006/relationships/customXml" Target="../ink/ink732.xml"/><Relationship Id="rId67" Type="http://schemas.openxmlformats.org/officeDocument/2006/relationships/image" Target="../media/image980.png"/><Relationship Id="rId116" Type="http://schemas.openxmlformats.org/officeDocument/2006/relationships/customXml" Target="../ink/ink767.xml"/><Relationship Id="rId20" Type="http://schemas.openxmlformats.org/officeDocument/2006/relationships/customXml" Target="../ink/ink719.xml"/><Relationship Id="rId41" Type="http://schemas.openxmlformats.org/officeDocument/2006/relationships/image" Target="../media/image2380.png"/><Relationship Id="rId62" Type="http://schemas.openxmlformats.org/officeDocument/2006/relationships/customXml" Target="../ink/ink740.xml"/><Relationship Id="rId83" Type="http://schemas.openxmlformats.org/officeDocument/2006/relationships/image" Target="../media/image1060.png"/><Relationship Id="rId88" Type="http://schemas.openxmlformats.org/officeDocument/2006/relationships/customXml" Target="../ink/ink753.xml"/><Relationship Id="rId111" Type="http://schemas.openxmlformats.org/officeDocument/2006/relationships/image" Target="../media/image1200.png"/><Relationship Id="rId15" Type="http://schemas.openxmlformats.org/officeDocument/2006/relationships/image" Target="../media/image1010.png"/><Relationship Id="rId36" Type="http://schemas.openxmlformats.org/officeDocument/2006/relationships/customXml" Target="../ink/ink727.xml"/><Relationship Id="rId57" Type="http://schemas.openxmlformats.org/officeDocument/2006/relationships/image" Target="../media/image143.png"/><Relationship Id="rId106" Type="http://schemas.openxmlformats.org/officeDocument/2006/relationships/customXml" Target="../ink/ink762.xml"/><Relationship Id="rId127" Type="http://schemas.openxmlformats.org/officeDocument/2006/relationships/image" Target="../media/image1280.png"/><Relationship Id="rId10" Type="http://schemas.openxmlformats.org/officeDocument/2006/relationships/customXml" Target="../ink/ink714.xml"/><Relationship Id="rId31" Type="http://schemas.openxmlformats.org/officeDocument/2006/relationships/image" Target="../media/image1810.png"/><Relationship Id="rId52" Type="http://schemas.openxmlformats.org/officeDocument/2006/relationships/customXml" Target="../ink/ink735.xml"/><Relationship Id="rId73" Type="http://schemas.openxmlformats.org/officeDocument/2006/relationships/image" Target="../media/image1011.png"/><Relationship Id="rId78" Type="http://schemas.openxmlformats.org/officeDocument/2006/relationships/customXml" Target="../ink/ink748.xml"/><Relationship Id="rId94" Type="http://schemas.openxmlformats.org/officeDocument/2006/relationships/customXml" Target="../ink/ink756.xml"/><Relationship Id="rId99" Type="http://schemas.openxmlformats.org/officeDocument/2006/relationships/image" Target="../media/image1140.png"/><Relationship Id="rId101" Type="http://schemas.openxmlformats.org/officeDocument/2006/relationships/image" Target="../media/image1150.png"/><Relationship Id="rId122" Type="http://schemas.openxmlformats.org/officeDocument/2006/relationships/customXml" Target="../ink/ink770.xml"/><Relationship Id="rId4" Type="http://schemas.openxmlformats.org/officeDocument/2006/relationships/customXml" Target="../ink/ink711.xml"/><Relationship Id="rId9" Type="http://schemas.openxmlformats.org/officeDocument/2006/relationships/image" Target="../media/image7000.png"/></Relationships>
</file>

<file path=ppt/slides/_rels/slide42.xml.rels><?xml version="1.0" encoding="UTF-8" standalone="yes"?>
<Relationships xmlns="http://schemas.openxmlformats.org/package/2006/relationships"><Relationship Id="rId13" Type="http://schemas.openxmlformats.org/officeDocument/2006/relationships/customXml" Target="../ink/ink778.xml"/><Relationship Id="rId18" Type="http://schemas.openxmlformats.org/officeDocument/2006/relationships/image" Target="../media/image1360.png"/><Relationship Id="rId26" Type="http://schemas.openxmlformats.org/officeDocument/2006/relationships/image" Target="../media/image1400.png"/><Relationship Id="rId39" Type="http://schemas.openxmlformats.org/officeDocument/2006/relationships/customXml" Target="../ink/ink791.xml"/><Relationship Id="rId21" Type="http://schemas.openxmlformats.org/officeDocument/2006/relationships/customXml" Target="../ink/ink782.xml"/><Relationship Id="rId34" Type="http://schemas.openxmlformats.org/officeDocument/2006/relationships/image" Target="../media/image1440.png"/><Relationship Id="rId42" Type="http://schemas.openxmlformats.org/officeDocument/2006/relationships/image" Target="../media/image1480.png"/><Relationship Id="rId47" Type="http://schemas.openxmlformats.org/officeDocument/2006/relationships/customXml" Target="../ink/ink795.xml"/><Relationship Id="rId50" Type="http://schemas.openxmlformats.org/officeDocument/2006/relationships/image" Target="../media/image1520.png"/><Relationship Id="rId7" Type="http://schemas.openxmlformats.org/officeDocument/2006/relationships/customXml" Target="../ink/ink775.xml"/><Relationship Id="rId2" Type="http://schemas.openxmlformats.org/officeDocument/2006/relationships/image" Target="../media/image144.png"/><Relationship Id="rId16" Type="http://schemas.openxmlformats.org/officeDocument/2006/relationships/image" Target="../media/image1350.png"/><Relationship Id="rId29" Type="http://schemas.openxmlformats.org/officeDocument/2006/relationships/customXml" Target="../ink/ink786.xml"/><Relationship Id="rId11" Type="http://schemas.openxmlformats.org/officeDocument/2006/relationships/customXml" Target="../ink/ink777.xml"/><Relationship Id="rId24" Type="http://schemas.openxmlformats.org/officeDocument/2006/relationships/image" Target="../media/image1390.png"/><Relationship Id="rId32" Type="http://schemas.openxmlformats.org/officeDocument/2006/relationships/image" Target="../media/image1430.png"/><Relationship Id="rId37" Type="http://schemas.openxmlformats.org/officeDocument/2006/relationships/customXml" Target="../ink/ink790.xml"/><Relationship Id="rId40" Type="http://schemas.openxmlformats.org/officeDocument/2006/relationships/image" Target="../media/image1470.png"/><Relationship Id="rId45" Type="http://schemas.openxmlformats.org/officeDocument/2006/relationships/customXml" Target="../ink/ink794.xml"/><Relationship Id="rId53" Type="http://schemas.openxmlformats.org/officeDocument/2006/relationships/customXml" Target="../ink/ink798.xml"/><Relationship Id="rId5" Type="http://schemas.openxmlformats.org/officeDocument/2006/relationships/customXml" Target="../ink/ink774.xml"/><Relationship Id="rId10" Type="http://schemas.openxmlformats.org/officeDocument/2006/relationships/image" Target="../media/image1320.png"/><Relationship Id="rId19" Type="http://schemas.openxmlformats.org/officeDocument/2006/relationships/customXml" Target="../ink/ink781.xml"/><Relationship Id="rId31" Type="http://schemas.openxmlformats.org/officeDocument/2006/relationships/customXml" Target="../ink/ink787.xml"/><Relationship Id="rId44" Type="http://schemas.openxmlformats.org/officeDocument/2006/relationships/image" Target="../media/image1490.png"/><Relationship Id="rId52" Type="http://schemas.openxmlformats.org/officeDocument/2006/relationships/image" Target="../media/image1530.png"/><Relationship Id="rId4" Type="http://schemas.openxmlformats.org/officeDocument/2006/relationships/image" Target="../media/image4200.png"/><Relationship Id="rId9" Type="http://schemas.openxmlformats.org/officeDocument/2006/relationships/customXml" Target="../ink/ink776.xml"/><Relationship Id="rId14" Type="http://schemas.openxmlformats.org/officeDocument/2006/relationships/image" Target="../media/image1340.png"/><Relationship Id="rId22" Type="http://schemas.openxmlformats.org/officeDocument/2006/relationships/image" Target="../media/image1380.png"/><Relationship Id="rId27" Type="http://schemas.openxmlformats.org/officeDocument/2006/relationships/customXml" Target="../ink/ink785.xml"/><Relationship Id="rId30" Type="http://schemas.openxmlformats.org/officeDocument/2006/relationships/image" Target="../media/image1420.png"/><Relationship Id="rId35" Type="http://schemas.openxmlformats.org/officeDocument/2006/relationships/customXml" Target="../ink/ink789.xml"/><Relationship Id="rId43" Type="http://schemas.openxmlformats.org/officeDocument/2006/relationships/customXml" Target="../ink/ink793.xml"/><Relationship Id="rId48" Type="http://schemas.openxmlformats.org/officeDocument/2006/relationships/image" Target="../media/image1511.png"/><Relationship Id="rId8" Type="http://schemas.openxmlformats.org/officeDocument/2006/relationships/image" Target="../media/image1311.png"/><Relationship Id="rId51" Type="http://schemas.openxmlformats.org/officeDocument/2006/relationships/customXml" Target="../ink/ink797.xml"/><Relationship Id="rId3" Type="http://schemas.openxmlformats.org/officeDocument/2006/relationships/customXml" Target="../ink/ink773.xml"/><Relationship Id="rId12" Type="http://schemas.openxmlformats.org/officeDocument/2006/relationships/image" Target="../media/image1330.png"/><Relationship Id="rId17" Type="http://schemas.openxmlformats.org/officeDocument/2006/relationships/customXml" Target="../ink/ink780.xml"/><Relationship Id="rId25" Type="http://schemas.openxmlformats.org/officeDocument/2006/relationships/customXml" Target="../ink/ink784.xml"/><Relationship Id="rId33" Type="http://schemas.openxmlformats.org/officeDocument/2006/relationships/customXml" Target="../ink/ink788.xml"/><Relationship Id="rId38" Type="http://schemas.openxmlformats.org/officeDocument/2006/relationships/image" Target="../media/image1460.png"/><Relationship Id="rId46" Type="http://schemas.openxmlformats.org/officeDocument/2006/relationships/image" Target="../media/image1500.png"/><Relationship Id="rId20" Type="http://schemas.openxmlformats.org/officeDocument/2006/relationships/image" Target="../media/image1370.png"/><Relationship Id="rId41" Type="http://schemas.openxmlformats.org/officeDocument/2006/relationships/customXml" Target="../ink/ink792.xml"/><Relationship Id="rId54" Type="http://schemas.openxmlformats.org/officeDocument/2006/relationships/image" Target="../media/image154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300.png"/><Relationship Id="rId15" Type="http://schemas.openxmlformats.org/officeDocument/2006/relationships/customXml" Target="../ink/ink779.xml"/><Relationship Id="rId23" Type="http://schemas.openxmlformats.org/officeDocument/2006/relationships/customXml" Target="../ink/ink783.xml"/><Relationship Id="rId28" Type="http://schemas.openxmlformats.org/officeDocument/2006/relationships/image" Target="../media/image1411.png"/><Relationship Id="rId36" Type="http://schemas.openxmlformats.org/officeDocument/2006/relationships/image" Target="../media/image1450.png"/><Relationship Id="rId49" Type="http://schemas.openxmlformats.org/officeDocument/2006/relationships/customXml" Target="../ink/ink796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customXml" Target="../ink/ink799.xml"/><Relationship Id="rId2" Type="http://schemas.openxmlformats.org/officeDocument/2006/relationships/image" Target="../media/image215.png"/><Relationship Id="rId20" Type="http://schemas.openxmlformats.org/officeDocument/2006/relationships/image" Target="../media/image6300.png"/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6.png"/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7.png"/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26" Type="http://schemas.openxmlformats.org/officeDocument/2006/relationships/customXml" Target="../ink/ink812.xml"/><Relationship Id="rId21" Type="http://schemas.openxmlformats.org/officeDocument/2006/relationships/image" Target="../media/image268.png"/><Relationship Id="rId42" Type="http://schemas.openxmlformats.org/officeDocument/2006/relationships/customXml" Target="../ink/ink820.xml"/><Relationship Id="rId47" Type="http://schemas.openxmlformats.org/officeDocument/2006/relationships/image" Target="../media/image1312.png"/><Relationship Id="rId63" Type="http://schemas.openxmlformats.org/officeDocument/2006/relationships/image" Target="../media/image1391.png"/><Relationship Id="rId68" Type="http://schemas.openxmlformats.org/officeDocument/2006/relationships/customXml" Target="../ink/ink833.xml"/><Relationship Id="rId84" Type="http://schemas.openxmlformats.org/officeDocument/2006/relationships/customXml" Target="../ink/ink841.xml"/><Relationship Id="rId16" Type="http://schemas.openxmlformats.org/officeDocument/2006/relationships/customXml" Target="../ink/ink807.xml"/><Relationship Id="rId11" Type="http://schemas.openxmlformats.org/officeDocument/2006/relationships/image" Target="../media/image263.png"/><Relationship Id="rId32" Type="http://schemas.openxmlformats.org/officeDocument/2006/relationships/customXml" Target="../ink/ink815.xml"/><Relationship Id="rId37" Type="http://schemas.openxmlformats.org/officeDocument/2006/relationships/image" Target="../media/image1261.png"/><Relationship Id="rId53" Type="http://schemas.openxmlformats.org/officeDocument/2006/relationships/image" Target="../media/image1341.png"/><Relationship Id="rId58" Type="http://schemas.openxmlformats.org/officeDocument/2006/relationships/customXml" Target="../ink/ink828.xml"/><Relationship Id="rId74" Type="http://schemas.openxmlformats.org/officeDocument/2006/relationships/customXml" Target="../ink/ink836.xml"/><Relationship Id="rId79" Type="http://schemas.openxmlformats.org/officeDocument/2006/relationships/image" Target="../media/image1471.png"/><Relationship Id="rId5" Type="http://schemas.openxmlformats.org/officeDocument/2006/relationships/image" Target="../media/image259.png"/><Relationship Id="rId19" Type="http://schemas.openxmlformats.org/officeDocument/2006/relationships/image" Target="../media/image267.png"/><Relationship Id="rId14" Type="http://schemas.openxmlformats.org/officeDocument/2006/relationships/customXml" Target="../ink/ink806.xml"/><Relationship Id="rId22" Type="http://schemas.openxmlformats.org/officeDocument/2006/relationships/customXml" Target="../ink/ink810.xml"/><Relationship Id="rId27" Type="http://schemas.openxmlformats.org/officeDocument/2006/relationships/image" Target="../media/image272.png"/><Relationship Id="rId30" Type="http://schemas.openxmlformats.org/officeDocument/2006/relationships/customXml" Target="../ink/ink814.xml"/><Relationship Id="rId35" Type="http://schemas.openxmlformats.org/officeDocument/2006/relationships/image" Target="../media/image1251.png"/><Relationship Id="rId43" Type="http://schemas.openxmlformats.org/officeDocument/2006/relationships/image" Target="../media/image1290.png"/><Relationship Id="rId48" Type="http://schemas.openxmlformats.org/officeDocument/2006/relationships/customXml" Target="../ink/ink823.xml"/><Relationship Id="rId56" Type="http://schemas.openxmlformats.org/officeDocument/2006/relationships/customXml" Target="../ink/ink827.xml"/><Relationship Id="rId64" Type="http://schemas.openxmlformats.org/officeDocument/2006/relationships/customXml" Target="../ink/ink831.xml"/><Relationship Id="rId69" Type="http://schemas.openxmlformats.org/officeDocument/2006/relationships/image" Target="../media/image1421.png"/><Relationship Id="rId77" Type="http://schemas.openxmlformats.org/officeDocument/2006/relationships/image" Target="../media/image1461.png"/><Relationship Id="rId8" Type="http://schemas.openxmlformats.org/officeDocument/2006/relationships/customXml" Target="../ink/ink803.xml"/><Relationship Id="rId51" Type="http://schemas.openxmlformats.org/officeDocument/2006/relationships/image" Target="../media/image1331.png"/><Relationship Id="rId72" Type="http://schemas.openxmlformats.org/officeDocument/2006/relationships/customXml" Target="../ink/ink835.xml"/><Relationship Id="rId80" Type="http://schemas.openxmlformats.org/officeDocument/2006/relationships/customXml" Target="../ink/ink839.xml"/><Relationship Id="rId85" Type="http://schemas.openxmlformats.org/officeDocument/2006/relationships/image" Target="../media/image1501.png"/><Relationship Id="rId3" Type="http://schemas.openxmlformats.org/officeDocument/2006/relationships/image" Target="../media/image258.png"/><Relationship Id="rId12" Type="http://schemas.openxmlformats.org/officeDocument/2006/relationships/customXml" Target="../ink/ink805.xml"/><Relationship Id="rId17" Type="http://schemas.openxmlformats.org/officeDocument/2006/relationships/image" Target="../media/image266.png"/><Relationship Id="rId25" Type="http://schemas.openxmlformats.org/officeDocument/2006/relationships/image" Target="../media/image271.png"/><Relationship Id="rId33" Type="http://schemas.openxmlformats.org/officeDocument/2006/relationships/image" Target="../media/image1241.png"/><Relationship Id="rId38" Type="http://schemas.openxmlformats.org/officeDocument/2006/relationships/customXml" Target="../ink/ink818.xml"/><Relationship Id="rId46" Type="http://schemas.openxmlformats.org/officeDocument/2006/relationships/customXml" Target="../ink/ink822.xml"/><Relationship Id="rId59" Type="http://schemas.openxmlformats.org/officeDocument/2006/relationships/image" Target="../media/image1371.png"/><Relationship Id="rId67" Type="http://schemas.openxmlformats.org/officeDocument/2006/relationships/image" Target="../media/image1412.png"/><Relationship Id="rId20" Type="http://schemas.openxmlformats.org/officeDocument/2006/relationships/customXml" Target="../ink/ink809.xml"/><Relationship Id="rId41" Type="http://schemas.openxmlformats.org/officeDocument/2006/relationships/image" Target="../media/image1281.png"/><Relationship Id="rId54" Type="http://schemas.openxmlformats.org/officeDocument/2006/relationships/customXml" Target="../ink/ink826.xml"/><Relationship Id="rId62" Type="http://schemas.openxmlformats.org/officeDocument/2006/relationships/customXml" Target="../ink/ink830.xml"/><Relationship Id="rId70" Type="http://schemas.openxmlformats.org/officeDocument/2006/relationships/customXml" Target="../ink/ink834.xml"/><Relationship Id="rId75" Type="http://schemas.openxmlformats.org/officeDocument/2006/relationships/image" Target="../media/image1451.png"/><Relationship Id="rId83" Type="http://schemas.openxmlformats.org/officeDocument/2006/relationships/image" Target="../media/image1491.png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802.xml"/><Relationship Id="rId15" Type="http://schemas.openxmlformats.org/officeDocument/2006/relationships/image" Target="../media/image265.png"/><Relationship Id="rId23" Type="http://schemas.openxmlformats.org/officeDocument/2006/relationships/image" Target="../media/image269.png"/><Relationship Id="rId28" Type="http://schemas.openxmlformats.org/officeDocument/2006/relationships/customXml" Target="../ink/ink813.xml"/><Relationship Id="rId36" Type="http://schemas.openxmlformats.org/officeDocument/2006/relationships/customXml" Target="../ink/ink817.xml"/><Relationship Id="rId49" Type="http://schemas.openxmlformats.org/officeDocument/2006/relationships/image" Target="../media/image1321.png"/><Relationship Id="rId57" Type="http://schemas.openxmlformats.org/officeDocument/2006/relationships/image" Target="../media/image1361.png"/><Relationship Id="rId10" Type="http://schemas.openxmlformats.org/officeDocument/2006/relationships/customXml" Target="../ink/ink804.xml"/><Relationship Id="rId31" Type="http://schemas.openxmlformats.org/officeDocument/2006/relationships/image" Target="../media/image1231.png"/><Relationship Id="rId44" Type="http://schemas.openxmlformats.org/officeDocument/2006/relationships/customXml" Target="../ink/ink821.xml"/><Relationship Id="rId52" Type="http://schemas.openxmlformats.org/officeDocument/2006/relationships/customXml" Target="../ink/ink825.xml"/><Relationship Id="rId60" Type="http://schemas.openxmlformats.org/officeDocument/2006/relationships/customXml" Target="../ink/ink829.xml"/><Relationship Id="rId65" Type="http://schemas.openxmlformats.org/officeDocument/2006/relationships/image" Target="../media/image1401.png"/><Relationship Id="rId73" Type="http://schemas.openxmlformats.org/officeDocument/2006/relationships/image" Target="../media/image1441.png"/><Relationship Id="rId78" Type="http://schemas.openxmlformats.org/officeDocument/2006/relationships/customXml" Target="../ink/ink838.xml"/><Relationship Id="rId81" Type="http://schemas.openxmlformats.org/officeDocument/2006/relationships/image" Target="../media/image1481.png"/><Relationship Id="rId86" Type="http://schemas.openxmlformats.org/officeDocument/2006/relationships/customXml" Target="../ink/ink842.xml"/><Relationship Id="rId4" Type="http://schemas.openxmlformats.org/officeDocument/2006/relationships/customXml" Target="../ink/ink801.xml"/><Relationship Id="rId9" Type="http://schemas.openxmlformats.org/officeDocument/2006/relationships/image" Target="../media/image262.png"/><Relationship Id="rId13" Type="http://schemas.openxmlformats.org/officeDocument/2006/relationships/image" Target="../media/image264.png"/><Relationship Id="rId18" Type="http://schemas.openxmlformats.org/officeDocument/2006/relationships/customXml" Target="../ink/ink808.xml"/><Relationship Id="rId39" Type="http://schemas.openxmlformats.org/officeDocument/2006/relationships/image" Target="../media/image1271.png"/><Relationship Id="rId34" Type="http://schemas.openxmlformats.org/officeDocument/2006/relationships/customXml" Target="../ink/ink816.xml"/><Relationship Id="rId50" Type="http://schemas.openxmlformats.org/officeDocument/2006/relationships/customXml" Target="../ink/ink824.xml"/><Relationship Id="rId55" Type="http://schemas.openxmlformats.org/officeDocument/2006/relationships/image" Target="../media/image1351.png"/><Relationship Id="rId76" Type="http://schemas.openxmlformats.org/officeDocument/2006/relationships/customXml" Target="../ink/ink837.xml"/><Relationship Id="rId7" Type="http://schemas.openxmlformats.org/officeDocument/2006/relationships/image" Target="../media/image261.png"/><Relationship Id="rId71" Type="http://schemas.openxmlformats.org/officeDocument/2006/relationships/image" Target="../media/image1431.png"/><Relationship Id="rId2" Type="http://schemas.openxmlformats.org/officeDocument/2006/relationships/customXml" Target="../ink/ink800.xml"/><Relationship Id="rId29" Type="http://schemas.openxmlformats.org/officeDocument/2006/relationships/image" Target="../media/image1221.png"/><Relationship Id="rId24" Type="http://schemas.openxmlformats.org/officeDocument/2006/relationships/customXml" Target="../ink/ink811.xml"/><Relationship Id="rId40" Type="http://schemas.openxmlformats.org/officeDocument/2006/relationships/customXml" Target="../ink/ink819.xml"/><Relationship Id="rId45" Type="http://schemas.openxmlformats.org/officeDocument/2006/relationships/image" Target="../media/image1301.png"/><Relationship Id="rId66" Type="http://schemas.openxmlformats.org/officeDocument/2006/relationships/customXml" Target="../ink/ink832.xml"/><Relationship Id="rId87" Type="http://schemas.openxmlformats.org/officeDocument/2006/relationships/image" Target="../media/image1512.png"/><Relationship Id="rId61" Type="http://schemas.openxmlformats.org/officeDocument/2006/relationships/image" Target="../media/image1381.png"/><Relationship Id="rId82" Type="http://schemas.openxmlformats.org/officeDocument/2006/relationships/customXml" Target="../ink/ink840.xml"/></Relationships>
</file>

<file path=ppt/slides/_rels/slide47.xml.rels><?xml version="1.0" encoding="UTF-8" standalone="yes"?>
<Relationships xmlns="http://schemas.openxmlformats.org/package/2006/relationships"><Relationship Id="rId13" Type="http://schemas.openxmlformats.org/officeDocument/2006/relationships/customXml" Target="../ink/ink848.xml"/><Relationship Id="rId18" Type="http://schemas.openxmlformats.org/officeDocument/2006/relationships/image" Target="../media/image1600.png"/><Relationship Id="rId26" Type="http://schemas.openxmlformats.org/officeDocument/2006/relationships/image" Target="../media/image1640.png"/><Relationship Id="rId3" Type="http://schemas.openxmlformats.org/officeDocument/2006/relationships/customXml" Target="../ink/ink843.xml"/><Relationship Id="rId21" Type="http://schemas.openxmlformats.org/officeDocument/2006/relationships/customXml" Target="../ink/ink852.xml"/><Relationship Id="rId34" Type="http://schemas.openxmlformats.org/officeDocument/2006/relationships/image" Target="../media/image1680.png"/><Relationship Id="rId7" Type="http://schemas.openxmlformats.org/officeDocument/2006/relationships/customXml" Target="../ink/ink845.xml"/><Relationship Id="rId12" Type="http://schemas.openxmlformats.org/officeDocument/2006/relationships/image" Target="../media/image1570.png"/><Relationship Id="rId17" Type="http://schemas.openxmlformats.org/officeDocument/2006/relationships/customXml" Target="../ink/ink850.xml"/><Relationship Id="rId25" Type="http://schemas.openxmlformats.org/officeDocument/2006/relationships/customXml" Target="../ink/ink854.xml"/><Relationship Id="rId33" Type="http://schemas.openxmlformats.org/officeDocument/2006/relationships/customXml" Target="../ink/ink858.xml"/><Relationship Id="rId2" Type="http://schemas.openxmlformats.org/officeDocument/2006/relationships/image" Target="../media/image273.png"/><Relationship Id="rId16" Type="http://schemas.openxmlformats.org/officeDocument/2006/relationships/image" Target="../media/image1590.png"/><Relationship Id="rId20" Type="http://schemas.openxmlformats.org/officeDocument/2006/relationships/image" Target="../media/image1611.png"/><Relationship Id="rId29" Type="http://schemas.openxmlformats.org/officeDocument/2006/relationships/customXml" Target="../ink/ink856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541.png"/><Relationship Id="rId11" Type="http://schemas.openxmlformats.org/officeDocument/2006/relationships/customXml" Target="../ink/ink847.xml"/><Relationship Id="rId24" Type="http://schemas.openxmlformats.org/officeDocument/2006/relationships/image" Target="../media/image1630.png"/><Relationship Id="rId32" Type="http://schemas.openxmlformats.org/officeDocument/2006/relationships/image" Target="../media/image1670.png"/><Relationship Id="rId5" Type="http://schemas.openxmlformats.org/officeDocument/2006/relationships/customXml" Target="../ink/ink844.xml"/><Relationship Id="rId15" Type="http://schemas.openxmlformats.org/officeDocument/2006/relationships/customXml" Target="../ink/ink849.xml"/><Relationship Id="rId23" Type="http://schemas.openxmlformats.org/officeDocument/2006/relationships/customXml" Target="../ink/ink853.xml"/><Relationship Id="rId28" Type="http://schemas.openxmlformats.org/officeDocument/2006/relationships/image" Target="../media/image1650.png"/><Relationship Id="rId36" Type="http://schemas.openxmlformats.org/officeDocument/2006/relationships/image" Target="../media/image1690.png"/><Relationship Id="rId10" Type="http://schemas.openxmlformats.org/officeDocument/2006/relationships/image" Target="../media/image1560.png"/><Relationship Id="rId19" Type="http://schemas.openxmlformats.org/officeDocument/2006/relationships/customXml" Target="../ink/ink851.xml"/><Relationship Id="rId31" Type="http://schemas.openxmlformats.org/officeDocument/2006/relationships/customXml" Target="../ink/ink857.xml"/><Relationship Id="rId4" Type="http://schemas.openxmlformats.org/officeDocument/2006/relationships/image" Target="../media/image1531.png"/><Relationship Id="rId9" Type="http://schemas.openxmlformats.org/officeDocument/2006/relationships/customXml" Target="../ink/ink846.xml"/><Relationship Id="rId14" Type="http://schemas.openxmlformats.org/officeDocument/2006/relationships/image" Target="../media/image1580.png"/><Relationship Id="rId22" Type="http://schemas.openxmlformats.org/officeDocument/2006/relationships/image" Target="../media/image1620.png"/><Relationship Id="rId27" Type="http://schemas.openxmlformats.org/officeDocument/2006/relationships/customXml" Target="../ink/ink855.xml"/><Relationship Id="rId30" Type="http://schemas.openxmlformats.org/officeDocument/2006/relationships/image" Target="../media/image1660.png"/><Relationship Id="rId35" Type="http://schemas.openxmlformats.org/officeDocument/2006/relationships/customXml" Target="../ink/ink859.xml"/><Relationship Id="rId8" Type="http://schemas.openxmlformats.org/officeDocument/2006/relationships/image" Target="../media/image1550.png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4.png"/><Relationship Id="rId1" Type="http://schemas.openxmlformats.org/officeDocument/2006/relationships/slideLayout" Target="../slideLayouts/slideLayout7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5.png"/><Relationship Id="rId1" Type="http://schemas.openxmlformats.org/officeDocument/2006/relationships/slideLayout" Target="../slideLayouts/slideLayout7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6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setăText 1">
            <a:extLst>
              <a:ext uri="{FF2B5EF4-FFF2-40B4-BE49-F238E27FC236}">
                <a16:creationId xmlns:a16="http://schemas.microsoft.com/office/drawing/2014/main" id="{7ACE83AA-A531-493C-86FE-1E8ED5F920C6}"/>
              </a:ext>
            </a:extLst>
          </p:cNvPr>
          <p:cNvSpPr txBox="1"/>
          <p:nvPr/>
        </p:nvSpPr>
        <p:spPr>
          <a:xfrm>
            <a:off x="701099" y="685830"/>
            <a:ext cx="10698362" cy="55399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o-RO" sz="3600" b="1" dirty="0">
                <a:solidFill>
                  <a:srgbClr val="0000FF"/>
                </a:solidFill>
              </a:rPr>
              <a:t>Proiectare Logică</a:t>
            </a:r>
          </a:p>
          <a:p>
            <a:pPr algn="ctr"/>
            <a:r>
              <a:rPr lang="ro-RO" sz="3600" b="1" dirty="0">
                <a:solidFill>
                  <a:srgbClr val="0000FF"/>
                </a:solidFill>
              </a:rPr>
              <a:t>202</a:t>
            </a:r>
            <a:r>
              <a:rPr lang="en-US" sz="3600" b="1" dirty="0">
                <a:solidFill>
                  <a:srgbClr val="0000FF"/>
                </a:solidFill>
              </a:rPr>
              <a:t>4 </a:t>
            </a:r>
            <a:r>
              <a:rPr lang="ro-RO" sz="3600" b="1" dirty="0">
                <a:solidFill>
                  <a:srgbClr val="0000FF"/>
                </a:solidFill>
              </a:rPr>
              <a:t>-</a:t>
            </a:r>
            <a:r>
              <a:rPr lang="en-US" sz="3600" b="1" dirty="0">
                <a:solidFill>
                  <a:srgbClr val="0000FF"/>
                </a:solidFill>
              </a:rPr>
              <a:t> </a:t>
            </a:r>
            <a:r>
              <a:rPr lang="ro-RO" sz="3600" b="1" dirty="0">
                <a:solidFill>
                  <a:srgbClr val="0000FF"/>
                </a:solidFill>
              </a:rPr>
              <a:t>202</a:t>
            </a:r>
            <a:r>
              <a:rPr lang="en-US" sz="3600" b="1" dirty="0">
                <a:solidFill>
                  <a:srgbClr val="0000FF"/>
                </a:solidFill>
              </a:rPr>
              <a:t>5</a:t>
            </a:r>
            <a:endParaRPr lang="ro-RO" sz="3600" b="1" dirty="0">
              <a:solidFill>
                <a:srgbClr val="0000FF"/>
              </a:solidFill>
            </a:endParaRPr>
          </a:p>
          <a:p>
            <a:endParaRPr lang="ro-RO" sz="3600" b="1" dirty="0">
              <a:solidFill>
                <a:srgbClr val="FF0000"/>
              </a:solidFill>
            </a:endParaRPr>
          </a:p>
          <a:p>
            <a:pPr algn="ctr"/>
            <a:r>
              <a:rPr lang="ro-RO" sz="3600" b="1" dirty="0">
                <a:solidFill>
                  <a:srgbClr val="FF0000"/>
                </a:solidFill>
              </a:rPr>
              <a:t>== Curs  ==</a:t>
            </a:r>
          </a:p>
          <a:p>
            <a:pPr algn="ctr"/>
            <a:r>
              <a:rPr lang="ro-RO" sz="3600" b="1" dirty="0">
                <a:solidFill>
                  <a:srgbClr val="FF0000"/>
                </a:solidFill>
              </a:rPr>
              <a:t>anul de studii: C1</a:t>
            </a:r>
          </a:p>
          <a:p>
            <a:endParaRPr lang="ro-RO" sz="3200" b="1" dirty="0">
              <a:solidFill>
                <a:srgbClr val="FF0000"/>
              </a:solidFill>
            </a:endParaRPr>
          </a:p>
          <a:p>
            <a:r>
              <a:rPr lang="ro-RO" sz="3200" b="1" dirty="0">
                <a:solidFill>
                  <a:srgbClr val="0000FF"/>
                </a:solidFill>
              </a:rPr>
              <a:t>     Săptămâna 7         14</a:t>
            </a:r>
            <a:r>
              <a:rPr lang="en-US" sz="3200" b="1" dirty="0">
                <a:solidFill>
                  <a:srgbClr val="0000FF"/>
                </a:solidFill>
              </a:rPr>
              <a:t> </a:t>
            </a:r>
            <a:r>
              <a:rPr lang="en-US" sz="3200" b="1" dirty="0" err="1">
                <a:solidFill>
                  <a:srgbClr val="0000FF"/>
                </a:solidFill>
              </a:rPr>
              <a:t>Noiembrie</a:t>
            </a:r>
            <a:r>
              <a:rPr lang="ro-RO" sz="3200" b="1" dirty="0">
                <a:solidFill>
                  <a:srgbClr val="0000FF"/>
                </a:solidFill>
              </a:rPr>
              <a:t> 202</a:t>
            </a:r>
            <a:r>
              <a:rPr lang="en-US" sz="3200" b="1" dirty="0">
                <a:solidFill>
                  <a:srgbClr val="0000FF"/>
                </a:solidFill>
              </a:rPr>
              <a:t>4</a:t>
            </a:r>
            <a:r>
              <a:rPr lang="ro-RO" sz="3200" b="1" dirty="0">
                <a:solidFill>
                  <a:srgbClr val="0000FF"/>
                </a:solidFill>
              </a:rPr>
              <a:t>             </a:t>
            </a:r>
            <a:r>
              <a:rPr lang="en-US" sz="3200" b="1" dirty="0">
                <a:solidFill>
                  <a:srgbClr val="0000FF"/>
                </a:solidFill>
              </a:rPr>
              <a:t>14</a:t>
            </a:r>
            <a:r>
              <a:rPr lang="ro-RO" sz="3200" b="1" dirty="0">
                <a:solidFill>
                  <a:srgbClr val="0000FF"/>
                </a:solidFill>
              </a:rPr>
              <a:t>:00 – </a:t>
            </a:r>
            <a:r>
              <a:rPr lang="en-US" sz="3200" b="1" dirty="0">
                <a:solidFill>
                  <a:srgbClr val="0000FF"/>
                </a:solidFill>
              </a:rPr>
              <a:t>16</a:t>
            </a:r>
            <a:r>
              <a:rPr lang="ro-RO" sz="3200" b="1" dirty="0">
                <a:solidFill>
                  <a:srgbClr val="0000FF"/>
                </a:solidFill>
              </a:rPr>
              <a:t>:00</a:t>
            </a:r>
          </a:p>
          <a:p>
            <a:endParaRPr lang="ro-RO" sz="2400" b="1" dirty="0">
              <a:solidFill>
                <a:srgbClr val="0000FF"/>
              </a:solidFill>
            </a:endParaRPr>
          </a:p>
          <a:p>
            <a:pPr algn="ctr">
              <a:spcBef>
                <a:spcPts val="1200"/>
              </a:spcBef>
              <a:spcAft>
                <a:spcPts val="1200"/>
              </a:spcAft>
            </a:pPr>
            <a:r>
              <a:rPr lang="ro-RO" sz="2800" b="1" dirty="0"/>
              <a:t>ionel.bostan@upit.ro</a:t>
            </a:r>
            <a:endParaRPr lang="en-US" sz="2800" b="1" dirty="0"/>
          </a:p>
          <a:p>
            <a:pPr algn="ctr">
              <a:spcBef>
                <a:spcPts val="1200"/>
              </a:spcBef>
              <a:spcAft>
                <a:spcPts val="1200"/>
              </a:spcAft>
            </a:pPr>
            <a:r>
              <a:rPr lang="ro-RO" sz="2800" b="1" dirty="0" err="1"/>
              <a:t>ionel.bostan@up</a:t>
            </a:r>
            <a:r>
              <a:rPr lang="en-US" sz="2800" b="1" dirty="0"/>
              <a:t>b</a:t>
            </a:r>
            <a:r>
              <a:rPr lang="ro-RO" sz="2800" b="1" dirty="0"/>
              <a:t>.ro</a:t>
            </a:r>
          </a:p>
        </p:txBody>
      </p:sp>
    </p:spTree>
    <p:extLst>
      <p:ext uri="{BB962C8B-B14F-4D97-AF65-F5344CB8AC3E}">
        <p14:creationId xmlns:p14="http://schemas.microsoft.com/office/powerpoint/2010/main" val="336214301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reptunghi 1">
            <a:extLst>
              <a:ext uri="{FF2B5EF4-FFF2-40B4-BE49-F238E27FC236}">
                <a16:creationId xmlns:a16="http://schemas.microsoft.com/office/drawing/2014/main" id="{6C401569-7906-4795-A91E-0998C971A7D3}"/>
              </a:ext>
            </a:extLst>
          </p:cNvPr>
          <p:cNvSpPr/>
          <p:nvPr/>
        </p:nvSpPr>
        <p:spPr>
          <a:xfrm>
            <a:off x="975416" y="411513"/>
            <a:ext cx="10407326" cy="507831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b="1" dirty="0">
                <a:solidFill>
                  <a:srgbClr val="0000FF"/>
                </a:solidFill>
              </a:rPr>
              <a:t>Agenda</a:t>
            </a:r>
            <a:endParaRPr lang="ro-RO" sz="2800" b="1" dirty="0">
              <a:solidFill>
                <a:srgbClr val="0000FF"/>
              </a:solidFill>
            </a:endParaRPr>
          </a:p>
          <a:p>
            <a:pPr algn="ctr"/>
            <a:r>
              <a:rPr lang="ro-RO" sz="2800" b="1" dirty="0">
                <a:solidFill>
                  <a:srgbClr val="0000FF"/>
                </a:solidFill>
              </a:rPr>
              <a:t> </a:t>
            </a:r>
          </a:p>
          <a:p>
            <a:pPr marL="457200" indent="-457200">
              <a:buFontTx/>
              <a:buChar char="-"/>
            </a:pPr>
            <a:r>
              <a:rPr lang="ro-RO" sz="2800" b="1" dirty="0">
                <a:solidFill>
                  <a:srgbClr val="0000FF"/>
                </a:solidFill>
              </a:rPr>
              <a:t>Numărătoare;</a:t>
            </a:r>
          </a:p>
          <a:p>
            <a:pPr marL="1371600" lvl="2" indent="-457200">
              <a:buFontTx/>
              <a:buChar char="-"/>
            </a:pPr>
            <a:r>
              <a:rPr lang="ro-RO" sz="2800" b="1" dirty="0"/>
              <a:t>Introducere (rol, aplicații)</a:t>
            </a:r>
          </a:p>
          <a:p>
            <a:pPr marL="1371600" lvl="2" indent="-457200">
              <a:buFontTx/>
              <a:buChar char="-"/>
            </a:pPr>
            <a:r>
              <a:rPr lang="ro-RO" sz="2800" b="1" dirty="0"/>
              <a:t>Clasificare;</a:t>
            </a:r>
          </a:p>
          <a:p>
            <a:pPr marL="1371600" lvl="2" indent="-457200">
              <a:buFontTx/>
              <a:buChar char="-"/>
            </a:pPr>
            <a:r>
              <a:rPr lang="ro-RO" sz="2800" b="1" dirty="0"/>
              <a:t>Numărătoare binare asincrone;</a:t>
            </a:r>
          </a:p>
          <a:p>
            <a:pPr marL="2286000" lvl="4" indent="-457200">
              <a:buFontTx/>
              <a:buChar char="-"/>
            </a:pPr>
            <a:r>
              <a:rPr lang="ro-RO" sz="2400" b="1" dirty="0"/>
              <a:t>Structură internă</a:t>
            </a:r>
          </a:p>
          <a:p>
            <a:pPr marL="2286000" lvl="4" indent="-457200">
              <a:buFontTx/>
              <a:buChar char="-"/>
            </a:pPr>
            <a:r>
              <a:rPr lang="ro-RO" sz="2400" b="1" dirty="0"/>
              <a:t>Diagrame de timp</a:t>
            </a:r>
          </a:p>
          <a:p>
            <a:pPr marL="2286000" lvl="4" indent="-457200">
              <a:buFontTx/>
              <a:buChar char="-"/>
            </a:pPr>
            <a:r>
              <a:rPr lang="ro-RO" sz="2400" b="1" dirty="0"/>
              <a:t>Aspecte nedorite în funcționarea numărătoarelor asincrone </a:t>
            </a:r>
            <a:r>
              <a:rPr lang="en-US" sz="2400" b="1" dirty="0"/>
              <a:t> </a:t>
            </a:r>
            <a:endParaRPr lang="ro-RO" sz="2400" b="1" dirty="0"/>
          </a:p>
          <a:p>
            <a:pPr marL="1371600" lvl="2" indent="-457200">
              <a:buFontTx/>
              <a:buChar char="-"/>
            </a:pPr>
            <a:r>
              <a:rPr lang="ro-RO" sz="2800" b="1" dirty="0"/>
              <a:t>Implementarea divizoarelor de frecvență cu factor fix</a:t>
            </a:r>
            <a:endParaRPr lang="en-US" sz="2800" b="1" dirty="0"/>
          </a:p>
          <a:p>
            <a:pPr marL="1371600" lvl="2" indent="-457200">
              <a:buFontTx/>
              <a:buChar char="-"/>
            </a:pPr>
            <a:r>
              <a:rPr lang="ro-RO" sz="2800" b="1" dirty="0"/>
              <a:t>Aplicație: Ceas digital</a:t>
            </a:r>
            <a:r>
              <a:rPr lang="en-US" sz="2800" b="1" dirty="0"/>
              <a:t> </a:t>
            </a:r>
            <a:endParaRPr lang="ro-RO" sz="2800" b="1" dirty="0"/>
          </a:p>
          <a:p>
            <a:pPr lvl="2"/>
            <a:endParaRPr lang="ro-RO" sz="2800" b="1" dirty="0"/>
          </a:p>
        </p:txBody>
      </p:sp>
    </p:spTree>
    <p:extLst>
      <p:ext uri="{BB962C8B-B14F-4D97-AF65-F5344CB8AC3E}">
        <p14:creationId xmlns:p14="http://schemas.microsoft.com/office/powerpoint/2010/main" val="50807198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reptunghi 6">
            <a:extLst>
              <a:ext uri="{FF2B5EF4-FFF2-40B4-BE49-F238E27FC236}">
                <a16:creationId xmlns:a16="http://schemas.microsoft.com/office/drawing/2014/main" id="{BDC82CF2-ED3F-426D-B411-2F6013A954EB}"/>
              </a:ext>
            </a:extLst>
          </p:cNvPr>
          <p:cNvSpPr/>
          <p:nvPr/>
        </p:nvSpPr>
        <p:spPr>
          <a:xfrm>
            <a:off x="243904" y="228635"/>
            <a:ext cx="4957553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o-RO" sz="2800" b="1" dirty="0">
                <a:solidFill>
                  <a:srgbClr val="0000FF"/>
                </a:solidFill>
              </a:rPr>
              <a:t>Numărătoare – Aplicații tipice   </a:t>
            </a:r>
            <a:r>
              <a:rPr lang="en-US" sz="2800" b="1" dirty="0">
                <a:solidFill>
                  <a:srgbClr val="0000FF"/>
                </a:solidFill>
              </a:rPr>
              <a:t> </a:t>
            </a:r>
            <a:endParaRPr lang="ro-RO" sz="2800" b="1" dirty="0">
              <a:solidFill>
                <a:srgbClr val="0000FF"/>
              </a:solidFill>
            </a:endParaRPr>
          </a:p>
        </p:txBody>
      </p:sp>
      <p:pic>
        <p:nvPicPr>
          <p:cNvPr id="5" name="Imagine 4">
            <a:extLst>
              <a:ext uri="{FF2B5EF4-FFF2-40B4-BE49-F238E27FC236}">
                <a16:creationId xmlns:a16="http://schemas.microsoft.com/office/drawing/2014/main" id="{CC349BBD-0DB9-431A-BA5C-277D0140507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8221" y="1143025"/>
            <a:ext cx="11389937" cy="47057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507726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reptunghi 6">
            <a:extLst>
              <a:ext uri="{FF2B5EF4-FFF2-40B4-BE49-F238E27FC236}">
                <a16:creationId xmlns:a16="http://schemas.microsoft.com/office/drawing/2014/main" id="{BDC82CF2-ED3F-426D-B411-2F6013A954EB}"/>
              </a:ext>
            </a:extLst>
          </p:cNvPr>
          <p:cNvSpPr/>
          <p:nvPr/>
        </p:nvSpPr>
        <p:spPr>
          <a:xfrm>
            <a:off x="906203" y="137196"/>
            <a:ext cx="5281236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o-RO" sz="2800" b="1" dirty="0">
                <a:solidFill>
                  <a:srgbClr val="0000FF"/>
                </a:solidFill>
              </a:rPr>
              <a:t>Numărătoare - Clasificare   </a:t>
            </a:r>
            <a:r>
              <a:rPr lang="en-US" sz="2800" b="1" dirty="0">
                <a:solidFill>
                  <a:srgbClr val="0000FF"/>
                </a:solidFill>
              </a:rPr>
              <a:t> </a:t>
            </a:r>
            <a:endParaRPr lang="ro-RO" sz="2800" b="1" dirty="0">
              <a:solidFill>
                <a:srgbClr val="0000FF"/>
              </a:solidFill>
            </a:endParaRPr>
          </a:p>
        </p:txBody>
      </p:sp>
      <p:pic>
        <p:nvPicPr>
          <p:cNvPr id="2" name="Imagine 1">
            <a:extLst>
              <a:ext uri="{FF2B5EF4-FFF2-40B4-BE49-F238E27FC236}">
                <a16:creationId xmlns:a16="http://schemas.microsoft.com/office/drawing/2014/main" id="{A4CD4C4B-8A2A-4184-B9A4-B32F4FEA0E2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5343" y="868708"/>
            <a:ext cx="11506200" cy="5391150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3" name="Cerneală 2">
                <a:extLst>
                  <a:ext uri="{FF2B5EF4-FFF2-40B4-BE49-F238E27FC236}">
                    <a16:creationId xmlns:a16="http://schemas.microsoft.com/office/drawing/2014/main" id="{DF074CC3-14D3-4095-90D9-078AA8FA9A06}"/>
                  </a:ext>
                </a:extLst>
              </p14:cNvPr>
              <p14:cNvContentPartPr/>
              <p14:nvPr/>
            </p14:nvContentPartPr>
            <p14:xfrm>
              <a:off x="216189" y="4578385"/>
              <a:ext cx="5400" cy="8280"/>
            </p14:xfrm>
          </p:contentPart>
        </mc:Choice>
        <mc:Fallback xmlns="">
          <p:pic>
            <p:nvPicPr>
              <p:cNvPr id="3" name="Cerneală 2">
                <a:extLst>
                  <a:ext uri="{FF2B5EF4-FFF2-40B4-BE49-F238E27FC236}">
                    <a16:creationId xmlns:a16="http://schemas.microsoft.com/office/drawing/2014/main" id="{DF074CC3-14D3-4095-90D9-078AA8FA9A06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98189" y="4560745"/>
                <a:ext cx="41040" cy="439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92396777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reptunghi 1">
            <a:extLst>
              <a:ext uri="{FF2B5EF4-FFF2-40B4-BE49-F238E27FC236}">
                <a16:creationId xmlns:a16="http://schemas.microsoft.com/office/drawing/2014/main" id="{6C401569-7906-4795-A91E-0998C971A7D3}"/>
              </a:ext>
            </a:extLst>
          </p:cNvPr>
          <p:cNvSpPr/>
          <p:nvPr/>
        </p:nvSpPr>
        <p:spPr>
          <a:xfrm>
            <a:off x="975416" y="411513"/>
            <a:ext cx="10407326" cy="390876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b="1" dirty="0">
                <a:solidFill>
                  <a:srgbClr val="0000FF"/>
                </a:solidFill>
              </a:rPr>
              <a:t>Agenda</a:t>
            </a:r>
            <a:endParaRPr lang="ro-RO" sz="2800" b="1" dirty="0">
              <a:solidFill>
                <a:srgbClr val="0000FF"/>
              </a:solidFill>
            </a:endParaRPr>
          </a:p>
          <a:p>
            <a:pPr algn="ctr"/>
            <a:r>
              <a:rPr lang="ro-RO" sz="2800" b="1" dirty="0">
                <a:solidFill>
                  <a:srgbClr val="0000FF"/>
                </a:solidFill>
              </a:rPr>
              <a:t> </a:t>
            </a:r>
          </a:p>
          <a:p>
            <a:pPr marL="457200" indent="-457200">
              <a:buFontTx/>
              <a:buChar char="-"/>
            </a:pPr>
            <a:endParaRPr lang="ro-RO" sz="2800" b="1" dirty="0">
              <a:solidFill>
                <a:srgbClr val="0000FF"/>
              </a:solidFill>
            </a:endParaRPr>
          </a:p>
          <a:p>
            <a:pPr marL="457200" indent="-457200">
              <a:buFontTx/>
              <a:buChar char="-"/>
            </a:pPr>
            <a:r>
              <a:rPr lang="ro-RO" sz="2800" b="1" dirty="0">
                <a:solidFill>
                  <a:srgbClr val="0000FF"/>
                </a:solidFill>
              </a:rPr>
              <a:t>Numărătoare;</a:t>
            </a:r>
          </a:p>
          <a:p>
            <a:pPr marL="1371600" lvl="2" indent="-457200">
              <a:buFontTx/>
              <a:buChar char="-"/>
            </a:pPr>
            <a:r>
              <a:rPr lang="ro-RO" sz="2800" b="1" dirty="0">
                <a:solidFill>
                  <a:schemeClr val="accent6">
                    <a:lumMod val="20000"/>
                    <a:lumOff val="80000"/>
                  </a:schemeClr>
                </a:solidFill>
              </a:rPr>
              <a:t>Introducere (rol, aplicații)</a:t>
            </a:r>
          </a:p>
          <a:p>
            <a:pPr marL="1371600" lvl="2" indent="-457200">
              <a:buFontTx/>
              <a:buChar char="-"/>
            </a:pPr>
            <a:r>
              <a:rPr lang="ro-RO" sz="2800" b="1" dirty="0">
                <a:solidFill>
                  <a:schemeClr val="accent6">
                    <a:lumMod val="20000"/>
                    <a:lumOff val="80000"/>
                  </a:schemeClr>
                </a:solidFill>
              </a:rPr>
              <a:t>Clasificare;</a:t>
            </a:r>
          </a:p>
          <a:p>
            <a:pPr marL="1371600" lvl="2" indent="-457200">
              <a:buFontTx/>
              <a:buChar char="-"/>
            </a:pPr>
            <a:r>
              <a:rPr lang="ro-RO" sz="2800" b="1" dirty="0"/>
              <a:t>Numărătoare binare asincrone;</a:t>
            </a:r>
          </a:p>
          <a:p>
            <a:pPr marL="2286000" lvl="4" indent="-457200">
              <a:buFontTx/>
              <a:buChar char="-"/>
            </a:pPr>
            <a:r>
              <a:rPr lang="ro-RO" sz="2400" b="1" dirty="0">
                <a:solidFill>
                  <a:srgbClr val="FF0000"/>
                </a:solidFill>
              </a:rPr>
              <a:t>Structură internă</a:t>
            </a:r>
          </a:p>
          <a:p>
            <a:pPr lvl="2"/>
            <a:endParaRPr lang="ro-RO" sz="2800" b="1" dirty="0"/>
          </a:p>
        </p:txBody>
      </p:sp>
    </p:spTree>
    <p:extLst>
      <p:ext uri="{BB962C8B-B14F-4D97-AF65-F5344CB8AC3E}">
        <p14:creationId xmlns:p14="http://schemas.microsoft.com/office/powerpoint/2010/main" val="309262068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reptunghi 6">
            <a:extLst>
              <a:ext uri="{FF2B5EF4-FFF2-40B4-BE49-F238E27FC236}">
                <a16:creationId xmlns:a16="http://schemas.microsoft.com/office/drawing/2014/main" id="{BDC82CF2-ED3F-426D-B411-2F6013A954EB}"/>
              </a:ext>
            </a:extLst>
          </p:cNvPr>
          <p:cNvSpPr/>
          <p:nvPr/>
        </p:nvSpPr>
        <p:spPr>
          <a:xfrm>
            <a:off x="247980" y="137196"/>
            <a:ext cx="8956946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o-RO" sz="2800" b="1" dirty="0">
                <a:solidFill>
                  <a:srgbClr val="0000FF"/>
                </a:solidFill>
              </a:rPr>
              <a:t>Numărătoare binare asincrone,   cu numărare înainte  </a:t>
            </a:r>
            <a:r>
              <a:rPr lang="en-US" sz="2800" b="1" dirty="0">
                <a:solidFill>
                  <a:srgbClr val="0000FF"/>
                </a:solidFill>
              </a:rPr>
              <a:t> </a:t>
            </a:r>
            <a:endParaRPr lang="ro-RO" sz="2800" b="1" dirty="0">
              <a:solidFill>
                <a:srgbClr val="0000FF"/>
              </a:solidFill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A447404-7BFE-44FC-BDD5-D692041232C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5343" y="685830"/>
            <a:ext cx="11155558" cy="2893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2857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200150" indent="-285750">
              <a:spcBef>
                <a:spcPct val="20000"/>
              </a:spcBef>
              <a:buClr>
                <a:schemeClr val="accent2"/>
              </a:buClr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2"/>
              </a:buClr>
              <a:buChar char="•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•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•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•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•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buClrTx/>
              <a:buSzTx/>
              <a:buFontTx/>
              <a:buNone/>
            </a:pPr>
            <a:endParaRPr kumimoji="0" lang="ro-RO" altLang="ro-RO" sz="1800" i="1" dirty="0">
              <a:solidFill>
                <a:srgbClr val="000000"/>
              </a:solidFill>
            </a:endParaRPr>
          </a:p>
          <a:p>
            <a:pPr lvl="1">
              <a:buFontTx/>
              <a:buChar char="-"/>
            </a:pPr>
            <a:r>
              <a:rPr lang="ro-RO" altLang="ro-RO" sz="1800" i="1" dirty="0">
                <a:solidFill>
                  <a:srgbClr val="000000"/>
                </a:solidFill>
              </a:rPr>
              <a:t>Sunt cele mai simple structuri de numărare;</a:t>
            </a:r>
            <a:endParaRPr kumimoji="0" lang="ro-RO" altLang="ro-RO" sz="1800" i="1" dirty="0">
              <a:solidFill>
                <a:srgbClr val="000000"/>
              </a:solidFill>
            </a:endParaRPr>
          </a:p>
          <a:p>
            <a:pPr lvl="1" eaLnBrk="1" hangingPunct="1">
              <a:buFontTx/>
              <a:buChar char="-"/>
            </a:pPr>
            <a:r>
              <a:rPr kumimoji="0" lang="ro-RO" altLang="ro-RO" sz="1800" i="1" dirty="0">
                <a:solidFill>
                  <a:srgbClr val="000000"/>
                </a:solidFill>
              </a:rPr>
              <a:t>Se </a:t>
            </a:r>
            <a:r>
              <a:rPr kumimoji="0" lang="ro-RO" altLang="ro-RO" sz="1800" i="1" dirty="0" err="1">
                <a:solidFill>
                  <a:srgbClr val="000000"/>
                </a:solidFill>
              </a:rPr>
              <a:t>obţine</a:t>
            </a:r>
            <a:r>
              <a:rPr kumimoji="0" lang="ro-RO" altLang="ro-RO" sz="1800" i="1" dirty="0">
                <a:solidFill>
                  <a:srgbClr val="000000"/>
                </a:solidFill>
              </a:rPr>
              <a:t> prin legarea în cascadă a unor celule de divizare cu 2 a </a:t>
            </a:r>
            <a:r>
              <a:rPr kumimoji="0" lang="ro-RO" altLang="ro-RO" sz="1800" i="1" dirty="0" err="1">
                <a:solidFill>
                  <a:srgbClr val="000000"/>
                </a:solidFill>
              </a:rPr>
              <a:t>frecvenţei</a:t>
            </a:r>
            <a:r>
              <a:rPr kumimoji="0" lang="ro-RO" altLang="ro-RO" sz="1800" i="1" dirty="0">
                <a:solidFill>
                  <a:srgbClr val="000000"/>
                </a:solidFill>
              </a:rPr>
              <a:t> semnalului de intrare;</a:t>
            </a:r>
          </a:p>
          <a:p>
            <a:pPr lvl="1" eaLnBrk="1" hangingPunct="1">
              <a:buFontTx/>
              <a:buChar char="-"/>
            </a:pPr>
            <a:r>
              <a:rPr kumimoji="0" lang="ro-RO" altLang="ro-RO" sz="1800" i="1" dirty="0">
                <a:solidFill>
                  <a:srgbClr val="000000"/>
                </a:solidFill>
              </a:rPr>
              <a:t>Bitul cel mai </a:t>
            </a:r>
            <a:r>
              <a:rPr kumimoji="0" lang="ro-RO" altLang="ro-RO" sz="1800" i="1" dirty="0" err="1">
                <a:solidFill>
                  <a:srgbClr val="000000"/>
                </a:solidFill>
              </a:rPr>
              <a:t>puţin</a:t>
            </a:r>
            <a:r>
              <a:rPr kumimoji="0" lang="ro-RO" altLang="ro-RO" sz="1800" i="1" dirty="0">
                <a:solidFill>
                  <a:srgbClr val="000000"/>
                </a:solidFill>
              </a:rPr>
              <a:t> semnificativ este notat cu Q0 sau </a:t>
            </a:r>
            <a:r>
              <a:rPr kumimoji="0" lang="ro-RO" altLang="ro-RO" sz="1800" i="1" dirty="0" err="1">
                <a:solidFill>
                  <a:srgbClr val="000000"/>
                </a:solidFill>
              </a:rPr>
              <a:t>Qa</a:t>
            </a:r>
            <a:r>
              <a:rPr kumimoji="0" lang="ro-RO" altLang="ro-RO" sz="1800" i="1" dirty="0">
                <a:solidFill>
                  <a:srgbClr val="000000"/>
                </a:solidFill>
              </a:rPr>
              <a:t> </a:t>
            </a:r>
            <a:r>
              <a:rPr kumimoji="0" lang="ro-RO" altLang="ro-RO" sz="1800" i="1" dirty="0" err="1">
                <a:solidFill>
                  <a:srgbClr val="000000"/>
                </a:solidFill>
              </a:rPr>
              <a:t>şi</a:t>
            </a:r>
            <a:r>
              <a:rPr kumimoji="0" lang="ro-RO" altLang="ro-RO" sz="1800" i="1" dirty="0">
                <a:solidFill>
                  <a:srgbClr val="000000"/>
                </a:solidFill>
              </a:rPr>
              <a:t> este preluat după primul bistabil;</a:t>
            </a:r>
          </a:p>
          <a:p>
            <a:pPr lvl="1" eaLnBrk="1" hangingPunct="1">
              <a:buFontTx/>
              <a:buChar char="-"/>
            </a:pPr>
            <a:r>
              <a:rPr kumimoji="0" lang="ro-RO" altLang="ro-RO" sz="1800" i="1" dirty="0">
                <a:solidFill>
                  <a:srgbClr val="000000"/>
                </a:solidFill>
              </a:rPr>
              <a:t>Numărarea se face înainte – dacă bistabilii sunt activi (sensibili) pe tranziția negativă a semnalului ce ceas;</a:t>
            </a:r>
          </a:p>
          <a:p>
            <a:pPr lvl="1" eaLnBrk="1" hangingPunct="1">
              <a:buFontTx/>
              <a:buChar char="-"/>
            </a:pPr>
            <a:r>
              <a:rPr kumimoji="0" lang="ro-RO" altLang="ro-RO" sz="1800" i="1" dirty="0">
                <a:solidFill>
                  <a:srgbClr val="000000"/>
                </a:solidFill>
              </a:rPr>
              <a:t>Numărarea se face înapoi – dacă bistabilii sunt activi (sensibili) pe tranziția pozitivă a semnalului ce ceas;</a:t>
            </a:r>
          </a:p>
        </p:txBody>
      </p:sp>
      <p:pic>
        <p:nvPicPr>
          <p:cNvPr id="10" name="Imagine 9">
            <a:extLst>
              <a:ext uri="{FF2B5EF4-FFF2-40B4-BE49-F238E27FC236}">
                <a16:creationId xmlns:a16="http://schemas.microsoft.com/office/drawing/2014/main" id="{2FBA5C12-CD5F-4420-A762-FB6CBF2A357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5416" y="3611878"/>
            <a:ext cx="10020300" cy="27717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772919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reptunghi 6">
            <a:extLst>
              <a:ext uri="{FF2B5EF4-FFF2-40B4-BE49-F238E27FC236}">
                <a16:creationId xmlns:a16="http://schemas.microsoft.com/office/drawing/2014/main" id="{BDC82CF2-ED3F-426D-B411-2F6013A954EB}"/>
              </a:ext>
            </a:extLst>
          </p:cNvPr>
          <p:cNvSpPr/>
          <p:nvPr/>
        </p:nvSpPr>
        <p:spPr>
          <a:xfrm>
            <a:off x="247980" y="137196"/>
            <a:ext cx="8956946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o-RO" sz="2800" b="1" dirty="0">
                <a:solidFill>
                  <a:srgbClr val="0000FF"/>
                </a:solidFill>
              </a:rPr>
              <a:t>Numărătoare binare asincrone,   cu numărare înainte  </a:t>
            </a:r>
            <a:r>
              <a:rPr lang="en-US" sz="2800" b="1" dirty="0">
                <a:solidFill>
                  <a:srgbClr val="0000FF"/>
                </a:solidFill>
              </a:rPr>
              <a:t> </a:t>
            </a:r>
            <a:endParaRPr lang="ro-RO" sz="2800" b="1" dirty="0">
              <a:solidFill>
                <a:srgbClr val="0000FF"/>
              </a:solidFill>
            </a:endParaRPr>
          </a:p>
        </p:txBody>
      </p:sp>
      <p:pic>
        <p:nvPicPr>
          <p:cNvPr id="10" name="Imagine 9">
            <a:extLst>
              <a:ext uri="{FF2B5EF4-FFF2-40B4-BE49-F238E27FC236}">
                <a16:creationId xmlns:a16="http://schemas.microsoft.com/office/drawing/2014/main" id="{2FBA5C12-CD5F-4420-A762-FB6CBF2A357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3977" y="777269"/>
            <a:ext cx="10020300" cy="2771775"/>
          </a:xfrm>
          <a:prstGeom prst="rect">
            <a:avLst/>
          </a:prstGeom>
        </p:spPr>
      </p:pic>
      <p:pic>
        <p:nvPicPr>
          <p:cNvPr id="5" name="Picture 6">
            <a:extLst>
              <a:ext uri="{FF2B5EF4-FFF2-40B4-BE49-F238E27FC236}">
                <a16:creationId xmlns:a16="http://schemas.microsoft.com/office/drawing/2014/main" id="{3E121170-B424-4B79-BD48-BB2EF1F6737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2538" y="3886195"/>
            <a:ext cx="10950102" cy="2285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17167717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reptunghi 6">
            <a:extLst>
              <a:ext uri="{FF2B5EF4-FFF2-40B4-BE49-F238E27FC236}">
                <a16:creationId xmlns:a16="http://schemas.microsoft.com/office/drawing/2014/main" id="{BDC82CF2-ED3F-426D-B411-2F6013A954EB}"/>
              </a:ext>
            </a:extLst>
          </p:cNvPr>
          <p:cNvSpPr/>
          <p:nvPr/>
        </p:nvSpPr>
        <p:spPr>
          <a:xfrm>
            <a:off x="247980" y="137196"/>
            <a:ext cx="8956946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o-RO" sz="2800" b="1" dirty="0">
                <a:solidFill>
                  <a:srgbClr val="0000FF"/>
                </a:solidFill>
              </a:rPr>
              <a:t>Numărătoare binare asincrone,   cu numărare înainte  </a:t>
            </a:r>
            <a:r>
              <a:rPr lang="en-US" sz="2800" b="1" dirty="0">
                <a:solidFill>
                  <a:srgbClr val="0000FF"/>
                </a:solidFill>
              </a:rPr>
              <a:t> </a:t>
            </a:r>
            <a:endParaRPr lang="ro-RO" sz="2800" b="1" dirty="0">
              <a:solidFill>
                <a:srgbClr val="0000FF"/>
              </a:solidFill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27" name="Cerneală 26">
                <a:extLst>
                  <a:ext uri="{FF2B5EF4-FFF2-40B4-BE49-F238E27FC236}">
                    <a16:creationId xmlns:a16="http://schemas.microsoft.com/office/drawing/2014/main" id="{4A26ADC7-5F59-4908-9363-8D5C4BF28452}"/>
                  </a:ext>
                </a:extLst>
              </p14:cNvPr>
              <p14:cNvContentPartPr/>
              <p14:nvPr/>
            </p14:nvContentPartPr>
            <p14:xfrm>
              <a:off x="672273" y="1179746"/>
              <a:ext cx="2085480" cy="837360"/>
            </p14:xfrm>
          </p:contentPart>
        </mc:Choice>
        <mc:Fallback xmlns="">
          <p:pic>
            <p:nvPicPr>
              <p:cNvPr id="27" name="Cerneală 26">
                <a:extLst>
                  <a:ext uri="{FF2B5EF4-FFF2-40B4-BE49-F238E27FC236}">
                    <a16:creationId xmlns:a16="http://schemas.microsoft.com/office/drawing/2014/main" id="{4A26ADC7-5F59-4908-9363-8D5C4BF28452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654273" y="1161746"/>
                <a:ext cx="2121120" cy="873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137" name="Cerneală 136">
                <a:extLst>
                  <a:ext uri="{FF2B5EF4-FFF2-40B4-BE49-F238E27FC236}">
                    <a16:creationId xmlns:a16="http://schemas.microsoft.com/office/drawing/2014/main" id="{9467516A-E435-41DB-80A5-E91E9D2F897E}"/>
                  </a:ext>
                </a:extLst>
              </p14:cNvPr>
              <p14:cNvContentPartPr/>
              <p14:nvPr/>
            </p14:nvContentPartPr>
            <p14:xfrm>
              <a:off x="3078513" y="1051586"/>
              <a:ext cx="8346960" cy="2592000"/>
            </p14:xfrm>
          </p:contentPart>
        </mc:Choice>
        <mc:Fallback xmlns="">
          <p:pic>
            <p:nvPicPr>
              <p:cNvPr id="137" name="Cerneală 136">
                <a:extLst>
                  <a:ext uri="{FF2B5EF4-FFF2-40B4-BE49-F238E27FC236}">
                    <a16:creationId xmlns:a16="http://schemas.microsoft.com/office/drawing/2014/main" id="{9467516A-E435-41DB-80A5-E91E9D2F897E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3060513" y="1033588"/>
                <a:ext cx="8382600" cy="2627635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07919971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reptunghi 6">
            <a:extLst>
              <a:ext uri="{FF2B5EF4-FFF2-40B4-BE49-F238E27FC236}">
                <a16:creationId xmlns:a16="http://schemas.microsoft.com/office/drawing/2014/main" id="{BDC82CF2-ED3F-426D-B411-2F6013A954EB}"/>
              </a:ext>
            </a:extLst>
          </p:cNvPr>
          <p:cNvSpPr/>
          <p:nvPr/>
        </p:nvSpPr>
        <p:spPr>
          <a:xfrm>
            <a:off x="335343" y="137196"/>
            <a:ext cx="5064271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ro-RO" sz="2800" b="1" dirty="0">
                <a:solidFill>
                  <a:srgbClr val="0000FF"/>
                </a:solidFill>
              </a:rPr>
              <a:t>Numărătoare binare asincrone   </a:t>
            </a:r>
            <a:r>
              <a:rPr lang="en-US" sz="2800" b="1" dirty="0">
                <a:solidFill>
                  <a:srgbClr val="0000FF"/>
                </a:solidFill>
              </a:rPr>
              <a:t> </a:t>
            </a:r>
            <a:endParaRPr lang="ro-RO" sz="2800" b="1" dirty="0">
              <a:solidFill>
                <a:srgbClr val="0000FF"/>
              </a:solidFill>
            </a:endParaRPr>
          </a:p>
        </p:txBody>
      </p:sp>
      <p:pic>
        <p:nvPicPr>
          <p:cNvPr id="3" name="Imagine 2">
            <a:extLst>
              <a:ext uri="{FF2B5EF4-FFF2-40B4-BE49-F238E27FC236}">
                <a16:creationId xmlns:a16="http://schemas.microsoft.com/office/drawing/2014/main" id="{0C56551D-3DAC-4099-A4BE-7F65E31837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6782" y="868708"/>
            <a:ext cx="10020300" cy="2771775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2" name="Cerneală 1">
                <a:extLst>
                  <a:ext uri="{FF2B5EF4-FFF2-40B4-BE49-F238E27FC236}">
                    <a16:creationId xmlns:a16="http://schemas.microsoft.com/office/drawing/2014/main" id="{AFFC64F8-0EBF-49CE-ADD2-29A1FAE74D0D}"/>
                  </a:ext>
                </a:extLst>
              </p14:cNvPr>
              <p14:cNvContentPartPr/>
              <p14:nvPr/>
            </p14:nvContentPartPr>
            <p14:xfrm>
              <a:off x="5105709" y="403465"/>
              <a:ext cx="215280" cy="24840"/>
            </p14:xfrm>
          </p:contentPart>
        </mc:Choice>
        <mc:Fallback xmlns="">
          <p:pic>
            <p:nvPicPr>
              <p:cNvPr id="2" name="Cerneală 1">
                <a:extLst>
                  <a:ext uri="{FF2B5EF4-FFF2-40B4-BE49-F238E27FC236}">
                    <a16:creationId xmlns:a16="http://schemas.microsoft.com/office/drawing/2014/main" id="{AFFC64F8-0EBF-49CE-ADD2-29A1FAE74D0D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5088069" y="385825"/>
                <a:ext cx="250920" cy="60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16" name="Cerneală 15">
                <a:extLst>
                  <a:ext uri="{FF2B5EF4-FFF2-40B4-BE49-F238E27FC236}">
                    <a16:creationId xmlns:a16="http://schemas.microsoft.com/office/drawing/2014/main" id="{200B5CAF-6A21-442E-B896-E57A211DD28C}"/>
                  </a:ext>
                </a:extLst>
              </p14:cNvPr>
              <p14:cNvContentPartPr/>
              <p14:nvPr/>
            </p14:nvContentPartPr>
            <p14:xfrm>
              <a:off x="7743429" y="148225"/>
              <a:ext cx="1469520" cy="329400"/>
            </p14:xfrm>
          </p:contentPart>
        </mc:Choice>
        <mc:Fallback xmlns="">
          <p:pic>
            <p:nvPicPr>
              <p:cNvPr id="16" name="Cerneală 15">
                <a:extLst>
                  <a:ext uri="{FF2B5EF4-FFF2-40B4-BE49-F238E27FC236}">
                    <a16:creationId xmlns:a16="http://schemas.microsoft.com/office/drawing/2014/main" id="{200B5CAF-6A21-442E-B896-E57A211DD28C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7725433" y="130566"/>
                <a:ext cx="1505151" cy="365079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17" name="Cerneală 16">
                <a:extLst>
                  <a:ext uri="{FF2B5EF4-FFF2-40B4-BE49-F238E27FC236}">
                    <a16:creationId xmlns:a16="http://schemas.microsoft.com/office/drawing/2014/main" id="{8205569B-5C4A-4634-BAF7-DB0E8A9E99D6}"/>
                  </a:ext>
                </a:extLst>
              </p14:cNvPr>
              <p14:cNvContentPartPr/>
              <p14:nvPr/>
            </p14:nvContentPartPr>
            <p14:xfrm>
              <a:off x="5582349" y="209425"/>
              <a:ext cx="1820160" cy="275760"/>
            </p14:xfrm>
          </p:contentPart>
        </mc:Choice>
        <mc:Fallback xmlns="">
          <p:pic>
            <p:nvPicPr>
              <p:cNvPr id="17" name="Cerneală 16">
                <a:extLst>
                  <a:ext uri="{FF2B5EF4-FFF2-40B4-BE49-F238E27FC236}">
                    <a16:creationId xmlns:a16="http://schemas.microsoft.com/office/drawing/2014/main" id="{8205569B-5C4A-4634-BAF7-DB0E8A9E99D6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5564709" y="191425"/>
                <a:ext cx="1855800" cy="311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10" name="Cerneală 9">
                <a:extLst>
                  <a:ext uri="{FF2B5EF4-FFF2-40B4-BE49-F238E27FC236}">
                    <a16:creationId xmlns:a16="http://schemas.microsoft.com/office/drawing/2014/main" id="{2E874290-67B4-40D9-BD29-3462C08E5BFF}"/>
                  </a:ext>
                </a:extLst>
              </p14:cNvPr>
              <p14:cNvContentPartPr/>
              <p14:nvPr/>
            </p14:nvContentPartPr>
            <p14:xfrm>
              <a:off x="1182789" y="3912385"/>
              <a:ext cx="15480" cy="20160"/>
            </p14:xfrm>
          </p:contentPart>
        </mc:Choice>
        <mc:Fallback xmlns="">
          <p:pic>
            <p:nvPicPr>
              <p:cNvPr id="10" name="Cerneală 9">
                <a:extLst>
                  <a:ext uri="{FF2B5EF4-FFF2-40B4-BE49-F238E27FC236}">
                    <a16:creationId xmlns:a16="http://schemas.microsoft.com/office/drawing/2014/main" id="{2E874290-67B4-40D9-BD29-3462C08E5BFF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1165149" y="3894745"/>
                <a:ext cx="51120" cy="55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11" name="Cerneală 10">
                <a:extLst>
                  <a:ext uri="{FF2B5EF4-FFF2-40B4-BE49-F238E27FC236}">
                    <a16:creationId xmlns:a16="http://schemas.microsoft.com/office/drawing/2014/main" id="{BBD5A597-DA99-4004-B0D7-9F7B23DCD8D2}"/>
                  </a:ext>
                </a:extLst>
              </p14:cNvPr>
              <p14:cNvContentPartPr/>
              <p14:nvPr/>
            </p14:nvContentPartPr>
            <p14:xfrm>
              <a:off x="1207629" y="4066465"/>
              <a:ext cx="11160" cy="18000"/>
            </p14:xfrm>
          </p:contentPart>
        </mc:Choice>
        <mc:Fallback xmlns="">
          <p:pic>
            <p:nvPicPr>
              <p:cNvPr id="11" name="Cerneală 10">
                <a:extLst>
                  <a:ext uri="{FF2B5EF4-FFF2-40B4-BE49-F238E27FC236}">
                    <a16:creationId xmlns:a16="http://schemas.microsoft.com/office/drawing/2014/main" id="{BBD5A597-DA99-4004-B0D7-9F7B23DCD8D2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1189629" y="4048465"/>
                <a:ext cx="46800" cy="53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">
            <p14:nvContentPartPr>
              <p14:cNvPr id="18" name="Cerneală 17">
                <a:extLst>
                  <a:ext uri="{FF2B5EF4-FFF2-40B4-BE49-F238E27FC236}">
                    <a16:creationId xmlns:a16="http://schemas.microsoft.com/office/drawing/2014/main" id="{3A93D7B3-7B36-4F49-BC8A-D97646E1A60E}"/>
                  </a:ext>
                </a:extLst>
              </p14:cNvPr>
              <p14:cNvContentPartPr/>
              <p14:nvPr/>
            </p14:nvContentPartPr>
            <p14:xfrm>
              <a:off x="2102589" y="3980785"/>
              <a:ext cx="69120" cy="3960"/>
            </p14:xfrm>
          </p:contentPart>
        </mc:Choice>
        <mc:Fallback xmlns="">
          <p:pic>
            <p:nvPicPr>
              <p:cNvPr id="18" name="Cerneală 17">
                <a:extLst>
                  <a:ext uri="{FF2B5EF4-FFF2-40B4-BE49-F238E27FC236}">
                    <a16:creationId xmlns:a16="http://schemas.microsoft.com/office/drawing/2014/main" id="{3A93D7B3-7B36-4F49-BC8A-D97646E1A60E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2084949" y="3963145"/>
                <a:ext cx="104760" cy="39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">
            <p14:nvContentPartPr>
              <p14:cNvPr id="19" name="Cerneală 18">
                <a:extLst>
                  <a:ext uri="{FF2B5EF4-FFF2-40B4-BE49-F238E27FC236}">
                    <a16:creationId xmlns:a16="http://schemas.microsoft.com/office/drawing/2014/main" id="{FCDD521A-5A3E-4CC4-A6CF-A260A32A2714}"/>
                  </a:ext>
                </a:extLst>
              </p14:cNvPr>
              <p14:cNvContentPartPr/>
              <p14:nvPr/>
            </p14:nvContentPartPr>
            <p14:xfrm>
              <a:off x="2575269" y="3772705"/>
              <a:ext cx="183960" cy="287640"/>
            </p14:xfrm>
          </p:contentPart>
        </mc:Choice>
        <mc:Fallback xmlns="">
          <p:pic>
            <p:nvPicPr>
              <p:cNvPr id="19" name="Cerneală 18">
                <a:extLst>
                  <a:ext uri="{FF2B5EF4-FFF2-40B4-BE49-F238E27FC236}">
                    <a16:creationId xmlns:a16="http://schemas.microsoft.com/office/drawing/2014/main" id="{FCDD521A-5A3E-4CC4-A6CF-A260A32A2714}"/>
                  </a:ext>
                </a:extLst>
              </p:cNvPr>
              <p:cNvPicPr/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2557629" y="3755065"/>
                <a:ext cx="219600" cy="323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">
            <p14:nvContentPartPr>
              <p14:cNvPr id="25" name="Cerneală 24">
                <a:extLst>
                  <a:ext uri="{FF2B5EF4-FFF2-40B4-BE49-F238E27FC236}">
                    <a16:creationId xmlns:a16="http://schemas.microsoft.com/office/drawing/2014/main" id="{8C984E09-E09D-4FC9-BA06-0D89D8FBC7C7}"/>
                  </a:ext>
                </a:extLst>
              </p14:cNvPr>
              <p14:cNvContentPartPr/>
              <p14:nvPr/>
            </p14:nvContentPartPr>
            <p14:xfrm>
              <a:off x="3430989" y="3715105"/>
              <a:ext cx="303840" cy="324000"/>
            </p14:xfrm>
          </p:contentPart>
        </mc:Choice>
        <mc:Fallback xmlns="">
          <p:pic>
            <p:nvPicPr>
              <p:cNvPr id="25" name="Cerneală 24">
                <a:extLst>
                  <a:ext uri="{FF2B5EF4-FFF2-40B4-BE49-F238E27FC236}">
                    <a16:creationId xmlns:a16="http://schemas.microsoft.com/office/drawing/2014/main" id="{8C984E09-E09D-4FC9-BA06-0D89D8FBC7C7}"/>
                  </a:ext>
                </a:extLst>
              </p:cNvPr>
              <p:cNvPicPr/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3412989" y="3697105"/>
                <a:ext cx="339480" cy="359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">
            <p14:nvContentPartPr>
              <p14:cNvPr id="26" name="Cerneală 25">
                <a:extLst>
                  <a:ext uri="{FF2B5EF4-FFF2-40B4-BE49-F238E27FC236}">
                    <a16:creationId xmlns:a16="http://schemas.microsoft.com/office/drawing/2014/main" id="{A6888E24-AE9F-442E-ABEA-9CE54B7CD619}"/>
                  </a:ext>
                </a:extLst>
              </p14:cNvPr>
              <p14:cNvContentPartPr/>
              <p14:nvPr/>
            </p14:nvContentPartPr>
            <p14:xfrm>
              <a:off x="3070269" y="3763345"/>
              <a:ext cx="269640" cy="266400"/>
            </p14:xfrm>
          </p:contentPart>
        </mc:Choice>
        <mc:Fallback xmlns="">
          <p:pic>
            <p:nvPicPr>
              <p:cNvPr id="26" name="Cerneală 25">
                <a:extLst>
                  <a:ext uri="{FF2B5EF4-FFF2-40B4-BE49-F238E27FC236}">
                    <a16:creationId xmlns:a16="http://schemas.microsoft.com/office/drawing/2014/main" id="{A6888E24-AE9F-442E-ABEA-9CE54B7CD619}"/>
                  </a:ext>
                </a:extLst>
              </p:cNvPr>
              <p:cNvPicPr/>
              <p:nvPr/>
            </p:nvPicPr>
            <p:blipFill>
              <a:blip r:embed="rId20"/>
              <a:stretch>
                <a:fillRect/>
              </a:stretch>
            </p:blipFill>
            <p:spPr>
              <a:xfrm>
                <a:off x="3052269" y="3745705"/>
                <a:ext cx="305280" cy="302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">
            <p14:nvContentPartPr>
              <p14:cNvPr id="28" name="Cerneală 27">
                <a:extLst>
                  <a:ext uri="{FF2B5EF4-FFF2-40B4-BE49-F238E27FC236}">
                    <a16:creationId xmlns:a16="http://schemas.microsoft.com/office/drawing/2014/main" id="{3CC0FB21-8153-4F4F-A069-81424F93AD32}"/>
                  </a:ext>
                </a:extLst>
              </p14:cNvPr>
              <p14:cNvContentPartPr/>
              <p14:nvPr/>
            </p14:nvContentPartPr>
            <p14:xfrm>
              <a:off x="1554309" y="3792145"/>
              <a:ext cx="427320" cy="245160"/>
            </p14:xfrm>
          </p:contentPart>
        </mc:Choice>
        <mc:Fallback xmlns="">
          <p:pic>
            <p:nvPicPr>
              <p:cNvPr id="28" name="Cerneală 27">
                <a:extLst>
                  <a:ext uri="{FF2B5EF4-FFF2-40B4-BE49-F238E27FC236}">
                    <a16:creationId xmlns:a16="http://schemas.microsoft.com/office/drawing/2014/main" id="{3CC0FB21-8153-4F4F-A069-81424F93AD32}"/>
                  </a:ext>
                </a:extLst>
              </p:cNvPr>
              <p:cNvPicPr/>
              <p:nvPr/>
            </p:nvPicPr>
            <p:blipFill>
              <a:blip r:embed="rId22"/>
              <a:stretch>
                <a:fillRect/>
              </a:stretch>
            </p:blipFill>
            <p:spPr>
              <a:xfrm>
                <a:off x="1536324" y="3774145"/>
                <a:ext cx="462930" cy="280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3">
            <p14:nvContentPartPr>
              <p14:cNvPr id="29" name="Cerneală 28">
                <a:extLst>
                  <a:ext uri="{FF2B5EF4-FFF2-40B4-BE49-F238E27FC236}">
                    <a16:creationId xmlns:a16="http://schemas.microsoft.com/office/drawing/2014/main" id="{6ADF9680-12A0-4FF2-A9CE-DE1CD19B3CDC}"/>
                  </a:ext>
                </a:extLst>
              </p14:cNvPr>
              <p14:cNvContentPartPr/>
              <p14:nvPr/>
            </p14:nvContentPartPr>
            <p14:xfrm>
              <a:off x="403029" y="3819145"/>
              <a:ext cx="436320" cy="299880"/>
            </p14:xfrm>
          </p:contentPart>
        </mc:Choice>
        <mc:Fallback xmlns="">
          <p:pic>
            <p:nvPicPr>
              <p:cNvPr id="29" name="Cerneală 28">
                <a:extLst>
                  <a:ext uri="{FF2B5EF4-FFF2-40B4-BE49-F238E27FC236}">
                    <a16:creationId xmlns:a16="http://schemas.microsoft.com/office/drawing/2014/main" id="{6ADF9680-12A0-4FF2-A9CE-DE1CD19B3CDC}"/>
                  </a:ext>
                </a:extLst>
              </p:cNvPr>
              <p:cNvPicPr/>
              <p:nvPr/>
            </p:nvPicPr>
            <p:blipFill>
              <a:blip r:embed="rId24"/>
              <a:stretch>
                <a:fillRect/>
              </a:stretch>
            </p:blipFill>
            <p:spPr>
              <a:xfrm>
                <a:off x="385389" y="3801167"/>
                <a:ext cx="471960" cy="335477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5">
            <p14:nvContentPartPr>
              <p14:cNvPr id="134" name="Cerneală 133">
                <a:extLst>
                  <a:ext uri="{FF2B5EF4-FFF2-40B4-BE49-F238E27FC236}">
                    <a16:creationId xmlns:a16="http://schemas.microsoft.com/office/drawing/2014/main" id="{080E1367-59A0-42A9-90C3-32BC57E1072B}"/>
                  </a:ext>
                </a:extLst>
              </p14:cNvPr>
              <p14:cNvContentPartPr/>
              <p14:nvPr/>
            </p14:nvContentPartPr>
            <p14:xfrm>
              <a:off x="6365349" y="3893305"/>
              <a:ext cx="289440" cy="548640"/>
            </p14:xfrm>
          </p:contentPart>
        </mc:Choice>
        <mc:Fallback xmlns="">
          <p:pic>
            <p:nvPicPr>
              <p:cNvPr id="134" name="Cerneală 133">
                <a:extLst>
                  <a:ext uri="{FF2B5EF4-FFF2-40B4-BE49-F238E27FC236}">
                    <a16:creationId xmlns:a16="http://schemas.microsoft.com/office/drawing/2014/main" id="{080E1367-59A0-42A9-90C3-32BC57E1072B}"/>
                  </a:ext>
                </a:extLst>
              </p:cNvPr>
              <p:cNvPicPr/>
              <p:nvPr/>
            </p:nvPicPr>
            <p:blipFill>
              <a:blip r:embed="rId26"/>
              <a:stretch>
                <a:fillRect/>
              </a:stretch>
            </p:blipFill>
            <p:spPr>
              <a:xfrm>
                <a:off x="6347687" y="3875317"/>
                <a:ext cx="325124" cy="584257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7">
            <p14:nvContentPartPr>
              <p14:cNvPr id="135" name="Cerneală 134">
                <a:extLst>
                  <a:ext uri="{FF2B5EF4-FFF2-40B4-BE49-F238E27FC236}">
                    <a16:creationId xmlns:a16="http://schemas.microsoft.com/office/drawing/2014/main" id="{00991279-7D92-49EE-8B82-A7564DDFEC49}"/>
                  </a:ext>
                </a:extLst>
              </p14:cNvPr>
              <p14:cNvContentPartPr/>
              <p14:nvPr/>
            </p14:nvContentPartPr>
            <p14:xfrm>
              <a:off x="7093629" y="4154665"/>
              <a:ext cx="192960" cy="9720"/>
            </p14:xfrm>
          </p:contentPart>
        </mc:Choice>
        <mc:Fallback xmlns="">
          <p:pic>
            <p:nvPicPr>
              <p:cNvPr id="135" name="Cerneală 134">
                <a:extLst>
                  <a:ext uri="{FF2B5EF4-FFF2-40B4-BE49-F238E27FC236}">
                    <a16:creationId xmlns:a16="http://schemas.microsoft.com/office/drawing/2014/main" id="{00991279-7D92-49EE-8B82-A7564DDFEC49}"/>
                  </a:ext>
                </a:extLst>
              </p:cNvPr>
              <p:cNvPicPr/>
              <p:nvPr/>
            </p:nvPicPr>
            <p:blipFill>
              <a:blip r:embed="rId28"/>
              <a:stretch>
                <a:fillRect/>
              </a:stretch>
            </p:blipFill>
            <p:spPr>
              <a:xfrm>
                <a:off x="7075989" y="4136665"/>
                <a:ext cx="228600" cy="45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9">
            <p14:nvContentPartPr>
              <p14:cNvPr id="141" name="Cerneală 140">
                <a:extLst>
                  <a:ext uri="{FF2B5EF4-FFF2-40B4-BE49-F238E27FC236}">
                    <a16:creationId xmlns:a16="http://schemas.microsoft.com/office/drawing/2014/main" id="{A122F147-18FE-44ED-A7EB-CA7BE20716A0}"/>
                  </a:ext>
                </a:extLst>
              </p14:cNvPr>
              <p14:cNvContentPartPr/>
              <p14:nvPr/>
            </p14:nvContentPartPr>
            <p14:xfrm>
              <a:off x="9222309" y="3900505"/>
              <a:ext cx="286200" cy="235080"/>
            </p14:xfrm>
          </p:contentPart>
        </mc:Choice>
        <mc:Fallback xmlns="">
          <p:pic>
            <p:nvPicPr>
              <p:cNvPr id="141" name="Cerneală 140">
                <a:extLst>
                  <a:ext uri="{FF2B5EF4-FFF2-40B4-BE49-F238E27FC236}">
                    <a16:creationId xmlns:a16="http://schemas.microsoft.com/office/drawing/2014/main" id="{A122F147-18FE-44ED-A7EB-CA7BE20716A0}"/>
                  </a:ext>
                </a:extLst>
              </p:cNvPr>
              <p:cNvPicPr/>
              <p:nvPr/>
            </p:nvPicPr>
            <p:blipFill>
              <a:blip r:embed="rId30"/>
              <a:stretch>
                <a:fillRect/>
              </a:stretch>
            </p:blipFill>
            <p:spPr>
              <a:xfrm>
                <a:off x="9204309" y="3882865"/>
                <a:ext cx="321840" cy="270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1">
            <p14:nvContentPartPr>
              <p14:cNvPr id="143" name="Cerneală 142">
                <a:extLst>
                  <a:ext uri="{FF2B5EF4-FFF2-40B4-BE49-F238E27FC236}">
                    <a16:creationId xmlns:a16="http://schemas.microsoft.com/office/drawing/2014/main" id="{169BF141-069C-4B49-81F6-8E5C7594096A}"/>
                  </a:ext>
                </a:extLst>
              </p14:cNvPr>
              <p14:cNvContentPartPr/>
              <p14:nvPr/>
            </p14:nvContentPartPr>
            <p14:xfrm>
              <a:off x="7565229" y="3886105"/>
              <a:ext cx="1289160" cy="329760"/>
            </p14:xfrm>
          </p:contentPart>
        </mc:Choice>
        <mc:Fallback xmlns="">
          <p:pic>
            <p:nvPicPr>
              <p:cNvPr id="143" name="Cerneală 142">
                <a:extLst>
                  <a:ext uri="{FF2B5EF4-FFF2-40B4-BE49-F238E27FC236}">
                    <a16:creationId xmlns:a16="http://schemas.microsoft.com/office/drawing/2014/main" id="{169BF141-069C-4B49-81F6-8E5C7594096A}"/>
                  </a:ext>
                </a:extLst>
              </p:cNvPr>
              <p:cNvPicPr/>
              <p:nvPr/>
            </p:nvPicPr>
            <p:blipFill>
              <a:blip r:embed="rId32"/>
              <a:stretch>
                <a:fillRect/>
              </a:stretch>
            </p:blipFill>
            <p:spPr>
              <a:xfrm>
                <a:off x="7547229" y="3868465"/>
                <a:ext cx="1324800" cy="365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3">
            <p14:nvContentPartPr>
              <p14:cNvPr id="146" name="Cerneală 145">
                <a:extLst>
                  <a:ext uri="{FF2B5EF4-FFF2-40B4-BE49-F238E27FC236}">
                    <a16:creationId xmlns:a16="http://schemas.microsoft.com/office/drawing/2014/main" id="{A7B933FF-4AB3-4E6A-AF38-0AC29449325F}"/>
                  </a:ext>
                </a:extLst>
              </p14:cNvPr>
              <p14:cNvContentPartPr/>
              <p14:nvPr/>
            </p14:nvContentPartPr>
            <p14:xfrm>
              <a:off x="9817389" y="3824905"/>
              <a:ext cx="1959480" cy="258480"/>
            </p14:xfrm>
          </p:contentPart>
        </mc:Choice>
        <mc:Fallback xmlns="">
          <p:pic>
            <p:nvPicPr>
              <p:cNvPr id="146" name="Cerneală 145">
                <a:extLst>
                  <a:ext uri="{FF2B5EF4-FFF2-40B4-BE49-F238E27FC236}">
                    <a16:creationId xmlns:a16="http://schemas.microsoft.com/office/drawing/2014/main" id="{A7B933FF-4AB3-4E6A-AF38-0AC29449325F}"/>
                  </a:ext>
                </a:extLst>
              </p:cNvPr>
              <p:cNvPicPr/>
              <p:nvPr/>
            </p:nvPicPr>
            <p:blipFill>
              <a:blip r:embed="rId34"/>
              <a:stretch>
                <a:fillRect/>
              </a:stretch>
            </p:blipFill>
            <p:spPr>
              <a:xfrm>
                <a:off x="9799392" y="3806930"/>
                <a:ext cx="1995113" cy="29407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5">
            <p14:nvContentPartPr>
              <p14:cNvPr id="151" name="Cerneală 150">
                <a:extLst>
                  <a:ext uri="{FF2B5EF4-FFF2-40B4-BE49-F238E27FC236}">
                    <a16:creationId xmlns:a16="http://schemas.microsoft.com/office/drawing/2014/main" id="{6D133B7C-7D77-4CFB-884C-F6BE4140CCB7}"/>
                  </a:ext>
                </a:extLst>
              </p14:cNvPr>
              <p14:cNvContentPartPr/>
              <p14:nvPr/>
            </p14:nvContentPartPr>
            <p14:xfrm>
              <a:off x="134109" y="4716265"/>
              <a:ext cx="4329000" cy="2089440"/>
            </p14:xfrm>
          </p:contentPart>
        </mc:Choice>
        <mc:Fallback xmlns="">
          <p:pic>
            <p:nvPicPr>
              <p:cNvPr id="151" name="Cerneală 150">
                <a:extLst>
                  <a:ext uri="{FF2B5EF4-FFF2-40B4-BE49-F238E27FC236}">
                    <a16:creationId xmlns:a16="http://schemas.microsoft.com/office/drawing/2014/main" id="{6D133B7C-7D77-4CFB-884C-F6BE4140CCB7}"/>
                  </a:ext>
                </a:extLst>
              </p:cNvPr>
              <p:cNvPicPr/>
              <p:nvPr/>
            </p:nvPicPr>
            <p:blipFill>
              <a:blip r:embed="rId36"/>
              <a:stretch>
                <a:fillRect/>
              </a:stretch>
            </p:blipFill>
            <p:spPr>
              <a:xfrm>
                <a:off x="116468" y="4698265"/>
                <a:ext cx="4364643" cy="2125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7">
            <p14:nvContentPartPr>
              <p14:cNvPr id="159" name="Cerneală 158">
                <a:extLst>
                  <a:ext uri="{FF2B5EF4-FFF2-40B4-BE49-F238E27FC236}">
                    <a16:creationId xmlns:a16="http://schemas.microsoft.com/office/drawing/2014/main" id="{D8A6F0A7-D111-47D7-A594-78283C6B207B}"/>
                  </a:ext>
                </a:extLst>
              </p14:cNvPr>
              <p14:cNvContentPartPr/>
              <p14:nvPr/>
            </p14:nvContentPartPr>
            <p14:xfrm>
              <a:off x="8258229" y="4735345"/>
              <a:ext cx="237600" cy="25560"/>
            </p14:xfrm>
          </p:contentPart>
        </mc:Choice>
        <mc:Fallback xmlns="">
          <p:pic>
            <p:nvPicPr>
              <p:cNvPr id="159" name="Cerneală 158">
                <a:extLst>
                  <a:ext uri="{FF2B5EF4-FFF2-40B4-BE49-F238E27FC236}">
                    <a16:creationId xmlns:a16="http://schemas.microsoft.com/office/drawing/2014/main" id="{D8A6F0A7-D111-47D7-A594-78283C6B207B}"/>
                  </a:ext>
                </a:extLst>
              </p:cNvPr>
              <p:cNvPicPr/>
              <p:nvPr/>
            </p:nvPicPr>
            <p:blipFill>
              <a:blip r:embed="rId38"/>
              <a:stretch>
                <a:fillRect/>
              </a:stretch>
            </p:blipFill>
            <p:spPr>
              <a:xfrm>
                <a:off x="8240229" y="4717705"/>
                <a:ext cx="273240" cy="61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9">
            <p14:nvContentPartPr>
              <p14:cNvPr id="166" name="Cerneală 165">
                <a:extLst>
                  <a:ext uri="{FF2B5EF4-FFF2-40B4-BE49-F238E27FC236}">
                    <a16:creationId xmlns:a16="http://schemas.microsoft.com/office/drawing/2014/main" id="{11B449DC-5F69-4DC3-9791-64E418CEC225}"/>
                  </a:ext>
                </a:extLst>
              </p14:cNvPr>
              <p14:cNvContentPartPr/>
              <p14:nvPr/>
            </p14:nvContentPartPr>
            <p14:xfrm>
              <a:off x="6535989" y="4570465"/>
              <a:ext cx="1471320" cy="461520"/>
            </p14:xfrm>
          </p:contentPart>
        </mc:Choice>
        <mc:Fallback xmlns="">
          <p:pic>
            <p:nvPicPr>
              <p:cNvPr id="166" name="Cerneală 165">
                <a:extLst>
                  <a:ext uri="{FF2B5EF4-FFF2-40B4-BE49-F238E27FC236}">
                    <a16:creationId xmlns:a16="http://schemas.microsoft.com/office/drawing/2014/main" id="{11B449DC-5F69-4DC3-9791-64E418CEC225}"/>
                  </a:ext>
                </a:extLst>
              </p:cNvPr>
              <p:cNvPicPr/>
              <p:nvPr/>
            </p:nvPicPr>
            <p:blipFill>
              <a:blip r:embed="rId40"/>
              <a:stretch>
                <a:fillRect/>
              </a:stretch>
            </p:blipFill>
            <p:spPr>
              <a:xfrm>
                <a:off x="6517993" y="4552825"/>
                <a:ext cx="1506951" cy="497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1">
            <p14:nvContentPartPr>
              <p14:cNvPr id="169" name="Cerneală 168">
                <a:extLst>
                  <a:ext uri="{FF2B5EF4-FFF2-40B4-BE49-F238E27FC236}">
                    <a16:creationId xmlns:a16="http://schemas.microsoft.com/office/drawing/2014/main" id="{BB25AA2E-00AC-4B0D-BDB9-F1F3513A8D85}"/>
                  </a:ext>
                </a:extLst>
              </p14:cNvPr>
              <p14:cNvContentPartPr/>
              <p14:nvPr/>
            </p14:nvContentPartPr>
            <p14:xfrm>
              <a:off x="9891909" y="4453825"/>
              <a:ext cx="286920" cy="283320"/>
            </p14:xfrm>
          </p:contentPart>
        </mc:Choice>
        <mc:Fallback xmlns="">
          <p:pic>
            <p:nvPicPr>
              <p:cNvPr id="169" name="Cerneală 168">
                <a:extLst>
                  <a:ext uri="{FF2B5EF4-FFF2-40B4-BE49-F238E27FC236}">
                    <a16:creationId xmlns:a16="http://schemas.microsoft.com/office/drawing/2014/main" id="{BB25AA2E-00AC-4B0D-BDB9-F1F3513A8D85}"/>
                  </a:ext>
                </a:extLst>
              </p:cNvPr>
              <p:cNvPicPr/>
              <p:nvPr/>
            </p:nvPicPr>
            <p:blipFill>
              <a:blip r:embed="rId42"/>
              <a:stretch>
                <a:fillRect/>
              </a:stretch>
            </p:blipFill>
            <p:spPr>
              <a:xfrm>
                <a:off x="9874269" y="4435825"/>
                <a:ext cx="322560" cy="318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3">
            <p14:nvContentPartPr>
              <p14:cNvPr id="172" name="Cerneală 171">
                <a:extLst>
                  <a:ext uri="{FF2B5EF4-FFF2-40B4-BE49-F238E27FC236}">
                    <a16:creationId xmlns:a16="http://schemas.microsoft.com/office/drawing/2014/main" id="{61A0EC81-500E-4949-BD76-ED930282913B}"/>
                  </a:ext>
                </a:extLst>
              </p14:cNvPr>
              <p14:cNvContentPartPr/>
              <p14:nvPr/>
            </p14:nvContentPartPr>
            <p14:xfrm>
              <a:off x="10476549" y="4366345"/>
              <a:ext cx="1442880" cy="307440"/>
            </p14:xfrm>
          </p:contentPart>
        </mc:Choice>
        <mc:Fallback xmlns="">
          <p:pic>
            <p:nvPicPr>
              <p:cNvPr id="172" name="Cerneală 171">
                <a:extLst>
                  <a:ext uri="{FF2B5EF4-FFF2-40B4-BE49-F238E27FC236}">
                    <a16:creationId xmlns:a16="http://schemas.microsoft.com/office/drawing/2014/main" id="{61A0EC81-500E-4949-BD76-ED930282913B}"/>
                  </a:ext>
                </a:extLst>
              </p:cNvPr>
              <p:cNvPicPr/>
              <p:nvPr/>
            </p:nvPicPr>
            <p:blipFill>
              <a:blip r:embed="rId44"/>
              <a:stretch>
                <a:fillRect/>
              </a:stretch>
            </p:blipFill>
            <p:spPr>
              <a:xfrm>
                <a:off x="10458549" y="4348705"/>
                <a:ext cx="1478520" cy="343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5">
            <p14:nvContentPartPr>
              <p14:cNvPr id="173" name="Cerneală 172">
                <a:extLst>
                  <a:ext uri="{FF2B5EF4-FFF2-40B4-BE49-F238E27FC236}">
                    <a16:creationId xmlns:a16="http://schemas.microsoft.com/office/drawing/2014/main" id="{A235115A-B9CE-4266-85B7-3D1E63E55900}"/>
                  </a:ext>
                </a:extLst>
              </p14:cNvPr>
              <p14:cNvContentPartPr/>
              <p14:nvPr/>
            </p14:nvContentPartPr>
            <p14:xfrm>
              <a:off x="8724429" y="4485145"/>
              <a:ext cx="867600" cy="327960"/>
            </p14:xfrm>
          </p:contentPart>
        </mc:Choice>
        <mc:Fallback xmlns="">
          <p:pic>
            <p:nvPicPr>
              <p:cNvPr id="173" name="Cerneală 172">
                <a:extLst>
                  <a:ext uri="{FF2B5EF4-FFF2-40B4-BE49-F238E27FC236}">
                    <a16:creationId xmlns:a16="http://schemas.microsoft.com/office/drawing/2014/main" id="{A235115A-B9CE-4266-85B7-3D1E63E55900}"/>
                  </a:ext>
                </a:extLst>
              </p:cNvPr>
              <p:cNvPicPr/>
              <p:nvPr/>
            </p:nvPicPr>
            <p:blipFill>
              <a:blip r:embed="rId46"/>
              <a:stretch>
                <a:fillRect/>
              </a:stretch>
            </p:blipFill>
            <p:spPr>
              <a:xfrm>
                <a:off x="8706429" y="4467145"/>
                <a:ext cx="903240" cy="363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7">
            <p14:nvContentPartPr>
              <p14:cNvPr id="177" name="Cerneală 176">
                <a:extLst>
                  <a:ext uri="{FF2B5EF4-FFF2-40B4-BE49-F238E27FC236}">
                    <a16:creationId xmlns:a16="http://schemas.microsoft.com/office/drawing/2014/main" id="{54BA23C1-496A-41E0-98B6-C1DB7E212D88}"/>
                  </a:ext>
                </a:extLst>
              </p14:cNvPr>
              <p14:cNvContentPartPr/>
              <p14:nvPr/>
            </p14:nvContentPartPr>
            <p14:xfrm>
              <a:off x="5171229" y="5328985"/>
              <a:ext cx="835920" cy="315000"/>
            </p14:xfrm>
          </p:contentPart>
        </mc:Choice>
        <mc:Fallback xmlns="">
          <p:pic>
            <p:nvPicPr>
              <p:cNvPr id="177" name="Cerneală 176">
                <a:extLst>
                  <a:ext uri="{FF2B5EF4-FFF2-40B4-BE49-F238E27FC236}">
                    <a16:creationId xmlns:a16="http://schemas.microsoft.com/office/drawing/2014/main" id="{54BA23C1-496A-41E0-98B6-C1DB7E212D88}"/>
                  </a:ext>
                </a:extLst>
              </p:cNvPr>
              <p:cNvPicPr/>
              <p:nvPr/>
            </p:nvPicPr>
            <p:blipFill>
              <a:blip r:embed="rId48"/>
              <a:stretch>
                <a:fillRect/>
              </a:stretch>
            </p:blipFill>
            <p:spPr>
              <a:xfrm>
                <a:off x="5153589" y="5311345"/>
                <a:ext cx="871560" cy="350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9">
            <p14:nvContentPartPr>
              <p14:cNvPr id="186" name="Cerneală 185">
                <a:extLst>
                  <a:ext uri="{FF2B5EF4-FFF2-40B4-BE49-F238E27FC236}">
                    <a16:creationId xmlns:a16="http://schemas.microsoft.com/office/drawing/2014/main" id="{DE2E6104-C9B4-418A-A6AA-51723BB7D256}"/>
                  </a:ext>
                </a:extLst>
              </p14:cNvPr>
              <p14:cNvContentPartPr/>
              <p14:nvPr/>
            </p14:nvContentPartPr>
            <p14:xfrm>
              <a:off x="8580789" y="5444185"/>
              <a:ext cx="162720" cy="18360"/>
            </p14:xfrm>
          </p:contentPart>
        </mc:Choice>
        <mc:Fallback xmlns="">
          <p:pic>
            <p:nvPicPr>
              <p:cNvPr id="186" name="Cerneală 185">
                <a:extLst>
                  <a:ext uri="{FF2B5EF4-FFF2-40B4-BE49-F238E27FC236}">
                    <a16:creationId xmlns:a16="http://schemas.microsoft.com/office/drawing/2014/main" id="{DE2E6104-C9B4-418A-A6AA-51723BB7D256}"/>
                  </a:ext>
                </a:extLst>
              </p:cNvPr>
              <p:cNvPicPr/>
              <p:nvPr/>
            </p:nvPicPr>
            <p:blipFill>
              <a:blip r:embed="rId50"/>
              <a:stretch>
                <a:fillRect/>
              </a:stretch>
            </p:blipFill>
            <p:spPr>
              <a:xfrm>
                <a:off x="8563149" y="5426545"/>
                <a:ext cx="198360" cy="54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1">
            <p14:nvContentPartPr>
              <p14:cNvPr id="187" name="Cerneală 186">
                <a:extLst>
                  <a:ext uri="{FF2B5EF4-FFF2-40B4-BE49-F238E27FC236}">
                    <a16:creationId xmlns:a16="http://schemas.microsoft.com/office/drawing/2014/main" id="{49D936AA-F5F5-4862-90AA-192024902BBC}"/>
                  </a:ext>
                </a:extLst>
              </p14:cNvPr>
              <p14:cNvContentPartPr/>
              <p14:nvPr/>
            </p14:nvContentPartPr>
            <p14:xfrm>
              <a:off x="8638389" y="5539225"/>
              <a:ext cx="153360" cy="20160"/>
            </p14:xfrm>
          </p:contentPart>
        </mc:Choice>
        <mc:Fallback xmlns="">
          <p:pic>
            <p:nvPicPr>
              <p:cNvPr id="187" name="Cerneală 186">
                <a:extLst>
                  <a:ext uri="{FF2B5EF4-FFF2-40B4-BE49-F238E27FC236}">
                    <a16:creationId xmlns:a16="http://schemas.microsoft.com/office/drawing/2014/main" id="{49D936AA-F5F5-4862-90AA-192024902BBC}"/>
                  </a:ext>
                </a:extLst>
              </p:cNvPr>
              <p:cNvPicPr/>
              <p:nvPr/>
            </p:nvPicPr>
            <p:blipFill>
              <a:blip r:embed="rId52"/>
              <a:stretch>
                <a:fillRect/>
              </a:stretch>
            </p:blipFill>
            <p:spPr>
              <a:xfrm>
                <a:off x="8620389" y="5521225"/>
                <a:ext cx="189000" cy="55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3">
            <p14:nvContentPartPr>
              <p14:cNvPr id="191" name="Cerneală 190">
                <a:extLst>
                  <a:ext uri="{FF2B5EF4-FFF2-40B4-BE49-F238E27FC236}">
                    <a16:creationId xmlns:a16="http://schemas.microsoft.com/office/drawing/2014/main" id="{95074424-B3D5-4B23-83BC-BEB349AEBC6C}"/>
                  </a:ext>
                </a:extLst>
              </p14:cNvPr>
              <p14:cNvContentPartPr/>
              <p14:nvPr/>
            </p14:nvContentPartPr>
            <p14:xfrm>
              <a:off x="6414669" y="5249425"/>
              <a:ext cx="1950480" cy="366120"/>
            </p14:xfrm>
          </p:contentPart>
        </mc:Choice>
        <mc:Fallback xmlns="">
          <p:pic>
            <p:nvPicPr>
              <p:cNvPr id="191" name="Cerneală 190">
                <a:extLst>
                  <a:ext uri="{FF2B5EF4-FFF2-40B4-BE49-F238E27FC236}">
                    <a16:creationId xmlns:a16="http://schemas.microsoft.com/office/drawing/2014/main" id="{95074424-B3D5-4B23-83BC-BEB349AEBC6C}"/>
                  </a:ext>
                </a:extLst>
              </p:cNvPr>
              <p:cNvPicPr/>
              <p:nvPr/>
            </p:nvPicPr>
            <p:blipFill>
              <a:blip r:embed="rId54"/>
              <a:stretch>
                <a:fillRect/>
              </a:stretch>
            </p:blipFill>
            <p:spPr>
              <a:xfrm>
                <a:off x="6397029" y="5231443"/>
                <a:ext cx="1986120" cy="401725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5">
            <p14:nvContentPartPr>
              <p14:cNvPr id="223" name="Cerneală 222">
                <a:extLst>
                  <a:ext uri="{FF2B5EF4-FFF2-40B4-BE49-F238E27FC236}">
                    <a16:creationId xmlns:a16="http://schemas.microsoft.com/office/drawing/2014/main" id="{1882EC9C-1835-4DA1-AFD6-E600616AF2A0}"/>
                  </a:ext>
                </a:extLst>
              </p14:cNvPr>
              <p14:cNvContentPartPr/>
              <p14:nvPr/>
            </p14:nvContentPartPr>
            <p14:xfrm>
              <a:off x="8960949" y="5187505"/>
              <a:ext cx="3032280" cy="1255320"/>
            </p14:xfrm>
          </p:contentPart>
        </mc:Choice>
        <mc:Fallback xmlns="">
          <p:pic>
            <p:nvPicPr>
              <p:cNvPr id="223" name="Cerneală 222">
                <a:extLst>
                  <a:ext uri="{FF2B5EF4-FFF2-40B4-BE49-F238E27FC236}">
                    <a16:creationId xmlns:a16="http://schemas.microsoft.com/office/drawing/2014/main" id="{1882EC9C-1835-4DA1-AFD6-E600616AF2A0}"/>
                  </a:ext>
                </a:extLst>
              </p:cNvPr>
              <p:cNvPicPr/>
              <p:nvPr/>
            </p:nvPicPr>
            <p:blipFill>
              <a:blip r:embed="rId56"/>
              <a:stretch>
                <a:fillRect/>
              </a:stretch>
            </p:blipFill>
            <p:spPr>
              <a:xfrm>
                <a:off x="8943309" y="5169505"/>
                <a:ext cx="3067920" cy="1290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7">
            <p14:nvContentPartPr>
              <p14:cNvPr id="224" name="Cerneală 223">
                <a:extLst>
                  <a:ext uri="{FF2B5EF4-FFF2-40B4-BE49-F238E27FC236}">
                    <a16:creationId xmlns:a16="http://schemas.microsoft.com/office/drawing/2014/main" id="{4E1AF6B3-A909-4A3B-8246-E585E3BD14BA}"/>
                  </a:ext>
                </a:extLst>
              </p14:cNvPr>
              <p14:cNvContentPartPr/>
              <p14:nvPr/>
            </p14:nvContentPartPr>
            <p14:xfrm>
              <a:off x="7228269" y="5967625"/>
              <a:ext cx="1500840" cy="331560"/>
            </p14:xfrm>
          </p:contentPart>
        </mc:Choice>
        <mc:Fallback xmlns="">
          <p:pic>
            <p:nvPicPr>
              <p:cNvPr id="224" name="Cerneală 223">
                <a:extLst>
                  <a:ext uri="{FF2B5EF4-FFF2-40B4-BE49-F238E27FC236}">
                    <a16:creationId xmlns:a16="http://schemas.microsoft.com/office/drawing/2014/main" id="{4E1AF6B3-A909-4A3B-8246-E585E3BD14BA}"/>
                  </a:ext>
                </a:extLst>
              </p:cNvPr>
              <p:cNvPicPr/>
              <p:nvPr/>
            </p:nvPicPr>
            <p:blipFill>
              <a:blip r:embed="rId58"/>
              <a:stretch>
                <a:fillRect/>
              </a:stretch>
            </p:blipFill>
            <p:spPr>
              <a:xfrm>
                <a:off x="7210269" y="5949605"/>
                <a:ext cx="1536480" cy="367239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9">
            <p14:nvContentPartPr>
              <p14:cNvPr id="225" name="Cerneală 224">
                <a:extLst>
                  <a:ext uri="{FF2B5EF4-FFF2-40B4-BE49-F238E27FC236}">
                    <a16:creationId xmlns:a16="http://schemas.microsoft.com/office/drawing/2014/main" id="{0164B457-EE37-412C-868C-06F54A291727}"/>
                  </a:ext>
                </a:extLst>
              </p14:cNvPr>
              <p14:cNvContentPartPr/>
              <p14:nvPr/>
            </p14:nvContentPartPr>
            <p14:xfrm>
              <a:off x="5247189" y="5914345"/>
              <a:ext cx="1833480" cy="532440"/>
            </p14:xfrm>
          </p:contentPart>
        </mc:Choice>
        <mc:Fallback xmlns="">
          <p:pic>
            <p:nvPicPr>
              <p:cNvPr id="225" name="Cerneală 224">
                <a:extLst>
                  <a:ext uri="{FF2B5EF4-FFF2-40B4-BE49-F238E27FC236}">
                    <a16:creationId xmlns:a16="http://schemas.microsoft.com/office/drawing/2014/main" id="{0164B457-EE37-412C-868C-06F54A291727}"/>
                  </a:ext>
                </a:extLst>
              </p:cNvPr>
              <p:cNvPicPr/>
              <p:nvPr/>
            </p:nvPicPr>
            <p:blipFill>
              <a:blip r:embed="rId60"/>
              <a:stretch>
                <a:fillRect/>
              </a:stretch>
            </p:blipFill>
            <p:spPr>
              <a:xfrm>
                <a:off x="5229193" y="5896705"/>
                <a:ext cx="1869113" cy="5680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7386049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reptunghi 6">
            <a:extLst>
              <a:ext uri="{FF2B5EF4-FFF2-40B4-BE49-F238E27FC236}">
                <a16:creationId xmlns:a16="http://schemas.microsoft.com/office/drawing/2014/main" id="{BDC82CF2-ED3F-426D-B411-2F6013A954EB}"/>
              </a:ext>
            </a:extLst>
          </p:cNvPr>
          <p:cNvSpPr/>
          <p:nvPr/>
        </p:nvSpPr>
        <p:spPr>
          <a:xfrm>
            <a:off x="335343" y="137196"/>
            <a:ext cx="5064271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ro-RO" sz="2800" b="1" dirty="0">
                <a:solidFill>
                  <a:srgbClr val="0000FF"/>
                </a:solidFill>
              </a:rPr>
              <a:t>Numărătoare binare asincrone   </a:t>
            </a:r>
            <a:r>
              <a:rPr lang="en-US" sz="2800" b="1" dirty="0">
                <a:solidFill>
                  <a:srgbClr val="0000FF"/>
                </a:solidFill>
              </a:rPr>
              <a:t> </a:t>
            </a:r>
            <a:endParaRPr lang="ro-RO" sz="2800" b="1" dirty="0">
              <a:solidFill>
                <a:srgbClr val="0000FF"/>
              </a:solidFill>
            </a:endParaRPr>
          </a:p>
        </p:txBody>
      </p:sp>
      <p:pic>
        <p:nvPicPr>
          <p:cNvPr id="3" name="Imagine 2">
            <a:extLst>
              <a:ext uri="{FF2B5EF4-FFF2-40B4-BE49-F238E27FC236}">
                <a16:creationId xmlns:a16="http://schemas.microsoft.com/office/drawing/2014/main" id="{0C56551D-3DAC-4099-A4BE-7F65E31837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6782" y="868708"/>
            <a:ext cx="10020300" cy="2771775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2" name="Cerneală 1">
                <a:extLst>
                  <a:ext uri="{FF2B5EF4-FFF2-40B4-BE49-F238E27FC236}">
                    <a16:creationId xmlns:a16="http://schemas.microsoft.com/office/drawing/2014/main" id="{AFFC64F8-0EBF-49CE-ADD2-29A1FAE74D0D}"/>
                  </a:ext>
                </a:extLst>
              </p14:cNvPr>
              <p14:cNvContentPartPr/>
              <p14:nvPr/>
            </p14:nvContentPartPr>
            <p14:xfrm>
              <a:off x="5105709" y="403465"/>
              <a:ext cx="215280" cy="24840"/>
            </p14:xfrm>
          </p:contentPart>
        </mc:Choice>
        <mc:Fallback xmlns="">
          <p:pic>
            <p:nvPicPr>
              <p:cNvPr id="2" name="Cerneală 1">
                <a:extLst>
                  <a:ext uri="{FF2B5EF4-FFF2-40B4-BE49-F238E27FC236}">
                    <a16:creationId xmlns:a16="http://schemas.microsoft.com/office/drawing/2014/main" id="{AFFC64F8-0EBF-49CE-ADD2-29A1FAE74D0D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5088069" y="385825"/>
                <a:ext cx="250920" cy="60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16" name="Cerneală 15">
                <a:extLst>
                  <a:ext uri="{FF2B5EF4-FFF2-40B4-BE49-F238E27FC236}">
                    <a16:creationId xmlns:a16="http://schemas.microsoft.com/office/drawing/2014/main" id="{200B5CAF-6A21-442E-B896-E57A211DD28C}"/>
                  </a:ext>
                </a:extLst>
              </p14:cNvPr>
              <p14:cNvContentPartPr/>
              <p14:nvPr/>
            </p14:nvContentPartPr>
            <p14:xfrm>
              <a:off x="7743429" y="148225"/>
              <a:ext cx="1469520" cy="329400"/>
            </p14:xfrm>
          </p:contentPart>
        </mc:Choice>
        <mc:Fallback xmlns="">
          <p:pic>
            <p:nvPicPr>
              <p:cNvPr id="16" name="Cerneală 15">
                <a:extLst>
                  <a:ext uri="{FF2B5EF4-FFF2-40B4-BE49-F238E27FC236}">
                    <a16:creationId xmlns:a16="http://schemas.microsoft.com/office/drawing/2014/main" id="{200B5CAF-6A21-442E-B896-E57A211DD28C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7725433" y="130566"/>
                <a:ext cx="1505151" cy="365079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17" name="Cerneală 16">
                <a:extLst>
                  <a:ext uri="{FF2B5EF4-FFF2-40B4-BE49-F238E27FC236}">
                    <a16:creationId xmlns:a16="http://schemas.microsoft.com/office/drawing/2014/main" id="{8205569B-5C4A-4634-BAF7-DB0E8A9E99D6}"/>
                  </a:ext>
                </a:extLst>
              </p14:cNvPr>
              <p14:cNvContentPartPr/>
              <p14:nvPr/>
            </p14:nvContentPartPr>
            <p14:xfrm>
              <a:off x="5582349" y="209425"/>
              <a:ext cx="1820160" cy="275760"/>
            </p14:xfrm>
          </p:contentPart>
        </mc:Choice>
        <mc:Fallback xmlns="">
          <p:pic>
            <p:nvPicPr>
              <p:cNvPr id="17" name="Cerneală 16">
                <a:extLst>
                  <a:ext uri="{FF2B5EF4-FFF2-40B4-BE49-F238E27FC236}">
                    <a16:creationId xmlns:a16="http://schemas.microsoft.com/office/drawing/2014/main" id="{8205569B-5C4A-4634-BAF7-DB0E8A9E99D6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5564709" y="191425"/>
                <a:ext cx="1855800" cy="311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8" name="Cerneală 7">
                <a:extLst>
                  <a:ext uri="{FF2B5EF4-FFF2-40B4-BE49-F238E27FC236}">
                    <a16:creationId xmlns:a16="http://schemas.microsoft.com/office/drawing/2014/main" id="{52ED3B1E-0F3B-4866-A437-71DC4983DA1E}"/>
                  </a:ext>
                </a:extLst>
              </p14:cNvPr>
              <p14:cNvContentPartPr/>
              <p14:nvPr/>
            </p14:nvContentPartPr>
            <p14:xfrm>
              <a:off x="384669" y="3932185"/>
              <a:ext cx="380160" cy="255240"/>
            </p14:xfrm>
          </p:contentPart>
        </mc:Choice>
        <mc:Fallback xmlns="">
          <p:pic>
            <p:nvPicPr>
              <p:cNvPr id="8" name="Cerneală 7">
                <a:extLst>
                  <a:ext uri="{FF2B5EF4-FFF2-40B4-BE49-F238E27FC236}">
                    <a16:creationId xmlns:a16="http://schemas.microsoft.com/office/drawing/2014/main" id="{52ED3B1E-0F3B-4866-A437-71DC4983DA1E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366686" y="3914185"/>
                <a:ext cx="415766" cy="290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23" name="Cerneală 22">
                <a:extLst>
                  <a:ext uri="{FF2B5EF4-FFF2-40B4-BE49-F238E27FC236}">
                    <a16:creationId xmlns:a16="http://schemas.microsoft.com/office/drawing/2014/main" id="{3EB13BD8-F07A-4FD8-8952-D5CE898A3914}"/>
                  </a:ext>
                </a:extLst>
              </p14:cNvPr>
              <p14:cNvContentPartPr/>
              <p14:nvPr/>
            </p14:nvContentPartPr>
            <p14:xfrm>
              <a:off x="2790189" y="3868105"/>
              <a:ext cx="414000" cy="442080"/>
            </p14:xfrm>
          </p:contentPart>
        </mc:Choice>
        <mc:Fallback xmlns="">
          <p:pic>
            <p:nvPicPr>
              <p:cNvPr id="23" name="Cerneală 22">
                <a:extLst>
                  <a:ext uri="{FF2B5EF4-FFF2-40B4-BE49-F238E27FC236}">
                    <a16:creationId xmlns:a16="http://schemas.microsoft.com/office/drawing/2014/main" id="{3EB13BD8-F07A-4FD8-8952-D5CE898A3914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2772189" y="3850465"/>
                <a:ext cx="449640" cy="477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">
            <p14:nvContentPartPr>
              <p14:cNvPr id="24" name="Cerneală 23">
                <a:extLst>
                  <a:ext uri="{FF2B5EF4-FFF2-40B4-BE49-F238E27FC236}">
                    <a16:creationId xmlns:a16="http://schemas.microsoft.com/office/drawing/2014/main" id="{DCA1759C-88CB-4572-870E-44D8C59D70DE}"/>
                  </a:ext>
                </a:extLst>
              </p14:cNvPr>
              <p14:cNvContentPartPr/>
              <p14:nvPr/>
            </p14:nvContentPartPr>
            <p14:xfrm>
              <a:off x="2267109" y="3855505"/>
              <a:ext cx="284040" cy="497160"/>
            </p14:xfrm>
          </p:contentPart>
        </mc:Choice>
        <mc:Fallback xmlns="">
          <p:pic>
            <p:nvPicPr>
              <p:cNvPr id="24" name="Cerneală 23">
                <a:extLst>
                  <a:ext uri="{FF2B5EF4-FFF2-40B4-BE49-F238E27FC236}">
                    <a16:creationId xmlns:a16="http://schemas.microsoft.com/office/drawing/2014/main" id="{DCA1759C-88CB-4572-870E-44D8C59D70DE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2249469" y="3837505"/>
                <a:ext cx="319680" cy="532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">
            <p14:nvContentPartPr>
              <p14:cNvPr id="27" name="Cerneală 26">
                <a:extLst>
                  <a:ext uri="{FF2B5EF4-FFF2-40B4-BE49-F238E27FC236}">
                    <a16:creationId xmlns:a16="http://schemas.microsoft.com/office/drawing/2014/main" id="{4F59A788-2AE0-4257-9242-97C452E8BE07}"/>
                  </a:ext>
                </a:extLst>
              </p14:cNvPr>
              <p14:cNvContentPartPr/>
              <p14:nvPr/>
            </p14:nvContentPartPr>
            <p14:xfrm>
              <a:off x="1699029" y="3845425"/>
              <a:ext cx="415800" cy="429480"/>
            </p14:xfrm>
          </p:contentPart>
        </mc:Choice>
        <mc:Fallback xmlns="">
          <p:pic>
            <p:nvPicPr>
              <p:cNvPr id="27" name="Cerneală 26">
                <a:extLst>
                  <a:ext uri="{FF2B5EF4-FFF2-40B4-BE49-F238E27FC236}">
                    <a16:creationId xmlns:a16="http://schemas.microsoft.com/office/drawing/2014/main" id="{4F59A788-2AE0-4257-9242-97C452E8BE07}"/>
                  </a:ext>
                </a:extLst>
              </p:cNvPr>
              <p:cNvPicPr/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1681389" y="3827425"/>
                <a:ext cx="451440" cy="465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">
            <p14:nvContentPartPr>
              <p14:cNvPr id="30" name="Cerneală 29">
                <a:extLst>
                  <a:ext uri="{FF2B5EF4-FFF2-40B4-BE49-F238E27FC236}">
                    <a16:creationId xmlns:a16="http://schemas.microsoft.com/office/drawing/2014/main" id="{7FED916A-C349-46D9-ACA5-59B690284128}"/>
                  </a:ext>
                </a:extLst>
              </p14:cNvPr>
              <p14:cNvContentPartPr/>
              <p14:nvPr/>
            </p14:nvContentPartPr>
            <p14:xfrm>
              <a:off x="1146069" y="3849385"/>
              <a:ext cx="388440" cy="429840"/>
            </p14:xfrm>
          </p:contentPart>
        </mc:Choice>
        <mc:Fallback xmlns="">
          <p:pic>
            <p:nvPicPr>
              <p:cNvPr id="30" name="Cerneală 29">
                <a:extLst>
                  <a:ext uri="{FF2B5EF4-FFF2-40B4-BE49-F238E27FC236}">
                    <a16:creationId xmlns:a16="http://schemas.microsoft.com/office/drawing/2014/main" id="{7FED916A-C349-46D9-ACA5-59B690284128}"/>
                  </a:ext>
                </a:extLst>
              </p:cNvPr>
              <p:cNvPicPr/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1128069" y="3831745"/>
                <a:ext cx="424080" cy="465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">
            <p14:nvContentPartPr>
              <p14:cNvPr id="41" name="Cerneală 40">
                <a:extLst>
                  <a:ext uri="{FF2B5EF4-FFF2-40B4-BE49-F238E27FC236}">
                    <a16:creationId xmlns:a16="http://schemas.microsoft.com/office/drawing/2014/main" id="{FD081431-4059-47C9-B302-E8E8ADB72EB4}"/>
                  </a:ext>
                </a:extLst>
              </p14:cNvPr>
              <p14:cNvContentPartPr/>
              <p14:nvPr/>
            </p14:nvContentPartPr>
            <p14:xfrm>
              <a:off x="7252389" y="3826705"/>
              <a:ext cx="789120" cy="269640"/>
            </p14:xfrm>
          </p:contentPart>
        </mc:Choice>
        <mc:Fallback xmlns="">
          <p:pic>
            <p:nvPicPr>
              <p:cNvPr id="41" name="Cerneală 40">
                <a:extLst>
                  <a:ext uri="{FF2B5EF4-FFF2-40B4-BE49-F238E27FC236}">
                    <a16:creationId xmlns:a16="http://schemas.microsoft.com/office/drawing/2014/main" id="{FD081431-4059-47C9-B302-E8E8ADB72EB4}"/>
                  </a:ext>
                </a:extLst>
              </p:cNvPr>
              <p:cNvPicPr/>
              <p:nvPr/>
            </p:nvPicPr>
            <p:blipFill>
              <a:blip r:embed="rId20"/>
              <a:stretch>
                <a:fillRect/>
              </a:stretch>
            </p:blipFill>
            <p:spPr>
              <a:xfrm>
                <a:off x="7234389" y="3808705"/>
                <a:ext cx="824760" cy="305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">
            <p14:nvContentPartPr>
              <p14:cNvPr id="42" name="Cerneală 41">
                <a:extLst>
                  <a:ext uri="{FF2B5EF4-FFF2-40B4-BE49-F238E27FC236}">
                    <a16:creationId xmlns:a16="http://schemas.microsoft.com/office/drawing/2014/main" id="{30F9097B-7E87-4A8B-A9BE-6171EEDC18ED}"/>
                  </a:ext>
                </a:extLst>
              </p14:cNvPr>
              <p14:cNvContentPartPr/>
              <p14:nvPr/>
            </p14:nvContentPartPr>
            <p14:xfrm>
              <a:off x="6232149" y="3768745"/>
              <a:ext cx="637200" cy="338760"/>
            </p14:xfrm>
          </p:contentPart>
        </mc:Choice>
        <mc:Fallback xmlns="">
          <p:pic>
            <p:nvPicPr>
              <p:cNvPr id="42" name="Cerneală 41">
                <a:extLst>
                  <a:ext uri="{FF2B5EF4-FFF2-40B4-BE49-F238E27FC236}">
                    <a16:creationId xmlns:a16="http://schemas.microsoft.com/office/drawing/2014/main" id="{30F9097B-7E87-4A8B-A9BE-6171EEDC18ED}"/>
                  </a:ext>
                </a:extLst>
              </p:cNvPr>
              <p:cNvPicPr/>
              <p:nvPr/>
            </p:nvPicPr>
            <p:blipFill>
              <a:blip r:embed="rId22"/>
              <a:stretch>
                <a:fillRect/>
              </a:stretch>
            </p:blipFill>
            <p:spPr>
              <a:xfrm>
                <a:off x="6214509" y="3750745"/>
                <a:ext cx="672840" cy="374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3">
            <p14:nvContentPartPr>
              <p14:cNvPr id="43" name="Cerneală 42">
                <a:extLst>
                  <a:ext uri="{FF2B5EF4-FFF2-40B4-BE49-F238E27FC236}">
                    <a16:creationId xmlns:a16="http://schemas.microsoft.com/office/drawing/2014/main" id="{1FBC1EAA-A5F0-42DE-ABE8-F1EF04A8BEB0}"/>
                  </a:ext>
                </a:extLst>
              </p14:cNvPr>
              <p14:cNvContentPartPr/>
              <p14:nvPr/>
            </p14:nvContentPartPr>
            <p14:xfrm>
              <a:off x="5448429" y="3769465"/>
              <a:ext cx="389880" cy="414360"/>
            </p14:xfrm>
          </p:contentPart>
        </mc:Choice>
        <mc:Fallback xmlns="">
          <p:pic>
            <p:nvPicPr>
              <p:cNvPr id="43" name="Cerneală 42">
                <a:extLst>
                  <a:ext uri="{FF2B5EF4-FFF2-40B4-BE49-F238E27FC236}">
                    <a16:creationId xmlns:a16="http://schemas.microsoft.com/office/drawing/2014/main" id="{1FBC1EAA-A5F0-42DE-ABE8-F1EF04A8BEB0}"/>
                  </a:ext>
                </a:extLst>
              </p:cNvPr>
              <p:cNvPicPr/>
              <p:nvPr/>
            </p:nvPicPr>
            <p:blipFill>
              <a:blip r:embed="rId24"/>
              <a:stretch>
                <a:fillRect/>
              </a:stretch>
            </p:blipFill>
            <p:spPr>
              <a:xfrm>
                <a:off x="5430773" y="3751465"/>
                <a:ext cx="425553" cy="450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5">
            <p14:nvContentPartPr>
              <p14:cNvPr id="44" name="Cerneală 43">
                <a:extLst>
                  <a:ext uri="{FF2B5EF4-FFF2-40B4-BE49-F238E27FC236}">
                    <a16:creationId xmlns:a16="http://schemas.microsoft.com/office/drawing/2014/main" id="{532A89C1-8C9D-4E52-BB2C-3F170DBB526D}"/>
                  </a:ext>
                </a:extLst>
              </p14:cNvPr>
              <p14:cNvContentPartPr/>
              <p14:nvPr/>
            </p14:nvContentPartPr>
            <p14:xfrm>
              <a:off x="4417749" y="3922105"/>
              <a:ext cx="495720" cy="293760"/>
            </p14:xfrm>
          </p:contentPart>
        </mc:Choice>
        <mc:Fallback xmlns="">
          <p:pic>
            <p:nvPicPr>
              <p:cNvPr id="44" name="Cerneală 43">
                <a:extLst>
                  <a:ext uri="{FF2B5EF4-FFF2-40B4-BE49-F238E27FC236}">
                    <a16:creationId xmlns:a16="http://schemas.microsoft.com/office/drawing/2014/main" id="{532A89C1-8C9D-4E52-BB2C-3F170DBB526D}"/>
                  </a:ext>
                </a:extLst>
              </p:cNvPr>
              <p:cNvPicPr/>
              <p:nvPr/>
            </p:nvPicPr>
            <p:blipFill>
              <a:blip r:embed="rId26"/>
              <a:stretch>
                <a:fillRect/>
              </a:stretch>
            </p:blipFill>
            <p:spPr>
              <a:xfrm>
                <a:off x="4399749" y="3904105"/>
                <a:ext cx="531360" cy="329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7">
            <p14:nvContentPartPr>
              <p14:cNvPr id="48" name="Cerneală 47">
                <a:extLst>
                  <a:ext uri="{FF2B5EF4-FFF2-40B4-BE49-F238E27FC236}">
                    <a16:creationId xmlns:a16="http://schemas.microsoft.com/office/drawing/2014/main" id="{A3594A93-F1E7-4DAD-9D89-C57C6B832662}"/>
                  </a:ext>
                </a:extLst>
              </p14:cNvPr>
              <p14:cNvContentPartPr/>
              <p14:nvPr/>
            </p14:nvContentPartPr>
            <p14:xfrm>
              <a:off x="370269" y="4720945"/>
              <a:ext cx="446760" cy="222120"/>
            </p14:xfrm>
          </p:contentPart>
        </mc:Choice>
        <mc:Fallback xmlns="">
          <p:pic>
            <p:nvPicPr>
              <p:cNvPr id="48" name="Cerneală 47">
                <a:extLst>
                  <a:ext uri="{FF2B5EF4-FFF2-40B4-BE49-F238E27FC236}">
                    <a16:creationId xmlns:a16="http://schemas.microsoft.com/office/drawing/2014/main" id="{A3594A93-F1E7-4DAD-9D89-C57C6B832662}"/>
                  </a:ext>
                </a:extLst>
              </p:cNvPr>
              <p:cNvPicPr/>
              <p:nvPr/>
            </p:nvPicPr>
            <p:blipFill>
              <a:blip r:embed="rId28"/>
              <a:stretch>
                <a:fillRect/>
              </a:stretch>
            </p:blipFill>
            <p:spPr>
              <a:xfrm>
                <a:off x="352629" y="4702945"/>
                <a:ext cx="482400" cy="257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9">
            <p14:nvContentPartPr>
              <p14:cNvPr id="52" name="Cerneală 51">
                <a:extLst>
                  <a:ext uri="{FF2B5EF4-FFF2-40B4-BE49-F238E27FC236}">
                    <a16:creationId xmlns:a16="http://schemas.microsoft.com/office/drawing/2014/main" id="{8084AB57-E85E-4CA8-B4C5-1C585191725D}"/>
                  </a:ext>
                </a:extLst>
              </p14:cNvPr>
              <p14:cNvContentPartPr/>
              <p14:nvPr/>
            </p14:nvContentPartPr>
            <p14:xfrm>
              <a:off x="1148589" y="4586305"/>
              <a:ext cx="407520" cy="527400"/>
            </p14:xfrm>
          </p:contentPart>
        </mc:Choice>
        <mc:Fallback xmlns="">
          <p:pic>
            <p:nvPicPr>
              <p:cNvPr id="52" name="Cerneală 51">
                <a:extLst>
                  <a:ext uri="{FF2B5EF4-FFF2-40B4-BE49-F238E27FC236}">
                    <a16:creationId xmlns:a16="http://schemas.microsoft.com/office/drawing/2014/main" id="{8084AB57-E85E-4CA8-B4C5-1C585191725D}"/>
                  </a:ext>
                </a:extLst>
              </p:cNvPr>
              <p:cNvPicPr/>
              <p:nvPr/>
            </p:nvPicPr>
            <p:blipFill>
              <a:blip r:embed="rId30"/>
              <a:stretch>
                <a:fillRect/>
              </a:stretch>
            </p:blipFill>
            <p:spPr>
              <a:xfrm>
                <a:off x="1130965" y="4568665"/>
                <a:ext cx="443129" cy="563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1">
            <p14:nvContentPartPr>
              <p14:cNvPr id="54" name="Cerneală 53">
                <a:extLst>
                  <a:ext uri="{FF2B5EF4-FFF2-40B4-BE49-F238E27FC236}">
                    <a16:creationId xmlns:a16="http://schemas.microsoft.com/office/drawing/2014/main" id="{C1DF9D30-3BBD-44AB-96A0-1FDB31F97145}"/>
                  </a:ext>
                </a:extLst>
              </p14:cNvPr>
              <p14:cNvContentPartPr/>
              <p14:nvPr/>
            </p14:nvContentPartPr>
            <p14:xfrm>
              <a:off x="1736109" y="4646785"/>
              <a:ext cx="524160" cy="500400"/>
            </p14:xfrm>
          </p:contentPart>
        </mc:Choice>
        <mc:Fallback xmlns="">
          <p:pic>
            <p:nvPicPr>
              <p:cNvPr id="54" name="Cerneală 53">
                <a:extLst>
                  <a:ext uri="{FF2B5EF4-FFF2-40B4-BE49-F238E27FC236}">
                    <a16:creationId xmlns:a16="http://schemas.microsoft.com/office/drawing/2014/main" id="{C1DF9D30-3BBD-44AB-96A0-1FDB31F97145}"/>
                  </a:ext>
                </a:extLst>
              </p:cNvPr>
              <p:cNvPicPr/>
              <p:nvPr/>
            </p:nvPicPr>
            <p:blipFill>
              <a:blip r:embed="rId32"/>
              <a:stretch>
                <a:fillRect/>
              </a:stretch>
            </p:blipFill>
            <p:spPr>
              <a:xfrm>
                <a:off x="1718109" y="4628785"/>
                <a:ext cx="559800" cy="536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3">
            <p14:nvContentPartPr>
              <p14:cNvPr id="136" name="Cerneală 135">
                <a:extLst>
                  <a:ext uri="{FF2B5EF4-FFF2-40B4-BE49-F238E27FC236}">
                    <a16:creationId xmlns:a16="http://schemas.microsoft.com/office/drawing/2014/main" id="{9611A59F-A7F9-48C6-8868-95459FD5D52C}"/>
                  </a:ext>
                </a:extLst>
              </p14:cNvPr>
              <p14:cNvContentPartPr/>
              <p14:nvPr/>
            </p14:nvContentPartPr>
            <p14:xfrm>
              <a:off x="7386669" y="4586305"/>
              <a:ext cx="775800" cy="309960"/>
            </p14:xfrm>
          </p:contentPart>
        </mc:Choice>
        <mc:Fallback xmlns="">
          <p:pic>
            <p:nvPicPr>
              <p:cNvPr id="136" name="Cerneală 135">
                <a:extLst>
                  <a:ext uri="{FF2B5EF4-FFF2-40B4-BE49-F238E27FC236}">
                    <a16:creationId xmlns:a16="http://schemas.microsoft.com/office/drawing/2014/main" id="{9611A59F-A7F9-48C6-8868-95459FD5D52C}"/>
                  </a:ext>
                </a:extLst>
              </p:cNvPr>
              <p:cNvPicPr/>
              <p:nvPr/>
            </p:nvPicPr>
            <p:blipFill>
              <a:blip r:embed="rId34"/>
              <a:stretch>
                <a:fillRect/>
              </a:stretch>
            </p:blipFill>
            <p:spPr>
              <a:xfrm>
                <a:off x="7368669" y="4568305"/>
                <a:ext cx="811440" cy="345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5">
            <p14:nvContentPartPr>
              <p14:cNvPr id="137" name="Cerneală 136">
                <a:extLst>
                  <a:ext uri="{FF2B5EF4-FFF2-40B4-BE49-F238E27FC236}">
                    <a16:creationId xmlns:a16="http://schemas.microsoft.com/office/drawing/2014/main" id="{9B5314BA-770A-4D64-8827-CA632C853EC6}"/>
                  </a:ext>
                </a:extLst>
              </p14:cNvPr>
              <p14:cNvContentPartPr/>
              <p14:nvPr/>
            </p14:nvContentPartPr>
            <p14:xfrm>
              <a:off x="6164829" y="4464985"/>
              <a:ext cx="740880" cy="386640"/>
            </p14:xfrm>
          </p:contentPart>
        </mc:Choice>
        <mc:Fallback xmlns="">
          <p:pic>
            <p:nvPicPr>
              <p:cNvPr id="137" name="Cerneală 136">
                <a:extLst>
                  <a:ext uri="{FF2B5EF4-FFF2-40B4-BE49-F238E27FC236}">
                    <a16:creationId xmlns:a16="http://schemas.microsoft.com/office/drawing/2014/main" id="{9B5314BA-770A-4D64-8827-CA632C853EC6}"/>
                  </a:ext>
                </a:extLst>
              </p:cNvPr>
              <p:cNvPicPr/>
              <p:nvPr/>
            </p:nvPicPr>
            <p:blipFill>
              <a:blip r:embed="rId36"/>
              <a:stretch>
                <a:fillRect/>
              </a:stretch>
            </p:blipFill>
            <p:spPr>
              <a:xfrm>
                <a:off x="6147180" y="4447345"/>
                <a:ext cx="776537" cy="422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7">
            <p14:nvContentPartPr>
              <p14:cNvPr id="138" name="Cerneală 137">
                <a:extLst>
                  <a:ext uri="{FF2B5EF4-FFF2-40B4-BE49-F238E27FC236}">
                    <a16:creationId xmlns:a16="http://schemas.microsoft.com/office/drawing/2014/main" id="{579F5D10-14E0-42F5-8234-8C8C0D5E23B6}"/>
                  </a:ext>
                </a:extLst>
              </p14:cNvPr>
              <p14:cNvContentPartPr/>
              <p14:nvPr/>
            </p14:nvContentPartPr>
            <p14:xfrm>
              <a:off x="5409909" y="4578025"/>
              <a:ext cx="425520" cy="417240"/>
            </p14:xfrm>
          </p:contentPart>
        </mc:Choice>
        <mc:Fallback xmlns="">
          <p:pic>
            <p:nvPicPr>
              <p:cNvPr id="138" name="Cerneală 137">
                <a:extLst>
                  <a:ext uri="{FF2B5EF4-FFF2-40B4-BE49-F238E27FC236}">
                    <a16:creationId xmlns:a16="http://schemas.microsoft.com/office/drawing/2014/main" id="{579F5D10-14E0-42F5-8234-8C8C0D5E23B6}"/>
                  </a:ext>
                </a:extLst>
              </p:cNvPr>
              <p:cNvPicPr/>
              <p:nvPr/>
            </p:nvPicPr>
            <p:blipFill>
              <a:blip r:embed="rId38"/>
              <a:stretch>
                <a:fillRect/>
              </a:stretch>
            </p:blipFill>
            <p:spPr>
              <a:xfrm>
                <a:off x="5391909" y="4560385"/>
                <a:ext cx="461160" cy="452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9">
            <p14:nvContentPartPr>
              <p14:cNvPr id="139" name="Cerneală 138">
                <a:extLst>
                  <a:ext uri="{FF2B5EF4-FFF2-40B4-BE49-F238E27FC236}">
                    <a16:creationId xmlns:a16="http://schemas.microsoft.com/office/drawing/2014/main" id="{3E6A089D-5066-41D3-9FC5-C33657838E73}"/>
                  </a:ext>
                </a:extLst>
              </p14:cNvPr>
              <p14:cNvContentPartPr/>
              <p14:nvPr/>
            </p14:nvContentPartPr>
            <p14:xfrm>
              <a:off x="4451589" y="4730665"/>
              <a:ext cx="530640" cy="249480"/>
            </p14:xfrm>
          </p:contentPart>
        </mc:Choice>
        <mc:Fallback xmlns="">
          <p:pic>
            <p:nvPicPr>
              <p:cNvPr id="139" name="Cerneală 138">
                <a:extLst>
                  <a:ext uri="{FF2B5EF4-FFF2-40B4-BE49-F238E27FC236}">
                    <a16:creationId xmlns:a16="http://schemas.microsoft.com/office/drawing/2014/main" id="{3E6A089D-5066-41D3-9FC5-C33657838E73}"/>
                  </a:ext>
                </a:extLst>
              </p:cNvPr>
              <p:cNvPicPr/>
              <p:nvPr/>
            </p:nvPicPr>
            <p:blipFill>
              <a:blip r:embed="rId40"/>
              <a:stretch>
                <a:fillRect/>
              </a:stretch>
            </p:blipFill>
            <p:spPr>
              <a:xfrm>
                <a:off x="4433589" y="4713025"/>
                <a:ext cx="566280" cy="285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1">
            <p14:nvContentPartPr>
              <p14:cNvPr id="140" name="Cerneală 139">
                <a:extLst>
                  <a:ext uri="{FF2B5EF4-FFF2-40B4-BE49-F238E27FC236}">
                    <a16:creationId xmlns:a16="http://schemas.microsoft.com/office/drawing/2014/main" id="{984DDFEC-1F19-42DE-B944-EE555F5CE73D}"/>
                  </a:ext>
                </a:extLst>
              </p14:cNvPr>
              <p14:cNvContentPartPr/>
              <p14:nvPr/>
            </p14:nvContentPartPr>
            <p14:xfrm>
              <a:off x="3022749" y="4582705"/>
              <a:ext cx="500040" cy="553680"/>
            </p14:xfrm>
          </p:contentPart>
        </mc:Choice>
        <mc:Fallback xmlns="">
          <p:pic>
            <p:nvPicPr>
              <p:cNvPr id="140" name="Cerneală 139">
                <a:extLst>
                  <a:ext uri="{FF2B5EF4-FFF2-40B4-BE49-F238E27FC236}">
                    <a16:creationId xmlns:a16="http://schemas.microsoft.com/office/drawing/2014/main" id="{984DDFEC-1F19-42DE-B944-EE555F5CE73D}"/>
                  </a:ext>
                </a:extLst>
              </p:cNvPr>
              <p:cNvPicPr/>
              <p:nvPr/>
            </p:nvPicPr>
            <p:blipFill>
              <a:blip r:embed="rId42"/>
              <a:stretch>
                <a:fillRect/>
              </a:stretch>
            </p:blipFill>
            <p:spPr>
              <a:xfrm>
                <a:off x="3004749" y="4564705"/>
                <a:ext cx="535680" cy="589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3">
            <p14:nvContentPartPr>
              <p14:cNvPr id="142" name="Cerneală 141">
                <a:extLst>
                  <a:ext uri="{FF2B5EF4-FFF2-40B4-BE49-F238E27FC236}">
                    <a16:creationId xmlns:a16="http://schemas.microsoft.com/office/drawing/2014/main" id="{1ACF3E2E-1C81-4849-BD8F-06637CABF5E8}"/>
                  </a:ext>
                </a:extLst>
              </p14:cNvPr>
              <p14:cNvContentPartPr/>
              <p14:nvPr/>
            </p14:nvContentPartPr>
            <p14:xfrm>
              <a:off x="2403549" y="4588825"/>
              <a:ext cx="438480" cy="554760"/>
            </p14:xfrm>
          </p:contentPart>
        </mc:Choice>
        <mc:Fallback xmlns="">
          <p:pic>
            <p:nvPicPr>
              <p:cNvPr id="142" name="Cerneală 141">
                <a:extLst>
                  <a:ext uri="{FF2B5EF4-FFF2-40B4-BE49-F238E27FC236}">
                    <a16:creationId xmlns:a16="http://schemas.microsoft.com/office/drawing/2014/main" id="{1ACF3E2E-1C81-4849-BD8F-06637CABF5E8}"/>
                  </a:ext>
                </a:extLst>
              </p:cNvPr>
              <p:cNvPicPr/>
              <p:nvPr/>
            </p:nvPicPr>
            <p:blipFill>
              <a:blip r:embed="rId44"/>
              <a:stretch>
                <a:fillRect/>
              </a:stretch>
            </p:blipFill>
            <p:spPr>
              <a:xfrm>
                <a:off x="2385923" y="4571185"/>
                <a:ext cx="474091" cy="590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5">
            <p14:nvContentPartPr>
              <p14:cNvPr id="197" name="Cerneală 196">
                <a:extLst>
                  <a:ext uri="{FF2B5EF4-FFF2-40B4-BE49-F238E27FC236}">
                    <a16:creationId xmlns:a16="http://schemas.microsoft.com/office/drawing/2014/main" id="{AB83887B-07D8-4DD2-8AD4-DD1F4BD79D40}"/>
                  </a:ext>
                </a:extLst>
              </p14:cNvPr>
              <p14:cNvContentPartPr/>
              <p14:nvPr/>
            </p14:nvContentPartPr>
            <p14:xfrm>
              <a:off x="230589" y="5221345"/>
              <a:ext cx="10705680" cy="1317600"/>
            </p14:xfrm>
          </p:contentPart>
        </mc:Choice>
        <mc:Fallback xmlns="">
          <p:pic>
            <p:nvPicPr>
              <p:cNvPr id="197" name="Cerneală 196">
                <a:extLst>
                  <a:ext uri="{FF2B5EF4-FFF2-40B4-BE49-F238E27FC236}">
                    <a16:creationId xmlns:a16="http://schemas.microsoft.com/office/drawing/2014/main" id="{AB83887B-07D8-4DD2-8AD4-DD1F4BD79D40}"/>
                  </a:ext>
                </a:extLst>
              </p:cNvPr>
              <p:cNvPicPr/>
              <p:nvPr/>
            </p:nvPicPr>
            <p:blipFill>
              <a:blip r:embed="rId46"/>
              <a:stretch>
                <a:fillRect/>
              </a:stretch>
            </p:blipFill>
            <p:spPr>
              <a:xfrm>
                <a:off x="212949" y="5203345"/>
                <a:ext cx="10741320" cy="13532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01534576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reptunghi 6">
            <a:extLst>
              <a:ext uri="{FF2B5EF4-FFF2-40B4-BE49-F238E27FC236}">
                <a16:creationId xmlns:a16="http://schemas.microsoft.com/office/drawing/2014/main" id="{BDC82CF2-ED3F-426D-B411-2F6013A954EB}"/>
              </a:ext>
            </a:extLst>
          </p:cNvPr>
          <p:cNvSpPr/>
          <p:nvPr/>
        </p:nvSpPr>
        <p:spPr>
          <a:xfrm>
            <a:off x="335343" y="137196"/>
            <a:ext cx="5064271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ro-RO" sz="2800" b="1" dirty="0">
                <a:solidFill>
                  <a:srgbClr val="0000FF"/>
                </a:solidFill>
              </a:rPr>
              <a:t>Numărătoare binare asincrone   </a:t>
            </a:r>
            <a:r>
              <a:rPr lang="en-US" sz="2800" b="1" dirty="0">
                <a:solidFill>
                  <a:srgbClr val="0000FF"/>
                </a:solidFill>
              </a:rPr>
              <a:t> </a:t>
            </a:r>
            <a:endParaRPr lang="ro-RO" sz="2800" b="1" dirty="0">
              <a:solidFill>
                <a:srgbClr val="0000FF"/>
              </a:solidFill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14" name="Cerneală 13">
                <a:extLst>
                  <a:ext uri="{FF2B5EF4-FFF2-40B4-BE49-F238E27FC236}">
                    <a16:creationId xmlns:a16="http://schemas.microsoft.com/office/drawing/2014/main" id="{0595910C-6DE7-4494-9436-5E636FC68435}"/>
                  </a:ext>
                </a:extLst>
              </p14:cNvPr>
              <p14:cNvContentPartPr/>
              <p14:nvPr/>
            </p14:nvContentPartPr>
            <p14:xfrm>
              <a:off x="3416949" y="880105"/>
              <a:ext cx="825120" cy="529560"/>
            </p14:xfrm>
          </p:contentPart>
        </mc:Choice>
        <mc:Fallback xmlns="">
          <p:pic>
            <p:nvPicPr>
              <p:cNvPr id="14" name="Cerneală 13">
                <a:extLst>
                  <a:ext uri="{FF2B5EF4-FFF2-40B4-BE49-F238E27FC236}">
                    <a16:creationId xmlns:a16="http://schemas.microsoft.com/office/drawing/2014/main" id="{0595910C-6DE7-4494-9436-5E636FC68435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399309" y="862465"/>
                <a:ext cx="860760" cy="565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15" name="Cerneală 14">
                <a:extLst>
                  <a:ext uri="{FF2B5EF4-FFF2-40B4-BE49-F238E27FC236}">
                    <a16:creationId xmlns:a16="http://schemas.microsoft.com/office/drawing/2014/main" id="{93C359B5-13FA-414F-AF78-F850E95CF478}"/>
                  </a:ext>
                </a:extLst>
              </p14:cNvPr>
              <p14:cNvContentPartPr/>
              <p14:nvPr/>
            </p14:nvContentPartPr>
            <p14:xfrm>
              <a:off x="643869" y="896665"/>
              <a:ext cx="2094120" cy="647640"/>
            </p14:xfrm>
          </p:contentPart>
        </mc:Choice>
        <mc:Fallback xmlns="">
          <p:pic>
            <p:nvPicPr>
              <p:cNvPr id="15" name="Cerneală 14">
                <a:extLst>
                  <a:ext uri="{FF2B5EF4-FFF2-40B4-BE49-F238E27FC236}">
                    <a16:creationId xmlns:a16="http://schemas.microsoft.com/office/drawing/2014/main" id="{93C359B5-13FA-414F-AF78-F850E95CF478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626226" y="878665"/>
                <a:ext cx="2129766" cy="683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16" name="Cerneală 15">
                <a:extLst>
                  <a:ext uri="{FF2B5EF4-FFF2-40B4-BE49-F238E27FC236}">
                    <a16:creationId xmlns:a16="http://schemas.microsoft.com/office/drawing/2014/main" id="{3BEC1570-1423-46A0-BE8A-72841FEB8485}"/>
                  </a:ext>
                </a:extLst>
              </p14:cNvPr>
              <p14:cNvContentPartPr/>
              <p14:nvPr/>
            </p14:nvContentPartPr>
            <p14:xfrm>
              <a:off x="4687029" y="1120945"/>
              <a:ext cx="287640" cy="12960"/>
            </p14:xfrm>
          </p:contentPart>
        </mc:Choice>
        <mc:Fallback xmlns="">
          <p:pic>
            <p:nvPicPr>
              <p:cNvPr id="16" name="Cerneală 15">
                <a:extLst>
                  <a:ext uri="{FF2B5EF4-FFF2-40B4-BE49-F238E27FC236}">
                    <a16:creationId xmlns:a16="http://schemas.microsoft.com/office/drawing/2014/main" id="{3BEC1570-1423-46A0-BE8A-72841FEB8485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4669389" y="1103305"/>
                <a:ext cx="323280" cy="48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17" name="Cerneală 16">
                <a:extLst>
                  <a:ext uri="{FF2B5EF4-FFF2-40B4-BE49-F238E27FC236}">
                    <a16:creationId xmlns:a16="http://schemas.microsoft.com/office/drawing/2014/main" id="{335036C3-1B16-4100-820D-6542B63E69F6}"/>
                  </a:ext>
                </a:extLst>
              </p14:cNvPr>
              <p14:cNvContentPartPr/>
              <p14:nvPr/>
            </p14:nvContentPartPr>
            <p14:xfrm>
              <a:off x="5202189" y="1010425"/>
              <a:ext cx="394560" cy="159120"/>
            </p14:xfrm>
          </p:contentPart>
        </mc:Choice>
        <mc:Fallback xmlns="">
          <p:pic>
            <p:nvPicPr>
              <p:cNvPr id="17" name="Cerneală 16">
                <a:extLst>
                  <a:ext uri="{FF2B5EF4-FFF2-40B4-BE49-F238E27FC236}">
                    <a16:creationId xmlns:a16="http://schemas.microsoft.com/office/drawing/2014/main" id="{335036C3-1B16-4100-820D-6542B63E69F6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5184549" y="992785"/>
                <a:ext cx="430200" cy="194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18" name="Cerneală 17">
                <a:extLst>
                  <a:ext uri="{FF2B5EF4-FFF2-40B4-BE49-F238E27FC236}">
                    <a16:creationId xmlns:a16="http://schemas.microsoft.com/office/drawing/2014/main" id="{7B253ABE-0D25-48C4-A171-842D5C129407}"/>
                  </a:ext>
                </a:extLst>
              </p14:cNvPr>
              <p14:cNvContentPartPr/>
              <p14:nvPr/>
            </p14:nvContentPartPr>
            <p14:xfrm>
              <a:off x="5827509" y="1116265"/>
              <a:ext cx="15840" cy="360"/>
            </p14:xfrm>
          </p:contentPart>
        </mc:Choice>
        <mc:Fallback xmlns="">
          <p:pic>
            <p:nvPicPr>
              <p:cNvPr id="18" name="Cerneală 17">
                <a:extLst>
                  <a:ext uri="{FF2B5EF4-FFF2-40B4-BE49-F238E27FC236}">
                    <a16:creationId xmlns:a16="http://schemas.microsoft.com/office/drawing/2014/main" id="{7B253ABE-0D25-48C4-A171-842D5C129407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5809869" y="1098625"/>
                <a:ext cx="51480" cy="3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19" name="Cerneală 18">
                <a:extLst>
                  <a:ext uri="{FF2B5EF4-FFF2-40B4-BE49-F238E27FC236}">
                    <a16:creationId xmlns:a16="http://schemas.microsoft.com/office/drawing/2014/main" id="{B2419F13-60AF-4424-9B6D-F88903157DA5}"/>
                  </a:ext>
                </a:extLst>
              </p14:cNvPr>
              <p14:cNvContentPartPr/>
              <p14:nvPr/>
            </p14:nvContentPartPr>
            <p14:xfrm>
              <a:off x="6228549" y="887305"/>
              <a:ext cx="337680" cy="230760"/>
            </p14:xfrm>
          </p:contentPart>
        </mc:Choice>
        <mc:Fallback xmlns="">
          <p:pic>
            <p:nvPicPr>
              <p:cNvPr id="19" name="Cerneală 18">
                <a:extLst>
                  <a:ext uri="{FF2B5EF4-FFF2-40B4-BE49-F238E27FC236}">
                    <a16:creationId xmlns:a16="http://schemas.microsoft.com/office/drawing/2014/main" id="{B2419F13-60AF-4424-9B6D-F88903157DA5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6210909" y="869305"/>
                <a:ext cx="373320" cy="266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34" name="Cerneală 33">
                <a:extLst>
                  <a:ext uri="{FF2B5EF4-FFF2-40B4-BE49-F238E27FC236}">
                    <a16:creationId xmlns:a16="http://schemas.microsoft.com/office/drawing/2014/main" id="{1C0BFEF4-1789-4DAA-980D-6F5EDE80EA07}"/>
                  </a:ext>
                </a:extLst>
              </p14:cNvPr>
              <p14:cNvContentPartPr/>
              <p14:nvPr/>
            </p14:nvContentPartPr>
            <p14:xfrm>
              <a:off x="597789" y="1899625"/>
              <a:ext cx="256680" cy="480960"/>
            </p14:xfrm>
          </p:contentPart>
        </mc:Choice>
        <mc:Fallback xmlns="">
          <p:pic>
            <p:nvPicPr>
              <p:cNvPr id="34" name="Cerneală 33">
                <a:extLst>
                  <a:ext uri="{FF2B5EF4-FFF2-40B4-BE49-F238E27FC236}">
                    <a16:creationId xmlns:a16="http://schemas.microsoft.com/office/drawing/2014/main" id="{1C0BFEF4-1789-4DAA-980D-6F5EDE80EA07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579789" y="1881625"/>
                <a:ext cx="292320" cy="516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">
            <p14:nvContentPartPr>
              <p14:cNvPr id="35" name="Cerneală 34">
                <a:extLst>
                  <a:ext uri="{FF2B5EF4-FFF2-40B4-BE49-F238E27FC236}">
                    <a16:creationId xmlns:a16="http://schemas.microsoft.com/office/drawing/2014/main" id="{9599CC03-6D6C-4FB0-85FC-FB07105E570F}"/>
                  </a:ext>
                </a:extLst>
              </p14:cNvPr>
              <p14:cNvContentPartPr/>
              <p14:nvPr/>
            </p14:nvContentPartPr>
            <p14:xfrm>
              <a:off x="1125189" y="1883065"/>
              <a:ext cx="1192680" cy="566640"/>
            </p14:xfrm>
          </p:contentPart>
        </mc:Choice>
        <mc:Fallback xmlns="">
          <p:pic>
            <p:nvPicPr>
              <p:cNvPr id="35" name="Cerneală 34">
                <a:extLst>
                  <a:ext uri="{FF2B5EF4-FFF2-40B4-BE49-F238E27FC236}">
                    <a16:creationId xmlns:a16="http://schemas.microsoft.com/office/drawing/2014/main" id="{9599CC03-6D6C-4FB0-85FC-FB07105E570F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1107549" y="1865425"/>
                <a:ext cx="1228320" cy="602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">
            <p14:nvContentPartPr>
              <p14:cNvPr id="38" name="Cerneală 37">
                <a:extLst>
                  <a:ext uri="{FF2B5EF4-FFF2-40B4-BE49-F238E27FC236}">
                    <a16:creationId xmlns:a16="http://schemas.microsoft.com/office/drawing/2014/main" id="{21ACF7C5-2607-449D-961F-88E61914C2D0}"/>
                  </a:ext>
                </a:extLst>
              </p14:cNvPr>
              <p14:cNvContentPartPr/>
              <p14:nvPr/>
            </p14:nvContentPartPr>
            <p14:xfrm>
              <a:off x="3584349" y="1876585"/>
              <a:ext cx="78480" cy="54360"/>
            </p14:xfrm>
          </p:contentPart>
        </mc:Choice>
        <mc:Fallback xmlns="">
          <p:pic>
            <p:nvPicPr>
              <p:cNvPr id="38" name="Cerneală 37">
                <a:extLst>
                  <a:ext uri="{FF2B5EF4-FFF2-40B4-BE49-F238E27FC236}">
                    <a16:creationId xmlns:a16="http://schemas.microsoft.com/office/drawing/2014/main" id="{21ACF7C5-2607-449D-961F-88E61914C2D0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3566709" y="1858945"/>
                <a:ext cx="114120" cy="90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">
            <p14:nvContentPartPr>
              <p14:cNvPr id="55" name="Cerneală 54">
                <a:extLst>
                  <a:ext uri="{FF2B5EF4-FFF2-40B4-BE49-F238E27FC236}">
                    <a16:creationId xmlns:a16="http://schemas.microsoft.com/office/drawing/2014/main" id="{F01E4C7F-2BE3-4706-BC17-A3F488378C70}"/>
                  </a:ext>
                </a:extLst>
              </p14:cNvPr>
              <p14:cNvContentPartPr/>
              <p14:nvPr/>
            </p14:nvContentPartPr>
            <p14:xfrm>
              <a:off x="7938549" y="1736905"/>
              <a:ext cx="319320" cy="232920"/>
            </p14:xfrm>
          </p:contentPart>
        </mc:Choice>
        <mc:Fallback xmlns="">
          <p:pic>
            <p:nvPicPr>
              <p:cNvPr id="55" name="Cerneală 54">
                <a:extLst>
                  <a:ext uri="{FF2B5EF4-FFF2-40B4-BE49-F238E27FC236}">
                    <a16:creationId xmlns:a16="http://schemas.microsoft.com/office/drawing/2014/main" id="{F01E4C7F-2BE3-4706-BC17-A3F488378C70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7920569" y="1719265"/>
                <a:ext cx="354920" cy="268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">
            <p14:nvContentPartPr>
              <p14:cNvPr id="56" name="Cerneală 55">
                <a:extLst>
                  <a:ext uri="{FF2B5EF4-FFF2-40B4-BE49-F238E27FC236}">
                    <a16:creationId xmlns:a16="http://schemas.microsoft.com/office/drawing/2014/main" id="{86DED06C-A08E-4698-AC61-A57F383222AE}"/>
                  </a:ext>
                </a:extLst>
              </p14:cNvPr>
              <p14:cNvContentPartPr/>
              <p14:nvPr/>
            </p14:nvContentPartPr>
            <p14:xfrm>
              <a:off x="8484309" y="1506145"/>
              <a:ext cx="678960" cy="621360"/>
            </p14:xfrm>
          </p:contentPart>
        </mc:Choice>
        <mc:Fallback xmlns="">
          <p:pic>
            <p:nvPicPr>
              <p:cNvPr id="56" name="Cerneală 55">
                <a:extLst>
                  <a:ext uri="{FF2B5EF4-FFF2-40B4-BE49-F238E27FC236}">
                    <a16:creationId xmlns:a16="http://schemas.microsoft.com/office/drawing/2014/main" id="{86DED06C-A08E-4698-AC61-A57F383222AE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8466669" y="1488155"/>
                <a:ext cx="714600" cy="656979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">
            <p14:nvContentPartPr>
              <p14:cNvPr id="57" name="Cerneală 56">
                <a:extLst>
                  <a:ext uri="{FF2B5EF4-FFF2-40B4-BE49-F238E27FC236}">
                    <a16:creationId xmlns:a16="http://schemas.microsoft.com/office/drawing/2014/main" id="{1812DB16-7A52-45D5-887F-5F8E9816FDDD}"/>
                  </a:ext>
                </a:extLst>
              </p14:cNvPr>
              <p14:cNvContentPartPr/>
              <p14:nvPr/>
            </p14:nvContentPartPr>
            <p14:xfrm>
              <a:off x="7064469" y="1838065"/>
              <a:ext cx="394560" cy="321480"/>
            </p14:xfrm>
          </p:contentPart>
        </mc:Choice>
        <mc:Fallback xmlns="">
          <p:pic>
            <p:nvPicPr>
              <p:cNvPr id="57" name="Cerneală 56">
                <a:extLst>
                  <a:ext uri="{FF2B5EF4-FFF2-40B4-BE49-F238E27FC236}">
                    <a16:creationId xmlns:a16="http://schemas.microsoft.com/office/drawing/2014/main" id="{1812DB16-7A52-45D5-887F-5F8E9816FDDD}"/>
                  </a:ext>
                </a:extLst>
              </p:cNvPr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7046469" y="1820425"/>
                <a:ext cx="430200" cy="357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6">
            <p14:nvContentPartPr>
              <p14:cNvPr id="58" name="Cerneală 57">
                <a:extLst>
                  <a:ext uri="{FF2B5EF4-FFF2-40B4-BE49-F238E27FC236}">
                    <a16:creationId xmlns:a16="http://schemas.microsoft.com/office/drawing/2014/main" id="{B7585808-4328-4E08-B22C-C1BDEDE4CCF2}"/>
                  </a:ext>
                </a:extLst>
              </p14:cNvPr>
              <p14:cNvContentPartPr/>
              <p14:nvPr/>
            </p14:nvContentPartPr>
            <p14:xfrm>
              <a:off x="5414589" y="1693705"/>
              <a:ext cx="1152000" cy="322920"/>
            </p14:xfrm>
          </p:contentPart>
        </mc:Choice>
        <mc:Fallback xmlns="">
          <p:pic>
            <p:nvPicPr>
              <p:cNvPr id="58" name="Cerneală 57">
                <a:extLst>
                  <a:ext uri="{FF2B5EF4-FFF2-40B4-BE49-F238E27FC236}">
                    <a16:creationId xmlns:a16="http://schemas.microsoft.com/office/drawing/2014/main" id="{B7585808-4328-4E08-B22C-C1BDEDE4CCF2}"/>
                  </a:ext>
                </a:extLst>
              </p:cNvPr>
              <p:cNvPicPr/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5396943" y="1676085"/>
                <a:ext cx="1187651" cy="358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8">
            <p14:nvContentPartPr>
              <p14:cNvPr id="59" name="Cerneală 58">
                <a:extLst>
                  <a:ext uri="{FF2B5EF4-FFF2-40B4-BE49-F238E27FC236}">
                    <a16:creationId xmlns:a16="http://schemas.microsoft.com/office/drawing/2014/main" id="{0E84442A-C8D6-4058-89F9-FDA5DB15B7B5}"/>
                  </a:ext>
                </a:extLst>
              </p14:cNvPr>
              <p14:cNvContentPartPr/>
              <p14:nvPr/>
            </p14:nvContentPartPr>
            <p14:xfrm>
              <a:off x="4234869" y="1887745"/>
              <a:ext cx="614520" cy="205920"/>
            </p14:xfrm>
          </p:contentPart>
        </mc:Choice>
        <mc:Fallback xmlns="">
          <p:pic>
            <p:nvPicPr>
              <p:cNvPr id="59" name="Cerneală 58">
                <a:extLst>
                  <a:ext uri="{FF2B5EF4-FFF2-40B4-BE49-F238E27FC236}">
                    <a16:creationId xmlns:a16="http://schemas.microsoft.com/office/drawing/2014/main" id="{0E84442A-C8D6-4058-89F9-FDA5DB15B7B5}"/>
                  </a:ext>
                </a:extLst>
              </p:cNvPr>
              <p:cNvPicPr/>
              <p:nvPr/>
            </p:nvPicPr>
            <p:blipFill>
              <a:blip r:embed="rId29"/>
              <a:stretch>
                <a:fillRect/>
              </a:stretch>
            </p:blipFill>
            <p:spPr>
              <a:xfrm>
                <a:off x="4217219" y="1869745"/>
                <a:ext cx="650181" cy="241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0">
            <p14:nvContentPartPr>
              <p14:cNvPr id="60" name="Cerneală 59">
                <a:extLst>
                  <a:ext uri="{FF2B5EF4-FFF2-40B4-BE49-F238E27FC236}">
                    <a16:creationId xmlns:a16="http://schemas.microsoft.com/office/drawing/2014/main" id="{8C0AEF2A-4511-4921-A3B4-FCD1F9A649CC}"/>
                  </a:ext>
                </a:extLst>
              </p14:cNvPr>
              <p14:cNvContentPartPr/>
              <p14:nvPr/>
            </p14:nvContentPartPr>
            <p14:xfrm>
              <a:off x="2862549" y="2015905"/>
              <a:ext cx="822960" cy="138960"/>
            </p14:xfrm>
          </p:contentPart>
        </mc:Choice>
        <mc:Fallback xmlns="">
          <p:pic>
            <p:nvPicPr>
              <p:cNvPr id="60" name="Cerneală 59">
                <a:extLst>
                  <a:ext uri="{FF2B5EF4-FFF2-40B4-BE49-F238E27FC236}">
                    <a16:creationId xmlns:a16="http://schemas.microsoft.com/office/drawing/2014/main" id="{8C0AEF2A-4511-4921-A3B4-FCD1F9A649CC}"/>
                  </a:ext>
                </a:extLst>
              </p:cNvPr>
              <p:cNvPicPr/>
              <p:nvPr/>
            </p:nvPicPr>
            <p:blipFill>
              <a:blip r:embed="rId31"/>
              <a:stretch>
                <a:fillRect/>
              </a:stretch>
            </p:blipFill>
            <p:spPr>
              <a:xfrm>
                <a:off x="2844557" y="1998265"/>
                <a:ext cx="858584" cy="174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2">
            <p14:nvContentPartPr>
              <p14:cNvPr id="61" name="Cerneală 60">
                <a:extLst>
                  <a:ext uri="{FF2B5EF4-FFF2-40B4-BE49-F238E27FC236}">
                    <a16:creationId xmlns:a16="http://schemas.microsoft.com/office/drawing/2014/main" id="{3C1479FE-7512-4D7B-875A-CDF47922A118}"/>
                  </a:ext>
                </a:extLst>
              </p14:cNvPr>
              <p14:cNvContentPartPr/>
              <p14:nvPr/>
            </p14:nvContentPartPr>
            <p14:xfrm>
              <a:off x="8390349" y="588865"/>
              <a:ext cx="1635120" cy="432720"/>
            </p14:xfrm>
          </p:contentPart>
        </mc:Choice>
        <mc:Fallback xmlns="">
          <p:pic>
            <p:nvPicPr>
              <p:cNvPr id="61" name="Cerneală 60">
                <a:extLst>
                  <a:ext uri="{FF2B5EF4-FFF2-40B4-BE49-F238E27FC236}">
                    <a16:creationId xmlns:a16="http://schemas.microsoft.com/office/drawing/2014/main" id="{3C1479FE-7512-4D7B-875A-CDF47922A118}"/>
                  </a:ext>
                </a:extLst>
              </p:cNvPr>
              <p:cNvPicPr/>
              <p:nvPr/>
            </p:nvPicPr>
            <p:blipFill>
              <a:blip r:embed="rId33"/>
              <a:stretch>
                <a:fillRect/>
              </a:stretch>
            </p:blipFill>
            <p:spPr>
              <a:xfrm>
                <a:off x="8372709" y="571225"/>
                <a:ext cx="1670760" cy="468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4">
            <p14:nvContentPartPr>
              <p14:cNvPr id="62" name="Cerneală 61">
                <a:extLst>
                  <a:ext uri="{FF2B5EF4-FFF2-40B4-BE49-F238E27FC236}">
                    <a16:creationId xmlns:a16="http://schemas.microsoft.com/office/drawing/2014/main" id="{1E5EAD36-5011-4E8C-B846-F5E1414D05BE}"/>
                  </a:ext>
                </a:extLst>
              </p14:cNvPr>
              <p14:cNvContentPartPr/>
              <p14:nvPr/>
            </p14:nvContentPartPr>
            <p14:xfrm>
              <a:off x="6968349" y="682465"/>
              <a:ext cx="895680" cy="424440"/>
            </p14:xfrm>
          </p:contentPart>
        </mc:Choice>
        <mc:Fallback xmlns="">
          <p:pic>
            <p:nvPicPr>
              <p:cNvPr id="62" name="Cerneală 61">
                <a:extLst>
                  <a:ext uri="{FF2B5EF4-FFF2-40B4-BE49-F238E27FC236}">
                    <a16:creationId xmlns:a16="http://schemas.microsoft.com/office/drawing/2014/main" id="{1E5EAD36-5011-4E8C-B846-F5E1414D05BE}"/>
                  </a:ext>
                </a:extLst>
              </p:cNvPr>
              <p:cNvPicPr/>
              <p:nvPr/>
            </p:nvPicPr>
            <p:blipFill>
              <a:blip r:embed="rId35"/>
              <a:stretch>
                <a:fillRect/>
              </a:stretch>
            </p:blipFill>
            <p:spPr>
              <a:xfrm>
                <a:off x="6950709" y="664825"/>
                <a:ext cx="931320" cy="460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6">
            <p14:nvContentPartPr>
              <p14:cNvPr id="63" name="Cerneală 62">
                <a:extLst>
                  <a:ext uri="{FF2B5EF4-FFF2-40B4-BE49-F238E27FC236}">
                    <a16:creationId xmlns:a16="http://schemas.microsoft.com/office/drawing/2014/main" id="{BD42DDF1-911F-456A-9F22-7FE01F67FF35}"/>
                  </a:ext>
                </a:extLst>
              </p14:cNvPr>
              <p14:cNvContentPartPr/>
              <p14:nvPr/>
            </p14:nvContentPartPr>
            <p14:xfrm>
              <a:off x="1604349" y="2669305"/>
              <a:ext cx="364680" cy="388080"/>
            </p14:xfrm>
          </p:contentPart>
        </mc:Choice>
        <mc:Fallback xmlns="">
          <p:pic>
            <p:nvPicPr>
              <p:cNvPr id="63" name="Cerneală 62">
                <a:extLst>
                  <a:ext uri="{FF2B5EF4-FFF2-40B4-BE49-F238E27FC236}">
                    <a16:creationId xmlns:a16="http://schemas.microsoft.com/office/drawing/2014/main" id="{BD42DDF1-911F-456A-9F22-7FE01F67FF35}"/>
                  </a:ext>
                </a:extLst>
              </p:cNvPr>
              <p:cNvPicPr/>
              <p:nvPr/>
            </p:nvPicPr>
            <p:blipFill>
              <a:blip r:embed="rId37"/>
              <a:stretch>
                <a:fillRect/>
              </a:stretch>
            </p:blipFill>
            <p:spPr>
              <a:xfrm>
                <a:off x="1586709" y="2651305"/>
                <a:ext cx="400320" cy="423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8">
            <p14:nvContentPartPr>
              <p14:cNvPr id="64" name="Cerneală 63">
                <a:extLst>
                  <a:ext uri="{FF2B5EF4-FFF2-40B4-BE49-F238E27FC236}">
                    <a16:creationId xmlns:a16="http://schemas.microsoft.com/office/drawing/2014/main" id="{F001B6D4-4EBB-4BC0-9452-942D1C15708C}"/>
                  </a:ext>
                </a:extLst>
              </p14:cNvPr>
              <p14:cNvContentPartPr/>
              <p14:nvPr/>
            </p14:nvContentPartPr>
            <p14:xfrm>
              <a:off x="2256669" y="2815105"/>
              <a:ext cx="229680" cy="12600"/>
            </p14:xfrm>
          </p:contentPart>
        </mc:Choice>
        <mc:Fallback xmlns="">
          <p:pic>
            <p:nvPicPr>
              <p:cNvPr id="64" name="Cerneală 63">
                <a:extLst>
                  <a:ext uri="{FF2B5EF4-FFF2-40B4-BE49-F238E27FC236}">
                    <a16:creationId xmlns:a16="http://schemas.microsoft.com/office/drawing/2014/main" id="{F001B6D4-4EBB-4BC0-9452-942D1C15708C}"/>
                  </a:ext>
                </a:extLst>
              </p:cNvPr>
              <p:cNvPicPr/>
              <p:nvPr/>
            </p:nvPicPr>
            <p:blipFill>
              <a:blip r:embed="rId39"/>
              <a:stretch>
                <a:fillRect/>
              </a:stretch>
            </p:blipFill>
            <p:spPr>
              <a:xfrm>
                <a:off x="2238669" y="2797105"/>
                <a:ext cx="265320" cy="48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0">
            <p14:nvContentPartPr>
              <p14:cNvPr id="65" name="Cerneală 64">
                <a:extLst>
                  <a:ext uri="{FF2B5EF4-FFF2-40B4-BE49-F238E27FC236}">
                    <a16:creationId xmlns:a16="http://schemas.microsoft.com/office/drawing/2014/main" id="{ADBFA7F4-1A57-4A1D-A5A8-52700074F106}"/>
                  </a:ext>
                </a:extLst>
              </p14:cNvPr>
              <p14:cNvContentPartPr/>
              <p14:nvPr/>
            </p14:nvContentPartPr>
            <p14:xfrm>
              <a:off x="2299869" y="2933545"/>
              <a:ext cx="222480" cy="13680"/>
            </p14:xfrm>
          </p:contentPart>
        </mc:Choice>
        <mc:Fallback xmlns="">
          <p:pic>
            <p:nvPicPr>
              <p:cNvPr id="65" name="Cerneală 64">
                <a:extLst>
                  <a:ext uri="{FF2B5EF4-FFF2-40B4-BE49-F238E27FC236}">
                    <a16:creationId xmlns:a16="http://schemas.microsoft.com/office/drawing/2014/main" id="{ADBFA7F4-1A57-4A1D-A5A8-52700074F106}"/>
                  </a:ext>
                </a:extLst>
              </p:cNvPr>
              <p:cNvPicPr/>
              <p:nvPr/>
            </p:nvPicPr>
            <p:blipFill>
              <a:blip r:embed="rId41"/>
              <a:stretch>
                <a:fillRect/>
              </a:stretch>
            </p:blipFill>
            <p:spPr>
              <a:xfrm>
                <a:off x="2282229" y="2915905"/>
                <a:ext cx="258120" cy="49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2">
            <p14:nvContentPartPr>
              <p14:cNvPr id="69" name="Cerneală 68">
                <a:extLst>
                  <a:ext uri="{FF2B5EF4-FFF2-40B4-BE49-F238E27FC236}">
                    <a16:creationId xmlns:a16="http://schemas.microsoft.com/office/drawing/2014/main" id="{4817676A-5C2A-4BCC-A0F5-95D6F102641C}"/>
                  </a:ext>
                </a:extLst>
              </p14:cNvPr>
              <p14:cNvContentPartPr/>
              <p14:nvPr/>
            </p14:nvContentPartPr>
            <p14:xfrm>
              <a:off x="3743829" y="2810065"/>
              <a:ext cx="181440" cy="10440"/>
            </p14:xfrm>
          </p:contentPart>
        </mc:Choice>
        <mc:Fallback xmlns="">
          <p:pic>
            <p:nvPicPr>
              <p:cNvPr id="69" name="Cerneală 68">
                <a:extLst>
                  <a:ext uri="{FF2B5EF4-FFF2-40B4-BE49-F238E27FC236}">
                    <a16:creationId xmlns:a16="http://schemas.microsoft.com/office/drawing/2014/main" id="{4817676A-5C2A-4BCC-A0F5-95D6F102641C}"/>
                  </a:ext>
                </a:extLst>
              </p:cNvPr>
              <p:cNvPicPr/>
              <p:nvPr/>
            </p:nvPicPr>
            <p:blipFill>
              <a:blip r:embed="rId43"/>
              <a:stretch>
                <a:fillRect/>
              </a:stretch>
            </p:blipFill>
            <p:spPr>
              <a:xfrm>
                <a:off x="3726189" y="2792425"/>
                <a:ext cx="217080" cy="46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4">
            <p14:nvContentPartPr>
              <p14:cNvPr id="70" name="Cerneală 69">
                <a:extLst>
                  <a:ext uri="{FF2B5EF4-FFF2-40B4-BE49-F238E27FC236}">
                    <a16:creationId xmlns:a16="http://schemas.microsoft.com/office/drawing/2014/main" id="{EA42120D-F8C5-4ED3-8D4F-197DDFB0AA17}"/>
                  </a:ext>
                </a:extLst>
              </p14:cNvPr>
              <p14:cNvContentPartPr/>
              <p14:nvPr/>
            </p14:nvContentPartPr>
            <p14:xfrm>
              <a:off x="3797109" y="2925625"/>
              <a:ext cx="163440" cy="3240"/>
            </p14:xfrm>
          </p:contentPart>
        </mc:Choice>
        <mc:Fallback xmlns="">
          <p:pic>
            <p:nvPicPr>
              <p:cNvPr id="70" name="Cerneală 69">
                <a:extLst>
                  <a:ext uri="{FF2B5EF4-FFF2-40B4-BE49-F238E27FC236}">
                    <a16:creationId xmlns:a16="http://schemas.microsoft.com/office/drawing/2014/main" id="{EA42120D-F8C5-4ED3-8D4F-197DDFB0AA17}"/>
                  </a:ext>
                </a:extLst>
              </p:cNvPr>
              <p:cNvPicPr/>
              <p:nvPr/>
            </p:nvPicPr>
            <p:blipFill>
              <a:blip r:embed="rId45"/>
              <a:stretch>
                <a:fillRect/>
              </a:stretch>
            </p:blipFill>
            <p:spPr>
              <a:xfrm>
                <a:off x="3779109" y="2907985"/>
                <a:ext cx="199080" cy="38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6">
            <p14:nvContentPartPr>
              <p14:cNvPr id="71" name="Cerneală 70">
                <a:extLst>
                  <a:ext uri="{FF2B5EF4-FFF2-40B4-BE49-F238E27FC236}">
                    <a16:creationId xmlns:a16="http://schemas.microsoft.com/office/drawing/2014/main" id="{E6563F05-972B-4626-9413-219BB226B1F1}"/>
                  </a:ext>
                </a:extLst>
              </p14:cNvPr>
              <p14:cNvContentPartPr/>
              <p14:nvPr/>
            </p14:nvContentPartPr>
            <p14:xfrm>
              <a:off x="2750949" y="2492185"/>
              <a:ext cx="723240" cy="628920"/>
            </p14:xfrm>
          </p:contentPart>
        </mc:Choice>
        <mc:Fallback xmlns="">
          <p:pic>
            <p:nvPicPr>
              <p:cNvPr id="71" name="Cerneală 70">
                <a:extLst>
                  <a:ext uri="{FF2B5EF4-FFF2-40B4-BE49-F238E27FC236}">
                    <a16:creationId xmlns:a16="http://schemas.microsoft.com/office/drawing/2014/main" id="{E6563F05-972B-4626-9413-219BB226B1F1}"/>
                  </a:ext>
                </a:extLst>
              </p:cNvPr>
              <p:cNvPicPr/>
              <p:nvPr/>
            </p:nvPicPr>
            <p:blipFill>
              <a:blip r:embed="rId47"/>
              <a:stretch>
                <a:fillRect/>
              </a:stretch>
            </p:blipFill>
            <p:spPr>
              <a:xfrm>
                <a:off x="2732940" y="2474185"/>
                <a:ext cx="758898" cy="664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8">
            <p14:nvContentPartPr>
              <p14:cNvPr id="87" name="Cerneală 86">
                <a:extLst>
                  <a:ext uri="{FF2B5EF4-FFF2-40B4-BE49-F238E27FC236}">
                    <a16:creationId xmlns:a16="http://schemas.microsoft.com/office/drawing/2014/main" id="{B027463F-5E80-4BAB-9493-47F052017113}"/>
                  </a:ext>
                </a:extLst>
              </p14:cNvPr>
              <p14:cNvContentPartPr/>
              <p14:nvPr/>
            </p14:nvContentPartPr>
            <p14:xfrm>
              <a:off x="5625189" y="2512345"/>
              <a:ext cx="969840" cy="450360"/>
            </p14:xfrm>
          </p:contentPart>
        </mc:Choice>
        <mc:Fallback xmlns="">
          <p:pic>
            <p:nvPicPr>
              <p:cNvPr id="87" name="Cerneală 86">
                <a:extLst>
                  <a:ext uri="{FF2B5EF4-FFF2-40B4-BE49-F238E27FC236}">
                    <a16:creationId xmlns:a16="http://schemas.microsoft.com/office/drawing/2014/main" id="{B027463F-5E80-4BAB-9493-47F052017113}"/>
                  </a:ext>
                </a:extLst>
              </p:cNvPr>
              <p:cNvPicPr/>
              <p:nvPr/>
            </p:nvPicPr>
            <p:blipFill>
              <a:blip r:embed="rId49"/>
              <a:stretch>
                <a:fillRect/>
              </a:stretch>
            </p:blipFill>
            <p:spPr>
              <a:xfrm>
                <a:off x="5607189" y="2494705"/>
                <a:ext cx="1005480" cy="48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0">
            <p14:nvContentPartPr>
              <p14:cNvPr id="88" name="Cerneală 87">
                <a:extLst>
                  <a:ext uri="{FF2B5EF4-FFF2-40B4-BE49-F238E27FC236}">
                    <a16:creationId xmlns:a16="http://schemas.microsoft.com/office/drawing/2014/main" id="{DDCA1EE3-5EF6-4063-99CF-981431D39CFC}"/>
                  </a:ext>
                </a:extLst>
              </p14:cNvPr>
              <p14:cNvContentPartPr/>
              <p14:nvPr/>
            </p14:nvContentPartPr>
            <p14:xfrm>
              <a:off x="4297509" y="2702425"/>
              <a:ext cx="770040" cy="366120"/>
            </p14:xfrm>
          </p:contentPart>
        </mc:Choice>
        <mc:Fallback xmlns="">
          <p:pic>
            <p:nvPicPr>
              <p:cNvPr id="88" name="Cerneală 87">
                <a:extLst>
                  <a:ext uri="{FF2B5EF4-FFF2-40B4-BE49-F238E27FC236}">
                    <a16:creationId xmlns:a16="http://schemas.microsoft.com/office/drawing/2014/main" id="{DDCA1EE3-5EF6-4063-99CF-981431D39CFC}"/>
                  </a:ext>
                </a:extLst>
              </p:cNvPr>
              <p:cNvPicPr/>
              <p:nvPr/>
            </p:nvPicPr>
            <p:blipFill>
              <a:blip r:embed="rId51"/>
              <a:stretch>
                <a:fillRect/>
              </a:stretch>
            </p:blipFill>
            <p:spPr>
              <a:xfrm>
                <a:off x="4279869" y="2684425"/>
                <a:ext cx="805680" cy="401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2">
            <p14:nvContentPartPr>
              <p14:cNvPr id="90" name="Cerneală 89">
                <a:extLst>
                  <a:ext uri="{FF2B5EF4-FFF2-40B4-BE49-F238E27FC236}">
                    <a16:creationId xmlns:a16="http://schemas.microsoft.com/office/drawing/2014/main" id="{95D7CB9B-BD5A-424D-B950-2A550BC94C8C}"/>
                  </a:ext>
                </a:extLst>
              </p14:cNvPr>
              <p14:cNvContentPartPr/>
              <p14:nvPr/>
            </p14:nvContentPartPr>
            <p14:xfrm>
              <a:off x="7090389" y="2376625"/>
              <a:ext cx="1670760" cy="507960"/>
            </p14:xfrm>
          </p:contentPart>
        </mc:Choice>
        <mc:Fallback xmlns="">
          <p:pic>
            <p:nvPicPr>
              <p:cNvPr id="90" name="Cerneală 89">
                <a:extLst>
                  <a:ext uri="{FF2B5EF4-FFF2-40B4-BE49-F238E27FC236}">
                    <a16:creationId xmlns:a16="http://schemas.microsoft.com/office/drawing/2014/main" id="{95D7CB9B-BD5A-424D-B950-2A550BC94C8C}"/>
                  </a:ext>
                </a:extLst>
              </p:cNvPr>
              <p:cNvPicPr/>
              <p:nvPr/>
            </p:nvPicPr>
            <p:blipFill>
              <a:blip r:embed="rId53"/>
              <a:stretch>
                <a:fillRect/>
              </a:stretch>
            </p:blipFill>
            <p:spPr>
              <a:xfrm>
                <a:off x="7072749" y="2358972"/>
                <a:ext cx="1706400" cy="543625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4">
            <p14:nvContentPartPr>
              <p14:cNvPr id="93" name="Cerneală 92">
                <a:extLst>
                  <a:ext uri="{FF2B5EF4-FFF2-40B4-BE49-F238E27FC236}">
                    <a16:creationId xmlns:a16="http://schemas.microsoft.com/office/drawing/2014/main" id="{BB3E4278-33BC-49F4-B74D-00A704123AF6}"/>
                  </a:ext>
                </a:extLst>
              </p14:cNvPr>
              <p14:cNvContentPartPr/>
              <p14:nvPr/>
            </p14:nvContentPartPr>
            <p14:xfrm>
              <a:off x="10311669" y="2504425"/>
              <a:ext cx="206640" cy="229680"/>
            </p14:xfrm>
          </p:contentPart>
        </mc:Choice>
        <mc:Fallback xmlns="">
          <p:pic>
            <p:nvPicPr>
              <p:cNvPr id="93" name="Cerneală 92">
                <a:extLst>
                  <a:ext uri="{FF2B5EF4-FFF2-40B4-BE49-F238E27FC236}">
                    <a16:creationId xmlns:a16="http://schemas.microsoft.com/office/drawing/2014/main" id="{BB3E4278-33BC-49F4-B74D-00A704123AF6}"/>
                  </a:ext>
                </a:extLst>
              </p:cNvPr>
              <p:cNvPicPr/>
              <p:nvPr/>
            </p:nvPicPr>
            <p:blipFill>
              <a:blip r:embed="rId55"/>
              <a:stretch>
                <a:fillRect/>
              </a:stretch>
            </p:blipFill>
            <p:spPr>
              <a:xfrm>
                <a:off x="10294029" y="2486785"/>
                <a:ext cx="242280" cy="265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6">
            <p14:nvContentPartPr>
              <p14:cNvPr id="94" name="Cerneală 93">
                <a:extLst>
                  <a:ext uri="{FF2B5EF4-FFF2-40B4-BE49-F238E27FC236}">
                    <a16:creationId xmlns:a16="http://schemas.microsoft.com/office/drawing/2014/main" id="{4F0D9BB3-75CE-435B-AAF9-8C7121303C77}"/>
                  </a:ext>
                </a:extLst>
              </p14:cNvPr>
              <p14:cNvContentPartPr/>
              <p14:nvPr/>
            </p14:nvContentPartPr>
            <p14:xfrm>
              <a:off x="10419669" y="2930665"/>
              <a:ext cx="9720" cy="42480"/>
            </p14:xfrm>
          </p:contentPart>
        </mc:Choice>
        <mc:Fallback xmlns="">
          <p:pic>
            <p:nvPicPr>
              <p:cNvPr id="94" name="Cerneală 93">
                <a:extLst>
                  <a:ext uri="{FF2B5EF4-FFF2-40B4-BE49-F238E27FC236}">
                    <a16:creationId xmlns:a16="http://schemas.microsoft.com/office/drawing/2014/main" id="{4F0D9BB3-75CE-435B-AAF9-8C7121303C77}"/>
                  </a:ext>
                </a:extLst>
              </p:cNvPr>
              <p:cNvPicPr/>
              <p:nvPr/>
            </p:nvPicPr>
            <p:blipFill>
              <a:blip r:embed="rId57"/>
              <a:stretch>
                <a:fillRect/>
              </a:stretch>
            </p:blipFill>
            <p:spPr>
              <a:xfrm>
                <a:off x="10402029" y="2912665"/>
                <a:ext cx="45360" cy="78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8">
            <p14:nvContentPartPr>
              <p14:cNvPr id="95" name="Cerneală 94">
                <a:extLst>
                  <a:ext uri="{FF2B5EF4-FFF2-40B4-BE49-F238E27FC236}">
                    <a16:creationId xmlns:a16="http://schemas.microsoft.com/office/drawing/2014/main" id="{D0D62957-D42D-4ED4-8DA1-1F3A3059271B}"/>
                  </a:ext>
                </a:extLst>
              </p14:cNvPr>
              <p14:cNvContentPartPr/>
              <p14:nvPr/>
            </p14:nvContentPartPr>
            <p14:xfrm>
              <a:off x="10388349" y="3219385"/>
              <a:ext cx="11880" cy="27720"/>
            </p14:xfrm>
          </p:contentPart>
        </mc:Choice>
        <mc:Fallback xmlns="">
          <p:pic>
            <p:nvPicPr>
              <p:cNvPr id="95" name="Cerneală 94">
                <a:extLst>
                  <a:ext uri="{FF2B5EF4-FFF2-40B4-BE49-F238E27FC236}">
                    <a16:creationId xmlns:a16="http://schemas.microsoft.com/office/drawing/2014/main" id="{D0D62957-D42D-4ED4-8DA1-1F3A3059271B}"/>
                  </a:ext>
                </a:extLst>
              </p:cNvPr>
              <p:cNvPicPr/>
              <p:nvPr/>
            </p:nvPicPr>
            <p:blipFill>
              <a:blip r:embed="rId59"/>
              <a:stretch>
                <a:fillRect/>
              </a:stretch>
            </p:blipFill>
            <p:spPr>
              <a:xfrm>
                <a:off x="10370349" y="3201745"/>
                <a:ext cx="47520" cy="63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0">
            <p14:nvContentPartPr>
              <p14:cNvPr id="96" name="Cerneală 95">
                <a:extLst>
                  <a:ext uri="{FF2B5EF4-FFF2-40B4-BE49-F238E27FC236}">
                    <a16:creationId xmlns:a16="http://schemas.microsoft.com/office/drawing/2014/main" id="{806887EC-C875-4FAB-931A-870D82F06F30}"/>
                  </a:ext>
                </a:extLst>
              </p14:cNvPr>
              <p14:cNvContentPartPr/>
              <p14:nvPr/>
            </p14:nvContentPartPr>
            <p14:xfrm>
              <a:off x="10385109" y="3402265"/>
              <a:ext cx="360" cy="360"/>
            </p14:xfrm>
          </p:contentPart>
        </mc:Choice>
        <mc:Fallback xmlns="">
          <p:pic>
            <p:nvPicPr>
              <p:cNvPr id="96" name="Cerneală 95">
                <a:extLst>
                  <a:ext uri="{FF2B5EF4-FFF2-40B4-BE49-F238E27FC236}">
                    <a16:creationId xmlns:a16="http://schemas.microsoft.com/office/drawing/2014/main" id="{806887EC-C875-4FAB-931A-870D82F06F30}"/>
                  </a:ext>
                </a:extLst>
              </p:cNvPr>
              <p:cNvPicPr/>
              <p:nvPr/>
            </p:nvPicPr>
            <p:blipFill>
              <a:blip r:embed="rId61"/>
              <a:stretch>
                <a:fillRect/>
              </a:stretch>
            </p:blipFill>
            <p:spPr>
              <a:xfrm>
                <a:off x="10367469" y="3384265"/>
                <a:ext cx="36000" cy="3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2">
            <p14:nvContentPartPr>
              <p14:cNvPr id="97" name="Cerneală 96">
                <a:extLst>
                  <a:ext uri="{FF2B5EF4-FFF2-40B4-BE49-F238E27FC236}">
                    <a16:creationId xmlns:a16="http://schemas.microsoft.com/office/drawing/2014/main" id="{9895B8AC-1458-457F-AD71-572155F3CB65}"/>
                  </a:ext>
                </a:extLst>
              </p14:cNvPr>
              <p14:cNvContentPartPr/>
              <p14:nvPr/>
            </p14:nvContentPartPr>
            <p14:xfrm>
              <a:off x="10396989" y="3561025"/>
              <a:ext cx="66240" cy="171000"/>
            </p14:xfrm>
          </p:contentPart>
        </mc:Choice>
        <mc:Fallback xmlns="">
          <p:pic>
            <p:nvPicPr>
              <p:cNvPr id="97" name="Cerneală 96">
                <a:extLst>
                  <a:ext uri="{FF2B5EF4-FFF2-40B4-BE49-F238E27FC236}">
                    <a16:creationId xmlns:a16="http://schemas.microsoft.com/office/drawing/2014/main" id="{9895B8AC-1458-457F-AD71-572155F3CB65}"/>
                  </a:ext>
                </a:extLst>
              </p:cNvPr>
              <p:cNvPicPr/>
              <p:nvPr/>
            </p:nvPicPr>
            <p:blipFill>
              <a:blip r:embed="rId63"/>
              <a:stretch>
                <a:fillRect/>
              </a:stretch>
            </p:blipFill>
            <p:spPr>
              <a:xfrm>
                <a:off x="10378989" y="3543385"/>
                <a:ext cx="101880" cy="206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4">
            <p14:nvContentPartPr>
              <p14:cNvPr id="98" name="Cerneală 97">
                <a:extLst>
                  <a:ext uri="{FF2B5EF4-FFF2-40B4-BE49-F238E27FC236}">
                    <a16:creationId xmlns:a16="http://schemas.microsoft.com/office/drawing/2014/main" id="{C40CCDDA-E3CC-4BA3-99D2-C9E22E14EF91}"/>
                  </a:ext>
                </a:extLst>
              </p14:cNvPr>
              <p14:cNvContentPartPr/>
              <p14:nvPr/>
            </p14:nvContentPartPr>
            <p14:xfrm>
              <a:off x="9345789" y="2559865"/>
              <a:ext cx="401040" cy="289080"/>
            </p14:xfrm>
          </p:contentPart>
        </mc:Choice>
        <mc:Fallback xmlns="">
          <p:pic>
            <p:nvPicPr>
              <p:cNvPr id="98" name="Cerneală 97">
                <a:extLst>
                  <a:ext uri="{FF2B5EF4-FFF2-40B4-BE49-F238E27FC236}">
                    <a16:creationId xmlns:a16="http://schemas.microsoft.com/office/drawing/2014/main" id="{C40CCDDA-E3CC-4BA3-99D2-C9E22E14EF91}"/>
                  </a:ext>
                </a:extLst>
              </p:cNvPr>
              <p:cNvPicPr/>
              <p:nvPr/>
            </p:nvPicPr>
            <p:blipFill>
              <a:blip r:embed="rId65"/>
              <a:stretch>
                <a:fillRect/>
              </a:stretch>
            </p:blipFill>
            <p:spPr>
              <a:xfrm>
                <a:off x="9328149" y="2542225"/>
                <a:ext cx="436680" cy="324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6">
            <p14:nvContentPartPr>
              <p14:cNvPr id="103" name="Cerneală 102">
                <a:extLst>
                  <a:ext uri="{FF2B5EF4-FFF2-40B4-BE49-F238E27FC236}">
                    <a16:creationId xmlns:a16="http://schemas.microsoft.com/office/drawing/2014/main" id="{6D9BE2F2-A410-4018-BD23-3F6E0C7CAF1C}"/>
                  </a:ext>
                </a:extLst>
              </p14:cNvPr>
              <p14:cNvContentPartPr/>
              <p14:nvPr/>
            </p14:nvContentPartPr>
            <p14:xfrm>
              <a:off x="10284309" y="3910585"/>
              <a:ext cx="799200" cy="290520"/>
            </p14:xfrm>
          </p:contentPart>
        </mc:Choice>
        <mc:Fallback xmlns="">
          <p:pic>
            <p:nvPicPr>
              <p:cNvPr id="103" name="Cerneală 102">
                <a:extLst>
                  <a:ext uri="{FF2B5EF4-FFF2-40B4-BE49-F238E27FC236}">
                    <a16:creationId xmlns:a16="http://schemas.microsoft.com/office/drawing/2014/main" id="{6D9BE2F2-A410-4018-BD23-3F6E0C7CAF1C}"/>
                  </a:ext>
                </a:extLst>
              </p:cNvPr>
              <p:cNvPicPr/>
              <p:nvPr/>
            </p:nvPicPr>
            <p:blipFill>
              <a:blip r:embed="rId67"/>
              <a:stretch>
                <a:fillRect/>
              </a:stretch>
            </p:blipFill>
            <p:spPr>
              <a:xfrm>
                <a:off x="10266661" y="3892585"/>
                <a:ext cx="834856" cy="326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8">
            <p14:nvContentPartPr>
              <p14:cNvPr id="106" name="Cerneală 105">
                <a:extLst>
                  <a:ext uri="{FF2B5EF4-FFF2-40B4-BE49-F238E27FC236}">
                    <a16:creationId xmlns:a16="http://schemas.microsoft.com/office/drawing/2014/main" id="{49CF9764-4F1F-4ABF-8A4E-9C48CA19237E}"/>
                  </a:ext>
                </a:extLst>
              </p14:cNvPr>
              <p14:cNvContentPartPr/>
              <p14:nvPr/>
            </p14:nvContentPartPr>
            <p14:xfrm>
              <a:off x="861309" y="4574425"/>
              <a:ext cx="260280" cy="559440"/>
            </p14:xfrm>
          </p:contentPart>
        </mc:Choice>
        <mc:Fallback xmlns="">
          <p:pic>
            <p:nvPicPr>
              <p:cNvPr id="106" name="Cerneală 105">
                <a:extLst>
                  <a:ext uri="{FF2B5EF4-FFF2-40B4-BE49-F238E27FC236}">
                    <a16:creationId xmlns:a16="http://schemas.microsoft.com/office/drawing/2014/main" id="{49CF9764-4F1F-4ABF-8A4E-9C48CA19237E}"/>
                  </a:ext>
                </a:extLst>
              </p:cNvPr>
              <p:cNvPicPr/>
              <p:nvPr/>
            </p:nvPicPr>
            <p:blipFill>
              <a:blip r:embed="rId69"/>
              <a:stretch>
                <a:fillRect/>
              </a:stretch>
            </p:blipFill>
            <p:spPr>
              <a:xfrm>
                <a:off x="843309" y="4556425"/>
                <a:ext cx="295920" cy="595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0">
            <p14:nvContentPartPr>
              <p14:cNvPr id="107" name="Cerneală 106">
                <a:extLst>
                  <a:ext uri="{FF2B5EF4-FFF2-40B4-BE49-F238E27FC236}">
                    <a16:creationId xmlns:a16="http://schemas.microsoft.com/office/drawing/2014/main" id="{0F04D706-70A0-401C-BCBC-27EE42EAD214}"/>
                  </a:ext>
                </a:extLst>
              </p14:cNvPr>
              <p14:cNvContentPartPr/>
              <p14:nvPr/>
            </p14:nvContentPartPr>
            <p14:xfrm>
              <a:off x="1640709" y="4759465"/>
              <a:ext cx="360" cy="360"/>
            </p14:xfrm>
          </p:contentPart>
        </mc:Choice>
        <mc:Fallback xmlns="">
          <p:pic>
            <p:nvPicPr>
              <p:cNvPr id="107" name="Cerneală 106">
                <a:extLst>
                  <a:ext uri="{FF2B5EF4-FFF2-40B4-BE49-F238E27FC236}">
                    <a16:creationId xmlns:a16="http://schemas.microsoft.com/office/drawing/2014/main" id="{0F04D706-70A0-401C-BCBC-27EE42EAD214}"/>
                  </a:ext>
                </a:extLst>
              </p:cNvPr>
              <p:cNvPicPr/>
              <p:nvPr/>
            </p:nvPicPr>
            <p:blipFill>
              <a:blip r:embed="rId61"/>
              <a:stretch>
                <a:fillRect/>
              </a:stretch>
            </p:blipFill>
            <p:spPr>
              <a:xfrm>
                <a:off x="1623069" y="4741465"/>
                <a:ext cx="36000" cy="3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1">
            <p14:nvContentPartPr>
              <p14:cNvPr id="108" name="Cerneală 107">
                <a:extLst>
                  <a:ext uri="{FF2B5EF4-FFF2-40B4-BE49-F238E27FC236}">
                    <a16:creationId xmlns:a16="http://schemas.microsoft.com/office/drawing/2014/main" id="{C25C3107-F6DB-4EBC-B30D-B8333C6CF066}"/>
                  </a:ext>
                </a:extLst>
              </p14:cNvPr>
              <p14:cNvContentPartPr/>
              <p14:nvPr/>
            </p14:nvContentPartPr>
            <p14:xfrm>
              <a:off x="1623069" y="4711585"/>
              <a:ext cx="42120" cy="193680"/>
            </p14:xfrm>
          </p:contentPart>
        </mc:Choice>
        <mc:Fallback xmlns="">
          <p:pic>
            <p:nvPicPr>
              <p:cNvPr id="108" name="Cerneală 107">
                <a:extLst>
                  <a:ext uri="{FF2B5EF4-FFF2-40B4-BE49-F238E27FC236}">
                    <a16:creationId xmlns:a16="http://schemas.microsoft.com/office/drawing/2014/main" id="{C25C3107-F6DB-4EBC-B30D-B8333C6CF066}"/>
                  </a:ext>
                </a:extLst>
              </p:cNvPr>
              <p:cNvPicPr/>
              <p:nvPr/>
            </p:nvPicPr>
            <p:blipFill>
              <a:blip r:embed="rId72"/>
              <a:stretch>
                <a:fillRect/>
              </a:stretch>
            </p:blipFill>
            <p:spPr>
              <a:xfrm>
                <a:off x="1605069" y="4693585"/>
                <a:ext cx="77760" cy="229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3">
            <p14:nvContentPartPr>
              <p14:cNvPr id="109" name="Cerneală 108">
                <a:extLst>
                  <a:ext uri="{FF2B5EF4-FFF2-40B4-BE49-F238E27FC236}">
                    <a16:creationId xmlns:a16="http://schemas.microsoft.com/office/drawing/2014/main" id="{F7B6A93A-838F-443E-9F18-4C35E7FF808B}"/>
                  </a:ext>
                </a:extLst>
              </p14:cNvPr>
              <p14:cNvContentPartPr/>
              <p14:nvPr/>
            </p14:nvContentPartPr>
            <p14:xfrm>
              <a:off x="1631349" y="4725625"/>
              <a:ext cx="141480" cy="159840"/>
            </p14:xfrm>
          </p:contentPart>
        </mc:Choice>
        <mc:Fallback xmlns="">
          <p:pic>
            <p:nvPicPr>
              <p:cNvPr id="109" name="Cerneală 108">
                <a:extLst>
                  <a:ext uri="{FF2B5EF4-FFF2-40B4-BE49-F238E27FC236}">
                    <a16:creationId xmlns:a16="http://schemas.microsoft.com/office/drawing/2014/main" id="{F7B6A93A-838F-443E-9F18-4C35E7FF808B}"/>
                  </a:ext>
                </a:extLst>
              </p:cNvPr>
              <p:cNvPicPr/>
              <p:nvPr/>
            </p:nvPicPr>
            <p:blipFill>
              <a:blip r:embed="rId74"/>
              <a:stretch>
                <a:fillRect/>
              </a:stretch>
            </p:blipFill>
            <p:spPr>
              <a:xfrm>
                <a:off x="1613349" y="4707625"/>
                <a:ext cx="177120" cy="195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5">
            <p14:nvContentPartPr>
              <p14:cNvPr id="110" name="Cerneală 109">
                <a:extLst>
                  <a:ext uri="{FF2B5EF4-FFF2-40B4-BE49-F238E27FC236}">
                    <a16:creationId xmlns:a16="http://schemas.microsoft.com/office/drawing/2014/main" id="{4FE72EDD-A345-4712-93A4-028DD5E6DD19}"/>
                  </a:ext>
                </a:extLst>
              </p14:cNvPr>
              <p14:cNvContentPartPr/>
              <p14:nvPr/>
            </p14:nvContentPartPr>
            <p14:xfrm>
              <a:off x="1760229" y="4644985"/>
              <a:ext cx="15840" cy="239400"/>
            </p14:xfrm>
          </p:contentPart>
        </mc:Choice>
        <mc:Fallback xmlns="">
          <p:pic>
            <p:nvPicPr>
              <p:cNvPr id="110" name="Cerneală 109">
                <a:extLst>
                  <a:ext uri="{FF2B5EF4-FFF2-40B4-BE49-F238E27FC236}">
                    <a16:creationId xmlns:a16="http://schemas.microsoft.com/office/drawing/2014/main" id="{4FE72EDD-A345-4712-93A4-028DD5E6DD19}"/>
                  </a:ext>
                </a:extLst>
              </p:cNvPr>
              <p:cNvPicPr/>
              <p:nvPr/>
            </p:nvPicPr>
            <p:blipFill>
              <a:blip r:embed="rId76"/>
              <a:stretch>
                <a:fillRect/>
              </a:stretch>
            </p:blipFill>
            <p:spPr>
              <a:xfrm>
                <a:off x="1742589" y="4626985"/>
                <a:ext cx="51480" cy="275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7">
            <p14:nvContentPartPr>
              <p14:cNvPr id="111" name="Cerneală 110">
                <a:extLst>
                  <a:ext uri="{FF2B5EF4-FFF2-40B4-BE49-F238E27FC236}">
                    <a16:creationId xmlns:a16="http://schemas.microsoft.com/office/drawing/2014/main" id="{A2EA0C86-1A8A-40A0-963D-66D663A6DA05}"/>
                  </a:ext>
                </a:extLst>
              </p14:cNvPr>
              <p14:cNvContentPartPr/>
              <p14:nvPr/>
            </p14:nvContentPartPr>
            <p14:xfrm>
              <a:off x="1824309" y="4761625"/>
              <a:ext cx="250920" cy="150840"/>
            </p14:xfrm>
          </p:contentPart>
        </mc:Choice>
        <mc:Fallback xmlns="">
          <p:pic>
            <p:nvPicPr>
              <p:cNvPr id="111" name="Cerneală 110">
                <a:extLst>
                  <a:ext uri="{FF2B5EF4-FFF2-40B4-BE49-F238E27FC236}">
                    <a16:creationId xmlns:a16="http://schemas.microsoft.com/office/drawing/2014/main" id="{A2EA0C86-1A8A-40A0-963D-66D663A6DA05}"/>
                  </a:ext>
                </a:extLst>
              </p:cNvPr>
              <p:cNvPicPr/>
              <p:nvPr/>
            </p:nvPicPr>
            <p:blipFill>
              <a:blip r:embed="rId78"/>
              <a:stretch>
                <a:fillRect/>
              </a:stretch>
            </p:blipFill>
            <p:spPr>
              <a:xfrm>
                <a:off x="1806669" y="4743625"/>
                <a:ext cx="286560" cy="186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9">
            <p14:nvContentPartPr>
              <p14:cNvPr id="121" name="Cerneală 120">
                <a:extLst>
                  <a:ext uri="{FF2B5EF4-FFF2-40B4-BE49-F238E27FC236}">
                    <a16:creationId xmlns:a16="http://schemas.microsoft.com/office/drawing/2014/main" id="{D974CFE8-84C3-4055-8FCC-F760918C2AE5}"/>
                  </a:ext>
                </a:extLst>
              </p14:cNvPr>
              <p14:cNvContentPartPr/>
              <p14:nvPr/>
            </p14:nvContentPartPr>
            <p14:xfrm>
              <a:off x="4435389" y="4571545"/>
              <a:ext cx="102960" cy="388080"/>
            </p14:xfrm>
          </p:contentPart>
        </mc:Choice>
        <mc:Fallback xmlns="">
          <p:pic>
            <p:nvPicPr>
              <p:cNvPr id="121" name="Cerneală 120">
                <a:extLst>
                  <a:ext uri="{FF2B5EF4-FFF2-40B4-BE49-F238E27FC236}">
                    <a16:creationId xmlns:a16="http://schemas.microsoft.com/office/drawing/2014/main" id="{D974CFE8-84C3-4055-8FCC-F760918C2AE5}"/>
                  </a:ext>
                </a:extLst>
              </p:cNvPr>
              <p:cNvPicPr/>
              <p:nvPr/>
            </p:nvPicPr>
            <p:blipFill>
              <a:blip r:embed="rId80"/>
              <a:stretch>
                <a:fillRect/>
              </a:stretch>
            </p:blipFill>
            <p:spPr>
              <a:xfrm>
                <a:off x="4417749" y="4553905"/>
                <a:ext cx="138600" cy="423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1">
            <p14:nvContentPartPr>
              <p14:cNvPr id="129" name="Cerneală 128">
                <a:extLst>
                  <a:ext uri="{FF2B5EF4-FFF2-40B4-BE49-F238E27FC236}">
                    <a16:creationId xmlns:a16="http://schemas.microsoft.com/office/drawing/2014/main" id="{D52DEE98-87EC-4FA1-9FA3-C677C57E9EE6}"/>
                  </a:ext>
                </a:extLst>
              </p14:cNvPr>
              <p14:cNvContentPartPr/>
              <p14:nvPr/>
            </p14:nvContentPartPr>
            <p14:xfrm>
              <a:off x="7176429" y="4712665"/>
              <a:ext cx="121320" cy="99360"/>
            </p14:xfrm>
          </p:contentPart>
        </mc:Choice>
        <mc:Fallback xmlns="">
          <p:pic>
            <p:nvPicPr>
              <p:cNvPr id="129" name="Cerneală 128">
                <a:extLst>
                  <a:ext uri="{FF2B5EF4-FFF2-40B4-BE49-F238E27FC236}">
                    <a16:creationId xmlns:a16="http://schemas.microsoft.com/office/drawing/2014/main" id="{D52DEE98-87EC-4FA1-9FA3-C677C57E9EE6}"/>
                  </a:ext>
                </a:extLst>
              </p:cNvPr>
              <p:cNvPicPr/>
              <p:nvPr/>
            </p:nvPicPr>
            <p:blipFill>
              <a:blip r:embed="rId82"/>
              <a:stretch>
                <a:fillRect/>
              </a:stretch>
            </p:blipFill>
            <p:spPr>
              <a:xfrm>
                <a:off x="7158429" y="4695025"/>
                <a:ext cx="156960" cy="135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3">
            <p14:nvContentPartPr>
              <p14:cNvPr id="136" name="Cerneală 135">
                <a:extLst>
                  <a:ext uri="{FF2B5EF4-FFF2-40B4-BE49-F238E27FC236}">
                    <a16:creationId xmlns:a16="http://schemas.microsoft.com/office/drawing/2014/main" id="{F0584E12-B1DB-47C5-A019-7B0AD34A188C}"/>
                  </a:ext>
                </a:extLst>
              </p14:cNvPr>
              <p14:cNvContentPartPr/>
              <p14:nvPr/>
            </p14:nvContentPartPr>
            <p14:xfrm>
              <a:off x="7664949" y="4506745"/>
              <a:ext cx="1740600" cy="346680"/>
            </p14:xfrm>
          </p:contentPart>
        </mc:Choice>
        <mc:Fallback xmlns="">
          <p:pic>
            <p:nvPicPr>
              <p:cNvPr id="136" name="Cerneală 135">
                <a:extLst>
                  <a:ext uri="{FF2B5EF4-FFF2-40B4-BE49-F238E27FC236}">
                    <a16:creationId xmlns:a16="http://schemas.microsoft.com/office/drawing/2014/main" id="{F0584E12-B1DB-47C5-A019-7B0AD34A188C}"/>
                  </a:ext>
                </a:extLst>
              </p:cNvPr>
              <p:cNvPicPr/>
              <p:nvPr/>
            </p:nvPicPr>
            <p:blipFill>
              <a:blip r:embed="rId84"/>
              <a:stretch>
                <a:fillRect/>
              </a:stretch>
            </p:blipFill>
            <p:spPr>
              <a:xfrm>
                <a:off x="7646953" y="4489105"/>
                <a:ext cx="1776233" cy="382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5">
            <p14:nvContentPartPr>
              <p14:cNvPr id="137" name="Cerneală 136">
                <a:extLst>
                  <a:ext uri="{FF2B5EF4-FFF2-40B4-BE49-F238E27FC236}">
                    <a16:creationId xmlns:a16="http://schemas.microsoft.com/office/drawing/2014/main" id="{12EDCD55-0E17-4613-AF70-02B5307E1809}"/>
                  </a:ext>
                </a:extLst>
              </p14:cNvPr>
              <p14:cNvContentPartPr/>
              <p14:nvPr/>
            </p14:nvContentPartPr>
            <p14:xfrm>
              <a:off x="6367869" y="4702585"/>
              <a:ext cx="416880" cy="360000"/>
            </p14:xfrm>
          </p:contentPart>
        </mc:Choice>
        <mc:Fallback xmlns="">
          <p:pic>
            <p:nvPicPr>
              <p:cNvPr id="137" name="Cerneală 136">
                <a:extLst>
                  <a:ext uri="{FF2B5EF4-FFF2-40B4-BE49-F238E27FC236}">
                    <a16:creationId xmlns:a16="http://schemas.microsoft.com/office/drawing/2014/main" id="{12EDCD55-0E17-4613-AF70-02B5307E1809}"/>
                  </a:ext>
                </a:extLst>
              </p:cNvPr>
              <p:cNvPicPr/>
              <p:nvPr/>
            </p:nvPicPr>
            <p:blipFill>
              <a:blip r:embed="rId86"/>
              <a:stretch>
                <a:fillRect/>
              </a:stretch>
            </p:blipFill>
            <p:spPr>
              <a:xfrm>
                <a:off x="6349869" y="4684585"/>
                <a:ext cx="452520" cy="395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7">
            <p14:nvContentPartPr>
              <p14:cNvPr id="138" name="Cerneală 137">
                <a:extLst>
                  <a:ext uri="{FF2B5EF4-FFF2-40B4-BE49-F238E27FC236}">
                    <a16:creationId xmlns:a16="http://schemas.microsoft.com/office/drawing/2014/main" id="{6B09E44C-6780-4FC3-BE7C-9C78D56DD563}"/>
                  </a:ext>
                </a:extLst>
              </p14:cNvPr>
              <p14:cNvContentPartPr/>
              <p14:nvPr/>
            </p14:nvContentPartPr>
            <p14:xfrm>
              <a:off x="5245389" y="4509265"/>
              <a:ext cx="417960" cy="461520"/>
            </p14:xfrm>
          </p:contentPart>
        </mc:Choice>
        <mc:Fallback xmlns="">
          <p:pic>
            <p:nvPicPr>
              <p:cNvPr id="138" name="Cerneală 137">
                <a:extLst>
                  <a:ext uri="{FF2B5EF4-FFF2-40B4-BE49-F238E27FC236}">
                    <a16:creationId xmlns:a16="http://schemas.microsoft.com/office/drawing/2014/main" id="{6B09E44C-6780-4FC3-BE7C-9C78D56DD563}"/>
                  </a:ext>
                </a:extLst>
              </p:cNvPr>
              <p:cNvPicPr/>
              <p:nvPr/>
            </p:nvPicPr>
            <p:blipFill>
              <a:blip r:embed="rId88"/>
              <a:stretch>
                <a:fillRect/>
              </a:stretch>
            </p:blipFill>
            <p:spPr>
              <a:xfrm>
                <a:off x="5227734" y="4491265"/>
                <a:ext cx="453631" cy="497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9">
            <p14:nvContentPartPr>
              <p14:cNvPr id="139" name="Cerneală 138">
                <a:extLst>
                  <a:ext uri="{FF2B5EF4-FFF2-40B4-BE49-F238E27FC236}">
                    <a16:creationId xmlns:a16="http://schemas.microsoft.com/office/drawing/2014/main" id="{E7590D93-0748-4CA4-B8CE-86A3A4086FE0}"/>
                  </a:ext>
                </a:extLst>
              </p14:cNvPr>
              <p14:cNvContentPartPr/>
              <p14:nvPr/>
            </p14:nvContentPartPr>
            <p14:xfrm>
              <a:off x="4672269" y="4651825"/>
              <a:ext cx="440280" cy="271800"/>
            </p14:xfrm>
          </p:contentPart>
        </mc:Choice>
        <mc:Fallback xmlns="">
          <p:pic>
            <p:nvPicPr>
              <p:cNvPr id="139" name="Cerneală 138">
                <a:extLst>
                  <a:ext uri="{FF2B5EF4-FFF2-40B4-BE49-F238E27FC236}">
                    <a16:creationId xmlns:a16="http://schemas.microsoft.com/office/drawing/2014/main" id="{E7590D93-0748-4CA4-B8CE-86A3A4086FE0}"/>
                  </a:ext>
                </a:extLst>
              </p:cNvPr>
              <p:cNvPicPr/>
              <p:nvPr/>
            </p:nvPicPr>
            <p:blipFill>
              <a:blip r:embed="rId90"/>
              <a:stretch>
                <a:fillRect/>
              </a:stretch>
            </p:blipFill>
            <p:spPr>
              <a:xfrm>
                <a:off x="4654643" y="4633825"/>
                <a:ext cx="475891" cy="307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1">
            <p14:nvContentPartPr>
              <p14:cNvPr id="140" name="Cerneală 139">
                <a:extLst>
                  <a:ext uri="{FF2B5EF4-FFF2-40B4-BE49-F238E27FC236}">
                    <a16:creationId xmlns:a16="http://schemas.microsoft.com/office/drawing/2014/main" id="{1014F636-5A7F-4D72-925B-149508DC065D}"/>
                  </a:ext>
                </a:extLst>
              </p14:cNvPr>
              <p14:cNvContentPartPr/>
              <p14:nvPr/>
            </p14:nvContentPartPr>
            <p14:xfrm>
              <a:off x="2415789" y="4590985"/>
              <a:ext cx="1629000" cy="398520"/>
            </p14:xfrm>
          </p:contentPart>
        </mc:Choice>
        <mc:Fallback xmlns="">
          <p:pic>
            <p:nvPicPr>
              <p:cNvPr id="140" name="Cerneală 139">
                <a:extLst>
                  <a:ext uri="{FF2B5EF4-FFF2-40B4-BE49-F238E27FC236}">
                    <a16:creationId xmlns:a16="http://schemas.microsoft.com/office/drawing/2014/main" id="{1014F636-5A7F-4D72-925B-149508DC065D}"/>
                  </a:ext>
                </a:extLst>
              </p:cNvPr>
              <p:cNvPicPr/>
              <p:nvPr/>
            </p:nvPicPr>
            <p:blipFill>
              <a:blip r:embed="rId92"/>
              <a:stretch>
                <a:fillRect/>
              </a:stretch>
            </p:blipFill>
            <p:spPr>
              <a:xfrm>
                <a:off x="2397789" y="4573345"/>
                <a:ext cx="1664640" cy="434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3">
            <p14:nvContentPartPr>
              <p14:cNvPr id="141" name="Cerneală 140">
                <a:extLst>
                  <a:ext uri="{FF2B5EF4-FFF2-40B4-BE49-F238E27FC236}">
                    <a16:creationId xmlns:a16="http://schemas.microsoft.com/office/drawing/2014/main" id="{A6E8A03E-C50F-4D4E-A6AB-47174445F3A8}"/>
                  </a:ext>
                </a:extLst>
              </p14:cNvPr>
              <p14:cNvContentPartPr/>
              <p14:nvPr/>
            </p14:nvContentPartPr>
            <p14:xfrm>
              <a:off x="2610909" y="5404585"/>
              <a:ext cx="398520" cy="478440"/>
            </p14:xfrm>
          </p:contentPart>
        </mc:Choice>
        <mc:Fallback xmlns="">
          <p:pic>
            <p:nvPicPr>
              <p:cNvPr id="141" name="Cerneală 140">
                <a:extLst>
                  <a:ext uri="{FF2B5EF4-FFF2-40B4-BE49-F238E27FC236}">
                    <a16:creationId xmlns:a16="http://schemas.microsoft.com/office/drawing/2014/main" id="{A6E8A03E-C50F-4D4E-A6AB-47174445F3A8}"/>
                  </a:ext>
                </a:extLst>
              </p:cNvPr>
              <p:cNvPicPr/>
              <p:nvPr/>
            </p:nvPicPr>
            <p:blipFill>
              <a:blip r:embed="rId94"/>
              <a:stretch>
                <a:fillRect/>
              </a:stretch>
            </p:blipFill>
            <p:spPr>
              <a:xfrm>
                <a:off x="2593269" y="5386945"/>
                <a:ext cx="434160" cy="514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5">
            <p14:nvContentPartPr>
              <p14:cNvPr id="142" name="Cerneală 141">
                <a:extLst>
                  <a:ext uri="{FF2B5EF4-FFF2-40B4-BE49-F238E27FC236}">
                    <a16:creationId xmlns:a16="http://schemas.microsoft.com/office/drawing/2014/main" id="{B3B63D42-0C8D-4943-8C80-5A973BDFCCFA}"/>
                  </a:ext>
                </a:extLst>
              </p14:cNvPr>
              <p14:cNvContentPartPr/>
              <p14:nvPr/>
            </p14:nvContentPartPr>
            <p14:xfrm>
              <a:off x="3310749" y="5601505"/>
              <a:ext cx="237600" cy="15840"/>
            </p14:xfrm>
          </p:contentPart>
        </mc:Choice>
        <mc:Fallback xmlns="">
          <p:pic>
            <p:nvPicPr>
              <p:cNvPr id="142" name="Cerneală 141">
                <a:extLst>
                  <a:ext uri="{FF2B5EF4-FFF2-40B4-BE49-F238E27FC236}">
                    <a16:creationId xmlns:a16="http://schemas.microsoft.com/office/drawing/2014/main" id="{B3B63D42-0C8D-4943-8C80-5A973BDFCCFA}"/>
                  </a:ext>
                </a:extLst>
              </p:cNvPr>
              <p:cNvPicPr/>
              <p:nvPr/>
            </p:nvPicPr>
            <p:blipFill>
              <a:blip r:embed="rId96"/>
              <a:stretch>
                <a:fillRect/>
              </a:stretch>
            </p:blipFill>
            <p:spPr>
              <a:xfrm>
                <a:off x="3293109" y="5583865"/>
                <a:ext cx="273240" cy="51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7">
            <p14:nvContentPartPr>
              <p14:cNvPr id="143" name="Cerneală 142">
                <a:extLst>
                  <a:ext uri="{FF2B5EF4-FFF2-40B4-BE49-F238E27FC236}">
                    <a16:creationId xmlns:a16="http://schemas.microsoft.com/office/drawing/2014/main" id="{E9F028BE-181E-4204-9A60-C46ADD86851C}"/>
                  </a:ext>
                </a:extLst>
              </p14:cNvPr>
              <p14:cNvContentPartPr/>
              <p14:nvPr/>
            </p14:nvContentPartPr>
            <p14:xfrm>
              <a:off x="3339549" y="5726785"/>
              <a:ext cx="226440" cy="16560"/>
            </p14:xfrm>
          </p:contentPart>
        </mc:Choice>
        <mc:Fallback xmlns="">
          <p:pic>
            <p:nvPicPr>
              <p:cNvPr id="143" name="Cerneală 142">
                <a:extLst>
                  <a:ext uri="{FF2B5EF4-FFF2-40B4-BE49-F238E27FC236}">
                    <a16:creationId xmlns:a16="http://schemas.microsoft.com/office/drawing/2014/main" id="{E9F028BE-181E-4204-9A60-C46ADD86851C}"/>
                  </a:ext>
                </a:extLst>
              </p:cNvPr>
              <p:cNvPicPr/>
              <p:nvPr/>
            </p:nvPicPr>
            <p:blipFill>
              <a:blip r:embed="rId98"/>
              <a:stretch>
                <a:fillRect/>
              </a:stretch>
            </p:blipFill>
            <p:spPr>
              <a:xfrm>
                <a:off x="3321909" y="5708785"/>
                <a:ext cx="262080" cy="52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9">
            <p14:nvContentPartPr>
              <p14:cNvPr id="153" name="Cerneală 152">
                <a:extLst>
                  <a:ext uri="{FF2B5EF4-FFF2-40B4-BE49-F238E27FC236}">
                    <a16:creationId xmlns:a16="http://schemas.microsoft.com/office/drawing/2014/main" id="{AAC70254-DF35-402C-B899-63B2E61BD921}"/>
                  </a:ext>
                </a:extLst>
              </p14:cNvPr>
              <p14:cNvContentPartPr/>
              <p14:nvPr/>
            </p14:nvContentPartPr>
            <p14:xfrm>
              <a:off x="7502589" y="5484145"/>
              <a:ext cx="90720" cy="249840"/>
            </p14:xfrm>
          </p:contentPart>
        </mc:Choice>
        <mc:Fallback xmlns="">
          <p:pic>
            <p:nvPicPr>
              <p:cNvPr id="153" name="Cerneală 152">
                <a:extLst>
                  <a:ext uri="{FF2B5EF4-FFF2-40B4-BE49-F238E27FC236}">
                    <a16:creationId xmlns:a16="http://schemas.microsoft.com/office/drawing/2014/main" id="{AAC70254-DF35-402C-B899-63B2E61BD921}"/>
                  </a:ext>
                </a:extLst>
              </p:cNvPr>
              <p:cNvPicPr/>
              <p:nvPr/>
            </p:nvPicPr>
            <p:blipFill>
              <a:blip r:embed="rId100"/>
              <a:stretch>
                <a:fillRect/>
              </a:stretch>
            </p:blipFill>
            <p:spPr>
              <a:xfrm>
                <a:off x="7484589" y="5466145"/>
                <a:ext cx="126360" cy="285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1">
            <p14:nvContentPartPr>
              <p14:cNvPr id="154" name="Cerneală 153">
                <a:extLst>
                  <a:ext uri="{FF2B5EF4-FFF2-40B4-BE49-F238E27FC236}">
                    <a16:creationId xmlns:a16="http://schemas.microsoft.com/office/drawing/2014/main" id="{91A71350-73AB-44AC-82A5-924553E9C872}"/>
                  </a:ext>
                </a:extLst>
              </p14:cNvPr>
              <p14:cNvContentPartPr/>
              <p14:nvPr/>
            </p14:nvContentPartPr>
            <p14:xfrm>
              <a:off x="7741629" y="5673865"/>
              <a:ext cx="42840" cy="202680"/>
            </p14:xfrm>
          </p:contentPart>
        </mc:Choice>
        <mc:Fallback xmlns="">
          <p:pic>
            <p:nvPicPr>
              <p:cNvPr id="154" name="Cerneală 153">
                <a:extLst>
                  <a:ext uri="{FF2B5EF4-FFF2-40B4-BE49-F238E27FC236}">
                    <a16:creationId xmlns:a16="http://schemas.microsoft.com/office/drawing/2014/main" id="{91A71350-73AB-44AC-82A5-924553E9C872}"/>
                  </a:ext>
                </a:extLst>
              </p:cNvPr>
              <p:cNvPicPr/>
              <p:nvPr/>
            </p:nvPicPr>
            <p:blipFill>
              <a:blip r:embed="rId102"/>
              <a:stretch>
                <a:fillRect/>
              </a:stretch>
            </p:blipFill>
            <p:spPr>
              <a:xfrm>
                <a:off x="7723989" y="5656225"/>
                <a:ext cx="78480" cy="238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3">
            <p14:nvContentPartPr>
              <p14:cNvPr id="155" name="Cerneală 154">
                <a:extLst>
                  <a:ext uri="{FF2B5EF4-FFF2-40B4-BE49-F238E27FC236}">
                    <a16:creationId xmlns:a16="http://schemas.microsoft.com/office/drawing/2014/main" id="{07437293-284A-4F72-BE11-1338F7CCEF8B}"/>
                  </a:ext>
                </a:extLst>
              </p14:cNvPr>
              <p14:cNvContentPartPr/>
              <p14:nvPr/>
            </p14:nvContentPartPr>
            <p14:xfrm>
              <a:off x="8132949" y="5625625"/>
              <a:ext cx="62640" cy="11880"/>
            </p14:xfrm>
          </p:contentPart>
        </mc:Choice>
        <mc:Fallback xmlns="">
          <p:pic>
            <p:nvPicPr>
              <p:cNvPr id="155" name="Cerneală 154">
                <a:extLst>
                  <a:ext uri="{FF2B5EF4-FFF2-40B4-BE49-F238E27FC236}">
                    <a16:creationId xmlns:a16="http://schemas.microsoft.com/office/drawing/2014/main" id="{07437293-284A-4F72-BE11-1338F7CCEF8B}"/>
                  </a:ext>
                </a:extLst>
              </p:cNvPr>
              <p:cNvPicPr/>
              <p:nvPr/>
            </p:nvPicPr>
            <p:blipFill>
              <a:blip r:embed="rId104"/>
              <a:stretch>
                <a:fillRect/>
              </a:stretch>
            </p:blipFill>
            <p:spPr>
              <a:xfrm>
                <a:off x="8115309" y="5607985"/>
                <a:ext cx="98280" cy="47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5">
            <p14:nvContentPartPr>
              <p14:cNvPr id="156" name="Cerneală 155">
                <a:extLst>
                  <a:ext uri="{FF2B5EF4-FFF2-40B4-BE49-F238E27FC236}">
                    <a16:creationId xmlns:a16="http://schemas.microsoft.com/office/drawing/2014/main" id="{6CC6192B-E0A8-4755-B5EB-30B55FBE3185}"/>
                  </a:ext>
                </a:extLst>
              </p14:cNvPr>
              <p14:cNvContentPartPr/>
              <p14:nvPr/>
            </p14:nvContentPartPr>
            <p14:xfrm>
              <a:off x="8364069" y="5630665"/>
              <a:ext cx="93600" cy="360"/>
            </p14:xfrm>
          </p:contentPart>
        </mc:Choice>
        <mc:Fallback xmlns="">
          <p:pic>
            <p:nvPicPr>
              <p:cNvPr id="156" name="Cerneală 155">
                <a:extLst>
                  <a:ext uri="{FF2B5EF4-FFF2-40B4-BE49-F238E27FC236}">
                    <a16:creationId xmlns:a16="http://schemas.microsoft.com/office/drawing/2014/main" id="{6CC6192B-E0A8-4755-B5EB-30B55FBE3185}"/>
                  </a:ext>
                </a:extLst>
              </p:cNvPr>
              <p:cNvPicPr/>
              <p:nvPr/>
            </p:nvPicPr>
            <p:blipFill>
              <a:blip r:embed="rId106"/>
              <a:stretch>
                <a:fillRect/>
              </a:stretch>
            </p:blipFill>
            <p:spPr>
              <a:xfrm>
                <a:off x="8346069" y="5613025"/>
                <a:ext cx="129240" cy="3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7">
            <p14:nvContentPartPr>
              <p14:cNvPr id="157" name="Cerneală 156">
                <a:extLst>
                  <a:ext uri="{FF2B5EF4-FFF2-40B4-BE49-F238E27FC236}">
                    <a16:creationId xmlns:a16="http://schemas.microsoft.com/office/drawing/2014/main" id="{CC254305-6796-4AE2-807A-4F41B61DDA30}"/>
                  </a:ext>
                </a:extLst>
              </p14:cNvPr>
              <p14:cNvContentPartPr/>
              <p14:nvPr/>
            </p14:nvContentPartPr>
            <p14:xfrm>
              <a:off x="8599869" y="5625625"/>
              <a:ext cx="230760" cy="9000"/>
            </p14:xfrm>
          </p:contentPart>
        </mc:Choice>
        <mc:Fallback xmlns="">
          <p:pic>
            <p:nvPicPr>
              <p:cNvPr id="157" name="Cerneală 156">
                <a:extLst>
                  <a:ext uri="{FF2B5EF4-FFF2-40B4-BE49-F238E27FC236}">
                    <a16:creationId xmlns:a16="http://schemas.microsoft.com/office/drawing/2014/main" id="{CC254305-6796-4AE2-807A-4F41B61DDA30}"/>
                  </a:ext>
                </a:extLst>
              </p:cNvPr>
              <p:cNvPicPr/>
              <p:nvPr/>
            </p:nvPicPr>
            <p:blipFill>
              <a:blip r:embed="rId108"/>
              <a:stretch>
                <a:fillRect/>
              </a:stretch>
            </p:blipFill>
            <p:spPr>
              <a:xfrm>
                <a:off x="8581869" y="5607985"/>
                <a:ext cx="266400" cy="44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9">
            <p14:nvContentPartPr>
              <p14:cNvPr id="158" name="Cerneală 157">
                <a:extLst>
                  <a:ext uri="{FF2B5EF4-FFF2-40B4-BE49-F238E27FC236}">
                    <a16:creationId xmlns:a16="http://schemas.microsoft.com/office/drawing/2014/main" id="{4ED270E3-937D-4906-BA56-40C578776527}"/>
                  </a:ext>
                </a:extLst>
              </p14:cNvPr>
              <p14:cNvContentPartPr/>
              <p14:nvPr/>
            </p14:nvContentPartPr>
            <p14:xfrm>
              <a:off x="9354789" y="5433025"/>
              <a:ext cx="311760" cy="291600"/>
            </p14:xfrm>
          </p:contentPart>
        </mc:Choice>
        <mc:Fallback xmlns="">
          <p:pic>
            <p:nvPicPr>
              <p:cNvPr id="158" name="Cerneală 157">
                <a:extLst>
                  <a:ext uri="{FF2B5EF4-FFF2-40B4-BE49-F238E27FC236}">
                    <a16:creationId xmlns:a16="http://schemas.microsoft.com/office/drawing/2014/main" id="{4ED270E3-937D-4906-BA56-40C578776527}"/>
                  </a:ext>
                </a:extLst>
              </p:cNvPr>
              <p:cNvPicPr/>
              <p:nvPr/>
            </p:nvPicPr>
            <p:blipFill>
              <a:blip r:embed="rId110"/>
              <a:stretch>
                <a:fillRect/>
              </a:stretch>
            </p:blipFill>
            <p:spPr>
              <a:xfrm>
                <a:off x="9336789" y="5415025"/>
                <a:ext cx="347400" cy="327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1">
            <p14:nvContentPartPr>
              <p14:cNvPr id="159" name="Cerneală 158">
                <a:extLst>
                  <a:ext uri="{FF2B5EF4-FFF2-40B4-BE49-F238E27FC236}">
                    <a16:creationId xmlns:a16="http://schemas.microsoft.com/office/drawing/2014/main" id="{163E9023-13C4-434A-A6F8-16B52460313F}"/>
                  </a:ext>
                </a:extLst>
              </p14:cNvPr>
              <p14:cNvContentPartPr/>
              <p14:nvPr/>
            </p14:nvContentPartPr>
            <p14:xfrm>
              <a:off x="6923709" y="5511865"/>
              <a:ext cx="365400" cy="345600"/>
            </p14:xfrm>
          </p:contentPart>
        </mc:Choice>
        <mc:Fallback xmlns="">
          <p:pic>
            <p:nvPicPr>
              <p:cNvPr id="159" name="Cerneală 158">
                <a:extLst>
                  <a:ext uri="{FF2B5EF4-FFF2-40B4-BE49-F238E27FC236}">
                    <a16:creationId xmlns:a16="http://schemas.microsoft.com/office/drawing/2014/main" id="{163E9023-13C4-434A-A6F8-16B52460313F}"/>
                  </a:ext>
                </a:extLst>
              </p:cNvPr>
              <p:cNvPicPr/>
              <p:nvPr/>
            </p:nvPicPr>
            <p:blipFill>
              <a:blip r:embed="rId112"/>
              <a:stretch>
                <a:fillRect/>
              </a:stretch>
            </p:blipFill>
            <p:spPr>
              <a:xfrm>
                <a:off x="6906069" y="5494207"/>
                <a:ext cx="401040" cy="381277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3">
            <p14:nvContentPartPr>
              <p14:cNvPr id="160" name="Cerneală 159">
                <a:extLst>
                  <a:ext uri="{FF2B5EF4-FFF2-40B4-BE49-F238E27FC236}">
                    <a16:creationId xmlns:a16="http://schemas.microsoft.com/office/drawing/2014/main" id="{F8ED0F4A-96D3-4779-9C34-1854F5227C8C}"/>
                  </a:ext>
                </a:extLst>
              </p14:cNvPr>
              <p14:cNvContentPartPr/>
              <p14:nvPr/>
            </p14:nvContentPartPr>
            <p14:xfrm>
              <a:off x="5500629" y="5529505"/>
              <a:ext cx="517320" cy="256320"/>
            </p14:xfrm>
          </p:contentPart>
        </mc:Choice>
        <mc:Fallback xmlns="">
          <p:pic>
            <p:nvPicPr>
              <p:cNvPr id="160" name="Cerneală 159">
                <a:extLst>
                  <a:ext uri="{FF2B5EF4-FFF2-40B4-BE49-F238E27FC236}">
                    <a16:creationId xmlns:a16="http://schemas.microsoft.com/office/drawing/2014/main" id="{F8ED0F4A-96D3-4779-9C34-1854F5227C8C}"/>
                  </a:ext>
                </a:extLst>
              </p:cNvPr>
              <p:cNvPicPr/>
              <p:nvPr/>
            </p:nvPicPr>
            <p:blipFill>
              <a:blip r:embed="rId114"/>
              <a:stretch>
                <a:fillRect/>
              </a:stretch>
            </p:blipFill>
            <p:spPr>
              <a:xfrm>
                <a:off x="5482629" y="5511865"/>
                <a:ext cx="552960" cy="291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5">
            <p14:nvContentPartPr>
              <p14:cNvPr id="161" name="Cerneală 160">
                <a:extLst>
                  <a:ext uri="{FF2B5EF4-FFF2-40B4-BE49-F238E27FC236}">
                    <a16:creationId xmlns:a16="http://schemas.microsoft.com/office/drawing/2014/main" id="{6296263F-D3B2-41CD-88F0-14950D6DD173}"/>
                  </a:ext>
                </a:extLst>
              </p14:cNvPr>
              <p14:cNvContentPartPr/>
              <p14:nvPr/>
            </p14:nvContentPartPr>
            <p14:xfrm>
              <a:off x="3760389" y="5478025"/>
              <a:ext cx="441000" cy="392040"/>
            </p14:xfrm>
          </p:contentPart>
        </mc:Choice>
        <mc:Fallback xmlns="">
          <p:pic>
            <p:nvPicPr>
              <p:cNvPr id="161" name="Cerneală 160">
                <a:extLst>
                  <a:ext uri="{FF2B5EF4-FFF2-40B4-BE49-F238E27FC236}">
                    <a16:creationId xmlns:a16="http://schemas.microsoft.com/office/drawing/2014/main" id="{6296263F-D3B2-41CD-88F0-14950D6DD173}"/>
                  </a:ext>
                </a:extLst>
              </p:cNvPr>
              <p:cNvPicPr/>
              <p:nvPr/>
            </p:nvPicPr>
            <p:blipFill>
              <a:blip r:embed="rId116"/>
              <a:stretch>
                <a:fillRect/>
              </a:stretch>
            </p:blipFill>
            <p:spPr>
              <a:xfrm>
                <a:off x="3742389" y="5460385"/>
                <a:ext cx="476640" cy="4276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45941825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reptunghi 6">
            <a:extLst>
              <a:ext uri="{FF2B5EF4-FFF2-40B4-BE49-F238E27FC236}">
                <a16:creationId xmlns:a16="http://schemas.microsoft.com/office/drawing/2014/main" id="{BDC82CF2-ED3F-426D-B411-2F6013A954EB}"/>
              </a:ext>
            </a:extLst>
          </p:cNvPr>
          <p:cNvSpPr/>
          <p:nvPr/>
        </p:nvSpPr>
        <p:spPr>
          <a:xfrm>
            <a:off x="701099" y="45757"/>
            <a:ext cx="5064271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ro-RO" sz="2800" b="1" dirty="0">
                <a:solidFill>
                  <a:srgbClr val="0000FF"/>
                </a:solidFill>
              </a:rPr>
              <a:t>Numărătoare binare asincrone   </a:t>
            </a:r>
            <a:r>
              <a:rPr lang="en-US" sz="2800" b="1" dirty="0">
                <a:solidFill>
                  <a:srgbClr val="0000FF"/>
                </a:solidFill>
              </a:rPr>
              <a:t> </a:t>
            </a:r>
            <a:endParaRPr lang="ro-RO" sz="2800" b="1" dirty="0">
              <a:solidFill>
                <a:srgbClr val="0000FF"/>
              </a:solidFill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8" name="Cerneală 7">
                <a:extLst>
                  <a:ext uri="{FF2B5EF4-FFF2-40B4-BE49-F238E27FC236}">
                    <a16:creationId xmlns:a16="http://schemas.microsoft.com/office/drawing/2014/main" id="{B16FE192-18A4-45EE-93E3-476A87858B22}"/>
                  </a:ext>
                </a:extLst>
              </p14:cNvPr>
              <p14:cNvContentPartPr/>
              <p14:nvPr/>
            </p14:nvContentPartPr>
            <p14:xfrm>
              <a:off x="3089349" y="1031305"/>
              <a:ext cx="784080" cy="238320"/>
            </p14:xfrm>
          </p:contentPart>
        </mc:Choice>
        <mc:Fallback xmlns="">
          <p:pic>
            <p:nvPicPr>
              <p:cNvPr id="8" name="Cerneală 7">
                <a:extLst>
                  <a:ext uri="{FF2B5EF4-FFF2-40B4-BE49-F238E27FC236}">
                    <a16:creationId xmlns:a16="http://schemas.microsoft.com/office/drawing/2014/main" id="{B16FE192-18A4-45EE-93E3-476A87858B22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071709" y="1013665"/>
                <a:ext cx="819720" cy="273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9" name="Cerneală 8">
                <a:extLst>
                  <a:ext uri="{FF2B5EF4-FFF2-40B4-BE49-F238E27FC236}">
                    <a16:creationId xmlns:a16="http://schemas.microsoft.com/office/drawing/2014/main" id="{751ED82E-2C15-48A2-92A2-6C9185CB323E}"/>
                  </a:ext>
                </a:extLst>
              </p14:cNvPr>
              <p14:cNvContentPartPr/>
              <p14:nvPr/>
            </p14:nvContentPartPr>
            <p14:xfrm>
              <a:off x="703989" y="942745"/>
              <a:ext cx="2002680" cy="747000"/>
            </p14:xfrm>
          </p:contentPart>
        </mc:Choice>
        <mc:Fallback xmlns="">
          <p:pic>
            <p:nvPicPr>
              <p:cNvPr id="9" name="Cerneală 8">
                <a:extLst>
                  <a:ext uri="{FF2B5EF4-FFF2-40B4-BE49-F238E27FC236}">
                    <a16:creationId xmlns:a16="http://schemas.microsoft.com/office/drawing/2014/main" id="{751ED82E-2C15-48A2-92A2-6C9185CB323E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686349" y="925105"/>
                <a:ext cx="2038320" cy="782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44" name="Cerneală 43">
                <a:extLst>
                  <a:ext uri="{FF2B5EF4-FFF2-40B4-BE49-F238E27FC236}">
                    <a16:creationId xmlns:a16="http://schemas.microsoft.com/office/drawing/2014/main" id="{5B339C01-13AC-4724-BAF4-6181EC14A48D}"/>
                  </a:ext>
                </a:extLst>
              </p14:cNvPr>
              <p14:cNvContentPartPr/>
              <p14:nvPr/>
            </p14:nvContentPartPr>
            <p14:xfrm>
              <a:off x="9938709" y="1666705"/>
              <a:ext cx="3960" cy="3240"/>
            </p14:xfrm>
          </p:contentPart>
        </mc:Choice>
        <mc:Fallback xmlns="">
          <p:pic>
            <p:nvPicPr>
              <p:cNvPr id="44" name="Cerneală 43">
                <a:extLst>
                  <a:ext uri="{FF2B5EF4-FFF2-40B4-BE49-F238E27FC236}">
                    <a16:creationId xmlns:a16="http://schemas.microsoft.com/office/drawing/2014/main" id="{5B339C01-13AC-4724-BAF4-6181EC14A48D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9921069" y="1649065"/>
                <a:ext cx="39600" cy="38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45" name="Cerneală 44">
                <a:extLst>
                  <a:ext uri="{FF2B5EF4-FFF2-40B4-BE49-F238E27FC236}">
                    <a16:creationId xmlns:a16="http://schemas.microsoft.com/office/drawing/2014/main" id="{63459B77-02A3-4911-9B31-F8BF63E85C15}"/>
                  </a:ext>
                </a:extLst>
              </p14:cNvPr>
              <p14:cNvContentPartPr/>
              <p14:nvPr/>
            </p14:nvContentPartPr>
            <p14:xfrm>
              <a:off x="8171469" y="1412545"/>
              <a:ext cx="1592640" cy="268200"/>
            </p14:xfrm>
          </p:contentPart>
        </mc:Choice>
        <mc:Fallback xmlns="">
          <p:pic>
            <p:nvPicPr>
              <p:cNvPr id="45" name="Cerneală 44">
                <a:extLst>
                  <a:ext uri="{FF2B5EF4-FFF2-40B4-BE49-F238E27FC236}">
                    <a16:creationId xmlns:a16="http://schemas.microsoft.com/office/drawing/2014/main" id="{63459B77-02A3-4911-9B31-F8BF63E85C15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8153833" y="1394569"/>
                <a:ext cx="1628272" cy="303792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46" name="Cerneală 45">
                <a:extLst>
                  <a:ext uri="{FF2B5EF4-FFF2-40B4-BE49-F238E27FC236}">
                    <a16:creationId xmlns:a16="http://schemas.microsoft.com/office/drawing/2014/main" id="{6CC3D0E2-C55F-46A8-80FE-0FC68A498518}"/>
                  </a:ext>
                </a:extLst>
              </p14:cNvPr>
              <p14:cNvContentPartPr/>
              <p14:nvPr/>
            </p14:nvContentPartPr>
            <p14:xfrm>
              <a:off x="11102589" y="812065"/>
              <a:ext cx="924120" cy="460800"/>
            </p14:xfrm>
          </p:contentPart>
        </mc:Choice>
        <mc:Fallback xmlns="">
          <p:pic>
            <p:nvPicPr>
              <p:cNvPr id="46" name="Cerneală 45">
                <a:extLst>
                  <a:ext uri="{FF2B5EF4-FFF2-40B4-BE49-F238E27FC236}">
                    <a16:creationId xmlns:a16="http://schemas.microsoft.com/office/drawing/2014/main" id="{6CC3D0E2-C55F-46A8-80FE-0FC68A498518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11084942" y="794411"/>
                <a:ext cx="959774" cy="496468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47" name="Cerneală 46">
                <a:extLst>
                  <a:ext uri="{FF2B5EF4-FFF2-40B4-BE49-F238E27FC236}">
                    <a16:creationId xmlns:a16="http://schemas.microsoft.com/office/drawing/2014/main" id="{4410053D-7330-4CC6-B8E8-80D55639CA8F}"/>
                  </a:ext>
                </a:extLst>
              </p14:cNvPr>
              <p14:cNvContentPartPr/>
              <p14:nvPr/>
            </p14:nvContentPartPr>
            <p14:xfrm>
              <a:off x="9950589" y="981265"/>
              <a:ext cx="760320" cy="447840"/>
            </p14:xfrm>
          </p:contentPart>
        </mc:Choice>
        <mc:Fallback xmlns="">
          <p:pic>
            <p:nvPicPr>
              <p:cNvPr id="47" name="Cerneală 46">
                <a:extLst>
                  <a:ext uri="{FF2B5EF4-FFF2-40B4-BE49-F238E27FC236}">
                    <a16:creationId xmlns:a16="http://schemas.microsoft.com/office/drawing/2014/main" id="{4410053D-7330-4CC6-B8E8-80D55639CA8F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9932949" y="963625"/>
                <a:ext cx="795960" cy="483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48" name="Cerneală 47">
                <a:extLst>
                  <a:ext uri="{FF2B5EF4-FFF2-40B4-BE49-F238E27FC236}">
                    <a16:creationId xmlns:a16="http://schemas.microsoft.com/office/drawing/2014/main" id="{5DAADA8F-353F-4D9B-B714-F3F6CF3BFA41}"/>
                  </a:ext>
                </a:extLst>
              </p14:cNvPr>
              <p14:cNvContentPartPr/>
              <p14:nvPr/>
            </p14:nvContentPartPr>
            <p14:xfrm>
              <a:off x="8048349" y="875065"/>
              <a:ext cx="1468440" cy="361800"/>
            </p14:xfrm>
          </p:contentPart>
        </mc:Choice>
        <mc:Fallback xmlns="">
          <p:pic>
            <p:nvPicPr>
              <p:cNvPr id="48" name="Cerneală 47">
                <a:extLst>
                  <a:ext uri="{FF2B5EF4-FFF2-40B4-BE49-F238E27FC236}">
                    <a16:creationId xmlns:a16="http://schemas.microsoft.com/office/drawing/2014/main" id="{5DAADA8F-353F-4D9B-B714-F3F6CF3BFA41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8030349" y="857425"/>
                <a:ext cx="1504080" cy="397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">
            <p14:nvContentPartPr>
              <p14:cNvPr id="49" name="Cerneală 48">
                <a:extLst>
                  <a:ext uri="{FF2B5EF4-FFF2-40B4-BE49-F238E27FC236}">
                    <a16:creationId xmlns:a16="http://schemas.microsoft.com/office/drawing/2014/main" id="{3A33A9D8-5279-42F6-8953-2037A8D0D013}"/>
                  </a:ext>
                </a:extLst>
              </p14:cNvPr>
              <p14:cNvContentPartPr/>
              <p14:nvPr/>
            </p14:nvContentPartPr>
            <p14:xfrm>
              <a:off x="7098309" y="1097185"/>
              <a:ext cx="477000" cy="234720"/>
            </p14:xfrm>
          </p:contentPart>
        </mc:Choice>
        <mc:Fallback xmlns="">
          <p:pic>
            <p:nvPicPr>
              <p:cNvPr id="49" name="Cerneală 48">
                <a:extLst>
                  <a:ext uri="{FF2B5EF4-FFF2-40B4-BE49-F238E27FC236}">
                    <a16:creationId xmlns:a16="http://schemas.microsoft.com/office/drawing/2014/main" id="{3A33A9D8-5279-42F6-8953-2037A8D0D013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7080669" y="1079185"/>
                <a:ext cx="512640" cy="270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">
            <p14:nvContentPartPr>
              <p14:cNvPr id="50" name="Cerneală 49">
                <a:extLst>
                  <a:ext uri="{FF2B5EF4-FFF2-40B4-BE49-F238E27FC236}">
                    <a16:creationId xmlns:a16="http://schemas.microsoft.com/office/drawing/2014/main" id="{0E0811E7-0F1E-49F6-9B69-CAC19554D07E}"/>
                  </a:ext>
                </a:extLst>
              </p14:cNvPr>
              <p14:cNvContentPartPr/>
              <p14:nvPr/>
            </p14:nvContentPartPr>
            <p14:xfrm>
              <a:off x="4446549" y="825745"/>
              <a:ext cx="2224080" cy="412920"/>
            </p14:xfrm>
          </p:contentPart>
        </mc:Choice>
        <mc:Fallback xmlns="">
          <p:pic>
            <p:nvPicPr>
              <p:cNvPr id="50" name="Cerneală 49">
                <a:extLst>
                  <a:ext uri="{FF2B5EF4-FFF2-40B4-BE49-F238E27FC236}">
                    <a16:creationId xmlns:a16="http://schemas.microsoft.com/office/drawing/2014/main" id="{0E0811E7-0F1E-49F6-9B69-CAC19554D07E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4428909" y="807761"/>
                <a:ext cx="2259720" cy="448529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">
            <p14:nvContentPartPr>
              <p14:cNvPr id="74" name="Cerneală 73">
                <a:extLst>
                  <a:ext uri="{FF2B5EF4-FFF2-40B4-BE49-F238E27FC236}">
                    <a16:creationId xmlns:a16="http://schemas.microsoft.com/office/drawing/2014/main" id="{2B338AED-AA74-4604-93F2-A79C3E8D4A63}"/>
                  </a:ext>
                </a:extLst>
              </p14:cNvPr>
              <p14:cNvContentPartPr/>
              <p14:nvPr/>
            </p14:nvContentPartPr>
            <p14:xfrm>
              <a:off x="1896669" y="2191585"/>
              <a:ext cx="61560" cy="31680"/>
            </p14:xfrm>
          </p:contentPart>
        </mc:Choice>
        <mc:Fallback xmlns="">
          <p:pic>
            <p:nvPicPr>
              <p:cNvPr id="74" name="Cerneală 73">
                <a:extLst>
                  <a:ext uri="{FF2B5EF4-FFF2-40B4-BE49-F238E27FC236}">
                    <a16:creationId xmlns:a16="http://schemas.microsoft.com/office/drawing/2014/main" id="{2B338AED-AA74-4604-93F2-A79C3E8D4A63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1879029" y="2173945"/>
                <a:ext cx="97200" cy="67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">
            <p14:nvContentPartPr>
              <p14:cNvPr id="75" name="Cerneală 74">
                <a:extLst>
                  <a:ext uri="{FF2B5EF4-FFF2-40B4-BE49-F238E27FC236}">
                    <a16:creationId xmlns:a16="http://schemas.microsoft.com/office/drawing/2014/main" id="{5D6D5738-F2E6-4249-9839-71FDEB902F0A}"/>
                  </a:ext>
                </a:extLst>
              </p14:cNvPr>
              <p14:cNvContentPartPr/>
              <p14:nvPr/>
            </p14:nvContentPartPr>
            <p14:xfrm>
              <a:off x="1923309" y="2335585"/>
              <a:ext cx="59400" cy="56520"/>
            </p14:xfrm>
          </p:contentPart>
        </mc:Choice>
        <mc:Fallback xmlns="">
          <p:pic>
            <p:nvPicPr>
              <p:cNvPr id="75" name="Cerneală 74">
                <a:extLst>
                  <a:ext uri="{FF2B5EF4-FFF2-40B4-BE49-F238E27FC236}">
                    <a16:creationId xmlns:a16="http://schemas.microsoft.com/office/drawing/2014/main" id="{5D6D5738-F2E6-4249-9839-71FDEB902F0A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1905669" y="2317945"/>
                <a:ext cx="95040" cy="92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">
            <p14:nvContentPartPr>
              <p14:cNvPr id="78" name="Cerneală 77">
                <a:extLst>
                  <a:ext uri="{FF2B5EF4-FFF2-40B4-BE49-F238E27FC236}">
                    <a16:creationId xmlns:a16="http://schemas.microsoft.com/office/drawing/2014/main" id="{E8437C1E-253D-467D-B782-008B56BA7EAE}"/>
                  </a:ext>
                </a:extLst>
              </p14:cNvPr>
              <p14:cNvContentPartPr/>
              <p14:nvPr/>
            </p14:nvContentPartPr>
            <p14:xfrm>
              <a:off x="3821229" y="2112385"/>
              <a:ext cx="167400" cy="286560"/>
            </p14:xfrm>
          </p:contentPart>
        </mc:Choice>
        <mc:Fallback xmlns="">
          <p:pic>
            <p:nvPicPr>
              <p:cNvPr id="78" name="Cerneală 77">
                <a:extLst>
                  <a:ext uri="{FF2B5EF4-FFF2-40B4-BE49-F238E27FC236}">
                    <a16:creationId xmlns:a16="http://schemas.microsoft.com/office/drawing/2014/main" id="{E8437C1E-253D-467D-B782-008B56BA7EAE}"/>
                  </a:ext>
                </a:extLst>
              </p:cNvPr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3803589" y="2094745"/>
                <a:ext cx="203040" cy="322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6">
            <p14:nvContentPartPr>
              <p14:cNvPr id="112" name="Cerneală 111">
                <a:extLst>
                  <a:ext uri="{FF2B5EF4-FFF2-40B4-BE49-F238E27FC236}">
                    <a16:creationId xmlns:a16="http://schemas.microsoft.com/office/drawing/2014/main" id="{48AE915F-78D6-4D6E-9260-2A0A788958D2}"/>
                  </a:ext>
                </a:extLst>
              </p14:cNvPr>
              <p14:cNvContentPartPr/>
              <p14:nvPr/>
            </p14:nvContentPartPr>
            <p14:xfrm>
              <a:off x="10547829" y="2087905"/>
              <a:ext cx="963000" cy="402840"/>
            </p14:xfrm>
          </p:contentPart>
        </mc:Choice>
        <mc:Fallback xmlns="">
          <p:pic>
            <p:nvPicPr>
              <p:cNvPr id="112" name="Cerneală 111">
                <a:extLst>
                  <a:ext uri="{FF2B5EF4-FFF2-40B4-BE49-F238E27FC236}">
                    <a16:creationId xmlns:a16="http://schemas.microsoft.com/office/drawing/2014/main" id="{48AE915F-78D6-4D6E-9260-2A0A788958D2}"/>
                  </a:ext>
                </a:extLst>
              </p:cNvPr>
              <p:cNvPicPr/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10530189" y="2069905"/>
                <a:ext cx="998640" cy="438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8">
            <p14:nvContentPartPr>
              <p14:cNvPr id="115" name="Cerneală 114">
                <a:extLst>
                  <a:ext uri="{FF2B5EF4-FFF2-40B4-BE49-F238E27FC236}">
                    <a16:creationId xmlns:a16="http://schemas.microsoft.com/office/drawing/2014/main" id="{786E00D6-7904-4C9E-B76B-F4ED31935A0A}"/>
                  </a:ext>
                </a:extLst>
              </p14:cNvPr>
              <p14:cNvContentPartPr/>
              <p14:nvPr/>
            </p14:nvContentPartPr>
            <p14:xfrm>
              <a:off x="5567949" y="2170345"/>
              <a:ext cx="480600" cy="260280"/>
            </p14:xfrm>
          </p:contentPart>
        </mc:Choice>
        <mc:Fallback xmlns="">
          <p:pic>
            <p:nvPicPr>
              <p:cNvPr id="115" name="Cerneală 114">
                <a:extLst>
                  <a:ext uri="{FF2B5EF4-FFF2-40B4-BE49-F238E27FC236}">
                    <a16:creationId xmlns:a16="http://schemas.microsoft.com/office/drawing/2014/main" id="{786E00D6-7904-4C9E-B76B-F4ED31935A0A}"/>
                  </a:ext>
                </a:extLst>
              </p:cNvPr>
              <p:cNvPicPr/>
              <p:nvPr/>
            </p:nvPicPr>
            <p:blipFill>
              <a:blip r:embed="rId29"/>
              <a:stretch>
                <a:fillRect/>
              </a:stretch>
            </p:blipFill>
            <p:spPr>
              <a:xfrm>
                <a:off x="5549949" y="2152345"/>
                <a:ext cx="516240" cy="295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0">
            <p14:nvContentPartPr>
              <p14:cNvPr id="116" name="Cerneală 115">
                <a:extLst>
                  <a:ext uri="{FF2B5EF4-FFF2-40B4-BE49-F238E27FC236}">
                    <a16:creationId xmlns:a16="http://schemas.microsoft.com/office/drawing/2014/main" id="{445C3E1A-9C74-461E-8B4A-321A80BE431E}"/>
                  </a:ext>
                </a:extLst>
              </p14:cNvPr>
              <p14:cNvContentPartPr/>
              <p14:nvPr/>
            </p14:nvContentPartPr>
            <p14:xfrm>
              <a:off x="4234869" y="2005825"/>
              <a:ext cx="692280" cy="359280"/>
            </p14:xfrm>
          </p:contentPart>
        </mc:Choice>
        <mc:Fallback xmlns="">
          <p:pic>
            <p:nvPicPr>
              <p:cNvPr id="116" name="Cerneală 115">
                <a:extLst>
                  <a:ext uri="{FF2B5EF4-FFF2-40B4-BE49-F238E27FC236}">
                    <a16:creationId xmlns:a16="http://schemas.microsoft.com/office/drawing/2014/main" id="{445C3E1A-9C74-461E-8B4A-321A80BE431E}"/>
                  </a:ext>
                </a:extLst>
              </p:cNvPr>
              <p:cNvPicPr/>
              <p:nvPr/>
            </p:nvPicPr>
            <p:blipFill>
              <a:blip r:embed="rId31"/>
              <a:stretch>
                <a:fillRect/>
              </a:stretch>
            </p:blipFill>
            <p:spPr>
              <a:xfrm>
                <a:off x="4217220" y="1987825"/>
                <a:ext cx="727939" cy="394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2">
            <p14:nvContentPartPr>
              <p14:cNvPr id="117" name="Cerneală 116">
                <a:extLst>
                  <a:ext uri="{FF2B5EF4-FFF2-40B4-BE49-F238E27FC236}">
                    <a16:creationId xmlns:a16="http://schemas.microsoft.com/office/drawing/2014/main" id="{9F54373A-92D5-4DB5-AC76-83B5FC7EA765}"/>
                  </a:ext>
                </a:extLst>
              </p14:cNvPr>
              <p14:cNvContentPartPr/>
              <p14:nvPr/>
            </p14:nvContentPartPr>
            <p14:xfrm>
              <a:off x="3210669" y="2150905"/>
              <a:ext cx="324000" cy="363240"/>
            </p14:xfrm>
          </p:contentPart>
        </mc:Choice>
        <mc:Fallback xmlns="">
          <p:pic>
            <p:nvPicPr>
              <p:cNvPr id="117" name="Cerneală 116">
                <a:extLst>
                  <a:ext uri="{FF2B5EF4-FFF2-40B4-BE49-F238E27FC236}">
                    <a16:creationId xmlns:a16="http://schemas.microsoft.com/office/drawing/2014/main" id="{9F54373A-92D5-4DB5-AC76-83B5FC7EA765}"/>
                  </a:ext>
                </a:extLst>
              </p:cNvPr>
              <p:cNvPicPr/>
              <p:nvPr/>
            </p:nvPicPr>
            <p:blipFill>
              <a:blip r:embed="rId33"/>
              <a:stretch>
                <a:fillRect/>
              </a:stretch>
            </p:blipFill>
            <p:spPr>
              <a:xfrm>
                <a:off x="3192669" y="2133265"/>
                <a:ext cx="359640" cy="398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4">
            <p14:nvContentPartPr>
              <p14:cNvPr id="118" name="Cerneală 117">
                <a:extLst>
                  <a:ext uri="{FF2B5EF4-FFF2-40B4-BE49-F238E27FC236}">
                    <a16:creationId xmlns:a16="http://schemas.microsoft.com/office/drawing/2014/main" id="{316A26F9-D113-4F1C-87E0-E926026DCC65}"/>
                  </a:ext>
                </a:extLst>
              </p14:cNvPr>
              <p14:cNvContentPartPr/>
              <p14:nvPr/>
            </p14:nvContentPartPr>
            <p14:xfrm>
              <a:off x="2348469" y="2078545"/>
              <a:ext cx="509040" cy="313920"/>
            </p14:xfrm>
          </p:contentPart>
        </mc:Choice>
        <mc:Fallback xmlns="">
          <p:pic>
            <p:nvPicPr>
              <p:cNvPr id="118" name="Cerneală 117">
                <a:extLst>
                  <a:ext uri="{FF2B5EF4-FFF2-40B4-BE49-F238E27FC236}">
                    <a16:creationId xmlns:a16="http://schemas.microsoft.com/office/drawing/2014/main" id="{316A26F9-D113-4F1C-87E0-E926026DCC65}"/>
                  </a:ext>
                </a:extLst>
              </p:cNvPr>
              <p:cNvPicPr/>
              <p:nvPr/>
            </p:nvPicPr>
            <p:blipFill>
              <a:blip r:embed="rId35"/>
              <a:stretch>
                <a:fillRect/>
              </a:stretch>
            </p:blipFill>
            <p:spPr>
              <a:xfrm>
                <a:off x="2330482" y="2060885"/>
                <a:ext cx="544655" cy="349601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6">
            <p14:nvContentPartPr>
              <p14:cNvPr id="119" name="Cerneală 118">
                <a:extLst>
                  <a:ext uri="{FF2B5EF4-FFF2-40B4-BE49-F238E27FC236}">
                    <a16:creationId xmlns:a16="http://schemas.microsoft.com/office/drawing/2014/main" id="{31C9A9E2-38EB-44B6-85BC-1221416F56EB}"/>
                  </a:ext>
                </a:extLst>
              </p14:cNvPr>
              <p14:cNvContentPartPr/>
              <p14:nvPr/>
            </p14:nvContentPartPr>
            <p14:xfrm>
              <a:off x="1212669" y="2059465"/>
              <a:ext cx="521640" cy="306000"/>
            </p14:xfrm>
          </p:contentPart>
        </mc:Choice>
        <mc:Fallback xmlns="">
          <p:pic>
            <p:nvPicPr>
              <p:cNvPr id="119" name="Cerneală 118">
                <a:extLst>
                  <a:ext uri="{FF2B5EF4-FFF2-40B4-BE49-F238E27FC236}">
                    <a16:creationId xmlns:a16="http://schemas.microsoft.com/office/drawing/2014/main" id="{31C9A9E2-38EB-44B6-85BC-1221416F56EB}"/>
                  </a:ext>
                </a:extLst>
              </p:cNvPr>
              <p:cNvPicPr/>
              <p:nvPr/>
            </p:nvPicPr>
            <p:blipFill>
              <a:blip r:embed="rId37"/>
              <a:stretch>
                <a:fillRect/>
              </a:stretch>
            </p:blipFill>
            <p:spPr>
              <a:xfrm>
                <a:off x="1194669" y="2041486"/>
                <a:ext cx="557280" cy="341598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8">
            <p14:nvContentPartPr>
              <p14:cNvPr id="145" name="Cerneală 144">
                <a:extLst>
                  <a:ext uri="{FF2B5EF4-FFF2-40B4-BE49-F238E27FC236}">
                    <a16:creationId xmlns:a16="http://schemas.microsoft.com/office/drawing/2014/main" id="{EA0ADB62-98EC-4C6E-9227-CCDA0F57F374}"/>
                  </a:ext>
                </a:extLst>
              </p14:cNvPr>
              <p14:cNvContentPartPr/>
              <p14:nvPr/>
            </p14:nvContentPartPr>
            <p14:xfrm>
              <a:off x="10688589" y="2800705"/>
              <a:ext cx="494640" cy="260280"/>
            </p14:xfrm>
          </p:contentPart>
        </mc:Choice>
        <mc:Fallback xmlns="">
          <p:pic>
            <p:nvPicPr>
              <p:cNvPr id="145" name="Cerneală 144">
                <a:extLst>
                  <a:ext uri="{FF2B5EF4-FFF2-40B4-BE49-F238E27FC236}">
                    <a16:creationId xmlns:a16="http://schemas.microsoft.com/office/drawing/2014/main" id="{EA0ADB62-98EC-4C6E-9227-CCDA0F57F374}"/>
                  </a:ext>
                </a:extLst>
              </p:cNvPr>
              <p:cNvPicPr/>
              <p:nvPr/>
            </p:nvPicPr>
            <p:blipFill>
              <a:blip r:embed="rId39"/>
              <a:stretch>
                <a:fillRect/>
              </a:stretch>
            </p:blipFill>
            <p:spPr>
              <a:xfrm>
                <a:off x="10670589" y="2783065"/>
                <a:ext cx="530280" cy="295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0">
            <p14:nvContentPartPr>
              <p14:cNvPr id="169" name="Cerneală 168">
                <a:extLst>
                  <a:ext uri="{FF2B5EF4-FFF2-40B4-BE49-F238E27FC236}">
                    <a16:creationId xmlns:a16="http://schemas.microsoft.com/office/drawing/2014/main" id="{EAADAFAB-48BA-4AD0-BD53-288572E94CC5}"/>
                  </a:ext>
                </a:extLst>
              </p14:cNvPr>
              <p14:cNvContentPartPr/>
              <p14:nvPr/>
            </p14:nvContentPartPr>
            <p14:xfrm>
              <a:off x="10647189" y="3244945"/>
              <a:ext cx="772200" cy="513720"/>
            </p14:xfrm>
          </p:contentPart>
        </mc:Choice>
        <mc:Fallback xmlns="">
          <p:pic>
            <p:nvPicPr>
              <p:cNvPr id="169" name="Cerneală 168">
                <a:extLst>
                  <a:ext uri="{FF2B5EF4-FFF2-40B4-BE49-F238E27FC236}">
                    <a16:creationId xmlns:a16="http://schemas.microsoft.com/office/drawing/2014/main" id="{EAADAFAB-48BA-4AD0-BD53-288572E94CC5}"/>
                  </a:ext>
                </a:extLst>
              </p:cNvPr>
              <p:cNvPicPr/>
              <p:nvPr/>
            </p:nvPicPr>
            <p:blipFill>
              <a:blip r:embed="rId41"/>
              <a:stretch>
                <a:fillRect/>
              </a:stretch>
            </p:blipFill>
            <p:spPr>
              <a:xfrm>
                <a:off x="10629549" y="3227293"/>
                <a:ext cx="807840" cy="549385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2">
            <p14:nvContentPartPr>
              <p14:cNvPr id="170" name="Cerneală 169">
                <a:extLst>
                  <a:ext uri="{FF2B5EF4-FFF2-40B4-BE49-F238E27FC236}">
                    <a16:creationId xmlns:a16="http://schemas.microsoft.com/office/drawing/2014/main" id="{B4F5BCC7-E937-4084-AC2D-07208D0A6527}"/>
                  </a:ext>
                </a:extLst>
              </p14:cNvPr>
              <p14:cNvContentPartPr/>
              <p14:nvPr/>
            </p14:nvContentPartPr>
            <p14:xfrm>
              <a:off x="6390909" y="1985665"/>
              <a:ext cx="3925800" cy="1703160"/>
            </p14:xfrm>
          </p:contentPart>
        </mc:Choice>
        <mc:Fallback xmlns="">
          <p:pic>
            <p:nvPicPr>
              <p:cNvPr id="170" name="Cerneală 169">
                <a:extLst>
                  <a:ext uri="{FF2B5EF4-FFF2-40B4-BE49-F238E27FC236}">
                    <a16:creationId xmlns:a16="http://schemas.microsoft.com/office/drawing/2014/main" id="{B4F5BCC7-E937-4084-AC2D-07208D0A6527}"/>
                  </a:ext>
                </a:extLst>
              </p:cNvPr>
              <p:cNvPicPr/>
              <p:nvPr/>
            </p:nvPicPr>
            <p:blipFill>
              <a:blip r:embed="rId43"/>
              <a:stretch>
                <a:fillRect/>
              </a:stretch>
            </p:blipFill>
            <p:spPr>
              <a:xfrm>
                <a:off x="6372909" y="1967669"/>
                <a:ext cx="3961440" cy="1738792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4">
            <p14:nvContentPartPr>
              <p14:cNvPr id="180" name="Cerneală 179">
                <a:extLst>
                  <a:ext uri="{FF2B5EF4-FFF2-40B4-BE49-F238E27FC236}">
                    <a16:creationId xmlns:a16="http://schemas.microsoft.com/office/drawing/2014/main" id="{F5248844-B961-460D-AE05-8D56A61B629A}"/>
                  </a:ext>
                </a:extLst>
              </p14:cNvPr>
              <p14:cNvContentPartPr/>
              <p14:nvPr/>
            </p14:nvContentPartPr>
            <p14:xfrm>
              <a:off x="3286629" y="3989425"/>
              <a:ext cx="856800" cy="288720"/>
            </p14:xfrm>
          </p:contentPart>
        </mc:Choice>
        <mc:Fallback xmlns="">
          <p:pic>
            <p:nvPicPr>
              <p:cNvPr id="180" name="Cerneală 179">
                <a:extLst>
                  <a:ext uri="{FF2B5EF4-FFF2-40B4-BE49-F238E27FC236}">
                    <a16:creationId xmlns:a16="http://schemas.microsoft.com/office/drawing/2014/main" id="{F5248844-B961-460D-AE05-8D56A61B629A}"/>
                  </a:ext>
                </a:extLst>
              </p:cNvPr>
              <p:cNvPicPr/>
              <p:nvPr/>
            </p:nvPicPr>
            <p:blipFill>
              <a:blip r:embed="rId45"/>
              <a:stretch>
                <a:fillRect/>
              </a:stretch>
            </p:blipFill>
            <p:spPr>
              <a:xfrm>
                <a:off x="3268629" y="3971425"/>
                <a:ext cx="892440" cy="324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6">
            <p14:nvContentPartPr>
              <p14:cNvPr id="181" name="Cerneală 180">
                <a:extLst>
                  <a:ext uri="{FF2B5EF4-FFF2-40B4-BE49-F238E27FC236}">
                    <a16:creationId xmlns:a16="http://schemas.microsoft.com/office/drawing/2014/main" id="{DF633F6F-AFE4-419A-81DF-5B0619251250}"/>
                  </a:ext>
                </a:extLst>
              </p14:cNvPr>
              <p14:cNvContentPartPr/>
              <p14:nvPr/>
            </p14:nvContentPartPr>
            <p14:xfrm>
              <a:off x="2367549" y="4008505"/>
              <a:ext cx="493920" cy="289440"/>
            </p14:xfrm>
          </p:contentPart>
        </mc:Choice>
        <mc:Fallback xmlns="">
          <p:pic>
            <p:nvPicPr>
              <p:cNvPr id="181" name="Cerneală 180">
                <a:extLst>
                  <a:ext uri="{FF2B5EF4-FFF2-40B4-BE49-F238E27FC236}">
                    <a16:creationId xmlns:a16="http://schemas.microsoft.com/office/drawing/2014/main" id="{DF633F6F-AFE4-419A-81DF-5B0619251250}"/>
                  </a:ext>
                </a:extLst>
              </p:cNvPr>
              <p:cNvPicPr/>
              <p:nvPr/>
            </p:nvPicPr>
            <p:blipFill>
              <a:blip r:embed="rId47"/>
              <a:stretch>
                <a:fillRect/>
              </a:stretch>
            </p:blipFill>
            <p:spPr>
              <a:xfrm>
                <a:off x="2349909" y="3990527"/>
                <a:ext cx="529560" cy="325036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8">
            <p14:nvContentPartPr>
              <p14:cNvPr id="182" name="Cerneală 181">
                <a:extLst>
                  <a:ext uri="{FF2B5EF4-FFF2-40B4-BE49-F238E27FC236}">
                    <a16:creationId xmlns:a16="http://schemas.microsoft.com/office/drawing/2014/main" id="{6FC4397B-9B86-4D6B-AA4C-7F8103614507}"/>
                  </a:ext>
                </a:extLst>
              </p14:cNvPr>
              <p14:cNvContentPartPr/>
              <p14:nvPr/>
            </p14:nvContentPartPr>
            <p14:xfrm>
              <a:off x="4297509" y="4234945"/>
              <a:ext cx="32400" cy="188640"/>
            </p14:xfrm>
          </p:contentPart>
        </mc:Choice>
        <mc:Fallback xmlns="">
          <p:pic>
            <p:nvPicPr>
              <p:cNvPr id="182" name="Cerneală 181">
                <a:extLst>
                  <a:ext uri="{FF2B5EF4-FFF2-40B4-BE49-F238E27FC236}">
                    <a16:creationId xmlns:a16="http://schemas.microsoft.com/office/drawing/2014/main" id="{6FC4397B-9B86-4D6B-AA4C-7F8103614507}"/>
                  </a:ext>
                </a:extLst>
              </p:cNvPr>
              <p:cNvPicPr/>
              <p:nvPr/>
            </p:nvPicPr>
            <p:blipFill>
              <a:blip r:embed="rId49"/>
              <a:stretch>
                <a:fillRect/>
              </a:stretch>
            </p:blipFill>
            <p:spPr>
              <a:xfrm>
                <a:off x="4279869" y="4216945"/>
                <a:ext cx="68040" cy="224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0">
            <p14:nvContentPartPr>
              <p14:cNvPr id="185" name="Cerneală 184">
                <a:extLst>
                  <a:ext uri="{FF2B5EF4-FFF2-40B4-BE49-F238E27FC236}">
                    <a16:creationId xmlns:a16="http://schemas.microsoft.com/office/drawing/2014/main" id="{8A3CE8ED-89B3-40A4-8BF1-2BAD7E4EC61D}"/>
                  </a:ext>
                </a:extLst>
              </p14:cNvPr>
              <p14:cNvContentPartPr/>
              <p14:nvPr/>
            </p14:nvContentPartPr>
            <p14:xfrm>
              <a:off x="5254749" y="4117225"/>
              <a:ext cx="135720" cy="99000"/>
            </p14:xfrm>
          </p:contentPart>
        </mc:Choice>
        <mc:Fallback xmlns="">
          <p:pic>
            <p:nvPicPr>
              <p:cNvPr id="185" name="Cerneală 184">
                <a:extLst>
                  <a:ext uri="{FF2B5EF4-FFF2-40B4-BE49-F238E27FC236}">
                    <a16:creationId xmlns:a16="http://schemas.microsoft.com/office/drawing/2014/main" id="{8A3CE8ED-89B3-40A4-8BF1-2BAD7E4EC61D}"/>
                  </a:ext>
                </a:extLst>
              </p:cNvPr>
              <p:cNvPicPr/>
              <p:nvPr/>
            </p:nvPicPr>
            <p:blipFill>
              <a:blip r:embed="rId51"/>
              <a:stretch>
                <a:fillRect/>
              </a:stretch>
            </p:blipFill>
            <p:spPr>
              <a:xfrm>
                <a:off x="5237109" y="4099585"/>
                <a:ext cx="171360" cy="134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2">
            <p14:nvContentPartPr>
              <p14:cNvPr id="192" name="Cerneală 191">
                <a:extLst>
                  <a:ext uri="{FF2B5EF4-FFF2-40B4-BE49-F238E27FC236}">
                    <a16:creationId xmlns:a16="http://schemas.microsoft.com/office/drawing/2014/main" id="{E0FAAA15-9871-49E4-B3DD-0D16FB850F90}"/>
                  </a:ext>
                </a:extLst>
              </p14:cNvPr>
              <p14:cNvContentPartPr/>
              <p14:nvPr/>
            </p14:nvContentPartPr>
            <p14:xfrm>
              <a:off x="5683869" y="3875305"/>
              <a:ext cx="1495080" cy="342360"/>
            </p14:xfrm>
          </p:contentPart>
        </mc:Choice>
        <mc:Fallback xmlns="">
          <p:pic>
            <p:nvPicPr>
              <p:cNvPr id="192" name="Cerneală 191">
                <a:extLst>
                  <a:ext uri="{FF2B5EF4-FFF2-40B4-BE49-F238E27FC236}">
                    <a16:creationId xmlns:a16="http://schemas.microsoft.com/office/drawing/2014/main" id="{E0FAAA15-9871-49E4-B3DD-0D16FB850F90}"/>
                  </a:ext>
                </a:extLst>
              </p:cNvPr>
              <p:cNvPicPr/>
              <p:nvPr/>
            </p:nvPicPr>
            <p:blipFill>
              <a:blip r:embed="rId53"/>
              <a:stretch>
                <a:fillRect/>
              </a:stretch>
            </p:blipFill>
            <p:spPr>
              <a:xfrm>
                <a:off x="5665869" y="3857305"/>
                <a:ext cx="1530720" cy="37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4">
            <p14:nvContentPartPr>
              <p14:cNvPr id="193" name="Cerneală 192">
                <a:extLst>
                  <a:ext uri="{FF2B5EF4-FFF2-40B4-BE49-F238E27FC236}">
                    <a16:creationId xmlns:a16="http://schemas.microsoft.com/office/drawing/2014/main" id="{D0B4DE09-F8E8-4C2B-AD68-F44E158C38ED}"/>
                  </a:ext>
                </a:extLst>
              </p14:cNvPr>
              <p14:cNvContentPartPr/>
              <p14:nvPr/>
            </p14:nvContentPartPr>
            <p14:xfrm>
              <a:off x="4581189" y="4102825"/>
              <a:ext cx="391320" cy="342720"/>
            </p14:xfrm>
          </p:contentPart>
        </mc:Choice>
        <mc:Fallback xmlns="">
          <p:pic>
            <p:nvPicPr>
              <p:cNvPr id="193" name="Cerneală 192">
                <a:extLst>
                  <a:ext uri="{FF2B5EF4-FFF2-40B4-BE49-F238E27FC236}">
                    <a16:creationId xmlns:a16="http://schemas.microsoft.com/office/drawing/2014/main" id="{D0B4DE09-F8E8-4C2B-AD68-F44E158C38ED}"/>
                  </a:ext>
                </a:extLst>
              </p:cNvPr>
              <p:cNvPicPr/>
              <p:nvPr/>
            </p:nvPicPr>
            <p:blipFill>
              <a:blip r:embed="rId55"/>
              <a:stretch>
                <a:fillRect/>
              </a:stretch>
            </p:blipFill>
            <p:spPr>
              <a:xfrm>
                <a:off x="4563189" y="4084825"/>
                <a:ext cx="426960" cy="378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6">
            <p14:nvContentPartPr>
              <p14:cNvPr id="229" name="Cerneală 228">
                <a:extLst>
                  <a:ext uri="{FF2B5EF4-FFF2-40B4-BE49-F238E27FC236}">
                    <a16:creationId xmlns:a16="http://schemas.microsoft.com/office/drawing/2014/main" id="{433F45D4-0C6C-4E86-BED5-4FE63D143537}"/>
                  </a:ext>
                </a:extLst>
              </p14:cNvPr>
              <p14:cNvContentPartPr/>
              <p14:nvPr/>
            </p14:nvContentPartPr>
            <p14:xfrm>
              <a:off x="7868349" y="4107505"/>
              <a:ext cx="4010040" cy="1687680"/>
            </p14:xfrm>
          </p:contentPart>
        </mc:Choice>
        <mc:Fallback xmlns="">
          <p:pic>
            <p:nvPicPr>
              <p:cNvPr id="229" name="Cerneală 228">
                <a:extLst>
                  <a:ext uri="{FF2B5EF4-FFF2-40B4-BE49-F238E27FC236}">
                    <a16:creationId xmlns:a16="http://schemas.microsoft.com/office/drawing/2014/main" id="{433F45D4-0C6C-4E86-BED5-4FE63D143537}"/>
                  </a:ext>
                </a:extLst>
              </p:cNvPr>
              <p:cNvPicPr/>
              <p:nvPr/>
            </p:nvPicPr>
            <p:blipFill>
              <a:blip r:embed="rId57"/>
              <a:stretch>
                <a:fillRect/>
              </a:stretch>
            </p:blipFill>
            <p:spPr>
              <a:xfrm>
                <a:off x="7850709" y="4089865"/>
                <a:ext cx="4045680" cy="1723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8">
            <p14:nvContentPartPr>
              <p14:cNvPr id="236" name="Cerneală 235">
                <a:extLst>
                  <a:ext uri="{FF2B5EF4-FFF2-40B4-BE49-F238E27FC236}">
                    <a16:creationId xmlns:a16="http://schemas.microsoft.com/office/drawing/2014/main" id="{2E58F98E-069F-410D-A700-31FD889DFCB3}"/>
                  </a:ext>
                </a:extLst>
              </p14:cNvPr>
              <p14:cNvContentPartPr/>
              <p14:nvPr/>
            </p14:nvContentPartPr>
            <p14:xfrm>
              <a:off x="230589" y="5534185"/>
              <a:ext cx="1242000" cy="106920"/>
            </p14:xfrm>
          </p:contentPart>
        </mc:Choice>
        <mc:Fallback xmlns="">
          <p:pic>
            <p:nvPicPr>
              <p:cNvPr id="236" name="Cerneală 235">
                <a:extLst>
                  <a:ext uri="{FF2B5EF4-FFF2-40B4-BE49-F238E27FC236}">
                    <a16:creationId xmlns:a16="http://schemas.microsoft.com/office/drawing/2014/main" id="{2E58F98E-069F-410D-A700-31FD889DFCB3}"/>
                  </a:ext>
                </a:extLst>
              </p:cNvPr>
              <p:cNvPicPr/>
              <p:nvPr/>
            </p:nvPicPr>
            <p:blipFill>
              <a:blip r:embed="rId59"/>
              <a:stretch>
                <a:fillRect/>
              </a:stretch>
            </p:blipFill>
            <p:spPr>
              <a:xfrm>
                <a:off x="212949" y="5516545"/>
                <a:ext cx="1277640" cy="142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0">
            <p14:nvContentPartPr>
              <p14:cNvPr id="237" name="Cerneală 236">
                <a:extLst>
                  <a:ext uri="{FF2B5EF4-FFF2-40B4-BE49-F238E27FC236}">
                    <a16:creationId xmlns:a16="http://schemas.microsoft.com/office/drawing/2014/main" id="{72F572BA-92A3-4C3B-8F76-7A8257E0A910}"/>
                  </a:ext>
                </a:extLst>
              </p14:cNvPr>
              <p14:cNvContentPartPr/>
              <p14:nvPr/>
            </p14:nvContentPartPr>
            <p14:xfrm>
              <a:off x="1765269" y="5237545"/>
              <a:ext cx="56880" cy="80640"/>
            </p14:xfrm>
          </p:contentPart>
        </mc:Choice>
        <mc:Fallback xmlns="">
          <p:pic>
            <p:nvPicPr>
              <p:cNvPr id="237" name="Cerneală 236">
                <a:extLst>
                  <a:ext uri="{FF2B5EF4-FFF2-40B4-BE49-F238E27FC236}">
                    <a16:creationId xmlns:a16="http://schemas.microsoft.com/office/drawing/2014/main" id="{72F572BA-92A3-4C3B-8F76-7A8257E0A910}"/>
                  </a:ext>
                </a:extLst>
              </p:cNvPr>
              <p:cNvPicPr/>
              <p:nvPr/>
            </p:nvPicPr>
            <p:blipFill>
              <a:blip r:embed="rId61"/>
              <a:stretch>
                <a:fillRect/>
              </a:stretch>
            </p:blipFill>
            <p:spPr>
              <a:xfrm>
                <a:off x="1747269" y="5219545"/>
                <a:ext cx="92520" cy="116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2">
            <p14:nvContentPartPr>
              <p14:cNvPr id="238" name="Cerneală 237">
                <a:extLst>
                  <a:ext uri="{FF2B5EF4-FFF2-40B4-BE49-F238E27FC236}">
                    <a16:creationId xmlns:a16="http://schemas.microsoft.com/office/drawing/2014/main" id="{8C4B71C6-71BD-4C0D-B3E9-2FF7F854AA70}"/>
                  </a:ext>
                </a:extLst>
              </p14:cNvPr>
              <p14:cNvContentPartPr/>
              <p14:nvPr/>
            </p14:nvContentPartPr>
            <p14:xfrm>
              <a:off x="1794429" y="5382625"/>
              <a:ext cx="64800" cy="65520"/>
            </p14:xfrm>
          </p:contentPart>
        </mc:Choice>
        <mc:Fallback xmlns="">
          <p:pic>
            <p:nvPicPr>
              <p:cNvPr id="238" name="Cerneală 237">
                <a:extLst>
                  <a:ext uri="{FF2B5EF4-FFF2-40B4-BE49-F238E27FC236}">
                    <a16:creationId xmlns:a16="http://schemas.microsoft.com/office/drawing/2014/main" id="{8C4B71C6-71BD-4C0D-B3E9-2FF7F854AA70}"/>
                  </a:ext>
                </a:extLst>
              </p:cNvPr>
              <p:cNvPicPr/>
              <p:nvPr/>
            </p:nvPicPr>
            <p:blipFill>
              <a:blip r:embed="rId63"/>
              <a:stretch>
                <a:fillRect/>
              </a:stretch>
            </p:blipFill>
            <p:spPr>
              <a:xfrm>
                <a:off x="1776789" y="5364625"/>
                <a:ext cx="100440" cy="101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4">
            <p14:nvContentPartPr>
              <p14:cNvPr id="239" name="Cerneală 238">
                <a:extLst>
                  <a:ext uri="{FF2B5EF4-FFF2-40B4-BE49-F238E27FC236}">
                    <a16:creationId xmlns:a16="http://schemas.microsoft.com/office/drawing/2014/main" id="{1A5C9B30-756A-404A-960B-D38C64B8AC35}"/>
                  </a:ext>
                </a:extLst>
              </p14:cNvPr>
              <p14:cNvContentPartPr/>
              <p14:nvPr/>
            </p14:nvContentPartPr>
            <p14:xfrm>
              <a:off x="2150829" y="5339425"/>
              <a:ext cx="253080" cy="12240"/>
            </p14:xfrm>
          </p:contentPart>
        </mc:Choice>
        <mc:Fallback xmlns="">
          <p:pic>
            <p:nvPicPr>
              <p:cNvPr id="239" name="Cerneală 238">
                <a:extLst>
                  <a:ext uri="{FF2B5EF4-FFF2-40B4-BE49-F238E27FC236}">
                    <a16:creationId xmlns:a16="http://schemas.microsoft.com/office/drawing/2014/main" id="{1A5C9B30-756A-404A-960B-D38C64B8AC35}"/>
                  </a:ext>
                </a:extLst>
              </p:cNvPr>
              <p:cNvPicPr/>
              <p:nvPr/>
            </p:nvPicPr>
            <p:blipFill>
              <a:blip r:embed="rId65"/>
              <a:stretch>
                <a:fillRect/>
              </a:stretch>
            </p:blipFill>
            <p:spPr>
              <a:xfrm>
                <a:off x="2132829" y="5321785"/>
                <a:ext cx="288720" cy="47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6">
            <p14:nvContentPartPr>
              <p14:cNvPr id="262" name="Cerneală 261">
                <a:extLst>
                  <a:ext uri="{FF2B5EF4-FFF2-40B4-BE49-F238E27FC236}">
                    <a16:creationId xmlns:a16="http://schemas.microsoft.com/office/drawing/2014/main" id="{6279E59E-04BC-49FD-B9C0-23FBE63F300B}"/>
                  </a:ext>
                </a:extLst>
              </p14:cNvPr>
              <p14:cNvContentPartPr/>
              <p14:nvPr/>
            </p14:nvContentPartPr>
            <p14:xfrm>
              <a:off x="2937789" y="5102545"/>
              <a:ext cx="3566880" cy="1024560"/>
            </p14:xfrm>
          </p:contentPart>
        </mc:Choice>
        <mc:Fallback xmlns="">
          <p:pic>
            <p:nvPicPr>
              <p:cNvPr id="262" name="Cerneală 261">
                <a:extLst>
                  <a:ext uri="{FF2B5EF4-FFF2-40B4-BE49-F238E27FC236}">
                    <a16:creationId xmlns:a16="http://schemas.microsoft.com/office/drawing/2014/main" id="{6279E59E-04BC-49FD-B9C0-23FBE63F300B}"/>
                  </a:ext>
                </a:extLst>
              </p:cNvPr>
              <p:cNvPicPr/>
              <p:nvPr/>
            </p:nvPicPr>
            <p:blipFill>
              <a:blip r:embed="rId67"/>
              <a:stretch>
                <a:fillRect/>
              </a:stretch>
            </p:blipFill>
            <p:spPr>
              <a:xfrm>
                <a:off x="2920147" y="5084905"/>
                <a:ext cx="3602524" cy="1060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8">
            <p14:nvContentPartPr>
              <p14:cNvPr id="263" name="Cerneală 262">
                <a:extLst>
                  <a:ext uri="{FF2B5EF4-FFF2-40B4-BE49-F238E27FC236}">
                    <a16:creationId xmlns:a16="http://schemas.microsoft.com/office/drawing/2014/main" id="{D0BB3888-A67A-4D2B-9B45-B60F1FDBE081}"/>
                  </a:ext>
                </a:extLst>
              </p14:cNvPr>
              <p14:cNvContentPartPr/>
              <p14:nvPr/>
            </p14:nvContentPartPr>
            <p14:xfrm>
              <a:off x="268029" y="4934065"/>
              <a:ext cx="1311120" cy="470880"/>
            </p14:xfrm>
          </p:contentPart>
        </mc:Choice>
        <mc:Fallback xmlns="">
          <p:pic>
            <p:nvPicPr>
              <p:cNvPr id="263" name="Cerneală 262">
                <a:extLst>
                  <a:ext uri="{FF2B5EF4-FFF2-40B4-BE49-F238E27FC236}">
                    <a16:creationId xmlns:a16="http://schemas.microsoft.com/office/drawing/2014/main" id="{D0BB3888-A67A-4D2B-9B45-B60F1FDBE081}"/>
                  </a:ext>
                </a:extLst>
              </p:cNvPr>
              <p:cNvPicPr/>
              <p:nvPr/>
            </p:nvPicPr>
            <p:blipFill>
              <a:blip r:embed="rId69"/>
              <a:stretch>
                <a:fillRect/>
              </a:stretch>
            </p:blipFill>
            <p:spPr>
              <a:xfrm>
                <a:off x="250389" y="4916425"/>
                <a:ext cx="1346760" cy="506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0">
            <p14:nvContentPartPr>
              <p14:cNvPr id="266" name="Cerneală 265">
                <a:extLst>
                  <a:ext uri="{FF2B5EF4-FFF2-40B4-BE49-F238E27FC236}">
                    <a16:creationId xmlns:a16="http://schemas.microsoft.com/office/drawing/2014/main" id="{DED76E63-AC29-4208-92F2-71342091C327}"/>
                  </a:ext>
                </a:extLst>
              </p14:cNvPr>
              <p14:cNvContentPartPr/>
              <p14:nvPr/>
            </p14:nvContentPartPr>
            <p14:xfrm>
              <a:off x="7704909" y="5909665"/>
              <a:ext cx="169920" cy="572400"/>
            </p14:xfrm>
          </p:contentPart>
        </mc:Choice>
        <mc:Fallback xmlns="">
          <p:pic>
            <p:nvPicPr>
              <p:cNvPr id="266" name="Cerneală 265">
                <a:extLst>
                  <a:ext uri="{FF2B5EF4-FFF2-40B4-BE49-F238E27FC236}">
                    <a16:creationId xmlns:a16="http://schemas.microsoft.com/office/drawing/2014/main" id="{DED76E63-AC29-4208-92F2-71342091C327}"/>
                  </a:ext>
                </a:extLst>
              </p:cNvPr>
              <p:cNvPicPr/>
              <p:nvPr/>
            </p:nvPicPr>
            <p:blipFill>
              <a:blip r:embed="rId71"/>
              <a:stretch>
                <a:fillRect/>
              </a:stretch>
            </p:blipFill>
            <p:spPr>
              <a:xfrm>
                <a:off x="7686909" y="5892025"/>
                <a:ext cx="205560" cy="608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2">
            <p14:nvContentPartPr>
              <p14:cNvPr id="267" name="Cerneală 266">
                <a:extLst>
                  <a:ext uri="{FF2B5EF4-FFF2-40B4-BE49-F238E27FC236}">
                    <a16:creationId xmlns:a16="http://schemas.microsoft.com/office/drawing/2014/main" id="{0B51BC5B-B40B-4C33-9A9C-D763336908F8}"/>
                  </a:ext>
                </a:extLst>
              </p14:cNvPr>
              <p14:cNvContentPartPr/>
              <p14:nvPr/>
            </p14:nvContentPartPr>
            <p14:xfrm>
              <a:off x="6768909" y="5823265"/>
              <a:ext cx="595080" cy="615600"/>
            </p14:xfrm>
          </p:contentPart>
        </mc:Choice>
        <mc:Fallback xmlns="">
          <p:pic>
            <p:nvPicPr>
              <p:cNvPr id="267" name="Cerneală 266">
                <a:extLst>
                  <a:ext uri="{FF2B5EF4-FFF2-40B4-BE49-F238E27FC236}">
                    <a16:creationId xmlns:a16="http://schemas.microsoft.com/office/drawing/2014/main" id="{0B51BC5B-B40B-4C33-9A9C-D763336908F8}"/>
                  </a:ext>
                </a:extLst>
              </p:cNvPr>
              <p:cNvPicPr/>
              <p:nvPr/>
            </p:nvPicPr>
            <p:blipFill>
              <a:blip r:embed="rId73"/>
              <a:stretch>
                <a:fillRect/>
              </a:stretch>
            </p:blipFill>
            <p:spPr>
              <a:xfrm>
                <a:off x="6751269" y="5805265"/>
                <a:ext cx="630720" cy="6512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98106948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reptunghi 6">
            <a:extLst>
              <a:ext uri="{FF2B5EF4-FFF2-40B4-BE49-F238E27FC236}">
                <a16:creationId xmlns:a16="http://schemas.microsoft.com/office/drawing/2014/main" id="{BDC82CF2-ED3F-426D-B411-2F6013A954EB}"/>
              </a:ext>
            </a:extLst>
          </p:cNvPr>
          <p:cNvSpPr/>
          <p:nvPr/>
        </p:nvSpPr>
        <p:spPr>
          <a:xfrm>
            <a:off x="335343" y="137196"/>
            <a:ext cx="5064271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ro-RO" sz="2800" b="1" dirty="0">
                <a:solidFill>
                  <a:srgbClr val="0000FF"/>
                </a:solidFill>
              </a:rPr>
              <a:t>Numărătoare binare asincrone   </a:t>
            </a:r>
            <a:r>
              <a:rPr lang="en-US" sz="2800" b="1" dirty="0">
                <a:solidFill>
                  <a:srgbClr val="0000FF"/>
                </a:solidFill>
              </a:rPr>
              <a:t> </a:t>
            </a:r>
            <a:endParaRPr lang="ro-RO" sz="2800" b="1" dirty="0">
              <a:solidFill>
                <a:srgbClr val="0000FF"/>
              </a:solidFill>
            </a:endParaRPr>
          </a:p>
        </p:txBody>
      </p:sp>
      <p:pic>
        <p:nvPicPr>
          <p:cNvPr id="4" name="Imagine 3">
            <a:extLst>
              <a:ext uri="{FF2B5EF4-FFF2-40B4-BE49-F238E27FC236}">
                <a16:creationId xmlns:a16="http://schemas.microsoft.com/office/drawing/2014/main" id="{8EB6ADDB-F4FD-4CC4-99A7-39FF710D4BC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8221" y="594391"/>
            <a:ext cx="10448413" cy="58520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532460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reptunghi 6">
            <a:extLst>
              <a:ext uri="{FF2B5EF4-FFF2-40B4-BE49-F238E27FC236}">
                <a16:creationId xmlns:a16="http://schemas.microsoft.com/office/drawing/2014/main" id="{BDC82CF2-ED3F-426D-B411-2F6013A954EB}"/>
              </a:ext>
            </a:extLst>
          </p:cNvPr>
          <p:cNvSpPr/>
          <p:nvPr/>
        </p:nvSpPr>
        <p:spPr>
          <a:xfrm>
            <a:off x="335343" y="137196"/>
            <a:ext cx="5064271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ro-RO" sz="2800" b="1" dirty="0">
                <a:solidFill>
                  <a:srgbClr val="0000FF"/>
                </a:solidFill>
              </a:rPr>
              <a:t>Numărătoare binare asincrone   </a:t>
            </a:r>
            <a:r>
              <a:rPr lang="en-US" sz="2800" b="1" dirty="0">
                <a:solidFill>
                  <a:srgbClr val="0000FF"/>
                </a:solidFill>
              </a:rPr>
              <a:t> </a:t>
            </a:r>
            <a:endParaRPr lang="ro-RO" sz="2800" b="1" dirty="0">
              <a:solidFill>
                <a:srgbClr val="0000FF"/>
              </a:solidFill>
            </a:endParaRPr>
          </a:p>
        </p:txBody>
      </p:sp>
      <p:pic>
        <p:nvPicPr>
          <p:cNvPr id="5" name="Imagine 4">
            <a:extLst>
              <a:ext uri="{FF2B5EF4-FFF2-40B4-BE49-F238E27FC236}">
                <a16:creationId xmlns:a16="http://schemas.microsoft.com/office/drawing/2014/main" id="{596390EE-6F5C-4571-B0EA-FFD2DD6A494C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5343" y="960147"/>
            <a:ext cx="6309291" cy="3748999"/>
          </a:xfrm>
          <a:prstGeom prst="rect">
            <a:avLst/>
          </a:prstGeom>
          <a:noFill/>
          <a:ln>
            <a:noFill/>
          </a:ln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124" name="Cerneală 123">
                <a:extLst>
                  <a:ext uri="{FF2B5EF4-FFF2-40B4-BE49-F238E27FC236}">
                    <a16:creationId xmlns:a16="http://schemas.microsoft.com/office/drawing/2014/main" id="{F6402ABD-6966-4275-8126-D127DC2751F3}"/>
                  </a:ext>
                </a:extLst>
              </p14:cNvPr>
              <p14:cNvContentPartPr/>
              <p14:nvPr/>
            </p14:nvContentPartPr>
            <p14:xfrm>
              <a:off x="576909" y="4421065"/>
              <a:ext cx="910080" cy="1068840"/>
            </p14:xfrm>
          </p:contentPart>
        </mc:Choice>
        <mc:Fallback xmlns="">
          <p:pic>
            <p:nvPicPr>
              <p:cNvPr id="124" name="Cerneală 123">
                <a:extLst>
                  <a:ext uri="{FF2B5EF4-FFF2-40B4-BE49-F238E27FC236}">
                    <a16:creationId xmlns:a16="http://schemas.microsoft.com/office/drawing/2014/main" id="{F6402ABD-6966-4275-8126-D127DC2751F3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559269" y="4403425"/>
                <a:ext cx="945720" cy="1104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125" name="Cerneală 124">
                <a:extLst>
                  <a:ext uri="{FF2B5EF4-FFF2-40B4-BE49-F238E27FC236}">
                    <a16:creationId xmlns:a16="http://schemas.microsoft.com/office/drawing/2014/main" id="{B27BED91-D405-4A24-BCAB-6EB00C18E3E4}"/>
                  </a:ext>
                </a:extLst>
              </p14:cNvPr>
              <p14:cNvContentPartPr/>
              <p14:nvPr/>
            </p14:nvContentPartPr>
            <p14:xfrm>
              <a:off x="364869" y="5807785"/>
              <a:ext cx="173520" cy="387720"/>
            </p14:xfrm>
          </p:contentPart>
        </mc:Choice>
        <mc:Fallback xmlns="">
          <p:pic>
            <p:nvPicPr>
              <p:cNvPr id="125" name="Cerneală 124">
                <a:extLst>
                  <a:ext uri="{FF2B5EF4-FFF2-40B4-BE49-F238E27FC236}">
                    <a16:creationId xmlns:a16="http://schemas.microsoft.com/office/drawing/2014/main" id="{B27BED91-D405-4A24-BCAB-6EB00C18E3E4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347229" y="5790145"/>
                <a:ext cx="209160" cy="423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130" name="Cerneală 129">
                <a:extLst>
                  <a:ext uri="{FF2B5EF4-FFF2-40B4-BE49-F238E27FC236}">
                    <a16:creationId xmlns:a16="http://schemas.microsoft.com/office/drawing/2014/main" id="{E526A1B7-A54A-4AB0-BA1D-5525102BD979}"/>
                  </a:ext>
                </a:extLst>
              </p14:cNvPr>
              <p14:cNvContentPartPr/>
              <p14:nvPr/>
            </p14:nvContentPartPr>
            <p14:xfrm>
              <a:off x="1318509" y="5804545"/>
              <a:ext cx="20160" cy="216360"/>
            </p14:xfrm>
          </p:contentPart>
        </mc:Choice>
        <mc:Fallback xmlns="">
          <p:pic>
            <p:nvPicPr>
              <p:cNvPr id="130" name="Cerneală 129">
                <a:extLst>
                  <a:ext uri="{FF2B5EF4-FFF2-40B4-BE49-F238E27FC236}">
                    <a16:creationId xmlns:a16="http://schemas.microsoft.com/office/drawing/2014/main" id="{E526A1B7-A54A-4AB0-BA1D-5525102BD979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1300509" y="5786545"/>
                <a:ext cx="55800" cy="252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131" name="Cerneală 130">
                <a:extLst>
                  <a:ext uri="{FF2B5EF4-FFF2-40B4-BE49-F238E27FC236}">
                    <a16:creationId xmlns:a16="http://schemas.microsoft.com/office/drawing/2014/main" id="{0C1CFB3C-9A1A-4D8E-964E-7E82EB0A1D61}"/>
                  </a:ext>
                </a:extLst>
              </p14:cNvPr>
              <p14:cNvContentPartPr/>
              <p14:nvPr/>
            </p14:nvContentPartPr>
            <p14:xfrm>
              <a:off x="1448469" y="5817865"/>
              <a:ext cx="63360" cy="233640"/>
            </p14:xfrm>
          </p:contentPart>
        </mc:Choice>
        <mc:Fallback xmlns="">
          <p:pic>
            <p:nvPicPr>
              <p:cNvPr id="131" name="Cerneală 130">
                <a:extLst>
                  <a:ext uri="{FF2B5EF4-FFF2-40B4-BE49-F238E27FC236}">
                    <a16:creationId xmlns:a16="http://schemas.microsoft.com/office/drawing/2014/main" id="{0C1CFB3C-9A1A-4D8E-964E-7E82EB0A1D61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1430469" y="5800225"/>
                <a:ext cx="99000" cy="269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132" name="Cerneală 131">
                <a:extLst>
                  <a:ext uri="{FF2B5EF4-FFF2-40B4-BE49-F238E27FC236}">
                    <a16:creationId xmlns:a16="http://schemas.microsoft.com/office/drawing/2014/main" id="{C2E52E23-3EB6-4B2A-84AC-04CAD52657C5}"/>
                  </a:ext>
                </a:extLst>
              </p14:cNvPr>
              <p14:cNvContentPartPr/>
              <p14:nvPr/>
            </p14:nvContentPartPr>
            <p14:xfrm>
              <a:off x="678789" y="5837305"/>
              <a:ext cx="441360" cy="208440"/>
            </p14:xfrm>
          </p:contentPart>
        </mc:Choice>
        <mc:Fallback xmlns="">
          <p:pic>
            <p:nvPicPr>
              <p:cNvPr id="132" name="Cerneală 131">
                <a:extLst>
                  <a:ext uri="{FF2B5EF4-FFF2-40B4-BE49-F238E27FC236}">
                    <a16:creationId xmlns:a16="http://schemas.microsoft.com/office/drawing/2014/main" id="{C2E52E23-3EB6-4B2A-84AC-04CAD52657C5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661149" y="5819665"/>
                <a:ext cx="477000" cy="244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">
            <p14:nvContentPartPr>
              <p14:cNvPr id="139" name="Cerneală 138">
                <a:extLst>
                  <a:ext uri="{FF2B5EF4-FFF2-40B4-BE49-F238E27FC236}">
                    <a16:creationId xmlns:a16="http://schemas.microsoft.com/office/drawing/2014/main" id="{D4145FE0-D022-4818-AF0F-A7796E9E1142}"/>
                  </a:ext>
                </a:extLst>
              </p14:cNvPr>
              <p14:cNvContentPartPr/>
              <p14:nvPr/>
            </p14:nvContentPartPr>
            <p14:xfrm>
              <a:off x="2284029" y="5686825"/>
              <a:ext cx="1648080" cy="406440"/>
            </p14:xfrm>
          </p:contentPart>
        </mc:Choice>
        <mc:Fallback xmlns="">
          <p:pic>
            <p:nvPicPr>
              <p:cNvPr id="139" name="Cerneală 138">
                <a:extLst>
                  <a:ext uri="{FF2B5EF4-FFF2-40B4-BE49-F238E27FC236}">
                    <a16:creationId xmlns:a16="http://schemas.microsoft.com/office/drawing/2014/main" id="{D4145FE0-D022-4818-AF0F-A7796E9E1142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2266029" y="5668825"/>
                <a:ext cx="1683720" cy="442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">
            <p14:nvContentPartPr>
              <p14:cNvPr id="144" name="Cerneală 143">
                <a:extLst>
                  <a:ext uri="{FF2B5EF4-FFF2-40B4-BE49-F238E27FC236}">
                    <a16:creationId xmlns:a16="http://schemas.microsoft.com/office/drawing/2014/main" id="{4134019C-089C-40E6-8E57-DB77F0B060E2}"/>
                  </a:ext>
                </a:extLst>
              </p14:cNvPr>
              <p14:cNvContentPartPr/>
              <p14:nvPr/>
            </p14:nvContentPartPr>
            <p14:xfrm>
              <a:off x="1780389" y="5800225"/>
              <a:ext cx="365400" cy="261000"/>
            </p14:xfrm>
          </p:contentPart>
        </mc:Choice>
        <mc:Fallback xmlns="">
          <p:pic>
            <p:nvPicPr>
              <p:cNvPr id="144" name="Cerneală 143">
                <a:extLst>
                  <a:ext uri="{FF2B5EF4-FFF2-40B4-BE49-F238E27FC236}">
                    <a16:creationId xmlns:a16="http://schemas.microsoft.com/office/drawing/2014/main" id="{4134019C-089C-40E6-8E57-DB77F0B060E2}"/>
                  </a:ext>
                </a:extLst>
              </p:cNvPr>
              <p:cNvPicPr/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1762732" y="5782585"/>
                <a:ext cx="401075" cy="296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">
            <p14:nvContentPartPr>
              <p14:cNvPr id="170" name="Cerneală 169">
                <a:extLst>
                  <a:ext uri="{FF2B5EF4-FFF2-40B4-BE49-F238E27FC236}">
                    <a16:creationId xmlns:a16="http://schemas.microsoft.com/office/drawing/2014/main" id="{DCD1133A-112E-4BFD-B2F1-4552E52A0ED4}"/>
                  </a:ext>
                </a:extLst>
              </p14:cNvPr>
              <p14:cNvContentPartPr/>
              <p14:nvPr/>
            </p14:nvContentPartPr>
            <p14:xfrm>
              <a:off x="4142709" y="717385"/>
              <a:ext cx="7799040" cy="5752800"/>
            </p14:xfrm>
          </p:contentPart>
        </mc:Choice>
        <mc:Fallback xmlns="">
          <p:pic>
            <p:nvPicPr>
              <p:cNvPr id="170" name="Cerneală 169">
                <a:extLst>
                  <a:ext uri="{FF2B5EF4-FFF2-40B4-BE49-F238E27FC236}">
                    <a16:creationId xmlns:a16="http://schemas.microsoft.com/office/drawing/2014/main" id="{DCD1133A-112E-4BFD-B2F1-4552E52A0ED4}"/>
                  </a:ext>
                </a:extLst>
              </p:cNvPr>
              <p:cNvPicPr/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4125069" y="699745"/>
                <a:ext cx="7834680" cy="57884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22477052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reptunghi 6">
            <a:extLst>
              <a:ext uri="{FF2B5EF4-FFF2-40B4-BE49-F238E27FC236}">
                <a16:creationId xmlns:a16="http://schemas.microsoft.com/office/drawing/2014/main" id="{BDC82CF2-ED3F-426D-B411-2F6013A954EB}"/>
              </a:ext>
            </a:extLst>
          </p:cNvPr>
          <p:cNvSpPr/>
          <p:nvPr/>
        </p:nvSpPr>
        <p:spPr>
          <a:xfrm>
            <a:off x="335343" y="137196"/>
            <a:ext cx="11429875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o-RO" sz="2800" b="1" dirty="0">
                <a:solidFill>
                  <a:srgbClr val="0000FF"/>
                </a:solidFill>
              </a:rPr>
              <a:t>Exemplu de numărător binare asincron pe 4 biți, realizat cu bistabili JK    </a:t>
            </a:r>
            <a:r>
              <a:rPr lang="en-US" sz="2800" b="1" dirty="0">
                <a:solidFill>
                  <a:srgbClr val="0000FF"/>
                </a:solidFill>
              </a:rPr>
              <a:t> </a:t>
            </a:r>
            <a:endParaRPr lang="ro-RO" sz="2800" b="1" dirty="0">
              <a:solidFill>
                <a:srgbClr val="0000FF"/>
              </a:solidFill>
            </a:endParaRPr>
          </a:p>
        </p:txBody>
      </p:sp>
      <p:pic>
        <p:nvPicPr>
          <p:cNvPr id="6" name="Imagine 5">
            <a:extLst>
              <a:ext uri="{FF2B5EF4-FFF2-40B4-BE49-F238E27FC236}">
                <a16:creationId xmlns:a16="http://schemas.microsoft.com/office/drawing/2014/main" id="{476C2273-8238-4D31-B11C-72B8EA248707}"/>
              </a:ext>
            </a:extLst>
          </p:cNvPr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8221" y="868708"/>
            <a:ext cx="11155558" cy="5303462"/>
          </a:xfrm>
          <a:prstGeom prst="rect">
            <a:avLst/>
          </a:prstGeom>
          <a:noFill/>
          <a:ln>
            <a:noFill/>
          </a:ln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2" name="Cerneală 1">
                <a:extLst>
                  <a:ext uri="{FF2B5EF4-FFF2-40B4-BE49-F238E27FC236}">
                    <a16:creationId xmlns:a16="http://schemas.microsoft.com/office/drawing/2014/main" id="{9D6DAF2A-EFD9-4D0F-9F91-394831954F47}"/>
                  </a:ext>
                </a:extLst>
              </p14:cNvPr>
              <p14:cNvContentPartPr/>
              <p14:nvPr/>
            </p14:nvContentPartPr>
            <p14:xfrm>
              <a:off x="274149" y="4944505"/>
              <a:ext cx="28800" cy="30960"/>
            </p14:xfrm>
          </p:contentPart>
        </mc:Choice>
        <mc:Fallback xmlns="">
          <p:pic>
            <p:nvPicPr>
              <p:cNvPr id="2" name="Cerneală 1">
                <a:extLst>
                  <a:ext uri="{FF2B5EF4-FFF2-40B4-BE49-F238E27FC236}">
                    <a16:creationId xmlns:a16="http://schemas.microsoft.com/office/drawing/2014/main" id="{9D6DAF2A-EFD9-4D0F-9F91-394831954F47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56509" y="4926865"/>
                <a:ext cx="64440" cy="666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58697589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reptunghi 1">
            <a:extLst>
              <a:ext uri="{FF2B5EF4-FFF2-40B4-BE49-F238E27FC236}">
                <a16:creationId xmlns:a16="http://schemas.microsoft.com/office/drawing/2014/main" id="{6C401569-7906-4795-A91E-0998C971A7D3}"/>
              </a:ext>
            </a:extLst>
          </p:cNvPr>
          <p:cNvSpPr/>
          <p:nvPr/>
        </p:nvSpPr>
        <p:spPr>
          <a:xfrm>
            <a:off x="975416" y="411513"/>
            <a:ext cx="10407326" cy="42165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b="1" dirty="0">
                <a:solidFill>
                  <a:srgbClr val="0000FF"/>
                </a:solidFill>
              </a:rPr>
              <a:t>Agenda</a:t>
            </a:r>
            <a:endParaRPr lang="ro-RO" sz="2800" b="1" dirty="0">
              <a:solidFill>
                <a:srgbClr val="0000FF"/>
              </a:solidFill>
            </a:endParaRPr>
          </a:p>
          <a:p>
            <a:pPr algn="ctr"/>
            <a:r>
              <a:rPr lang="ro-RO" sz="2800" b="1" dirty="0">
                <a:solidFill>
                  <a:srgbClr val="0000FF"/>
                </a:solidFill>
              </a:rPr>
              <a:t> </a:t>
            </a:r>
          </a:p>
          <a:p>
            <a:r>
              <a:rPr lang="ro-RO" sz="2800" b="1" dirty="0">
                <a:solidFill>
                  <a:srgbClr val="0000FF"/>
                </a:solidFill>
              </a:rPr>
              <a:t>Numărătoare;</a:t>
            </a:r>
          </a:p>
          <a:p>
            <a:pPr marL="1371600" lvl="2" indent="-457200">
              <a:buFontTx/>
              <a:buChar char="-"/>
            </a:pPr>
            <a:r>
              <a:rPr lang="ro-RO" sz="2800" b="1" dirty="0">
                <a:solidFill>
                  <a:schemeClr val="accent6">
                    <a:lumMod val="20000"/>
                    <a:lumOff val="80000"/>
                  </a:schemeClr>
                </a:solidFill>
              </a:rPr>
              <a:t>Introducere (rol, aplicații)</a:t>
            </a:r>
          </a:p>
          <a:p>
            <a:pPr marL="1371600" lvl="2" indent="-457200">
              <a:buFontTx/>
              <a:buChar char="-"/>
            </a:pPr>
            <a:r>
              <a:rPr lang="ro-RO" sz="2800" b="1" dirty="0">
                <a:solidFill>
                  <a:schemeClr val="accent6">
                    <a:lumMod val="20000"/>
                    <a:lumOff val="80000"/>
                  </a:schemeClr>
                </a:solidFill>
              </a:rPr>
              <a:t>Clasificare;</a:t>
            </a:r>
          </a:p>
          <a:p>
            <a:pPr marL="1371600" lvl="2" indent="-457200">
              <a:buFontTx/>
              <a:buChar char="-"/>
            </a:pPr>
            <a:r>
              <a:rPr lang="ro-RO" sz="2800" b="1" dirty="0"/>
              <a:t>Numărătoare binare asincrone;</a:t>
            </a:r>
          </a:p>
          <a:p>
            <a:pPr marL="2286000" lvl="4" indent="-457200">
              <a:buFontTx/>
              <a:buChar char="-"/>
            </a:pPr>
            <a:r>
              <a:rPr lang="ro-RO" sz="2400" b="1" dirty="0"/>
              <a:t>Structură internă</a:t>
            </a:r>
          </a:p>
          <a:p>
            <a:pPr marL="2286000" lvl="4" indent="-457200">
              <a:buFontTx/>
              <a:buChar char="-"/>
            </a:pPr>
            <a:r>
              <a:rPr lang="ro-RO" sz="2400" b="1" dirty="0">
                <a:solidFill>
                  <a:srgbClr val="FF0000"/>
                </a:solidFill>
              </a:rPr>
              <a:t>Diagrame de timp</a:t>
            </a:r>
          </a:p>
          <a:p>
            <a:pPr marL="2286000" lvl="4" indent="-457200">
              <a:buFontTx/>
              <a:buChar char="-"/>
            </a:pPr>
            <a:r>
              <a:rPr lang="ro-RO" sz="2400" b="1" dirty="0"/>
              <a:t>Aspecte nedorite în funcționarea numărătoarelor asincrone </a:t>
            </a:r>
            <a:r>
              <a:rPr lang="en-US" sz="2400" b="1" dirty="0"/>
              <a:t> </a:t>
            </a:r>
            <a:endParaRPr lang="ro-RO" sz="2400" b="1" dirty="0"/>
          </a:p>
          <a:p>
            <a:pPr lvl="2"/>
            <a:endParaRPr lang="ro-RO" sz="2800" b="1" dirty="0"/>
          </a:p>
        </p:txBody>
      </p:sp>
    </p:spTree>
    <p:extLst>
      <p:ext uri="{BB962C8B-B14F-4D97-AF65-F5344CB8AC3E}">
        <p14:creationId xmlns:p14="http://schemas.microsoft.com/office/powerpoint/2010/main" val="273416858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reptunghi 6">
            <a:extLst>
              <a:ext uri="{FF2B5EF4-FFF2-40B4-BE49-F238E27FC236}">
                <a16:creationId xmlns:a16="http://schemas.microsoft.com/office/drawing/2014/main" id="{BDC82CF2-ED3F-426D-B411-2F6013A954EB}"/>
              </a:ext>
            </a:extLst>
          </p:cNvPr>
          <p:cNvSpPr/>
          <p:nvPr/>
        </p:nvSpPr>
        <p:spPr>
          <a:xfrm>
            <a:off x="335343" y="137196"/>
            <a:ext cx="11429875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o-RO" sz="2800" b="1" dirty="0">
                <a:solidFill>
                  <a:srgbClr val="0000FF"/>
                </a:solidFill>
              </a:rPr>
              <a:t>Exemplu de numărător binare asincron pe 4 biți, realizat cu bistabili JK    </a:t>
            </a:r>
            <a:r>
              <a:rPr lang="en-US" sz="2800" b="1" dirty="0">
                <a:solidFill>
                  <a:srgbClr val="0000FF"/>
                </a:solidFill>
              </a:rPr>
              <a:t> </a:t>
            </a:r>
            <a:endParaRPr lang="ro-RO" sz="2800" b="1" dirty="0">
              <a:solidFill>
                <a:srgbClr val="0000FF"/>
              </a:solidFill>
            </a:endParaRPr>
          </a:p>
        </p:txBody>
      </p:sp>
      <p:pic>
        <p:nvPicPr>
          <p:cNvPr id="5" name="Imagine 4">
            <a:extLst>
              <a:ext uri="{FF2B5EF4-FFF2-40B4-BE49-F238E27FC236}">
                <a16:creationId xmlns:a16="http://schemas.microsoft.com/office/drawing/2014/main" id="{C44AF8CB-9902-4EB4-8910-6C337E3B8F63}"/>
              </a:ext>
            </a:extLst>
          </p:cNvPr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6782" y="868708"/>
            <a:ext cx="9875412" cy="5029145"/>
          </a:xfrm>
          <a:prstGeom prst="rect">
            <a:avLst/>
          </a:prstGeom>
          <a:noFill/>
          <a:ln>
            <a:noFill/>
          </a:ln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4" name="Cerneală 3">
                <a:extLst>
                  <a:ext uri="{FF2B5EF4-FFF2-40B4-BE49-F238E27FC236}">
                    <a16:creationId xmlns:a16="http://schemas.microsoft.com/office/drawing/2014/main" id="{21050848-0B44-4756-95F9-BA0C8433F06C}"/>
                  </a:ext>
                </a:extLst>
              </p14:cNvPr>
              <p14:cNvContentPartPr/>
              <p14:nvPr/>
            </p14:nvContentPartPr>
            <p14:xfrm>
              <a:off x="9985149" y="1232185"/>
              <a:ext cx="408240" cy="190080"/>
            </p14:xfrm>
          </p:contentPart>
        </mc:Choice>
        <mc:Fallback xmlns="">
          <p:pic>
            <p:nvPicPr>
              <p:cNvPr id="4" name="Cerneală 3">
                <a:extLst>
                  <a:ext uri="{FF2B5EF4-FFF2-40B4-BE49-F238E27FC236}">
                    <a16:creationId xmlns:a16="http://schemas.microsoft.com/office/drawing/2014/main" id="{21050848-0B44-4756-95F9-BA0C8433F06C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9967509" y="1214185"/>
                <a:ext cx="443880" cy="225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17" name="Cerneală 16">
                <a:extLst>
                  <a:ext uri="{FF2B5EF4-FFF2-40B4-BE49-F238E27FC236}">
                    <a16:creationId xmlns:a16="http://schemas.microsoft.com/office/drawing/2014/main" id="{0C4CA65E-9CEC-4E21-8D01-BB9095F2CBCF}"/>
                  </a:ext>
                </a:extLst>
              </p14:cNvPr>
              <p14:cNvContentPartPr/>
              <p14:nvPr/>
            </p14:nvContentPartPr>
            <p14:xfrm>
              <a:off x="10654029" y="969025"/>
              <a:ext cx="1518120" cy="613440"/>
            </p14:xfrm>
          </p:contentPart>
        </mc:Choice>
        <mc:Fallback xmlns="">
          <p:pic>
            <p:nvPicPr>
              <p:cNvPr id="17" name="Cerneală 16">
                <a:extLst>
                  <a:ext uri="{FF2B5EF4-FFF2-40B4-BE49-F238E27FC236}">
                    <a16:creationId xmlns:a16="http://schemas.microsoft.com/office/drawing/2014/main" id="{0C4CA65E-9CEC-4E21-8D01-BB9095F2CBCF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0636029" y="951036"/>
                <a:ext cx="1553760" cy="649059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20" name="Cerneală 19">
                <a:extLst>
                  <a:ext uri="{FF2B5EF4-FFF2-40B4-BE49-F238E27FC236}">
                    <a16:creationId xmlns:a16="http://schemas.microsoft.com/office/drawing/2014/main" id="{5725FF99-8F97-4BCE-9FA1-ECEF1CB2791E}"/>
                  </a:ext>
                </a:extLst>
              </p14:cNvPr>
              <p14:cNvContentPartPr/>
              <p14:nvPr/>
            </p14:nvContentPartPr>
            <p14:xfrm>
              <a:off x="9922869" y="2135785"/>
              <a:ext cx="339120" cy="171000"/>
            </p14:xfrm>
          </p:contentPart>
        </mc:Choice>
        <mc:Fallback xmlns="">
          <p:pic>
            <p:nvPicPr>
              <p:cNvPr id="20" name="Cerneală 19">
                <a:extLst>
                  <a:ext uri="{FF2B5EF4-FFF2-40B4-BE49-F238E27FC236}">
                    <a16:creationId xmlns:a16="http://schemas.microsoft.com/office/drawing/2014/main" id="{5725FF99-8F97-4BCE-9FA1-ECEF1CB2791E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9904850" y="2117785"/>
                <a:ext cx="374798" cy="206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21" name="Cerneală 20">
                <a:extLst>
                  <a:ext uri="{FF2B5EF4-FFF2-40B4-BE49-F238E27FC236}">
                    <a16:creationId xmlns:a16="http://schemas.microsoft.com/office/drawing/2014/main" id="{31CD29E5-5F88-4B94-A925-48D7BD697ED6}"/>
                  </a:ext>
                </a:extLst>
              </p14:cNvPr>
              <p14:cNvContentPartPr/>
              <p14:nvPr/>
            </p14:nvContentPartPr>
            <p14:xfrm>
              <a:off x="10505709" y="1970545"/>
              <a:ext cx="358560" cy="224280"/>
            </p14:xfrm>
          </p:contentPart>
        </mc:Choice>
        <mc:Fallback xmlns="">
          <p:pic>
            <p:nvPicPr>
              <p:cNvPr id="21" name="Cerneală 20">
                <a:extLst>
                  <a:ext uri="{FF2B5EF4-FFF2-40B4-BE49-F238E27FC236}">
                    <a16:creationId xmlns:a16="http://schemas.microsoft.com/office/drawing/2014/main" id="{31CD29E5-5F88-4B94-A925-48D7BD697ED6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10487709" y="1952545"/>
                <a:ext cx="394200" cy="259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31" name="Cerneală 30">
                <a:extLst>
                  <a:ext uri="{FF2B5EF4-FFF2-40B4-BE49-F238E27FC236}">
                    <a16:creationId xmlns:a16="http://schemas.microsoft.com/office/drawing/2014/main" id="{3FCF393D-F4C7-41B7-960F-87E66120EE0E}"/>
                  </a:ext>
                </a:extLst>
              </p14:cNvPr>
              <p14:cNvContentPartPr/>
              <p14:nvPr/>
            </p14:nvContentPartPr>
            <p14:xfrm>
              <a:off x="10818909" y="2277625"/>
              <a:ext cx="478800" cy="252720"/>
            </p14:xfrm>
          </p:contentPart>
        </mc:Choice>
        <mc:Fallback xmlns="">
          <p:pic>
            <p:nvPicPr>
              <p:cNvPr id="31" name="Cerneală 30">
                <a:extLst>
                  <a:ext uri="{FF2B5EF4-FFF2-40B4-BE49-F238E27FC236}">
                    <a16:creationId xmlns:a16="http://schemas.microsoft.com/office/drawing/2014/main" id="{3FCF393D-F4C7-41B7-960F-87E66120EE0E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10801269" y="2259625"/>
                <a:ext cx="514440" cy="288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">
            <p14:nvContentPartPr>
              <p14:cNvPr id="32" name="Cerneală 31">
                <a:extLst>
                  <a:ext uri="{FF2B5EF4-FFF2-40B4-BE49-F238E27FC236}">
                    <a16:creationId xmlns:a16="http://schemas.microsoft.com/office/drawing/2014/main" id="{2E36F1D8-3C0A-4F48-99B3-821220987E59}"/>
                  </a:ext>
                </a:extLst>
              </p14:cNvPr>
              <p14:cNvContentPartPr/>
              <p14:nvPr/>
            </p14:nvContentPartPr>
            <p14:xfrm>
              <a:off x="11030229" y="1968025"/>
              <a:ext cx="1098360" cy="244440"/>
            </p14:xfrm>
          </p:contentPart>
        </mc:Choice>
        <mc:Fallback xmlns="">
          <p:pic>
            <p:nvPicPr>
              <p:cNvPr id="32" name="Cerneală 31">
                <a:extLst>
                  <a:ext uri="{FF2B5EF4-FFF2-40B4-BE49-F238E27FC236}">
                    <a16:creationId xmlns:a16="http://schemas.microsoft.com/office/drawing/2014/main" id="{2E36F1D8-3C0A-4F48-99B3-821220987E59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11012589" y="1950025"/>
                <a:ext cx="1134000" cy="280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">
            <p14:nvContentPartPr>
              <p14:cNvPr id="37" name="Cerneală 36">
                <a:extLst>
                  <a:ext uri="{FF2B5EF4-FFF2-40B4-BE49-F238E27FC236}">
                    <a16:creationId xmlns:a16="http://schemas.microsoft.com/office/drawing/2014/main" id="{992EB5A4-6BFB-4C8A-9DC2-51F0ACB1AFFB}"/>
                  </a:ext>
                </a:extLst>
              </p14:cNvPr>
              <p14:cNvContentPartPr/>
              <p14:nvPr/>
            </p14:nvContentPartPr>
            <p14:xfrm>
              <a:off x="10900629" y="2889985"/>
              <a:ext cx="468720" cy="437400"/>
            </p14:xfrm>
          </p:contentPart>
        </mc:Choice>
        <mc:Fallback xmlns="">
          <p:pic>
            <p:nvPicPr>
              <p:cNvPr id="37" name="Cerneală 36">
                <a:extLst>
                  <a:ext uri="{FF2B5EF4-FFF2-40B4-BE49-F238E27FC236}">
                    <a16:creationId xmlns:a16="http://schemas.microsoft.com/office/drawing/2014/main" id="{992EB5A4-6BFB-4C8A-9DC2-51F0ACB1AFFB}"/>
                  </a:ext>
                </a:extLst>
              </p:cNvPr>
              <p:cNvPicPr/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10882989" y="2872345"/>
                <a:ext cx="504360" cy="473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">
            <p14:nvContentPartPr>
              <p14:cNvPr id="38" name="Cerneală 37">
                <a:extLst>
                  <a:ext uri="{FF2B5EF4-FFF2-40B4-BE49-F238E27FC236}">
                    <a16:creationId xmlns:a16="http://schemas.microsoft.com/office/drawing/2014/main" id="{376B0343-0B41-4AF3-A72B-17DFC62B73A2}"/>
                  </a:ext>
                </a:extLst>
              </p14:cNvPr>
              <p14:cNvContentPartPr/>
              <p14:nvPr/>
            </p14:nvContentPartPr>
            <p14:xfrm>
              <a:off x="10015029" y="3055945"/>
              <a:ext cx="482400" cy="188640"/>
            </p14:xfrm>
          </p:contentPart>
        </mc:Choice>
        <mc:Fallback xmlns="">
          <p:pic>
            <p:nvPicPr>
              <p:cNvPr id="38" name="Cerneală 37">
                <a:extLst>
                  <a:ext uri="{FF2B5EF4-FFF2-40B4-BE49-F238E27FC236}">
                    <a16:creationId xmlns:a16="http://schemas.microsoft.com/office/drawing/2014/main" id="{376B0343-0B41-4AF3-A72B-17DFC62B73A2}"/>
                  </a:ext>
                </a:extLst>
              </p:cNvPr>
              <p:cNvPicPr/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9997016" y="3037945"/>
                <a:ext cx="518067" cy="224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">
            <p14:nvContentPartPr>
              <p14:cNvPr id="47" name="Cerneală 46">
                <a:extLst>
                  <a:ext uri="{FF2B5EF4-FFF2-40B4-BE49-F238E27FC236}">
                    <a16:creationId xmlns:a16="http://schemas.microsoft.com/office/drawing/2014/main" id="{9236243F-40A5-4D88-8157-BC5EFCE59B3D}"/>
                  </a:ext>
                </a:extLst>
              </p14:cNvPr>
              <p14:cNvContentPartPr/>
              <p14:nvPr/>
            </p14:nvContentPartPr>
            <p14:xfrm>
              <a:off x="10860669" y="4607185"/>
              <a:ext cx="487800" cy="385560"/>
            </p14:xfrm>
          </p:contentPart>
        </mc:Choice>
        <mc:Fallback xmlns="">
          <p:pic>
            <p:nvPicPr>
              <p:cNvPr id="47" name="Cerneală 46">
                <a:extLst>
                  <a:ext uri="{FF2B5EF4-FFF2-40B4-BE49-F238E27FC236}">
                    <a16:creationId xmlns:a16="http://schemas.microsoft.com/office/drawing/2014/main" id="{9236243F-40A5-4D88-8157-BC5EFCE59B3D}"/>
                  </a:ext>
                </a:extLst>
              </p:cNvPr>
              <p:cNvPicPr/>
              <p:nvPr/>
            </p:nvPicPr>
            <p:blipFill>
              <a:blip r:embed="rId20"/>
              <a:stretch>
                <a:fillRect/>
              </a:stretch>
            </p:blipFill>
            <p:spPr>
              <a:xfrm>
                <a:off x="10843029" y="4589185"/>
                <a:ext cx="523440" cy="421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">
            <p14:nvContentPartPr>
              <p14:cNvPr id="48" name="Cerneală 47">
                <a:extLst>
                  <a:ext uri="{FF2B5EF4-FFF2-40B4-BE49-F238E27FC236}">
                    <a16:creationId xmlns:a16="http://schemas.microsoft.com/office/drawing/2014/main" id="{B53A9331-43AC-49F1-A00F-EB994D079C07}"/>
                  </a:ext>
                </a:extLst>
              </p14:cNvPr>
              <p14:cNvContentPartPr/>
              <p14:nvPr/>
            </p14:nvContentPartPr>
            <p14:xfrm>
              <a:off x="10131309" y="4692865"/>
              <a:ext cx="461880" cy="177840"/>
            </p14:xfrm>
          </p:contentPart>
        </mc:Choice>
        <mc:Fallback xmlns="">
          <p:pic>
            <p:nvPicPr>
              <p:cNvPr id="48" name="Cerneală 47">
                <a:extLst>
                  <a:ext uri="{FF2B5EF4-FFF2-40B4-BE49-F238E27FC236}">
                    <a16:creationId xmlns:a16="http://schemas.microsoft.com/office/drawing/2014/main" id="{B53A9331-43AC-49F1-A00F-EB994D079C07}"/>
                  </a:ext>
                </a:extLst>
              </p:cNvPr>
              <p:cNvPicPr/>
              <p:nvPr/>
            </p:nvPicPr>
            <p:blipFill>
              <a:blip r:embed="rId22"/>
              <a:stretch>
                <a:fillRect/>
              </a:stretch>
            </p:blipFill>
            <p:spPr>
              <a:xfrm>
                <a:off x="10113655" y="4675225"/>
                <a:ext cx="497548" cy="213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3">
            <p14:nvContentPartPr>
              <p14:cNvPr id="49" name="Cerneală 48">
                <a:extLst>
                  <a:ext uri="{FF2B5EF4-FFF2-40B4-BE49-F238E27FC236}">
                    <a16:creationId xmlns:a16="http://schemas.microsoft.com/office/drawing/2014/main" id="{CDD0D4BE-D1F7-43CF-9315-6B46BE5E6993}"/>
                  </a:ext>
                </a:extLst>
              </p14:cNvPr>
              <p14:cNvContentPartPr/>
              <p14:nvPr/>
            </p14:nvContentPartPr>
            <p14:xfrm>
              <a:off x="10699749" y="3795025"/>
              <a:ext cx="589320" cy="343440"/>
            </p14:xfrm>
          </p:contentPart>
        </mc:Choice>
        <mc:Fallback xmlns="">
          <p:pic>
            <p:nvPicPr>
              <p:cNvPr id="49" name="Cerneală 48">
                <a:extLst>
                  <a:ext uri="{FF2B5EF4-FFF2-40B4-BE49-F238E27FC236}">
                    <a16:creationId xmlns:a16="http://schemas.microsoft.com/office/drawing/2014/main" id="{CDD0D4BE-D1F7-43CF-9315-6B46BE5E6993}"/>
                  </a:ext>
                </a:extLst>
              </p:cNvPr>
              <p:cNvPicPr/>
              <p:nvPr/>
            </p:nvPicPr>
            <p:blipFill>
              <a:blip r:embed="rId24"/>
              <a:stretch>
                <a:fillRect/>
              </a:stretch>
            </p:blipFill>
            <p:spPr>
              <a:xfrm>
                <a:off x="10682109" y="3777385"/>
                <a:ext cx="624960" cy="379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5">
            <p14:nvContentPartPr>
              <p14:cNvPr id="50" name="Cerneală 49">
                <a:extLst>
                  <a:ext uri="{FF2B5EF4-FFF2-40B4-BE49-F238E27FC236}">
                    <a16:creationId xmlns:a16="http://schemas.microsoft.com/office/drawing/2014/main" id="{3B49B1BC-897B-499E-8E8C-6BBF813A090A}"/>
                  </a:ext>
                </a:extLst>
              </p14:cNvPr>
              <p14:cNvContentPartPr/>
              <p14:nvPr/>
            </p14:nvContentPartPr>
            <p14:xfrm>
              <a:off x="10103589" y="3907345"/>
              <a:ext cx="353880" cy="206280"/>
            </p14:xfrm>
          </p:contentPart>
        </mc:Choice>
        <mc:Fallback xmlns="">
          <p:pic>
            <p:nvPicPr>
              <p:cNvPr id="50" name="Cerneală 49">
                <a:extLst>
                  <a:ext uri="{FF2B5EF4-FFF2-40B4-BE49-F238E27FC236}">
                    <a16:creationId xmlns:a16="http://schemas.microsoft.com/office/drawing/2014/main" id="{3B49B1BC-897B-499E-8E8C-6BBF813A090A}"/>
                  </a:ext>
                </a:extLst>
              </p:cNvPr>
              <p:cNvPicPr/>
              <p:nvPr/>
            </p:nvPicPr>
            <p:blipFill>
              <a:blip r:embed="rId26"/>
              <a:stretch>
                <a:fillRect/>
              </a:stretch>
            </p:blipFill>
            <p:spPr>
              <a:xfrm>
                <a:off x="10085589" y="3889705"/>
                <a:ext cx="389520" cy="241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7">
            <p14:nvContentPartPr>
              <p14:cNvPr id="58" name="Cerneală 57">
                <a:extLst>
                  <a:ext uri="{FF2B5EF4-FFF2-40B4-BE49-F238E27FC236}">
                    <a16:creationId xmlns:a16="http://schemas.microsoft.com/office/drawing/2014/main" id="{A71EEA5D-3188-4A26-9DE8-831D62E65B1F}"/>
                  </a:ext>
                </a:extLst>
              </p14:cNvPr>
              <p14:cNvContentPartPr/>
              <p14:nvPr/>
            </p14:nvContentPartPr>
            <p14:xfrm>
              <a:off x="5856669" y="3055945"/>
              <a:ext cx="2145600" cy="183960"/>
            </p14:xfrm>
          </p:contentPart>
        </mc:Choice>
        <mc:Fallback xmlns="">
          <p:pic>
            <p:nvPicPr>
              <p:cNvPr id="58" name="Cerneală 57">
                <a:extLst>
                  <a:ext uri="{FF2B5EF4-FFF2-40B4-BE49-F238E27FC236}">
                    <a16:creationId xmlns:a16="http://schemas.microsoft.com/office/drawing/2014/main" id="{A71EEA5D-3188-4A26-9DE8-831D62E65B1F}"/>
                  </a:ext>
                </a:extLst>
              </p:cNvPr>
              <p:cNvPicPr/>
              <p:nvPr/>
            </p:nvPicPr>
            <p:blipFill>
              <a:blip r:embed="rId28"/>
              <a:stretch>
                <a:fillRect/>
              </a:stretch>
            </p:blipFill>
            <p:spPr>
              <a:xfrm>
                <a:off x="5839029" y="3037945"/>
                <a:ext cx="2181240" cy="219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9">
            <p14:nvContentPartPr>
              <p14:cNvPr id="61" name="Cerneală 60">
                <a:extLst>
                  <a:ext uri="{FF2B5EF4-FFF2-40B4-BE49-F238E27FC236}">
                    <a16:creationId xmlns:a16="http://schemas.microsoft.com/office/drawing/2014/main" id="{DBC8756F-EC30-4004-9A71-62267FE4C69C}"/>
                  </a:ext>
                </a:extLst>
              </p14:cNvPr>
              <p14:cNvContentPartPr/>
              <p14:nvPr/>
            </p14:nvContentPartPr>
            <p14:xfrm>
              <a:off x="5848749" y="4054945"/>
              <a:ext cx="3600" cy="2520"/>
            </p14:xfrm>
          </p:contentPart>
        </mc:Choice>
        <mc:Fallback xmlns="">
          <p:pic>
            <p:nvPicPr>
              <p:cNvPr id="61" name="Cerneală 60">
                <a:extLst>
                  <a:ext uri="{FF2B5EF4-FFF2-40B4-BE49-F238E27FC236}">
                    <a16:creationId xmlns:a16="http://schemas.microsoft.com/office/drawing/2014/main" id="{DBC8756F-EC30-4004-9A71-62267FE4C69C}"/>
                  </a:ext>
                </a:extLst>
              </p:cNvPr>
              <p:cNvPicPr/>
              <p:nvPr/>
            </p:nvPicPr>
            <p:blipFill>
              <a:blip r:embed="rId30"/>
              <a:stretch>
                <a:fillRect/>
              </a:stretch>
            </p:blipFill>
            <p:spPr>
              <a:xfrm>
                <a:off x="5831109" y="4036945"/>
                <a:ext cx="39240" cy="38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1">
            <p14:nvContentPartPr>
              <p14:cNvPr id="62" name="Cerneală 61">
                <a:extLst>
                  <a:ext uri="{FF2B5EF4-FFF2-40B4-BE49-F238E27FC236}">
                    <a16:creationId xmlns:a16="http://schemas.microsoft.com/office/drawing/2014/main" id="{1A074532-D5CF-4B96-BF37-EEC566FB62B2}"/>
                  </a:ext>
                </a:extLst>
              </p14:cNvPr>
              <p14:cNvContentPartPr/>
              <p14:nvPr/>
            </p14:nvContentPartPr>
            <p14:xfrm>
              <a:off x="5876109" y="4008505"/>
              <a:ext cx="2139480" cy="32040"/>
            </p14:xfrm>
          </p:contentPart>
        </mc:Choice>
        <mc:Fallback xmlns="">
          <p:pic>
            <p:nvPicPr>
              <p:cNvPr id="62" name="Cerneală 61">
                <a:extLst>
                  <a:ext uri="{FF2B5EF4-FFF2-40B4-BE49-F238E27FC236}">
                    <a16:creationId xmlns:a16="http://schemas.microsoft.com/office/drawing/2014/main" id="{1A074532-D5CF-4B96-BF37-EEC566FB62B2}"/>
                  </a:ext>
                </a:extLst>
              </p:cNvPr>
              <p:cNvPicPr/>
              <p:nvPr/>
            </p:nvPicPr>
            <p:blipFill>
              <a:blip r:embed="rId32"/>
              <a:stretch>
                <a:fillRect/>
              </a:stretch>
            </p:blipFill>
            <p:spPr>
              <a:xfrm>
                <a:off x="5858109" y="3990505"/>
                <a:ext cx="2175120" cy="67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3">
            <p14:nvContentPartPr>
              <p14:cNvPr id="63" name="Cerneală 62">
                <a:extLst>
                  <a:ext uri="{FF2B5EF4-FFF2-40B4-BE49-F238E27FC236}">
                    <a16:creationId xmlns:a16="http://schemas.microsoft.com/office/drawing/2014/main" id="{CA932637-E3ED-48AA-B52D-871254F6DF2A}"/>
                  </a:ext>
                </a:extLst>
              </p14:cNvPr>
              <p14:cNvContentPartPr/>
              <p14:nvPr/>
            </p14:nvContentPartPr>
            <p14:xfrm>
              <a:off x="7868349" y="3936505"/>
              <a:ext cx="172440" cy="140760"/>
            </p14:xfrm>
          </p:contentPart>
        </mc:Choice>
        <mc:Fallback xmlns="">
          <p:pic>
            <p:nvPicPr>
              <p:cNvPr id="63" name="Cerneală 62">
                <a:extLst>
                  <a:ext uri="{FF2B5EF4-FFF2-40B4-BE49-F238E27FC236}">
                    <a16:creationId xmlns:a16="http://schemas.microsoft.com/office/drawing/2014/main" id="{CA932637-E3ED-48AA-B52D-871254F6DF2A}"/>
                  </a:ext>
                </a:extLst>
              </p:cNvPr>
              <p:cNvPicPr/>
              <p:nvPr/>
            </p:nvPicPr>
            <p:blipFill>
              <a:blip r:embed="rId34"/>
              <a:stretch>
                <a:fillRect/>
              </a:stretch>
            </p:blipFill>
            <p:spPr>
              <a:xfrm>
                <a:off x="7850709" y="3918505"/>
                <a:ext cx="208080" cy="176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5">
            <p14:nvContentPartPr>
              <p14:cNvPr id="64" name="Cerneală 63">
                <a:extLst>
                  <a:ext uri="{FF2B5EF4-FFF2-40B4-BE49-F238E27FC236}">
                    <a16:creationId xmlns:a16="http://schemas.microsoft.com/office/drawing/2014/main" id="{55B07602-C2C8-46B1-98C4-C32C61EA3E7E}"/>
                  </a:ext>
                </a:extLst>
              </p14:cNvPr>
              <p14:cNvContentPartPr/>
              <p14:nvPr/>
            </p14:nvContentPartPr>
            <p14:xfrm>
              <a:off x="5854509" y="3974665"/>
              <a:ext cx="219960" cy="126000"/>
            </p14:xfrm>
          </p:contentPart>
        </mc:Choice>
        <mc:Fallback xmlns="">
          <p:pic>
            <p:nvPicPr>
              <p:cNvPr id="64" name="Cerneală 63">
                <a:extLst>
                  <a:ext uri="{FF2B5EF4-FFF2-40B4-BE49-F238E27FC236}">
                    <a16:creationId xmlns:a16="http://schemas.microsoft.com/office/drawing/2014/main" id="{55B07602-C2C8-46B1-98C4-C32C61EA3E7E}"/>
                  </a:ext>
                </a:extLst>
              </p:cNvPr>
              <p:cNvPicPr/>
              <p:nvPr/>
            </p:nvPicPr>
            <p:blipFill>
              <a:blip r:embed="rId36"/>
              <a:stretch>
                <a:fillRect/>
              </a:stretch>
            </p:blipFill>
            <p:spPr>
              <a:xfrm>
                <a:off x="5836869" y="3956665"/>
                <a:ext cx="255600" cy="161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7">
            <p14:nvContentPartPr>
              <p14:cNvPr id="36" name="Cerneală 35">
                <a:extLst>
                  <a:ext uri="{FF2B5EF4-FFF2-40B4-BE49-F238E27FC236}">
                    <a16:creationId xmlns:a16="http://schemas.microsoft.com/office/drawing/2014/main" id="{861B9F04-D44E-4A79-B5E8-0B43A07D4544}"/>
                  </a:ext>
                </a:extLst>
              </p14:cNvPr>
              <p14:cNvContentPartPr/>
              <p14:nvPr/>
            </p14:nvContentPartPr>
            <p14:xfrm>
              <a:off x="3483909" y="2810065"/>
              <a:ext cx="2248560" cy="478080"/>
            </p14:xfrm>
          </p:contentPart>
        </mc:Choice>
        <mc:Fallback xmlns="">
          <p:pic>
            <p:nvPicPr>
              <p:cNvPr id="36" name="Cerneală 35">
                <a:extLst>
                  <a:ext uri="{FF2B5EF4-FFF2-40B4-BE49-F238E27FC236}">
                    <a16:creationId xmlns:a16="http://schemas.microsoft.com/office/drawing/2014/main" id="{861B9F04-D44E-4A79-B5E8-0B43A07D4544}"/>
                  </a:ext>
                </a:extLst>
              </p:cNvPr>
              <p:cNvPicPr/>
              <p:nvPr/>
            </p:nvPicPr>
            <p:blipFill>
              <a:blip r:embed="rId38"/>
              <a:stretch>
                <a:fillRect/>
              </a:stretch>
            </p:blipFill>
            <p:spPr>
              <a:xfrm>
                <a:off x="3466266" y="2792065"/>
                <a:ext cx="2284206" cy="513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9">
            <p14:nvContentPartPr>
              <p14:cNvPr id="55" name="Cerneală 54">
                <a:extLst>
                  <a:ext uri="{FF2B5EF4-FFF2-40B4-BE49-F238E27FC236}">
                    <a16:creationId xmlns:a16="http://schemas.microsoft.com/office/drawing/2014/main" id="{E64C90C8-2DE0-4258-AB36-C65F7EFE80E4}"/>
                  </a:ext>
                </a:extLst>
              </p14:cNvPr>
              <p14:cNvContentPartPr/>
              <p14:nvPr/>
            </p14:nvContentPartPr>
            <p14:xfrm>
              <a:off x="3445749" y="3499825"/>
              <a:ext cx="2385720" cy="708120"/>
            </p14:xfrm>
          </p:contentPart>
        </mc:Choice>
        <mc:Fallback xmlns="">
          <p:pic>
            <p:nvPicPr>
              <p:cNvPr id="55" name="Cerneală 54">
                <a:extLst>
                  <a:ext uri="{FF2B5EF4-FFF2-40B4-BE49-F238E27FC236}">
                    <a16:creationId xmlns:a16="http://schemas.microsoft.com/office/drawing/2014/main" id="{E64C90C8-2DE0-4258-AB36-C65F7EFE80E4}"/>
                  </a:ext>
                </a:extLst>
              </p:cNvPr>
              <p:cNvPicPr/>
              <p:nvPr/>
            </p:nvPicPr>
            <p:blipFill>
              <a:blip r:embed="rId40"/>
              <a:stretch>
                <a:fillRect/>
              </a:stretch>
            </p:blipFill>
            <p:spPr>
              <a:xfrm>
                <a:off x="3428106" y="3482185"/>
                <a:ext cx="2421365" cy="743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1">
            <p14:nvContentPartPr>
              <p14:cNvPr id="57" name="Cerneală 56">
                <a:extLst>
                  <a:ext uri="{FF2B5EF4-FFF2-40B4-BE49-F238E27FC236}">
                    <a16:creationId xmlns:a16="http://schemas.microsoft.com/office/drawing/2014/main" id="{97DFD95A-E6D0-4859-8AC0-893A3163196D}"/>
                  </a:ext>
                </a:extLst>
              </p14:cNvPr>
              <p14:cNvContentPartPr/>
              <p14:nvPr/>
            </p14:nvContentPartPr>
            <p14:xfrm>
              <a:off x="2501829" y="5919745"/>
              <a:ext cx="310680" cy="38520"/>
            </p14:xfrm>
          </p:contentPart>
        </mc:Choice>
        <mc:Fallback xmlns="">
          <p:pic>
            <p:nvPicPr>
              <p:cNvPr id="57" name="Cerneală 56">
                <a:extLst>
                  <a:ext uri="{FF2B5EF4-FFF2-40B4-BE49-F238E27FC236}">
                    <a16:creationId xmlns:a16="http://schemas.microsoft.com/office/drawing/2014/main" id="{97DFD95A-E6D0-4859-8AC0-893A3163196D}"/>
                  </a:ext>
                </a:extLst>
              </p:cNvPr>
              <p:cNvPicPr/>
              <p:nvPr/>
            </p:nvPicPr>
            <p:blipFill>
              <a:blip r:embed="rId42"/>
              <a:stretch>
                <a:fillRect/>
              </a:stretch>
            </p:blipFill>
            <p:spPr>
              <a:xfrm>
                <a:off x="2484189" y="5901745"/>
                <a:ext cx="346320" cy="74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3">
            <p14:nvContentPartPr>
              <p14:cNvPr id="60" name="Cerneală 59">
                <a:extLst>
                  <a:ext uri="{FF2B5EF4-FFF2-40B4-BE49-F238E27FC236}">
                    <a16:creationId xmlns:a16="http://schemas.microsoft.com/office/drawing/2014/main" id="{45484DD6-9505-484D-A8DF-C8825BE843E2}"/>
                  </a:ext>
                </a:extLst>
              </p14:cNvPr>
              <p14:cNvContentPartPr/>
              <p14:nvPr/>
            </p14:nvContentPartPr>
            <p14:xfrm>
              <a:off x="3127869" y="6005425"/>
              <a:ext cx="196920" cy="15120"/>
            </p14:xfrm>
          </p:contentPart>
        </mc:Choice>
        <mc:Fallback xmlns="">
          <p:pic>
            <p:nvPicPr>
              <p:cNvPr id="60" name="Cerneală 59">
                <a:extLst>
                  <a:ext uri="{FF2B5EF4-FFF2-40B4-BE49-F238E27FC236}">
                    <a16:creationId xmlns:a16="http://schemas.microsoft.com/office/drawing/2014/main" id="{45484DD6-9505-484D-A8DF-C8825BE843E2}"/>
                  </a:ext>
                </a:extLst>
              </p:cNvPr>
              <p:cNvPicPr/>
              <p:nvPr/>
            </p:nvPicPr>
            <p:blipFill>
              <a:blip r:embed="rId44"/>
              <a:stretch>
                <a:fillRect/>
              </a:stretch>
            </p:blipFill>
            <p:spPr>
              <a:xfrm>
                <a:off x="3110229" y="5987785"/>
                <a:ext cx="232560" cy="50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5">
            <p14:nvContentPartPr>
              <p14:cNvPr id="65" name="Cerneală 64">
                <a:extLst>
                  <a:ext uri="{FF2B5EF4-FFF2-40B4-BE49-F238E27FC236}">
                    <a16:creationId xmlns:a16="http://schemas.microsoft.com/office/drawing/2014/main" id="{B3D88AB7-C1C3-4715-8107-8CA2C74448C1}"/>
                  </a:ext>
                </a:extLst>
              </p14:cNvPr>
              <p14:cNvContentPartPr/>
              <p14:nvPr/>
            </p14:nvContentPartPr>
            <p14:xfrm>
              <a:off x="3176109" y="6099745"/>
              <a:ext cx="153720" cy="11520"/>
            </p14:xfrm>
          </p:contentPart>
        </mc:Choice>
        <mc:Fallback xmlns="">
          <p:pic>
            <p:nvPicPr>
              <p:cNvPr id="65" name="Cerneală 64">
                <a:extLst>
                  <a:ext uri="{FF2B5EF4-FFF2-40B4-BE49-F238E27FC236}">
                    <a16:creationId xmlns:a16="http://schemas.microsoft.com/office/drawing/2014/main" id="{B3D88AB7-C1C3-4715-8107-8CA2C74448C1}"/>
                  </a:ext>
                </a:extLst>
              </p:cNvPr>
              <p:cNvPicPr/>
              <p:nvPr/>
            </p:nvPicPr>
            <p:blipFill>
              <a:blip r:embed="rId46"/>
              <a:stretch>
                <a:fillRect/>
              </a:stretch>
            </p:blipFill>
            <p:spPr>
              <a:xfrm>
                <a:off x="3158109" y="6081745"/>
                <a:ext cx="189360" cy="47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7">
            <p14:nvContentPartPr>
              <p14:cNvPr id="70" name="Cerneală 69">
                <a:extLst>
                  <a:ext uri="{FF2B5EF4-FFF2-40B4-BE49-F238E27FC236}">
                    <a16:creationId xmlns:a16="http://schemas.microsoft.com/office/drawing/2014/main" id="{8A4F94FA-24A2-48C4-B591-42ED95525D2B}"/>
                  </a:ext>
                </a:extLst>
              </p14:cNvPr>
              <p14:cNvContentPartPr/>
              <p14:nvPr/>
            </p14:nvContentPartPr>
            <p14:xfrm>
              <a:off x="3684069" y="5855305"/>
              <a:ext cx="631800" cy="358200"/>
            </p14:xfrm>
          </p:contentPart>
        </mc:Choice>
        <mc:Fallback xmlns="">
          <p:pic>
            <p:nvPicPr>
              <p:cNvPr id="70" name="Cerneală 69">
                <a:extLst>
                  <a:ext uri="{FF2B5EF4-FFF2-40B4-BE49-F238E27FC236}">
                    <a16:creationId xmlns:a16="http://schemas.microsoft.com/office/drawing/2014/main" id="{8A4F94FA-24A2-48C4-B591-42ED95525D2B}"/>
                  </a:ext>
                </a:extLst>
              </p:cNvPr>
              <p:cNvPicPr/>
              <p:nvPr/>
            </p:nvPicPr>
            <p:blipFill>
              <a:blip r:embed="rId48"/>
              <a:stretch>
                <a:fillRect/>
              </a:stretch>
            </p:blipFill>
            <p:spPr>
              <a:xfrm>
                <a:off x="3666069" y="5837305"/>
                <a:ext cx="667440" cy="393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9">
            <p14:nvContentPartPr>
              <p14:cNvPr id="71" name="Cerneală 70">
                <a:extLst>
                  <a:ext uri="{FF2B5EF4-FFF2-40B4-BE49-F238E27FC236}">
                    <a16:creationId xmlns:a16="http://schemas.microsoft.com/office/drawing/2014/main" id="{670804E1-3F5B-497F-A2BF-E10EA85C2AFB}"/>
                  </a:ext>
                </a:extLst>
              </p14:cNvPr>
              <p14:cNvContentPartPr/>
              <p14:nvPr/>
            </p14:nvContentPartPr>
            <p14:xfrm>
              <a:off x="2646549" y="6017305"/>
              <a:ext cx="302760" cy="238680"/>
            </p14:xfrm>
          </p:contentPart>
        </mc:Choice>
        <mc:Fallback xmlns="">
          <p:pic>
            <p:nvPicPr>
              <p:cNvPr id="71" name="Cerneală 70">
                <a:extLst>
                  <a:ext uri="{FF2B5EF4-FFF2-40B4-BE49-F238E27FC236}">
                    <a16:creationId xmlns:a16="http://schemas.microsoft.com/office/drawing/2014/main" id="{670804E1-3F5B-497F-A2BF-E10EA85C2AFB}"/>
                  </a:ext>
                </a:extLst>
              </p:cNvPr>
              <p:cNvPicPr/>
              <p:nvPr/>
            </p:nvPicPr>
            <p:blipFill>
              <a:blip r:embed="rId50"/>
              <a:stretch>
                <a:fillRect/>
              </a:stretch>
            </p:blipFill>
            <p:spPr>
              <a:xfrm>
                <a:off x="2628909" y="5999665"/>
                <a:ext cx="338400" cy="274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1">
            <p14:nvContentPartPr>
              <p14:cNvPr id="83" name="Cerneală 82">
                <a:extLst>
                  <a:ext uri="{FF2B5EF4-FFF2-40B4-BE49-F238E27FC236}">
                    <a16:creationId xmlns:a16="http://schemas.microsoft.com/office/drawing/2014/main" id="{61371885-7CA4-4CAD-AE57-CB099497F8E2}"/>
                  </a:ext>
                </a:extLst>
              </p14:cNvPr>
              <p14:cNvContentPartPr/>
              <p14:nvPr/>
            </p14:nvContentPartPr>
            <p14:xfrm>
              <a:off x="7122429" y="5759905"/>
              <a:ext cx="338040" cy="764280"/>
            </p14:xfrm>
          </p:contentPart>
        </mc:Choice>
        <mc:Fallback xmlns="">
          <p:pic>
            <p:nvPicPr>
              <p:cNvPr id="83" name="Cerneală 82">
                <a:extLst>
                  <a:ext uri="{FF2B5EF4-FFF2-40B4-BE49-F238E27FC236}">
                    <a16:creationId xmlns:a16="http://schemas.microsoft.com/office/drawing/2014/main" id="{61371885-7CA4-4CAD-AE57-CB099497F8E2}"/>
                  </a:ext>
                </a:extLst>
              </p:cNvPr>
              <p:cNvPicPr/>
              <p:nvPr/>
            </p:nvPicPr>
            <p:blipFill>
              <a:blip r:embed="rId52"/>
              <a:stretch>
                <a:fillRect/>
              </a:stretch>
            </p:blipFill>
            <p:spPr>
              <a:xfrm>
                <a:off x="7104448" y="5742265"/>
                <a:ext cx="373642" cy="799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3">
            <p14:nvContentPartPr>
              <p14:cNvPr id="84" name="Cerneală 83">
                <a:extLst>
                  <a:ext uri="{FF2B5EF4-FFF2-40B4-BE49-F238E27FC236}">
                    <a16:creationId xmlns:a16="http://schemas.microsoft.com/office/drawing/2014/main" id="{4C4EEED7-A0CF-4FF6-BBA1-43CA5DD8CCBF}"/>
                  </a:ext>
                </a:extLst>
              </p14:cNvPr>
              <p14:cNvContentPartPr/>
              <p14:nvPr/>
            </p14:nvContentPartPr>
            <p14:xfrm>
              <a:off x="6443829" y="5967265"/>
              <a:ext cx="506520" cy="253800"/>
            </p14:xfrm>
          </p:contentPart>
        </mc:Choice>
        <mc:Fallback xmlns="">
          <p:pic>
            <p:nvPicPr>
              <p:cNvPr id="84" name="Cerneală 83">
                <a:extLst>
                  <a:ext uri="{FF2B5EF4-FFF2-40B4-BE49-F238E27FC236}">
                    <a16:creationId xmlns:a16="http://schemas.microsoft.com/office/drawing/2014/main" id="{4C4EEED7-A0CF-4FF6-BBA1-43CA5DD8CCBF}"/>
                  </a:ext>
                </a:extLst>
              </p:cNvPr>
              <p:cNvPicPr/>
              <p:nvPr/>
            </p:nvPicPr>
            <p:blipFill>
              <a:blip r:embed="rId54"/>
              <a:stretch>
                <a:fillRect/>
              </a:stretch>
            </p:blipFill>
            <p:spPr>
              <a:xfrm>
                <a:off x="6426176" y="5949265"/>
                <a:ext cx="542185" cy="289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5">
            <p14:nvContentPartPr>
              <p14:cNvPr id="85" name="Cerneală 84">
                <a:extLst>
                  <a:ext uri="{FF2B5EF4-FFF2-40B4-BE49-F238E27FC236}">
                    <a16:creationId xmlns:a16="http://schemas.microsoft.com/office/drawing/2014/main" id="{F541AFC9-301A-4EBE-8C81-E798E580CA2C}"/>
                  </a:ext>
                </a:extLst>
              </p14:cNvPr>
              <p14:cNvContentPartPr/>
              <p14:nvPr/>
            </p14:nvContentPartPr>
            <p14:xfrm>
              <a:off x="5681349" y="6076705"/>
              <a:ext cx="436320" cy="278640"/>
            </p14:xfrm>
          </p:contentPart>
        </mc:Choice>
        <mc:Fallback xmlns="">
          <p:pic>
            <p:nvPicPr>
              <p:cNvPr id="85" name="Cerneală 84">
                <a:extLst>
                  <a:ext uri="{FF2B5EF4-FFF2-40B4-BE49-F238E27FC236}">
                    <a16:creationId xmlns:a16="http://schemas.microsoft.com/office/drawing/2014/main" id="{F541AFC9-301A-4EBE-8C81-E798E580CA2C}"/>
                  </a:ext>
                </a:extLst>
              </p:cNvPr>
              <p:cNvPicPr/>
              <p:nvPr/>
            </p:nvPicPr>
            <p:blipFill>
              <a:blip r:embed="rId56"/>
              <a:stretch>
                <a:fillRect/>
              </a:stretch>
            </p:blipFill>
            <p:spPr>
              <a:xfrm>
                <a:off x="5663364" y="6058705"/>
                <a:ext cx="471931" cy="314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7">
            <p14:nvContentPartPr>
              <p14:cNvPr id="92" name="Cerneală 91">
                <a:extLst>
                  <a:ext uri="{FF2B5EF4-FFF2-40B4-BE49-F238E27FC236}">
                    <a16:creationId xmlns:a16="http://schemas.microsoft.com/office/drawing/2014/main" id="{1E2FB2C8-7E6D-46D1-B768-EC91DEB3184F}"/>
                  </a:ext>
                </a:extLst>
              </p14:cNvPr>
              <p14:cNvContentPartPr/>
              <p14:nvPr/>
            </p14:nvContentPartPr>
            <p14:xfrm>
              <a:off x="8280909" y="5986705"/>
              <a:ext cx="359280" cy="238320"/>
            </p14:xfrm>
          </p:contentPart>
        </mc:Choice>
        <mc:Fallback xmlns="">
          <p:pic>
            <p:nvPicPr>
              <p:cNvPr id="92" name="Cerneală 91">
                <a:extLst>
                  <a:ext uri="{FF2B5EF4-FFF2-40B4-BE49-F238E27FC236}">
                    <a16:creationId xmlns:a16="http://schemas.microsoft.com/office/drawing/2014/main" id="{1E2FB2C8-7E6D-46D1-B768-EC91DEB3184F}"/>
                  </a:ext>
                </a:extLst>
              </p:cNvPr>
              <p:cNvPicPr/>
              <p:nvPr/>
            </p:nvPicPr>
            <p:blipFill>
              <a:blip r:embed="rId58"/>
              <a:stretch>
                <a:fillRect/>
              </a:stretch>
            </p:blipFill>
            <p:spPr>
              <a:xfrm>
                <a:off x="8263251" y="5968705"/>
                <a:ext cx="394956" cy="273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9">
            <p14:nvContentPartPr>
              <p14:cNvPr id="98" name="Cerneală 97">
                <a:extLst>
                  <a:ext uri="{FF2B5EF4-FFF2-40B4-BE49-F238E27FC236}">
                    <a16:creationId xmlns:a16="http://schemas.microsoft.com/office/drawing/2014/main" id="{6479533C-0075-4B2D-A53C-7010D211DDF6}"/>
                  </a:ext>
                </a:extLst>
              </p14:cNvPr>
              <p14:cNvContentPartPr/>
              <p14:nvPr/>
            </p14:nvContentPartPr>
            <p14:xfrm>
              <a:off x="9771669" y="6170305"/>
              <a:ext cx="147600" cy="174240"/>
            </p14:xfrm>
          </p:contentPart>
        </mc:Choice>
        <mc:Fallback xmlns="">
          <p:pic>
            <p:nvPicPr>
              <p:cNvPr id="98" name="Cerneală 97">
                <a:extLst>
                  <a:ext uri="{FF2B5EF4-FFF2-40B4-BE49-F238E27FC236}">
                    <a16:creationId xmlns:a16="http://schemas.microsoft.com/office/drawing/2014/main" id="{6479533C-0075-4B2D-A53C-7010D211DDF6}"/>
                  </a:ext>
                </a:extLst>
              </p:cNvPr>
              <p:cNvPicPr/>
              <p:nvPr/>
            </p:nvPicPr>
            <p:blipFill>
              <a:blip r:embed="rId60"/>
              <a:stretch>
                <a:fillRect/>
              </a:stretch>
            </p:blipFill>
            <p:spPr>
              <a:xfrm>
                <a:off x="9753669" y="6152665"/>
                <a:ext cx="183240" cy="209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1">
            <p14:nvContentPartPr>
              <p14:cNvPr id="102" name="Cerneală 101">
                <a:extLst>
                  <a:ext uri="{FF2B5EF4-FFF2-40B4-BE49-F238E27FC236}">
                    <a16:creationId xmlns:a16="http://schemas.microsoft.com/office/drawing/2014/main" id="{BF07F1F1-D6E7-4E98-AC81-A6CAE43CF0C7}"/>
                  </a:ext>
                </a:extLst>
              </p14:cNvPr>
              <p14:cNvContentPartPr/>
              <p14:nvPr/>
            </p14:nvContentPartPr>
            <p14:xfrm>
              <a:off x="9759789" y="5768545"/>
              <a:ext cx="205560" cy="334080"/>
            </p14:xfrm>
          </p:contentPart>
        </mc:Choice>
        <mc:Fallback xmlns="">
          <p:pic>
            <p:nvPicPr>
              <p:cNvPr id="102" name="Cerneală 101">
                <a:extLst>
                  <a:ext uri="{FF2B5EF4-FFF2-40B4-BE49-F238E27FC236}">
                    <a16:creationId xmlns:a16="http://schemas.microsoft.com/office/drawing/2014/main" id="{BF07F1F1-D6E7-4E98-AC81-A6CAE43CF0C7}"/>
                  </a:ext>
                </a:extLst>
              </p:cNvPr>
              <p:cNvPicPr/>
              <p:nvPr/>
            </p:nvPicPr>
            <p:blipFill>
              <a:blip r:embed="rId62"/>
              <a:stretch>
                <a:fillRect/>
              </a:stretch>
            </p:blipFill>
            <p:spPr>
              <a:xfrm>
                <a:off x="9742149" y="5750886"/>
                <a:ext cx="241200" cy="369758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3">
            <p14:nvContentPartPr>
              <p14:cNvPr id="103" name="Cerneală 102">
                <a:extLst>
                  <a:ext uri="{FF2B5EF4-FFF2-40B4-BE49-F238E27FC236}">
                    <a16:creationId xmlns:a16="http://schemas.microsoft.com/office/drawing/2014/main" id="{A1BB3B62-A368-4BD2-9A31-E7DC32018313}"/>
                  </a:ext>
                </a:extLst>
              </p14:cNvPr>
              <p14:cNvContentPartPr/>
              <p14:nvPr/>
            </p14:nvContentPartPr>
            <p14:xfrm>
              <a:off x="8931789" y="5768905"/>
              <a:ext cx="627120" cy="563760"/>
            </p14:xfrm>
          </p:contentPart>
        </mc:Choice>
        <mc:Fallback xmlns="">
          <p:pic>
            <p:nvPicPr>
              <p:cNvPr id="103" name="Cerneală 102">
                <a:extLst>
                  <a:ext uri="{FF2B5EF4-FFF2-40B4-BE49-F238E27FC236}">
                    <a16:creationId xmlns:a16="http://schemas.microsoft.com/office/drawing/2014/main" id="{A1BB3B62-A368-4BD2-9A31-E7DC32018313}"/>
                  </a:ext>
                </a:extLst>
              </p:cNvPr>
              <p:cNvPicPr/>
              <p:nvPr/>
            </p:nvPicPr>
            <p:blipFill>
              <a:blip r:embed="rId64"/>
              <a:stretch>
                <a:fillRect/>
              </a:stretch>
            </p:blipFill>
            <p:spPr>
              <a:xfrm>
                <a:off x="8914149" y="5751254"/>
                <a:ext cx="662760" cy="599423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5">
            <p14:nvContentPartPr>
              <p14:cNvPr id="105" name="Cerneală 104">
                <a:extLst>
                  <a:ext uri="{FF2B5EF4-FFF2-40B4-BE49-F238E27FC236}">
                    <a16:creationId xmlns:a16="http://schemas.microsoft.com/office/drawing/2014/main" id="{CEBBA8FF-91F7-4A71-9D9C-1E7B54EB2650}"/>
                  </a:ext>
                </a:extLst>
              </p14:cNvPr>
              <p14:cNvContentPartPr/>
              <p14:nvPr/>
            </p14:nvContentPartPr>
            <p14:xfrm>
              <a:off x="10202589" y="5780425"/>
              <a:ext cx="494280" cy="597600"/>
            </p14:xfrm>
          </p:contentPart>
        </mc:Choice>
        <mc:Fallback xmlns="">
          <p:pic>
            <p:nvPicPr>
              <p:cNvPr id="105" name="Cerneală 104">
                <a:extLst>
                  <a:ext uri="{FF2B5EF4-FFF2-40B4-BE49-F238E27FC236}">
                    <a16:creationId xmlns:a16="http://schemas.microsoft.com/office/drawing/2014/main" id="{CEBBA8FF-91F7-4A71-9D9C-1E7B54EB2650}"/>
                  </a:ext>
                </a:extLst>
              </p:cNvPr>
              <p:cNvPicPr/>
              <p:nvPr/>
            </p:nvPicPr>
            <p:blipFill>
              <a:blip r:embed="rId66"/>
              <a:stretch>
                <a:fillRect/>
              </a:stretch>
            </p:blipFill>
            <p:spPr>
              <a:xfrm>
                <a:off x="10184949" y="5762425"/>
                <a:ext cx="529920" cy="6332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81957407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reptunghi 6">
            <a:extLst>
              <a:ext uri="{FF2B5EF4-FFF2-40B4-BE49-F238E27FC236}">
                <a16:creationId xmlns:a16="http://schemas.microsoft.com/office/drawing/2014/main" id="{BDC82CF2-ED3F-426D-B411-2F6013A954EB}"/>
              </a:ext>
            </a:extLst>
          </p:cNvPr>
          <p:cNvSpPr/>
          <p:nvPr/>
        </p:nvSpPr>
        <p:spPr>
          <a:xfrm>
            <a:off x="335343" y="137196"/>
            <a:ext cx="11429875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o-RO" sz="2800" b="1" dirty="0">
                <a:solidFill>
                  <a:srgbClr val="0000FF"/>
                </a:solidFill>
              </a:rPr>
              <a:t>Exemplu de numărător binare asincron pe 4 biți, realizat cu bistabili JK    </a:t>
            </a:r>
            <a:r>
              <a:rPr lang="en-US" sz="2800" b="1" dirty="0">
                <a:solidFill>
                  <a:srgbClr val="0000FF"/>
                </a:solidFill>
              </a:rPr>
              <a:t> </a:t>
            </a:r>
            <a:endParaRPr lang="ro-RO" sz="2800" b="1" dirty="0">
              <a:solidFill>
                <a:srgbClr val="0000FF"/>
              </a:solidFill>
            </a:endParaRPr>
          </a:p>
        </p:txBody>
      </p:sp>
      <p:pic>
        <p:nvPicPr>
          <p:cNvPr id="5" name="Imagine 4">
            <a:extLst>
              <a:ext uri="{FF2B5EF4-FFF2-40B4-BE49-F238E27FC236}">
                <a16:creationId xmlns:a16="http://schemas.microsoft.com/office/drawing/2014/main" id="{C44AF8CB-9902-4EB4-8910-6C337E3B8F63}"/>
              </a:ext>
            </a:extLst>
          </p:cNvPr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3904" y="137196"/>
            <a:ext cx="11429875" cy="5760657"/>
          </a:xfrm>
          <a:prstGeom prst="rect">
            <a:avLst/>
          </a:prstGeom>
          <a:noFill/>
          <a:ln>
            <a:noFill/>
          </a:ln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61" name="Cerneală 60">
                <a:extLst>
                  <a:ext uri="{FF2B5EF4-FFF2-40B4-BE49-F238E27FC236}">
                    <a16:creationId xmlns:a16="http://schemas.microsoft.com/office/drawing/2014/main" id="{DBC8756F-EC30-4004-9A71-62267FE4C69C}"/>
                  </a:ext>
                </a:extLst>
              </p14:cNvPr>
              <p14:cNvContentPartPr/>
              <p14:nvPr/>
            </p14:nvContentPartPr>
            <p14:xfrm>
              <a:off x="5848749" y="4054945"/>
              <a:ext cx="3600" cy="2520"/>
            </p14:xfrm>
          </p:contentPart>
        </mc:Choice>
        <mc:Fallback xmlns="">
          <p:pic>
            <p:nvPicPr>
              <p:cNvPr id="61" name="Cerneală 60">
                <a:extLst>
                  <a:ext uri="{FF2B5EF4-FFF2-40B4-BE49-F238E27FC236}">
                    <a16:creationId xmlns:a16="http://schemas.microsoft.com/office/drawing/2014/main" id="{DBC8756F-EC30-4004-9A71-62267FE4C69C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5831109" y="4036945"/>
                <a:ext cx="39240" cy="38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2" name="Cerneală 1">
                <a:extLst>
                  <a:ext uri="{FF2B5EF4-FFF2-40B4-BE49-F238E27FC236}">
                    <a16:creationId xmlns:a16="http://schemas.microsoft.com/office/drawing/2014/main" id="{1AA869C9-B0A6-4348-80FC-521EDAA0178C}"/>
                  </a:ext>
                </a:extLst>
              </p14:cNvPr>
              <p14:cNvContentPartPr/>
              <p14:nvPr/>
            </p14:nvContentPartPr>
            <p14:xfrm>
              <a:off x="11809989" y="3720145"/>
              <a:ext cx="2520" cy="16560"/>
            </p14:xfrm>
          </p:contentPart>
        </mc:Choice>
        <mc:Fallback xmlns="">
          <p:pic>
            <p:nvPicPr>
              <p:cNvPr id="2" name="Cerneală 1">
                <a:extLst>
                  <a:ext uri="{FF2B5EF4-FFF2-40B4-BE49-F238E27FC236}">
                    <a16:creationId xmlns:a16="http://schemas.microsoft.com/office/drawing/2014/main" id="{1AA869C9-B0A6-4348-80FC-521EDAA0178C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1791989" y="3702145"/>
                <a:ext cx="38160" cy="52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8" name="Cerneală 7">
                <a:extLst>
                  <a:ext uri="{FF2B5EF4-FFF2-40B4-BE49-F238E27FC236}">
                    <a16:creationId xmlns:a16="http://schemas.microsoft.com/office/drawing/2014/main" id="{EA852853-5A58-45D5-BFCA-7EDD61F3E52E}"/>
                  </a:ext>
                </a:extLst>
              </p14:cNvPr>
              <p14:cNvContentPartPr/>
              <p14:nvPr/>
            </p14:nvContentPartPr>
            <p14:xfrm>
              <a:off x="104949" y="1512985"/>
              <a:ext cx="221400" cy="2746080"/>
            </p14:xfrm>
          </p:contentPart>
        </mc:Choice>
        <mc:Fallback xmlns="">
          <p:pic>
            <p:nvPicPr>
              <p:cNvPr id="8" name="Cerneală 7">
                <a:extLst>
                  <a:ext uri="{FF2B5EF4-FFF2-40B4-BE49-F238E27FC236}">
                    <a16:creationId xmlns:a16="http://schemas.microsoft.com/office/drawing/2014/main" id="{EA852853-5A58-45D5-BFCA-7EDD61F3E52E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86949" y="1494985"/>
                <a:ext cx="257040" cy="2781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19" name="Cerneală 18">
                <a:extLst>
                  <a:ext uri="{FF2B5EF4-FFF2-40B4-BE49-F238E27FC236}">
                    <a16:creationId xmlns:a16="http://schemas.microsoft.com/office/drawing/2014/main" id="{01B97E73-7C3E-4CBB-85EE-1C045C048200}"/>
                  </a:ext>
                </a:extLst>
              </p14:cNvPr>
              <p14:cNvContentPartPr/>
              <p14:nvPr/>
            </p14:nvContentPartPr>
            <p14:xfrm>
              <a:off x="11111949" y="4605385"/>
              <a:ext cx="662400" cy="497880"/>
            </p14:xfrm>
          </p:contentPart>
        </mc:Choice>
        <mc:Fallback xmlns="">
          <p:pic>
            <p:nvPicPr>
              <p:cNvPr id="19" name="Cerneală 18">
                <a:extLst>
                  <a:ext uri="{FF2B5EF4-FFF2-40B4-BE49-F238E27FC236}">
                    <a16:creationId xmlns:a16="http://schemas.microsoft.com/office/drawing/2014/main" id="{01B97E73-7C3E-4CBB-85EE-1C045C048200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11094309" y="4587745"/>
                <a:ext cx="698040" cy="533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25" name="Cerneală 24">
                <a:extLst>
                  <a:ext uri="{FF2B5EF4-FFF2-40B4-BE49-F238E27FC236}">
                    <a16:creationId xmlns:a16="http://schemas.microsoft.com/office/drawing/2014/main" id="{05E89ED0-05B0-4B62-BC40-B50F5E9CEEBC}"/>
                  </a:ext>
                </a:extLst>
              </p14:cNvPr>
              <p14:cNvContentPartPr/>
              <p14:nvPr/>
            </p14:nvContentPartPr>
            <p14:xfrm>
              <a:off x="1554309" y="2165665"/>
              <a:ext cx="25920" cy="664920"/>
            </p14:xfrm>
          </p:contentPart>
        </mc:Choice>
        <mc:Fallback xmlns="">
          <p:pic>
            <p:nvPicPr>
              <p:cNvPr id="25" name="Cerneală 24">
                <a:extLst>
                  <a:ext uri="{FF2B5EF4-FFF2-40B4-BE49-F238E27FC236}">
                    <a16:creationId xmlns:a16="http://schemas.microsoft.com/office/drawing/2014/main" id="{05E89ED0-05B0-4B62-BC40-B50F5E9CEEBC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1536309" y="2147675"/>
                <a:ext cx="61560" cy="700541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">
            <p14:nvContentPartPr>
              <p14:cNvPr id="26" name="Cerneală 25">
                <a:extLst>
                  <a:ext uri="{FF2B5EF4-FFF2-40B4-BE49-F238E27FC236}">
                    <a16:creationId xmlns:a16="http://schemas.microsoft.com/office/drawing/2014/main" id="{D15D6C67-02A3-403C-B63C-7A21A8B6EAD8}"/>
                  </a:ext>
                </a:extLst>
              </p14:cNvPr>
              <p14:cNvContentPartPr/>
              <p14:nvPr/>
            </p14:nvContentPartPr>
            <p14:xfrm>
              <a:off x="1549269" y="3122905"/>
              <a:ext cx="5040" cy="190800"/>
            </p14:xfrm>
          </p:contentPart>
        </mc:Choice>
        <mc:Fallback xmlns="">
          <p:pic>
            <p:nvPicPr>
              <p:cNvPr id="26" name="Cerneală 25">
                <a:extLst>
                  <a:ext uri="{FF2B5EF4-FFF2-40B4-BE49-F238E27FC236}">
                    <a16:creationId xmlns:a16="http://schemas.microsoft.com/office/drawing/2014/main" id="{D15D6C67-02A3-403C-B63C-7A21A8B6EAD8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1531629" y="3105265"/>
                <a:ext cx="40680" cy="226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">
            <p14:nvContentPartPr>
              <p14:cNvPr id="27" name="Cerneală 26">
                <a:extLst>
                  <a:ext uri="{FF2B5EF4-FFF2-40B4-BE49-F238E27FC236}">
                    <a16:creationId xmlns:a16="http://schemas.microsoft.com/office/drawing/2014/main" id="{D52625D2-BC5F-4D61-8174-B982B282AC75}"/>
                  </a:ext>
                </a:extLst>
              </p14:cNvPr>
              <p14:cNvContentPartPr/>
              <p14:nvPr/>
            </p14:nvContentPartPr>
            <p14:xfrm>
              <a:off x="1539549" y="3517825"/>
              <a:ext cx="8640" cy="211320"/>
            </p14:xfrm>
          </p:contentPart>
        </mc:Choice>
        <mc:Fallback xmlns="">
          <p:pic>
            <p:nvPicPr>
              <p:cNvPr id="27" name="Cerneală 26">
                <a:extLst>
                  <a:ext uri="{FF2B5EF4-FFF2-40B4-BE49-F238E27FC236}">
                    <a16:creationId xmlns:a16="http://schemas.microsoft.com/office/drawing/2014/main" id="{D52625D2-BC5F-4D61-8174-B982B282AC75}"/>
                  </a:ext>
                </a:extLst>
              </p:cNvPr>
              <p:cNvPicPr/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1521909" y="3499825"/>
                <a:ext cx="44280" cy="246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">
            <p14:nvContentPartPr>
              <p14:cNvPr id="28" name="Cerneală 27">
                <a:extLst>
                  <a:ext uri="{FF2B5EF4-FFF2-40B4-BE49-F238E27FC236}">
                    <a16:creationId xmlns:a16="http://schemas.microsoft.com/office/drawing/2014/main" id="{68344532-1FE4-4CA2-96F3-D481C0396962}"/>
                  </a:ext>
                </a:extLst>
              </p14:cNvPr>
              <p14:cNvContentPartPr/>
              <p14:nvPr/>
            </p14:nvContentPartPr>
            <p14:xfrm>
              <a:off x="1544589" y="3941185"/>
              <a:ext cx="9720" cy="144360"/>
            </p14:xfrm>
          </p:contentPart>
        </mc:Choice>
        <mc:Fallback xmlns="">
          <p:pic>
            <p:nvPicPr>
              <p:cNvPr id="28" name="Cerneală 27">
                <a:extLst>
                  <a:ext uri="{FF2B5EF4-FFF2-40B4-BE49-F238E27FC236}">
                    <a16:creationId xmlns:a16="http://schemas.microsoft.com/office/drawing/2014/main" id="{68344532-1FE4-4CA2-96F3-D481C0396962}"/>
                  </a:ext>
                </a:extLst>
              </p:cNvPr>
              <p:cNvPicPr/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1526949" y="3923545"/>
                <a:ext cx="45360" cy="180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">
            <p14:nvContentPartPr>
              <p14:cNvPr id="29" name="Cerneală 28">
                <a:extLst>
                  <a:ext uri="{FF2B5EF4-FFF2-40B4-BE49-F238E27FC236}">
                    <a16:creationId xmlns:a16="http://schemas.microsoft.com/office/drawing/2014/main" id="{A8ED672E-0A5D-4491-B66B-442A76046EEA}"/>
                  </a:ext>
                </a:extLst>
              </p14:cNvPr>
              <p14:cNvContentPartPr/>
              <p14:nvPr/>
            </p14:nvContentPartPr>
            <p14:xfrm>
              <a:off x="1530189" y="4431865"/>
              <a:ext cx="360" cy="130320"/>
            </p14:xfrm>
          </p:contentPart>
        </mc:Choice>
        <mc:Fallback xmlns="">
          <p:pic>
            <p:nvPicPr>
              <p:cNvPr id="29" name="Cerneală 28">
                <a:extLst>
                  <a:ext uri="{FF2B5EF4-FFF2-40B4-BE49-F238E27FC236}">
                    <a16:creationId xmlns:a16="http://schemas.microsoft.com/office/drawing/2014/main" id="{A8ED672E-0A5D-4491-B66B-442A76046EEA}"/>
                  </a:ext>
                </a:extLst>
              </p:cNvPr>
              <p:cNvPicPr/>
              <p:nvPr/>
            </p:nvPicPr>
            <p:blipFill>
              <a:blip r:embed="rId20"/>
              <a:stretch>
                <a:fillRect/>
              </a:stretch>
            </p:blipFill>
            <p:spPr>
              <a:xfrm>
                <a:off x="1512189" y="4414225"/>
                <a:ext cx="36000" cy="165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">
            <p14:nvContentPartPr>
              <p14:cNvPr id="30" name="Cerneală 29">
                <a:extLst>
                  <a:ext uri="{FF2B5EF4-FFF2-40B4-BE49-F238E27FC236}">
                    <a16:creationId xmlns:a16="http://schemas.microsoft.com/office/drawing/2014/main" id="{B1D46CC8-BB73-4C00-9B37-CA75E5E3DAA3}"/>
                  </a:ext>
                </a:extLst>
              </p14:cNvPr>
              <p14:cNvContentPartPr/>
              <p14:nvPr/>
            </p14:nvContentPartPr>
            <p14:xfrm>
              <a:off x="1544589" y="4826785"/>
              <a:ext cx="3240" cy="108000"/>
            </p14:xfrm>
          </p:contentPart>
        </mc:Choice>
        <mc:Fallback xmlns="">
          <p:pic>
            <p:nvPicPr>
              <p:cNvPr id="30" name="Cerneală 29">
                <a:extLst>
                  <a:ext uri="{FF2B5EF4-FFF2-40B4-BE49-F238E27FC236}">
                    <a16:creationId xmlns:a16="http://schemas.microsoft.com/office/drawing/2014/main" id="{B1D46CC8-BB73-4C00-9B37-CA75E5E3DAA3}"/>
                  </a:ext>
                </a:extLst>
              </p:cNvPr>
              <p:cNvPicPr/>
              <p:nvPr/>
            </p:nvPicPr>
            <p:blipFill>
              <a:blip r:embed="rId22"/>
              <a:stretch>
                <a:fillRect/>
              </a:stretch>
            </p:blipFill>
            <p:spPr>
              <a:xfrm>
                <a:off x="1526949" y="4808785"/>
                <a:ext cx="38880" cy="143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3">
            <p14:nvContentPartPr>
              <p14:cNvPr id="33" name="Cerneală 32">
                <a:extLst>
                  <a:ext uri="{FF2B5EF4-FFF2-40B4-BE49-F238E27FC236}">
                    <a16:creationId xmlns:a16="http://schemas.microsoft.com/office/drawing/2014/main" id="{8F35B830-9B19-4094-9307-5BA5731D7021}"/>
                  </a:ext>
                </a:extLst>
              </p14:cNvPr>
              <p14:cNvContentPartPr/>
              <p14:nvPr/>
            </p14:nvContentPartPr>
            <p14:xfrm>
              <a:off x="1279269" y="4621225"/>
              <a:ext cx="126720" cy="225720"/>
            </p14:xfrm>
          </p:contentPart>
        </mc:Choice>
        <mc:Fallback xmlns="">
          <p:pic>
            <p:nvPicPr>
              <p:cNvPr id="33" name="Cerneală 32">
                <a:extLst>
                  <a:ext uri="{FF2B5EF4-FFF2-40B4-BE49-F238E27FC236}">
                    <a16:creationId xmlns:a16="http://schemas.microsoft.com/office/drawing/2014/main" id="{8F35B830-9B19-4094-9307-5BA5731D7021}"/>
                  </a:ext>
                </a:extLst>
              </p:cNvPr>
              <p:cNvPicPr/>
              <p:nvPr/>
            </p:nvPicPr>
            <p:blipFill>
              <a:blip r:embed="rId24"/>
              <a:stretch>
                <a:fillRect/>
              </a:stretch>
            </p:blipFill>
            <p:spPr>
              <a:xfrm>
                <a:off x="1261269" y="4603225"/>
                <a:ext cx="162360" cy="261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5">
            <p14:nvContentPartPr>
              <p14:cNvPr id="34" name="Cerneală 33">
                <a:extLst>
                  <a:ext uri="{FF2B5EF4-FFF2-40B4-BE49-F238E27FC236}">
                    <a16:creationId xmlns:a16="http://schemas.microsoft.com/office/drawing/2014/main" id="{6528362E-7F7E-4803-9DB5-5C1A2930450C}"/>
                  </a:ext>
                </a:extLst>
              </p14:cNvPr>
              <p14:cNvContentPartPr/>
              <p14:nvPr/>
            </p14:nvContentPartPr>
            <p14:xfrm>
              <a:off x="1325709" y="3580465"/>
              <a:ext cx="108720" cy="271080"/>
            </p14:xfrm>
          </p:contentPart>
        </mc:Choice>
        <mc:Fallback xmlns="">
          <p:pic>
            <p:nvPicPr>
              <p:cNvPr id="34" name="Cerneală 33">
                <a:extLst>
                  <a:ext uri="{FF2B5EF4-FFF2-40B4-BE49-F238E27FC236}">
                    <a16:creationId xmlns:a16="http://schemas.microsoft.com/office/drawing/2014/main" id="{6528362E-7F7E-4803-9DB5-5C1A2930450C}"/>
                  </a:ext>
                </a:extLst>
              </p:cNvPr>
              <p:cNvPicPr/>
              <p:nvPr/>
            </p:nvPicPr>
            <p:blipFill>
              <a:blip r:embed="rId26"/>
              <a:stretch>
                <a:fillRect/>
              </a:stretch>
            </p:blipFill>
            <p:spPr>
              <a:xfrm>
                <a:off x="1307709" y="3562465"/>
                <a:ext cx="144360" cy="306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7">
            <p14:nvContentPartPr>
              <p14:cNvPr id="35" name="Cerneală 34">
                <a:extLst>
                  <a:ext uri="{FF2B5EF4-FFF2-40B4-BE49-F238E27FC236}">
                    <a16:creationId xmlns:a16="http://schemas.microsoft.com/office/drawing/2014/main" id="{145EEDA5-9B46-4D95-A17F-2496E8A3D86D}"/>
                  </a:ext>
                </a:extLst>
              </p14:cNvPr>
              <p14:cNvContentPartPr/>
              <p14:nvPr/>
            </p14:nvContentPartPr>
            <p14:xfrm>
              <a:off x="1308429" y="2612425"/>
              <a:ext cx="125280" cy="237600"/>
            </p14:xfrm>
          </p:contentPart>
        </mc:Choice>
        <mc:Fallback xmlns="">
          <p:pic>
            <p:nvPicPr>
              <p:cNvPr id="35" name="Cerneală 34">
                <a:extLst>
                  <a:ext uri="{FF2B5EF4-FFF2-40B4-BE49-F238E27FC236}">
                    <a16:creationId xmlns:a16="http://schemas.microsoft.com/office/drawing/2014/main" id="{145EEDA5-9B46-4D95-A17F-2496E8A3D86D}"/>
                  </a:ext>
                </a:extLst>
              </p:cNvPr>
              <p:cNvPicPr/>
              <p:nvPr/>
            </p:nvPicPr>
            <p:blipFill>
              <a:blip r:embed="rId28"/>
              <a:stretch>
                <a:fillRect/>
              </a:stretch>
            </p:blipFill>
            <p:spPr>
              <a:xfrm>
                <a:off x="1290789" y="2594785"/>
                <a:ext cx="160920" cy="273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9">
            <p14:nvContentPartPr>
              <p14:cNvPr id="36" name="Cerneală 35">
                <a:extLst>
                  <a:ext uri="{FF2B5EF4-FFF2-40B4-BE49-F238E27FC236}">
                    <a16:creationId xmlns:a16="http://schemas.microsoft.com/office/drawing/2014/main" id="{C1620E45-CDC2-4E71-8B57-D143DA2B4614}"/>
                  </a:ext>
                </a:extLst>
              </p14:cNvPr>
              <p14:cNvContentPartPr/>
              <p14:nvPr/>
            </p14:nvContentPartPr>
            <p14:xfrm>
              <a:off x="1309149" y="1655545"/>
              <a:ext cx="123120" cy="248760"/>
            </p14:xfrm>
          </p:contentPart>
        </mc:Choice>
        <mc:Fallback xmlns="">
          <p:pic>
            <p:nvPicPr>
              <p:cNvPr id="36" name="Cerneală 35">
                <a:extLst>
                  <a:ext uri="{FF2B5EF4-FFF2-40B4-BE49-F238E27FC236}">
                    <a16:creationId xmlns:a16="http://schemas.microsoft.com/office/drawing/2014/main" id="{C1620E45-CDC2-4E71-8B57-D143DA2B4614}"/>
                  </a:ext>
                </a:extLst>
              </p:cNvPr>
              <p:cNvPicPr/>
              <p:nvPr/>
            </p:nvPicPr>
            <p:blipFill>
              <a:blip r:embed="rId30"/>
              <a:stretch>
                <a:fillRect/>
              </a:stretch>
            </p:blipFill>
            <p:spPr>
              <a:xfrm>
                <a:off x="1291509" y="1637545"/>
                <a:ext cx="158760" cy="284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1">
            <p14:nvContentPartPr>
              <p14:cNvPr id="39" name="Cerneală 38">
                <a:extLst>
                  <a:ext uri="{FF2B5EF4-FFF2-40B4-BE49-F238E27FC236}">
                    <a16:creationId xmlns:a16="http://schemas.microsoft.com/office/drawing/2014/main" id="{CB163693-D8CC-41C9-A104-F0D374AC82A5}"/>
                  </a:ext>
                </a:extLst>
              </p14:cNvPr>
              <p14:cNvContentPartPr/>
              <p14:nvPr/>
            </p14:nvContentPartPr>
            <p14:xfrm>
              <a:off x="1534869" y="5163745"/>
              <a:ext cx="5040" cy="183600"/>
            </p14:xfrm>
          </p:contentPart>
        </mc:Choice>
        <mc:Fallback xmlns="">
          <p:pic>
            <p:nvPicPr>
              <p:cNvPr id="39" name="Cerneală 38">
                <a:extLst>
                  <a:ext uri="{FF2B5EF4-FFF2-40B4-BE49-F238E27FC236}">
                    <a16:creationId xmlns:a16="http://schemas.microsoft.com/office/drawing/2014/main" id="{CB163693-D8CC-41C9-A104-F0D374AC82A5}"/>
                  </a:ext>
                </a:extLst>
              </p:cNvPr>
              <p:cNvPicPr/>
              <p:nvPr/>
            </p:nvPicPr>
            <p:blipFill>
              <a:blip r:embed="rId32"/>
              <a:stretch>
                <a:fillRect/>
              </a:stretch>
            </p:blipFill>
            <p:spPr>
              <a:xfrm>
                <a:off x="1516869" y="5145745"/>
                <a:ext cx="40680" cy="219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3">
            <p14:nvContentPartPr>
              <p14:cNvPr id="42" name="Cerneală 41">
                <a:extLst>
                  <a:ext uri="{FF2B5EF4-FFF2-40B4-BE49-F238E27FC236}">
                    <a16:creationId xmlns:a16="http://schemas.microsoft.com/office/drawing/2014/main" id="{D4345C26-2BF5-4E89-8DE7-F1135C2F76D6}"/>
                  </a:ext>
                </a:extLst>
              </p14:cNvPr>
              <p14:cNvContentPartPr/>
              <p14:nvPr/>
            </p14:nvContentPartPr>
            <p14:xfrm>
              <a:off x="1229949" y="5768185"/>
              <a:ext cx="122040" cy="297360"/>
            </p14:xfrm>
          </p:contentPart>
        </mc:Choice>
        <mc:Fallback xmlns="">
          <p:pic>
            <p:nvPicPr>
              <p:cNvPr id="42" name="Cerneală 41">
                <a:extLst>
                  <a:ext uri="{FF2B5EF4-FFF2-40B4-BE49-F238E27FC236}">
                    <a16:creationId xmlns:a16="http://schemas.microsoft.com/office/drawing/2014/main" id="{D4345C26-2BF5-4E89-8DE7-F1135C2F76D6}"/>
                  </a:ext>
                </a:extLst>
              </p:cNvPr>
              <p:cNvPicPr/>
              <p:nvPr/>
            </p:nvPicPr>
            <p:blipFill>
              <a:blip r:embed="rId34"/>
              <a:stretch>
                <a:fillRect/>
              </a:stretch>
            </p:blipFill>
            <p:spPr>
              <a:xfrm>
                <a:off x="1212309" y="5750185"/>
                <a:ext cx="157680" cy="333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5">
            <p14:nvContentPartPr>
              <p14:cNvPr id="43" name="Cerneală 42">
                <a:extLst>
                  <a:ext uri="{FF2B5EF4-FFF2-40B4-BE49-F238E27FC236}">
                    <a16:creationId xmlns:a16="http://schemas.microsoft.com/office/drawing/2014/main" id="{6A7491FB-5AA3-403C-B551-338A450CC577}"/>
                  </a:ext>
                </a:extLst>
              </p14:cNvPr>
              <p14:cNvContentPartPr/>
              <p14:nvPr/>
            </p14:nvContentPartPr>
            <p14:xfrm>
              <a:off x="1855989" y="3166465"/>
              <a:ext cx="5400" cy="142200"/>
            </p14:xfrm>
          </p:contentPart>
        </mc:Choice>
        <mc:Fallback xmlns="">
          <p:pic>
            <p:nvPicPr>
              <p:cNvPr id="43" name="Cerneală 42">
                <a:extLst>
                  <a:ext uri="{FF2B5EF4-FFF2-40B4-BE49-F238E27FC236}">
                    <a16:creationId xmlns:a16="http://schemas.microsoft.com/office/drawing/2014/main" id="{6A7491FB-5AA3-403C-B551-338A450CC577}"/>
                  </a:ext>
                </a:extLst>
              </p:cNvPr>
              <p:cNvPicPr/>
              <p:nvPr/>
            </p:nvPicPr>
            <p:blipFill>
              <a:blip r:embed="rId36"/>
              <a:stretch>
                <a:fillRect/>
              </a:stretch>
            </p:blipFill>
            <p:spPr>
              <a:xfrm>
                <a:off x="1838349" y="3148465"/>
                <a:ext cx="41040" cy="177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7">
            <p14:nvContentPartPr>
              <p14:cNvPr id="44" name="Cerneală 43">
                <a:extLst>
                  <a:ext uri="{FF2B5EF4-FFF2-40B4-BE49-F238E27FC236}">
                    <a16:creationId xmlns:a16="http://schemas.microsoft.com/office/drawing/2014/main" id="{0134C32E-B846-4CFF-AD6B-A057C55CE51F}"/>
                  </a:ext>
                </a:extLst>
              </p14:cNvPr>
              <p14:cNvContentPartPr/>
              <p14:nvPr/>
            </p14:nvContentPartPr>
            <p14:xfrm>
              <a:off x="1891989" y="3690985"/>
              <a:ext cx="14040" cy="210960"/>
            </p14:xfrm>
          </p:contentPart>
        </mc:Choice>
        <mc:Fallback xmlns="">
          <p:pic>
            <p:nvPicPr>
              <p:cNvPr id="44" name="Cerneală 43">
                <a:extLst>
                  <a:ext uri="{FF2B5EF4-FFF2-40B4-BE49-F238E27FC236}">
                    <a16:creationId xmlns:a16="http://schemas.microsoft.com/office/drawing/2014/main" id="{0134C32E-B846-4CFF-AD6B-A057C55CE51F}"/>
                  </a:ext>
                </a:extLst>
              </p:cNvPr>
              <p:cNvPicPr/>
              <p:nvPr/>
            </p:nvPicPr>
            <p:blipFill>
              <a:blip r:embed="rId38"/>
              <a:stretch>
                <a:fillRect/>
              </a:stretch>
            </p:blipFill>
            <p:spPr>
              <a:xfrm>
                <a:off x="1874349" y="3672985"/>
                <a:ext cx="49680" cy="246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9">
            <p14:nvContentPartPr>
              <p14:cNvPr id="45" name="Cerneală 44">
                <a:extLst>
                  <a:ext uri="{FF2B5EF4-FFF2-40B4-BE49-F238E27FC236}">
                    <a16:creationId xmlns:a16="http://schemas.microsoft.com/office/drawing/2014/main" id="{4FB7F0D3-1685-49EA-BFA2-BF1736B5D972}"/>
                  </a:ext>
                </a:extLst>
              </p14:cNvPr>
              <p14:cNvContentPartPr/>
              <p14:nvPr/>
            </p14:nvContentPartPr>
            <p14:xfrm>
              <a:off x="1858869" y="4351585"/>
              <a:ext cx="20160" cy="248400"/>
            </p14:xfrm>
          </p:contentPart>
        </mc:Choice>
        <mc:Fallback xmlns="">
          <p:pic>
            <p:nvPicPr>
              <p:cNvPr id="45" name="Cerneală 44">
                <a:extLst>
                  <a:ext uri="{FF2B5EF4-FFF2-40B4-BE49-F238E27FC236}">
                    <a16:creationId xmlns:a16="http://schemas.microsoft.com/office/drawing/2014/main" id="{4FB7F0D3-1685-49EA-BFA2-BF1736B5D972}"/>
                  </a:ext>
                </a:extLst>
              </p:cNvPr>
              <p:cNvPicPr/>
              <p:nvPr/>
            </p:nvPicPr>
            <p:blipFill>
              <a:blip r:embed="rId40"/>
              <a:stretch>
                <a:fillRect/>
              </a:stretch>
            </p:blipFill>
            <p:spPr>
              <a:xfrm>
                <a:off x="1841229" y="4333945"/>
                <a:ext cx="55800" cy="284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1">
            <p14:nvContentPartPr>
              <p14:cNvPr id="46" name="Cerneală 45">
                <a:extLst>
                  <a:ext uri="{FF2B5EF4-FFF2-40B4-BE49-F238E27FC236}">
                    <a16:creationId xmlns:a16="http://schemas.microsoft.com/office/drawing/2014/main" id="{40C5A734-B964-433F-BBF9-597C708B5AA3}"/>
                  </a:ext>
                </a:extLst>
              </p14:cNvPr>
              <p14:cNvContentPartPr/>
              <p14:nvPr/>
            </p14:nvContentPartPr>
            <p14:xfrm>
              <a:off x="1857069" y="4995985"/>
              <a:ext cx="5760" cy="208080"/>
            </p14:xfrm>
          </p:contentPart>
        </mc:Choice>
        <mc:Fallback xmlns="">
          <p:pic>
            <p:nvPicPr>
              <p:cNvPr id="46" name="Cerneală 45">
                <a:extLst>
                  <a:ext uri="{FF2B5EF4-FFF2-40B4-BE49-F238E27FC236}">
                    <a16:creationId xmlns:a16="http://schemas.microsoft.com/office/drawing/2014/main" id="{40C5A734-B964-433F-BBF9-597C708B5AA3}"/>
                  </a:ext>
                </a:extLst>
              </p:cNvPr>
              <p:cNvPicPr/>
              <p:nvPr/>
            </p:nvPicPr>
            <p:blipFill>
              <a:blip r:embed="rId42"/>
              <a:stretch>
                <a:fillRect/>
              </a:stretch>
            </p:blipFill>
            <p:spPr>
              <a:xfrm>
                <a:off x="1839429" y="4977985"/>
                <a:ext cx="41400" cy="243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3">
            <p14:nvContentPartPr>
              <p14:cNvPr id="53" name="Cerneală 52">
                <a:extLst>
                  <a:ext uri="{FF2B5EF4-FFF2-40B4-BE49-F238E27FC236}">
                    <a16:creationId xmlns:a16="http://schemas.microsoft.com/office/drawing/2014/main" id="{95DB4E78-914D-4D93-A980-D55DB731E250}"/>
                  </a:ext>
                </a:extLst>
              </p14:cNvPr>
              <p14:cNvContentPartPr/>
              <p14:nvPr/>
            </p14:nvContentPartPr>
            <p14:xfrm>
              <a:off x="1625949" y="4657945"/>
              <a:ext cx="112680" cy="208800"/>
            </p14:xfrm>
          </p:contentPart>
        </mc:Choice>
        <mc:Fallback xmlns="">
          <p:pic>
            <p:nvPicPr>
              <p:cNvPr id="53" name="Cerneală 52">
                <a:extLst>
                  <a:ext uri="{FF2B5EF4-FFF2-40B4-BE49-F238E27FC236}">
                    <a16:creationId xmlns:a16="http://schemas.microsoft.com/office/drawing/2014/main" id="{95DB4E78-914D-4D93-A980-D55DB731E250}"/>
                  </a:ext>
                </a:extLst>
              </p:cNvPr>
              <p:cNvPicPr/>
              <p:nvPr/>
            </p:nvPicPr>
            <p:blipFill>
              <a:blip r:embed="rId44"/>
              <a:stretch>
                <a:fillRect/>
              </a:stretch>
            </p:blipFill>
            <p:spPr>
              <a:xfrm>
                <a:off x="1607949" y="4640305"/>
                <a:ext cx="148320" cy="244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5">
            <p14:nvContentPartPr>
              <p14:cNvPr id="54" name="Cerneală 53">
                <a:extLst>
                  <a:ext uri="{FF2B5EF4-FFF2-40B4-BE49-F238E27FC236}">
                    <a16:creationId xmlns:a16="http://schemas.microsoft.com/office/drawing/2014/main" id="{14E1A9C6-7D46-4B8B-B693-F3AFC479CBB0}"/>
                  </a:ext>
                </a:extLst>
              </p14:cNvPr>
              <p14:cNvContentPartPr/>
              <p14:nvPr/>
            </p14:nvContentPartPr>
            <p14:xfrm>
              <a:off x="1643949" y="3646345"/>
              <a:ext cx="94320" cy="205560"/>
            </p14:xfrm>
          </p:contentPart>
        </mc:Choice>
        <mc:Fallback xmlns="">
          <p:pic>
            <p:nvPicPr>
              <p:cNvPr id="54" name="Cerneală 53">
                <a:extLst>
                  <a:ext uri="{FF2B5EF4-FFF2-40B4-BE49-F238E27FC236}">
                    <a16:creationId xmlns:a16="http://schemas.microsoft.com/office/drawing/2014/main" id="{14E1A9C6-7D46-4B8B-B693-F3AFC479CBB0}"/>
                  </a:ext>
                </a:extLst>
              </p:cNvPr>
              <p:cNvPicPr/>
              <p:nvPr/>
            </p:nvPicPr>
            <p:blipFill>
              <a:blip r:embed="rId46"/>
              <a:stretch>
                <a:fillRect/>
              </a:stretch>
            </p:blipFill>
            <p:spPr>
              <a:xfrm>
                <a:off x="1626309" y="3628705"/>
                <a:ext cx="129960" cy="241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7">
            <p14:nvContentPartPr>
              <p14:cNvPr id="55" name="Cerneală 54">
                <a:extLst>
                  <a:ext uri="{FF2B5EF4-FFF2-40B4-BE49-F238E27FC236}">
                    <a16:creationId xmlns:a16="http://schemas.microsoft.com/office/drawing/2014/main" id="{87D9327B-1712-4198-AE47-3B2F543E7EE9}"/>
                  </a:ext>
                </a:extLst>
              </p14:cNvPr>
              <p14:cNvContentPartPr/>
              <p14:nvPr/>
            </p14:nvContentPartPr>
            <p14:xfrm>
              <a:off x="1670229" y="2648785"/>
              <a:ext cx="124200" cy="234720"/>
            </p14:xfrm>
          </p:contentPart>
        </mc:Choice>
        <mc:Fallback xmlns="">
          <p:pic>
            <p:nvPicPr>
              <p:cNvPr id="55" name="Cerneală 54">
                <a:extLst>
                  <a:ext uri="{FF2B5EF4-FFF2-40B4-BE49-F238E27FC236}">
                    <a16:creationId xmlns:a16="http://schemas.microsoft.com/office/drawing/2014/main" id="{87D9327B-1712-4198-AE47-3B2F543E7EE9}"/>
                  </a:ext>
                </a:extLst>
              </p:cNvPr>
              <p:cNvPicPr/>
              <p:nvPr/>
            </p:nvPicPr>
            <p:blipFill>
              <a:blip r:embed="rId48"/>
              <a:stretch>
                <a:fillRect/>
              </a:stretch>
            </p:blipFill>
            <p:spPr>
              <a:xfrm>
                <a:off x="1652229" y="2631145"/>
                <a:ext cx="159840" cy="270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9">
            <p14:nvContentPartPr>
              <p14:cNvPr id="56" name="Cerneală 55">
                <a:extLst>
                  <a:ext uri="{FF2B5EF4-FFF2-40B4-BE49-F238E27FC236}">
                    <a16:creationId xmlns:a16="http://schemas.microsoft.com/office/drawing/2014/main" id="{7618812B-2034-411D-8216-4305BE1D505C}"/>
                  </a:ext>
                </a:extLst>
              </p14:cNvPr>
              <p14:cNvContentPartPr/>
              <p14:nvPr/>
            </p14:nvContentPartPr>
            <p14:xfrm>
              <a:off x="1645389" y="1630705"/>
              <a:ext cx="167760" cy="255240"/>
            </p14:xfrm>
          </p:contentPart>
        </mc:Choice>
        <mc:Fallback xmlns="">
          <p:pic>
            <p:nvPicPr>
              <p:cNvPr id="56" name="Cerneală 55">
                <a:extLst>
                  <a:ext uri="{FF2B5EF4-FFF2-40B4-BE49-F238E27FC236}">
                    <a16:creationId xmlns:a16="http://schemas.microsoft.com/office/drawing/2014/main" id="{7618812B-2034-411D-8216-4305BE1D505C}"/>
                  </a:ext>
                </a:extLst>
              </p:cNvPr>
              <p:cNvPicPr/>
              <p:nvPr/>
            </p:nvPicPr>
            <p:blipFill>
              <a:blip r:embed="rId50"/>
              <a:stretch>
                <a:fillRect/>
              </a:stretch>
            </p:blipFill>
            <p:spPr>
              <a:xfrm>
                <a:off x="1627749" y="1612705"/>
                <a:ext cx="203400" cy="290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1">
            <p14:nvContentPartPr>
              <p14:cNvPr id="59" name="Cerneală 58">
                <a:extLst>
                  <a:ext uri="{FF2B5EF4-FFF2-40B4-BE49-F238E27FC236}">
                    <a16:creationId xmlns:a16="http://schemas.microsoft.com/office/drawing/2014/main" id="{A484B9C4-394D-4DF9-9F35-D0E9B2B3F589}"/>
                  </a:ext>
                </a:extLst>
              </p14:cNvPr>
              <p14:cNvContentPartPr/>
              <p14:nvPr/>
            </p14:nvContentPartPr>
            <p14:xfrm>
              <a:off x="1506069" y="5568025"/>
              <a:ext cx="225720" cy="541800"/>
            </p14:xfrm>
          </p:contentPart>
        </mc:Choice>
        <mc:Fallback xmlns="">
          <p:pic>
            <p:nvPicPr>
              <p:cNvPr id="59" name="Cerneală 58">
                <a:extLst>
                  <a:ext uri="{FF2B5EF4-FFF2-40B4-BE49-F238E27FC236}">
                    <a16:creationId xmlns:a16="http://schemas.microsoft.com/office/drawing/2014/main" id="{A484B9C4-394D-4DF9-9F35-D0E9B2B3F589}"/>
                  </a:ext>
                </a:extLst>
              </p:cNvPr>
              <p:cNvPicPr/>
              <p:nvPr/>
            </p:nvPicPr>
            <p:blipFill>
              <a:blip r:embed="rId52"/>
              <a:stretch>
                <a:fillRect/>
              </a:stretch>
            </p:blipFill>
            <p:spPr>
              <a:xfrm>
                <a:off x="1488429" y="5550385"/>
                <a:ext cx="261360" cy="577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3">
            <p14:nvContentPartPr>
              <p14:cNvPr id="60" name="Cerneală 59">
                <a:extLst>
                  <a:ext uri="{FF2B5EF4-FFF2-40B4-BE49-F238E27FC236}">
                    <a16:creationId xmlns:a16="http://schemas.microsoft.com/office/drawing/2014/main" id="{E5CF82F5-D1FC-4E25-8041-49A72ADB39BD}"/>
                  </a:ext>
                </a:extLst>
              </p14:cNvPr>
              <p14:cNvContentPartPr/>
              <p14:nvPr/>
            </p14:nvContentPartPr>
            <p14:xfrm>
              <a:off x="2196189" y="2117065"/>
              <a:ext cx="14040" cy="117360"/>
            </p14:xfrm>
          </p:contentPart>
        </mc:Choice>
        <mc:Fallback xmlns="">
          <p:pic>
            <p:nvPicPr>
              <p:cNvPr id="60" name="Cerneală 59">
                <a:extLst>
                  <a:ext uri="{FF2B5EF4-FFF2-40B4-BE49-F238E27FC236}">
                    <a16:creationId xmlns:a16="http://schemas.microsoft.com/office/drawing/2014/main" id="{E5CF82F5-D1FC-4E25-8041-49A72ADB39BD}"/>
                  </a:ext>
                </a:extLst>
              </p:cNvPr>
              <p:cNvPicPr/>
              <p:nvPr/>
            </p:nvPicPr>
            <p:blipFill>
              <a:blip r:embed="rId54"/>
              <a:stretch>
                <a:fillRect/>
              </a:stretch>
            </p:blipFill>
            <p:spPr>
              <a:xfrm>
                <a:off x="2178189" y="2099425"/>
                <a:ext cx="49680" cy="153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5">
            <p14:nvContentPartPr>
              <p14:cNvPr id="65" name="Cerneală 64">
                <a:extLst>
                  <a:ext uri="{FF2B5EF4-FFF2-40B4-BE49-F238E27FC236}">
                    <a16:creationId xmlns:a16="http://schemas.microsoft.com/office/drawing/2014/main" id="{621611EE-9C28-418E-B591-CC7B3FB82E08}"/>
                  </a:ext>
                </a:extLst>
              </p14:cNvPr>
              <p14:cNvContentPartPr/>
              <p14:nvPr/>
            </p14:nvContentPartPr>
            <p14:xfrm>
              <a:off x="2208789" y="2516665"/>
              <a:ext cx="360" cy="174240"/>
            </p14:xfrm>
          </p:contentPart>
        </mc:Choice>
        <mc:Fallback xmlns="">
          <p:pic>
            <p:nvPicPr>
              <p:cNvPr id="65" name="Cerneală 64">
                <a:extLst>
                  <a:ext uri="{FF2B5EF4-FFF2-40B4-BE49-F238E27FC236}">
                    <a16:creationId xmlns:a16="http://schemas.microsoft.com/office/drawing/2014/main" id="{621611EE-9C28-418E-B591-CC7B3FB82E08}"/>
                  </a:ext>
                </a:extLst>
              </p:cNvPr>
              <p:cNvPicPr/>
              <p:nvPr/>
            </p:nvPicPr>
            <p:blipFill>
              <a:blip r:embed="rId56"/>
              <a:stretch>
                <a:fillRect/>
              </a:stretch>
            </p:blipFill>
            <p:spPr>
              <a:xfrm>
                <a:off x="2190789" y="2498665"/>
                <a:ext cx="36000" cy="209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7">
            <p14:nvContentPartPr>
              <p14:cNvPr id="66" name="Cerneală 65">
                <a:extLst>
                  <a:ext uri="{FF2B5EF4-FFF2-40B4-BE49-F238E27FC236}">
                    <a16:creationId xmlns:a16="http://schemas.microsoft.com/office/drawing/2014/main" id="{6C51104B-18AB-4F3F-9B43-B6CAC048C805}"/>
                  </a:ext>
                </a:extLst>
              </p14:cNvPr>
              <p14:cNvContentPartPr/>
              <p14:nvPr/>
            </p14:nvContentPartPr>
            <p14:xfrm>
              <a:off x="2232549" y="2969185"/>
              <a:ext cx="7920" cy="166680"/>
            </p14:xfrm>
          </p:contentPart>
        </mc:Choice>
        <mc:Fallback xmlns="">
          <p:pic>
            <p:nvPicPr>
              <p:cNvPr id="66" name="Cerneală 65">
                <a:extLst>
                  <a:ext uri="{FF2B5EF4-FFF2-40B4-BE49-F238E27FC236}">
                    <a16:creationId xmlns:a16="http://schemas.microsoft.com/office/drawing/2014/main" id="{6C51104B-18AB-4F3F-9B43-B6CAC048C805}"/>
                  </a:ext>
                </a:extLst>
              </p:cNvPr>
              <p:cNvPicPr/>
              <p:nvPr/>
            </p:nvPicPr>
            <p:blipFill>
              <a:blip r:embed="rId58"/>
              <a:stretch>
                <a:fillRect/>
              </a:stretch>
            </p:blipFill>
            <p:spPr>
              <a:xfrm>
                <a:off x="2214909" y="2951545"/>
                <a:ext cx="43560" cy="202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9">
            <p14:nvContentPartPr>
              <p14:cNvPr id="67" name="Cerneală 66">
                <a:extLst>
                  <a:ext uri="{FF2B5EF4-FFF2-40B4-BE49-F238E27FC236}">
                    <a16:creationId xmlns:a16="http://schemas.microsoft.com/office/drawing/2014/main" id="{FD77D1DA-64EF-402C-93F1-D87186A9D20B}"/>
                  </a:ext>
                </a:extLst>
              </p14:cNvPr>
              <p14:cNvContentPartPr/>
              <p14:nvPr/>
            </p14:nvContentPartPr>
            <p14:xfrm>
              <a:off x="2223189" y="3580465"/>
              <a:ext cx="11520" cy="197280"/>
            </p14:xfrm>
          </p:contentPart>
        </mc:Choice>
        <mc:Fallback xmlns="">
          <p:pic>
            <p:nvPicPr>
              <p:cNvPr id="67" name="Cerneală 66">
                <a:extLst>
                  <a:ext uri="{FF2B5EF4-FFF2-40B4-BE49-F238E27FC236}">
                    <a16:creationId xmlns:a16="http://schemas.microsoft.com/office/drawing/2014/main" id="{FD77D1DA-64EF-402C-93F1-D87186A9D20B}"/>
                  </a:ext>
                </a:extLst>
              </p:cNvPr>
              <p:cNvPicPr/>
              <p:nvPr/>
            </p:nvPicPr>
            <p:blipFill>
              <a:blip r:embed="rId60"/>
              <a:stretch>
                <a:fillRect/>
              </a:stretch>
            </p:blipFill>
            <p:spPr>
              <a:xfrm>
                <a:off x="2205189" y="3562465"/>
                <a:ext cx="47160" cy="232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1">
            <p14:nvContentPartPr>
              <p14:cNvPr id="68" name="Cerneală 67">
                <a:extLst>
                  <a:ext uri="{FF2B5EF4-FFF2-40B4-BE49-F238E27FC236}">
                    <a16:creationId xmlns:a16="http://schemas.microsoft.com/office/drawing/2014/main" id="{1BB2EE97-2445-4E9B-B5FC-E4843DF3988A}"/>
                  </a:ext>
                </a:extLst>
              </p14:cNvPr>
              <p14:cNvContentPartPr/>
              <p14:nvPr/>
            </p14:nvContentPartPr>
            <p14:xfrm>
              <a:off x="2219229" y="4032625"/>
              <a:ext cx="13680" cy="223200"/>
            </p14:xfrm>
          </p:contentPart>
        </mc:Choice>
        <mc:Fallback xmlns="">
          <p:pic>
            <p:nvPicPr>
              <p:cNvPr id="68" name="Cerneală 67">
                <a:extLst>
                  <a:ext uri="{FF2B5EF4-FFF2-40B4-BE49-F238E27FC236}">
                    <a16:creationId xmlns:a16="http://schemas.microsoft.com/office/drawing/2014/main" id="{1BB2EE97-2445-4E9B-B5FC-E4843DF3988A}"/>
                  </a:ext>
                </a:extLst>
              </p:cNvPr>
              <p:cNvPicPr/>
              <p:nvPr/>
            </p:nvPicPr>
            <p:blipFill>
              <a:blip r:embed="rId62"/>
              <a:stretch>
                <a:fillRect/>
              </a:stretch>
            </p:blipFill>
            <p:spPr>
              <a:xfrm>
                <a:off x="2201229" y="4014625"/>
                <a:ext cx="49320" cy="258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3">
            <p14:nvContentPartPr>
              <p14:cNvPr id="69" name="Cerneală 68">
                <a:extLst>
                  <a:ext uri="{FF2B5EF4-FFF2-40B4-BE49-F238E27FC236}">
                    <a16:creationId xmlns:a16="http://schemas.microsoft.com/office/drawing/2014/main" id="{C7633076-BCE2-4D8A-A4E2-EFC74433F232}"/>
                  </a:ext>
                </a:extLst>
              </p14:cNvPr>
              <p14:cNvContentPartPr/>
              <p14:nvPr/>
            </p14:nvContentPartPr>
            <p14:xfrm>
              <a:off x="2185749" y="4619785"/>
              <a:ext cx="8640" cy="222120"/>
            </p14:xfrm>
          </p:contentPart>
        </mc:Choice>
        <mc:Fallback xmlns="">
          <p:pic>
            <p:nvPicPr>
              <p:cNvPr id="69" name="Cerneală 68">
                <a:extLst>
                  <a:ext uri="{FF2B5EF4-FFF2-40B4-BE49-F238E27FC236}">
                    <a16:creationId xmlns:a16="http://schemas.microsoft.com/office/drawing/2014/main" id="{C7633076-BCE2-4D8A-A4E2-EFC74433F232}"/>
                  </a:ext>
                </a:extLst>
              </p:cNvPr>
              <p:cNvPicPr/>
              <p:nvPr/>
            </p:nvPicPr>
            <p:blipFill>
              <a:blip r:embed="rId64"/>
              <a:stretch>
                <a:fillRect/>
              </a:stretch>
            </p:blipFill>
            <p:spPr>
              <a:xfrm>
                <a:off x="2167749" y="4601785"/>
                <a:ext cx="44280" cy="257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5">
            <p14:nvContentPartPr>
              <p14:cNvPr id="70" name="Cerneală 69">
                <a:extLst>
                  <a:ext uri="{FF2B5EF4-FFF2-40B4-BE49-F238E27FC236}">
                    <a16:creationId xmlns:a16="http://schemas.microsoft.com/office/drawing/2014/main" id="{2C2C9C37-C303-46B8-9862-9BC43333B13D}"/>
                  </a:ext>
                </a:extLst>
              </p14:cNvPr>
              <p14:cNvContentPartPr/>
              <p14:nvPr/>
            </p14:nvContentPartPr>
            <p14:xfrm>
              <a:off x="2209869" y="5062585"/>
              <a:ext cx="9000" cy="257400"/>
            </p14:xfrm>
          </p:contentPart>
        </mc:Choice>
        <mc:Fallback xmlns="">
          <p:pic>
            <p:nvPicPr>
              <p:cNvPr id="70" name="Cerneală 69">
                <a:extLst>
                  <a:ext uri="{FF2B5EF4-FFF2-40B4-BE49-F238E27FC236}">
                    <a16:creationId xmlns:a16="http://schemas.microsoft.com/office/drawing/2014/main" id="{2C2C9C37-C303-46B8-9862-9BC43333B13D}"/>
                  </a:ext>
                </a:extLst>
              </p:cNvPr>
              <p:cNvPicPr/>
              <p:nvPr/>
            </p:nvPicPr>
            <p:blipFill>
              <a:blip r:embed="rId66"/>
              <a:stretch>
                <a:fillRect/>
              </a:stretch>
            </p:blipFill>
            <p:spPr>
              <a:xfrm>
                <a:off x="2191869" y="5044585"/>
                <a:ext cx="44640" cy="293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7">
            <p14:nvContentPartPr>
              <p14:cNvPr id="71" name="Cerneală 70">
                <a:extLst>
                  <a:ext uri="{FF2B5EF4-FFF2-40B4-BE49-F238E27FC236}">
                    <a16:creationId xmlns:a16="http://schemas.microsoft.com/office/drawing/2014/main" id="{1A23D0C6-CAE2-4EDE-91BE-3DA7836149C9}"/>
                  </a:ext>
                </a:extLst>
              </p14:cNvPr>
              <p14:cNvContentPartPr/>
              <p14:nvPr/>
            </p14:nvContentPartPr>
            <p14:xfrm>
              <a:off x="2218509" y="5476585"/>
              <a:ext cx="2160" cy="221400"/>
            </p14:xfrm>
          </p:contentPart>
        </mc:Choice>
        <mc:Fallback xmlns="">
          <p:pic>
            <p:nvPicPr>
              <p:cNvPr id="71" name="Cerneală 70">
                <a:extLst>
                  <a:ext uri="{FF2B5EF4-FFF2-40B4-BE49-F238E27FC236}">
                    <a16:creationId xmlns:a16="http://schemas.microsoft.com/office/drawing/2014/main" id="{1A23D0C6-CAE2-4EDE-91BE-3DA7836149C9}"/>
                  </a:ext>
                </a:extLst>
              </p:cNvPr>
              <p:cNvPicPr/>
              <p:nvPr/>
            </p:nvPicPr>
            <p:blipFill>
              <a:blip r:embed="rId68"/>
              <a:stretch>
                <a:fillRect/>
              </a:stretch>
            </p:blipFill>
            <p:spPr>
              <a:xfrm>
                <a:off x="2200509" y="5458585"/>
                <a:ext cx="37800" cy="257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9">
            <p14:nvContentPartPr>
              <p14:cNvPr id="72" name="Cerneală 71">
                <a:extLst>
                  <a:ext uri="{FF2B5EF4-FFF2-40B4-BE49-F238E27FC236}">
                    <a16:creationId xmlns:a16="http://schemas.microsoft.com/office/drawing/2014/main" id="{CCA301EF-7C0A-41E7-BCBE-5082EC22617C}"/>
                  </a:ext>
                </a:extLst>
              </p14:cNvPr>
              <p14:cNvContentPartPr/>
              <p14:nvPr/>
            </p14:nvContentPartPr>
            <p14:xfrm>
              <a:off x="1951029" y="4682785"/>
              <a:ext cx="104760" cy="212760"/>
            </p14:xfrm>
          </p:contentPart>
        </mc:Choice>
        <mc:Fallback xmlns="">
          <p:pic>
            <p:nvPicPr>
              <p:cNvPr id="72" name="Cerneală 71">
                <a:extLst>
                  <a:ext uri="{FF2B5EF4-FFF2-40B4-BE49-F238E27FC236}">
                    <a16:creationId xmlns:a16="http://schemas.microsoft.com/office/drawing/2014/main" id="{CCA301EF-7C0A-41E7-BCBE-5082EC22617C}"/>
                  </a:ext>
                </a:extLst>
              </p:cNvPr>
              <p:cNvPicPr/>
              <p:nvPr/>
            </p:nvPicPr>
            <p:blipFill>
              <a:blip r:embed="rId70"/>
              <a:stretch>
                <a:fillRect/>
              </a:stretch>
            </p:blipFill>
            <p:spPr>
              <a:xfrm>
                <a:off x="1933029" y="4665145"/>
                <a:ext cx="140400" cy="248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1">
            <p14:nvContentPartPr>
              <p14:cNvPr id="73" name="Cerneală 72">
                <a:extLst>
                  <a:ext uri="{FF2B5EF4-FFF2-40B4-BE49-F238E27FC236}">
                    <a16:creationId xmlns:a16="http://schemas.microsoft.com/office/drawing/2014/main" id="{B51D55CC-3EC8-49CF-A7E8-C27AE8C3326B}"/>
                  </a:ext>
                </a:extLst>
              </p14:cNvPr>
              <p14:cNvContentPartPr/>
              <p14:nvPr/>
            </p14:nvContentPartPr>
            <p14:xfrm>
              <a:off x="2012949" y="3649225"/>
              <a:ext cx="99360" cy="187200"/>
            </p14:xfrm>
          </p:contentPart>
        </mc:Choice>
        <mc:Fallback xmlns="">
          <p:pic>
            <p:nvPicPr>
              <p:cNvPr id="73" name="Cerneală 72">
                <a:extLst>
                  <a:ext uri="{FF2B5EF4-FFF2-40B4-BE49-F238E27FC236}">
                    <a16:creationId xmlns:a16="http://schemas.microsoft.com/office/drawing/2014/main" id="{B51D55CC-3EC8-49CF-A7E8-C27AE8C3326B}"/>
                  </a:ext>
                </a:extLst>
              </p:cNvPr>
              <p:cNvPicPr/>
              <p:nvPr/>
            </p:nvPicPr>
            <p:blipFill>
              <a:blip r:embed="rId72"/>
              <a:stretch>
                <a:fillRect/>
              </a:stretch>
            </p:blipFill>
            <p:spPr>
              <a:xfrm>
                <a:off x="1994949" y="3631225"/>
                <a:ext cx="135000" cy="222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3">
            <p14:nvContentPartPr>
              <p14:cNvPr id="74" name="Cerneală 73">
                <a:extLst>
                  <a:ext uri="{FF2B5EF4-FFF2-40B4-BE49-F238E27FC236}">
                    <a16:creationId xmlns:a16="http://schemas.microsoft.com/office/drawing/2014/main" id="{3039551C-9019-4C81-9A8F-4C57353684C9}"/>
                  </a:ext>
                </a:extLst>
              </p14:cNvPr>
              <p14:cNvContentPartPr/>
              <p14:nvPr/>
            </p14:nvContentPartPr>
            <p14:xfrm>
              <a:off x="1974429" y="2580745"/>
              <a:ext cx="183240" cy="274320"/>
            </p14:xfrm>
          </p:contentPart>
        </mc:Choice>
        <mc:Fallback xmlns="">
          <p:pic>
            <p:nvPicPr>
              <p:cNvPr id="74" name="Cerneală 73">
                <a:extLst>
                  <a:ext uri="{FF2B5EF4-FFF2-40B4-BE49-F238E27FC236}">
                    <a16:creationId xmlns:a16="http://schemas.microsoft.com/office/drawing/2014/main" id="{3039551C-9019-4C81-9A8F-4C57353684C9}"/>
                  </a:ext>
                </a:extLst>
              </p:cNvPr>
              <p:cNvPicPr/>
              <p:nvPr/>
            </p:nvPicPr>
            <p:blipFill>
              <a:blip r:embed="rId74"/>
              <a:stretch>
                <a:fillRect/>
              </a:stretch>
            </p:blipFill>
            <p:spPr>
              <a:xfrm>
                <a:off x="1956429" y="2562745"/>
                <a:ext cx="218880" cy="309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5">
            <p14:nvContentPartPr>
              <p14:cNvPr id="75" name="Cerneală 74">
                <a:extLst>
                  <a:ext uri="{FF2B5EF4-FFF2-40B4-BE49-F238E27FC236}">
                    <a16:creationId xmlns:a16="http://schemas.microsoft.com/office/drawing/2014/main" id="{3F620475-A606-4797-8136-87E648E61AD1}"/>
                  </a:ext>
                </a:extLst>
              </p14:cNvPr>
              <p14:cNvContentPartPr/>
              <p14:nvPr/>
            </p14:nvContentPartPr>
            <p14:xfrm>
              <a:off x="1986309" y="1666345"/>
              <a:ext cx="117360" cy="215280"/>
            </p14:xfrm>
          </p:contentPart>
        </mc:Choice>
        <mc:Fallback xmlns="">
          <p:pic>
            <p:nvPicPr>
              <p:cNvPr id="75" name="Cerneală 74">
                <a:extLst>
                  <a:ext uri="{FF2B5EF4-FFF2-40B4-BE49-F238E27FC236}">
                    <a16:creationId xmlns:a16="http://schemas.microsoft.com/office/drawing/2014/main" id="{3F620475-A606-4797-8136-87E648E61AD1}"/>
                  </a:ext>
                </a:extLst>
              </p:cNvPr>
              <p:cNvPicPr/>
              <p:nvPr/>
            </p:nvPicPr>
            <p:blipFill>
              <a:blip r:embed="rId76"/>
              <a:stretch>
                <a:fillRect/>
              </a:stretch>
            </p:blipFill>
            <p:spPr>
              <a:xfrm>
                <a:off x="1968669" y="1648345"/>
                <a:ext cx="153000" cy="250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7">
            <p14:nvContentPartPr>
              <p14:cNvPr id="76" name="Cerneală 75">
                <a:extLst>
                  <a:ext uri="{FF2B5EF4-FFF2-40B4-BE49-F238E27FC236}">
                    <a16:creationId xmlns:a16="http://schemas.microsoft.com/office/drawing/2014/main" id="{EBA408BB-2163-4C1C-9DCF-DAE60BC938FC}"/>
                  </a:ext>
                </a:extLst>
              </p14:cNvPr>
              <p14:cNvContentPartPr/>
              <p14:nvPr/>
            </p14:nvContentPartPr>
            <p14:xfrm>
              <a:off x="2193309" y="5780065"/>
              <a:ext cx="15480" cy="152280"/>
            </p14:xfrm>
          </p:contentPart>
        </mc:Choice>
        <mc:Fallback xmlns="">
          <p:pic>
            <p:nvPicPr>
              <p:cNvPr id="76" name="Cerneală 75">
                <a:extLst>
                  <a:ext uri="{FF2B5EF4-FFF2-40B4-BE49-F238E27FC236}">
                    <a16:creationId xmlns:a16="http://schemas.microsoft.com/office/drawing/2014/main" id="{EBA408BB-2163-4C1C-9DCF-DAE60BC938FC}"/>
                  </a:ext>
                </a:extLst>
              </p:cNvPr>
              <p:cNvPicPr/>
              <p:nvPr/>
            </p:nvPicPr>
            <p:blipFill>
              <a:blip r:embed="rId78"/>
              <a:stretch>
                <a:fillRect/>
              </a:stretch>
            </p:blipFill>
            <p:spPr>
              <a:xfrm>
                <a:off x="2175669" y="5762065"/>
                <a:ext cx="51120" cy="187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9">
            <p14:nvContentPartPr>
              <p14:cNvPr id="77" name="Cerneală 76">
                <a:extLst>
                  <a:ext uri="{FF2B5EF4-FFF2-40B4-BE49-F238E27FC236}">
                    <a16:creationId xmlns:a16="http://schemas.microsoft.com/office/drawing/2014/main" id="{F3026273-CB0D-4EF5-920A-EFCB39D1CB33}"/>
                  </a:ext>
                </a:extLst>
              </p14:cNvPr>
              <p14:cNvContentPartPr/>
              <p14:nvPr/>
            </p14:nvContentPartPr>
            <p14:xfrm>
              <a:off x="2203749" y="6160225"/>
              <a:ext cx="360" cy="360"/>
            </p14:xfrm>
          </p:contentPart>
        </mc:Choice>
        <mc:Fallback xmlns="">
          <p:pic>
            <p:nvPicPr>
              <p:cNvPr id="77" name="Cerneală 76">
                <a:extLst>
                  <a:ext uri="{FF2B5EF4-FFF2-40B4-BE49-F238E27FC236}">
                    <a16:creationId xmlns:a16="http://schemas.microsoft.com/office/drawing/2014/main" id="{F3026273-CB0D-4EF5-920A-EFCB39D1CB33}"/>
                  </a:ext>
                </a:extLst>
              </p:cNvPr>
              <p:cNvPicPr/>
              <p:nvPr/>
            </p:nvPicPr>
            <p:blipFill>
              <a:blip r:embed="rId80"/>
              <a:stretch>
                <a:fillRect/>
              </a:stretch>
            </p:blipFill>
            <p:spPr>
              <a:xfrm>
                <a:off x="2186109" y="6142225"/>
                <a:ext cx="36000" cy="3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1">
            <p14:nvContentPartPr>
              <p14:cNvPr id="79" name="Cerneală 78">
                <a:extLst>
                  <a:ext uri="{FF2B5EF4-FFF2-40B4-BE49-F238E27FC236}">
                    <a16:creationId xmlns:a16="http://schemas.microsoft.com/office/drawing/2014/main" id="{12C711C7-0410-4418-A6A7-ACC9736F6DAC}"/>
                  </a:ext>
                </a:extLst>
              </p14:cNvPr>
              <p14:cNvContentPartPr/>
              <p14:nvPr/>
            </p14:nvContentPartPr>
            <p14:xfrm>
              <a:off x="1837989" y="5524465"/>
              <a:ext cx="266040" cy="657360"/>
            </p14:xfrm>
          </p:contentPart>
        </mc:Choice>
        <mc:Fallback xmlns="">
          <p:pic>
            <p:nvPicPr>
              <p:cNvPr id="79" name="Cerneală 78">
                <a:extLst>
                  <a:ext uri="{FF2B5EF4-FFF2-40B4-BE49-F238E27FC236}">
                    <a16:creationId xmlns:a16="http://schemas.microsoft.com/office/drawing/2014/main" id="{12C711C7-0410-4418-A6A7-ACC9736F6DAC}"/>
                  </a:ext>
                </a:extLst>
              </p:cNvPr>
              <p:cNvPicPr/>
              <p:nvPr/>
            </p:nvPicPr>
            <p:blipFill>
              <a:blip r:embed="rId82"/>
              <a:stretch>
                <a:fillRect/>
              </a:stretch>
            </p:blipFill>
            <p:spPr>
              <a:xfrm>
                <a:off x="1819989" y="5506825"/>
                <a:ext cx="301680" cy="693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3">
            <p14:nvContentPartPr>
              <p14:cNvPr id="80" name="Cerneală 79">
                <a:extLst>
                  <a:ext uri="{FF2B5EF4-FFF2-40B4-BE49-F238E27FC236}">
                    <a16:creationId xmlns:a16="http://schemas.microsoft.com/office/drawing/2014/main" id="{88A1B855-AE2A-4933-945A-51152DCB7FB9}"/>
                  </a:ext>
                </a:extLst>
              </p14:cNvPr>
              <p14:cNvContentPartPr/>
              <p14:nvPr/>
            </p14:nvContentPartPr>
            <p14:xfrm>
              <a:off x="2555469" y="4152865"/>
              <a:ext cx="19440" cy="158040"/>
            </p14:xfrm>
          </p:contentPart>
        </mc:Choice>
        <mc:Fallback xmlns="">
          <p:pic>
            <p:nvPicPr>
              <p:cNvPr id="80" name="Cerneală 79">
                <a:extLst>
                  <a:ext uri="{FF2B5EF4-FFF2-40B4-BE49-F238E27FC236}">
                    <a16:creationId xmlns:a16="http://schemas.microsoft.com/office/drawing/2014/main" id="{88A1B855-AE2A-4933-945A-51152DCB7FB9}"/>
                  </a:ext>
                </a:extLst>
              </p:cNvPr>
              <p:cNvPicPr/>
              <p:nvPr/>
            </p:nvPicPr>
            <p:blipFill>
              <a:blip r:embed="rId84"/>
              <a:stretch>
                <a:fillRect/>
              </a:stretch>
            </p:blipFill>
            <p:spPr>
              <a:xfrm>
                <a:off x="2537469" y="4135225"/>
                <a:ext cx="55080" cy="193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5">
            <p14:nvContentPartPr>
              <p14:cNvPr id="81" name="Cerneală 80">
                <a:extLst>
                  <a:ext uri="{FF2B5EF4-FFF2-40B4-BE49-F238E27FC236}">
                    <a16:creationId xmlns:a16="http://schemas.microsoft.com/office/drawing/2014/main" id="{8A4F9EAA-D6C7-4E04-8263-66BDB0F6720C}"/>
                  </a:ext>
                </a:extLst>
              </p14:cNvPr>
              <p14:cNvContentPartPr/>
              <p14:nvPr/>
            </p14:nvContentPartPr>
            <p14:xfrm>
              <a:off x="2543949" y="4595665"/>
              <a:ext cx="16200" cy="223920"/>
            </p14:xfrm>
          </p:contentPart>
        </mc:Choice>
        <mc:Fallback xmlns="">
          <p:pic>
            <p:nvPicPr>
              <p:cNvPr id="81" name="Cerneală 80">
                <a:extLst>
                  <a:ext uri="{FF2B5EF4-FFF2-40B4-BE49-F238E27FC236}">
                    <a16:creationId xmlns:a16="http://schemas.microsoft.com/office/drawing/2014/main" id="{8A4F9EAA-D6C7-4E04-8263-66BDB0F6720C}"/>
                  </a:ext>
                </a:extLst>
              </p:cNvPr>
              <p:cNvPicPr/>
              <p:nvPr/>
            </p:nvPicPr>
            <p:blipFill>
              <a:blip r:embed="rId86"/>
              <a:stretch>
                <a:fillRect/>
              </a:stretch>
            </p:blipFill>
            <p:spPr>
              <a:xfrm>
                <a:off x="2526309" y="4578025"/>
                <a:ext cx="51840" cy="259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7">
            <p14:nvContentPartPr>
              <p14:cNvPr id="82" name="Cerneală 81">
                <a:extLst>
                  <a:ext uri="{FF2B5EF4-FFF2-40B4-BE49-F238E27FC236}">
                    <a16:creationId xmlns:a16="http://schemas.microsoft.com/office/drawing/2014/main" id="{33315773-4777-4E6F-9DA7-C9230802540E}"/>
                  </a:ext>
                </a:extLst>
              </p14:cNvPr>
              <p14:cNvContentPartPr/>
              <p14:nvPr/>
            </p14:nvContentPartPr>
            <p14:xfrm>
              <a:off x="2545389" y="5000305"/>
              <a:ext cx="6120" cy="239040"/>
            </p14:xfrm>
          </p:contentPart>
        </mc:Choice>
        <mc:Fallback xmlns="">
          <p:pic>
            <p:nvPicPr>
              <p:cNvPr id="82" name="Cerneală 81">
                <a:extLst>
                  <a:ext uri="{FF2B5EF4-FFF2-40B4-BE49-F238E27FC236}">
                    <a16:creationId xmlns:a16="http://schemas.microsoft.com/office/drawing/2014/main" id="{33315773-4777-4E6F-9DA7-C9230802540E}"/>
                  </a:ext>
                </a:extLst>
              </p:cNvPr>
              <p:cNvPicPr/>
              <p:nvPr/>
            </p:nvPicPr>
            <p:blipFill>
              <a:blip r:embed="rId88"/>
              <a:stretch>
                <a:fillRect/>
              </a:stretch>
            </p:blipFill>
            <p:spPr>
              <a:xfrm>
                <a:off x="2527749" y="4982305"/>
                <a:ext cx="41760" cy="274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9">
            <p14:nvContentPartPr>
              <p14:cNvPr id="83" name="Cerneală 82">
                <a:extLst>
                  <a:ext uri="{FF2B5EF4-FFF2-40B4-BE49-F238E27FC236}">
                    <a16:creationId xmlns:a16="http://schemas.microsoft.com/office/drawing/2014/main" id="{E27E61D5-2A6A-43D9-9A10-938256CA342F}"/>
                  </a:ext>
                </a:extLst>
              </p14:cNvPr>
              <p14:cNvContentPartPr/>
              <p14:nvPr/>
            </p14:nvContentPartPr>
            <p14:xfrm>
              <a:off x="2568069" y="5394505"/>
              <a:ext cx="16200" cy="222480"/>
            </p14:xfrm>
          </p:contentPart>
        </mc:Choice>
        <mc:Fallback xmlns="">
          <p:pic>
            <p:nvPicPr>
              <p:cNvPr id="83" name="Cerneală 82">
                <a:extLst>
                  <a:ext uri="{FF2B5EF4-FFF2-40B4-BE49-F238E27FC236}">
                    <a16:creationId xmlns:a16="http://schemas.microsoft.com/office/drawing/2014/main" id="{E27E61D5-2A6A-43D9-9A10-938256CA342F}"/>
                  </a:ext>
                </a:extLst>
              </p:cNvPr>
              <p:cNvPicPr/>
              <p:nvPr/>
            </p:nvPicPr>
            <p:blipFill>
              <a:blip r:embed="rId90"/>
              <a:stretch>
                <a:fillRect/>
              </a:stretch>
            </p:blipFill>
            <p:spPr>
              <a:xfrm>
                <a:off x="2550429" y="5376865"/>
                <a:ext cx="51840" cy="258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1">
            <p14:nvContentPartPr>
              <p14:cNvPr id="86" name="Cerneală 85">
                <a:extLst>
                  <a:ext uri="{FF2B5EF4-FFF2-40B4-BE49-F238E27FC236}">
                    <a16:creationId xmlns:a16="http://schemas.microsoft.com/office/drawing/2014/main" id="{AB5F134B-68F3-486A-AF0F-5972949C1128}"/>
                  </a:ext>
                </a:extLst>
              </p14:cNvPr>
              <p14:cNvContentPartPr/>
              <p14:nvPr/>
            </p14:nvContentPartPr>
            <p14:xfrm>
              <a:off x="2331549" y="4620505"/>
              <a:ext cx="94680" cy="186840"/>
            </p14:xfrm>
          </p:contentPart>
        </mc:Choice>
        <mc:Fallback xmlns="">
          <p:pic>
            <p:nvPicPr>
              <p:cNvPr id="86" name="Cerneală 85">
                <a:extLst>
                  <a:ext uri="{FF2B5EF4-FFF2-40B4-BE49-F238E27FC236}">
                    <a16:creationId xmlns:a16="http://schemas.microsoft.com/office/drawing/2014/main" id="{AB5F134B-68F3-486A-AF0F-5972949C1128}"/>
                  </a:ext>
                </a:extLst>
              </p:cNvPr>
              <p:cNvPicPr/>
              <p:nvPr/>
            </p:nvPicPr>
            <p:blipFill>
              <a:blip r:embed="rId92"/>
              <a:stretch>
                <a:fillRect/>
              </a:stretch>
            </p:blipFill>
            <p:spPr>
              <a:xfrm>
                <a:off x="2313549" y="4602505"/>
                <a:ext cx="130320" cy="222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3">
            <p14:nvContentPartPr>
              <p14:cNvPr id="87" name="Cerneală 86">
                <a:extLst>
                  <a:ext uri="{FF2B5EF4-FFF2-40B4-BE49-F238E27FC236}">
                    <a16:creationId xmlns:a16="http://schemas.microsoft.com/office/drawing/2014/main" id="{15D617C3-1D5E-4292-9A77-CCC83FFDDB4D}"/>
                  </a:ext>
                </a:extLst>
              </p14:cNvPr>
              <p14:cNvContentPartPr/>
              <p14:nvPr/>
            </p14:nvContentPartPr>
            <p14:xfrm>
              <a:off x="2325069" y="3626905"/>
              <a:ext cx="127440" cy="194760"/>
            </p14:xfrm>
          </p:contentPart>
        </mc:Choice>
        <mc:Fallback xmlns="">
          <p:pic>
            <p:nvPicPr>
              <p:cNvPr id="87" name="Cerneală 86">
                <a:extLst>
                  <a:ext uri="{FF2B5EF4-FFF2-40B4-BE49-F238E27FC236}">
                    <a16:creationId xmlns:a16="http://schemas.microsoft.com/office/drawing/2014/main" id="{15D617C3-1D5E-4292-9A77-CCC83FFDDB4D}"/>
                  </a:ext>
                </a:extLst>
              </p:cNvPr>
              <p:cNvPicPr/>
              <p:nvPr/>
            </p:nvPicPr>
            <p:blipFill>
              <a:blip r:embed="rId94"/>
              <a:stretch>
                <a:fillRect/>
              </a:stretch>
            </p:blipFill>
            <p:spPr>
              <a:xfrm>
                <a:off x="2307429" y="3609265"/>
                <a:ext cx="163080" cy="230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5">
            <p14:nvContentPartPr>
              <p14:cNvPr id="88" name="Cerneală 87">
                <a:extLst>
                  <a:ext uri="{FF2B5EF4-FFF2-40B4-BE49-F238E27FC236}">
                    <a16:creationId xmlns:a16="http://schemas.microsoft.com/office/drawing/2014/main" id="{C3C754AA-6980-41FA-BD0A-16D8B2144432}"/>
                  </a:ext>
                </a:extLst>
              </p14:cNvPr>
              <p14:cNvContentPartPr/>
              <p14:nvPr/>
            </p14:nvContentPartPr>
            <p14:xfrm>
              <a:off x="2276109" y="2529985"/>
              <a:ext cx="195120" cy="269640"/>
            </p14:xfrm>
          </p:contentPart>
        </mc:Choice>
        <mc:Fallback xmlns="">
          <p:pic>
            <p:nvPicPr>
              <p:cNvPr id="88" name="Cerneală 87">
                <a:extLst>
                  <a:ext uri="{FF2B5EF4-FFF2-40B4-BE49-F238E27FC236}">
                    <a16:creationId xmlns:a16="http://schemas.microsoft.com/office/drawing/2014/main" id="{C3C754AA-6980-41FA-BD0A-16D8B2144432}"/>
                  </a:ext>
                </a:extLst>
              </p:cNvPr>
              <p:cNvPicPr/>
              <p:nvPr/>
            </p:nvPicPr>
            <p:blipFill>
              <a:blip r:embed="rId96"/>
              <a:stretch>
                <a:fillRect/>
              </a:stretch>
            </p:blipFill>
            <p:spPr>
              <a:xfrm>
                <a:off x="2258109" y="2511985"/>
                <a:ext cx="230760" cy="305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7">
            <p14:nvContentPartPr>
              <p14:cNvPr id="89" name="Cerneală 88">
                <a:extLst>
                  <a:ext uri="{FF2B5EF4-FFF2-40B4-BE49-F238E27FC236}">
                    <a16:creationId xmlns:a16="http://schemas.microsoft.com/office/drawing/2014/main" id="{341C5FC7-A23A-4B0B-9472-17AB889E92BC}"/>
                  </a:ext>
                </a:extLst>
              </p14:cNvPr>
              <p14:cNvContentPartPr/>
              <p14:nvPr/>
            </p14:nvContentPartPr>
            <p14:xfrm>
              <a:off x="2309589" y="1611985"/>
              <a:ext cx="202320" cy="275040"/>
            </p14:xfrm>
          </p:contentPart>
        </mc:Choice>
        <mc:Fallback xmlns="">
          <p:pic>
            <p:nvPicPr>
              <p:cNvPr id="89" name="Cerneală 88">
                <a:extLst>
                  <a:ext uri="{FF2B5EF4-FFF2-40B4-BE49-F238E27FC236}">
                    <a16:creationId xmlns:a16="http://schemas.microsoft.com/office/drawing/2014/main" id="{341C5FC7-A23A-4B0B-9472-17AB889E92BC}"/>
                  </a:ext>
                </a:extLst>
              </p:cNvPr>
              <p:cNvPicPr/>
              <p:nvPr/>
            </p:nvPicPr>
            <p:blipFill>
              <a:blip r:embed="rId98"/>
              <a:stretch>
                <a:fillRect/>
              </a:stretch>
            </p:blipFill>
            <p:spPr>
              <a:xfrm>
                <a:off x="2291949" y="1593985"/>
                <a:ext cx="237960" cy="310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9">
            <p14:nvContentPartPr>
              <p14:cNvPr id="90" name="Cerneală 89">
                <a:extLst>
                  <a:ext uri="{FF2B5EF4-FFF2-40B4-BE49-F238E27FC236}">
                    <a16:creationId xmlns:a16="http://schemas.microsoft.com/office/drawing/2014/main" id="{5806434F-2685-4283-A5E2-17DB1D5CE5FB}"/>
                  </a:ext>
                </a:extLst>
              </p14:cNvPr>
              <p14:cNvContentPartPr/>
              <p14:nvPr/>
            </p14:nvContentPartPr>
            <p14:xfrm>
              <a:off x="2299869" y="5799865"/>
              <a:ext cx="151560" cy="253800"/>
            </p14:xfrm>
          </p:contentPart>
        </mc:Choice>
        <mc:Fallback xmlns="">
          <p:pic>
            <p:nvPicPr>
              <p:cNvPr id="90" name="Cerneală 89">
                <a:extLst>
                  <a:ext uri="{FF2B5EF4-FFF2-40B4-BE49-F238E27FC236}">
                    <a16:creationId xmlns:a16="http://schemas.microsoft.com/office/drawing/2014/main" id="{5806434F-2685-4283-A5E2-17DB1D5CE5FB}"/>
                  </a:ext>
                </a:extLst>
              </p:cNvPr>
              <p:cNvPicPr/>
              <p:nvPr/>
            </p:nvPicPr>
            <p:blipFill>
              <a:blip r:embed="rId100"/>
              <a:stretch>
                <a:fillRect/>
              </a:stretch>
            </p:blipFill>
            <p:spPr>
              <a:xfrm>
                <a:off x="2282229" y="5782225"/>
                <a:ext cx="187200" cy="289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1">
            <p14:nvContentPartPr>
              <p14:cNvPr id="91" name="Cerneală 90">
                <a:extLst>
                  <a:ext uri="{FF2B5EF4-FFF2-40B4-BE49-F238E27FC236}">
                    <a16:creationId xmlns:a16="http://schemas.microsoft.com/office/drawing/2014/main" id="{A265295B-7070-496B-B3A4-49F8A8205640}"/>
                  </a:ext>
                </a:extLst>
              </p14:cNvPr>
              <p14:cNvContentPartPr/>
              <p14:nvPr/>
            </p14:nvContentPartPr>
            <p14:xfrm>
              <a:off x="2835189" y="2160625"/>
              <a:ext cx="14040" cy="158400"/>
            </p14:xfrm>
          </p:contentPart>
        </mc:Choice>
        <mc:Fallback xmlns="">
          <p:pic>
            <p:nvPicPr>
              <p:cNvPr id="91" name="Cerneală 90">
                <a:extLst>
                  <a:ext uri="{FF2B5EF4-FFF2-40B4-BE49-F238E27FC236}">
                    <a16:creationId xmlns:a16="http://schemas.microsoft.com/office/drawing/2014/main" id="{A265295B-7070-496B-B3A4-49F8A8205640}"/>
                  </a:ext>
                </a:extLst>
              </p:cNvPr>
              <p:cNvPicPr/>
              <p:nvPr/>
            </p:nvPicPr>
            <p:blipFill>
              <a:blip r:embed="rId102"/>
              <a:stretch>
                <a:fillRect/>
              </a:stretch>
            </p:blipFill>
            <p:spPr>
              <a:xfrm>
                <a:off x="2817549" y="2142625"/>
                <a:ext cx="49680" cy="194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3">
            <p14:nvContentPartPr>
              <p14:cNvPr id="92" name="Cerneală 91">
                <a:extLst>
                  <a:ext uri="{FF2B5EF4-FFF2-40B4-BE49-F238E27FC236}">
                    <a16:creationId xmlns:a16="http://schemas.microsoft.com/office/drawing/2014/main" id="{D878E7CB-4C03-4FAD-A0BB-8E8BFF1E3E99}"/>
                  </a:ext>
                </a:extLst>
              </p14:cNvPr>
              <p14:cNvContentPartPr/>
              <p14:nvPr/>
            </p14:nvContentPartPr>
            <p14:xfrm>
              <a:off x="2829789" y="2569585"/>
              <a:ext cx="5040" cy="192960"/>
            </p14:xfrm>
          </p:contentPart>
        </mc:Choice>
        <mc:Fallback xmlns="">
          <p:pic>
            <p:nvPicPr>
              <p:cNvPr id="92" name="Cerneală 91">
                <a:extLst>
                  <a:ext uri="{FF2B5EF4-FFF2-40B4-BE49-F238E27FC236}">
                    <a16:creationId xmlns:a16="http://schemas.microsoft.com/office/drawing/2014/main" id="{D878E7CB-4C03-4FAD-A0BB-8E8BFF1E3E99}"/>
                  </a:ext>
                </a:extLst>
              </p:cNvPr>
              <p:cNvPicPr/>
              <p:nvPr/>
            </p:nvPicPr>
            <p:blipFill>
              <a:blip r:embed="rId104"/>
              <a:stretch>
                <a:fillRect/>
              </a:stretch>
            </p:blipFill>
            <p:spPr>
              <a:xfrm>
                <a:off x="2811789" y="2551945"/>
                <a:ext cx="40680" cy="228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5">
            <p14:nvContentPartPr>
              <p14:cNvPr id="93" name="Cerneală 92">
                <a:extLst>
                  <a:ext uri="{FF2B5EF4-FFF2-40B4-BE49-F238E27FC236}">
                    <a16:creationId xmlns:a16="http://schemas.microsoft.com/office/drawing/2014/main" id="{E26293E6-70CF-478E-BDA1-5A0A55B2F376}"/>
                  </a:ext>
                </a:extLst>
              </p14:cNvPr>
              <p14:cNvContentPartPr/>
              <p14:nvPr/>
            </p14:nvContentPartPr>
            <p14:xfrm>
              <a:off x="2861469" y="3084385"/>
              <a:ext cx="7200" cy="210600"/>
            </p14:xfrm>
          </p:contentPart>
        </mc:Choice>
        <mc:Fallback xmlns="">
          <p:pic>
            <p:nvPicPr>
              <p:cNvPr id="93" name="Cerneală 92">
                <a:extLst>
                  <a:ext uri="{FF2B5EF4-FFF2-40B4-BE49-F238E27FC236}">
                    <a16:creationId xmlns:a16="http://schemas.microsoft.com/office/drawing/2014/main" id="{E26293E6-70CF-478E-BDA1-5A0A55B2F376}"/>
                  </a:ext>
                </a:extLst>
              </p:cNvPr>
              <p:cNvPicPr/>
              <p:nvPr/>
            </p:nvPicPr>
            <p:blipFill>
              <a:blip r:embed="rId106"/>
              <a:stretch>
                <a:fillRect/>
              </a:stretch>
            </p:blipFill>
            <p:spPr>
              <a:xfrm>
                <a:off x="2843469" y="3066745"/>
                <a:ext cx="42840" cy="246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7">
            <p14:nvContentPartPr>
              <p14:cNvPr id="94" name="Cerneală 93">
                <a:extLst>
                  <a:ext uri="{FF2B5EF4-FFF2-40B4-BE49-F238E27FC236}">
                    <a16:creationId xmlns:a16="http://schemas.microsoft.com/office/drawing/2014/main" id="{E5C0950A-D7C2-4608-9C7A-CD914443CBD8}"/>
                  </a:ext>
                </a:extLst>
              </p14:cNvPr>
              <p14:cNvContentPartPr/>
              <p14:nvPr/>
            </p14:nvContentPartPr>
            <p14:xfrm>
              <a:off x="2882349" y="3859465"/>
              <a:ext cx="15120" cy="254520"/>
            </p14:xfrm>
          </p:contentPart>
        </mc:Choice>
        <mc:Fallback xmlns="">
          <p:pic>
            <p:nvPicPr>
              <p:cNvPr id="94" name="Cerneală 93">
                <a:extLst>
                  <a:ext uri="{FF2B5EF4-FFF2-40B4-BE49-F238E27FC236}">
                    <a16:creationId xmlns:a16="http://schemas.microsoft.com/office/drawing/2014/main" id="{E5C0950A-D7C2-4608-9C7A-CD914443CBD8}"/>
                  </a:ext>
                </a:extLst>
              </p:cNvPr>
              <p:cNvPicPr/>
              <p:nvPr/>
            </p:nvPicPr>
            <p:blipFill>
              <a:blip r:embed="rId108"/>
              <a:stretch>
                <a:fillRect/>
              </a:stretch>
            </p:blipFill>
            <p:spPr>
              <a:xfrm>
                <a:off x="2864349" y="3841465"/>
                <a:ext cx="50760" cy="290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9">
            <p14:nvContentPartPr>
              <p14:cNvPr id="95" name="Cerneală 94">
                <a:extLst>
                  <a:ext uri="{FF2B5EF4-FFF2-40B4-BE49-F238E27FC236}">
                    <a16:creationId xmlns:a16="http://schemas.microsoft.com/office/drawing/2014/main" id="{C56ACDEA-0935-4AEC-A1D0-B12ACEA7617A}"/>
                  </a:ext>
                </a:extLst>
              </p14:cNvPr>
              <p14:cNvContentPartPr/>
              <p14:nvPr/>
            </p14:nvContentPartPr>
            <p14:xfrm>
              <a:off x="2859309" y="4644265"/>
              <a:ext cx="23400" cy="213480"/>
            </p14:xfrm>
          </p:contentPart>
        </mc:Choice>
        <mc:Fallback xmlns="">
          <p:pic>
            <p:nvPicPr>
              <p:cNvPr id="95" name="Cerneală 94">
                <a:extLst>
                  <a:ext uri="{FF2B5EF4-FFF2-40B4-BE49-F238E27FC236}">
                    <a16:creationId xmlns:a16="http://schemas.microsoft.com/office/drawing/2014/main" id="{C56ACDEA-0935-4AEC-A1D0-B12ACEA7617A}"/>
                  </a:ext>
                </a:extLst>
              </p:cNvPr>
              <p:cNvPicPr/>
              <p:nvPr/>
            </p:nvPicPr>
            <p:blipFill>
              <a:blip r:embed="rId110"/>
              <a:stretch>
                <a:fillRect/>
              </a:stretch>
            </p:blipFill>
            <p:spPr>
              <a:xfrm>
                <a:off x="2841669" y="4626265"/>
                <a:ext cx="59040" cy="249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1">
            <p14:nvContentPartPr>
              <p14:cNvPr id="96" name="Cerneală 95">
                <a:extLst>
                  <a:ext uri="{FF2B5EF4-FFF2-40B4-BE49-F238E27FC236}">
                    <a16:creationId xmlns:a16="http://schemas.microsoft.com/office/drawing/2014/main" id="{F651530C-3BC2-4CAE-A1B7-82FCE6ECCE17}"/>
                  </a:ext>
                </a:extLst>
              </p14:cNvPr>
              <p14:cNvContentPartPr/>
              <p14:nvPr/>
            </p14:nvContentPartPr>
            <p14:xfrm>
              <a:off x="2877669" y="5086705"/>
              <a:ext cx="360" cy="260280"/>
            </p14:xfrm>
          </p:contentPart>
        </mc:Choice>
        <mc:Fallback xmlns="">
          <p:pic>
            <p:nvPicPr>
              <p:cNvPr id="96" name="Cerneală 95">
                <a:extLst>
                  <a:ext uri="{FF2B5EF4-FFF2-40B4-BE49-F238E27FC236}">
                    <a16:creationId xmlns:a16="http://schemas.microsoft.com/office/drawing/2014/main" id="{F651530C-3BC2-4CAE-A1B7-82FCE6ECCE17}"/>
                  </a:ext>
                </a:extLst>
              </p:cNvPr>
              <p:cNvPicPr/>
              <p:nvPr/>
            </p:nvPicPr>
            <p:blipFill>
              <a:blip r:embed="rId112"/>
              <a:stretch>
                <a:fillRect/>
              </a:stretch>
            </p:blipFill>
            <p:spPr>
              <a:xfrm>
                <a:off x="2859669" y="5069065"/>
                <a:ext cx="36000" cy="295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3">
            <p14:nvContentPartPr>
              <p14:cNvPr id="97" name="Cerneală 96">
                <a:extLst>
                  <a:ext uri="{FF2B5EF4-FFF2-40B4-BE49-F238E27FC236}">
                    <a16:creationId xmlns:a16="http://schemas.microsoft.com/office/drawing/2014/main" id="{E23B61A3-2EC0-432B-A7D5-027632EA78B1}"/>
                  </a:ext>
                </a:extLst>
              </p14:cNvPr>
              <p14:cNvContentPartPr/>
              <p14:nvPr/>
            </p14:nvContentPartPr>
            <p14:xfrm>
              <a:off x="2898549" y="5587105"/>
              <a:ext cx="7920" cy="229320"/>
            </p14:xfrm>
          </p:contentPart>
        </mc:Choice>
        <mc:Fallback xmlns="">
          <p:pic>
            <p:nvPicPr>
              <p:cNvPr id="97" name="Cerneală 96">
                <a:extLst>
                  <a:ext uri="{FF2B5EF4-FFF2-40B4-BE49-F238E27FC236}">
                    <a16:creationId xmlns:a16="http://schemas.microsoft.com/office/drawing/2014/main" id="{E23B61A3-2EC0-432B-A7D5-027632EA78B1}"/>
                  </a:ext>
                </a:extLst>
              </p:cNvPr>
              <p:cNvPicPr/>
              <p:nvPr/>
            </p:nvPicPr>
            <p:blipFill>
              <a:blip r:embed="rId114"/>
              <a:stretch>
                <a:fillRect/>
              </a:stretch>
            </p:blipFill>
            <p:spPr>
              <a:xfrm>
                <a:off x="2880909" y="5569105"/>
                <a:ext cx="43560" cy="264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5">
            <p14:nvContentPartPr>
              <p14:cNvPr id="98" name="Cerneală 97">
                <a:extLst>
                  <a:ext uri="{FF2B5EF4-FFF2-40B4-BE49-F238E27FC236}">
                    <a16:creationId xmlns:a16="http://schemas.microsoft.com/office/drawing/2014/main" id="{D5B533FC-03C7-432E-8DC9-961BC83612EF}"/>
                  </a:ext>
                </a:extLst>
              </p14:cNvPr>
              <p14:cNvContentPartPr/>
              <p14:nvPr/>
            </p14:nvContentPartPr>
            <p14:xfrm>
              <a:off x="2930589" y="6102265"/>
              <a:ext cx="13680" cy="129960"/>
            </p14:xfrm>
          </p:contentPart>
        </mc:Choice>
        <mc:Fallback xmlns="">
          <p:pic>
            <p:nvPicPr>
              <p:cNvPr id="98" name="Cerneală 97">
                <a:extLst>
                  <a:ext uri="{FF2B5EF4-FFF2-40B4-BE49-F238E27FC236}">
                    <a16:creationId xmlns:a16="http://schemas.microsoft.com/office/drawing/2014/main" id="{D5B533FC-03C7-432E-8DC9-961BC83612EF}"/>
                  </a:ext>
                </a:extLst>
              </p:cNvPr>
              <p:cNvPicPr/>
              <p:nvPr/>
            </p:nvPicPr>
            <p:blipFill>
              <a:blip r:embed="rId116"/>
              <a:stretch>
                <a:fillRect/>
              </a:stretch>
            </p:blipFill>
            <p:spPr>
              <a:xfrm>
                <a:off x="2912949" y="6084265"/>
                <a:ext cx="49320" cy="165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7">
            <p14:nvContentPartPr>
              <p14:cNvPr id="99" name="Cerneală 98">
                <a:extLst>
                  <a:ext uri="{FF2B5EF4-FFF2-40B4-BE49-F238E27FC236}">
                    <a16:creationId xmlns:a16="http://schemas.microsoft.com/office/drawing/2014/main" id="{9255B561-DFBF-4020-9E33-F1C95AEA8AD4}"/>
                  </a:ext>
                </a:extLst>
              </p14:cNvPr>
              <p14:cNvContentPartPr/>
              <p14:nvPr/>
            </p14:nvContentPartPr>
            <p14:xfrm>
              <a:off x="2665989" y="4643185"/>
              <a:ext cx="97200" cy="201960"/>
            </p14:xfrm>
          </p:contentPart>
        </mc:Choice>
        <mc:Fallback xmlns="">
          <p:pic>
            <p:nvPicPr>
              <p:cNvPr id="99" name="Cerneală 98">
                <a:extLst>
                  <a:ext uri="{FF2B5EF4-FFF2-40B4-BE49-F238E27FC236}">
                    <a16:creationId xmlns:a16="http://schemas.microsoft.com/office/drawing/2014/main" id="{9255B561-DFBF-4020-9E33-F1C95AEA8AD4}"/>
                  </a:ext>
                </a:extLst>
              </p:cNvPr>
              <p:cNvPicPr/>
              <p:nvPr/>
            </p:nvPicPr>
            <p:blipFill>
              <a:blip r:embed="rId118"/>
              <a:stretch>
                <a:fillRect/>
              </a:stretch>
            </p:blipFill>
            <p:spPr>
              <a:xfrm>
                <a:off x="2647989" y="4625185"/>
                <a:ext cx="132840" cy="237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9">
            <p14:nvContentPartPr>
              <p14:cNvPr id="100" name="Cerneală 99">
                <a:extLst>
                  <a:ext uri="{FF2B5EF4-FFF2-40B4-BE49-F238E27FC236}">
                    <a16:creationId xmlns:a16="http://schemas.microsoft.com/office/drawing/2014/main" id="{A2097F7E-8EE1-4768-AB4E-4FC262B54CD1}"/>
                  </a:ext>
                </a:extLst>
              </p14:cNvPr>
              <p14:cNvContentPartPr/>
              <p14:nvPr/>
            </p14:nvContentPartPr>
            <p14:xfrm>
              <a:off x="2656269" y="3658585"/>
              <a:ext cx="57600" cy="241560"/>
            </p14:xfrm>
          </p:contentPart>
        </mc:Choice>
        <mc:Fallback xmlns="">
          <p:pic>
            <p:nvPicPr>
              <p:cNvPr id="100" name="Cerneală 99">
                <a:extLst>
                  <a:ext uri="{FF2B5EF4-FFF2-40B4-BE49-F238E27FC236}">
                    <a16:creationId xmlns:a16="http://schemas.microsoft.com/office/drawing/2014/main" id="{A2097F7E-8EE1-4768-AB4E-4FC262B54CD1}"/>
                  </a:ext>
                </a:extLst>
              </p:cNvPr>
              <p:cNvPicPr/>
              <p:nvPr/>
            </p:nvPicPr>
            <p:blipFill>
              <a:blip r:embed="rId120"/>
              <a:stretch>
                <a:fillRect/>
              </a:stretch>
            </p:blipFill>
            <p:spPr>
              <a:xfrm>
                <a:off x="2638269" y="3640585"/>
                <a:ext cx="93240" cy="277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1">
            <p14:nvContentPartPr>
              <p14:cNvPr id="101" name="Cerneală 100">
                <a:extLst>
                  <a:ext uri="{FF2B5EF4-FFF2-40B4-BE49-F238E27FC236}">
                    <a16:creationId xmlns:a16="http://schemas.microsoft.com/office/drawing/2014/main" id="{D7D3D23F-5178-46B5-9AD3-5A460F1E1718}"/>
                  </a:ext>
                </a:extLst>
              </p14:cNvPr>
              <p14:cNvContentPartPr/>
              <p14:nvPr/>
            </p14:nvContentPartPr>
            <p14:xfrm>
              <a:off x="2610549" y="2619985"/>
              <a:ext cx="114840" cy="226440"/>
            </p14:xfrm>
          </p:contentPart>
        </mc:Choice>
        <mc:Fallback xmlns="">
          <p:pic>
            <p:nvPicPr>
              <p:cNvPr id="101" name="Cerneală 100">
                <a:extLst>
                  <a:ext uri="{FF2B5EF4-FFF2-40B4-BE49-F238E27FC236}">
                    <a16:creationId xmlns:a16="http://schemas.microsoft.com/office/drawing/2014/main" id="{D7D3D23F-5178-46B5-9AD3-5A460F1E1718}"/>
                  </a:ext>
                </a:extLst>
              </p:cNvPr>
              <p:cNvPicPr/>
              <p:nvPr/>
            </p:nvPicPr>
            <p:blipFill>
              <a:blip r:embed="rId122"/>
              <a:stretch>
                <a:fillRect/>
              </a:stretch>
            </p:blipFill>
            <p:spPr>
              <a:xfrm>
                <a:off x="2592909" y="2602345"/>
                <a:ext cx="150480" cy="262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3">
            <p14:nvContentPartPr>
              <p14:cNvPr id="102" name="Cerneală 101">
                <a:extLst>
                  <a:ext uri="{FF2B5EF4-FFF2-40B4-BE49-F238E27FC236}">
                    <a16:creationId xmlns:a16="http://schemas.microsoft.com/office/drawing/2014/main" id="{6CF51DB3-6334-4932-A1A5-457319FB89AA}"/>
                  </a:ext>
                </a:extLst>
              </p14:cNvPr>
              <p14:cNvContentPartPr/>
              <p14:nvPr/>
            </p14:nvContentPartPr>
            <p14:xfrm>
              <a:off x="2673549" y="1708825"/>
              <a:ext cx="70920" cy="227880"/>
            </p14:xfrm>
          </p:contentPart>
        </mc:Choice>
        <mc:Fallback xmlns="">
          <p:pic>
            <p:nvPicPr>
              <p:cNvPr id="102" name="Cerneală 101">
                <a:extLst>
                  <a:ext uri="{FF2B5EF4-FFF2-40B4-BE49-F238E27FC236}">
                    <a16:creationId xmlns:a16="http://schemas.microsoft.com/office/drawing/2014/main" id="{6CF51DB3-6334-4932-A1A5-457319FB89AA}"/>
                  </a:ext>
                </a:extLst>
              </p:cNvPr>
              <p:cNvPicPr/>
              <p:nvPr/>
            </p:nvPicPr>
            <p:blipFill>
              <a:blip r:embed="rId124"/>
              <a:stretch>
                <a:fillRect/>
              </a:stretch>
            </p:blipFill>
            <p:spPr>
              <a:xfrm>
                <a:off x="2655549" y="1690825"/>
                <a:ext cx="106560" cy="263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5">
            <p14:nvContentPartPr>
              <p14:cNvPr id="105" name="Cerneală 104">
                <a:extLst>
                  <a:ext uri="{FF2B5EF4-FFF2-40B4-BE49-F238E27FC236}">
                    <a16:creationId xmlns:a16="http://schemas.microsoft.com/office/drawing/2014/main" id="{13061260-A243-49FD-9B38-549FE67765EF}"/>
                  </a:ext>
                </a:extLst>
              </p14:cNvPr>
              <p14:cNvContentPartPr/>
              <p14:nvPr/>
            </p14:nvContentPartPr>
            <p14:xfrm>
              <a:off x="2580309" y="5731465"/>
              <a:ext cx="208800" cy="472320"/>
            </p14:xfrm>
          </p:contentPart>
        </mc:Choice>
        <mc:Fallback xmlns="">
          <p:pic>
            <p:nvPicPr>
              <p:cNvPr id="105" name="Cerneală 104">
                <a:extLst>
                  <a:ext uri="{FF2B5EF4-FFF2-40B4-BE49-F238E27FC236}">
                    <a16:creationId xmlns:a16="http://schemas.microsoft.com/office/drawing/2014/main" id="{13061260-A243-49FD-9B38-549FE67765EF}"/>
                  </a:ext>
                </a:extLst>
              </p:cNvPr>
              <p:cNvPicPr/>
              <p:nvPr/>
            </p:nvPicPr>
            <p:blipFill>
              <a:blip r:embed="rId126"/>
              <a:stretch>
                <a:fillRect/>
              </a:stretch>
            </p:blipFill>
            <p:spPr>
              <a:xfrm>
                <a:off x="2562639" y="5713825"/>
                <a:ext cx="244502" cy="507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7">
            <p14:nvContentPartPr>
              <p14:cNvPr id="106" name="Cerneală 105">
                <a:extLst>
                  <a:ext uri="{FF2B5EF4-FFF2-40B4-BE49-F238E27FC236}">
                    <a16:creationId xmlns:a16="http://schemas.microsoft.com/office/drawing/2014/main" id="{7E7C6A14-CD09-4931-9551-CE42FDA4EF2E}"/>
                  </a:ext>
                </a:extLst>
              </p14:cNvPr>
              <p14:cNvContentPartPr/>
              <p14:nvPr/>
            </p14:nvContentPartPr>
            <p14:xfrm>
              <a:off x="3191589" y="3363745"/>
              <a:ext cx="3960" cy="176400"/>
            </p14:xfrm>
          </p:contentPart>
        </mc:Choice>
        <mc:Fallback xmlns="">
          <p:pic>
            <p:nvPicPr>
              <p:cNvPr id="106" name="Cerneală 105">
                <a:extLst>
                  <a:ext uri="{FF2B5EF4-FFF2-40B4-BE49-F238E27FC236}">
                    <a16:creationId xmlns:a16="http://schemas.microsoft.com/office/drawing/2014/main" id="{7E7C6A14-CD09-4931-9551-CE42FDA4EF2E}"/>
                  </a:ext>
                </a:extLst>
              </p:cNvPr>
              <p:cNvPicPr/>
              <p:nvPr/>
            </p:nvPicPr>
            <p:blipFill>
              <a:blip r:embed="rId128"/>
              <a:stretch>
                <a:fillRect/>
              </a:stretch>
            </p:blipFill>
            <p:spPr>
              <a:xfrm>
                <a:off x="3173949" y="3346105"/>
                <a:ext cx="39600" cy="212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9">
            <p14:nvContentPartPr>
              <p14:cNvPr id="107" name="Cerneală 106">
                <a:extLst>
                  <a:ext uri="{FF2B5EF4-FFF2-40B4-BE49-F238E27FC236}">
                    <a16:creationId xmlns:a16="http://schemas.microsoft.com/office/drawing/2014/main" id="{0F46B292-334E-45F5-A6C7-8D7F0BE12284}"/>
                  </a:ext>
                </a:extLst>
              </p14:cNvPr>
              <p14:cNvContentPartPr/>
              <p14:nvPr/>
            </p14:nvContentPartPr>
            <p14:xfrm>
              <a:off x="3186189" y="3830665"/>
              <a:ext cx="28800" cy="298440"/>
            </p14:xfrm>
          </p:contentPart>
        </mc:Choice>
        <mc:Fallback xmlns="">
          <p:pic>
            <p:nvPicPr>
              <p:cNvPr id="107" name="Cerneală 106">
                <a:extLst>
                  <a:ext uri="{FF2B5EF4-FFF2-40B4-BE49-F238E27FC236}">
                    <a16:creationId xmlns:a16="http://schemas.microsoft.com/office/drawing/2014/main" id="{0F46B292-334E-45F5-A6C7-8D7F0BE12284}"/>
                  </a:ext>
                </a:extLst>
              </p:cNvPr>
              <p:cNvPicPr/>
              <p:nvPr/>
            </p:nvPicPr>
            <p:blipFill>
              <a:blip r:embed="rId130"/>
              <a:stretch>
                <a:fillRect/>
              </a:stretch>
            </p:blipFill>
            <p:spPr>
              <a:xfrm>
                <a:off x="3168549" y="3812665"/>
                <a:ext cx="64440" cy="334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1">
            <p14:nvContentPartPr>
              <p14:cNvPr id="108" name="Cerneală 107">
                <a:extLst>
                  <a:ext uri="{FF2B5EF4-FFF2-40B4-BE49-F238E27FC236}">
                    <a16:creationId xmlns:a16="http://schemas.microsoft.com/office/drawing/2014/main" id="{13179166-C9CA-4C51-B9A2-F3DB59E5FB6C}"/>
                  </a:ext>
                </a:extLst>
              </p14:cNvPr>
              <p14:cNvContentPartPr/>
              <p14:nvPr/>
            </p14:nvContentPartPr>
            <p14:xfrm>
              <a:off x="3175389" y="4638865"/>
              <a:ext cx="15480" cy="359280"/>
            </p14:xfrm>
          </p:contentPart>
        </mc:Choice>
        <mc:Fallback xmlns="">
          <p:pic>
            <p:nvPicPr>
              <p:cNvPr id="108" name="Cerneală 107">
                <a:extLst>
                  <a:ext uri="{FF2B5EF4-FFF2-40B4-BE49-F238E27FC236}">
                    <a16:creationId xmlns:a16="http://schemas.microsoft.com/office/drawing/2014/main" id="{13179166-C9CA-4C51-B9A2-F3DB59E5FB6C}"/>
                  </a:ext>
                </a:extLst>
              </p:cNvPr>
              <p:cNvPicPr/>
              <p:nvPr/>
            </p:nvPicPr>
            <p:blipFill>
              <a:blip r:embed="rId132"/>
              <a:stretch>
                <a:fillRect/>
              </a:stretch>
            </p:blipFill>
            <p:spPr>
              <a:xfrm>
                <a:off x="3157749" y="4621225"/>
                <a:ext cx="51120" cy="394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3">
            <p14:nvContentPartPr>
              <p14:cNvPr id="109" name="Cerneală 108">
                <a:extLst>
                  <a:ext uri="{FF2B5EF4-FFF2-40B4-BE49-F238E27FC236}">
                    <a16:creationId xmlns:a16="http://schemas.microsoft.com/office/drawing/2014/main" id="{A902B513-A483-4254-A5A0-EC0E8BF7790B}"/>
                  </a:ext>
                </a:extLst>
              </p14:cNvPr>
              <p14:cNvContentPartPr/>
              <p14:nvPr/>
            </p14:nvContentPartPr>
            <p14:xfrm>
              <a:off x="3206349" y="5154025"/>
              <a:ext cx="12960" cy="329760"/>
            </p14:xfrm>
          </p:contentPart>
        </mc:Choice>
        <mc:Fallback xmlns="">
          <p:pic>
            <p:nvPicPr>
              <p:cNvPr id="109" name="Cerneală 108">
                <a:extLst>
                  <a:ext uri="{FF2B5EF4-FFF2-40B4-BE49-F238E27FC236}">
                    <a16:creationId xmlns:a16="http://schemas.microsoft.com/office/drawing/2014/main" id="{A902B513-A483-4254-A5A0-EC0E8BF7790B}"/>
                  </a:ext>
                </a:extLst>
              </p:cNvPr>
              <p:cNvPicPr/>
              <p:nvPr/>
            </p:nvPicPr>
            <p:blipFill>
              <a:blip r:embed="rId134"/>
              <a:stretch>
                <a:fillRect/>
              </a:stretch>
            </p:blipFill>
            <p:spPr>
              <a:xfrm>
                <a:off x="3188709" y="5136385"/>
                <a:ext cx="48600" cy="365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5">
            <p14:nvContentPartPr>
              <p14:cNvPr id="110" name="Cerneală 109">
                <a:extLst>
                  <a:ext uri="{FF2B5EF4-FFF2-40B4-BE49-F238E27FC236}">
                    <a16:creationId xmlns:a16="http://schemas.microsoft.com/office/drawing/2014/main" id="{E1AD0FAE-EDE9-4C4B-ABC2-63AE92B13854}"/>
                  </a:ext>
                </a:extLst>
              </p14:cNvPr>
              <p14:cNvContentPartPr/>
              <p14:nvPr/>
            </p14:nvContentPartPr>
            <p14:xfrm>
              <a:off x="3242709" y="5890585"/>
              <a:ext cx="10440" cy="366480"/>
            </p14:xfrm>
          </p:contentPart>
        </mc:Choice>
        <mc:Fallback xmlns="">
          <p:pic>
            <p:nvPicPr>
              <p:cNvPr id="110" name="Cerneală 109">
                <a:extLst>
                  <a:ext uri="{FF2B5EF4-FFF2-40B4-BE49-F238E27FC236}">
                    <a16:creationId xmlns:a16="http://schemas.microsoft.com/office/drawing/2014/main" id="{E1AD0FAE-EDE9-4C4B-ABC2-63AE92B13854}"/>
                  </a:ext>
                </a:extLst>
              </p:cNvPr>
              <p:cNvPicPr/>
              <p:nvPr/>
            </p:nvPicPr>
            <p:blipFill>
              <a:blip r:embed="rId136"/>
              <a:stretch>
                <a:fillRect/>
              </a:stretch>
            </p:blipFill>
            <p:spPr>
              <a:xfrm>
                <a:off x="3225069" y="5872585"/>
                <a:ext cx="46080" cy="402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7">
            <p14:nvContentPartPr>
              <p14:cNvPr id="111" name="Cerneală 110">
                <a:extLst>
                  <a:ext uri="{FF2B5EF4-FFF2-40B4-BE49-F238E27FC236}">
                    <a16:creationId xmlns:a16="http://schemas.microsoft.com/office/drawing/2014/main" id="{2A075233-C456-4AFE-A0B3-801CC1235AF9}"/>
                  </a:ext>
                </a:extLst>
              </p14:cNvPr>
              <p14:cNvContentPartPr/>
              <p14:nvPr/>
            </p14:nvContentPartPr>
            <p14:xfrm>
              <a:off x="2982069" y="4720585"/>
              <a:ext cx="94680" cy="153720"/>
            </p14:xfrm>
          </p:contentPart>
        </mc:Choice>
        <mc:Fallback xmlns="">
          <p:pic>
            <p:nvPicPr>
              <p:cNvPr id="111" name="Cerneală 110">
                <a:extLst>
                  <a:ext uri="{FF2B5EF4-FFF2-40B4-BE49-F238E27FC236}">
                    <a16:creationId xmlns:a16="http://schemas.microsoft.com/office/drawing/2014/main" id="{2A075233-C456-4AFE-A0B3-801CC1235AF9}"/>
                  </a:ext>
                </a:extLst>
              </p:cNvPr>
              <p:cNvPicPr/>
              <p:nvPr/>
            </p:nvPicPr>
            <p:blipFill>
              <a:blip r:embed="rId138"/>
              <a:stretch>
                <a:fillRect/>
              </a:stretch>
            </p:blipFill>
            <p:spPr>
              <a:xfrm>
                <a:off x="2964429" y="4702945"/>
                <a:ext cx="130320" cy="189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9">
            <p14:nvContentPartPr>
              <p14:cNvPr id="112" name="Cerneală 111">
                <a:extLst>
                  <a:ext uri="{FF2B5EF4-FFF2-40B4-BE49-F238E27FC236}">
                    <a16:creationId xmlns:a16="http://schemas.microsoft.com/office/drawing/2014/main" id="{41421B33-6D4F-47A2-AA4D-10B881C9C8A6}"/>
                  </a:ext>
                </a:extLst>
              </p14:cNvPr>
              <p14:cNvContentPartPr/>
              <p14:nvPr/>
            </p14:nvContentPartPr>
            <p14:xfrm>
              <a:off x="2992869" y="3607825"/>
              <a:ext cx="45000" cy="270000"/>
            </p14:xfrm>
          </p:contentPart>
        </mc:Choice>
        <mc:Fallback xmlns="">
          <p:pic>
            <p:nvPicPr>
              <p:cNvPr id="112" name="Cerneală 111">
                <a:extLst>
                  <a:ext uri="{FF2B5EF4-FFF2-40B4-BE49-F238E27FC236}">
                    <a16:creationId xmlns:a16="http://schemas.microsoft.com/office/drawing/2014/main" id="{41421B33-6D4F-47A2-AA4D-10B881C9C8A6}"/>
                  </a:ext>
                </a:extLst>
              </p:cNvPr>
              <p:cNvPicPr/>
              <p:nvPr/>
            </p:nvPicPr>
            <p:blipFill>
              <a:blip r:embed="rId140"/>
              <a:stretch>
                <a:fillRect/>
              </a:stretch>
            </p:blipFill>
            <p:spPr>
              <a:xfrm>
                <a:off x="2975229" y="3590185"/>
                <a:ext cx="80640" cy="305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1">
            <p14:nvContentPartPr>
              <p14:cNvPr id="113" name="Cerneală 112">
                <a:extLst>
                  <a:ext uri="{FF2B5EF4-FFF2-40B4-BE49-F238E27FC236}">
                    <a16:creationId xmlns:a16="http://schemas.microsoft.com/office/drawing/2014/main" id="{EC9F1096-E7B3-4EF3-B8B9-DC7E18DE4A68}"/>
                  </a:ext>
                </a:extLst>
              </p14:cNvPr>
              <p14:cNvContentPartPr/>
              <p14:nvPr/>
            </p14:nvContentPartPr>
            <p14:xfrm>
              <a:off x="2969109" y="2705305"/>
              <a:ext cx="118440" cy="204480"/>
            </p14:xfrm>
          </p:contentPart>
        </mc:Choice>
        <mc:Fallback xmlns="">
          <p:pic>
            <p:nvPicPr>
              <p:cNvPr id="113" name="Cerneală 112">
                <a:extLst>
                  <a:ext uri="{FF2B5EF4-FFF2-40B4-BE49-F238E27FC236}">
                    <a16:creationId xmlns:a16="http://schemas.microsoft.com/office/drawing/2014/main" id="{EC9F1096-E7B3-4EF3-B8B9-DC7E18DE4A68}"/>
                  </a:ext>
                </a:extLst>
              </p:cNvPr>
              <p:cNvPicPr/>
              <p:nvPr/>
            </p:nvPicPr>
            <p:blipFill>
              <a:blip r:embed="rId142"/>
              <a:stretch>
                <a:fillRect/>
              </a:stretch>
            </p:blipFill>
            <p:spPr>
              <a:xfrm>
                <a:off x="2951109" y="2687665"/>
                <a:ext cx="154080" cy="240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3">
            <p14:nvContentPartPr>
              <p14:cNvPr id="114" name="Cerneală 113">
                <a:extLst>
                  <a:ext uri="{FF2B5EF4-FFF2-40B4-BE49-F238E27FC236}">
                    <a16:creationId xmlns:a16="http://schemas.microsoft.com/office/drawing/2014/main" id="{3D30D7C6-DCBF-46C8-A1F9-57F465AD0FCD}"/>
                  </a:ext>
                </a:extLst>
              </p14:cNvPr>
              <p14:cNvContentPartPr/>
              <p14:nvPr/>
            </p14:nvContentPartPr>
            <p14:xfrm>
              <a:off x="3041469" y="1694065"/>
              <a:ext cx="15120" cy="168480"/>
            </p14:xfrm>
          </p:contentPart>
        </mc:Choice>
        <mc:Fallback xmlns="">
          <p:pic>
            <p:nvPicPr>
              <p:cNvPr id="114" name="Cerneală 113">
                <a:extLst>
                  <a:ext uri="{FF2B5EF4-FFF2-40B4-BE49-F238E27FC236}">
                    <a16:creationId xmlns:a16="http://schemas.microsoft.com/office/drawing/2014/main" id="{3D30D7C6-DCBF-46C8-A1F9-57F465AD0FCD}"/>
                  </a:ext>
                </a:extLst>
              </p:cNvPr>
              <p:cNvPicPr/>
              <p:nvPr/>
            </p:nvPicPr>
            <p:blipFill>
              <a:blip r:embed="rId144"/>
              <a:stretch>
                <a:fillRect/>
              </a:stretch>
            </p:blipFill>
            <p:spPr>
              <a:xfrm>
                <a:off x="3023469" y="1676065"/>
                <a:ext cx="50760" cy="204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5">
            <p14:nvContentPartPr>
              <p14:cNvPr id="115" name="Cerneală 114">
                <a:extLst>
                  <a:ext uri="{FF2B5EF4-FFF2-40B4-BE49-F238E27FC236}">
                    <a16:creationId xmlns:a16="http://schemas.microsoft.com/office/drawing/2014/main" id="{E419CEF5-B065-4914-86E8-BE7AB9AD0108}"/>
                  </a:ext>
                </a:extLst>
              </p14:cNvPr>
              <p14:cNvContentPartPr/>
              <p14:nvPr/>
            </p14:nvContentPartPr>
            <p14:xfrm>
              <a:off x="2978469" y="5705185"/>
              <a:ext cx="144000" cy="297360"/>
            </p14:xfrm>
          </p:contentPart>
        </mc:Choice>
        <mc:Fallback xmlns="">
          <p:pic>
            <p:nvPicPr>
              <p:cNvPr id="115" name="Cerneală 114">
                <a:extLst>
                  <a:ext uri="{FF2B5EF4-FFF2-40B4-BE49-F238E27FC236}">
                    <a16:creationId xmlns:a16="http://schemas.microsoft.com/office/drawing/2014/main" id="{E419CEF5-B065-4914-86E8-BE7AB9AD0108}"/>
                  </a:ext>
                </a:extLst>
              </p:cNvPr>
              <p:cNvPicPr/>
              <p:nvPr/>
            </p:nvPicPr>
            <p:blipFill>
              <a:blip r:embed="rId146"/>
              <a:stretch>
                <a:fillRect/>
              </a:stretch>
            </p:blipFill>
            <p:spPr>
              <a:xfrm>
                <a:off x="2960829" y="5687545"/>
                <a:ext cx="179640" cy="333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7">
            <p14:nvContentPartPr>
              <p14:cNvPr id="116" name="Cerneală 115">
                <a:extLst>
                  <a:ext uri="{FF2B5EF4-FFF2-40B4-BE49-F238E27FC236}">
                    <a16:creationId xmlns:a16="http://schemas.microsoft.com/office/drawing/2014/main" id="{E29B0779-C976-414B-8ABD-6B62D253A01E}"/>
                  </a:ext>
                </a:extLst>
              </p14:cNvPr>
              <p14:cNvContentPartPr/>
              <p14:nvPr/>
            </p14:nvContentPartPr>
            <p14:xfrm>
              <a:off x="3843189" y="5765305"/>
              <a:ext cx="19080" cy="9000"/>
            </p14:xfrm>
          </p:contentPart>
        </mc:Choice>
        <mc:Fallback xmlns="">
          <p:pic>
            <p:nvPicPr>
              <p:cNvPr id="116" name="Cerneală 115">
                <a:extLst>
                  <a:ext uri="{FF2B5EF4-FFF2-40B4-BE49-F238E27FC236}">
                    <a16:creationId xmlns:a16="http://schemas.microsoft.com/office/drawing/2014/main" id="{E29B0779-C976-414B-8ABD-6B62D253A01E}"/>
                  </a:ext>
                </a:extLst>
              </p:cNvPr>
              <p:cNvPicPr/>
              <p:nvPr/>
            </p:nvPicPr>
            <p:blipFill>
              <a:blip r:embed="rId148"/>
              <a:stretch>
                <a:fillRect/>
              </a:stretch>
            </p:blipFill>
            <p:spPr>
              <a:xfrm>
                <a:off x="3825549" y="5747665"/>
                <a:ext cx="54720" cy="44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9">
            <p14:nvContentPartPr>
              <p14:cNvPr id="117" name="Cerneală 116">
                <a:extLst>
                  <a:ext uri="{FF2B5EF4-FFF2-40B4-BE49-F238E27FC236}">
                    <a16:creationId xmlns:a16="http://schemas.microsoft.com/office/drawing/2014/main" id="{571F6CD0-3103-47A5-89D1-12F9DBE5C46E}"/>
                  </a:ext>
                </a:extLst>
              </p14:cNvPr>
              <p14:cNvContentPartPr/>
              <p14:nvPr/>
            </p14:nvContentPartPr>
            <p14:xfrm>
              <a:off x="4037589" y="5794105"/>
              <a:ext cx="27000" cy="360"/>
            </p14:xfrm>
          </p:contentPart>
        </mc:Choice>
        <mc:Fallback xmlns="">
          <p:pic>
            <p:nvPicPr>
              <p:cNvPr id="117" name="Cerneală 116">
                <a:extLst>
                  <a:ext uri="{FF2B5EF4-FFF2-40B4-BE49-F238E27FC236}">
                    <a16:creationId xmlns:a16="http://schemas.microsoft.com/office/drawing/2014/main" id="{571F6CD0-3103-47A5-89D1-12F9DBE5C46E}"/>
                  </a:ext>
                </a:extLst>
              </p:cNvPr>
              <p:cNvPicPr/>
              <p:nvPr/>
            </p:nvPicPr>
            <p:blipFill>
              <a:blip r:embed="rId150"/>
              <a:stretch>
                <a:fillRect/>
              </a:stretch>
            </p:blipFill>
            <p:spPr>
              <a:xfrm>
                <a:off x="4019589" y="5776105"/>
                <a:ext cx="62640" cy="3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1">
            <p14:nvContentPartPr>
              <p14:cNvPr id="118" name="Cerneală 117">
                <a:extLst>
                  <a:ext uri="{FF2B5EF4-FFF2-40B4-BE49-F238E27FC236}">
                    <a16:creationId xmlns:a16="http://schemas.microsoft.com/office/drawing/2014/main" id="{835A9BC7-7AEC-4300-AC15-F03888BB467F}"/>
                  </a:ext>
                </a:extLst>
              </p14:cNvPr>
              <p14:cNvContentPartPr/>
              <p14:nvPr/>
            </p14:nvContentPartPr>
            <p14:xfrm>
              <a:off x="4355109" y="5803825"/>
              <a:ext cx="11880" cy="3960"/>
            </p14:xfrm>
          </p:contentPart>
        </mc:Choice>
        <mc:Fallback xmlns="">
          <p:pic>
            <p:nvPicPr>
              <p:cNvPr id="118" name="Cerneală 117">
                <a:extLst>
                  <a:ext uri="{FF2B5EF4-FFF2-40B4-BE49-F238E27FC236}">
                    <a16:creationId xmlns:a16="http://schemas.microsoft.com/office/drawing/2014/main" id="{835A9BC7-7AEC-4300-AC15-F03888BB467F}"/>
                  </a:ext>
                </a:extLst>
              </p:cNvPr>
              <p:cNvPicPr/>
              <p:nvPr/>
            </p:nvPicPr>
            <p:blipFill>
              <a:blip r:embed="rId152"/>
              <a:stretch>
                <a:fillRect/>
              </a:stretch>
            </p:blipFill>
            <p:spPr>
              <a:xfrm>
                <a:off x="4337109" y="5786185"/>
                <a:ext cx="47520" cy="39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3">
            <p14:nvContentPartPr>
              <p14:cNvPr id="119" name="Cerneală 118">
                <a:extLst>
                  <a:ext uri="{FF2B5EF4-FFF2-40B4-BE49-F238E27FC236}">
                    <a16:creationId xmlns:a16="http://schemas.microsoft.com/office/drawing/2014/main" id="{52F5288B-615E-4BB6-A5DB-484D5C8EDBCE}"/>
                  </a:ext>
                </a:extLst>
              </p14:cNvPr>
              <p14:cNvContentPartPr/>
              <p14:nvPr/>
            </p14:nvContentPartPr>
            <p14:xfrm>
              <a:off x="4615029" y="5818225"/>
              <a:ext cx="338760" cy="38880"/>
            </p14:xfrm>
          </p:contentPart>
        </mc:Choice>
        <mc:Fallback xmlns="">
          <p:pic>
            <p:nvPicPr>
              <p:cNvPr id="119" name="Cerneală 118">
                <a:extLst>
                  <a:ext uri="{FF2B5EF4-FFF2-40B4-BE49-F238E27FC236}">
                    <a16:creationId xmlns:a16="http://schemas.microsoft.com/office/drawing/2014/main" id="{52F5288B-615E-4BB6-A5DB-484D5C8EDBCE}"/>
                  </a:ext>
                </a:extLst>
              </p:cNvPr>
              <p:cNvPicPr/>
              <p:nvPr/>
            </p:nvPicPr>
            <p:blipFill>
              <a:blip r:embed="rId154"/>
              <a:stretch>
                <a:fillRect/>
              </a:stretch>
            </p:blipFill>
            <p:spPr>
              <a:xfrm>
                <a:off x="4597389" y="5800225"/>
                <a:ext cx="374400" cy="74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5">
            <p14:nvContentPartPr>
              <p14:cNvPr id="120" name="Cerneală 119">
                <a:extLst>
                  <a:ext uri="{FF2B5EF4-FFF2-40B4-BE49-F238E27FC236}">
                    <a16:creationId xmlns:a16="http://schemas.microsoft.com/office/drawing/2014/main" id="{838E8F04-4787-4C7F-92A5-8FB413A047B2}"/>
                  </a:ext>
                </a:extLst>
              </p14:cNvPr>
              <p14:cNvContentPartPr/>
              <p14:nvPr/>
            </p14:nvContentPartPr>
            <p14:xfrm>
              <a:off x="6164829" y="2232985"/>
              <a:ext cx="34560" cy="288000"/>
            </p14:xfrm>
          </p:contentPart>
        </mc:Choice>
        <mc:Fallback xmlns="">
          <p:pic>
            <p:nvPicPr>
              <p:cNvPr id="120" name="Cerneală 119">
                <a:extLst>
                  <a:ext uri="{FF2B5EF4-FFF2-40B4-BE49-F238E27FC236}">
                    <a16:creationId xmlns:a16="http://schemas.microsoft.com/office/drawing/2014/main" id="{838E8F04-4787-4C7F-92A5-8FB413A047B2}"/>
                  </a:ext>
                </a:extLst>
              </p:cNvPr>
              <p:cNvPicPr/>
              <p:nvPr/>
            </p:nvPicPr>
            <p:blipFill>
              <a:blip r:embed="rId156"/>
              <a:stretch>
                <a:fillRect/>
              </a:stretch>
            </p:blipFill>
            <p:spPr>
              <a:xfrm>
                <a:off x="6147189" y="2214985"/>
                <a:ext cx="70200" cy="323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7">
            <p14:nvContentPartPr>
              <p14:cNvPr id="121" name="Cerneală 120">
                <a:extLst>
                  <a:ext uri="{FF2B5EF4-FFF2-40B4-BE49-F238E27FC236}">
                    <a16:creationId xmlns:a16="http://schemas.microsoft.com/office/drawing/2014/main" id="{663B7CE3-2CB8-4DFC-B3DD-8BAC1F3803E9}"/>
                  </a:ext>
                </a:extLst>
              </p14:cNvPr>
              <p14:cNvContentPartPr/>
              <p14:nvPr/>
            </p14:nvContentPartPr>
            <p14:xfrm>
              <a:off x="6172389" y="2906545"/>
              <a:ext cx="11520" cy="189360"/>
            </p14:xfrm>
          </p:contentPart>
        </mc:Choice>
        <mc:Fallback xmlns="">
          <p:pic>
            <p:nvPicPr>
              <p:cNvPr id="121" name="Cerneală 120">
                <a:extLst>
                  <a:ext uri="{FF2B5EF4-FFF2-40B4-BE49-F238E27FC236}">
                    <a16:creationId xmlns:a16="http://schemas.microsoft.com/office/drawing/2014/main" id="{663B7CE3-2CB8-4DFC-B3DD-8BAC1F3803E9}"/>
                  </a:ext>
                </a:extLst>
              </p:cNvPr>
              <p:cNvPicPr/>
              <p:nvPr/>
            </p:nvPicPr>
            <p:blipFill>
              <a:blip r:embed="rId158"/>
              <a:stretch>
                <a:fillRect/>
              </a:stretch>
            </p:blipFill>
            <p:spPr>
              <a:xfrm>
                <a:off x="6154389" y="2888905"/>
                <a:ext cx="47160" cy="225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9">
            <p14:nvContentPartPr>
              <p14:cNvPr id="122" name="Cerneală 121">
                <a:extLst>
                  <a:ext uri="{FF2B5EF4-FFF2-40B4-BE49-F238E27FC236}">
                    <a16:creationId xmlns:a16="http://schemas.microsoft.com/office/drawing/2014/main" id="{4C14796B-D495-42F2-98E8-B192698419E3}"/>
                  </a:ext>
                </a:extLst>
              </p14:cNvPr>
              <p14:cNvContentPartPr/>
              <p14:nvPr/>
            </p14:nvContentPartPr>
            <p14:xfrm>
              <a:off x="6157629" y="3551665"/>
              <a:ext cx="7560" cy="241560"/>
            </p14:xfrm>
          </p:contentPart>
        </mc:Choice>
        <mc:Fallback xmlns="">
          <p:pic>
            <p:nvPicPr>
              <p:cNvPr id="122" name="Cerneală 121">
                <a:extLst>
                  <a:ext uri="{FF2B5EF4-FFF2-40B4-BE49-F238E27FC236}">
                    <a16:creationId xmlns:a16="http://schemas.microsoft.com/office/drawing/2014/main" id="{4C14796B-D495-42F2-98E8-B192698419E3}"/>
                  </a:ext>
                </a:extLst>
              </p:cNvPr>
              <p:cNvPicPr/>
              <p:nvPr/>
            </p:nvPicPr>
            <p:blipFill>
              <a:blip r:embed="rId160"/>
              <a:stretch>
                <a:fillRect/>
              </a:stretch>
            </p:blipFill>
            <p:spPr>
              <a:xfrm>
                <a:off x="6139989" y="3533665"/>
                <a:ext cx="43200" cy="277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1">
            <p14:nvContentPartPr>
              <p14:cNvPr id="123" name="Cerneală 122">
                <a:extLst>
                  <a:ext uri="{FF2B5EF4-FFF2-40B4-BE49-F238E27FC236}">
                    <a16:creationId xmlns:a16="http://schemas.microsoft.com/office/drawing/2014/main" id="{9EBF7752-7ACD-4B88-A43A-7750C8F16515}"/>
                  </a:ext>
                </a:extLst>
              </p14:cNvPr>
              <p14:cNvContentPartPr/>
              <p14:nvPr/>
            </p14:nvContentPartPr>
            <p14:xfrm>
              <a:off x="6159789" y="4210825"/>
              <a:ext cx="10800" cy="232920"/>
            </p14:xfrm>
          </p:contentPart>
        </mc:Choice>
        <mc:Fallback xmlns="">
          <p:pic>
            <p:nvPicPr>
              <p:cNvPr id="123" name="Cerneală 122">
                <a:extLst>
                  <a:ext uri="{FF2B5EF4-FFF2-40B4-BE49-F238E27FC236}">
                    <a16:creationId xmlns:a16="http://schemas.microsoft.com/office/drawing/2014/main" id="{9EBF7752-7ACD-4B88-A43A-7750C8F16515}"/>
                  </a:ext>
                </a:extLst>
              </p:cNvPr>
              <p:cNvPicPr/>
              <p:nvPr/>
            </p:nvPicPr>
            <p:blipFill>
              <a:blip r:embed="rId162"/>
              <a:stretch>
                <a:fillRect/>
              </a:stretch>
            </p:blipFill>
            <p:spPr>
              <a:xfrm>
                <a:off x="6141789" y="4193185"/>
                <a:ext cx="46440" cy="268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3">
            <p14:nvContentPartPr>
              <p14:cNvPr id="124" name="Cerneală 123">
                <a:extLst>
                  <a:ext uri="{FF2B5EF4-FFF2-40B4-BE49-F238E27FC236}">
                    <a16:creationId xmlns:a16="http://schemas.microsoft.com/office/drawing/2014/main" id="{0E7C7DC2-2CCE-4209-AC7C-02142A57A84F}"/>
                  </a:ext>
                </a:extLst>
              </p14:cNvPr>
              <p14:cNvContentPartPr/>
              <p14:nvPr/>
            </p14:nvContentPartPr>
            <p14:xfrm>
              <a:off x="6135669" y="4802665"/>
              <a:ext cx="3960" cy="254520"/>
            </p14:xfrm>
          </p:contentPart>
        </mc:Choice>
        <mc:Fallback xmlns="">
          <p:pic>
            <p:nvPicPr>
              <p:cNvPr id="124" name="Cerneală 123">
                <a:extLst>
                  <a:ext uri="{FF2B5EF4-FFF2-40B4-BE49-F238E27FC236}">
                    <a16:creationId xmlns:a16="http://schemas.microsoft.com/office/drawing/2014/main" id="{0E7C7DC2-2CCE-4209-AC7C-02142A57A84F}"/>
                  </a:ext>
                </a:extLst>
              </p:cNvPr>
              <p:cNvPicPr/>
              <p:nvPr/>
            </p:nvPicPr>
            <p:blipFill>
              <a:blip r:embed="rId164"/>
              <a:stretch>
                <a:fillRect/>
              </a:stretch>
            </p:blipFill>
            <p:spPr>
              <a:xfrm>
                <a:off x="6118029" y="4785025"/>
                <a:ext cx="39600" cy="290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5">
            <p14:nvContentPartPr>
              <p14:cNvPr id="125" name="Cerneală 124">
                <a:extLst>
                  <a:ext uri="{FF2B5EF4-FFF2-40B4-BE49-F238E27FC236}">
                    <a16:creationId xmlns:a16="http://schemas.microsoft.com/office/drawing/2014/main" id="{3C27F115-9265-4699-9FDC-112C2E842CB1}"/>
                  </a:ext>
                </a:extLst>
              </p14:cNvPr>
              <p14:cNvContentPartPr/>
              <p14:nvPr/>
            </p14:nvContentPartPr>
            <p14:xfrm>
              <a:off x="6102189" y="5404585"/>
              <a:ext cx="19440" cy="314280"/>
            </p14:xfrm>
          </p:contentPart>
        </mc:Choice>
        <mc:Fallback xmlns="">
          <p:pic>
            <p:nvPicPr>
              <p:cNvPr id="125" name="Cerneală 124">
                <a:extLst>
                  <a:ext uri="{FF2B5EF4-FFF2-40B4-BE49-F238E27FC236}">
                    <a16:creationId xmlns:a16="http://schemas.microsoft.com/office/drawing/2014/main" id="{3C27F115-9265-4699-9FDC-112C2E842CB1}"/>
                  </a:ext>
                </a:extLst>
              </p:cNvPr>
              <p:cNvPicPr/>
              <p:nvPr/>
            </p:nvPicPr>
            <p:blipFill>
              <a:blip r:embed="rId166"/>
              <a:stretch>
                <a:fillRect/>
              </a:stretch>
            </p:blipFill>
            <p:spPr>
              <a:xfrm>
                <a:off x="6084549" y="5386585"/>
                <a:ext cx="55080" cy="349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7">
            <p14:nvContentPartPr>
              <p14:cNvPr id="126" name="Cerneală 125">
                <a:extLst>
                  <a:ext uri="{FF2B5EF4-FFF2-40B4-BE49-F238E27FC236}">
                    <a16:creationId xmlns:a16="http://schemas.microsoft.com/office/drawing/2014/main" id="{80346643-45FD-4423-A284-F7B9ABBCA5B4}"/>
                  </a:ext>
                </a:extLst>
              </p14:cNvPr>
              <p14:cNvContentPartPr/>
              <p14:nvPr/>
            </p14:nvContentPartPr>
            <p14:xfrm>
              <a:off x="6077709" y="6034945"/>
              <a:ext cx="15120" cy="239040"/>
            </p14:xfrm>
          </p:contentPart>
        </mc:Choice>
        <mc:Fallback xmlns="">
          <p:pic>
            <p:nvPicPr>
              <p:cNvPr id="126" name="Cerneală 125">
                <a:extLst>
                  <a:ext uri="{FF2B5EF4-FFF2-40B4-BE49-F238E27FC236}">
                    <a16:creationId xmlns:a16="http://schemas.microsoft.com/office/drawing/2014/main" id="{80346643-45FD-4423-A284-F7B9ABBCA5B4}"/>
                  </a:ext>
                </a:extLst>
              </p:cNvPr>
              <p:cNvPicPr/>
              <p:nvPr/>
            </p:nvPicPr>
            <p:blipFill>
              <a:blip r:embed="rId168"/>
              <a:stretch>
                <a:fillRect/>
              </a:stretch>
            </p:blipFill>
            <p:spPr>
              <a:xfrm>
                <a:off x="6059709" y="6016945"/>
                <a:ext cx="50760" cy="274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9">
            <p14:nvContentPartPr>
              <p14:cNvPr id="127" name="Cerneală 126">
                <a:extLst>
                  <a:ext uri="{FF2B5EF4-FFF2-40B4-BE49-F238E27FC236}">
                    <a16:creationId xmlns:a16="http://schemas.microsoft.com/office/drawing/2014/main" id="{831E47FC-D5DA-44B0-B68C-05FEE8C96D33}"/>
                  </a:ext>
                </a:extLst>
              </p14:cNvPr>
              <p14:cNvContentPartPr/>
              <p14:nvPr/>
            </p14:nvContentPartPr>
            <p14:xfrm>
              <a:off x="6060429" y="6473065"/>
              <a:ext cx="12960" cy="226800"/>
            </p14:xfrm>
          </p:contentPart>
        </mc:Choice>
        <mc:Fallback xmlns="">
          <p:pic>
            <p:nvPicPr>
              <p:cNvPr id="127" name="Cerneală 126">
                <a:extLst>
                  <a:ext uri="{FF2B5EF4-FFF2-40B4-BE49-F238E27FC236}">
                    <a16:creationId xmlns:a16="http://schemas.microsoft.com/office/drawing/2014/main" id="{831E47FC-D5DA-44B0-B68C-05FEE8C96D33}"/>
                  </a:ext>
                </a:extLst>
              </p:cNvPr>
              <p:cNvPicPr/>
              <p:nvPr/>
            </p:nvPicPr>
            <p:blipFill>
              <a:blip r:embed="rId170"/>
              <a:stretch>
                <a:fillRect/>
              </a:stretch>
            </p:blipFill>
            <p:spPr>
              <a:xfrm>
                <a:off x="6042789" y="6455065"/>
                <a:ext cx="48600" cy="262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1">
            <p14:nvContentPartPr>
              <p14:cNvPr id="128" name="Cerneală 127">
                <a:extLst>
                  <a:ext uri="{FF2B5EF4-FFF2-40B4-BE49-F238E27FC236}">
                    <a16:creationId xmlns:a16="http://schemas.microsoft.com/office/drawing/2014/main" id="{46086124-2CB5-4D2B-BAAD-5237EC27AA29}"/>
                  </a:ext>
                </a:extLst>
              </p14:cNvPr>
              <p14:cNvContentPartPr/>
              <p14:nvPr/>
            </p14:nvContentPartPr>
            <p14:xfrm>
              <a:off x="6492429" y="5068345"/>
              <a:ext cx="12600" cy="260280"/>
            </p14:xfrm>
          </p:contentPart>
        </mc:Choice>
        <mc:Fallback xmlns="">
          <p:pic>
            <p:nvPicPr>
              <p:cNvPr id="128" name="Cerneală 127">
                <a:extLst>
                  <a:ext uri="{FF2B5EF4-FFF2-40B4-BE49-F238E27FC236}">
                    <a16:creationId xmlns:a16="http://schemas.microsoft.com/office/drawing/2014/main" id="{46086124-2CB5-4D2B-BAAD-5237EC27AA29}"/>
                  </a:ext>
                </a:extLst>
              </p:cNvPr>
              <p:cNvPicPr/>
              <p:nvPr/>
            </p:nvPicPr>
            <p:blipFill>
              <a:blip r:embed="rId172"/>
              <a:stretch>
                <a:fillRect/>
              </a:stretch>
            </p:blipFill>
            <p:spPr>
              <a:xfrm>
                <a:off x="6474429" y="5050345"/>
                <a:ext cx="48240" cy="295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3">
            <p14:nvContentPartPr>
              <p14:cNvPr id="129" name="Cerneală 128">
                <a:extLst>
                  <a:ext uri="{FF2B5EF4-FFF2-40B4-BE49-F238E27FC236}">
                    <a16:creationId xmlns:a16="http://schemas.microsoft.com/office/drawing/2014/main" id="{C2ED7B36-E4B5-4A71-AF8F-16E2857080B7}"/>
                  </a:ext>
                </a:extLst>
              </p14:cNvPr>
              <p14:cNvContentPartPr/>
              <p14:nvPr/>
            </p14:nvContentPartPr>
            <p14:xfrm>
              <a:off x="6469749" y="5553625"/>
              <a:ext cx="65880" cy="702720"/>
            </p14:xfrm>
          </p:contentPart>
        </mc:Choice>
        <mc:Fallback xmlns="">
          <p:pic>
            <p:nvPicPr>
              <p:cNvPr id="129" name="Cerneală 128">
                <a:extLst>
                  <a:ext uri="{FF2B5EF4-FFF2-40B4-BE49-F238E27FC236}">
                    <a16:creationId xmlns:a16="http://schemas.microsoft.com/office/drawing/2014/main" id="{C2ED7B36-E4B5-4A71-AF8F-16E2857080B7}"/>
                  </a:ext>
                </a:extLst>
              </p:cNvPr>
              <p:cNvPicPr/>
              <p:nvPr/>
            </p:nvPicPr>
            <p:blipFill>
              <a:blip r:embed="rId174"/>
              <a:stretch>
                <a:fillRect/>
              </a:stretch>
            </p:blipFill>
            <p:spPr>
              <a:xfrm>
                <a:off x="6451749" y="5535625"/>
                <a:ext cx="101520" cy="738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5">
            <p14:nvContentPartPr>
              <p14:cNvPr id="130" name="Cerneală 129">
                <a:extLst>
                  <a:ext uri="{FF2B5EF4-FFF2-40B4-BE49-F238E27FC236}">
                    <a16:creationId xmlns:a16="http://schemas.microsoft.com/office/drawing/2014/main" id="{26B7F13C-1ED6-4F3E-8444-2B8DEA74FCE1}"/>
                  </a:ext>
                </a:extLst>
              </p14:cNvPr>
              <p14:cNvContentPartPr/>
              <p14:nvPr/>
            </p14:nvContentPartPr>
            <p14:xfrm>
              <a:off x="6524829" y="6453625"/>
              <a:ext cx="20520" cy="144360"/>
            </p14:xfrm>
          </p:contentPart>
        </mc:Choice>
        <mc:Fallback xmlns="">
          <p:pic>
            <p:nvPicPr>
              <p:cNvPr id="130" name="Cerneală 129">
                <a:extLst>
                  <a:ext uri="{FF2B5EF4-FFF2-40B4-BE49-F238E27FC236}">
                    <a16:creationId xmlns:a16="http://schemas.microsoft.com/office/drawing/2014/main" id="{26B7F13C-1ED6-4F3E-8444-2B8DEA74FCE1}"/>
                  </a:ext>
                </a:extLst>
              </p:cNvPr>
              <p:cNvPicPr/>
              <p:nvPr/>
            </p:nvPicPr>
            <p:blipFill>
              <a:blip r:embed="rId176"/>
              <a:stretch>
                <a:fillRect/>
              </a:stretch>
            </p:blipFill>
            <p:spPr>
              <a:xfrm>
                <a:off x="6507189" y="6435985"/>
                <a:ext cx="56160" cy="180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7">
            <p14:nvContentPartPr>
              <p14:cNvPr id="131" name="Cerneală 130">
                <a:extLst>
                  <a:ext uri="{FF2B5EF4-FFF2-40B4-BE49-F238E27FC236}">
                    <a16:creationId xmlns:a16="http://schemas.microsoft.com/office/drawing/2014/main" id="{9AC6BDDD-2A54-46B8-A6CF-5B61620D61F2}"/>
                  </a:ext>
                </a:extLst>
              </p14:cNvPr>
              <p14:cNvContentPartPr/>
              <p14:nvPr/>
            </p14:nvContentPartPr>
            <p14:xfrm>
              <a:off x="6241509" y="4571905"/>
              <a:ext cx="183960" cy="277920"/>
            </p14:xfrm>
          </p:contentPart>
        </mc:Choice>
        <mc:Fallback xmlns="">
          <p:pic>
            <p:nvPicPr>
              <p:cNvPr id="131" name="Cerneală 130">
                <a:extLst>
                  <a:ext uri="{FF2B5EF4-FFF2-40B4-BE49-F238E27FC236}">
                    <a16:creationId xmlns:a16="http://schemas.microsoft.com/office/drawing/2014/main" id="{9AC6BDDD-2A54-46B8-A6CF-5B61620D61F2}"/>
                  </a:ext>
                </a:extLst>
              </p:cNvPr>
              <p:cNvPicPr/>
              <p:nvPr/>
            </p:nvPicPr>
            <p:blipFill>
              <a:blip r:embed="rId178"/>
              <a:stretch>
                <a:fillRect/>
              </a:stretch>
            </p:blipFill>
            <p:spPr>
              <a:xfrm>
                <a:off x="6223869" y="4553905"/>
                <a:ext cx="219600" cy="313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9">
            <p14:nvContentPartPr>
              <p14:cNvPr id="134" name="Cerneală 133">
                <a:extLst>
                  <a:ext uri="{FF2B5EF4-FFF2-40B4-BE49-F238E27FC236}">
                    <a16:creationId xmlns:a16="http://schemas.microsoft.com/office/drawing/2014/main" id="{C61069F2-7AAE-45A9-BC82-D351060616BE}"/>
                  </a:ext>
                </a:extLst>
              </p14:cNvPr>
              <p14:cNvContentPartPr/>
              <p14:nvPr/>
            </p14:nvContentPartPr>
            <p14:xfrm>
              <a:off x="6285069" y="2615305"/>
              <a:ext cx="154080" cy="289800"/>
            </p14:xfrm>
          </p:contentPart>
        </mc:Choice>
        <mc:Fallback xmlns="">
          <p:pic>
            <p:nvPicPr>
              <p:cNvPr id="134" name="Cerneală 133">
                <a:extLst>
                  <a:ext uri="{FF2B5EF4-FFF2-40B4-BE49-F238E27FC236}">
                    <a16:creationId xmlns:a16="http://schemas.microsoft.com/office/drawing/2014/main" id="{C61069F2-7AAE-45A9-BC82-D351060616BE}"/>
                  </a:ext>
                </a:extLst>
              </p:cNvPr>
              <p:cNvPicPr/>
              <p:nvPr/>
            </p:nvPicPr>
            <p:blipFill>
              <a:blip r:embed="rId180"/>
              <a:stretch>
                <a:fillRect/>
              </a:stretch>
            </p:blipFill>
            <p:spPr>
              <a:xfrm>
                <a:off x="6267069" y="2597305"/>
                <a:ext cx="189720" cy="325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1">
            <p14:nvContentPartPr>
              <p14:cNvPr id="135" name="Cerneală 134">
                <a:extLst>
                  <a:ext uri="{FF2B5EF4-FFF2-40B4-BE49-F238E27FC236}">
                    <a16:creationId xmlns:a16="http://schemas.microsoft.com/office/drawing/2014/main" id="{1D0D44E8-217F-4AB3-B294-4451A33E9DC2}"/>
                  </a:ext>
                </a:extLst>
              </p14:cNvPr>
              <p14:cNvContentPartPr/>
              <p14:nvPr/>
            </p14:nvContentPartPr>
            <p14:xfrm>
              <a:off x="6265629" y="1643665"/>
              <a:ext cx="170640" cy="255600"/>
            </p14:xfrm>
          </p:contentPart>
        </mc:Choice>
        <mc:Fallback xmlns="">
          <p:pic>
            <p:nvPicPr>
              <p:cNvPr id="135" name="Cerneală 134">
                <a:extLst>
                  <a:ext uri="{FF2B5EF4-FFF2-40B4-BE49-F238E27FC236}">
                    <a16:creationId xmlns:a16="http://schemas.microsoft.com/office/drawing/2014/main" id="{1D0D44E8-217F-4AB3-B294-4451A33E9DC2}"/>
                  </a:ext>
                </a:extLst>
              </p:cNvPr>
              <p:cNvPicPr/>
              <p:nvPr/>
            </p:nvPicPr>
            <p:blipFill>
              <a:blip r:embed="rId182"/>
              <a:stretch>
                <a:fillRect/>
              </a:stretch>
            </p:blipFill>
            <p:spPr>
              <a:xfrm>
                <a:off x="6247989" y="1625665"/>
                <a:ext cx="206280" cy="291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3">
            <p14:nvContentPartPr>
              <p14:cNvPr id="136" name="Cerneală 135">
                <a:extLst>
                  <a:ext uri="{FF2B5EF4-FFF2-40B4-BE49-F238E27FC236}">
                    <a16:creationId xmlns:a16="http://schemas.microsoft.com/office/drawing/2014/main" id="{D0C1B51E-49DA-4EAB-ABE9-D6E8E4FC0FFD}"/>
                  </a:ext>
                </a:extLst>
              </p14:cNvPr>
              <p14:cNvContentPartPr/>
              <p14:nvPr/>
            </p14:nvContentPartPr>
            <p14:xfrm>
              <a:off x="6275349" y="3570745"/>
              <a:ext cx="164520" cy="284400"/>
            </p14:xfrm>
          </p:contentPart>
        </mc:Choice>
        <mc:Fallback xmlns="">
          <p:pic>
            <p:nvPicPr>
              <p:cNvPr id="136" name="Cerneală 135">
                <a:extLst>
                  <a:ext uri="{FF2B5EF4-FFF2-40B4-BE49-F238E27FC236}">
                    <a16:creationId xmlns:a16="http://schemas.microsoft.com/office/drawing/2014/main" id="{D0C1B51E-49DA-4EAB-ABE9-D6E8E4FC0FFD}"/>
                  </a:ext>
                </a:extLst>
              </p:cNvPr>
              <p:cNvPicPr/>
              <p:nvPr/>
            </p:nvPicPr>
            <p:blipFill>
              <a:blip r:embed="rId184"/>
              <a:stretch>
                <a:fillRect/>
              </a:stretch>
            </p:blipFill>
            <p:spPr>
              <a:xfrm>
                <a:off x="6257709" y="3553105"/>
                <a:ext cx="200160" cy="320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5">
            <p14:nvContentPartPr>
              <p14:cNvPr id="137" name="Cerneală 136">
                <a:extLst>
                  <a:ext uri="{FF2B5EF4-FFF2-40B4-BE49-F238E27FC236}">
                    <a16:creationId xmlns:a16="http://schemas.microsoft.com/office/drawing/2014/main" id="{BE17AD22-1B54-458A-8C1B-26035EE03E42}"/>
                  </a:ext>
                </a:extLst>
              </p14:cNvPr>
              <p14:cNvContentPartPr/>
              <p14:nvPr/>
            </p14:nvContentPartPr>
            <p14:xfrm>
              <a:off x="6159789" y="6249145"/>
              <a:ext cx="24840" cy="209160"/>
            </p14:xfrm>
          </p:contentPart>
        </mc:Choice>
        <mc:Fallback xmlns="">
          <p:pic>
            <p:nvPicPr>
              <p:cNvPr id="137" name="Cerneală 136">
                <a:extLst>
                  <a:ext uri="{FF2B5EF4-FFF2-40B4-BE49-F238E27FC236}">
                    <a16:creationId xmlns:a16="http://schemas.microsoft.com/office/drawing/2014/main" id="{BE17AD22-1B54-458A-8C1B-26035EE03E42}"/>
                  </a:ext>
                </a:extLst>
              </p:cNvPr>
              <p:cNvPicPr/>
              <p:nvPr/>
            </p:nvPicPr>
            <p:blipFill>
              <a:blip r:embed="rId186"/>
              <a:stretch>
                <a:fillRect/>
              </a:stretch>
            </p:blipFill>
            <p:spPr>
              <a:xfrm>
                <a:off x="6141789" y="6231505"/>
                <a:ext cx="60480" cy="244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7">
            <p14:nvContentPartPr>
              <p14:cNvPr id="142" name="Cerneală 141">
                <a:extLst>
                  <a:ext uri="{FF2B5EF4-FFF2-40B4-BE49-F238E27FC236}">
                    <a16:creationId xmlns:a16="http://schemas.microsoft.com/office/drawing/2014/main" id="{E8DB0849-CD5C-4F72-8385-B1C7C292949F}"/>
                  </a:ext>
                </a:extLst>
              </p14:cNvPr>
              <p14:cNvContentPartPr/>
              <p14:nvPr/>
            </p14:nvContentPartPr>
            <p14:xfrm>
              <a:off x="6208029" y="6544705"/>
              <a:ext cx="158400" cy="218520"/>
            </p14:xfrm>
          </p:contentPart>
        </mc:Choice>
        <mc:Fallback xmlns="">
          <p:pic>
            <p:nvPicPr>
              <p:cNvPr id="142" name="Cerneală 141">
                <a:extLst>
                  <a:ext uri="{FF2B5EF4-FFF2-40B4-BE49-F238E27FC236}">
                    <a16:creationId xmlns:a16="http://schemas.microsoft.com/office/drawing/2014/main" id="{E8DB0849-CD5C-4F72-8385-B1C7C292949F}"/>
                  </a:ext>
                </a:extLst>
              </p:cNvPr>
              <p:cNvPicPr/>
              <p:nvPr/>
            </p:nvPicPr>
            <p:blipFill>
              <a:blip r:embed="rId188"/>
              <a:stretch>
                <a:fillRect/>
              </a:stretch>
            </p:blipFill>
            <p:spPr>
              <a:xfrm>
                <a:off x="6190389" y="6526705"/>
                <a:ext cx="194040" cy="254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9">
            <p14:nvContentPartPr>
              <p14:cNvPr id="143" name="Cerneală 142">
                <a:extLst>
                  <a:ext uri="{FF2B5EF4-FFF2-40B4-BE49-F238E27FC236}">
                    <a16:creationId xmlns:a16="http://schemas.microsoft.com/office/drawing/2014/main" id="{3067436A-9823-45BC-9E62-F86CC55E9BA3}"/>
                  </a:ext>
                </a:extLst>
              </p14:cNvPr>
              <p14:cNvContentPartPr/>
              <p14:nvPr/>
            </p14:nvContentPartPr>
            <p14:xfrm>
              <a:off x="6240789" y="6246265"/>
              <a:ext cx="151200" cy="224280"/>
            </p14:xfrm>
          </p:contentPart>
        </mc:Choice>
        <mc:Fallback xmlns="">
          <p:pic>
            <p:nvPicPr>
              <p:cNvPr id="143" name="Cerneală 142">
                <a:extLst>
                  <a:ext uri="{FF2B5EF4-FFF2-40B4-BE49-F238E27FC236}">
                    <a16:creationId xmlns:a16="http://schemas.microsoft.com/office/drawing/2014/main" id="{3067436A-9823-45BC-9E62-F86CC55E9BA3}"/>
                  </a:ext>
                </a:extLst>
              </p:cNvPr>
              <p:cNvPicPr/>
              <p:nvPr/>
            </p:nvPicPr>
            <p:blipFill>
              <a:blip r:embed="rId190"/>
              <a:stretch>
                <a:fillRect/>
              </a:stretch>
            </p:blipFill>
            <p:spPr>
              <a:xfrm>
                <a:off x="6223107" y="6228625"/>
                <a:ext cx="186925" cy="259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1">
            <p14:nvContentPartPr>
              <p14:cNvPr id="144" name="Cerneală 143">
                <a:extLst>
                  <a:ext uri="{FF2B5EF4-FFF2-40B4-BE49-F238E27FC236}">
                    <a16:creationId xmlns:a16="http://schemas.microsoft.com/office/drawing/2014/main" id="{44C1A9D8-C2A8-4AC7-8C2D-76D88B53DD4D}"/>
                  </a:ext>
                </a:extLst>
              </p14:cNvPr>
              <p14:cNvContentPartPr/>
              <p14:nvPr/>
            </p14:nvContentPartPr>
            <p14:xfrm>
              <a:off x="6811389" y="2194465"/>
              <a:ext cx="10080" cy="182160"/>
            </p14:xfrm>
          </p:contentPart>
        </mc:Choice>
        <mc:Fallback xmlns="">
          <p:pic>
            <p:nvPicPr>
              <p:cNvPr id="144" name="Cerneală 143">
                <a:extLst>
                  <a:ext uri="{FF2B5EF4-FFF2-40B4-BE49-F238E27FC236}">
                    <a16:creationId xmlns:a16="http://schemas.microsoft.com/office/drawing/2014/main" id="{44C1A9D8-C2A8-4AC7-8C2D-76D88B53DD4D}"/>
                  </a:ext>
                </a:extLst>
              </p:cNvPr>
              <p:cNvPicPr/>
              <p:nvPr/>
            </p:nvPicPr>
            <p:blipFill>
              <a:blip r:embed="rId192"/>
              <a:stretch>
                <a:fillRect/>
              </a:stretch>
            </p:blipFill>
            <p:spPr>
              <a:xfrm>
                <a:off x="6793389" y="2176465"/>
                <a:ext cx="45720" cy="217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3">
            <p14:nvContentPartPr>
              <p14:cNvPr id="145" name="Cerneală 144">
                <a:extLst>
                  <a:ext uri="{FF2B5EF4-FFF2-40B4-BE49-F238E27FC236}">
                    <a16:creationId xmlns:a16="http://schemas.microsoft.com/office/drawing/2014/main" id="{4E58F3D6-5EDD-418A-AE05-7BEEABA324E6}"/>
                  </a:ext>
                </a:extLst>
              </p14:cNvPr>
              <p14:cNvContentPartPr/>
              <p14:nvPr/>
            </p14:nvContentPartPr>
            <p14:xfrm>
              <a:off x="6819309" y="2603065"/>
              <a:ext cx="9720" cy="174240"/>
            </p14:xfrm>
          </p:contentPart>
        </mc:Choice>
        <mc:Fallback xmlns="">
          <p:pic>
            <p:nvPicPr>
              <p:cNvPr id="145" name="Cerneală 144">
                <a:extLst>
                  <a:ext uri="{FF2B5EF4-FFF2-40B4-BE49-F238E27FC236}">
                    <a16:creationId xmlns:a16="http://schemas.microsoft.com/office/drawing/2014/main" id="{4E58F3D6-5EDD-418A-AE05-7BEEABA324E6}"/>
                  </a:ext>
                </a:extLst>
              </p:cNvPr>
              <p:cNvPicPr/>
              <p:nvPr/>
            </p:nvPicPr>
            <p:blipFill>
              <a:blip r:embed="rId194"/>
              <a:stretch>
                <a:fillRect/>
              </a:stretch>
            </p:blipFill>
            <p:spPr>
              <a:xfrm>
                <a:off x="6801669" y="2585425"/>
                <a:ext cx="45360" cy="209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5">
            <p14:nvContentPartPr>
              <p14:cNvPr id="146" name="Cerneală 145">
                <a:extLst>
                  <a:ext uri="{FF2B5EF4-FFF2-40B4-BE49-F238E27FC236}">
                    <a16:creationId xmlns:a16="http://schemas.microsoft.com/office/drawing/2014/main" id="{325B34D5-831A-4E97-B2BA-7A7AE3449511}"/>
                  </a:ext>
                </a:extLst>
              </p14:cNvPr>
              <p14:cNvContentPartPr/>
              <p14:nvPr/>
            </p14:nvContentPartPr>
            <p14:xfrm>
              <a:off x="6858909" y="3137665"/>
              <a:ext cx="18360" cy="246240"/>
            </p14:xfrm>
          </p:contentPart>
        </mc:Choice>
        <mc:Fallback xmlns="">
          <p:pic>
            <p:nvPicPr>
              <p:cNvPr id="146" name="Cerneală 145">
                <a:extLst>
                  <a:ext uri="{FF2B5EF4-FFF2-40B4-BE49-F238E27FC236}">
                    <a16:creationId xmlns:a16="http://schemas.microsoft.com/office/drawing/2014/main" id="{325B34D5-831A-4E97-B2BA-7A7AE3449511}"/>
                  </a:ext>
                </a:extLst>
              </p:cNvPr>
              <p:cNvPicPr/>
              <p:nvPr/>
            </p:nvPicPr>
            <p:blipFill>
              <a:blip r:embed="rId196"/>
              <a:stretch>
                <a:fillRect/>
              </a:stretch>
            </p:blipFill>
            <p:spPr>
              <a:xfrm>
                <a:off x="6841269" y="3119665"/>
                <a:ext cx="54000" cy="281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7">
            <p14:nvContentPartPr>
              <p14:cNvPr id="147" name="Cerneală 146">
                <a:extLst>
                  <a:ext uri="{FF2B5EF4-FFF2-40B4-BE49-F238E27FC236}">
                    <a16:creationId xmlns:a16="http://schemas.microsoft.com/office/drawing/2014/main" id="{03B1348B-23AD-47FA-81A4-7F072CC368D9}"/>
                  </a:ext>
                </a:extLst>
              </p14:cNvPr>
              <p14:cNvContentPartPr/>
              <p14:nvPr/>
            </p14:nvContentPartPr>
            <p14:xfrm>
              <a:off x="6837669" y="3628345"/>
              <a:ext cx="34920" cy="280440"/>
            </p14:xfrm>
          </p:contentPart>
        </mc:Choice>
        <mc:Fallback xmlns="">
          <p:pic>
            <p:nvPicPr>
              <p:cNvPr id="147" name="Cerneală 146">
                <a:extLst>
                  <a:ext uri="{FF2B5EF4-FFF2-40B4-BE49-F238E27FC236}">
                    <a16:creationId xmlns:a16="http://schemas.microsoft.com/office/drawing/2014/main" id="{03B1348B-23AD-47FA-81A4-7F072CC368D9}"/>
                  </a:ext>
                </a:extLst>
              </p:cNvPr>
              <p:cNvPicPr/>
              <p:nvPr/>
            </p:nvPicPr>
            <p:blipFill>
              <a:blip r:embed="rId198"/>
              <a:stretch>
                <a:fillRect/>
              </a:stretch>
            </p:blipFill>
            <p:spPr>
              <a:xfrm>
                <a:off x="6819669" y="3610705"/>
                <a:ext cx="70560" cy="316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9">
            <p14:nvContentPartPr>
              <p14:cNvPr id="148" name="Cerneală 147">
                <a:extLst>
                  <a:ext uri="{FF2B5EF4-FFF2-40B4-BE49-F238E27FC236}">
                    <a16:creationId xmlns:a16="http://schemas.microsoft.com/office/drawing/2014/main" id="{A30C0205-EF61-4CA3-812A-9202D2E48276}"/>
                  </a:ext>
                </a:extLst>
              </p14:cNvPr>
              <p14:cNvContentPartPr/>
              <p14:nvPr/>
            </p14:nvContentPartPr>
            <p14:xfrm>
              <a:off x="6867189" y="4162945"/>
              <a:ext cx="5400" cy="218880"/>
            </p14:xfrm>
          </p:contentPart>
        </mc:Choice>
        <mc:Fallback xmlns="">
          <p:pic>
            <p:nvPicPr>
              <p:cNvPr id="148" name="Cerneală 147">
                <a:extLst>
                  <a:ext uri="{FF2B5EF4-FFF2-40B4-BE49-F238E27FC236}">
                    <a16:creationId xmlns:a16="http://schemas.microsoft.com/office/drawing/2014/main" id="{A30C0205-EF61-4CA3-812A-9202D2E48276}"/>
                  </a:ext>
                </a:extLst>
              </p:cNvPr>
              <p:cNvPicPr/>
              <p:nvPr/>
            </p:nvPicPr>
            <p:blipFill>
              <a:blip r:embed="rId200"/>
              <a:stretch>
                <a:fillRect/>
              </a:stretch>
            </p:blipFill>
            <p:spPr>
              <a:xfrm>
                <a:off x="6849189" y="4144945"/>
                <a:ext cx="41040" cy="254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1">
            <p14:nvContentPartPr>
              <p14:cNvPr id="149" name="Cerneală 148">
                <a:extLst>
                  <a:ext uri="{FF2B5EF4-FFF2-40B4-BE49-F238E27FC236}">
                    <a16:creationId xmlns:a16="http://schemas.microsoft.com/office/drawing/2014/main" id="{C29C0C1F-2A9E-4D9E-9FA1-53CD39E43F7E}"/>
                  </a:ext>
                </a:extLst>
              </p14:cNvPr>
              <p14:cNvContentPartPr/>
              <p14:nvPr/>
            </p14:nvContentPartPr>
            <p14:xfrm>
              <a:off x="6823629" y="4745065"/>
              <a:ext cx="10080" cy="225000"/>
            </p14:xfrm>
          </p:contentPart>
        </mc:Choice>
        <mc:Fallback xmlns="">
          <p:pic>
            <p:nvPicPr>
              <p:cNvPr id="149" name="Cerneală 148">
                <a:extLst>
                  <a:ext uri="{FF2B5EF4-FFF2-40B4-BE49-F238E27FC236}">
                    <a16:creationId xmlns:a16="http://schemas.microsoft.com/office/drawing/2014/main" id="{C29C0C1F-2A9E-4D9E-9FA1-53CD39E43F7E}"/>
                  </a:ext>
                </a:extLst>
              </p:cNvPr>
              <p:cNvPicPr/>
              <p:nvPr/>
            </p:nvPicPr>
            <p:blipFill>
              <a:blip r:embed="rId202"/>
              <a:stretch>
                <a:fillRect/>
              </a:stretch>
            </p:blipFill>
            <p:spPr>
              <a:xfrm>
                <a:off x="6805989" y="4727065"/>
                <a:ext cx="45720" cy="260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3">
            <p14:nvContentPartPr>
              <p14:cNvPr id="150" name="Cerneală 149">
                <a:extLst>
                  <a:ext uri="{FF2B5EF4-FFF2-40B4-BE49-F238E27FC236}">
                    <a16:creationId xmlns:a16="http://schemas.microsoft.com/office/drawing/2014/main" id="{271BEBE8-3AE1-42BD-9CAD-CDFF3559D397}"/>
                  </a:ext>
                </a:extLst>
              </p14:cNvPr>
              <p14:cNvContentPartPr/>
              <p14:nvPr/>
            </p14:nvContentPartPr>
            <p14:xfrm>
              <a:off x="6829749" y="5139625"/>
              <a:ext cx="3960" cy="170640"/>
            </p14:xfrm>
          </p:contentPart>
        </mc:Choice>
        <mc:Fallback xmlns="">
          <p:pic>
            <p:nvPicPr>
              <p:cNvPr id="150" name="Cerneală 149">
                <a:extLst>
                  <a:ext uri="{FF2B5EF4-FFF2-40B4-BE49-F238E27FC236}">
                    <a16:creationId xmlns:a16="http://schemas.microsoft.com/office/drawing/2014/main" id="{271BEBE8-3AE1-42BD-9CAD-CDFF3559D397}"/>
                  </a:ext>
                </a:extLst>
              </p:cNvPr>
              <p:cNvPicPr/>
              <p:nvPr/>
            </p:nvPicPr>
            <p:blipFill>
              <a:blip r:embed="rId204"/>
              <a:stretch>
                <a:fillRect/>
              </a:stretch>
            </p:blipFill>
            <p:spPr>
              <a:xfrm>
                <a:off x="6812109" y="5121625"/>
                <a:ext cx="39600" cy="206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5">
            <p14:nvContentPartPr>
              <p14:cNvPr id="151" name="Cerneală 150">
                <a:extLst>
                  <a:ext uri="{FF2B5EF4-FFF2-40B4-BE49-F238E27FC236}">
                    <a16:creationId xmlns:a16="http://schemas.microsoft.com/office/drawing/2014/main" id="{2B8552BD-070A-4D19-A5C1-5968D96D5818}"/>
                  </a:ext>
                </a:extLst>
              </p14:cNvPr>
              <p14:cNvContentPartPr/>
              <p14:nvPr/>
            </p14:nvContentPartPr>
            <p14:xfrm>
              <a:off x="6872229" y="5495665"/>
              <a:ext cx="360" cy="154440"/>
            </p14:xfrm>
          </p:contentPart>
        </mc:Choice>
        <mc:Fallback xmlns="">
          <p:pic>
            <p:nvPicPr>
              <p:cNvPr id="151" name="Cerneală 150">
                <a:extLst>
                  <a:ext uri="{FF2B5EF4-FFF2-40B4-BE49-F238E27FC236}">
                    <a16:creationId xmlns:a16="http://schemas.microsoft.com/office/drawing/2014/main" id="{2B8552BD-070A-4D19-A5C1-5968D96D5818}"/>
                  </a:ext>
                </a:extLst>
              </p:cNvPr>
              <p:cNvPicPr/>
              <p:nvPr/>
            </p:nvPicPr>
            <p:blipFill>
              <a:blip r:embed="rId206"/>
              <a:stretch>
                <a:fillRect/>
              </a:stretch>
            </p:blipFill>
            <p:spPr>
              <a:xfrm>
                <a:off x="6854229" y="5478025"/>
                <a:ext cx="36000" cy="190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7">
            <p14:nvContentPartPr>
              <p14:cNvPr id="152" name="Cerneală 151">
                <a:extLst>
                  <a:ext uri="{FF2B5EF4-FFF2-40B4-BE49-F238E27FC236}">
                    <a16:creationId xmlns:a16="http://schemas.microsoft.com/office/drawing/2014/main" id="{B8A98214-B103-40F9-B407-58A48B856EF4}"/>
                  </a:ext>
                </a:extLst>
              </p14:cNvPr>
              <p14:cNvContentPartPr/>
              <p14:nvPr/>
            </p14:nvContentPartPr>
            <p14:xfrm>
              <a:off x="6893469" y="5914345"/>
              <a:ext cx="12960" cy="142200"/>
            </p14:xfrm>
          </p:contentPart>
        </mc:Choice>
        <mc:Fallback xmlns="">
          <p:pic>
            <p:nvPicPr>
              <p:cNvPr id="152" name="Cerneală 151">
                <a:extLst>
                  <a:ext uri="{FF2B5EF4-FFF2-40B4-BE49-F238E27FC236}">
                    <a16:creationId xmlns:a16="http://schemas.microsoft.com/office/drawing/2014/main" id="{B8A98214-B103-40F9-B407-58A48B856EF4}"/>
                  </a:ext>
                </a:extLst>
              </p:cNvPr>
              <p:cNvPicPr/>
              <p:nvPr/>
            </p:nvPicPr>
            <p:blipFill>
              <a:blip r:embed="rId208"/>
              <a:stretch>
                <a:fillRect/>
              </a:stretch>
            </p:blipFill>
            <p:spPr>
              <a:xfrm>
                <a:off x="6875829" y="5896705"/>
                <a:ext cx="48600" cy="177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9">
            <p14:nvContentPartPr>
              <p14:cNvPr id="153" name="Cerneală 152">
                <a:extLst>
                  <a:ext uri="{FF2B5EF4-FFF2-40B4-BE49-F238E27FC236}">
                    <a16:creationId xmlns:a16="http://schemas.microsoft.com/office/drawing/2014/main" id="{F276B767-ECAC-4E56-BFAF-79928CA9856F}"/>
                  </a:ext>
                </a:extLst>
              </p14:cNvPr>
              <p14:cNvContentPartPr/>
              <p14:nvPr/>
            </p14:nvContentPartPr>
            <p14:xfrm>
              <a:off x="6920109" y="6333385"/>
              <a:ext cx="31320" cy="135720"/>
            </p14:xfrm>
          </p:contentPart>
        </mc:Choice>
        <mc:Fallback xmlns="">
          <p:pic>
            <p:nvPicPr>
              <p:cNvPr id="153" name="Cerneală 152">
                <a:extLst>
                  <a:ext uri="{FF2B5EF4-FFF2-40B4-BE49-F238E27FC236}">
                    <a16:creationId xmlns:a16="http://schemas.microsoft.com/office/drawing/2014/main" id="{F276B767-ECAC-4E56-BFAF-79928CA9856F}"/>
                  </a:ext>
                </a:extLst>
              </p:cNvPr>
              <p:cNvPicPr/>
              <p:nvPr/>
            </p:nvPicPr>
            <p:blipFill>
              <a:blip r:embed="rId210"/>
              <a:stretch>
                <a:fillRect/>
              </a:stretch>
            </p:blipFill>
            <p:spPr>
              <a:xfrm>
                <a:off x="6902109" y="6315385"/>
                <a:ext cx="66960" cy="171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1">
            <p14:nvContentPartPr>
              <p14:cNvPr id="154" name="Cerneală 153">
                <a:extLst>
                  <a:ext uri="{FF2B5EF4-FFF2-40B4-BE49-F238E27FC236}">
                    <a16:creationId xmlns:a16="http://schemas.microsoft.com/office/drawing/2014/main" id="{30AFAF10-89B2-4E6A-84C0-BD108196C390}"/>
                  </a:ext>
                </a:extLst>
              </p14:cNvPr>
              <p14:cNvContentPartPr/>
              <p14:nvPr/>
            </p14:nvContentPartPr>
            <p14:xfrm>
              <a:off x="6596829" y="4608985"/>
              <a:ext cx="119880" cy="174960"/>
            </p14:xfrm>
          </p:contentPart>
        </mc:Choice>
        <mc:Fallback xmlns="">
          <p:pic>
            <p:nvPicPr>
              <p:cNvPr id="154" name="Cerneală 153">
                <a:extLst>
                  <a:ext uri="{FF2B5EF4-FFF2-40B4-BE49-F238E27FC236}">
                    <a16:creationId xmlns:a16="http://schemas.microsoft.com/office/drawing/2014/main" id="{30AFAF10-89B2-4E6A-84C0-BD108196C390}"/>
                  </a:ext>
                </a:extLst>
              </p:cNvPr>
              <p:cNvPicPr/>
              <p:nvPr/>
            </p:nvPicPr>
            <p:blipFill>
              <a:blip r:embed="rId212"/>
              <a:stretch>
                <a:fillRect/>
              </a:stretch>
            </p:blipFill>
            <p:spPr>
              <a:xfrm>
                <a:off x="6578829" y="4591345"/>
                <a:ext cx="155520" cy="210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3">
            <p14:nvContentPartPr>
              <p14:cNvPr id="155" name="Cerneală 154">
                <a:extLst>
                  <a:ext uri="{FF2B5EF4-FFF2-40B4-BE49-F238E27FC236}">
                    <a16:creationId xmlns:a16="http://schemas.microsoft.com/office/drawing/2014/main" id="{2EFF3F3C-7CC2-4292-BAF1-78B15E303CB4}"/>
                  </a:ext>
                </a:extLst>
              </p14:cNvPr>
              <p14:cNvContentPartPr/>
              <p14:nvPr/>
            </p14:nvContentPartPr>
            <p14:xfrm>
              <a:off x="6622749" y="3637705"/>
              <a:ext cx="122760" cy="189000"/>
            </p14:xfrm>
          </p:contentPart>
        </mc:Choice>
        <mc:Fallback xmlns="">
          <p:pic>
            <p:nvPicPr>
              <p:cNvPr id="155" name="Cerneală 154">
                <a:extLst>
                  <a:ext uri="{FF2B5EF4-FFF2-40B4-BE49-F238E27FC236}">
                    <a16:creationId xmlns:a16="http://schemas.microsoft.com/office/drawing/2014/main" id="{2EFF3F3C-7CC2-4292-BAF1-78B15E303CB4}"/>
                  </a:ext>
                </a:extLst>
              </p:cNvPr>
              <p:cNvPicPr/>
              <p:nvPr/>
            </p:nvPicPr>
            <p:blipFill>
              <a:blip r:embed="rId214"/>
              <a:stretch>
                <a:fillRect/>
              </a:stretch>
            </p:blipFill>
            <p:spPr>
              <a:xfrm>
                <a:off x="6604749" y="3619705"/>
                <a:ext cx="158400" cy="224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5">
            <p14:nvContentPartPr>
              <p14:cNvPr id="156" name="Cerneală 155">
                <a:extLst>
                  <a:ext uri="{FF2B5EF4-FFF2-40B4-BE49-F238E27FC236}">
                    <a16:creationId xmlns:a16="http://schemas.microsoft.com/office/drawing/2014/main" id="{154B338A-9824-497D-B049-E8FDC7F39140}"/>
                  </a:ext>
                </a:extLst>
              </p14:cNvPr>
              <p14:cNvContentPartPr/>
              <p14:nvPr/>
            </p14:nvContentPartPr>
            <p14:xfrm>
              <a:off x="6591069" y="2621425"/>
              <a:ext cx="140760" cy="205920"/>
            </p14:xfrm>
          </p:contentPart>
        </mc:Choice>
        <mc:Fallback xmlns="">
          <p:pic>
            <p:nvPicPr>
              <p:cNvPr id="156" name="Cerneală 155">
                <a:extLst>
                  <a:ext uri="{FF2B5EF4-FFF2-40B4-BE49-F238E27FC236}">
                    <a16:creationId xmlns:a16="http://schemas.microsoft.com/office/drawing/2014/main" id="{154B338A-9824-497D-B049-E8FDC7F39140}"/>
                  </a:ext>
                </a:extLst>
              </p:cNvPr>
              <p:cNvPicPr/>
              <p:nvPr/>
            </p:nvPicPr>
            <p:blipFill>
              <a:blip r:embed="rId216"/>
              <a:stretch>
                <a:fillRect/>
              </a:stretch>
            </p:blipFill>
            <p:spPr>
              <a:xfrm>
                <a:off x="6573429" y="2603425"/>
                <a:ext cx="176400" cy="241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7">
            <p14:nvContentPartPr>
              <p14:cNvPr id="157" name="Cerneală 156">
                <a:extLst>
                  <a:ext uri="{FF2B5EF4-FFF2-40B4-BE49-F238E27FC236}">
                    <a16:creationId xmlns:a16="http://schemas.microsoft.com/office/drawing/2014/main" id="{210BF8BC-3B9D-4B93-B000-0E76D697BE5E}"/>
                  </a:ext>
                </a:extLst>
              </p14:cNvPr>
              <p14:cNvContentPartPr/>
              <p14:nvPr/>
            </p14:nvContentPartPr>
            <p14:xfrm>
              <a:off x="6632469" y="1734745"/>
              <a:ext cx="86040" cy="203040"/>
            </p14:xfrm>
          </p:contentPart>
        </mc:Choice>
        <mc:Fallback xmlns="">
          <p:pic>
            <p:nvPicPr>
              <p:cNvPr id="157" name="Cerneală 156">
                <a:extLst>
                  <a:ext uri="{FF2B5EF4-FFF2-40B4-BE49-F238E27FC236}">
                    <a16:creationId xmlns:a16="http://schemas.microsoft.com/office/drawing/2014/main" id="{210BF8BC-3B9D-4B93-B000-0E76D697BE5E}"/>
                  </a:ext>
                </a:extLst>
              </p:cNvPr>
              <p:cNvPicPr/>
              <p:nvPr/>
            </p:nvPicPr>
            <p:blipFill>
              <a:blip r:embed="rId218"/>
              <a:stretch>
                <a:fillRect/>
              </a:stretch>
            </p:blipFill>
            <p:spPr>
              <a:xfrm>
                <a:off x="6614829" y="1716745"/>
                <a:ext cx="121680" cy="238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9">
            <p14:nvContentPartPr>
              <p14:cNvPr id="158" name="Cerneală 157">
                <a:extLst>
                  <a:ext uri="{FF2B5EF4-FFF2-40B4-BE49-F238E27FC236}">
                    <a16:creationId xmlns:a16="http://schemas.microsoft.com/office/drawing/2014/main" id="{595E4017-FC23-48B1-B78A-A853C05C8CAF}"/>
                  </a:ext>
                </a:extLst>
              </p14:cNvPr>
              <p14:cNvContentPartPr/>
              <p14:nvPr/>
            </p14:nvContentPartPr>
            <p14:xfrm>
              <a:off x="6636789" y="6031705"/>
              <a:ext cx="146160" cy="231120"/>
            </p14:xfrm>
          </p:contentPart>
        </mc:Choice>
        <mc:Fallback xmlns="">
          <p:pic>
            <p:nvPicPr>
              <p:cNvPr id="158" name="Cerneală 157">
                <a:extLst>
                  <a:ext uri="{FF2B5EF4-FFF2-40B4-BE49-F238E27FC236}">
                    <a16:creationId xmlns:a16="http://schemas.microsoft.com/office/drawing/2014/main" id="{595E4017-FC23-48B1-B78A-A853C05C8CAF}"/>
                  </a:ext>
                </a:extLst>
              </p:cNvPr>
              <p:cNvPicPr/>
              <p:nvPr/>
            </p:nvPicPr>
            <p:blipFill>
              <a:blip r:embed="rId220"/>
              <a:stretch>
                <a:fillRect/>
              </a:stretch>
            </p:blipFill>
            <p:spPr>
              <a:xfrm>
                <a:off x="6619149" y="6014065"/>
                <a:ext cx="181800" cy="266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1">
            <p14:nvContentPartPr>
              <p14:cNvPr id="159" name="Cerneală 158">
                <a:extLst>
                  <a:ext uri="{FF2B5EF4-FFF2-40B4-BE49-F238E27FC236}">
                    <a16:creationId xmlns:a16="http://schemas.microsoft.com/office/drawing/2014/main" id="{0214E1DF-0079-4631-A352-ED8E2462CFBD}"/>
                  </a:ext>
                </a:extLst>
              </p14:cNvPr>
              <p14:cNvContentPartPr/>
              <p14:nvPr/>
            </p14:nvContentPartPr>
            <p14:xfrm>
              <a:off x="7174989" y="3161785"/>
              <a:ext cx="10080" cy="189720"/>
            </p14:xfrm>
          </p:contentPart>
        </mc:Choice>
        <mc:Fallback xmlns="">
          <p:pic>
            <p:nvPicPr>
              <p:cNvPr id="159" name="Cerneală 158">
                <a:extLst>
                  <a:ext uri="{FF2B5EF4-FFF2-40B4-BE49-F238E27FC236}">
                    <a16:creationId xmlns:a16="http://schemas.microsoft.com/office/drawing/2014/main" id="{0214E1DF-0079-4631-A352-ED8E2462CFBD}"/>
                  </a:ext>
                </a:extLst>
              </p:cNvPr>
              <p:cNvPicPr/>
              <p:nvPr/>
            </p:nvPicPr>
            <p:blipFill>
              <a:blip r:embed="rId222"/>
              <a:stretch>
                <a:fillRect/>
              </a:stretch>
            </p:blipFill>
            <p:spPr>
              <a:xfrm>
                <a:off x="7157349" y="3143785"/>
                <a:ext cx="45720" cy="225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3">
            <p14:nvContentPartPr>
              <p14:cNvPr id="160" name="Cerneală 159">
                <a:extLst>
                  <a:ext uri="{FF2B5EF4-FFF2-40B4-BE49-F238E27FC236}">
                    <a16:creationId xmlns:a16="http://schemas.microsoft.com/office/drawing/2014/main" id="{1B85CFF7-AEBA-44E2-833A-83714E7F18AD}"/>
                  </a:ext>
                </a:extLst>
              </p14:cNvPr>
              <p14:cNvContentPartPr/>
              <p14:nvPr/>
            </p14:nvContentPartPr>
            <p14:xfrm>
              <a:off x="7170309" y="3753625"/>
              <a:ext cx="26280" cy="209520"/>
            </p14:xfrm>
          </p:contentPart>
        </mc:Choice>
        <mc:Fallback xmlns="">
          <p:pic>
            <p:nvPicPr>
              <p:cNvPr id="160" name="Cerneală 159">
                <a:extLst>
                  <a:ext uri="{FF2B5EF4-FFF2-40B4-BE49-F238E27FC236}">
                    <a16:creationId xmlns:a16="http://schemas.microsoft.com/office/drawing/2014/main" id="{1B85CFF7-AEBA-44E2-833A-83714E7F18AD}"/>
                  </a:ext>
                </a:extLst>
              </p:cNvPr>
              <p:cNvPicPr/>
              <p:nvPr/>
            </p:nvPicPr>
            <p:blipFill>
              <a:blip r:embed="rId224"/>
              <a:stretch>
                <a:fillRect/>
              </a:stretch>
            </p:blipFill>
            <p:spPr>
              <a:xfrm>
                <a:off x="7152669" y="3735625"/>
                <a:ext cx="61920" cy="245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5">
            <p14:nvContentPartPr>
              <p14:cNvPr id="161" name="Cerneală 160">
                <a:extLst>
                  <a:ext uri="{FF2B5EF4-FFF2-40B4-BE49-F238E27FC236}">
                    <a16:creationId xmlns:a16="http://schemas.microsoft.com/office/drawing/2014/main" id="{12F2F35F-F812-448B-B6FC-9D45C08297B5}"/>
                  </a:ext>
                </a:extLst>
              </p14:cNvPr>
              <p14:cNvContentPartPr/>
              <p14:nvPr/>
            </p14:nvContentPartPr>
            <p14:xfrm>
              <a:off x="7218549" y="4278145"/>
              <a:ext cx="5400" cy="114480"/>
            </p14:xfrm>
          </p:contentPart>
        </mc:Choice>
        <mc:Fallback xmlns="">
          <p:pic>
            <p:nvPicPr>
              <p:cNvPr id="161" name="Cerneală 160">
                <a:extLst>
                  <a:ext uri="{FF2B5EF4-FFF2-40B4-BE49-F238E27FC236}">
                    <a16:creationId xmlns:a16="http://schemas.microsoft.com/office/drawing/2014/main" id="{12F2F35F-F812-448B-B6FC-9D45C08297B5}"/>
                  </a:ext>
                </a:extLst>
              </p:cNvPr>
              <p:cNvPicPr/>
              <p:nvPr/>
            </p:nvPicPr>
            <p:blipFill>
              <a:blip r:embed="rId226"/>
              <a:stretch>
                <a:fillRect/>
              </a:stretch>
            </p:blipFill>
            <p:spPr>
              <a:xfrm>
                <a:off x="7200909" y="4260145"/>
                <a:ext cx="41040" cy="150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7">
            <p14:nvContentPartPr>
              <p14:cNvPr id="162" name="Cerneală 161">
                <a:extLst>
                  <a:ext uri="{FF2B5EF4-FFF2-40B4-BE49-F238E27FC236}">
                    <a16:creationId xmlns:a16="http://schemas.microsoft.com/office/drawing/2014/main" id="{D364F305-58F1-4069-8882-3566F4BEE9E4}"/>
                  </a:ext>
                </a:extLst>
              </p14:cNvPr>
              <p14:cNvContentPartPr/>
              <p14:nvPr/>
            </p14:nvContentPartPr>
            <p14:xfrm>
              <a:off x="7184709" y="4730665"/>
              <a:ext cx="10440" cy="217080"/>
            </p14:xfrm>
          </p:contentPart>
        </mc:Choice>
        <mc:Fallback xmlns="">
          <p:pic>
            <p:nvPicPr>
              <p:cNvPr id="162" name="Cerneală 161">
                <a:extLst>
                  <a:ext uri="{FF2B5EF4-FFF2-40B4-BE49-F238E27FC236}">
                    <a16:creationId xmlns:a16="http://schemas.microsoft.com/office/drawing/2014/main" id="{D364F305-58F1-4069-8882-3566F4BEE9E4}"/>
                  </a:ext>
                </a:extLst>
              </p:cNvPr>
              <p:cNvPicPr/>
              <p:nvPr/>
            </p:nvPicPr>
            <p:blipFill>
              <a:blip r:embed="rId228"/>
              <a:stretch>
                <a:fillRect/>
              </a:stretch>
            </p:blipFill>
            <p:spPr>
              <a:xfrm>
                <a:off x="7166709" y="4713025"/>
                <a:ext cx="46080" cy="252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9">
            <p14:nvContentPartPr>
              <p14:cNvPr id="163" name="Cerneală 162">
                <a:extLst>
                  <a:ext uri="{FF2B5EF4-FFF2-40B4-BE49-F238E27FC236}">
                    <a16:creationId xmlns:a16="http://schemas.microsoft.com/office/drawing/2014/main" id="{73D09965-63D5-4611-8C15-4843948FFC52}"/>
                  </a:ext>
                </a:extLst>
              </p14:cNvPr>
              <p14:cNvContentPartPr/>
              <p14:nvPr/>
            </p14:nvContentPartPr>
            <p14:xfrm>
              <a:off x="7199469" y="5168785"/>
              <a:ext cx="360" cy="148320"/>
            </p14:xfrm>
          </p:contentPart>
        </mc:Choice>
        <mc:Fallback xmlns="">
          <p:pic>
            <p:nvPicPr>
              <p:cNvPr id="163" name="Cerneală 162">
                <a:extLst>
                  <a:ext uri="{FF2B5EF4-FFF2-40B4-BE49-F238E27FC236}">
                    <a16:creationId xmlns:a16="http://schemas.microsoft.com/office/drawing/2014/main" id="{73D09965-63D5-4611-8C15-4843948FFC52}"/>
                  </a:ext>
                </a:extLst>
              </p:cNvPr>
              <p:cNvPicPr/>
              <p:nvPr/>
            </p:nvPicPr>
            <p:blipFill>
              <a:blip r:embed="rId230"/>
              <a:stretch>
                <a:fillRect/>
              </a:stretch>
            </p:blipFill>
            <p:spPr>
              <a:xfrm>
                <a:off x="7181829" y="5150785"/>
                <a:ext cx="36000" cy="183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31">
            <p14:nvContentPartPr>
              <p14:cNvPr id="164" name="Cerneală 163">
                <a:extLst>
                  <a:ext uri="{FF2B5EF4-FFF2-40B4-BE49-F238E27FC236}">
                    <a16:creationId xmlns:a16="http://schemas.microsoft.com/office/drawing/2014/main" id="{B7B8AAB2-FE40-4382-BD7C-C143DD580B5D}"/>
                  </a:ext>
                </a:extLst>
              </p14:cNvPr>
              <p14:cNvContentPartPr/>
              <p14:nvPr/>
            </p14:nvContentPartPr>
            <p14:xfrm>
              <a:off x="7228269" y="5505745"/>
              <a:ext cx="20160" cy="198720"/>
            </p14:xfrm>
          </p:contentPart>
        </mc:Choice>
        <mc:Fallback xmlns="">
          <p:pic>
            <p:nvPicPr>
              <p:cNvPr id="164" name="Cerneală 163">
                <a:extLst>
                  <a:ext uri="{FF2B5EF4-FFF2-40B4-BE49-F238E27FC236}">
                    <a16:creationId xmlns:a16="http://schemas.microsoft.com/office/drawing/2014/main" id="{B7B8AAB2-FE40-4382-BD7C-C143DD580B5D}"/>
                  </a:ext>
                </a:extLst>
              </p:cNvPr>
              <p:cNvPicPr/>
              <p:nvPr/>
            </p:nvPicPr>
            <p:blipFill>
              <a:blip r:embed="rId232"/>
              <a:stretch>
                <a:fillRect/>
              </a:stretch>
            </p:blipFill>
            <p:spPr>
              <a:xfrm>
                <a:off x="7210269" y="5487745"/>
                <a:ext cx="55800" cy="234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33">
            <p14:nvContentPartPr>
              <p14:cNvPr id="166" name="Cerneală 165">
                <a:extLst>
                  <a:ext uri="{FF2B5EF4-FFF2-40B4-BE49-F238E27FC236}">
                    <a16:creationId xmlns:a16="http://schemas.microsoft.com/office/drawing/2014/main" id="{28008FA7-477E-4D2C-B1FD-DDD4C1BB4A0D}"/>
                  </a:ext>
                </a:extLst>
              </p14:cNvPr>
              <p14:cNvContentPartPr/>
              <p14:nvPr/>
            </p14:nvContentPartPr>
            <p14:xfrm>
              <a:off x="6981669" y="4624105"/>
              <a:ext cx="121680" cy="179280"/>
            </p14:xfrm>
          </p:contentPart>
        </mc:Choice>
        <mc:Fallback xmlns="">
          <p:pic>
            <p:nvPicPr>
              <p:cNvPr id="166" name="Cerneală 165">
                <a:extLst>
                  <a:ext uri="{FF2B5EF4-FFF2-40B4-BE49-F238E27FC236}">
                    <a16:creationId xmlns:a16="http://schemas.microsoft.com/office/drawing/2014/main" id="{28008FA7-477E-4D2C-B1FD-DDD4C1BB4A0D}"/>
                  </a:ext>
                </a:extLst>
              </p:cNvPr>
              <p:cNvPicPr/>
              <p:nvPr/>
            </p:nvPicPr>
            <p:blipFill>
              <a:blip r:embed="rId234"/>
              <a:stretch>
                <a:fillRect/>
              </a:stretch>
            </p:blipFill>
            <p:spPr>
              <a:xfrm>
                <a:off x="6963669" y="4606105"/>
                <a:ext cx="157320" cy="214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35">
            <p14:nvContentPartPr>
              <p14:cNvPr id="167" name="Cerneală 166">
                <a:extLst>
                  <a:ext uri="{FF2B5EF4-FFF2-40B4-BE49-F238E27FC236}">
                    <a16:creationId xmlns:a16="http://schemas.microsoft.com/office/drawing/2014/main" id="{FA31F366-A832-4A50-8B17-1CD220BC8A8C}"/>
                  </a:ext>
                </a:extLst>
              </p14:cNvPr>
              <p14:cNvContentPartPr/>
              <p14:nvPr/>
            </p14:nvContentPartPr>
            <p14:xfrm>
              <a:off x="6970869" y="3733105"/>
              <a:ext cx="126720" cy="154800"/>
            </p14:xfrm>
          </p:contentPart>
        </mc:Choice>
        <mc:Fallback xmlns="">
          <p:pic>
            <p:nvPicPr>
              <p:cNvPr id="167" name="Cerneală 166">
                <a:extLst>
                  <a:ext uri="{FF2B5EF4-FFF2-40B4-BE49-F238E27FC236}">
                    <a16:creationId xmlns:a16="http://schemas.microsoft.com/office/drawing/2014/main" id="{FA31F366-A832-4A50-8B17-1CD220BC8A8C}"/>
                  </a:ext>
                </a:extLst>
              </p:cNvPr>
              <p:cNvPicPr/>
              <p:nvPr/>
            </p:nvPicPr>
            <p:blipFill>
              <a:blip r:embed="rId236"/>
              <a:stretch>
                <a:fillRect/>
              </a:stretch>
            </p:blipFill>
            <p:spPr>
              <a:xfrm>
                <a:off x="6953229" y="3715105"/>
                <a:ext cx="162360" cy="190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37">
            <p14:nvContentPartPr>
              <p14:cNvPr id="168" name="Cerneală 167">
                <a:extLst>
                  <a:ext uri="{FF2B5EF4-FFF2-40B4-BE49-F238E27FC236}">
                    <a16:creationId xmlns:a16="http://schemas.microsoft.com/office/drawing/2014/main" id="{4B60AFEB-04D4-4CC3-A700-8462AADBA20B}"/>
                  </a:ext>
                </a:extLst>
              </p14:cNvPr>
              <p14:cNvContentPartPr/>
              <p14:nvPr/>
            </p14:nvContentPartPr>
            <p14:xfrm>
              <a:off x="6952509" y="2697745"/>
              <a:ext cx="117000" cy="198000"/>
            </p14:xfrm>
          </p:contentPart>
        </mc:Choice>
        <mc:Fallback xmlns="">
          <p:pic>
            <p:nvPicPr>
              <p:cNvPr id="168" name="Cerneală 167">
                <a:extLst>
                  <a:ext uri="{FF2B5EF4-FFF2-40B4-BE49-F238E27FC236}">
                    <a16:creationId xmlns:a16="http://schemas.microsoft.com/office/drawing/2014/main" id="{4B60AFEB-04D4-4CC3-A700-8462AADBA20B}"/>
                  </a:ext>
                </a:extLst>
              </p:cNvPr>
              <p:cNvPicPr/>
              <p:nvPr/>
            </p:nvPicPr>
            <p:blipFill>
              <a:blip r:embed="rId238"/>
              <a:stretch>
                <a:fillRect/>
              </a:stretch>
            </p:blipFill>
            <p:spPr>
              <a:xfrm>
                <a:off x="6934869" y="2680105"/>
                <a:ext cx="152640" cy="233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39">
            <p14:nvContentPartPr>
              <p14:cNvPr id="169" name="Cerneală 168">
                <a:extLst>
                  <a:ext uri="{FF2B5EF4-FFF2-40B4-BE49-F238E27FC236}">
                    <a16:creationId xmlns:a16="http://schemas.microsoft.com/office/drawing/2014/main" id="{579E9791-1F4C-4B58-8609-5134566617B3}"/>
                  </a:ext>
                </a:extLst>
              </p14:cNvPr>
              <p14:cNvContentPartPr/>
              <p14:nvPr/>
            </p14:nvContentPartPr>
            <p14:xfrm>
              <a:off x="7001829" y="1731145"/>
              <a:ext cx="39960" cy="189720"/>
            </p14:xfrm>
          </p:contentPart>
        </mc:Choice>
        <mc:Fallback xmlns="">
          <p:pic>
            <p:nvPicPr>
              <p:cNvPr id="169" name="Cerneală 168">
                <a:extLst>
                  <a:ext uri="{FF2B5EF4-FFF2-40B4-BE49-F238E27FC236}">
                    <a16:creationId xmlns:a16="http://schemas.microsoft.com/office/drawing/2014/main" id="{579E9791-1F4C-4B58-8609-5134566617B3}"/>
                  </a:ext>
                </a:extLst>
              </p:cNvPr>
              <p:cNvPicPr/>
              <p:nvPr/>
            </p:nvPicPr>
            <p:blipFill>
              <a:blip r:embed="rId240"/>
              <a:stretch>
                <a:fillRect/>
              </a:stretch>
            </p:blipFill>
            <p:spPr>
              <a:xfrm>
                <a:off x="6984189" y="1713145"/>
                <a:ext cx="75600" cy="225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1">
            <p14:nvContentPartPr>
              <p14:cNvPr id="170" name="Cerneală 169">
                <a:extLst>
                  <a:ext uri="{FF2B5EF4-FFF2-40B4-BE49-F238E27FC236}">
                    <a16:creationId xmlns:a16="http://schemas.microsoft.com/office/drawing/2014/main" id="{F0DF4CA0-6107-4692-AB74-B7770B4D05B6}"/>
                  </a:ext>
                </a:extLst>
              </p14:cNvPr>
              <p14:cNvContentPartPr/>
              <p14:nvPr/>
            </p14:nvContentPartPr>
            <p14:xfrm>
              <a:off x="7009749" y="5983105"/>
              <a:ext cx="43560" cy="216720"/>
            </p14:xfrm>
          </p:contentPart>
        </mc:Choice>
        <mc:Fallback xmlns="">
          <p:pic>
            <p:nvPicPr>
              <p:cNvPr id="170" name="Cerneală 169">
                <a:extLst>
                  <a:ext uri="{FF2B5EF4-FFF2-40B4-BE49-F238E27FC236}">
                    <a16:creationId xmlns:a16="http://schemas.microsoft.com/office/drawing/2014/main" id="{F0DF4CA0-6107-4692-AB74-B7770B4D05B6}"/>
                  </a:ext>
                </a:extLst>
              </p:cNvPr>
              <p:cNvPicPr/>
              <p:nvPr/>
            </p:nvPicPr>
            <p:blipFill>
              <a:blip r:embed="rId242"/>
              <a:stretch>
                <a:fillRect/>
              </a:stretch>
            </p:blipFill>
            <p:spPr>
              <a:xfrm>
                <a:off x="6992109" y="5965105"/>
                <a:ext cx="79200" cy="252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3">
            <p14:nvContentPartPr>
              <p14:cNvPr id="171" name="Cerneală 170">
                <a:extLst>
                  <a:ext uri="{FF2B5EF4-FFF2-40B4-BE49-F238E27FC236}">
                    <a16:creationId xmlns:a16="http://schemas.microsoft.com/office/drawing/2014/main" id="{71200B04-CE3F-47DE-9347-85F6D8EDCD74}"/>
                  </a:ext>
                </a:extLst>
              </p14:cNvPr>
              <p14:cNvContentPartPr/>
              <p14:nvPr/>
            </p14:nvContentPartPr>
            <p14:xfrm>
              <a:off x="7459029" y="2121745"/>
              <a:ext cx="29520" cy="247320"/>
            </p14:xfrm>
          </p:contentPart>
        </mc:Choice>
        <mc:Fallback xmlns="">
          <p:pic>
            <p:nvPicPr>
              <p:cNvPr id="171" name="Cerneală 170">
                <a:extLst>
                  <a:ext uri="{FF2B5EF4-FFF2-40B4-BE49-F238E27FC236}">
                    <a16:creationId xmlns:a16="http://schemas.microsoft.com/office/drawing/2014/main" id="{71200B04-CE3F-47DE-9347-85F6D8EDCD74}"/>
                  </a:ext>
                </a:extLst>
              </p:cNvPr>
              <p:cNvPicPr/>
              <p:nvPr/>
            </p:nvPicPr>
            <p:blipFill>
              <a:blip r:embed="rId244"/>
              <a:stretch>
                <a:fillRect/>
              </a:stretch>
            </p:blipFill>
            <p:spPr>
              <a:xfrm>
                <a:off x="7441389" y="2104105"/>
                <a:ext cx="65160" cy="282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5">
            <p14:nvContentPartPr>
              <p14:cNvPr id="172" name="Cerneală 171">
                <a:extLst>
                  <a:ext uri="{FF2B5EF4-FFF2-40B4-BE49-F238E27FC236}">
                    <a16:creationId xmlns:a16="http://schemas.microsoft.com/office/drawing/2014/main" id="{3BE5CB85-93A9-448C-8883-F5EC91F38AB3}"/>
                  </a:ext>
                </a:extLst>
              </p14:cNvPr>
              <p14:cNvContentPartPr/>
              <p14:nvPr/>
            </p14:nvContentPartPr>
            <p14:xfrm>
              <a:off x="7483149" y="2771545"/>
              <a:ext cx="18360" cy="207000"/>
            </p14:xfrm>
          </p:contentPart>
        </mc:Choice>
        <mc:Fallback xmlns="">
          <p:pic>
            <p:nvPicPr>
              <p:cNvPr id="172" name="Cerneală 171">
                <a:extLst>
                  <a:ext uri="{FF2B5EF4-FFF2-40B4-BE49-F238E27FC236}">
                    <a16:creationId xmlns:a16="http://schemas.microsoft.com/office/drawing/2014/main" id="{3BE5CB85-93A9-448C-8883-F5EC91F38AB3}"/>
                  </a:ext>
                </a:extLst>
              </p:cNvPr>
              <p:cNvPicPr/>
              <p:nvPr/>
            </p:nvPicPr>
            <p:blipFill>
              <a:blip r:embed="rId246"/>
              <a:stretch>
                <a:fillRect/>
              </a:stretch>
            </p:blipFill>
            <p:spPr>
              <a:xfrm>
                <a:off x="7465509" y="2753905"/>
                <a:ext cx="54000" cy="242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7">
            <p14:nvContentPartPr>
              <p14:cNvPr id="173" name="Cerneală 172">
                <a:extLst>
                  <a:ext uri="{FF2B5EF4-FFF2-40B4-BE49-F238E27FC236}">
                    <a16:creationId xmlns:a16="http://schemas.microsoft.com/office/drawing/2014/main" id="{31F46DAD-4606-4B60-8385-F14D05B77FA6}"/>
                  </a:ext>
                </a:extLst>
              </p14:cNvPr>
              <p14:cNvContentPartPr/>
              <p14:nvPr/>
            </p14:nvContentPartPr>
            <p14:xfrm>
              <a:off x="7488549" y="3455185"/>
              <a:ext cx="5040" cy="191880"/>
            </p14:xfrm>
          </p:contentPart>
        </mc:Choice>
        <mc:Fallback xmlns="">
          <p:pic>
            <p:nvPicPr>
              <p:cNvPr id="173" name="Cerneală 172">
                <a:extLst>
                  <a:ext uri="{FF2B5EF4-FFF2-40B4-BE49-F238E27FC236}">
                    <a16:creationId xmlns:a16="http://schemas.microsoft.com/office/drawing/2014/main" id="{31F46DAD-4606-4B60-8385-F14D05B77FA6}"/>
                  </a:ext>
                </a:extLst>
              </p:cNvPr>
              <p:cNvPicPr/>
              <p:nvPr/>
            </p:nvPicPr>
            <p:blipFill>
              <a:blip r:embed="rId248"/>
              <a:stretch>
                <a:fillRect/>
              </a:stretch>
            </p:blipFill>
            <p:spPr>
              <a:xfrm>
                <a:off x="7470549" y="3437545"/>
                <a:ext cx="40680" cy="227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9">
            <p14:nvContentPartPr>
              <p14:cNvPr id="174" name="Cerneală 173">
                <a:extLst>
                  <a:ext uri="{FF2B5EF4-FFF2-40B4-BE49-F238E27FC236}">
                    <a16:creationId xmlns:a16="http://schemas.microsoft.com/office/drawing/2014/main" id="{F7370E64-E902-4018-9AFB-3B980AFA166E}"/>
                  </a:ext>
                </a:extLst>
              </p14:cNvPr>
              <p14:cNvContentPartPr/>
              <p14:nvPr/>
            </p14:nvContentPartPr>
            <p14:xfrm>
              <a:off x="7521669" y="3979705"/>
              <a:ext cx="9360" cy="158400"/>
            </p14:xfrm>
          </p:contentPart>
        </mc:Choice>
        <mc:Fallback xmlns="">
          <p:pic>
            <p:nvPicPr>
              <p:cNvPr id="174" name="Cerneală 173">
                <a:extLst>
                  <a:ext uri="{FF2B5EF4-FFF2-40B4-BE49-F238E27FC236}">
                    <a16:creationId xmlns:a16="http://schemas.microsoft.com/office/drawing/2014/main" id="{F7370E64-E902-4018-9AFB-3B980AFA166E}"/>
                  </a:ext>
                </a:extLst>
              </p:cNvPr>
              <p:cNvPicPr/>
              <p:nvPr/>
            </p:nvPicPr>
            <p:blipFill>
              <a:blip r:embed="rId250"/>
              <a:stretch>
                <a:fillRect/>
              </a:stretch>
            </p:blipFill>
            <p:spPr>
              <a:xfrm>
                <a:off x="7504029" y="3962065"/>
                <a:ext cx="45000" cy="194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51">
            <p14:nvContentPartPr>
              <p14:cNvPr id="175" name="Cerneală 174">
                <a:extLst>
                  <a:ext uri="{FF2B5EF4-FFF2-40B4-BE49-F238E27FC236}">
                    <a16:creationId xmlns:a16="http://schemas.microsoft.com/office/drawing/2014/main" id="{DC9433A0-5323-4AAB-8682-2A33940A11C8}"/>
                  </a:ext>
                </a:extLst>
              </p14:cNvPr>
              <p14:cNvContentPartPr/>
              <p14:nvPr/>
            </p14:nvContentPartPr>
            <p14:xfrm>
              <a:off x="7526349" y="4374625"/>
              <a:ext cx="12600" cy="156960"/>
            </p14:xfrm>
          </p:contentPart>
        </mc:Choice>
        <mc:Fallback xmlns="">
          <p:pic>
            <p:nvPicPr>
              <p:cNvPr id="175" name="Cerneală 174">
                <a:extLst>
                  <a:ext uri="{FF2B5EF4-FFF2-40B4-BE49-F238E27FC236}">
                    <a16:creationId xmlns:a16="http://schemas.microsoft.com/office/drawing/2014/main" id="{DC9433A0-5323-4AAB-8682-2A33940A11C8}"/>
                  </a:ext>
                </a:extLst>
              </p:cNvPr>
              <p:cNvPicPr/>
              <p:nvPr/>
            </p:nvPicPr>
            <p:blipFill>
              <a:blip r:embed="rId252"/>
              <a:stretch>
                <a:fillRect/>
              </a:stretch>
            </p:blipFill>
            <p:spPr>
              <a:xfrm>
                <a:off x="7508349" y="4356625"/>
                <a:ext cx="48240" cy="19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53">
            <p14:nvContentPartPr>
              <p14:cNvPr id="176" name="Cerneală 175">
                <a:extLst>
                  <a:ext uri="{FF2B5EF4-FFF2-40B4-BE49-F238E27FC236}">
                    <a16:creationId xmlns:a16="http://schemas.microsoft.com/office/drawing/2014/main" id="{59B62E77-B0FC-4E61-A82C-1617CAB778F7}"/>
                  </a:ext>
                </a:extLst>
              </p14:cNvPr>
              <p14:cNvContentPartPr/>
              <p14:nvPr/>
            </p14:nvContentPartPr>
            <p14:xfrm>
              <a:off x="7560549" y="4730665"/>
              <a:ext cx="18000" cy="225720"/>
            </p14:xfrm>
          </p:contentPart>
        </mc:Choice>
        <mc:Fallback xmlns="">
          <p:pic>
            <p:nvPicPr>
              <p:cNvPr id="176" name="Cerneală 175">
                <a:extLst>
                  <a:ext uri="{FF2B5EF4-FFF2-40B4-BE49-F238E27FC236}">
                    <a16:creationId xmlns:a16="http://schemas.microsoft.com/office/drawing/2014/main" id="{59B62E77-B0FC-4E61-A82C-1617CAB778F7}"/>
                  </a:ext>
                </a:extLst>
              </p:cNvPr>
              <p:cNvPicPr/>
              <p:nvPr/>
            </p:nvPicPr>
            <p:blipFill>
              <a:blip r:embed="rId254"/>
              <a:stretch>
                <a:fillRect/>
              </a:stretch>
            </p:blipFill>
            <p:spPr>
              <a:xfrm>
                <a:off x="7542549" y="4713025"/>
                <a:ext cx="53640" cy="261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55">
            <p14:nvContentPartPr>
              <p14:cNvPr id="177" name="Cerneală 176">
                <a:extLst>
                  <a:ext uri="{FF2B5EF4-FFF2-40B4-BE49-F238E27FC236}">
                    <a16:creationId xmlns:a16="http://schemas.microsoft.com/office/drawing/2014/main" id="{4903333E-4B5C-4551-BFE5-7A3877D4F2B5}"/>
                  </a:ext>
                </a:extLst>
              </p14:cNvPr>
              <p14:cNvContentPartPr/>
              <p14:nvPr/>
            </p14:nvContentPartPr>
            <p14:xfrm>
              <a:off x="7560549" y="5182825"/>
              <a:ext cx="10080" cy="140760"/>
            </p14:xfrm>
          </p:contentPart>
        </mc:Choice>
        <mc:Fallback xmlns="">
          <p:pic>
            <p:nvPicPr>
              <p:cNvPr id="177" name="Cerneală 176">
                <a:extLst>
                  <a:ext uri="{FF2B5EF4-FFF2-40B4-BE49-F238E27FC236}">
                    <a16:creationId xmlns:a16="http://schemas.microsoft.com/office/drawing/2014/main" id="{4903333E-4B5C-4551-BFE5-7A3877D4F2B5}"/>
                  </a:ext>
                </a:extLst>
              </p:cNvPr>
              <p:cNvPicPr/>
              <p:nvPr/>
            </p:nvPicPr>
            <p:blipFill>
              <a:blip r:embed="rId256"/>
              <a:stretch>
                <a:fillRect/>
              </a:stretch>
            </p:blipFill>
            <p:spPr>
              <a:xfrm>
                <a:off x="7542549" y="5165185"/>
                <a:ext cx="45720" cy="176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57">
            <p14:nvContentPartPr>
              <p14:cNvPr id="178" name="Cerneală 177">
                <a:extLst>
                  <a:ext uri="{FF2B5EF4-FFF2-40B4-BE49-F238E27FC236}">
                    <a16:creationId xmlns:a16="http://schemas.microsoft.com/office/drawing/2014/main" id="{7C0A0170-C3BF-4C47-B33E-6154F59F8462}"/>
                  </a:ext>
                </a:extLst>
              </p14:cNvPr>
              <p14:cNvContentPartPr/>
              <p14:nvPr/>
            </p14:nvContentPartPr>
            <p14:xfrm>
              <a:off x="7579989" y="5490985"/>
              <a:ext cx="10800" cy="162720"/>
            </p14:xfrm>
          </p:contentPart>
        </mc:Choice>
        <mc:Fallback xmlns="">
          <p:pic>
            <p:nvPicPr>
              <p:cNvPr id="178" name="Cerneală 177">
                <a:extLst>
                  <a:ext uri="{FF2B5EF4-FFF2-40B4-BE49-F238E27FC236}">
                    <a16:creationId xmlns:a16="http://schemas.microsoft.com/office/drawing/2014/main" id="{7C0A0170-C3BF-4C47-B33E-6154F59F8462}"/>
                  </a:ext>
                </a:extLst>
              </p:cNvPr>
              <p:cNvPicPr/>
              <p:nvPr/>
            </p:nvPicPr>
            <p:blipFill>
              <a:blip r:embed="rId258"/>
              <a:stretch>
                <a:fillRect/>
              </a:stretch>
            </p:blipFill>
            <p:spPr>
              <a:xfrm>
                <a:off x="7562349" y="5473345"/>
                <a:ext cx="46440" cy="198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59">
            <p14:nvContentPartPr>
              <p14:cNvPr id="179" name="Cerneală 178">
                <a:extLst>
                  <a:ext uri="{FF2B5EF4-FFF2-40B4-BE49-F238E27FC236}">
                    <a16:creationId xmlns:a16="http://schemas.microsoft.com/office/drawing/2014/main" id="{916FD7B7-5814-4822-AD77-7DA5E1E84F5E}"/>
                  </a:ext>
                </a:extLst>
              </p14:cNvPr>
              <p14:cNvContentPartPr/>
              <p14:nvPr/>
            </p14:nvContentPartPr>
            <p14:xfrm>
              <a:off x="7551909" y="5981665"/>
              <a:ext cx="16560" cy="322920"/>
            </p14:xfrm>
          </p:contentPart>
        </mc:Choice>
        <mc:Fallback xmlns="">
          <p:pic>
            <p:nvPicPr>
              <p:cNvPr id="179" name="Cerneală 178">
                <a:extLst>
                  <a:ext uri="{FF2B5EF4-FFF2-40B4-BE49-F238E27FC236}">
                    <a16:creationId xmlns:a16="http://schemas.microsoft.com/office/drawing/2014/main" id="{916FD7B7-5814-4822-AD77-7DA5E1E84F5E}"/>
                  </a:ext>
                </a:extLst>
              </p:cNvPr>
              <p:cNvPicPr/>
              <p:nvPr/>
            </p:nvPicPr>
            <p:blipFill>
              <a:blip r:embed="rId260"/>
              <a:stretch>
                <a:fillRect/>
              </a:stretch>
            </p:blipFill>
            <p:spPr>
              <a:xfrm>
                <a:off x="7534269" y="5964025"/>
                <a:ext cx="52200" cy="358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61">
            <p14:nvContentPartPr>
              <p14:cNvPr id="180" name="Cerneală 179">
                <a:extLst>
                  <a:ext uri="{FF2B5EF4-FFF2-40B4-BE49-F238E27FC236}">
                    <a16:creationId xmlns:a16="http://schemas.microsoft.com/office/drawing/2014/main" id="{A0211483-0A95-4C79-AF9F-63B58EECFF93}"/>
                  </a:ext>
                </a:extLst>
              </p14:cNvPr>
              <p14:cNvContentPartPr/>
              <p14:nvPr/>
            </p14:nvContentPartPr>
            <p14:xfrm>
              <a:off x="7340589" y="4733545"/>
              <a:ext cx="92880" cy="174960"/>
            </p14:xfrm>
          </p:contentPart>
        </mc:Choice>
        <mc:Fallback xmlns="">
          <p:pic>
            <p:nvPicPr>
              <p:cNvPr id="180" name="Cerneală 179">
                <a:extLst>
                  <a:ext uri="{FF2B5EF4-FFF2-40B4-BE49-F238E27FC236}">
                    <a16:creationId xmlns:a16="http://schemas.microsoft.com/office/drawing/2014/main" id="{A0211483-0A95-4C79-AF9F-63B58EECFF93}"/>
                  </a:ext>
                </a:extLst>
              </p:cNvPr>
              <p:cNvPicPr/>
              <p:nvPr/>
            </p:nvPicPr>
            <p:blipFill>
              <a:blip r:embed="rId262"/>
              <a:stretch>
                <a:fillRect/>
              </a:stretch>
            </p:blipFill>
            <p:spPr>
              <a:xfrm>
                <a:off x="7322589" y="4715545"/>
                <a:ext cx="128520" cy="210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63">
            <p14:nvContentPartPr>
              <p14:cNvPr id="181" name="Cerneală 180">
                <a:extLst>
                  <a:ext uri="{FF2B5EF4-FFF2-40B4-BE49-F238E27FC236}">
                    <a16:creationId xmlns:a16="http://schemas.microsoft.com/office/drawing/2014/main" id="{5B7E4AA7-0503-45C3-BDCB-15ECD753F558}"/>
                  </a:ext>
                </a:extLst>
              </p14:cNvPr>
              <p14:cNvContentPartPr/>
              <p14:nvPr/>
            </p14:nvContentPartPr>
            <p14:xfrm>
              <a:off x="7311429" y="3678385"/>
              <a:ext cx="96120" cy="181440"/>
            </p14:xfrm>
          </p:contentPart>
        </mc:Choice>
        <mc:Fallback xmlns="">
          <p:pic>
            <p:nvPicPr>
              <p:cNvPr id="181" name="Cerneală 180">
                <a:extLst>
                  <a:ext uri="{FF2B5EF4-FFF2-40B4-BE49-F238E27FC236}">
                    <a16:creationId xmlns:a16="http://schemas.microsoft.com/office/drawing/2014/main" id="{5B7E4AA7-0503-45C3-BDCB-15ECD753F558}"/>
                  </a:ext>
                </a:extLst>
              </p:cNvPr>
              <p:cNvPicPr/>
              <p:nvPr/>
            </p:nvPicPr>
            <p:blipFill>
              <a:blip r:embed="rId264"/>
              <a:stretch>
                <a:fillRect/>
              </a:stretch>
            </p:blipFill>
            <p:spPr>
              <a:xfrm>
                <a:off x="7293789" y="3660745"/>
                <a:ext cx="131760" cy="217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65">
            <p14:nvContentPartPr>
              <p14:cNvPr id="182" name="Cerneală 181">
                <a:extLst>
                  <a:ext uri="{FF2B5EF4-FFF2-40B4-BE49-F238E27FC236}">
                    <a16:creationId xmlns:a16="http://schemas.microsoft.com/office/drawing/2014/main" id="{CA7630C7-0A75-4948-9F6C-282FB670FF00}"/>
                  </a:ext>
                </a:extLst>
              </p14:cNvPr>
              <p14:cNvContentPartPr/>
              <p14:nvPr/>
            </p14:nvContentPartPr>
            <p14:xfrm>
              <a:off x="7300629" y="2633305"/>
              <a:ext cx="47520" cy="207000"/>
            </p14:xfrm>
          </p:contentPart>
        </mc:Choice>
        <mc:Fallback xmlns="">
          <p:pic>
            <p:nvPicPr>
              <p:cNvPr id="182" name="Cerneală 181">
                <a:extLst>
                  <a:ext uri="{FF2B5EF4-FFF2-40B4-BE49-F238E27FC236}">
                    <a16:creationId xmlns:a16="http://schemas.microsoft.com/office/drawing/2014/main" id="{CA7630C7-0A75-4948-9F6C-282FB670FF00}"/>
                  </a:ext>
                </a:extLst>
              </p:cNvPr>
              <p:cNvPicPr/>
              <p:nvPr/>
            </p:nvPicPr>
            <p:blipFill>
              <a:blip r:embed="rId266"/>
              <a:stretch>
                <a:fillRect/>
              </a:stretch>
            </p:blipFill>
            <p:spPr>
              <a:xfrm>
                <a:off x="7282989" y="2615665"/>
                <a:ext cx="83160" cy="242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67">
            <p14:nvContentPartPr>
              <p14:cNvPr id="183" name="Cerneală 182">
                <a:extLst>
                  <a:ext uri="{FF2B5EF4-FFF2-40B4-BE49-F238E27FC236}">
                    <a16:creationId xmlns:a16="http://schemas.microsoft.com/office/drawing/2014/main" id="{FE2DF4ED-6FBB-48D8-9295-134AF36437F9}"/>
                  </a:ext>
                </a:extLst>
              </p14:cNvPr>
              <p14:cNvContentPartPr/>
              <p14:nvPr/>
            </p14:nvContentPartPr>
            <p14:xfrm>
              <a:off x="7268589" y="1715305"/>
              <a:ext cx="71280" cy="141840"/>
            </p14:xfrm>
          </p:contentPart>
        </mc:Choice>
        <mc:Fallback xmlns="">
          <p:pic>
            <p:nvPicPr>
              <p:cNvPr id="183" name="Cerneală 182">
                <a:extLst>
                  <a:ext uri="{FF2B5EF4-FFF2-40B4-BE49-F238E27FC236}">
                    <a16:creationId xmlns:a16="http://schemas.microsoft.com/office/drawing/2014/main" id="{FE2DF4ED-6FBB-48D8-9295-134AF36437F9}"/>
                  </a:ext>
                </a:extLst>
              </p:cNvPr>
              <p:cNvPicPr/>
              <p:nvPr/>
            </p:nvPicPr>
            <p:blipFill>
              <a:blip r:embed="rId268"/>
              <a:stretch>
                <a:fillRect/>
              </a:stretch>
            </p:blipFill>
            <p:spPr>
              <a:xfrm>
                <a:off x="7250949" y="1697665"/>
                <a:ext cx="106920" cy="177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69">
            <p14:nvContentPartPr>
              <p14:cNvPr id="185" name="Cerneală 184">
                <a:extLst>
                  <a:ext uri="{FF2B5EF4-FFF2-40B4-BE49-F238E27FC236}">
                    <a16:creationId xmlns:a16="http://schemas.microsoft.com/office/drawing/2014/main" id="{E8567F05-17B2-48EE-A4AB-D88609B7079B}"/>
                  </a:ext>
                </a:extLst>
              </p14:cNvPr>
              <p14:cNvContentPartPr/>
              <p14:nvPr/>
            </p14:nvContentPartPr>
            <p14:xfrm>
              <a:off x="7232589" y="5875825"/>
              <a:ext cx="221400" cy="401760"/>
            </p14:xfrm>
          </p:contentPart>
        </mc:Choice>
        <mc:Fallback xmlns="">
          <p:pic>
            <p:nvPicPr>
              <p:cNvPr id="185" name="Cerneală 184">
                <a:extLst>
                  <a:ext uri="{FF2B5EF4-FFF2-40B4-BE49-F238E27FC236}">
                    <a16:creationId xmlns:a16="http://schemas.microsoft.com/office/drawing/2014/main" id="{E8567F05-17B2-48EE-A4AB-D88609B7079B}"/>
                  </a:ext>
                </a:extLst>
              </p:cNvPr>
              <p:cNvPicPr/>
              <p:nvPr/>
            </p:nvPicPr>
            <p:blipFill>
              <a:blip r:embed="rId270"/>
              <a:stretch>
                <a:fillRect/>
              </a:stretch>
            </p:blipFill>
            <p:spPr>
              <a:xfrm>
                <a:off x="7214949" y="5858185"/>
                <a:ext cx="257040" cy="437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71">
            <p14:nvContentPartPr>
              <p14:cNvPr id="3" name="Cerneală 2">
                <a:extLst>
                  <a:ext uri="{FF2B5EF4-FFF2-40B4-BE49-F238E27FC236}">
                    <a16:creationId xmlns:a16="http://schemas.microsoft.com/office/drawing/2014/main" id="{AAE69C19-42D4-4FC5-9213-FE63D16D31E0}"/>
                  </a:ext>
                </a:extLst>
              </p14:cNvPr>
              <p14:cNvContentPartPr/>
              <p14:nvPr/>
            </p14:nvContentPartPr>
            <p14:xfrm>
              <a:off x="1261629" y="4596025"/>
              <a:ext cx="148320" cy="275040"/>
            </p14:xfrm>
          </p:contentPart>
        </mc:Choice>
        <mc:Fallback xmlns="">
          <p:pic>
            <p:nvPicPr>
              <p:cNvPr id="3" name="Cerneală 2">
                <a:extLst>
                  <a:ext uri="{FF2B5EF4-FFF2-40B4-BE49-F238E27FC236}">
                    <a16:creationId xmlns:a16="http://schemas.microsoft.com/office/drawing/2014/main" id="{AAE69C19-42D4-4FC5-9213-FE63D16D31E0}"/>
                  </a:ext>
                </a:extLst>
              </p:cNvPr>
              <p:cNvPicPr/>
              <p:nvPr/>
            </p:nvPicPr>
            <p:blipFill>
              <a:blip r:embed="rId272"/>
              <a:stretch>
                <a:fillRect/>
              </a:stretch>
            </p:blipFill>
            <p:spPr>
              <a:xfrm>
                <a:off x="1243989" y="4560385"/>
                <a:ext cx="183960" cy="346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73">
            <p14:nvContentPartPr>
              <p14:cNvPr id="4" name="Cerneală 3">
                <a:extLst>
                  <a:ext uri="{FF2B5EF4-FFF2-40B4-BE49-F238E27FC236}">
                    <a16:creationId xmlns:a16="http://schemas.microsoft.com/office/drawing/2014/main" id="{F1B445D8-61B5-48FF-B437-E0478584DFF4}"/>
                  </a:ext>
                </a:extLst>
              </p14:cNvPr>
              <p14:cNvContentPartPr/>
              <p14:nvPr/>
            </p14:nvContentPartPr>
            <p14:xfrm>
              <a:off x="1292229" y="3542305"/>
              <a:ext cx="159480" cy="329040"/>
            </p14:xfrm>
          </p:contentPart>
        </mc:Choice>
        <mc:Fallback xmlns="">
          <p:pic>
            <p:nvPicPr>
              <p:cNvPr id="4" name="Cerneală 3">
                <a:extLst>
                  <a:ext uri="{FF2B5EF4-FFF2-40B4-BE49-F238E27FC236}">
                    <a16:creationId xmlns:a16="http://schemas.microsoft.com/office/drawing/2014/main" id="{F1B445D8-61B5-48FF-B437-E0478584DFF4}"/>
                  </a:ext>
                </a:extLst>
              </p:cNvPr>
              <p:cNvPicPr/>
              <p:nvPr/>
            </p:nvPicPr>
            <p:blipFill>
              <a:blip r:embed="rId274"/>
              <a:stretch>
                <a:fillRect/>
              </a:stretch>
            </p:blipFill>
            <p:spPr>
              <a:xfrm>
                <a:off x="1274589" y="3506305"/>
                <a:ext cx="195120" cy="400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75">
            <p14:nvContentPartPr>
              <p14:cNvPr id="6" name="Cerneală 5">
                <a:extLst>
                  <a:ext uri="{FF2B5EF4-FFF2-40B4-BE49-F238E27FC236}">
                    <a16:creationId xmlns:a16="http://schemas.microsoft.com/office/drawing/2014/main" id="{77A672CB-428F-4F2E-B6C3-A9804086CE07}"/>
                  </a:ext>
                </a:extLst>
              </p14:cNvPr>
              <p14:cNvContentPartPr/>
              <p14:nvPr/>
            </p14:nvContentPartPr>
            <p14:xfrm>
              <a:off x="1304109" y="2559865"/>
              <a:ext cx="186480" cy="299160"/>
            </p14:xfrm>
          </p:contentPart>
        </mc:Choice>
        <mc:Fallback xmlns="">
          <p:pic>
            <p:nvPicPr>
              <p:cNvPr id="6" name="Cerneală 5">
                <a:extLst>
                  <a:ext uri="{FF2B5EF4-FFF2-40B4-BE49-F238E27FC236}">
                    <a16:creationId xmlns:a16="http://schemas.microsoft.com/office/drawing/2014/main" id="{77A672CB-428F-4F2E-B6C3-A9804086CE07}"/>
                  </a:ext>
                </a:extLst>
              </p:cNvPr>
              <p:cNvPicPr/>
              <p:nvPr/>
            </p:nvPicPr>
            <p:blipFill>
              <a:blip r:embed="rId276"/>
              <a:stretch>
                <a:fillRect/>
              </a:stretch>
            </p:blipFill>
            <p:spPr>
              <a:xfrm>
                <a:off x="1286109" y="2524225"/>
                <a:ext cx="222120" cy="370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77">
            <p14:nvContentPartPr>
              <p14:cNvPr id="9" name="Cerneală 8">
                <a:extLst>
                  <a:ext uri="{FF2B5EF4-FFF2-40B4-BE49-F238E27FC236}">
                    <a16:creationId xmlns:a16="http://schemas.microsoft.com/office/drawing/2014/main" id="{938BF031-F7B5-4C87-AE09-65F3370D6FD3}"/>
                  </a:ext>
                </a:extLst>
              </p14:cNvPr>
              <p14:cNvContentPartPr/>
              <p14:nvPr/>
            </p14:nvContentPartPr>
            <p14:xfrm>
              <a:off x="1308069" y="1631065"/>
              <a:ext cx="130320" cy="288360"/>
            </p14:xfrm>
          </p:contentPart>
        </mc:Choice>
        <mc:Fallback xmlns="">
          <p:pic>
            <p:nvPicPr>
              <p:cNvPr id="9" name="Cerneală 8">
                <a:extLst>
                  <a:ext uri="{FF2B5EF4-FFF2-40B4-BE49-F238E27FC236}">
                    <a16:creationId xmlns:a16="http://schemas.microsoft.com/office/drawing/2014/main" id="{938BF031-F7B5-4C87-AE09-65F3370D6FD3}"/>
                  </a:ext>
                </a:extLst>
              </p:cNvPr>
              <p:cNvPicPr/>
              <p:nvPr/>
            </p:nvPicPr>
            <p:blipFill>
              <a:blip r:embed="rId278"/>
              <a:stretch>
                <a:fillRect/>
              </a:stretch>
            </p:blipFill>
            <p:spPr>
              <a:xfrm>
                <a:off x="1290429" y="1595425"/>
                <a:ext cx="165960" cy="360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79">
            <p14:nvContentPartPr>
              <p14:cNvPr id="10" name="Cerneală 9">
                <a:extLst>
                  <a:ext uri="{FF2B5EF4-FFF2-40B4-BE49-F238E27FC236}">
                    <a16:creationId xmlns:a16="http://schemas.microsoft.com/office/drawing/2014/main" id="{95D1ACCD-17A6-4E92-8C40-8269F191CB6C}"/>
                  </a:ext>
                </a:extLst>
              </p14:cNvPr>
              <p14:cNvContentPartPr/>
              <p14:nvPr/>
            </p14:nvContentPartPr>
            <p14:xfrm>
              <a:off x="1665189" y="4604305"/>
              <a:ext cx="144720" cy="268920"/>
            </p14:xfrm>
          </p:contentPart>
        </mc:Choice>
        <mc:Fallback xmlns="">
          <p:pic>
            <p:nvPicPr>
              <p:cNvPr id="10" name="Cerneală 9">
                <a:extLst>
                  <a:ext uri="{FF2B5EF4-FFF2-40B4-BE49-F238E27FC236}">
                    <a16:creationId xmlns:a16="http://schemas.microsoft.com/office/drawing/2014/main" id="{95D1ACCD-17A6-4E92-8C40-8269F191CB6C}"/>
                  </a:ext>
                </a:extLst>
              </p:cNvPr>
              <p:cNvPicPr/>
              <p:nvPr/>
            </p:nvPicPr>
            <p:blipFill>
              <a:blip r:embed="rId280"/>
              <a:stretch>
                <a:fillRect/>
              </a:stretch>
            </p:blipFill>
            <p:spPr>
              <a:xfrm>
                <a:off x="1647549" y="4568305"/>
                <a:ext cx="180360" cy="340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81">
            <p14:nvContentPartPr>
              <p14:cNvPr id="11" name="Cerneală 10">
                <a:extLst>
                  <a:ext uri="{FF2B5EF4-FFF2-40B4-BE49-F238E27FC236}">
                    <a16:creationId xmlns:a16="http://schemas.microsoft.com/office/drawing/2014/main" id="{A706E970-3335-4C5D-948B-90C6F7235577}"/>
                  </a:ext>
                </a:extLst>
              </p14:cNvPr>
              <p14:cNvContentPartPr/>
              <p14:nvPr/>
            </p14:nvContentPartPr>
            <p14:xfrm>
              <a:off x="1622349" y="3520345"/>
              <a:ext cx="184320" cy="330120"/>
            </p14:xfrm>
          </p:contentPart>
        </mc:Choice>
        <mc:Fallback xmlns="">
          <p:pic>
            <p:nvPicPr>
              <p:cNvPr id="11" name="Cerneală 10">
                <a:extLst>
                  <a:ext uri="{FF2B5EF4-FFF2-40B4-BE49-F238E27FC236}">
                    <a16:creationId xmlns:a16="http://schemas.microsoft.com/office/drawing/2014/main" id="{A706E970-3335-4C5D-948B-90C6F7235577}"/>
                  </a:ext>
                </a:extLst>
              </p:cNvPr>
              <p:cNvPicPr/>
              <p:nvPr/>
            </p:nvPicPr>
            <p:blipFill>
              <a:blip r:embed="rId282"/>
              <a:stretch>
                <a:fillRect/>
              </a:stretch>
            </p:blipFill>
            <p:spPr>
              <a:xfrm>
                <a:off x="1604349" y="3484705"/>
                <a:ext cx="219960" cy="401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83">
            <p14:nvContentPartPr>
              <p14:cNvPr id="12" name="Cerneală 11">
                <a:extLst>
                  <a:ext uri="{FF2B5EF4-FFF2-40B4-BE49-F238E27FC236}">
                    <a16:creationId xmlns:a16="http://schemas.microsoft.com/office/drawing/2014/main" id="{4635920B-D615-474A-B5F9-718CCE111413}"/>
                  </a:ext>
                </a:extLst>
              </p14:cNvPr>
              <p14:cNvContentPartPr/>
              <p14:nvPr/>
            </p14:nvContentPartPr>
            <p14:xfrm>
              <a:off x="1659069" y="2632225"/>
              <a:ext cx="175680" cy="276120"/>
            </p14:xfrm>
          </p:contentPart>
        </mc:Choice>
        <mc:Fallback xmlns="">
          <p:pic>
            <p:nvPicPr>
              <p:cNvPr id="12" name="Cerneală 11">
                <a:extLst>
                  <a:ext uri="{FF2B5EF4-FFF2-40B4-BE49-F238E27FC236}">
                    <a16:creationId xmlns:a16="http://schemas.microsoft.com/office/drawing/2014/main" id="{4635920B-D615-474A-B5F9-718CCE111413}"/>
                  </a:ext>
                </a:extLst>
              </p:cNvPr>
              <p:cNvPicPr/>
              <p:nvPr/>
            </p:nvPicPr>
            <p:blipFill>
              <a:blip r:embed="rId284"/>
              <a:stretch>
                <a:fillRect/>
              </a:stretch>
            </p:blipFill>
            <p:spPr>
              <a:xfrm>
                <a:off x="1641069" y="2596585"/>
                <a:ext cx="211320" cy="347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85">
            <p14:nvContentPartPr>
              <p14:cNvPr id="13" name="Cerneală 12">
                <a:extLst>
                  <a:ext uri="{FF2B5EF4-FFF2-40B4-BE49-F238E27FC236}">
                    <a16:creationId xmlns:a16="http://schemas.microsoft.com/office/drawing/2014/main" id="{C47607B1-F249-41F9-8C28-EB8C6BAAEED7}"/>
                  </a:ext>
                </a:extLst>
              </p14:cNvPr>
              <p14:cNvContentPartPr/>
              <p14:nvPr/>
            </p14:nvContentPartPr>
            <p14:xfrm>
              <a:off x="1616589" y="1545025"/>
              <a:ext cx="250920" cy="341640"/>
            </p14:xfrm>
          </p:contentPart>
        </mc:Choice>
        <mc:Fallback xmlns="">
          <p:pic>
            <p:nvPicPr>
              <p:cNvPr id="13" name="Cerneală 12">
                <a:extLst>
                  <a:ext uri="{FF2B5EF4-FFF2-40B4-BE49-F238E27FC236}">
                    <a16:creationId xmlns:a16="http://schemas.microsoft.com/office/drawing/2014/main" id="{C47607B1-F249-41F9-8C28-EB8C6BAAEED7}"/>
                  </a:ext>
                </a:extLst>
              </p:cNvPr>
              <p:cNvPicPr/>
              <p:nvPr/>
            </p:nvPicPr>
            <p:blipFill>
              <a:blip r:embed="rId286"/>
              <a:stretch>
                <a:fillRect/>
              </a:stretch>
            </p:blipFill>
            <p:spPr>
              <a:xfrm>
                <a:off x="1598949" y="1509025"/>
                <a:ext cx="286560" cy="413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87">
            <p14:nvContentPartPr>
              <p14:cNvPr id="14" name="Cerneală 13">
                <a:extLst>
                  <a:ext uri="{FF2B5EF4-FFF2-40B4-BE49-F238E27FC236}">
                    <a16:creationId xmlns:a16="http://schemas.microsoft.com/office/drawing/2014/main" id="{709E5023-68A1-4383-A2E3-58DCCBC89BAE}"/>
                  </a:ext>
                </a:extLst>
              </p14:cNvPr>
              <p14:cNvContentPartPr/>
              <p14:nvPr/>
            </p14:nvContentPartPr>
            <p14:xfrm>
              <a:off x="1945629" y="4624825"/>
              <a:ext cx="141480" cy="249840"/>
            </p14:xfrm>
          </p:contentPart>
        </mc:Choice>
        <mc:Fallback xmlns="">
          <p:pic>
            <p:nvPicPr>
              <p:cNvPr id="14" name="Cerneală 13">
                <a:extLst>
                  <a:ext uri="{FF2B5EF4-FFF2-40B4-BE49-F238E27FC236}">
                    <a16:creationId xmlns:a16="http://schemas.microsoft.com/office/drawing/2014/main" id="{709E5023-68A1-4383-A2E3-58DCCBC89BAE}"/>
                  </a:ext>
                </a:extLst>
              </p:cNvPr>
              <p:cNvPicPr/>
              <p:nvPr/>
            </p:nvPicPr>
            <p:blipFill>
              <a:blip r:embed="rId288"/>
              <a:stretch>
                <a:fillRect/>
              </a:stretch>
            </p:blipFill>
            <p:spPr>
              <a:xfrm>
                <a:off x="1927989" y="4589185"/>
                <a:ext cx="177120" cy="321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89">
            <p14:nvContentPartPr>
              <p14:cNvPr id="15" name="Cerneală 14">
                <a:extLst>
                  <a:ext uri="{FF2B5EF4-FFF2-40B4-BE49-F238E27FC236}">
                    <a16:creationId xmlns:a16="http://schemas.microsoft.com/office/drawing/2014/main" id="{BFD742D0-F8D8-41C1-BC9D-803ACCA5AD4A}"/>
                  </a:ext>
                </a:extLst>
              </p14:cNvPr>
              <p14:cNvContentPartPr/>
              <p14:nvPr/>
            </p14:nvContentPartPr>
            <p14:xfrm>
              <a:off x="1984869" y="3566425"/>
              <a:ext cx="161640" cy="264960"/>
            </p14:xfrm>
          </p:contentPart>
        </mc:Choice>
        <mc:Fallback xmlns="">
          <p:pic>
            <p:nvPicPr>
              <p:cNvPr id="15" name="Cerneală 14">
                <a:extLst>
                  <a:ext uri="{FF2B5EF4-FFF2-40B4-BE49-F238E27FC236}">
                    <a16:creationId xmlns:a16="http://schemas.microsoft.com/office/drawing/2014/main" id="{BFD742D0-F8D8-41C1-BC9D-803ACCA5AD4A}"/>
                  </a:ext>
                </a:extLst>
              </p:cNvPr>
              <p:cNvPicPr/>
              <p:nvPr/>
            </p:nvPicPr>
            <p:blipFill>
              <a:blip r:embed="rId290"/>
              <a:stretch>
                <a:fillRect/>
              </a:stretch>
            </p:blipFill>
            <p:spPr>
              <a:xfrm>
                <a:off x="1966869" y="3530425"/>
                <a:ext cx="197280" cy="336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91">
            <p14:nvContentPartPr>
              <p14:cNvPr id="16" name="Cerneală 15">
                <a:extLst>
                  <a:ext uri="{FF2B5EF4-FFF2-40B4-BE49-F238E27FC236}">
                    <a16:creationId xmlns:a16="http://schemas.microsoft.com/office/drawing/2014/main" id="{AF25354C-0105-4277-9637-E2C3F7CF840A}"/>
                  </a:ext>
                </a:extLst>
              </p14:cNvPr>
              <p14:cNvContentPartPr/>
              <p14:nvPr/>
            </p14:nvContentPartPr>
            <p14:xfrm>
              <a:off x="1956429" y="2542945"/>
              <a:ext cx="192600" cy="348840"/>
            </p14:xfrm>
          </p:contentPart>
        </mc:Choice>
        <mc:Fallback xmlns="">
          <p:pic>
            <p:nvPicPr>
              <p:cNvPr id="16" name="Cerneală 15">
                <a:extLst>
                  <a:ext uri="{FF2B5EF4-FFF2-40B4-BE49-F238E27FC236}">
                    <a16:creationId xmlns:a16="http://schemas.microsoft.com/office/drawing/2014/main" id="{AF25354C-0105-4277-9637-E2C3F7CF840A}"/>
                  </a:ext>
                </a:extLst>
              </p:cNvPr>
              <p:cNvPicPr/>
              <p:nvPr/>
            </p:nvPicPr>
            <p:blipFill>
              <a:blip r:embed="rId292"/>
              <a:stretch>
                <a:fillRect/>
              </a:stretch>
            </p:blipFill>
            <p:spPr>
              <a:xfrm>
                <a:off x="1938789" y="2506945"/>
                <a:ext cx="228240" cy="420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93">
            <p14:nvContentPartPr>
              <p14:cNvPr id="17" name="Cerneală 16">
                <a:extLst>
                  <a:ext uri="{FF2B5EF4-FFF2-40B4-BE49-F238E27FC236}">
                    <a16:creationId xmlns:a16="http://schemas.microsoft.com/office/drawing/2014/main" id="{AEEADF80-FD6D-4700-9F50-C465481FF25A}"/>
                  </a:ext>
                </a:extLst>
              </p14:cNvPr>
              <p14:cNvContentPartPr/>
              <p14:nvPr/>
            </p14:nvContentPartPr>
            <p14:xfrm>
              <a:off x="1959309" y="1653745"/>
              <a:ext cx="164520" cy="241920"/>
            </p14:xfrm>
          </p:contentPart>
        </mc:Choice>
        <mc:Fallback xmlns="">
          <p:pic>
            <p:nvPicPr>
              <p:cNvPr id="17" name="Cerneală 16">
                <a:extLst>
                  <a:ext uri="{FF2B5EF4-FFF2-40B4-BE49-F238E27FC236}">
                    <a16:creationId xmlns:a16="http://schemas.microsoft.com/office/drawing/2014/main" id="{AEEADF80-FD6D-4700-9F50-C465481FF25A}"/>
                  </a:ext>
                </a:extLst>
              </p:cNvPr>
              <p:cNvPicPr/>
              <p:nvPr/>
            </p:nvPicPr>
            <p:blipFill>
              <a:blip r:embed="rId294"/>
              <a:stretch>
                <a:fillRect/>
              </a:stretch>
            </p:blipFill>
            <p:spPr>
              <a:xfrm>
                <a:off x="1941669" y="1618105"/>
                <a:ext cx="200160" cy="313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95">
            <p14:nvContentPartPr>
              <p14:cNvPr id="18" name="Cerneală 17">
                <a:extLst>
                  <a:ext uri="{FF2B5EF4-FFF2-40B4-BE49-F238E27FC236}">
                    <a16:creationId xmlns:a16="http://schemas.microsoft.com/office/drawing/2014/main" id="{C19C0681-2702-45E4-B89A-B22AF1BD57AB}"/>
                  </a:ext>
                </a:extLst>
              </p14:cNvPr>
              <p14:cNvContentPartPr/>
              <p14:nvPr/>
            </p14:nvContentPartPr>
            <p14:xfrm>
              <a:off x="2285469" y="4585945"/>
              <a:ext cx="159120" cy="227160"/>
            </p14:xfrm>
          </p:contentPart>
        </mc:Choice>
        <mc:Fallback xmlns="">
          <p:pic>
            <p:nvPicPr>
              <p:cNvPr id="18" name="Cerneală 17">
                <a:extLst>
                  <a:ext uri="{FF2B5EF4-FFF2-40B4-BE49-F238E27FC236}">
                    <a16:creationId xmlns:a16="http://schemas.microsoft.com/office/drawing/2014/main" id="{C19C0681-2702-45E4-B89A-B22AF1BD57AB}"/>
                  </a:ext>
                </a:extLst>
              </p:cNvPr>
              <p:cNvPicPr/>
              <p:nvPr/>
            </p:nvPicPr>
            <p:blipFill>
              <a:blip r:embed="rId296"/>
              <a:stretch>
                <a:fillRect/>
              </a:stretch>
            </p:blipFill>
            <p:spPr>
              <a:xfrm>
                <a:off x="2267829" y="4550305"/>
                <a:ext cx="194760" cy="298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97">
            <p14:nvContentPartPr>
              <p14:cNvPr id="20" name="Cerneală 19">
                <a:extLst>
                  <a:ext uri="{FF2B5EF4-FFF2-40B4-BE49-F238E27FC236}">
                    <a16:creationId xmlns:a16="http://schemas.microsoft.com/office/drawing/2014/main" id="{F89CAB1A-FD5B-47A0-A082-8528CEBFCAD4}"/>
                  </a:ext>
                </a:extLst>
              </p14:cNvPr>
              <p14:cNvContentPartPr/>
              <p14:nvPr/>
            </p14:nvContentPartPr>
            <p14:xfrm>
              <a:off x="2297709" y="3564265"/>
              <a:ext cx="217080" cy="242640"/>
            </p14:xfrm>
          </p:contentPart>
        </mc:Choice>
        <mc:Fallback xmlns="">
          <p:pic>
            <p:nvPicPr>
              <p:cNvPr id="20" name="Cerneală 19">
                <a:extLst>
                  <a:ext uri="{FF2B5EF4-FFF2-40B4-BE49-F238E27FC236}">
                    <a16:creationId xmlns:a16="http://schemas.microsoft.com/office/drawing/2014/main" id="{F89CAB1A-FD5B-47A0-A082-8528CEBFCAD4}"/>
                  </a:ext>
                </a:extLst>
              </p:cNvPr>
              <p:cNvPicPr/>
              <p:nvPr/>
            </p:nvPicPr>
            <p:blipFill>
              <a:blip r:embed="rId298"/>
              <a:stretch>
                <a:fillRect/>
              </a:stretch>
            </p:blipFill>
            <p:spPr>
              <a:xfrm>
                <a:off x="2280069" y="3528625"/>
                <a:ext cx="252720" cy="314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99">
            <p14:nvContentPartPr>
              <p14:cNvPr id="21" name="Cerneală 20">
                <a:extLst>
                  <a:ext uri="{FF2B5EF4-FFF2-40B4-BE49-F238E27FC236}">
                    <a16:creationId xmlns:a16="http://schemas.microsoft.com/office/drawing/2014/main" id="{E9A1ADA1-F5D6-4181-A773-6AD8EA12A459}"/>
                  </a:ext>
                </a:extLst>
              </p14:cNvPr>
              <p14:cNvContentPartPr/>
              <p14:nvPr/>
            </p14:nvContentPartPr>
            <p14:xfrm>
              <a:off x="2261709" y="2535385"/>
              <a:ext cx="119520" cy="259920"/>
            </p14:xfrm>
          </p:contentPart>
        </mc:Choice>
        <mc:Fallback xmlns="">
          <p:pic>
            <p:nvPicPr>
              <p:cNvPr id="21" name="Cerneală 20">
                <a:extLst>
                  <a:ext uri="{FF2B5EF4-FFF2-40B4-BE49-F238E27FC236}">
                    <a16:creationId xmlns:a16="http://schemas.microsoft.com/office/drawing/2014/main" id="{E9A1ADA1-F5D6-4181-A773-6AD8EA12A459}"/>
                  </a:ext>
                </a:extLst>
              </p:cNvPr>
              <p:cNvPicPr/>
              <p:nvPr/>
            </p:nvPicPr>
            <p:blipFill>
              <a:blip r:embed="rId300"/>
              <a:stretch>
                <a:fillRect/>
              </a:stretch>
            </p:blipFill>
            <p:spPr>
              <a:xfrm>
                <a:off x="2244069" y="2499385"/>
                <a:ext cx="155160" cy="331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01">
            <p14:nvContentPartPr>
              <p14:cNvPr id="22" name="Cerneală 21">
                <a:extLst>
                  <a:ext uri="{FF2B5EF4-FFF2-40B4-BE49-F238E27FC236}">
                    <a16:creationId xmlns:a16="http://schemas.microsoft.com/office/drawing/2014/main" id="{EC4C5885-B582-4E25-8FBE-0D753D23F573}"/>
                  </a:ext>
                </a:extLst>
              </p14:cNvPr>
              <p14:cNvContentPartPr/>
              <p14:nvPr/>
            </p14:nvContentPartPr>
            <p14:xfrm>
              <a:off x="2299869" y="1557985"/>
              <a:ext cx="65160" cy="423720"/>
            </p14:xfrm>
          </p:contentPart>
        </mc:Choice>
        <mc:Fallback xmlns="">
          <p:pic>
            <p:nvPicPr>
              <p:cNvPr id="22" name="Cerneală 21">
                <a:extLst>
                  <a:ext uri="{FF2B5EF4-FFF2-40B4-BE49-F238E27FC236}">
                    <a16:creationId xmlns:a16="http://schemas.microsoft.com/office/drawing/2014/main" id="{EC4C5885-B582-4E25-8FBE-0D753D23F573}"/>
                  </a:ext>
                </a:extLst>
              </p:cNvPr>
              <p:cNvPicPr/>
              <p:nvPr/>
            </p:nvPicPr>
            <p:blipFill>
              <a:blip r:embed="rId302"/>
              <a:stretch>
                <a:fillRect/>
              </a:stretch>
            </p:blipFill>
            <p:spPr>
              <a:xfrm>
                <a:off x="2282229" y="1522345"/>
                <a:ext cx="100800" cy="495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03">
            <p14:nvContentPartPr>
              <p14:cNvPr id="23" name="Cerneală 22">
                <a:extLst>
                  <a:ext uri="{FF2B5EF4-FFF2-40B4-BE49-F238E27FC236}">
                    <a16:creationId xmlns:a16="http://schemas.microsoft.com/office/drawing/2014/main" id="{F53B4E11-05C7-4F76-B414-CC374E82AD88}"/>
                  </a:ext>
                </a:extLst>
              </p14:cNvPr>
              <p14:cNvContentPartPr/>
              <p14:nvPr/>
            </p14:nvContentPartPr>
            <p14:xfrm>
              <a:off x="2615589" y="4596745"/>
              <a:ext cx="185040" cy="259560"/>
            </p14:xfrm>
          </p:contentPart>
        </mc:Choice>
        <mc:Fallback xmlns="">
          <p:pic>
            <p:nvPicPr>
              <p:cNvPr id="23" name="Cerneală 22">
                <a:extLst>
                  <a:ext uri="{FF2B5EF4-FFF2-40B4-BE49-F238E27FC236}">
                    <a16:creationId xmlns:a16="http://schemas.microsoft.com/office/drawing/2014/main" id="{F53B4E11-05C7-4F76-B414-CC374E82AD88}"/>
                  </a:ext>
                </a:extLst>
              </p:cNvPr>
              <p:cNvPicPr/>
              <p:nvPr/>
            </p:nvPicPr>
            <p:blipFill>
              <a:blip r:embed="rId304"/>
              <a:stretch>
                <a:fillRect/>
              </a:stretch>
            </p:blipFill>
            <p:spPr>
              <a:xfrm>
                <a:off x="2597589" y="4561105"/>
                <a:ext cx="220680" cy="331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05">
            <p14:nvContentPartPr>
              <p14:cNvPr id="24" name="Cerneală 23">
                <a:extLst>
                  <a:ext uri="{FF2B5EF4-FFF2-40B4-BE49-F238E27FC236}">
                    <a16:creationId xmlns:a16="http://schemas.microsoft.com/office/drawing/2014/main" id="{911E0B4B-851B-45B8-8A1B-DF5EEA066B77}"/>
                  </a:ext>
                </a:extLst>
              </p14:cNvPr>
              <p14:cNvContentPartPr/>
              <p14:nvPr/>
            </p14:nvContentPartPr>
            <p14:xfrm>
              <a:off x="2653029" y="3543385"/>
              <a:ext cx="92880" cy="385560"/>
            </p14:xfrm>
          </p:contentPart>
        </mc:Choice>
        <mc:Fallback xmlns="">
          <p:pic>
            <p:nvPicPr>
              <p:cNvPr id="24" name="Cerneală 23">
                <a:extLst>
                  <a:ext uri="{FF2B5EF4-FFF2-40B4-BE49-F238E27FC236}">
                    <a16:creationId xmlns:a16="http://schemas.microsoft.com/office/drawing/2014/main" id="{911E0B4B-851B-45B8-8A1B-DF5EEA066B77}"/>
                  </a:ext>
                </a:extLst>
              </p:cNvPr>
              <p:cNvPicPr/>
              <p:nvPr/>
            </p:nvPicPr>
            <p:blipFill>
              <a:blip r:embed="rId306"/>
              <a:stretch>
                <a:fillRect/>
              </a:stretch>
            </p:blipFill>
            <p:spPr>
              <a:xfrm>
                <a:off x="2635389" y="3507745"/>
                <a:ext cx="128520" cy="457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07">
            <p14:nvContentPartPr>
              <p14:cNvPr id="31" name="Cerneală 30">
                <a:extLst>
                  <a:ext uri="{FF2B5EF4-FFF2-40B4-BE49-F238E27FC236}">
                    <a16:creationId xmlns:a16="http://schemas.microsoft.com/office/drawing/2014/main" id="{11F06B81-DFD3-42C8-A4B5-EA228685AB3F}"/>
                  </a:ext>
                </a:extLst>
              </p14:cNvPr>
              <p14:cNvContentPartPr/>
              <p14:nvPr/>
            </p14:nvContentPartPr>
            <p14:xfrm>
              <a:off x="2595069" y="2658505"/>
              <a:ext cx="141480" cy="228240"/>
            </p14:xfrm>
          </p:contentPart>
        </mc:Choice>
        <mc:Fallback xmlns="">
          <p:pic>
            <p:nvPicPr>
              <p:cNvPr id="31" name="Cerneală 30">
                <a:extLst>
                  <a:ext uri="{FF2B5EF4-FFF2-40B4-BE49-F238E27FC236}">
                    <a16:creationId xmlns:a16="http://schemas.microsoft.com/office/drawing/2014/main" id="{11F06B81-DFD3-42C8-A4B5-EA228685AB3F}"/>
                  </a:ext>
                </a:extLst>
              </p:cNvPr>
              <p:cNvPicPr/>
              <p:nvPr/>
            </p:nvPicPr>
            <p:blipFill>
              <a:blip r:embed="rId308"/>
              <a:stretch>
                <a:fillRect/>
              </a:stretch>
            </p:blipFill>
            <p:spPr>
              <a:xfrm>
                <a:off x="2577429" y="2622505"/>
                <a:ext cx="177120" cy="299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09">
            <p14:nvContentPartPr>
              <p14:cNvPr id="32" name="Cerneală 31">
                <a:extLst>
                  <a:ext uri="{FF2B5EF4-FFF2-40B4-BE49-F238E27FC236}">
                    <a16:creationId xmlns:a16="http://schemas.microsoft.com/office/drawing/2014/main" id="{23535B9E-B9AA-4086-B206-82B24CC8C8E5}"/>
                  </a:ext>
                </a:extLst>
              </p14:cNvPr>
              <p14:cNvContentPartPr/>
              <p14:nvPr/>
            </p14:nvContentPartPr>
            <p14:xfrm>
              <a:off x="2611629" y="1707385"/>
              <a:ext cx="172440" cy="216720"/>
            </p14:xfrm>
          </p:contentPart>
        </mc:Choice>
        <mc:Fallback xmlns="">
          <p:pic>
            <p:nvPicPr>
              <p:cNvPr id="32" name="Cerneală 31">
                <a:extLst>
                  <a:ext uri="{FF2B5EF4-FFF2-40B4-BE49-F238E27FC236}">
                    <a16:creationId xmlns:a16="http://schemas.microsoft.com/office/drawing/2014/main" id="{23535B9E-B9AA-4086-B206-82B24CC8C8E5}"/>
                  </a:ext>
                </a:extLst>
              </p:cNvPr>
              <p:cNvPicPr/>
              <p:nvPr/>
            </p:nvPicPr>
            <p:blipFill>
              <a:blip r:embed="rId310"/>
              <a:stretch>
                <a:fillRect/>
              </a:stretch>
            </p:blipFill>
            <p:spPr>
              <a:xfrm>
                <a:off x="2593989" y="1671385"/>
                <a:ext cx="208080" cy="288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11">
            <p14:nvContentPartPr>
              <p14:cNvPr id="37" name="Cerneală 36">
                <a:extLst>
                  <a:ext uri="{FF2B5EF4-FFF2-40B4-BE49-F238E27FC236}">
                    <a16:creationId xmlns:a16="http://schemas.microsoft.com/office/drawing/2014/main" id="{82BD8904-796F-4401-A04F-EB633C80D15D}"/>
                  </a:ext>
                </a:extLst>
              </p14:cNvPr>
              <p14:cNvContentPartPr/>
              <p14:nvPr/>
            </p14:nvContentPartPr>
            <p14:xfrm>
              <a:off x="2994669" y="4655785"/>
              <a:ext cx="185400" cy="252000"/>
            </p14:xfrm>
          </p:contentPart>
        </mc:Choice>
        <mc:Fallback xmlns="">
          <p:pic>
            <p:nvPicPr>
              <p:cNvPr id="37" name="Cerneală 36">
                <a:extLst>
                  <a:ext uri="{FF2B5EF4-FFF2-40B4-BE49-F238E27FC236}">
                    <a16:creationId xmlns:a16="http://schemas.microsoft.com/office/drawing/2014/main" id="{82BD8904-796F-4401-A04F-EB633C80D15D}"/>
                  </a:ext>
                </a:extLst>
              </p:cNvPr>
              <p:cNvPicPr/>
              <p:nvPr/>
            </p:nvPicPr>
            <p:blipFill>
              <a:blip r:embed="rId312"/>
              <a:stretch>
                <a:fillRect/>
              </a:stretch>
            </p:blipFill>
            <p:spPr>
              <a:xfrm>
                <a:off x="2976669" y="4619785"/>
                <a:ext cx="221040" cy="323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13">
            <p14:nvContentPartPr>
              <p14:cNvPr id="38" name="Cerneală 37">
                <a:extLst>
                  <a:ext uri="{FF2B5EF4-FFF2-40B4-BE49-F238E27FC236}">
                    <a16:creationId xmlns:a16="http://schemas.microsoft.com/office/drawing/2014/main" id="{3C8BAEA8-7914-4A46-8F2B-AE9A8330A944}"/>
                  </a:ext>
                </a:extLst>
              </p14:cNvPr>
              <p14:cNvContentPartPr/>
              <p14:nvPr/>
            </p14:nvContentPartPr>
            <p14:xfrm>
              <a:off x="2920869" y="3518905"/>
              <a:ext cx="137520" cy="317520"/>
            </p14:xfrm>
          </p:contentPart>
        </mc:Choice>
        <mc:Fallback xmlns="">
          <p:pic>
            <p:nvPicPr>
              <p:cNvPr id="38" name="Cerneală 37">
                <a:extLst>
                  <a:ext uri="{FF2B5EF4-FFF2-40B4-BE49-F238E27FC236}">
                    <a16:creationId xmlns:a16="http://schemas.microsoft.com/office/drawing/2014/main" id="{3C8BAEA8-7914-4A46-8F2B-AE9A8330A944}"/>
                  </a:ext>
                </a:extLst>
              </p:cNvPr>
              <p:cNvPicPr/>
              <p:nvPr/>
            </p:nvPicPr>
            <p:blipFill>
              <a:blip r:embed="rId314"/>
              <a:stretch>
                <a:fillRect/>
              </a:stretch>
            </p:blipFill>
            <p:spPr>
              <a:xfrm>
                <a:off x="2903229" y="3483265"/>
                <a:ext cx="173160" cy="389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15">
            <p14:nvContentPartPr>
              <p14:cNvPr id="40" name="Cerneală 39">
                <a:extLst>
                  <a:ext uri="{FF2B5EF4-FFF2-40B4-BE49-F238E27FC236}">
                    <a16:creationId xmlns:a16="http://schemas.microsoft.com/office/drawing/2014/main" id="{131F3FBD-4907-4A82-B73D-7A4B08FCD68F}"/>
                  </a:ext>
                </a:extLst>
              </p14:cNvPr>
              <p14:cNvContentPartPr/>
              <p14:nvPr/>
            </p14:nvContentPartPr>
            <p14:xfrm>
              <a:off x="2941749" y="2672185"/>
              <a:ext cx="160560" cy="290880"/>
            </p14:xfrm>
          </p:contentPart>
        </mc:Choice>
        <mc:Fallback xmlns="">
          <p:pic>
            <p:nvPicPr>
              <p:cNvPr id="40" name="Cerneală 39">
                <a:extLst>
                  <a:ext uri="{FF2B5EF4-FFF2-40B4-BE49-F238E27FC236}">
                    <a16:creationId xmlns:a16="http://schemas.microsoft.com/office/drawing/2014/main" id="{131F3FBD-4907-4A82-B73D-7A4B08FCD68F}"/>
                  </a:ext>
                </a:extLst>
              </p:cNvPr>
              <p:cNvPicPr/>
              <p:nvPr/>
            </p:nvPicPr>
            <p:blipFill>
              <a:blip r:embed="rId316"/>
              <a:stretch>
                <a:fillRect/>
              </a:stretch>
            </p:blipFill>
            <p:spPr>
              <a:xfrm>
                <a:off x="2923749" y="2636185"/>
                <a:ext cx="196200" cy="362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17">
            <p14:nvContentPartPr>
              <p14:cNvPr id="41" name="Cerneală 40">
                <a:extLst>
                  <a:ext uri="{FF2B5EF4-FFF2-40B4-BE49-F238E27FC236}">
                    <a16:creationId xmlns:a16="http://schemas.microsoft.com/office/drawing/2014/main" id="{B1015990-8ACA-42F5-849B-DA252889C7FA}"/>
                  </a:ext>
                </a:extLst>
              </p14:cNvPr>
              <p14:cNvContentPartPr/>
              <p14:nvPr/>
            </p14:nvContentPartPr>
            <p14:xfrm>
              <a:off x="3007629" y="1674265"/>
              <a:ext cx="77040" cy="344520"/>
            </p14:xfrm>
          </p:contentPart>
        </mc:Choice>
        <mc:Fallback xmlns="">
          <p:pic>
            <p:nvPicPr>
              <p:cNvPr id="41" name="Cerneală 40">
                <a:extLst>
                  <a:ext uri="{FF2B5EF4-FFF2-40B4-BE49-F238E27FC236}">
                    <a16:creationId xmlns:a16="http://schemas.microsoft.com/office/drawing/2014/main" id="{B1015990-8ACA-42F5-849B-DA252889C7FA}"/>
                  </a:ext>
                </a:extLst>
              </p:cNvPr>
              <p:cNvPicPr/>
              <p:nvPr/>
            </p:nvPicPr>
            <p:blipFill>
              <a:blip r:embed="rId318"/>
              <a:stretch>
                <a:fillRect/>
              </a:stretch>
            </p:blipFill>
            <p:spPr>
              <a:xfrm>
                <a:off x="2989629" y="1638625"/>
                <a:ext cx="112680" cy="416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19">
            <p14:nvContentPartPr>
              <p14:cNvPr id="47" name="Cerneală 46">
                <a:extLst>
                  <a:ext uri="{FF2B5EF4-FFF2-40B4-BE49-F238E27FC236}">
                    <a16:creationId xmlns:a16="http://schemas.microsoft.com/office/drawing/2014/main" id="{F3871490-84AF-44EC-B5E3-3204737C5429}"/>
                  </a:ext>
                </a:extLst>
              </p14:cNvPr>
              <p14:cNvContentPartPr/>
              <p14:nvPr/>
            </p14:nvContentPartPr>
            <p14:xfrm>
              <a:off x="6256629" y="4521505"/>
              <a:ext cx="127800" cy="345240"/>
            </p14:xfrm>
          </p:contentPart>
        </mc:Choice>
        <mc:Fallback xmlns="">
          <p:pic>
            <p:nvPicPr>
              <p:cNvPr id="47" name="Cerneală 46">
                <a:extLst>
                  <a:ext uri="{FF2B5EF4-FFF2-40B4-BE49-F238E27FC236}">
                    <a16:creationId xmlns:a16="http://schemas.microsoft.com/office/drawing/2014/main" id="{F3871490-84AF-44EC-B5E3-3204737C5429}"/>
                  </a:ext>
                </a:extLst>
              </p:cNvPr>
              <p:cNvPicPr/>
              <p:nvPr/>
            </p:nvPicPr>
            <p:blipFill>
              <a:blip r:embed="rId320"/>
              <a:stretch>
                <a:fillRect/>
              </a:stretch>
            </p:blipFill>
            <p:spPr>
              <a:xfrm>
                <a:off x="6238989" y="4485865"/>
                <a:ext cx="163440" cy="416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21">
            <p14:nvContentPartPr>
              <p14:cNvPr id="48" name="Cerneală 47">
                <a:extLst>
                  <a:ext uri="{FF2B5EF4-FFF2-40B4-BE49-F238E27FC236}">
                    <a16:creationId xmlns:a16="http://schemas.microsoft.com/office/drawing/2014/main" id="{18BAFD88-6A1B-4096-A607-19EC7132B2D1}"/>
                  </a:ext>
                </a:extLst>
              </p14:cNvPr>
              <p14:cNvContentPartPr/>
              <p14:nvPr/>
            </p14:nvContentPartPr>
            <p14:xfrm>
              <a:off x="6214509" y="3581185"/>
              <a:ext cx="146520" cy="325800"/>
            </p14:xfrm>
          </p:contentPart>
        </mc:Choice>
        <mc:Fallback xmlns="">
          <p:pic>
            <p:nvPicPr>
              <p:cNvPr id="48" name="Cerneală 47">
                <a:extLst>
                  <a:ext uri="{FF2B5EF4-FFF2-40B4-BE49-F238E27FC236}">
                    <a16:creationId xmlns:a16="http://schemas.microsoft.com/office/drawing/2014/main" id="{18BAFD88-6A1B-4096-A607-19EC7132B2D1}"/>
                  </a:ext>
                </a:extLst>
              </p:cNvPr>
              <p:cNvPicPr/>
              <p:nvPr/>
            </p:nvPicPr>
            <p:blipFill>
              <a:blip r:embed="rId322"/>
              <a:stretch>
                <a:fillRect/>
              </a:stretch>
            </p:blipFill>
            <p:spPr>
              <a:xfrm>
                <a:off x="6196869" y="3545545"/>
                <a:ext cx="182160" cy="397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23">
            <p14:nvContentPartPr>
              <p14:cNvPr id="49" name="Cerneală 48">
                <a:extLst>
                  <a:ext uri="{FF2B5EF4-FFF2-40B4-BE49-F238E27FC236}">
                    <a16:creationId xmlns:a16="http://schemas.microsoft.com/office/drawing/2014/main" id="{712C1AD7-8668-48C9-A3B3-EE0D57C82D2B}"/>
                  </a:ext>
                </a:extLst>
              </p14:cNvPr>
              <p14:cNvContentPartPr/>
              <p14:nvPr/>
            </p14:nvContentPartPr>
            <p14:xfrm>
              <a:off x="6227109" y="2591905"/>
              <a:ext cx="120600" cy="373680"/>
            </p14:xfrm>
          </p:contentPart>
        </mc:Choice>
        <mc:Fallback xmlns="">
          <p:pic>
            <p:nvPicPr>
              <p:cNvPr id="49" name="Cerneală 48">
                <a:extLst>
                  <a:ext uri="{FF2B5EF4-FFF2-40B4-BE49-F238E27FC236}">
                    <a16:creationId xmlns:a16="http://schemas.microsoft.com/office/drawing/2014/main" id="{712C1AD7-8668-48C9-A3B3-EE0D57C82D2B}"/>
                  </a:ext>
                </a:extLst>
              </p:cNvPr>
              <p:cNvPicPr/>
              <p:nvPr/>
            </p:nvPicPr>
            <p:blipFill>
              <a:blip r:embed="rId324"/>
              <a:stretch>
                <a:fillRect/>
              </a:stretch>
            </p:blipFill>
            <p:spPr>
              <a:xfrm>
                <a:off x="6209109" y="2556265"/>
                <a:ext cx="156240" cy="445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25">
            <p14:nvContentPartPr>
              <p14:cNvPr id="50" name="Cerneală 49">
                <a:extLst>
                  <a:ext uri="{FF2B5EF4-FFF2-40B4-BE49-F238E27FC236}">
                    <a16:creationId xmlns:a16="http://schemas.microsoft.com/office/drawing/2014/main" id="{EA73BB72-E6E1-46AB-A4B5-6EF107685312}"/>
                  </a:ext>
                </a:extLst>
              </p14:cNvPr>
              <p14:cNvContentPartPr/>
              <p14:nvPr/>
            </p14:nvContentPartPr>
            <p14:xfrm>
              <a:off x="6251229" y="1589305"/>
              <a:ext cx="133920" cy="420480"/>
            </p14:xfrm>
          </p:contentPart>
        </mc:Choice>
        <mc:Fallback xmlns="">
          <p:pic>
            <p:nvPicPr>
              <p:cNvPr id="50" name="Cerneală 49">
                <a:extLst>
                  <a:ext uri="{FF2B5EF4-FFF2-40B4-BE49-F238E27FC236}">
                    <a16:creationId xmlns:a16="http://schemas.microsoft.com/office/drawing/2014/main" id="{EA73BB72-E6E1-46AB-A4B5-6EF107685312}"/>
                  </a:ext>
                </a:extLst>
              </p:cNvPr>
              <p:cNvPicPr/>
              <p:nvPr/>
            </p:nvPicPr>
            <p:blipFill>
              <a:blip r:embed="rId326"/>
              <a:stretch>
                <a:fillRect/>
              </a:stretch>
            </p:blipFill>
            <p:spPr>
              <a:xfrm>
                <a:off x="6233589" y="1553305"/>
                <a:ext cx="169560" cy="492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27">
            <p14:nvContentPartPr>
              <p14:cNvPr id="51" name="Cerneală 50">
                <a:extLst>
                  <a:ext uri="{FF2B5EF4-FFF2-40B4-BE49-F238E27FC236}">
                    <a16:creationId xmlns:a16="http://schemas.microsoft.com/office/drawing/2014/main" id="{A0B35DBD-6455-4E35-8B0F-858ABE0E7CD2}"/>
                  </a:ext>
                </a:extLst>
              </p14:cNvPr>
              <p14:cNvContentPartPr/>
              <p14:nvPr/>
            </p14:nvContentPartPr>
            <p14:xfrm>
              <a:off x="6629949" y="4553545"/>
              <a:ext cx="132120" cy="197640"/>
            </p14:xfrm>
          </p:contentPart>
        </mc:Choice>
        <mc:Fallback xmlns="">
          <p:pic>
            <p:nvPicPr>
              <p:cNvPr id="51" name="Cerneală 50">
                <a:extLst>
                  <a:ext uri="{FF2B5EF4-FFF2-40B4-BE49-F238E27FC236}">
                    <a16:creationId xmlns:a16="http://schemas.microsoft.com/office/drawing/2014/main" id="{A0B35DBD-6455-4E35-8B0F-858ABE0E7CD2}"/>
                  </a:ext>
                </a:extLst>
              </p:cNvPr>
              <p:cNvPicPr/>
              <p:nvPr/>
            </p:nvPicPr>
            <p:blipFill>
              <a:blip r:embed="rId328"/>
              <a:stretch>
                <a:fillRect/>
              </a:stretch>
            </p:blipFill>
            <p:spPr>
              <a:xfrm>
                <a:off x="6611949" y="4517905"/>
                <a:ext cx="167760" cy="269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29">
            <p14:nvContentPartPr>
              <p14:cNvPr id="52" name="Cerneală 51">
                <a:extLst>
                  <a:ext uri="{FF2B5EF4-FFF2-40B4-BE49-F238E27FC236}">
                    <a16:creationId xmlns:a16="http://schemas.microsoft.com/office/drawing/2014/main" id="{9DC8071E-90CE-4EEC-85FD-07549FF8FB78}"/>
                  </a:ext>
                </a:extLst>
              </p14:cNvPr>
              <p14:cNvContentPartPr/>
              <p14:nvPr/>
            </p14:nvContentPartPr>
            <p14:xfrm>
              <a:off x="6640389" y="3604945"/>
              <a:ext cx="79200" cy="225000"/>
            </p14:xfrm>
          </p:contentPart>
        </mc:Choice>
        <mc:Fallback xmlns="">
          <p:pic>
            <p:nvPicPr>
              <p:cNvPr id="52" name="Cerneală 51">
                <a:extLst>
                  <a:ext uri="{FF2B5EF4-FFF2-40B4-BE49-F238E27FC236}">
                    <a16:creationId xmlns:a16="http://schemas.microsoft.com/office/drawing/2014/main" id="{9DC8071E-90CE-4EEC-85FD-07549FF8FB78}"/>
                  </a:ext>
                </a:extLst>
              </p:cNvPr>
              <p:cNvPicPr/>
              <p:nvPr/>
            </p:nvPicPr>
            <p:blipFill>
              <a:blip r:embed="rId330"/>
              <a:stretch>
                <a:fillRect/>
              </a:stretch>
            </p:blipFill>
            <p:spPr>
              <a:xfrm>
                <a:off x="6622749" y="3569305"/>
                <a:ext cx="114840" cy="296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31">
            <p14:nvContentPartPr>
              <p14:cNvPr id="57" name="Cerneală 56">
                <a:extLst>
                  <a:ext uri="{FF2B5EF4-FFF2-40B4-BE49-F238E27FC236}">
                    <a16:creationId xmlns:a16="http://schemas.microsoft.com/office/drawing/2014/main" id="{C178C58B-D7A0-4EEF-9586-774F8730F61E}"/>
                  </a:ext>
                </a:extLst>
              </p14:cNvPr>
              <p14:cNvContentPartPr/>
              <p14:nvPr/>
            </p14:nvContentPartPr>
            <p14:xfrm>
              <a:off x="6604029" y="2589745"/>
              <a:ext cx="124560" cy="257760"/>
            </p14:xfrm>
          </p:contentPart>
        </mc:Choice>
        <mc:Fallback xmlns="">
          <p:pic>
            <p:nvPicPr>
              <p:cNvPr id="57" name="Cerneală 56">
                <a:extLst>
                  <a:ext uri="{FF2B5EF4-FFF2-40B4-BE49-F238E27FC236}">
                    <a16:creationId xmlns:a16="http://schemas.microsoft.com/office/drawing/2014/main" id="{C178C58B-D7A0-4EEF-9586-774F8730F61E}"/>
                  </a:ext>
                </a:extLst>
              </p:cNvPr>
              <p:cNvPicPr/>
              <p:nvPr/>
            </p:nvPicPr>
            <p:blipFill>
              <a:blip r:embed="rId332"/>
              <a:stretch>
                <a:fillRect/>
              </a:stretch>
            </p:blipFill>
            <p:spPr>
              <a:xfrm>
                <a:off x="6586029" y="2554105"/>
                <a:ext cx="160200" cy="329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33">
            <p14:nvContentPartPr>
              <p14:cNvPr id="58" name="Cerneală 57">
                <a:extLst>
                  <a:ext uri="{FF2B5EF4-FFF2-40B4-BE49-F238E27FC236}">
                    <a16:creationId xmlns:a16="http://schemas.microsoft.com/office/drawing/2014/main" id="{2FF1DB0C-A793-4D06-B094-E24F1EB18657}"/>
                  </a:ext>
                </a:extLst>
              </p14:cNvPr>
              <p14:cNvContentPartPr/>
              <p14:nvPr/>
            </p14:nvContentPartPr>
            <p14:xfrm>
              <a:off x="6592509" y="1708465"/>
              <a:ext cx="115920" cy="242280"/>
            </p14:xfrm>
          </p:contentPart>
        </mc:Choice>
        <mc:Fallback xmlns="">
          <p:pic>
            <p:nvPicPr>
              <p:cNvPr id="58" name="Cerneală 57">
                <a:extLst>
                  <a:ext uri="{FF2B5EF4-FFF2-40B4-BE49-F238E27FC236}">
                    <a16:creationId xmlns:a16="http://schemas.microsoft.com/office/drawing/2014/main" id="{2FF1DB0C-A793-4D06-B094-E24F1EB18657}"/>
                  </a:ext>
                </a:extLst>
              </p:cNvPr>
              <p:cNvPicPr/>
              <p:nvPr/>
            </p:nvPicPr>
            <p:blipFill>
              <a:blip r:embed="rId334"/>
              <a:stretch>
                <a:fillRect/>
              </a:stretch>
            </p:blipFill>
            <p:spPr>
              <a:xfrm>
                <a:off x="6574509" y="1672465"/>
                <a:ext cx="151560" cy="3139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99494297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>
            <a:extLst>
              <a:ext uri="{FF2B5EF4-FFF2-40B4-BE49-F238E27FC236}">
                <a16:creationId xmlns:a16="http://schemas.microsoft.com/office/drawing/2014/main" id="{5026141C-16C3-4882-97DA-A964215B4BD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3904" y="1417342"/>
            <a:ext cx="11073980" cy="402331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09458599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reptunghi 6">
            <a:extLst>
              <a:ext uri="{FF2B5EF4-FFF2-40B4-BE49-F238E27FC236}">
                <a16:creationId xmlns:a16="http://schemas.microsoft.com/office/drawing/2014/main" id="{BDC82CF2-ED3F-426D-B411-2F6013A954EB}"/>
              </a:ext>
            </a:extLst>
          </p:cNvPr>
          <p:cNvSpPr/>
          <p:nvPr/>
        </p:nvSpPr>
        <p:spPr>
          <a:xfrm>
            <a:off x="335343" y="137196"/>
            <a:ext cx="11429875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o-RO" sz="2800" b="1" dirty="0">
                <a:solidFill>
                  <a:srgbClr val="0000FF"/>
                </a:solidFill>
              </a:rPr>
              <a:t>Exemplu de numărător binare asincron pe 4 biți, realizat cu bistabili JK    </a:t>
            </a:r>
            <a:r>
              <a:rPr lang="en-US" sz="2800" b="1" dirty="0">
                <a:solidFill>
                  <a:srgbClr val="0000FF"/>
                </a:solidFill>
              </a:rPr>
              <a:t> </a:t>
            </a:r>
            <a:endParaRPr lang="ro-RO" sz="2800" b="1" dirty="0">
              <a:solidFill>
                <a:srgbClr val="0000FF"/>
              </a:solidFill>
            </a:endParaRPr>
          </a:p>
        </p:txBody>
      </p:sp>
      <p:pic>
        <p:nvPicPr>
          <p:cNvPr id="4" name="Imagine 3">
            <a:extLst>
              <a:ext uri="{FF2B5EF4-FFF2-40B4-BE49-F238E27FC236}">
                <a16:creationId xmlns:a16="http://schemas.microsoft.com/office/drawing/2014/main" id="{93DBFF55-0167-4EA9-9341-7EFB57A37148}"/>
              </a:ext>
            </a:extLst>
          </p:cNvPr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5343" y="685830"/>
            <a:ext cx="5486340" cy="2377414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Imagine 5">
            <a:extLst>
              <a:ext uri="{FF2B5EF4-FFF2-40B4-BE49-F238E27FC236}">
                <a16:creationId xmlns:a16="http://schemas.microsoft.com/office/drawing/2014/main" id="{42E29E99-12A7-4539-BD48-F262E538106B}"/>
              </a:ext>
            </a:extLst>
          </p:cNvPr>
          <p:cNvPicPr/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5343" y="3246122"/>
            <a:ext cx="7223681" cy="3383243"/>
          </a:xfrm>
          <a:prstGeom prst="rect">
            <a:avLst/>
          </a:prstGeom>
          <a:noFill/>
          <a:ln>
            <a:noFill/>
          </a:ln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39" name="Cerneală 38">
                <a:extLst>
                  <a:ext uri="{FF2B5EF4-FFF2-40B4-BE49-F238E27FC236}">
                    <a16:creationId xmlns:a16="http://schemas.microsoft.com/office/drawing/2014/main" id="{1F733138-7E56-4329-8205-3D4F91CC62ED}"/>
                  </a:ext>
                </a:extLst>
              </p14:cNvPr>
              <p14:cNvContentPartPr/>
              <p14:nvPr/>
            </p14:nvContentPartPr>
            <p14:xfrm>
              <a:off x="8657829" y="825385"/>
              <a:ext cx="2489760" cy="5262480"/>
            </p14:xfrm>
          </p:contentPart>
        </mc:Choice>
        <mc:Fallback xmlns="">
          <p:pic>
            <p:nvPicPr>
              <p:cNvPr id="39" name="Cerneală 38">
                <a:extLst>
                  <a:ext uri="{FF2B5EF4-FFF2-40B4-BE49-F238E27FC236}">
                    <a16:creationId xmlns:a16="http://schemas.microsoft.com/office/drawing/2014/main" id="{1F733138-7E56-4329-8205-3D4F91CC62ED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8640189" y="807386"/>
                <a:ext cx="2525400" cy="5298118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44" name="Cerneală 43">
                <a:extLst>
                  <a:ext uri="{FF2B5EF4-FFF2-40B4-BE49-F238E27FC236}">
                    <a16:creationId xmlns:a16="http://schemas.microsoft.com/office/drawing/2014/main" id="{62EFE731-2F21-479A-99F4-FB394920604B}"/>
                  </a:ext>
                </a:extLst>
              </p14:cNvPr>
              <p14:cNvContentPartPr/>
              <p14:nvPr/>
            </p14:nvContentPartPr>
            <p14:xfrm>
              <a:off x="7363269" y="1270345"/>
              <a:ext cx="5040" cy="153000"/>
            </p14:xfrm>
          </p:contentPart>
        </mc:Choice>
        <mc:Fallback xmlns="">
          <p:pic>
            <p:nvPicPr>
              <p:cNvPr id="44" name="Cerneală 43">
                <a:extLst>
                  <a:ext uri="{FF2B5EF4-FFF2-40B4-BE49-F238E27FC236}">
                    <a16:creationId xmlns:a16="http://schemas.microsoft.com/office/drawing/2014/main" id="{62EFE731-2F21-479A-99F4-FB394920604B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7345269" y="1252345"/>
                <a:ext cx="40680" cy="188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45" name="Cerneală 44">
                <a:extLst>
                  <a:ext uri="{FF2B5EF4-FFF2-40B4-BE49-F238E27FC236}">
                    <a16:creationId xmlns:a16="http://schemas.microsoft.com/office/drawing/2014/main" id="{5DA9C963-DDDA-4E87-B1D6-A99BFDBB5117}"/>
                  </a:ext>
                </a:extLst>
              </p14:cNvPr>
              <p14:cNvContentPartPr/>
              <p14:nvPr/>
            </p14:nvContentPartPr>
            <p14:xfrm>
              <a:off x="7290909" y="1044625"/>
              <a:ext cx="95040" cy="151200"/>
            </p14:xfrm>
          </p:contentPart>
        </mc:Choice>
        <mc:Fallback xmlns="">
          <p:pic>
            <p:nvPicPr>
              <p:cNvPr id="45" name="Cerneală 44">
                <a:extLst>
                  <a:ext uri="{FF2B5EF4-FFF2-40B4-BE49-F238E27FC236}">
                    <a16:creationId xmlns:a16="http://schemas.microsoft.com/office/drawing/2014/main" id="{5DA9C963-DDDA-4E87-B1D6-A99BFDBB5117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7272909" y="1026625"/>
                <a:ext cx="130680" cy="186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46" name="Cerneală 45">
                <a:extLst>
                  <a:ext uri="{FF2B5EF4-FFF2-40B4-BE49-F238E27FC236}">
                    <a16:creationId xmlns:a16="http://schemas.microsoft.com/office/drawing/2014/main" id="{1E601C4D-7B0C-43F1-A38F-A7785D1B7E50}"/>
                  </a:ext>
                </a:extLst>
              </p14:cNvPr>
              <p14:cNvContentPartPr/>
              <p14:nvPr/>
            </p14:nvContentPartPr>
            <p14:xfrm>
              <a:off x="7488189" y="1264225"/>
              <a:ext cx="307440" cy="198720"/>
            </p14:xfrm>
          </p:contentPart>
        </mc:Choice>
        <mc:Fallback xmlns="">
          <p:pic>
            <p:nvPicPr>
              <p:cNvPr id="46" name="Cerneală 45">
                <a:extLst>
                  <a:ext uri="{FF2B5EF4-FFF2-40B4-BE49-F238E27FC236}">
                    <a16:creationId xmlns:a16="http://schemas.microsoft.com/office/drawing/2014/main" id="{1E601C4D-7B0C-43F1-A38F-A7785D1B7E50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7470549" y="1246225"/>
                <a:ext cx="343080" cy="234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47" name="Cerneală 46">
                <a:extLst>
                  <a:ext uri="{FF2B5EF4-FFF2-40B4-BE49-F238E27FC236}">
                    <a16:creationId xmlns:a16="http://schemas.microsoft.com/office/drawing/2014/main" id="{A0A4F008-F707-4F42-B213-55D07DC6B15B}"/>
                  </a:ext>
                </a:extLst>
              </p14:cNvPr>
              <p14:cNvContentPartPr/>
              <p14:nvPr/>
            </p14:nvContentPartPr>
            <p14:xfrm>
              <a:off x="6386229" y="1905385"/>
              <a:ext cx="10080" cy="182520"/>
            </p14:xfrm>
          </p:contentPart>
        </mc:Choice>
        <mc:Fallback xmlns="">
          <p:pic>
            <p:nvPicPr>
              <p:cNvPr id="47" name="Cerneală 46">
                <a:extLst>
                  <a:ext uri="{FF2B5EF4-FFF2-40B4-BE49-F238E27FC236}">
                    <a16:creationId xmlns:a16="http://schemas.microsoft.com/office/drawing/2014/main" id="{A0A4F008-F707-4F42-B213-55D07DC6B15B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6368229" y="1887745"/>
                <a:ext cx="45720" cy="218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48" name="Cerneală 47">
                <a:extLst>
                  <a:ext uri="{FF2B5EF4-FFF2-40B4-BE49-F238E27FC236}">
                    <a16:creationId xmlns:a16="http://schemas.microsoft.com/office/drawing/2014/main" id="{98AB81B9-9A27-4EF2-B7D6-49C3E1812CB5}"/>
                  </a:ext>
                </a:extLst>
              </p14:cNvPr>
              <p14:cNvContentPartPr/>
              <p14:nvPr/>
            </p14:nvContentPartPr>
            <p14:xfrm>
              <a:off x="6379029" y="1775425"/>
              <a:ext cx="11160" cy="39240"/>
            </p14:xfrm>
          </p:contentPart>
        </mc:Choice>
        <mc:Fallback xmlns="">
          <p:pic>
            <p:nvPicPr>
              <p:cNvPr id="48" name="Cerneală 47">
                <a:extLst>
                  <a:ext uri="{FF2B5EF4-FFF2-40B4-BE49-F238E27FC236}">
                    <a16:creationId xmlns:a16="http://schemas.microsoft.com/office/drawing/2014/main" id="{98AB81B9-9A27-4EF2-B7D6-49C3E1812CB5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6361389" y="1757785"/>
                <a:ext cx="46800" cy="74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">
            <p14:nvContentPartPr>
              <p14:cNvPr id="51" name="Cerneală 50">
                <a:extLst>
                  <a:ext uri="{FF2B5EF4-FFF2-40B4-BE49-F238E27FC236}">
                    <a16:creationId xmlns:a16="http://schemas.microsoft.com/office/drawing/2014/main" id="{C72EE27A-FF28-4067-B955-AD9989F0B154}"/>
                  </a:ext>
                </a:extLst>
              </p14:cNvPr>
              <p14:cNvContentPartPr/>
              <p14:nvPr/>
            </p14:nvContentPartPr>
            <p14:xfrm>
              <a:off x="6539949" y="1672825"/>
              <a:ext cx="781200" cy="436320"/>
            </p14:xfrm>
          </p:contentPart>
        </mc:Choice>
        <mc:Fallback xmlns="">
          <p:pic>
            <p:nvPicPr>
              <p:cNvPr id="51" name="Cerneală 50">
                <a:extLst>
                  <a:ext uri="{FF2B5EF4-FFF2-40B4-BE49-F238E27FC236}">
                    <a16:creationId xmlns:a16="http://schemas.microsoft.com/office/drawing/2014/main" id="{C72EE27A-FF28-4067-B955-AD9989F0B154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6521949" y="1654825"/>
                <a:ext cx="816840" cy="471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">
            <p14:nvContentPartPr>
              <p14:cNvPr id="52" name="Cerneală 51">
                <a:extLst>
                  <a:ext uri="{FF2B5EF4-FFF2-40B4-BE49-F238E27FC236}">
                    <a16:creationId xmlns:a16="http://schemas.microsoft.com/office/drawing/2014/main" id="{8056A85D-B12A-4023-91EE-3695D5313951}"/>
                  </a:ext>
                </a:extLst>
              </p14:cNvPr>
              <p14:cNvContentPartPr/>
              <p14:nvPr/>
            </p14:nvContentPartPr>
            <p14:xfrm>
              <a:off x="6371109" y="1093585"/>
              <a:ext cx="525600" cy="381240"/>
            </p14:xfrm>
          </p:contentPart>
        </mc:Choice>
        <mc:Fallback xmlns="">
          <p:pic>
            <p:nvPicPr>
              <p:cNvPr id="52" name="Cerneală 51">
                <a:extLst>
                  <a:ext uri="{FF2B5EF4-FFF2-40B4-BE49-F238E27FC236}">
                    <a16:creationId xmlns:a16="http://schemas.microsoft.com/office/drawing/2014/main" id="{8056A85D-B12A-4023-91EE-3695D5313951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6353121" y="1075585"/>
                <a:ext cx="561216" cy="416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">
            <p14:nvContentPartPr>
              <p14:cNvPr id="2" name="Cerneală 1">
                <a:extLst>
                  <a:ext uri="{FF2B5EF4-FFF2-40B4-BE49-F238E27FC236}">
                    <a16:creationId xmlns:a16="http://schemas.microsoft.com/office/drawing/2014/main" id="{7E0E2A61-C31D-4C12-99A1-519D2C8914CD}"/>
                  </a:ext>
                </a:extLst>
              </p14:cNvPr>
              <p14:cNvContentPartPr/>
              <p14:nvPr/>
            </p14:nvContentPartPr>
            <p14:xfrm>
              <a:off x="8961309" y="907465"/>
              <a:ext cx="2373840" cy="5331960"/>
            </p14:xfrm>
          </p:contentPart>
        </mc:Choice>
        <mc:Fallback xmlns="">
          <p:pic>
            <p:nvPicPr>
              <p:cNvPr id="2" name="Cerneală 1">
                <a:extLst>
                  <a:ext uri="{FF2B5EF4-FFF2-40B4-BE49-F238E27FC236}">
                    <a16:creationId xmlns:a16="http://schemas.microsoft.com/office/drawing/2014/main" id="{7E0E2A61-C31D-4C12-99A1-519D2C8914CD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8943309" y="871825"/>
                <a:ext cx="2409480" cy="5403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">
            <p14:nvContentPartPr>
              <p14:cNvPr id="3" name="Cerneală 2">
                <a:extLst>
                  <a:ext uri="{FF2B5EF4-FFF2-40B4-BE49-F238E27FC236}">
                    <a16:creationId xmlns:a16="http://schemas.microsoft.com/office/drawing/2014/main" id="{A9F9867D-18B2-435F-9F1A-0DFEBD4694E8}"/>
                  </a:ext>
                </a:extLst>
              </p14:cNvPr>
              <p14:cNvContentPartPr/>
              <p14:nvPr/>
            </p14:nvContentPartPr>
            <p14:xfrm>
              <a:off x="10835469" y="1597225"/>
              <a:ext cx="280440" cy="258120"/>
            </p14:xfrm>
          </p:contentPart>
        </mc:Choice>
        <mc:Fallback xmlns="">
          <p:pic>
            <p:nvPicPr>
              <p:cNvPr id="3" name="Cerneală 2">
                <a:extLst>
                  <a:ext uri="{FF2B5EF4-FFF2-40B4-BE49-F238E27FC236}">
                    <a16:creationId xmlns:a16="http://schemas.microsoft.com/office/drawing/2014/main" id="{A9F9867D-18B2-435F-9F1A-0DFEBD4694E8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10817829" y="1561585"/>
                <a:ext cx="316080" cy="3297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33210297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reptunghi 1">
            <a:extLst>
              <a:ext uri="{FF2B5EF4-FFF2-40B4-BE49-F238E27FC236}">
                <a16:creationId xmlns:a16="http://schemas.microsoft.com/office/drawing/2014/main" id="{EB6C28A5-F99B-420B-9781-1E0CE500BEF8}"/>
              </a:ext>
            </a:extLst>
          </p:cNvPr>
          <p:cNvSpPr/>
          <p:nvPr/>
        </p:nvSpPr>
        <p:spPr>
          <a:xfrm>
            <a:off x="1158294" y="137196"/>
            <a:ext cx="10149729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o-RO" sz="2800" b="1" dirty="0">
                <a:solidFill>
                  <a:srgbClr val="0000FF"/>
                </a:solidFill>
              </a:rPr>
              <a:t>Exemple de numărătoare asincrone (disponibile pe piață)     </a:t>
            </a:r>
            <a:r>
              <a:rPr lang="en-US" sz="2800" b="1" dirty="0">
                <a:solidFill>
                  <a:srgbClr val="0000FF"/>
                </a:solidFill>
              </a:rPr>
              <a:t> </a:t>
            </a:r>
            <a:endParaRPr lang="ro-RO" sz="2800" b="1" dirty="0">
              <a:solidFill>
                <a:srgbClr val="0000FF"/>
              </a:solidFill>
            </a:endParaRPr>
          </a:p>
        </p:txBody>
      </p:sp>
      <p:pic>
        <p:nvPicPr>
          <p:cNvPr id="3" name="Picture 3">
            <a:extLst>
              <a:ext uri="{FF2B5EF4-FFF2-40B4-BE49-F238E27FC236}">
                <a16:creationId xmlns:a16="http://schemas.microsoft.com/office/drawing/2014/main" id="{4EA34047-5D09-47A2-A2DC-D9E154275D0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1099" y="868708"/>
            <a:ext cx="10942312" cy="283460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" name="Picture 2">
            <a:extLst>
              <a:ext uri="{FF2B5EF4-FFF2-40B4-BE49-F238E27FC236}">
                <a16:creationId xmlns:a16="http://schemas.microsoft.com/office/drawing/2014/main" id="{94EA1975-784D-41A1-81C3-1A70351D0AD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73049" y="3977634"/>
            <a:ext cx="6343155" cy="25602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7" name="Cerneală 6">
                <a:extLst>
                  <a:ext uri="{FF2B5EF4-FFF2-40B4-BE49-F238E27FC236}">
                    <a16:creationId xmlns:a16="http://schemas.microsoft.com/office/drawing/2014/main" id="{309A6518-3C6B-462A-B8F2-98EE5DA85B97}"/>
                  </a:ext>
                </a:extLst>
              </p14:cNvPr>
              <p14:cNvContentPartPr/>
              <p14:nvPr/>
            </p14:nvContentPartPr>
            <p14:xfrm>
              <a:off x="808389" y="4615105"/>
              <a:ext cx="440280" cy="419040"/>
            </p14:xfrm>
          </p:contentPart>
        </mc:Choice>
        <mc:Fallback xmlns="">
          <p:pic>
            <p:nvPicPr>
              <p:cNvPr id="7" name="Cerneală 6">
                <a:extLst>
                  <a:ext uri="{FF2B5EF4-FFF2-40B4-BE49-F238E27FC236}">
                    <a16:creationId xmlns:a16="http://schemas.microsoft.com/office/drawing/2014/main" id="{309A6518-3C6B-462A-B8F2-98EE5DA85B97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790749" y="4579105"/>
                <a:ext cx="475920" cy="490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8" name="Cerneală 7">
                <a:extLst>
                  <a:ext uri="{FF2B5EF4-FFF2-40B4-BE49-F238E27FC236}">
                    <a16:creationId xmlns:a16="http://schemas.microsoft.com/office/drawing/2014/main" id="{2DCC03BE-F846-40B5-81E3-868ADFEB90B7}"/>
                  </a:ext>
                </a:extLst>
              </p14:cNvPr>
              <p14:cNvContentPartPr/>
              <p14:nvPr/>
            </p14:nvContentPartPr>
            <p14:xfrm>
              <a:off x="841869" y="4519345"/>
              <a:ext cx="536040" cy="475200"/>
            </p14:xfrm>
          </p:contentPart>
        </mc:Choice>
        <mc:Fallback xmlns="">
          <p:pic>
            <p:nvPicPr>
              <p:cNvPr id="8" name="Cerneală 7">
                <a:extLst>
                  <a:ext uri="{FF2B5EF4-FFF2-40B4-BE49-F238E27FC236}">
                    <a16:creationId xmlns:a16="http://schemas.microsoft.com/office/drawing/2014/main" id="{2DCC03BE-F846-40B5-81E3-868ADFEB90B7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823869" y="4483705"/>
                <a:ext cx="571680" cy="546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9" name="Cerneală 8">
                <a:extLst>
                  <a:ext uri="{FF2B5EF4-FFF2-40B4-BE49-F238E27FC236}">
                    <a16:creationId xmlns:a16="http://schemas.microsoft.com/office/drawing/2014/main" id="{7645B0A4-0A53-40F3-AB45-6F2F4AC8A21D}"/>
                  </a:ext>
                </a:extLst>
              </p14:cNvPr>
              <p14:cNvContentPartPr/>
              <p14:nvPr/>
            </p14:nvContentPartPr>
            <p14:xfrm>
              <a:off x="2102589" y="4503505"/>
              <a:ext cx="710280" cy="556920"/>
            </p14:xfrm>
          </p:contentPart>
        </mc:Choice>
        <mc:Fallback xmlns="">
          <p:pic>
            <p:nvPicPr>
              <p:cNvPr id="9" name="Cerneală 8">
                <a:extLst>
                  <a:ext uri="{FF2B5EF4-FFF2-40B4-BE49-F238E27FC236}">
                    <a16:creationId xmlns:a16="http://schemas.microsoft.com/office/drawing/2014/main" id="{7645B0A4-0A53-40F3-AB45-6F2F4AC8A21D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2084949" y="4467865"/>
                <a:ext cx="745920" cy="628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10" name="Cerneală 9">
                <a:extLst>
                  <a:ext uri="{FF2B5EF4-FFF2-40B4-BE49-F238E27FC236}">
                    <a16:creationId xmlns:a16="http://schemas.microsoft.com/office/drawing/2014/main" id="{CBC40A0D-9536-42E8-A618-A86A45BE4CF3}"/>
                  </a:ext>
                </a:extLst>
              </p14:cNvPr>
              <p14:cNvContentPartPr/>
              <p14:nvPr/>
            </p14:nvContentPartPr>
            <p14:xfrm>
              <a:off x="2169909" y="4468945"/>
              <a:ext cx="1146600" cy="478080"/>
            </p14:xfrm>
          </p:contentPart>
        </mc:Choice>
        <mc:Fallback xmlns="">
          <p:pic>
            <p:nvPicPr>
              <p:cNvPr id="10" name="Cerneală 9">
                <a:extLst>
                  <a:ext uri="{FF2B5EF4-FFF2-40B4-BE49-F238E27FC236}">
                    <a16:creationId xmlns:a16="http://schemas.microsoft.com/office/drawing/2014/main" id="{CBC40A0D-9536-42E8-A618-A86A45BE4CF3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2152269" y="4432945"/>
                <a:ext cx="1182240" cy="549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11" name="Cerneală 10">
                <a:extLst>
                  <a:ext uri="{FF2B5EF4-FFF2-40B4-BE49-F238E27FC236}">
                    <a16:creationId xmlns:a16="http://schemas.microsoft.com/office/drawing/2014/main" id="{5BB9E8A0-DEFB-49CE-A730-0EC956557BF6}"/>
                  </a:ext>
                </a:extLst>
              </p14:cNvPr>
              <p14:cNvContentPartPr/>
              <p14:nvPr/>
            </p14:nvContentPartPr>
            <p14:xfrm>
              <a:off x="918909" y="4652545"/>
              <a:ext cx="60120" cy="169560"/>
            </p14:xfrm>
          </p:contentPart>
        </mc:Choice>
        <mc:Fallback xmlns="">
          <p:pic>
            <p:nvPicPr>
              <p:cNvPr id="11" name="Cerneală 10">
                <a:extLst>
                  <a:ext uri="{FF2B5EF4-FFF2-40B4-BE49-F238E27FC236}">
                    <a16:creationId xmlns:a16="http://schemas.microsoft.com/office/drawing/2014/main" id="{5BB9E8A0-DEFB-49CE-A730-0EC956557BF6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901269" y="4616905"/>
                <a:ext cx="95760" cy="241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12" name="Cerneală 11">
                <a:extLst>
                  <a:ext uri="{FF2B5EF4-FFF2-40B4-BE49-F238E27FC236}">
                    <a16:creationId xmlns:a16="http://schemas.microsoft.com/office/drawing/2014/main" id="{5355D9B9-C1E9-4B87-826E-1353BF7CC61B}"/>
                  </a:ext>
                </a:extLst>
              </p14:cNvPr>
              <p14:cNvContentPartPr/>
              <p14:nvPr/>
            </p14:nvContentPartPr>
            <p14:xfrm>
              <a:off x="918909" y="4825345"/>
              <a:ext cx="133560" cy="20880"/>
            </p14:xfrm>
          </p:contentPart>
        </mc:Choice>
        <mc:Fallback xmlns="">
          <p:pic>
            <p:nvPicPr>
              <p:cNvPr id="12" name="Cerneală 11">
                <a:extLst>
                  <a:ext uri="{FF2B5EF4-FFF2-40B4-BE49-F238E27FC236}">
                    <a16:creationId xmlns:a16="http://schemas.microsoft.com/office/drawing/2014/main" id="{5355D9B9-C1E9-4B87-826E-1353BF7CC61B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901269" y="4789705"/>
                <a:ext cx="169200" cy="92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">
            <p14:nvContentPartPr>
              <p14:cNvPr id="13" name="Cerneală 12">
                <a:extLst>
                  <a:ext uri="{FF2B5EF4-FFF2-40B4-BE49-F238E27FC236}">
                    <a16:creationId xmlns:a16="http://schemas.microsoft.com/office/drawing/2014/main" id="{F3F7B5E3-000A-4B48-BC15-D9370DA829FF}"/>
                  </a:ext>
                </a:extLst>
              </p14:cNvPr>
              <p14:cNvContentPartPr/>
              <p14:nvPr/>
            </p14:nvContentPartPr>
            <p14:xfrm>
              <a:off x="1077669" y="4638865"/>
              <a:ext cx="142560" cy="188280"/>
            </p14:xfrm>
          </p:contentPart>
        </mc:Choice>
        <mc:Fallback xmlns="">
          <p:pic>
            <p:nvPicPr>
              <p:cNvPr id="13" name="Cerneală 12">
                <a:extLst>
                  <a:ext uri="{FF2B5EF4-FFF2-40B4-BE49-F238E27FC236}">
                    <a16:creationId xmlns:a16="http://schemas.microsoft.com/office/drawing/2014/main" id="{F3F7B5E3-000A-4B48-BC15-D9370DA829FF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1059669" y="4603225"/>
                <a:ext cx="178200" cy="259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">
            <p14:nvContentPartPr>
              <p14:cNvPr id="14" name="Cerneală 13">
                <a:extLst>
                  <a:ext uri="{FF2B5EF4-FFF2-40B4-BE49-F238E27FC236}">
                    <a16:creationId xmlns:a16="http://schemas.microsoft.com/office/drawing/2014/main" id="{FD8B3541-19FA-4F70-ADF2-DBD9EF735AEA}"/>
                  </a:ext>
                </a:extLst>
              </p14:cNvPr>
              <p14:cNvContentPartPr/>
              <p14:nvPr/>
            </p14:nvContentPartPr>
            <p14:xfrm>
              <a:off x="2338389" y="4639585"/>
              <a:ext cx="159840" cy="158760"/>
            </p14:xfrm>
          </p:contentPart>
        </mc:Choice>
        <mc:Fallback xmlns="">
          <p:pic>
            <p:nvPicPr>
              <p:cNvPr id="14" name="Cerneală 13">
                <a:extLst>
                  <a:ext uri="{FF2B5EF4-FFF2-40B4-BE49-F238E27FC236}">
                    <a16:creationId xmlns:a16="http://schemas.microsoft.com/office/drawing/2014/main" id="{FD8B3541-19FA-4F70-ADF2-DBD9EF735AEA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2320749" y="4603585"/>
                <a:ext cx="195480" cy="230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">
            <p14:nvContentPartPr>
              <p14:cNvPr id="15" name="Cerneală 14">
                <a:extLst>
                  <a:ext uri="{FF2B5EF4-FFF2-40B4-BE49-F238E27FC236}">
                    <a16:creationId xmlns:a16="http://schemas.microsoft.com/office/drawing/2014/main" id="{7D338373-0C39-4F05-9B73-2E1556B25236}"/>
                  </a:ext>
                </a:extLst>
              </p14:cNvPr>
              <p14:cNvContentPartPr/>
              <p14:nvPr/>
            </p14:nvContentPartPr>
            <p14:xfrm>
              <a:off x="2583909" y="4557145"/>
              <a:ext cx="111960" cy="212760"/>
            </p14:xfrm>
          </p:contentPart>
        </mc:Choice>
        <mc:Fallback xmlns="">
          <p:pic>
            <p:nvPicPr>
              <p:cNvPr id="15" name="Cerneală 14">
                <a:extLst>
                  <a:ext uri="{FF2B5EF4-FFF2-40B4-BE49-F238E27FC236}">
                    <a16:creationId xmlns:a16="http://schemas.microsoft.com/office/drawing/2014/main" id="{7D338373-0C39-4F05-9B73-2E1556B25236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2566269" y="4521505"/>
                <a:ext cx="147600" cy="284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">
            <p14:nvContentPartPr>
              <p14:cNvPr id="16" name="Cerneală 15">
                <a:extLst>
                  <a:ext uri="{FF2B5EF4-FFF2-40B4-BE49-F238E27FC236}">
                    <a16:creationId xmlns:a16="http://schemas.microsoft.com/office/drawing/2014/main" id="{52D51631-1B50-40D4-823C-56A376ECFFD0}"/>
                  </a:ext>
                </a:extLst>
              </p14:cNvPr>
              <p14:cNvContentPartPr/>
              <p14:nvPr/>
            </p14:nvContentPartPr>
            <p14:xfrm>
              <a:off x="2806389" y="4730665"/>
              <a:ext cx="4320" cy="360"/>
            </p14:xfrm>
          </p:contentPart>
        </mc:Choice>
        <mc:Fallback xmlns="">
          <p:pic>
            <p:nvPicPr>
              <p:cNvPr id="16" name="Cerneală 15">
                <a:extLst>
                  <a:ext uri="{FF2B5EF4-FFF2-40B4-BE49-F238E27FC236}">
                    <a16:creationId xmlns:a16="http://schemas.microsoft.com/office/drawing/2014/main" id="{52D51631-1B50-40D4-823C-56A376ECFFD0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2788749" y="4695025"/>
                <a:ext cx="39960" cy="72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">
            <p14:nvContentPartPr>
              <p14:cNvPr id="17" name="Cerneală 16">
                <a:extLst>
                  <a:ext uri="{FF2B5EF4-FFF2-40B4-BE49-F238E27FC236}">
                    <a16:creationId xmlns:a16="http://schemas.microsoft.com/office/drawing/2014/main" id="{E61E550A-686A-40BF-904B-123131B55A96}"/>
                  </a:ext>
                </a:extLst>
              </p14:cNvPr>
              <p14:cNvContentPartPr/>
              <p14:nvPr/>
            </p14:nvContentPartPr>
            <p14:xfrm>
              <a:off x="274149" y="4798345"/>
              <a:ext cx="449640" cy="9360"/>
            </p14:xfrm>
          </p:contentPart>
        </mc:Choice>
        <mc:Fallback xmlns="">
          <p:pic>
            <p:nvPicPr>
              <p:cNvPr id="17" name="Cerneală 16">
                <a:extLst>
                  <a:ext uri="{FF2B5EF4-FFF2-40B4-BE49-F238E27FC236}">
                    <a16:creationId xmlns:a16="http://schemas.microsoft.com/office/drawing/2014/main" id="{E61E550A-686A-40BF-904B-123131B55A96}"/>
                  </a:ext>
                </a:extLst>
              </p:cNvPr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256149" y="4762705"/>
                <a:ext cx="485280" cy="81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6">
            <p14:nvContentPartPr>
              <p14:cNvPr id="18" name="Cerneală 17">
                <a:extLst>
                  <a:ext uri="{FF2B5EF4-FFF2-40B4-BE49-F238E27FC236}">
                    <a16:creationId xmlns:a16="http://schemas.microsoft.com/office/drawing/2014/main" id="{E281348E-27ED-413A-9889-99BA0E42BFAF}"/>
                  </a:ext>
                </a:extLst>
              </p14:cNvPr>
              <p14:cNvContentPartPr/>
              <p14:nvPr/>
            </p14:nvContentPartPr>
            <p14:xfrm>
              <a:off x="504909" y="4711585"/>
              <a:ext cx="160920" cy="203400"/>
            </p14:xfrm>
          </p:contentPart>
        </mc:Choice>
        <mc:Fallback xmlns="">
          <p:pic>
            <p:nvPicPr>
              <p:cNvPr id="18" name="Cerneală 17">
                <a:extLst>
                  <a:ext uri="{FF2B5EF4-FFF2-40B4-BE49-F238E27FC236}">
                    <a16:creationId xmlns:a16="http://schemas.microsoft.com/office/drawing/2014/main" id="{E281348E-27ED-413A-9889-99BA0E42BFAF}"/>
                  </a:ext>
                </a:extLst>
              </p:cNvPr>
              <p:cNvPicPr/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487269" y="4675585"/>
                <a:ext cx="196560" cy="275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8">
            <p14:nvContentPartPr>
              <p14:cNvPr id="19" name="Cerneală 18">
                <a:extLst>
                  <a:ext uri="{FF2B5EF4-FFF2-40B4-BE49-F238E27FC236}">
                    <a16:creationId xmlns:a16="http://schemas.microsoft.com/office/drawing/2014/main" id="{CC54A893-CBE3-4F73-838E-24D26A27AE00}"/>
                  </a:ext>
                </a:extLst>
              </p14:cNvPr>
              <p14:cNvContentPartPr/>
              <p14:nvPr/>
            </p14:nvContentPartPr>
            <p14:xfrm>
              <a:off x="249309" y="2216785"/>
              <a:ext cx="188640" cy="238680"/>
            </p14:xfrm>
          </p:contentPart>
        </mc:Choice>
        <mc:Fallback xmlns="">
          <p:pic>
            <p:nvPicPr>
              <p:cNvPr id="19" name="Cerneală 18">
                <a:extLst>
                  <a:ext uri="{FF2B5EF4-FFF2-40B4-BE49-F238E27FC236}">
                    <a16:creationId xmlns:a16="http://schemas.microsoft.com/office/drawing/2014/main" id="{CC54A893-CBE3-4F73-838E-24D26A27AE00}"/>
                  </a:ext>
                </a:extLst>
              </p:cNvPr>
              <p:cNvPicPr/>
              <p:nvPr/>
            </p:nvPicPr>
            <p:blipFill>
              <a:blip r:embed="rId29"/>
              <a:stretch>
                <a:fillRect/>
              </a:stretch>
            </p:blipFill>
            <p:spPr>
              <a:xfrm>
                <a:off x="231309" y="2181145"/>
                <a:ext cx="224280" cy="310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0">
            <p14:nvContentPartPr>
              <p14:cNvPr id="20" name="Cerneală 19">
                <a:extLst>
                  <a:ext uri="{FF2B5EF4-FFF2-40B4-BE49-F238E27FC236}">
                    <a16:creationId xmlns:a16="http://schemas.microsoft.com/office/drawing/2014/main" id="{A0933974-CD43-4AE4-BD97-59EBE81514E3}"/>
                  </a:ext>
                </a:extLst>
              </p14:cNvPr>
              <p14:cNvContentPartPr/>
              <p14:nvPr/>
            </p14:nvContentPartPr>
            <p14:xfrm>
              <a:off x="463509" y="2275465"/>
              <a:ext cx="13680" cy="197280"/>
            </p14:xfrm>
          </p:contentPart>
        </mc:Choice>
        <mc:Fallback xmlns="">
          <p:pic>
            <p:nvPicPr>
              <p:cNvPr id="20" name="Cerneală 19">
                <a:extLst>
                  <a:ext uri="{FF2B5EF4-FFF2-40B4-BE49-F238E27FC236}">
                    <a16:creationId xmlns:a16="http://schemas.microsoft.com/office/drawing/2014/main" id="{A0933974-CD43-4AE4-BD97-59EBE81514E3}"/>
                  </a:ext>
                </a:extLst>
              </p:cNvPr>
              <p:cNvPicPr/>
              <p:nvPr/>
            </p:nvPicPr>
            <p:blipFill>
              <a:blip r:embed="rId31"/>
              <a:stretch>
                <a:fillRect/>
              </a:stretch>
            </p:blipFill>
            <p:spPr>
              <a:xfrm>
                <a:off x="445869" y="2239825"/>
                <a:ext cx="49320" cy="268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2">
            <p14:nvContentPartPr>
              <p14:cNvPr id="21" name="Cerneală 20">
                <a:extLst>
                  <a:ext uri="{FF2B5EF4-FFF2-40B4-BE49-F238E27FC236}">
                    <a16:creationId xmlns:a16="http://schemas.microsoft.com/office/drawing/2014/main" id="{F77C2544-60BA-4FA5-AE37-89F14B21C5DF}"/>
                  </a:ext>
                </a:extLst>
              </p14:cNvPr>
              <p14:cNvContentPartPr/>
              <p14:nvPr/>
            </p14:nvContentPartPr>
            <p14:xfrm>
              <a:off x="462429" y="2280865"/>
              <a:ext cx="208080" cy="186120"/>
            </p14:xfrm>
          </p:contentPart>
        </mc:Choice>
        <mc:Fallback xmlns="">
          <p:pic>
            <p:nvPicPr>
              <p:cNvPr id="21" name="Cerneală 20">
                <a:extLst>
                  <a:ext uri="{FF2B5EF4-FFF2-40B4-BE49-F238E27FC236}">
                    <a16:creationId xmlns:a16="http://schemas.microsoft.com/office/drawing/2014/main" id="{F77C2544-60BA-4FA5-AE37-89F14B21C5DF}"/>
                  </a:ext>
                </a:extLst>
              </p:cNvPr>
              <p:cNvPicPr/>
              <p:nvPr/>
            </p:nvPicPr>
            <p:blipFill>
              <a:blip r:embed="rId33"/>
              <a:stretch>
                <a:fillRect/>
              </a:stretch>
            </p:blipFill>
            <p:spPr>
              <a:xfrm>
                <a:off x="444789" y="2245225"/>
                <a:ext cx="243720" cy="257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4">
            <p14:nvContentPartPr>
              <p14:cNvPr id="22" name="Cerneală 21">
                <a:extLst>
                  <a:ext uri="{FF2B5EF4-FFF2-40B4-BE49-F238E27FC236}">
                    <a16:creationId xmlns:a16="http://schemas.microsoft.com/office/drawing/2014/main" id="{20A8FB45-1068-4EAF-906F-A6F049096563}"/>
                  </a:ext>
                </a:extLst>
              </p14:cNvPr>
              <p14:cNvContentPartPr/>
              <p14:nvPr/>
            </p14:nvContentPartPr>
            <p14:xfrm>
              <a:off x="712629" y="2257825"/>
              <a:ext cx="149760" cy="233280"/>
            </p14:xfrm>
          </p:contentPart>
        </mc:Choice>
        <mc:Fallback xmlns="">
          <p:pic>
            <p:nvPicPr>
              <p:cNvPr id="22" name="Cerneală 21">
                <a:extLst>
                  <a:ext uri="{FF2B5EF4-FFF2-40B4-BE49-F238E27FC236}">
                    <a16:creationId xmlns:a16="http://schemas.microsoft.com/office/drawing/2014/main" id="{20A8FB45-1068-4EAF-906F-A6F049096563}"/>
                  </a:ext>
                </a:extLst>
              </p:cNvPr>
              <p:cNvPicPr/>
              <p:nvPr/>
            </p:nvPicPr>
            <p:blipFill>
              <a:blip r:embed="rId35"/>
              <a:stretch>
                <a:fillRect/>
              </a:stretch>
            </p:blipFill>
            <p:spPr>
              <a:xfrm>
                <a:off x="694989" y="2221825"/>
                <a:ext cx="185400" cy="304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6">
            <p14:nvContentPartPr>
              <p14:cNvPr id="23" name="Cerneală 22">
                <a:extLst>
                  <a:ext uri="{FF2B5EF4-FFF2-40B4-BE49-F238E27FC236}">
                    <a16:creationId xmlns:a16="http://schemas.microsoft.com/office/drawing/2014/main" id="{0F0BCBB9-67A6-4B98-93FA-D8B082C9FD72}"/>
                  </a:ext>
                </a:extLst>
              </p14:cNvPr>
              <p14:cNvContentPartPr/>
              <p14:nvPr/>
            </p14:nvContentPartPr>
            <p14:xfrm>
              <a:off x="724149" y="2341705"/>
              <a:ext cx="167040" cy="30960"/>
            </p14:xfrm>
          </p:contentPart>
        </mc:Choice>
        <mc:Fallback xmlns="">
          <p:pic>
            <p:nvPicPr>
              <p:cNvPr id="23" name="Cerneală 22">
                <a:extLst>
                  <a:ext uri="{FF2B5EF4-FFF2-40B4-BE49-F238E27FC236}">
                    <a16:creationId xmlns:a16="http://schemas.microsoft.com/office/drawing/2014/main" id="{0F0BCBB9-67A6-4B98-93FA-D8B082C9FD72}"/>
                  </a:ext>
                </a:extLst>
              </p:cNvPr>
              <p:cNvPicPr/>
              <p:nvPr/>
            </p:nvPicPr>
            <p:blipFill>
              <a:blip r:embed="rId37"/>
              <a:stretch>
                <a:fillRect/>
              </a:stretch>
            </p:blipFill>
            <p:spPr>
              <a:xfrm>
                <a:off x="706149" y="2305705"/>
                <a:ext cx="202680" cy="10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8">
            <p14:nvContentPartPr>
              <p14:cNvPr id="24" name="Cerneală 23">
                <a:extLst>
                  <a:ext uri="{FF2B5EF4-FFF2-40B4-BE49-F238E27FC236}">
                    <a16:creationId xmlns:a16="http://schemas.microsoft.com/office/drawing/2014/main" id="{EDA604B6-99DA-4B23-BBB2-C945D8B4B0F3}"/>
                  </a:ext>
                </a:extLst>
              </p14:cNvPr>
              <p14:cNvContentPartPr/>
              <p14:nvPr/>
            </p14:nvContentPartPr>
            <p14:xfrm>
              <a:off x="986229" y="2199145"/>
              <a:ext cx="126720" cy="350640"/>
            </p14:xfrm>
          </p:contentPart>
        </mc:Choice>
        <mc:Fallback xmlns="">
          <p:pic>
            <p:nvPicPr>
              <p:cNvPr id="24" name="Cerneală 23">
                <a:extLst>
                  <a:ext uri="{FF2B5EF4-FFF2-40B4-BE49-F238E27FC236}">
                    <a16:creationId xmlns:a16="http://schemas.microsoft.com/office/drawing/2014/main" id="{EDA604B6-99DA-4B23-BBB2-C945D8B4B0F3}"/>
                  </a:ext>
                </a:extLst>
              </p:cNvPr>
              <p:cNvPicPr/>
              <p:nvPr/>
            </p:nvPicPr>
            <p:blipFill>
              <a:blip r:embed="rId39"/>
              <a:stretch>
                <a:fillRect/>
              </a:stretch>
            </p:blipFill>
            <p:spPr>
              <a:xfrm>
                <a:off x="968589" y="2163145"/>
                <a:ext cx="162360" cy="422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0">
            <p14:nvContentPartPr>
              <p14:cNvPr id="25" name="Cerneală 24">
                <a:extLst>
                  <a:ext uri="{FF2B5EF4-FFF2-40B4-BE49-F238E27FC236}">
                    <a16:creationId xmlns:a16="http://schemas.microsoft.com/office/drawing/2014/main" id="{4F352417-2F4D-4AF6-83C8-E7B037F88A37}"/>
                  </a:ext>
                </a:extLst>
              </p14:cNvPr>
              <p14:cNvContentPartPr/>
              <p14:nvPr/>
            </p14:nvContentPartPr>
            <p14:xfrm>
              <a:off x="137349" y="2155585"/>
              <a:ext cx="209520" cy="484200"/>
            </p14:xfrm>
          </p:contentPart>
        </mc:Choice>
        <mc:Fallback xmlns="">
          <p:pic>
            <p:nvPicPr>
              <p:cNvPr id="25" name="Cerneală 24">
                <a:extLst>
                  <a:ext uri="{FF2B5EF4-FFF2-40B4-BE49-F238E27FC236}">
                    <a16:creationId xmlns:a16="http://schemas.microsoft.com/office/drawing/2014/main" id="{4F352417-2F4D-4AF6-83C8-E7B037F88A37}"/>
                  </a:ext>
                </a:extLst>
              </p:cNvPr>
              <p:cNvPicPr/>
              <p:nvPr/>
            </p:nvPicPr>
            <p:blipFill>
              <a:blip r:embed="rId41"/>
              <a:stretch>
                <a:fillRect/>
              </a:stretch>
            </p:blipFill>
            <p:spPr>
              <a:xfrm>
                <a:off x="119709" y="2119945"/>
                <a:ext cx="245160" cy="555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2">
            <p14:nvContentPartPr>
              <p14:cNvPr id="26" name="Cerneală 25">
                <a:extLst>
                  <a:ext uri="{FF2B5EF4-FFF2-40B4-BE49-F238E27FC236}">
                    <a16:creationId xmlns:a16="http://schemas.microsoft.com/office/drawing/2014/main" id="{0C727ECC-DA26-4ED7-8DF0-779581C996C9}"/>
                  </a:ext>
                </a:extLst>
              </p14:cNvPr>
              <p14:cNvContentPartPr/>
              <p14:nvPr/>
            </p14:nvContentPartPr>
            <p14:xfrm>
              <a:off x="379989" y="984505"/>
              <a:ext cx="212400" cy="228240"/>
            </p14:xfrm>
          </p:contentPart>
        </mc:Choice>
        <mc:Fallback xmlns="">
          <p:pic>
            <p:nvPicPr>
              <p:cNvPr id="26" name="Cerneală 25">
                <a:extLst>
                  <a:ext uri="{FF2B5EF4-FFF2-40B4-BE49-F238E27FC236}">
                    <a16:creationId xmlns:a16="http://schemas.microsoft.com/office/drawing/2014/main" id="{0C727ECC-DA26-4ED7-8DF0-779581C996C9}"/>
                  </a:ext>
                </a:extLst>
              </p:cNvPr>
              <p:cNvPicPr/>
              <p:nvPr/>
            </p:nvPicPr>
            <p:blipFill>
              <a:blip r:embed="rId43"/>
              <a:stretch>
                <a:fillRect/>
              </a:stretch>
            </p:blipFill>
            <p:spPr>
              <a:xfrm>
                <a:off x="361989" y="948505"/>
                <a:ext cx="248040" cy="299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4">
            <p14:nvContentPartPr>
              <p14:cNvPr id="27" name="Cerneală 26">
                <a:extLst>
                  <a:ext uri="{FF2B5EF4-FFF2-40B4-BE49-F238E27FC236}">
                    <a16:creationId xmlns:a16="http://schemas.microsoft.com/office/drawing/2014/main" id="{B89C3B76-465D-4BF3-9338-25828C676E68}"/>
                  </a:ext>
                </a:extLst>
              </p14:cNvPr>
              <p14:cNvContentPartPr/>
              <p14:nvPr/>
            </p14:nvContentPartPr>
            <p14:xfrm>
              <a:off x="654309" y="977665"/>
              <a:ext cx="15120" cy="194760"/>
            </p14:xfrm>
          </p:contentPart>
        </mc:Choice>
        <mc:Fallback xmlns="">
          <p:pic>
            <p:nvPicPr>
              <p:cNvPr id="27" name="Cerneală 26">
                <a:extLst>
                  <a:ext uri="{FF2B5EF4-FFF2-40B4-BE49-F238E27FC236}">
                    <a16:creationId xmlns:a16="http://schemas.microsoft.com/office/drawing/2014/main" id="{B89C3B76-465D-4BF3-9338-25828C676E68}"/>
                  </a:ext>
                </a:extLst>
              </p:cNvPr>
              <p:cNvPicPr/>
              <p:nvPr/>
            </p:nvPicPr>
            <p:blipFill>
              <a:blip r:embed="rId45"/>
              <a:stretch>
                <a:fillRect/>
              </a:stretch>
            </p:blipFill>
            <p:spPr>
              <a:xfrm>
                <a:off x="636309" y="941665"/>
                <a:ext cx="50760" cy="266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6">
            <p14:nvContentPartPr>
              <p14:cNvPr id="28" name="Cerneală 27">
                <a:extLst>
                  <a:ext uri="{FF2B5EF4-FFF2-40B4-BE49-F238E27FC236}">
                    <a16:creationId xmlns:a16="http://schemas.microsoft.com/office/drawing/2014/main" id="{2B456BCA-89A7-4C02-B47F-1A84D324D3E5}"/>
                  </a:ext>
                </a:extLst>
              </p14:cNvPr>
              <p14:cNvContentPartPr/>
              <p14:nvPr/>
            </p14:nvContentPartPr>
            <p14:xfrm>
              <a:off x="656829" y="996025"/>
              <a:ext cx="208440" cy="185040"/>
            </p14:xfrm>
          </p:contentPart>
        </mc:Choice>
        <mc:Fallback xmlns="">
          <p:pic>
            <p:nvPicPr>
              <p:cNvPr id="28" name="Cerneală 27">
                <a:extLst>
                  <a:ext uri="{FF2B5EF4-FFF2-40B4-BE49-F238E27FC236}">
                    <a16:creationId xmlns:a16="http://schemas.microsoft.com/office/drawing/2014/main" id="{2B456BCA-89A7-4C02-B47F-1A84D324D3E5}"/>
                  </a:ext>
                </a:extLst>
              </p:cNvPr>
              <p:cNvPicPr/>
              <p:nvPr/>
            </p:nvPicPr>
            <p:blipFill>
              <a:blip r:embed="rId47"/>
              <a:stretch>
                <a:fillRect/>
              </a:stretch>
            </p:blipFill>
            <p:spPr>
              <a:xfrm>
                <a:off x="639189" y="960025"/>
                <a:ext cx="244080" cy="256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8">
            <p14:nvContentPartPr>
              <p14:cNvPr id="29" name="Cerneală 28">
                <a:extLst>
                  <a:ext uri="{FF2B5EF4-FFF2-40B4-BE49-F238E27FC236}">
                    <a16:creationId xmlns:a16="http://schemas.microsoft.com/office/drawing/2014/main" id="{05C89F82-600F-4A81-9119-90F9819AAA24}"/>
                  </a:ext>
                </a:extLst>
              </p14:cNvPr>
              <p14:cNvContentPartPr/>
              <p14:nvPr/>
            </p14:nvContentPartPr>
            <p14:xfrm>
              <a:off x="923949" y="958225"/>
              <a:ext cx="208800" cy="245160"/>
            </p14:xfrm>
          </p:contentPart>
        </mc:Choice>
        <mc:Fallback xmlns="">
          <p:pic>
            <p:nvPicPr>
              <p:cNvPr id="29" name="Cerneală 28">
                <a:extLst>
                  <a:ext uri="{FF2B5EF4-FFF2-40B4-BE49-F238E27FC236}">
                    <a16:creationId xmlns:a16="http://schemas.microsoft.com/office/drawing/2014/main" id="{05C89F82-600F-4A81-9119-90F9819AAA24}"/>
                  </a:ext>
                </a:extLst>
              </p:cNvPr>
              <p:cNvPicPr/>
              <p:nvPr/>
            </p:nvPicPr>
            <p:blipFill>
              <a:blip r:embed="rId49"/>
              <a:stretch>
                <a:fillRect/>
              </a:stretch>
            </p:blipFill>
            <p:spPr>
              <a:xfrm>
                <a:off x="906309" y="922585"/>
                <a:ext cx="244440" cy="316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0">
            <p14:nvContentPartPr>
              <p14:cNvPr id="30" name="Cerneală 29">
                <a:extLst>
                  <a:ext uri="{FF2B5EF4-FFF2-40B4-BE49-F238E27FC236}">
                    <a16:creationId xmlns:a16="http://schemas.microsoft.com/office/drawing/2014/main" id="{05500EB3-C8DC-420F-AF72-63C652D72CFF}"/>
                  </a:ext>
                </a:extLst>
              </p14:cNvPr>
              <p14:cNvContentPartPr/>
              <p14:nvPr/>
            </p14:nvContentPartPr>
            <p14:xfrm>
              <a:off x="631629" y="4279945"/>
              <a:ext cx="1456920" cy="557280"/>
            </p14:xfrm>
          </p:contentPart>
        </mc:Choice>
        <mc:Fallback xmlns="">
          <p:pic>
            <p:nvPicPr>
              <p:cNvPr id="30" name="Cerneală 29">
                <a:extLst>
                  <a:ext uri="{FF2B5EF4-FFF2-40B4-BE49-F238E27FC236}">
                    <a16:creationId xmlns:a16="http://schemas.microsoft.com/office/drawing/2014/main" id="{05500EB3-C8DC-420F-AF72-63C652D72CFF}"/>
                  </a:ext>
                </a:extLst>
              </p:cNvPr>
              <p:cNvPicPr/>
              <p:nvPr/>
            </p:nvPicPr>
            <p:blipFill>
              <a:blip r:embed="rId51"/>
              <a:stretch>
                <a:fillRect/>
              </a:stretch>
            </p:blipFill>
            <p:spPr>
              <a:xfrm>
                <a:off x="613629" y="4244305"/>
                <a:ext cx="1492560" cy="628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2">
            <p14:nvContentPartPr>
              <p14:cNvPr id="31" name="Cerneală 30">
                <a:extLst>
                  <a:ext uri="{FF2B5EF4-FFF2-40B4-BE49-F238E27FC236}">
                    <a16:creationId xmlns:a16="http://schemas.microsoft.com/office/drawing/2014/main" id="{CF3411B7-0FFB-4D4F-9A68-A2BDFC5C3BC7}"/>
                  </a:ext>
                </a:extLst>
              </p14:cNvPr>
              <p14:cNvContentPartPr/>
              <p14:nvPr/>
            </p14:nvContentPartPr>
            <p14:xfrm>
              <a:off x="405549" y="3927505"/>
              <a:ext cx="196200" cy="211320"/>
            </p14:xfrm>
          </p:contentPart>
        </mc:Choice>
        <mc:Fallback xmlns="">
          <p:pic>
            <p:nvPicPr>
              <p:cNvPr id="31" name="Cerneală 30">
                <a:extLst>
                  <a:ext uri="{FF2B5EF4-FFF2-40B4-BE49-F238E27FC236}">
                    <a16:creationId xmlns:a16="http://schemas.microsoft.com/office/drawing/2014/main" id="{CF3411B7-0FFB-4D4F-9A68-A2BDFC5C3BC7}"/>
                  </a:ext>
                </a:extLst>
              </p:cNvPr>
              <p:cNvPicPr/>
              <p:nvPr/>
            </p:nvPicPr>
            <p:blipFill>
              <a:blip r:embed="rId53"/>
              <a:stretch>
                <a:fillRect/>
              </a:stretch>
            </p:blipFill>
            <p:spPr>
              <a:xfrm>
                <a:off x="387909" y="3891865"/>
                <a:ext cx="231840" cy="282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4">
            <p14:nvContentPartPr>
              <p14:cNvPr id="32" name="Cerneală 31">
                <a:extLst>
                  <a:ext uri="{FF2B5EF4-FFF2-40B4-BE49-F238E27FC236}">
                    <a16:creationId xmlns:a16="http://schemas.microsoft.com/office/drawing/2014/main" id="{D524FD40-3126-4B73-AE63-06E07EEEAA29}"/>
                  </a:ext>
                </a:extLst>
              </p14:cNvPr>
              <p14:cNvContentPartPr/>
              <p14:nvPr/>
            </p14:nvContentPartPr>
            <p14:xfrm>
              <a:off x="654309" y="3936505"/>
              <a:ext cx="5400" cy="201600"/>
            </p14:xfrm>
          </p:contentPart>
        </mc:Choice>
        <mc:Fallback xmlns="">
          <p:pic>
            <p:nvPicPr>
              <p:cNvPr id="32" name="Cerneală 31">
                <a:extLst>
                  <a:ext uri="{FF2B5EF4-FFF2-40B4-BE49-F238E27FC236}">
                    <a16:creationId xmlns:a16="http://schemas.microsoft.com/office/drawing/2014/main" id="{D524FD40-3126-4B73-AE63-06E07EEEAA29}"/>
                  </a:ext>
                </a:extLst>
              </p:cNvPr>
              <p:cNvPicPr/>
              <p:nvPr/>
            </p:nvPicPr>
            <p:blipFill>
              <a:blip r:embed="rId55"/>
              <a:stretch>
                <a:fillRect/>
              </a:stretch>
            </p:blipFill>
            <p:spPr>
              <a:xfrm>
                <a:off x="636309" y="3900865"/>
                <a:ext cx="41040" cy="273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6">
            <p14:nvContentPartPr>
              <p14:cNvPr id="33" name="Cerneală 32">
                <a:extLst>
                  <a:ext uri="{FF2B5EF4-FFF2-40B4-BE49-F238E27FC236}">
                    <a16:creationId xmlns:a16="http://schemas.microsoft.com/office/drawing/2014/main" id="{DBE141CA-65F1-4094-9CA5-52FA42AC58E9}"/>
                  </a:ext>
                </a:extLst>
              </p14:cNvPr>
              <p14:cNvContentPartPr/>
              <p14:nvPr/>
            </p14:nvContentPartPr>
            <p14:xfrm>
              <a:off x="681669" y="3926785"/>
              <a:ext cx="185040" cy="181080"/>
            </p14:xfrm>
          </p:contentPart>
        </mc:Choice>
        <mc:Fallback xmlns="">
          <p:pic>
            <p:nvPicPr>
              <p:cNvPr id="33" name="Cerneală 32">
                <a:extLst>
                  <a:ext uri="{FF2B5EF4-FFF2-40B4-BE49-F238E27FC236}">
                    <a16:creationId xmlns:a16="http://schemas.microsoft.com/office/drawing/2014/main" id="{DBE141CA-65F1-4094-9CA5-52FA42AC58E9}"/>
                  </a:ext>
                </a:extLst>
              </p:cNvPr>
              <p:cNvPicPr/>
              <p:nvPr/>
            </p:nvPicPr>
            <p:blipFill>
              <a:blip r:embed="rId57"/>
              <a:stretch>
                <a:fillRect/>
              </a:stretch>
            </p:blipFill>
            <p:spPr>
              <a:xfrm>
                <a:off x="664029" y="3890785"/>
                <a:ext cx="220680" cy="252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8">
            <p14:nvContentPartPr>
              <p14:cNvPr id="34" name="Cerneală 33">
                <a:extLst>
                  <a:ext uri="{FF2B5EF4-FFF2-40B4-BE49-F238E27FC236}">
                    <a16:creationId xmlns:a16="http://schemas.microsoft.com/office/drawing/2014/main" id="{94137580-81D5-4606-894B-7C64BAF511B8}"/>
                  </a:ext>
                </a:extLst>
              </p14:cNvPr>
              <p14:cNvContentPartPr/>
              <p14:nvPr/>
            </p14:nvContentPartPr>
            <p14:xfrm>
              <a:off x="943029" y="3875305"/>
              <a:ext cx="182880" cy="238680"/>
            </p14:xfrm>
          </p:contentPart>
        </mc:Choice>
        <mc:Fallback xmlns="">
          <p:pic>
            <p:nvPicPr>
              <p:cNvPr id="34" name="Cerneală 33">
                <a:extLst>
                  <a:ext uri="{FF2B5EF4-FFF2-40B4-BE49-F238E27FC236}">
                    <a16:creationId xmlns:a16="http://schemas.microsoft.com/office/drawing/2014/main" id="{94137580-81D5-4606-894B-7C64BAF511B8}"/>
                  </a:ext>
                </a:extLst>
              </p:cNvPr>
              <p:cNvPicPr/>
              <p:nvPr/>
            </p:nvPicPr>
            <p:blipFill>
              <a:blip r:embed="rId59"/>
              <a:stretch>
                <a:fillRect/>
              </a:stretch>
            </p:blipFill>
            <p:spPr>
              <a:xfrm>
                <a:off x="925029" y="3839665"/>
                <a:ext cx="218520" cy="310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0">
            <p14:nvContentPartPr>
              <p14:cNvPr id="35" name="Cerneală 34">
                <a:extLst>
                  <a:ext uri="{FF2B5EF4-FFF2-40B4-BE49-F238E27FC236}">
                    <a16:creationId xmlns:a16="http://schemas.microsoft.com/office/drawing/2014/main" id="{A6763AD6-C588-4EEE-9C2B-2407FBF3D1B9}"/>
                  </a:ext>
                </a:extLst>
              </p14:cNvPr>
              <p14:cNvContentPartPr/>
              <p14:nvPr/>
            </p14:nvContentPartPr>
            <p14:xfrm>
              <a:off x="205749" y="5172025"/>
              <a:ext cx="172440" cy="161280"/>
            </p14:xfrm>
          </p:contentPart>
        </mc:Choice>
        <mc:Fallback xmlns="">
          <p:pic>
            <p:nvPicPr>
              <p:cNvPr id="35" name="Cerneală 34">
                <a:extLst>
                  <a:ext uri="{FF2B5EF4-FFF2-40B4-BE49-F238E27FC236}">
                    <a16:creationId xmlns:a16="http://schemas.microsoft.com/office/drawing/2014/main" id="{A6763AD6-C588-4EEE-9C2B-2407FBF3D1B9}"/>
                  </a:ext>
                </a:extLst>
              </p:cNvPr>
              <p:cNvPicPr/>
              <p:nvPr/>
            </p:nvPicPr>
            <p:blipFill>
              <a:blip r:embed="rId61"/>
              <a:stretch>
                <a:fillRect/>
              </a:stretch>
            </p:blipFill>
            <p:spPr>
              <a:xfrm>
                <a:off x="188109" y="5136385"/>
                <a:ext cx="208080" cy="232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2">
            <p14:nvContentPartPr>
              <p14:cNvPr id="36" name="Cerneală 35">
                <a:extLst>
                  <a:ext uri="{FF2B5EF4-FFF2-40B4-BE49-F238E27FC236}">
                    <a16:creationId xmlns:a16="http://schemas.microsoft.com/office/drawing/2014/main" id="{9EAD35C4-9CA1-490F-8664-14D6B88CE886}"/>
                  </a:ext>
                </a:extLst>
              </p14:cNvPr>
              <p14:cNvContentPartPr/>
              <p14:nvPr/>
            </p14:nvContentPartPr>
            <p14:xfrm>
              <a:off x="427869" y="5144305"/>
              <a:ext cx="9000" cy="199080"/>
            </p14:xfrm>
          </p:contentPart>
        </mc:Choice>
        <mc:Fallback xmlns="">
          <p:pic>
            <p:nvPicPr>
              <p:cNvPr id="36" name="Cerneală 35">
                <a:extLst>
                  <a:ext uri="{FF2B5EF4-FFF2-40B4-BE49-F238E27FC236}">
                    <a16:creationId xmlns:a16="http://schemas.microsoft.com/office/drawing/2014/main" id="{9EAD35C4-9CA1-490F-8664-14D6B88CE886}"/>
                  </a:ext>
                </a:extLst>
              </p:cNvPr>
              <p:cNvPicPr/>
              <p:nvPr/>
            </p:nvPicPr>
            <p:blipFill>
              <a:blip r:embed="rId63"/>
              <a:stretch>
                <a:fillRect/>
              </a:stretch>
            </p:blipFill>
            <p:spPr>
              <a:xfrm>
                <a:off x="409869" y="5108665"/>
                <a:ext cx="44640" cy="270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4">
            <p14:nvContentPartPr>
              <p14:cNvPr id="37" name="Cerneală 36">
                <a:extLst>
                  <a:ext uri="{FF2B5EF4-FFF2-40B4-BE49-F238E27FC236}">
                    <a16:creationId xmlns:a16="http://schemas.microsoft.com/office/drawing/2014/main" id="{80A96EF8-9B95-419A-A3C8-3145B92C74CE}"/>
                  </a:ext>
                </a:extLst>
              </p14:cNvPr>
              <p14:cNvContentPartPr/>
              <p14:nvPr/>
            </p14:nvContentPartPr>
            <p14:xfrm>
              <a:off x="438309" y="5168785"/>
              <a:ext cx="194400" cy="169200"/>
            </p14:xfrm>
          </p:contentPart>
        </mc:Choice>
        <mc:Fallback xmlns="">
          <p:pic>
            <p:nvPicPr>
              <p:cNvPr id="37" name="Cerneală 36">
                <a:extLst>
                  <a:ext uri="{FF2B5EF4-FFF2-40B4-BE49-F238E27FC236}">
                    <a16:creationId xmlns:a16="http://schemas.microsoft.com/office/drawing/2014/main" id="{80A96EF8-9B95-419A-A3C8-3145B92C74CE}"/>
                  </a:ext>
                </a:extLst>
              </p:cNvPr>
              <p:cNvPicPr/>
              <p:nvPr/>
            </p:nvPicPr>
            <p:blipFill>
              <a:blip r:embed="rId65"/>
              <a:stretch>
                <a:fillRect/>
              </a:stretch>
            </p:blipFill>
            <p:spPr>
              <a:xfrm>
                <a:off x="420669" y="5132785"/>
                <a:ext cx="230040" cy="240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6">
            <p14:nvContentPartPr>
              <p14:cNvPr id="38" name="Cerneală 37">
                <a:extLst>
                  <a:ext uri="{FF2B5EF4-FFF2-40B4-BE49-F238E27FC236}">
                    <a16:creationId xmlns:a16="http://schemas.microsoft.com/office/drawing/2014/main" id="{4DC8CE89-D6AF-469E-97DF-FAD6189FCF19}"/>
                  </a:ext>
                </a:extLst>
              </p14:cNvPr>
              <p14:cNvContentPartPr/>
              <p14:nvPr/>
            </p14:nvContentPartPr>
            <p14:xfrm>
              <a:off x="660069" y="5194345"/>
              <a:ext cx="119880" cy="223560"/>
            </p14:xfrm>
          </p:contentPart>
        </mc:Choice>
        <mc:Fallback xmlns="">
          <p:pic>
            <p:nvPicPr>
              <p:cNvPr id="38" name="Cerneală 37">
                <a:extLst>
                  <a:ext uri="{FF2B5EF4-FFF2-40B4-BE49-F238E27FC236}">
                    <a16:creationId xmlns:a16="http://schemas.microsoft.com/office/drawing/2014/main" id="{4DC8CE89-D6AF-469E-97DF-FAD6189FCF19}"/>
                  </a:ext>
                </a:extLst>
              </p:cNvPr>
              <p:cNvPicPr/>
              <p:nvPr/>
            </p:nvPicPr>
            <p:blipFill>
              <a:blip r:embed="rId67"/>
              <a:stretch>
                <a:fillRect/>
              </a:stretch>
            </p:blipFill>
            <p:spPr>
              <a:xfrm>
                <a:off x="642429" y="5158705"/>
                <a:ext cx="155520" cy="295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8">
            <p14:nvContentPartPr>
              <p14:cNvPr id="39" name="Cerneală 38">
                <a:extLst>
                  <a:ext uri="{FF2B5EF4-FFF2-40B4-BE49-F238E27FC236}">
                    <a16:creationId xmlns:a16="http://schemas.microsoft.com/office/drawing/2014/main" id="{17B59939-F1DA-41BD-B8A2-C21A82A2E870}"/>
                  </a:ext>
                </a:extLst>
              </p14:cNvPr>
              <p14:cNvContentPartPr/>
              <p14:nvPr/>
            </p14:nvContentPartPr>
            <p14:xfrm>
              <a:off x="688149" y="5309545"/>
              <a:ext cx="86760" cy="22680"/>
            </p14:xfrm>
          </p:contentPart>
        </mc:Choice>
        <mc:Fallback xmlns="">
          <p:pic>
            <p:nvPicPr>
              <p:cNvPr id="39" name="Cerneală 38">
                <a:extLst>
                  <a:ext uri="{FF2B5EF4-FFF2-40B4-BE49-F238E27FC236}">
                    <a16:creationId xmlns:a16="http://schemas.microsoft.com/office/drawing/2014/main" id="{17B59939-F1DA-41BD-B8A2-C21A82A2E870}"/>
                  </a:ext>
                </a:extLst>
              </p:cNvPr>
              <p:cNvPicPr/>
              <p:nvPr/>
            </p:nvPicPr>
            <p:blipFill>
              <a:blip r:embed="rId69"/>
              <a:stretch>
                <a:fillRect/>
              </a:stretch>
            </p:blipFill>
            <p:spPr>
              <a:xfrm>
                <a:off x="670149" y="5273905"/>
                <a:ext cx="122400" cy="94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0">
            <p14:nvContentPartPr>
              <p14:cNvPr id="40" name="Cerneală 39">
                <a:extLst>
                  <a:ext uri="{FF2B5EF4-FFF2-40B4-BE49-F238E27FC236}">
                    <a16:creationId xmlns:a16="http://schemas.microsoft.com/office/drawing/2014/main" id="{BEEF18C9-5276-4317-81F4-615A397441FA}"/>
                  </a:ext>
                </a:extLst>
              </p14:cNvPr>
              <p14:cNvContentPartPr/>
              <p14:nvPr/>
            </p14:nvContentPartPr>
            <p14:xfrm>
              <a:off x="1934469" y="3930745"/>
              <a:ext cx="360" cy="6120"/>
            </p14:xfrm>
          </p:contentPart>
        </mc:Choice>
        <mc:Fallback xmlns="">
          <p:pic>
            <p:nvPicPr>
              <p:cNvPr id="40" name="Cerneală 39">
                <a:extLst>
                  <a:ext uri="{FF2B5EF4-FFF2-40B4-BE49-F238E27FC236}">
                    <a16:creationId xmlns:a16="http://schemas.microsoft.com/office/drawing/2014/main" id="{BEEF18C9-5276-4317-81F4-615A397441FA}"/>
                  </a:ext>
                </a:extLst>
              </p:cNvPr>
              <p:cNvPicPr/>
              <p:nvPr/>
            </p:nvPicPr>
            <p:blipFill>
              <a:blip r:embed="rId71"/>
              <a:stretch>
                <a:fillRect/>
              </a:stretch>
            </p:blipFill>
            <p:spPr>
              <a:xfrm>
                <a:off x="1916469" y="3895105"/>
                <a:ext cx="36000" cy="77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2">
            <p14:nvContentPartPr>
              <p14:cNvPr id="42" name="Cerneală 41">
                <a:extLst>
                  <a:ext uri="{FF2B5EF4-FFF2-40B4-BE49-F238E27FC236}">
                    <a16:creationId xmlns:a16="http://schemas.microsoft.com/office/drawing/2014/main" id="{8B611330-1E77-4094-AF3D-FCFEE9892375}"/>
                  </a:ext>
                </a:extLst>
              </p14:cNvPr>
              <p14:cNvContentPartPr/>
              <p14:nvPr/>
            </p14:nvContentPartPr>
            <p14:xfrm>
              <a:off x="5870349" y="2621785"/>
              <a:ext cx="1299960" cy="777240"/>
            </p14:xfrm>
          </p:contentPart>
        </mc:Choice>
        <mc:Fallback xmlns="">
          <p:pic>
            <p:nvPicPr>
              <p:cNvPr id="42" name="Cerneală 41">
                <a:extLst>
                  <a:ext uri="{FF2B5EF4-FFF2-40B4-BE49-F238E27FC236}">
                    <a16:creationId xmlns:a16="http://schemas.microsoft.com/office/drawing/2014/main" id="{8B611330-1E77-4094-AF3D-FCFEE9892375}"/>
                  </a:ext>
                </a:extLst>
              </p:cNvPr>
              <p:cNvPicPr/>
              <p:nvPr/>
            </p:nvPicPr>
            <p:blipFill>
              <a:blip r:embed="rId73"/>
              <a:stretch>
                <a:fillRect/>
              </a:stretch>
            </p:blipFill>
            <p:spPr>
              <a:xfrm>
                <a:off x="5852709" y="2585785"/>
                <a:ext cx="1335600" cy="848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4">
            <p14:nvContentPartPr>
              <p14:cNvPr id="43" name="Cerneală 42">
                <a:extLst>
                  <a:ext uri="{FF2B5EF4-FFF2-40B4-BE49-F238E27FC236}">
                    <a16:creationId xmlns:a16="http://schemas.microsoft.com/office/drawing/2014/main" id="{A46676B1-06B8-4BC4-AB4B-294FB9D8B562}"/>
                  </a:ext>
                </a:extLst>
              </p14:cNvPr>
              <p14:cNvContentPartPr/>
              <p14:nvPr/>
            </p14:nvContentPartPr>
            <p14:xfrm>
              <a:off x="5794749" y="2883505"/>
              <a:ext cx="236160" cy="169200"/>
            </p14:xfrm>
          </p:contentPart>
        </mc:Choice>
        <mc:Fallback xmlns="">
          <p:pic>
            <p:nvPicPr>
              <p:cNvPr id="43" name="Cerneală 42">
                <a:extLst>
                  <a:ext uri="{FF2B5EF4-FFF2-40B4-BE49-F238E27FC236}">
                    <a16:creationId xmlns:a16="http://schemas.microsoft.com/office/drawing/2014/main" id="{A46676B1-06B8-4BC4-AB4B-294FB9D8B562}"/>
                  </a:ext>
                </a:extLst>
              </p:cNvPr>
              <p:cNvPicPr/>
              <p:nvPr/>
            </p:nvPicPr>
            <p:blipFill>
              <a:blip r:embed="rId75"/>
              <a:stretch>
                <a:fillRect/>
              </a:stretch>
            </p:blipFill>
            <p:spPr>
              <a:xfrm>
                <a:off x="5776749" y="2847865"/>
                <a:ext cx="271800" cy="240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6">
            <p14:nvContentPartPr>
              <p14:cNvPr id="44" name="Cerneală 43">
                <a:extLst>
                  <a:ext uri="{FF2B5EF4-FFF2-40B4-BE49-F238E27FC236}">
                    <a16:creationId xmlns:a16="http://schemas.microsoft.com/office/drawing/2014/main" id="{8AF76A71-1096-45FD-8EE6-D59FF69F98F3}"/>
                  </a:ext>
                </a:extLst>
              </p14:cNvPr>
              <p14:cNvContentPartPr/>
              <p14:nvPr/>
            </p14:nvContentPartPr>
            <p14:xfrm>
              <a:off x="5505309" y="2131825"/>
              <a:ext cx="712080" cy="54000"/>
            </p14:xfrm>
          </p:contentPart>
        </mc:Choice>
        <mc:Fallback xmlns="">
          <p:pic>
            <p:nvPicPr>
              <p:cNvPr id="44" name="Cerneală 43">
                <a:extLst>
                  <a:ext uri="{FF2B5EF4-FFF2-40B4-BE49-F238E27FC236}">
                    <a16:creationId xmlns:a16="http://schemas.microsoft.com/office/drawing/2014/main" id="{8AF76A71-1096-45FD-8EE6-D59FF69F98F3}"/>
                  </a:ext>
                </a:extLst>
              </p:cNvPr>
              <p:cNvPicPr/>
              <p:nvPr/>
            </p:nvPicPr>
            <p:blipFill>
              <a:blip r:embed="rId77"/>
              <a:stretch>
                <a:fillRect/>
              </a:stretch>
            </p:blipFill>
            <p:spPr>
              <a:xfrm>
                <a:off x="5487669" y="2095825"/>
                <a:ext cx="747720" cy="125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8">
            <p14:nvContentPartPr>
              <p14:cNvPr id="45" name="Cerneală 44">
                <a:extLst>
                  <a:ext uri="{FF2B5EF4-FFF2-40B4-BE49-F238E27FC236}">
                    <a16:creationId xmlns:a16="http://schemas.microsoft.com/office/drawing/2014/main" id="{7E51F227-4236-40F8-828E-664477FD47B4}"/>
                  </a:ext>
                </a:extLst>
              </p14:cNvPr>
              <p14:cNvContentPartPr/>
              <p14:nvPr/>
            </p14:nvContentPartPr>
            <p14:xfrm>
              <a:off x="5754069" y="2043265"/>
              <a:ext cx="220680" cy="257040"/>
            </p14:xfrm>
          </p:contentPart>
        </mc:Choice>
        <mc:Fallback xmlns="">
          <p:pic>
            <p:nvPicPr>
              <p:cNvPr id="45" name="Cerneală 44">
                <a:extLst>
                  <a:ext uri="{FF2B5EF4-FFF2-40B4-BE49-F238E27FC236}">
                    <a16:creationId xmlns:a16="http://schemas.microsoft.com/office/drawing/2014/main" id="{7E51F227-4236-40F8-828E-664477FD47B4}"/>
                  </a:ext>
                </a:extLst>
              </p:cNvPr>
              <p:cNvPicPr/>
              <p:nvPr/>
            </p:nvPicPr>
            <p:blipFill>
              <a:blip r:embed="rId79"/>
              <a:stretch>
                <a:fillRect/>
              </a:stretch>
            </p:blipFill>
            <p:spPr>
              <a:xfrm>
                <a:off x="5736429" y="2007625"/>
                <a:ext cx="256320" cy="328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0">
            <p14:nvContentPartPr>
              <p14:cNvPr id="46" name="Cerneală 45">
                <a:extLst>
                  <a:ext uri="{FF2B5EF4-FFF2-40B4-BE49-F238E27FC236}">
                    <a16:creationId xmlns:a16="http://schemas.microsoft.com/office/drawing/2014/main" id="{BE98E78C-EC30-441F-A1FF-81F9051DC144}"/>
                  </a:ext>
                </a:extLst>
              </p14:cNvPr>
              <p14:cNvContentPartPr/>
              <p14:nvPr/>
            </p14:nvContentPartPr>
            <p14:xfrm>
              <a:off x="5871069" y="1549345"/>
              <a:ext cx="5400" cy="273960"/>
            </p14:xfrm>
          </p:contentPart>
        </mc:Choice>
        <mc:Fallback xmlns="">
          <p:pic>
            <p:nvPicPr>
              <p:cNvPr id="46" name="Cerneală 45">
                <a:extLst>
                  <a:ext uri="{FF2B5EF4-FFF2-40B4-BE49-F238E27FC236}">
                    <a16:creationId xmlns:a16="http://schemas.microsoft.com/office/drawing/2014/main" id="{BE98E78C-EC30-441F-A1FF-81F9051DC144}"/>
                  </a:ext>
                </a:extLst>
              </p:cNvPr>
              <p:cNvPicPr/>
              <p:nvPr/>
            </p:nvPicPr>
            <p:blipFill>
              <a:blip r:embed="rId81"/>
              <a:stretch>
                <a:fillRect/>
              </a:stretch>
            </p:blipFill>
            <p:spPr>
              <a:xfrm>
                <a:off x="5853429" y="1513345"/>
                <a:ext cx="41040" cy="345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2">
            <p14:nvContentPartPr>
              <p14:cNvPr id="47" name="Cerneală 46">
                <a:extLst>
                  <a:ext uri="{FF2B5EF4-FFF2-40B4-BE49-F238E27FC236}">
                    <a16:creationId xmlns:a16="http://schemas.microsoft.com/office/drawing/2014/main" id="{2F73F42A-5C43-41A2-91D1-B428FA33FBED}"/>
                  </a:ext>
                </a:extLst>
              </p14:cNvPr>
              <p14:cNvContentPartPr/>
              <p14:nvPr/>
            </p14:nvContentPartPr>
            <p14:xfrm>
              <a:off x="5956389" y="1635745"/>
              <a:ext cx="21240" cy="217440"/>
            </p14:xfrm>
          </p:contentPart>
        </mc:Choice>
        <mc:Fallback xmlns="">
          <p:pic>
            <p:nvPicPr>
              <p:cNvPr id="47" name="Cerneală 46">
                <a:extLst>
                  <a:ext uri="{FF2B5EF4-FFF2-40B4-BE49-F238E27FC236}">
                    <a16:creationId xmlns:a16="http://schemas.microsoft.com/office/drawing/2014/main" id="{2F73F42A-5C43-41A2-91D1-B428FA33FBED}"/>
                  </a:ext>
                </a:extLst>
              </p:cNvPr>
              <p:cNvPicPr/>
              <p:nvPr/>
            </p:nvPicPr>
            <p:blipFill>
              <a:blip r:embed="rId83"/>
              <a:stretch>
                <a:fillRect/>
              </a:stretch>
            </p:blipFill>
            <p:spPr>
              <a:xfrm>
                <a:off x="5938389" y="1600105"/>
                <a:ext cx="56880" cy="289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4">
            <p14:nvContentPartPr>
              <p14:cNvPr id="48" name="Cerneală 47">
                <a:extLst>
                  <a:ext uri="{FF2B5EF4-FFF2-40B4-BE49-F238E27FC236}">
                    <a16:creationId xmlns:a16="http://schemas.microsoft.com/office/drawing/2014/main" id="{625F431F-CF87-4BC8-9238-AD60D4212D3F}"/>
                  </a:ext>
                </a:extLst>
              </p14:cNvPr>
              <p14:cNvContentPartPr/>
              <p14:nvPr/>
            </p14:nvContentPartPr>
            <p14:xfrm>
              <a:off x="5977269" y="1544305"/>
              <a:ext cx="203760" cy="284400"/>
            </p14:xfrm>
          </p:contentPart>
        </mc:Choice>
        <mc:Fallback xmlns="">
          <p:pic>
            <p:nvPicPr>
              <p:cNvPr id="48" name="Cerneală 47">
                <a:extLst>
                  <a:ext uri="{FF2B5EF4-FFF2-40B4-BE49-F238E27FC236}">
                    <a16:creationId xmlns:a16="http://schemas.microsoft.com/office/drawing/2014/main" id="{625F431F-CF87-4BC8-9238-AD60D4212D3F}"/>
                  </a:ext>
                </a:extLst>
              </p:cNvPr>
              <p:cNvPicPr/>
              <p:nvPr/>
            </p:nvPicPr>
            <p:blipFill>
              <a:blip r:embed="rId85"/>
              <a:stretch>
                <a:fillRect/>
              </a:stretch>
            </p:blipFill>
            <p:spPr>
              <a:xfrm>
                <a:off x="5959269" y="1508665"/>
                <a:ext cx="239400" cy="356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6">
            <p14:nvContentPartPr>
              <p14:cNvPr id="49" name="Cerneală 48">
                <a:extLst>
                  <a:ext uri="{FF2B5EF4-FFF2-40B4-BE49-F238E27FC236}">
                    <a16:creationId xmlns:a16="http://schemas.microsoft.com/office/drawing/2014/main" id="{EF41E5A5-F3B5-4D4F-BDBF-A69BC635610C}"/>
                  </a:ext>
                </a:extLst>
              </p14:cNvPr>
              <p14:cNvContentPartPr/>
              <p14:nvPr/>
            </p14:nvContentPartPr>
            <p14:xfrm>
              <a:off x="5861709" y="2589025"/>
              <a:ext cx="1275480" cy="823680"/>
            </p14:xfrm>
          </p:contentPart>
        </mc:Choice>
        <mc:Fallback xmlns="">
          <p:pic>
            <p:nvPicPr>
              <p:cNvPr id="49" name="Cerneală 48">
                <a:extLst>
                  <a:ext uri="{FF2B5EF4-FFF2-40B4-BE49-F238E27FC236}">
                    <a16:creationId xmlns:a16="http://schemas.microsoft.com/office/drawing/2014/main" id="{EF41E5A5-F3B5-4D4F-BDBF-A69BC635610C}"/>
                  </a:ext>
                </a:extLst>
              </p:cNvPr>
              <p:cNvPicPr/>
              <p:nvPr/>
            </p:nvPicPr>
            <p:blipFill>
              <a:blip r:embed="rId87"/>
              <a:stretch>
                <a:fillRect/>
              </a:stretch>
            </p:blipFill>
            <p:spPr>
              <a:xfrm>
                <a:off x="5844069" y="2553025"/>
                <a:ext cx="1311120" cy="895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8">
            <p14:nvContentPartPr>
              <p14:cNvPr id="50" name="Cerneală 49">
                <a:extLst>
                  <a:ext uri="{FF2B5EF4-FFF2-40B4-BE49-F238E27FC236}">
                    <a16:creationId xmlns:a16="http://schemas.microsoft.com/office/drawing/2014/main" id="{182CABE1-2565-4CAF-9190-8868A867B098}"/>
                  </a:ext>
                </a:extLst>
              </p14:cNvPr>
              <p14:cNvContentPartPr/>
              <p14:nvPr/>
            </p14:nvContentPartPr>
            <p14:xfrm>
              <a:off x="5734989" y="2872705"/>
              <a:ext cx="362880" cy="200520"/>
            </p14:xfrm>
          </p:contentPart>
        </mc:Choice>
        <mc:Fallback xmlns="">
          <p:pic>
            <p:nvPicPr>
              <p:cNvPr id="50" name="Cerneală 49">
                <a:extLst>
                  <a:ext uri="{FF2B5EF4-FFF2-40B4-BE49-F238E27FC236}">
                    <a16:creationId xmlns:a16="http://schemas.microsoft.com/office/drawing/2014/main" id="{182CABE1-2565-4CAF-9190-8868A867B098}"/>
                  </a:ext>
                </a:extLst>
              </p:cNvPr>
              <p:cNvPicPr/>
              <p:nvPr/>
            </p:nvPicPr>
            <p:blipFill>
              <a:blip r:embed="rId89"/>
              <a:stretch>
                <a:fillRect/>
              </a:stretch>
            </p:blipFill>
            <p:spPr>
              <a:xfrm>
                <a:off x="5717349" y="2837065"/>
                <a:ext cx="398520" cy="272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0">
            <p14:nvContentPartPr>
              <p14:cNvPr id="60" name="Cerneală 59">
                <a:extLst>
                  <a:ext uri="{FF2B5EF4-FFF2-40B4-BE49-F238E27FC236}">
                    <a16:creationId xmlns:a16="http://schemas.microsoft.com/office/drawing/2014/main" id="{197CA9BE-E9AE-4238-8B0B-FC16FFAD845C}"/>
                  </a:ext>
                </a:extLst>
              </p14:cNvPr>
              <p14:cNvContentPartPr/>
              <p14:nvPr/>
            </p14:nvContentPartPr>
            <p14:xfrm>
              <a:off x="5860989" y="2524225"/>
              <a:ext cx="1242360" cy="903240"/>
            </p14:xfrm>
          </p:contentPart>
        </mc:Choice>
        <mc:Fallback xmlns="">
          <p:pic>
            <p:nvPicPr>
              <p:cNvPr id="60" name="Cerneală 59">
                <a:extLst>
                  <a:ext uri="{FF2B5EF4-FFF2-40B4-BE49-F238E27FC236}">
                    <a16:creationId xmlns:a16="http://schemas.microsoft.com/office/drawing/2014/main" id="{197CA9BE-E9AE-4238-8B0B-FC16FFAD845C}"/>
                  </a:ext>
                </a:extLst>
              </p:cNvPr>
              <p:cNvPicPr/>
              <p:nvPr/>
            </p:nvPicPr>
            <p:blipFill>
              <a:blip r:embed="rId105"/>
              <a:stretch>
                <a:fillRect/>
              </a:stretch>
            </p:blipFill>
            <p:spPr>
              <a:xfrm>
                <a:off x="5843349" y="2488225"/>
                <a:ext cx="1278000" cy="9748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4510751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3">
            <a:extLst>
              <a:ext uri="{FF2B5EF4-FFF2-40B4-BE49-F238E27FC236}">
                <a16:creationId xmlns:a16="http://schemas.microsoft.com/office/drawing/2014/main" id="{5D78FFBE-C0A2-4938-B3CE-75D13B69737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1099" y="868708"/>
            <a:ext cx="10942312" cy="283460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3" name="Cerneală 2">
                <a:extLst>
                  <a:ext uri="{FF2B5EF4-FFF2-40B4-BE49-F238E27FC236}">
                    <a16:creationId xmlns:a16="http://schemas.microsoft.com/office/drawing/2014/main" id="{95AA2247-6C9C-47B5-9E64-66C40777D57B}"/>
                  </a:ext>
                </a:extLst>
              </p14:cNvPr>
              <p14:cNvContentPartPr/>
              <p14:nvPr/>
            </p14:nvContentPartPr>
            <p14:xfrm>
              <a:off x="2102589" y="2921305"/>
              <a:ext cx="521280" cy="1426320"/>
            </p14:xfrm>
          </p:contentPart>
        </mc:Choice>
        <mc:Fallback xmlns="">
          <p:pic>
            <p:nvPicPr>
              <p:cNvPr id="3" name="Cerneală 2">
                <a:extLst>
                  <a:ext uri="{FF2B5EF4-FFF2-40B4-BE49-F238E27FC236}">
                    <a16:creationId xmlns:a16="http://schemas.microsoft.com/office/drawing/2014/main" id="{95AA2247-6C9C-47B5-9E64-66C40777D57B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084949" y="2885305"/>
                <a:ext cx="556920" cy="1497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4" name="Cerneală 3">
                <a:extLst>
                  <a:ext uri="{FF2B5EF4-FFF2-40B4-BE49-F238E27FC236}">
                    <a16:creationId xmlns:a16="http://schemas.microsoft.com/office/drawing/2014/main" id="{93D1F78A-E9C4-4436-9DFD-E66E350D7FE5}"/>
                  </a:ext>
                </a:extLst>
              </p14:cNvPr>
              <p14:cNvContentPartPr/>
              <p14:nvPr/>
            </p14:nvContentPartPr>
            <p14:xfrm>
              <a:off x="2116989" y="2923105"/>
              <a:ext cx="171000" cy="311760"/>
            </p14:xfrm>
          </p:contentPart>
        </mc:Choice>
        <mc:Fallback xmlns="">
          <p:pic>
            <p:nvPicPr>
              <p:cNvPr id="4" name="Cerneală 3">
                <a:extLst>
                  <a:ext uri="{FF2B5EF4-FFF2-40B4-BE49-F238E27FC236}">
                    <a16:creationId xmlns:a16="http://schemas.microsoft.com/office/drawing/2014/main" id="{93D1F78A-E9C4-4436-9DFD-E66E350D7FE5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2099349" y="2887105"/>
                <a:ext cx="206640" cy="383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5" name="Cerneală 4">
                <a:extLst>
                  <a:ext uri="{FF2B5EF4-FFF2-40B4-BE49-F238E27FC236}">
                    <a16:creationId xmlns:a16="http://schemas.microsoft.com/office/drawing/2014/main" id="{B73760D5-592B-4786-9095-7F5DCF434D88}"/>
                  </a:ext>
                </a:extLst>
              </p14:cNvPr>
              <p14:cNvContentPartPr/>
              <p14:nvPr/>
            </p14:nvContentPartPr>
            <p14:xfrm>
              <a:off x="1958589" y="2737345"/>
              <a:ext cx="103680" cy="92520"/>
            </p14:xfrm>
          </p:contentPart>
        </mc:Choice>
        <mc:Fallback xmlns="">
          <p:pic>
            <p:nvPicPr>
              <p:cNvPr id="5" name="Cerneală 4">
                <a:extLst>
                  <a:ext uri="{FF2B5EF4-FFF2-40B4-BE49-F238E27FC236}">
                    <a16:creationId xmlns:a16="http://schemas.microsoft.com/office/drawing/2014/main" id="{B73760D5-592B-4786-9095-7F5DCF434D88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1940949" y="2701705"/>
                <a:ext cx="139320" cy="164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6" name="Cerneală 5">
                <a:extLst>
                  <a:ext uri="{FF2B5EF4-FFF2-40B4-BE49-F238E27FC236}">
                    <a16:creationId xmlns:a16="http://schemas.microsoft.com/office/drawing/2014/main" id="{F84B078A-8C11-4175-8E00-54505A053908}"/>
                  </a:ext>
                </a:extLst>
              </p14:cNvPr>
              <p14:cNvContentPartPr/>
              <p14:nvPr/>
            </p14:nvContentPartPr>
            <p14:xfrm>
              <a:off x="2744829" y="4360585"/>
              <a:ext cx="269280" cy="260640"/>
            </p14:xfrm>
          </p:contentPart>
        </mc:Choice>
        <mc:Fallback xmlns="">
          <p:pic>
            <p:nvPicPr>
              <p:cNvPr id="6" name="Cerneală 5">
                <a:extLst>
                  <a:ext uri="{FF2B5EF4-FFF2-40B4-BE49-F238E27FC236}">
                    <a16:creationId xmlns:a16="http://schemas.microsoft.com/office/drawing/2014/main" id="{F84B078A-8C11-4175-8E00-54505A053908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2726829" y="4324945"/>
                <a:ext cx="304920" cy="332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7" name="Cerneală 6">
                <a:extLst>
                  <a:ext uri="{FF2B5EF4-FFF2-40B4-BE49-F238E27FC236}">
                    <a16:creationId xmlns:a16="http://schemas.microsoft.com/office/drawing/2014/main" id="{8C3B1B86-FD53-4369-9DB9-9375E39C8040}"/>
                  </a:ext>
                </a:extLst>
              </p14:cNvPr>
              <p14:cNvContentPartPr/>
              <p14:nvPr/>
            </p14:nvContentPartPr>
            <p14:xfrm>
              <a:off x="3092229" y="4386145"/>
              <a:ext cx="240480" cy="245160"/>
            </p14:xfrm>
          </p:contentPart>
        </mc:Choice>
        <mc:Fallback xmlns="">
          <p:pic>
            <p:nvPicPr>
              <p:cNvPr id="7" name="Cerneală 6">
                <a:extLst>
                  <a:ext uri="{FF2B5EF4-FFF2-40B4-BE49-F238E27FC236}">
                    <a16:creationId xmlns:a16="http://schemas.microsoft.com/office/drawing/2014/main" id="{8C3B1B86-FD53-4369-9DB9-9375E39C8040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3074589" y="4350505"/>
                <a:ext cx="276120" cy="316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">
            <p14:nvContentPartPr>
              <p14:cNvPr id="8" name="Cerneală 7">
                <a:extLst>
                  <a:ext uri="{FF2B5EF4-FFF2-40B4-BE49-F238E27FC236}">
                    <a16:creationId xmlns:a16="http://schemas.microsoft.com/office/drawing/2014/main" id="{1F2127A8-52A8-4D29-8524-81616901B301}"/>
                  </a:ext>
                </a:extLst>
              </p14:cNvPr>
              <p14:cNvContentPartPr/>
              <p14:nvPr/>
            </p14:nvContentPartPr>
            <p14:xfrm>
              <a:off x="2752389" y="4172665"/>
              <a:ext cx="605520" cy="42480"/>
            </p14:xfrm>
          </p:contentPart>
        </mc:Choice>
        <mc:Fallback xmlns="">
          <p:pic>
            <p:nvPicPr>
              <p:cNvPr id="8" name="Cerneală 7">
                <a:extLst>
                  <a:ext uri="{FF2B5EF4-FFF2-40B4-BE49-F238E27FC236}">
                    <a16:creationId xmlns:a16="http://schemas.microsoft.com/office/drawing/2014/main" id="{1F2127A8-52A8-4D29-8524-81616901B301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2734749" y="4136665"/>
                <a:ext cx="641160" cy="114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">
            <p14:nvContentPartPr>
              <p14:cNvPr id="9" name="Cerneală 8">
                <a:extLst>
                  <a:ext uri="{FF2B5EF4-FFF2-40B4-BE49-F238E27FC236}">
                    <a16:creationId xmlns:a16="http://schemas.microsoft.com/office/drawing/2014/main" id="{0643CF44-950E-4717-9EA7-CB2D2C6329E1}"/>
                  </a:ext>
                </a:extLst>
              </p14:cNvPr>
              <p14:cNvContentPartPr/>
              <p14:nvPr/>
            </p14:nvContentPartPr>
            <p14:xfrm>
              <a:off x="729909" y="2569225"/>
              <a:ext cx="1282680" cy="1190520"/>
            </p14:xfrm>
          </p:contentPart>
        </mc:Choice>
        <mc:Fallback xmlns="">
          <p:pic>
            <p:nvPicPr>
              <p:cNvPr id="9" name="Cerneală 8">
                <a:extLst>
                  <a:ext uri="{FF2B5EF4-FFF2-40B4-BE49-F238E27FC236}">
                    <a16:creationId xmlns:a16="http://schemas.microsoft.com/office/drawing/2014/main" id="{0643CF44-950E-4717-9EA7-CB2D2C6329E1}"/>
                  </a:ext>
                </a:extLst>
              </p:cNvPr>
              <p:cNvPicPr/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711909" y="2533225"/>
                <a:ext cx="1318320" cy="1262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">
            <p14:nvContentPartPr>
              <p14:cNvPr id="10" name="Cerneală 9">
                <a:extLst>
                  <a:ext uri="{FF2B5EF4-FFF2-40B4-BE49-F238E27FC236}">
                    <a16:creationId xmlns:a16="http://schemas.microsoft.com/office/drawing/2014/main" id="{10F28CA8-BBD3-4347-A39C-41AEFB06FEF6}"/>
                  </a:ext>
                </a:extLst>
              </p14:cNvPr>
              <p14:cNvContentPartPr/>
              <p14:nvPr/>
            </p14:nvContentPartPr>
            <p14:xfrm>
              <a:off x="7301349" y="4499545"/>
              <a:ext cx="2950920" cy="819360"/>
            </p14:xfrm>
          </p:contentPart>
        </mc:Choice>
        <mc:Fallback xmlns="">
          <p:pic>
            <p:nvPicPr>
              <p:cNvPr id="10" name="Cerneală 9">
                <a:extLst>
                  <a:ext uri="{FF2B5EF4-FFF2-40B4-BE49-F238E27FC236}">
                    <a16:creationId xmlns:a16="http://schemas.microsoft.com/office/drawing/2014/main" id="{10F28CA8-BBD3-4347-A39C-41AEFB06FEF6}"/>
                  </a:ext>
                </a:extLst>
              </p:cNvPr>
              <p:cNvPicPr/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7283709" y="4463905"/>
                <a:ext cx="2986560" cy="891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">
            <p14:nvContentPartPr>
              <p14:cNvPr id="11" name="Cerneală 10">
                <a:extLst>
                  <a:ext uri="{FF2B5EF4-FFF2-40B4-BE49-F238E27FC236}">
                    <a16:creationId xmlns:a16="http://schemas.microsoft.com/office/drawing/2014/main" id="{3AD299AE-55A8-467F-AB5C-E6BEAC2C024F}"/>
                  </a:ext>
                </a:extLst>
              </p14:cNvPr>
              <p14:cNvContentPartPr/>
              <p14:nvPr/>
            </p14:nvContentPartPr>
            <p14:xfrm>
              <a:off x="7249869" y="4171585"/>
              <a:ext cx="2938680" cy="964080"/>
            </p14:xfrm>
          </p:contentPart>
        </mc:Choice>
        <mc:Fallback xmlns="">
          <p:pic>
            <p:nvPicPr>
              <p:cNvPr id="11" name="Cerneală 10">
                <a:extLst>
                  <a:ext uri="{FF2B5EF4-FFF2-40B4-BE49-F238E27FC236}">
                    <a16:creationId xmlns:a16="http://schemas.microsoft.com/office/drawing/2014/main" id="{3AD299AE-55A8-467F-AB5C-E6BEAC2C024F}"/>
                  </a:ext>
                </a:extLst>
              </p:cNvPr>
              <p:cNvPicPr/>
              <p:nvPr/>
            </p:nvPicPr>
            <p:blipFill>
              <a:blip r:embed="rId20"/>
              <a:stretch>
                <a:fillRect/>
              </a:stretch>
            </p:blipFill>
            <p:spPr>
              <a:xfrm>
                <a:off x="7232229" y="4135945"/>
                <a:ext cx="2974320" cy="1035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">
            <p14:nvContentPartPr>
              <p14:cNvPr id="12" name="Cerneală 11">
                <a:extLst>
                  <a:ext uri="{FF2B5EF4-FFF2-40B4-BE49-F238E27FC236}">
                    <a16:creationId xmlns:a16="http://schemas.microsoft.com/office/drawing/2014/main" id="{7D97C665-7756-42AC-ABF9-F223B45A82E5}"/>
                  </a:ext>
                </a:extLst>
              </p14:cNvPr>
              <p14:cNvContentPartPr/>
              <p14:nvPr/>
            </p14:nvContentPartPr>
            <p14:xfrm>
              <a:off x="8364069" y="4576585"/>
              <a:ext cx="218880" cy="229680"/>
            </p14:xfrm>
          </p:contentPart>
        </mc:Choice>
        <mc:Fallback xmlns="">
          <p:pic>
            <p:nvPicPr>
              <p:cNvPr id="12" name="Cerneală 11">
                <a:extLst>
                  <a:ext uri="{FF2B5EF4-FFF2-40B4-BE49-F238E27FC236}">
                    <a16:creationId xmlns:a16="http://schemas.microsoft.com/office/drawing/2014/main" id="{7D97C665-7756-42AC-ABF9-F223B45A82E5}"/>
                  </a:ext>
                </a:extLst>
              </p:cNvPr>
              <p:cNvPicPr/>
              <p:nvPr/>
            </p:nvPicPr>
            <p:blipFill>
              <a:blip r:embed="rId22"/>
              <a:stretch>
                <a:fillRect/>
              </a:stretch>
            </p:blipFill>
            <p:spPr>
              <a:xfrm>
                <a:off x="8346429" y="4540585"/>
                <a:ext cx="254520" cy="301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3">
            <p14:nvContentPartPr>
              <p14:cNvPr id="13" name="Cerneală 12">
                <a:extLst>
                  <a:ext uri="{FF2B5EF4-FFF2-40B4-BE49-F238E27FC236}">
                    <a16:creationId xmlns:a16="http://schemas.microsoft.com/office/drawing/2014/main" id="{0FD6C8F0-1DA2-40CC-BB8F-83C48A7DADB9}"/>
                  </a:ext>
                </a:extLst>
              </p14:cNvPr>
              <p14:cNvContentPartPr/>
              <p14:nvPr/>
            </p14:nvContentPartPr>
            <p14:xfrm>
              <a:off x="8515269" y="4696825"/>
              <a:ext cx="41400" cy="296280"/>
            </p14:xfrm>
          </p:contentPart>
        </mc:Choice>
        <mc:Fallback xmlns="">
          <p:pic>
            <p:nvPicPr>
              <p:cNvPr id="13" name="Cerneală 12">
                <a:extLst>
                  <a:ext uri="{FF2B5EF4-FFF2-40B4-BE49-F238E27FC236}">
                    <a16:creationId xmlns:a16="http://schemas.microsoft.com/office/drawing/2014/main" id="{0FD6C8F0-1DA2-40CC-BB8F-83C48A7DADB9}"/>
                  </a:ext>
                </a:extLst>
              </p:cNvPr>
              <p:cNvPicPr/>
              <p:nvPr/>
            </p:nvPicPr>
            <p:blipFill>
              <a:blip r:embed="rId24"/>
              <a:stretch>
                <a:fillRect/>
              </a:stretch>
            </p:blipFill>
            <p:spPr>
              <a:xfrm>
                <a:off x="8497629" y="4661185"/>
                <a:ext cx="77040" cy="367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5">
            <p14:nvContentPartPr>
              <p14:cNvPr id="14" name="Cerneală 13">
                <a:extLst>
                  <a:ext uri="{FF2B5EF4-FFF2-40B4-BE49-F238E27FC236}">
                    <a16:creationId xmlns:a16="http://schemas.microsoft.com/office/drawing/2014/main" id="{964A7A1E-DA09-4422-914F-E8794AED0854}"/>
                  </a:ext>
                </a:extLst>
              </p14:cNvPr>
              <p14:cNvContentPartPr/>
              <p14:nvPr/>
            </p14:nvContentPartPr>
            <p14:xfrm>
              <a:off x="8759709" y="4523665"/>
              <a:ext cx="307800" cy="366120"/>
            </p14:xfrm>
          </p:contentPart>
        </mc:Choice>
        <mc:Fallback xmlns="">
          <p:pic>
            <p:nvPicPr>
              <p:cNvPr id="14" name="Cerneală 13">
                <a:extLst>
                  <a:ext uri="{FF2B5EF4-FFF2-40B4-BE49-F238E27FC236}">
                    <a16:creationId xmlns:a16="http://schemas.microsoft.com/office/drawing/2014/main" id="{964A7A1E-DA09-4422-914F-E8794AED0854}"/>
                  </a:ext>
                </a:extLst>
              </p:cNvPr>
              <p:cNvPicPr/>
              <p:nvPr/>
            </p:nvPicPr>
            <p:blipFill>
              <a:blip r:embed="rId26"/>
              <a:stretch>
                <a:fillRect/>
              </a:stretch>
            </p:blipFill>
            <p:spPr>
              <a:xfrm>
                <a:off x="8742069" y="4488025"/>
                <a:ext cx="343440" cy="437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7">
            <p14:nvContentPartPr>
              <p14:cNvPr id="15" name="Cerneală 14">
                <a:extLst>
                  <a:ext uri="{FF2B5EF4-FFF2-40B4-BE49-F238E27FC236}">
                    <a16:creationId xmlns:a16="http://schemas.microsoft.com/office/drawing/2014/main" id="{8312C3E9-D418-4134-B363-7B982A2F648C}"/>
                  </a:ext>
                </a:extLst>
              </p14:cNvPr>
              <p14:cNvContentPartPr/>
              <p14:nvPr/>
            </p14:nvContentPartPr>
            <p14:xfrm>
              <a:off x="9004149" y="4658305"/>
              <a:ext cx="360" cy="360"/>
            </p14:xfrm>
          </p:contentPart>
        </mc:Choice>
        <mc:Fallback xmlns="">
          <p:pic>
            <p:nvPicPr>
              <p:cNvPr id="15" name="Cerneală 14">
                <a:extLst>
                  <a:ext uri="{FF2B5EF4-FFF2-40B4-BE49-F238E27FC236}">
                    <a16:creationId xmlns:a16="http://schemas.microsoft.com/office/drawing/2014/main" id="{8312C3E9-D418-4134-B363-7B982A2F648C}"/>
                  </a:ext>
                </a:extLst>
              </p:cNvPr>
              <p:cNvPicPr/>
              <p:nvPr/>
            </p:nvPicPr>
            <p:blipFill>
              <a:blip r:embed="rId28"/>
              <a:stretch>
                <a:fillRect/>
              </a:stretch>
            </p:blipFill>
            <p:spPr>
              <a:xfrm>
                <a:off x="8986509" y="4622305"/>
                <a:ext cx="36000" cy="72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9">
            <p14:nvContentPartPr>
              <p14:cNvPr id="16" name="Cerneală 15">
                <a:extLst>
                  <a:ext uri="{FF2B5EF4-FFF2-40B4-BE49-F238E27FC236}">
                    <a16:creationId xmlns:a16="http://schemas.microsoft.com/office/drawing/2014/main" id="{1146338C-A8EC-4787-BAC3-732D6D5DE8C4}"/>
                  </a:ext>
                </a:extLst>
              </p14:cNvPr>
              <p14:cNvContentPartPr/>
              <p14:nvPr/>
            </p14:nvContentPartPr>
            <p14:xfrm>
              <a:off x="9154989" y="4503145"/>
              <a:ext cx="241200" cy="396360"/>
            </p14:xfrm>
          </p:contentPart>
        </mc:Choice>
        <mc:Fallback xmlns="">
          <p:pic>
            <p:nvPicPr>
              <p:cNvPr id="16" name="Cerneală 15">
                <a:extLst>
                  <a:ext uri="{FF2B5EF4-FFF2-40B4-BE49-F238E27FC236}">
                    <a16:creationId xmlns:a16="http://schemas.microsoft.com/office/drawing/2014/main" id="{1146338C-A8EC-4787-BAC3-732D6D5DE8C4}"/>
                  </a:ext>
                </a:extLst>
              </p:cNvPr>
              <p:cNvPicPr/>
              <p:nvPr/>
            </p:nvPicPr>
            <p:blipFill>
              <a:blip r:embed="rId30"/>
              <a:stretch>
                <a:fillRect/>
              </a:stretch>
            </p:blipFill>
            <p:spPr>
              <a:xfrm>
                <a:off x="9136989" y="4467145"/>
                <a:ext cx="276840" cy="46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1">
            <p14:nvContentPartPr>
              <p14:cNvPr id="17" name="Cerneală 16">
                <a:extLst>
                  <a:ext uri="{FF2B5EF4-FFF2-40B4-BE49-F238E27FC236}">
                    <a16:creationId xmlns:a16="http://schemas.microsoft.com/office/drawing/2014/main" id="{A31F8EF5-DDE7-46C2-A459-7251CCDA8DD3}"/>
                  </a:ext>
                </a:extLst>
              </p14:cNvPr>
              <p14:cNvContentPartPr/>
              <p14:nvPr/>
            </p14:nvContentPartPr>
            <p14:xfrm>
              <a:off x="9405189" y="4714825"/>
              <a:ext cx="70920" cy="30240"/>
            </p14:xfrm>
          </p:contentPart>
        </mc:Choice>
        <mc:Fallback xmlns="">
          <p:pic>
            <p:nvPicPr>
              <p:cNvPr id="17" name="Cerneală 16">
                <a:extLst>
                  <a:ext uri="{FF2B5EF4-FFF2-40B4-BE49-F238E27FC236}">
                    <a16:creationId xmlns:a16="http://schemas.microsoft.com/office/drawing/2014/main" id="{A31F8EF5-DDE7-46C2-A459-7251CCDA8DD3}"/>
                  </a:ext>
                </a:extLst>
              </p:cNvPr>
              <p:cNvPicPr/>
              <p:nvPr/>
            </p:nvPicPr>
            <p:blipFill>
              <a:blip r:embed="rId32"/>
              <a:stretch>
                <a:fillRect/>
              </a:stretch>
            </p:blipFill>
            <p:spPr>
              <a:xfrm>
                <a:off x="9387189" y="4679185"/>
                <a:ext cx="106560" cy="101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3">
            <p14:nvContentPartPr>
              <p14:cNvPr id="18" name="Cerneală 17">
                <a:extLst>
                  <a:ext uri="{FF2B5EF4-FFF2-40B4-BE49-F238E27FC236}">
                    <a16:creationId xmlns:a16="http://schemas.microsoft.com/office/drawing/2014/main" id="{30E44CBA-A431-4228-B5D8-DE65875DC141}"/>
                  </a:ext>
                </a:extLst>
              </p14:cNvPr>
              <p14:cNvContentPartPr/>
              <p14:nvPr/>
            </p14:nvContentPartPr>
            <p14:xfrm>
              <a:off x="9143469" y="4578025"/>
              <a:ext cx="221760" cy="32400"/>
            </p14:xfrm>
          </p:contentPart>
        </mc:Choice>
        <mc:Fallback xmlns="">
          <p:pic>
            <p:nvPicPr>
              <p:cNvPr id="18" name="Cerneală 17">
                <a:extLst>
                  <a:ext uri="{FF2B5EF4-FFF2-40B4-BE49-F238E27FC236}">
                    <a16:creationId xmlns:a16="http://schemas.microsoft.com/office/drawing/2014/main" id="{30E44CBA-A431-4228-B5D8-DE65875DC141}"/>
                  </a:ext>
                </a:extLst>
              </p:cNvPr>
              <p:cNvPicPr/>
              <p:nvPr/>
            </p:nvPicPr>
            <p:blipFill>
              <a:blip r:embed="rId34"/>
              <a:stretch>
                <a:fillRect/>
              </a:stretch>
            </p:blipFill>
            <p:spPr>
              <a:xfrm>
                <a:off x="9125829" y="4542385"/>
                <a:ext cx="257400" cy="104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5">
            <p14:nvContentPartPr>
              <p14:cNvPr id="19" name="Cerneală 18">
                <a:extLst>
                  <a:ext uri="{FF2B5EF4-FFF2-40B4-BE49-F238E27FC236}">
                    <a16:creationId xmlns:a16="http://schemas.microsoft.com/office/drawing/2014/main" id="{A65DBEDF-0B56-4B83-9CF5-EFCE63A77FAE}"/>
                  </a:ext>
                </a:extLst>
              </p14:cNvPr>
              <p14:cNvContentPartPr/>
              <p14:nvPr/>
            </p14:nvContentPartPr>
            <p14:xfrm>
              <a:off x="9625509" y="4006705"/>
              <a:ext cx="144000" cy="204480"/>
            </p14:xfrm>
          </p:contentPart>
        </mc:Choice>
        <mc:Fallback xmlns="">
          <p:pic>
            <p:nvPicPr>
              <p:cNvPr id="19" name="Cerneală 18">
                <a:extLst>
                  <a:ext uri="{FF2B5EF4-FFF2-40B4-BE49-F238E27FC236}">
                    <a16:creationId xmlns:a16="http://schemas.microsoft.com/office/drawing/2014/main" id="{A65DBEDF-0B56-4B83-9CF5-EFCE63A77FAE}"/>
                  </a:ext>
                </a:extLst>
              </p:cNvPr>
              <p:cNvPicPr/>
              <p:nvPr/>
            </p:nvPicPr>
            <p:blipFill>
              <a:blip r:embed="rId36"/>
              <a:stretch>
                <a:fillRect/>
              </a:stretch>
            </p:blipFill>
            <p:spPr>
              <a:xfrm>
                <a:off x="9607869" y="3970705"/>
                <a:ext cx="179640" cy="276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7">
            <p14:nvContentPartPr>
              <p14:cNvPr id="20" name="Cerneală 19">
                <a:extLst>
                  <a:ext uri="{FF2B5EF4-FFF2-40B4-BE49-F238E27FC236}">
                    <a16:creationId xmlns:a16="http://schemas.microsoft.com/office/drawing/2014/main" id="{8DD9E4D4-8658-46D6-A757-5D6B2DF8DB00}"/>
                  </a:ext>
                </a:extLst>
              </p14:cNvPr>
              <p14:cNvContentPartPr/>
              <p14:nvPr/>
            </p14:nvContentPartPr>
            <p14:xfrm>
              <a:off x="9718749" y="3876385"/>
              <a:ext cx="1090440" cy="171360"/>
            </p14:xfrm>
          </p:contentPart>
        </mc:Choice>
        <mc:Fallback xmlns="">
          <p:pic>
            <p:nvPicPr>
              <p:cNvPr id="20" name="Cerneală 19">
                <a:extLst>
                  <a:ext uri="{FF2B5EF4-FFF2-40B4-BE49-F238E27FC236}">
                    <a16:creationId xmlns:a16="http://schemas.microsoft.com/office/drawing/2014/main" id="{8DD9E4D4-8658-46D6-A757-5D6B2DF8DB00}"/>
                  </a:ext>
                </a:extLst>
              </p:cNvPr>
              <p:cNvPicPr/>
              <p:nvPr/>
            </p:nvPicPr>
            <p:blipFill>
              <a:blip r:embed="rId38"/>
              <a:stretch>
                <a:fillRect/>
              </a:stretch>
            </p:blipFill>
            <p:spPr>
              <a:xfrm>
                <a:off x="9700749" y="3840385"/>
                <a:ext cx="1126080" cy="243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9">
            <p14:nvContentPartPr>
              <p14:cNvPr id="21" name="Cerneală 20">
                <a:extLst>
                  <a:ext uri="{FF2B5EF4-FFF2-40B4-BE49-F238E27FC236}">
                    <a16:creationId xmlns:a16="http://schemas.microsoft.com/office/drawing/2014/main" id="{95BA5BBF-D082-4C8A-B35C-5574B634CE12}"/>
                  </a:ext>
                </a:extLst>
              </p14:cNvPr>
              <p14:cNvContentPartPr/>
              <p14:nvPr/>
            </p14:nvContentPartPr>
            <p14:xfrm>
              <a:off x="9546669" y="4423945"/>
              <a:ext cx="166320" cy="178920"/>
            </p14:xfrm>
          </p:contentPart>
        </mc:Choice>
        <mc:Fallback xmlns="">
          <p:pic>
            <p:nvPicPr>
              <p:cNvPr id="21" name="Cerneală 20">
                <a:extLst>
                  <a:ext uri="{FF2B5EF4-FFF2-40B4-BE49-F238E27FC236}">
                    <a16:creationId xmlns:a16="http://schemas.microsoft.com/office/drawing/2014/main" id="{95BA5BBF-D082-4C8A-B35C-5574B634CE12}"/>
                  </a:ext>
                </a:extLst>
              </p:cNvPr>
              <p:cNvPicPr/>
              <p:nvPr/>
            </p:nvPicPr>
            <p:blipFill>
              <a:blip r:embed="rId40"/>
              <a:stretch>
                <a:fillRect/>
              </a:stretch>
            </p:blipFill>
            <p:spPr>
              <a:xfrm>
                <a:off x="9529029" y="4387945"/>
                <a:ext cx="201960" cy="250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1">
            <p14:nvContentPartPr>
              <p14:cNvPr id="22" name="Cerneală 21">
                <a:extLst>
                  <a:ext uri="{FF2B5EF4-FFF2-40B4-BE49-F238E27FC236}">
                    <a16:creationId xmlns:a16="http://schemas.microsoft.com/office/drawing/2014/main" id="{50EF0E40-80A2-44A9-921D-AAE30D3CE3F0}"/>
                  </a:ext>
                </a:extLst>
              </p14:cNvPr>
              <p14:cNvContentPartPr/>
              <p14:nvPr/>
            </p14:nvContentPartPr>
            <p14:xfrm>
              <a:off x="9768429" y="4441585"/>
              <a:ext cx="130320" cy="179640"/>
            </p14:xfrm>
          </p:contentPart>
        </mc:Choice>
        <mc:Fallback xmlns="">
          <p:pic>
            <p:nvPicPr>
              <p:cNvPr id="22" name="Cerneală 21">
                <a:extLst>
                  <a:ext uri="{FF2B5EF4-FFF2-40B4-BE49-F238E27FC236}">
                    <a16:creationId xmlns:a16="http://schemas.microsoft.com/office/drawing/2014/main" id="{50EF0E40-80A2-44A9-921D-AAE30D3CE3F0}"/>
                  </a:ext>
                </a:extLst>
              </p:cNvPr>
              <p:cNvPicPr/>
              <p:nvPr/>
            </p:nvPicPr>
            <p:blipFill>
              <a:blip r:embed="rId42"/>
              <a:stretch>
                <a:fillRect/>
              </a:stretch>
            </p:blipFill>
            <p:spPr>
              <a:xfrm>
                <a:off x="9750789" y="4405585"/>
                <a:ext cx="165960" cy="251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3">
            <p14:nvContentPartPr>
              <p14:cNvPr id="23" name="Cerneală 22">
                <a:extLst>
                  <a:ext uri="{FF2B5EF4-FFF2-40B4-BE49-F238E27FC236}">
                    <a16:creationId xmlns:a16="http://schemas.microsoft.com/office/drawing/2014/main" id="{AA3AC46A-0F95-46C8-BF64-63BFAB67EAC9}"/>
                  </a:ext>
                </a:extLst>
              </p14:cNvPr>
              <p14:cNvContentPartPr/>
              <p14:nvPr/>
            </p14:nvContentPartPr>
            <p14:xfrm>
              <a:off x="9471069" y="4327105"/>
              <a:ext cx="402480" cy="9000"/>
            </p14:xfrm>
          </p:contentPart>
        </mc:Choice>
        <mc:Fallback xmlns="">
          <p:pic>
            <p:nvPicPr>
              <p:cNvPr id="23" name="Cerneală 22">
                <a:extLst>
                  <a:ext uri="{FF2B5EF4-FFF2-40B4-BE49-F238E27FC236}">
                    <a16:creationId xmlns:a16="http://schemas.microsoft.com/office/drawing/2014/main" id="{AA3AC46A-0F95-46C8-BF64-63BFAB67EAC9}"/>
                  </a:ext>
                </a:extLst>
              </p:cNvPr>
              <p:cNvPicPr/>
              <p:nvPr/>
            </p:nvPicPr>
            <p:blipFill>
              <a:blip r:embed="rId44"/>
              <a:stretch>
                <a:fillRect/>
              </a:stretch>
            </p:blipFill>
            <p:spPr>
              <a:xfrm>
                <a:off x="9453069" y="4291465"/>
                <a:ext cx="438120" cy="80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5">
            <p14:nvContentPartPr>
              <p14:cNvPr id="24" name="Cerneală 23">
                <a:extLst>
                  <a:ext uri="{FF2B5EF4-FFF2-40B4-BE49-F238E27FC236}">
                    <a16:creationId xmlns:a16="http://schemas.microsoft.com/office/drawing/2014/main" id="{01B982EF-A822-435A-BC0A-A90440B67AB9}"/>
                  </a:ext>
                </a:extLst>
              </p14:cNvPr>
              <p14:cNvContentPartPr/>
              <p14:nvPr/>
            </p14:nvContentPartPr>
            <p14:xfrm>
              <a:off x="6908949" y="3945865"/>
              <a:ext cx="4039200" cy="2180880"/>
            </p14:xfrm>
          </p:contentPart>
        </mc:Choice>
        <mc:Fallback xmlns="">
          <p:pic>
            <p:nvPicPr>
              <p:cNvPr id="24" name="Cerneală 23">
                <a:extLst>
                  <a:ext uri="{FF2B5EF4-FFF2-40B4-BE49-F238E27FC236}">
                    <a16:creationId xmlns:a16="http://schemas.microsoft.com/office/drawing/2014/main" id="{01B982EF-A822-435A-BC0A-A90440B67AB9}"/>
                  </a:ext>
                </a:extLst>
              </p:cNvPr>
              <p:cNvPicPr/>
              <p:nvPr/>
            </p:nvPicPr>
            <p:blipFill>
              <a:blip r:embed="rId46"/>
              <a:stretch>
                <a:fillRect/>
              </a:stretch>
            </p:blipFill>
            <p:spPr>
              <a:xfrm>
                <a:off x="6891309" y="3910225"/>
                <a:ext cx="4074840" cy="2252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7">
            <p14:nvContentPartPr>
              <p14:cNvPr id="25" name="Cerneală 24">
                <a:extLst>
                  <a:ext uri="{FF2B5EF4-FFF2-40B4-BE49-F238E27FC236}">
                    <a16:creationId xmlns:a16="http://schemas.microsoft.com/office/drawing/2014/main" id="{9ACD1BB0-6F8D-4A28-82EE-0B880F2B55DC}"/>
                  </a:ext>
                </a:extLst>
              </p14:cNvPr>
              <p14:cNvContentPartPr/>
              <p14:nvPr/>
            </p14:nvContentPartPr>
            <p14:xfrm>
              <a:off x="6321429" y="5818225"/>
              <a:ext cx="32040" cy="685080"/>
            </p14:xfrm>
          </p:contentPart>
        </mc:Choice>
        <mc:Fallback xmlns="">
          <p:pic>
            <p:nvPicPr>
              <p:cNvPr id="25" name="Cerneală 24">
                <a:extLst>
                  <a:ext uri="{FF2B5EF4-FFF2-40B4-BE49-F238E27FC236}">
                    <a16:creationId xmlns:a16="http://schemas.microsoft.com/office/drawing/2014/main" id="{9ACD1BB0-6F8D-4A28-82EE-0B880F2B55DC}"/>
                  </a:ext>
                </a:extLst>
              </p:cNvPr>
              <p:cNvPicPr/>
              <p:nvPr/>
            </p:nvPicPr>
            <p:blipFill>
              <a:blip r:embed="rId48"/>
              <a:stretch>
                <a:fillRect/>
              </a:stretch>
            </p:blipFill>
            <p:spPr>
              <a:xfrm>
                <a:off x="6303429" y="5782225"/>
                <a:ext cx="67680" cy="756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9">
            <p14:nvContentPartPr>
              <p14:cNvPr id="26" name="Cerneală 25">
                <a:extLst>
                  <a:ext uri="{FF2B5EF4-FFF2-40B4-BE49-F238E27FC236}">
                    <a16:creationId xmlns:a16="http://schemas.microsoft.com/office/drawing/2014/main" id="{9FD77877-73A2-446F-BF28-D63890255A9B}"/>
                  </a:ext>
                </a:extLst>
              </p14:cNvPr>
              <p14:cNvContentPartPr/>
              <p14:nvPr/>
            </p14:nvContentPartPr>
            <p14:xfrm>
              <a:off x="6323589" y="5821825"/>
              <a:ext cx="481680" cy="685800"/>
            </p14:xfrm>
          </p:contentPart>
        </mc:Choice>
        <mc:Fallback xmlns="">
          <p:pic>
            <p:nvPicPr>
              <p:cNvPr id="26" name="Cerneală 25">
                <a:extLst>
                  <a:ext uri="{FF2B5EF4-FFF2-40B4-BE49-F238E27FC236}">
                    <a16:creationId xmlns:a16="http://schemas.microsoft.com/office/drawing/2014/main" id="{9FD77877-73A2-446F-BF28-D63890255A9B}"/>
                  </a:ext>
                </a:extLst>
              </p:cNvPr>
              <p:cNvPicPr/>
              <p:nvPr/>
            </p:nvPicPr>
            <p:blipFill>
              <a:blip r:embed="rId50"/>
              <a:stretch>
                <a:fillRect/>
              </a:stretch>
            </p:blipFill>
            <p:spPr>
              <a:xfrm>
                <a:off x="6305589" y="5785825"/>
                <a:ext cx="517320" cy="757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1">
            <p14:nvContentPartPr>
              <p14:cNvPr id="27" name="Cerneală 26">
                <a:extLst>
                  <a:ext uri="{FF2B5EF4-FFF2-40B4-BE49-F238E27FC236}">
                    <a16:creationId xmlns:a16="http://schemas.microsoft.com/office/drawing/2014/main" id="{20B4356E-3966-4936-8EFB-04F38D89EC5E}"/>
                  </a:ext>
                </a:extLst>
              </p14:cNvPr>
              <p14:cNvContentPartPr/>
              <p14:nvPr/>
            </p14:nvContentPartPr>
            <p14:xfrm>
              <a:off x="6750189" y="6113785"/>
              <a:ext cx="239400" cy="161640"/>
            </p14:xfrm>
          </p:contentPart>
        </mc:Choice>
        <mc:Fallback xmlns="">
          <p:pic>
            <p:nvPicPr>
              <p:cNvPr id="27" name="Cerneală 26">
                <a:extLst>
                  <a:ext uri="{FF2B5EF4-FFF2-40B4-BE49-F238E27FC236}">
                    <a16:creationId xmlns:a16="http://schemas.microsoft.com/office/drawing/2014/main" id="{20B4356E-3966-4936-8EFB-04F38D89EC5E}"/>
                  </a:ext>
                </a:extLst>
              </p:cNvPr>
              <p:cNvPicPr/>
              <p:nvPr/>
            </p:nvPicPr>
            <p:blipFill>
              <a:blip r:embed="rId52"/>
              <a:stretch>
                <a:fillRect/>
              </a:stretch>
            </p:blipFill>
            <p:spPr>
              <a:xfrm>
                <a:off x="6732189" y="6077785"/>
                <a:ext cx="275040" cy="233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3">
            <p14:nvContentPartPr>
              <p14:cNvPr id="28" name="Cerneală 27">
                <a:extLst>
                  <a:ext uri="{FF2B5EF4-FFF2-40B4-BE49-F238E27FC236}">
                    <a16:creationId xmlns:a16="http://schemas.microsoft.com/office/drawing/2014/main" id="{F0402BB0-CC2E-4E89-9EAF-B2DF9776D2E9}"/>
                  </a:ext>
                </a:extLst>
              </p14:cNvPr>
              <p14:cNvContentPartPr/>
              <p14:nvPr/>
            </p14:nvContentPartPr>
            <p14:xfrm>
              <a:off x="5433309" y="6011905"/>
              <a:ext cx="717840" cy="18720"/>
            </p14:xfrm>
          </p:contentPart>
        </mc:Choice>
        <mc:Fallback xmlns="">
          <p:pic>
            <p:nvPicPr>
              <p:cNvPr id="28" name="Cerneală 27">
                <a:extLst>
                  <a:ext uri="{FF2B5EF4-FFF2-40B4-BE49-F238E27FC236}">
                    <a16:creationId xmlns:a16="http://schemas.microsoft.com/office/drawing/2014/main" id="{F0402BB0-CC2E-4E89-9EAF-B2DF9776D2E9}"/>
                  </a:ext>
                </a:extLst>
              </p:cNvPr>
              <p:cNvPicPr/>
              <p:nvPr/>
            </p:nvPicPr>
            <p:blipFill>
              <a:blip r:embed="rId54"/>
              <a:stretch>
                <a:fillRect/>
              </a:stretch>
            </p:blipFill>
            <p:spPr>
              <a:xfrm>
                <a:off x="5415309" y="5976265"/>
                <a:ext cx="753480" cy="90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5">
            <p14:nvContentPartPr>
              <p14:cNvPr id="29" name="Cerneală 28">
                <a:extLst>
                  <a:ext uri="{FF2B5EF4-FFF2-40B4-BE49-F238E27FC236}">
                    <a16:creationId xmlns:a16="http://schemas.microsoft.com/office/drawing/2014/main" id="{05C476E9-09B5-4EA9-941A-C38E995ABCAD}"/>
                  </a:ext>
                </a:extLst>
              </p14:cNvPr>
              <p14:cNvContentPartPr/>
              <p14:nvPr/>
            </p14:nvContentPartPr>
            <p14:xfrm>
              <a:off x="5519709" y="6339145"/>
              <a:ext cx="660600" cy="64800"/>
            </p14:xfrm>
          </p:contentPart>
        </mc:Choice>
        <mc:Fallback xmlns="">
          <p:pic>
            <p:nvPicPr>
              <p:cNvPr id="29" name="Cerneală 28">
                <a:extLst>
                  <a:ext uri="{FF2B5EF4-FFF2-40B4-BE49-F238E27FC236}">
                    <a16:creationId xmlns:a16="http://schemas.microsoft.com/office/drawing/2014/main" id="{05C476E9-09B5-4EA9-941A-C38E995ABCAD}"/>
                  </a:ext>
                </a:extLst>
              </p:cNvPr>
              <p:cNvPicPr/>
              <p:nvPr/>
            </p:nvPicPr>
            <p:blipFill>
              <a:blip r:embed="rId56"/>
              <a:stretch>
                <a:fillRect/>
              </a:stretch>
            </p:blipFill>
            <p:spPr>
              <a:xfrm>
                <a:off x="5502069" y="6303505"/>
                <a:ext cx="696240" cy="136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7">
            <p14:nvContentPartPr>
              <p14:cNvPr id="30" name="Cerneală 29">
                <a:extLst>
                  <a:ext uri="{FF2B5EF4-FFF2-40B4-BE49-F238E27FC236}">
                    <a16:creationId xmlns:a16="http://schemas.microsoft.com/office/drawing/2014/main" id="{D43072D5-E6E9-4FD2-BDB8-DAF483E19202}"/>
                  </a:ext>
                </a:extLst>
              </p14:cNvPr>
              <p14:cNvContentPartPr/>
              <p14:nvPr/>
            </p14:nvContentPartPr>
            <p14:xfrm>
              <a:off x="6053949" y="6002905"/>
              <a:ext cx="202680" cy="8640"/>
            </p14:xfrm>
          </p:contentPart>
        </mc:Choice>
        <mc:Fallback xmlns="">
          <p:pic>
            <p:nvPicPr>
              <p:cNvPr id="30" name="Cerneală 29">
                <a:extLst>
                  <a:ext uri="{FF2B5EF4-FFF2-40B4-BE49-F238E27FC236}">
                    <a16:creationId xmlns:a16="http://schemas.microsoft.com/office/drawing/2014/main" id="{D43072D5-E6E9-4FD2-BDB8-DAF483E19202}"/>
                  </a:ext>
                </a:extLst>
              </p:cNvPr>
              <p:cNvPicPr/>
              <p:nvPr/>
            </p:nvPicPr>
            <p:blipFill>
              <a:blip r:embed="rId58"/>
              <a:stretch>
                <a:fillRect/>
              </a:stretch>
            </p:blipFill>
            <p:spPr>
              <a:xfrm>
                <a:off x="6035949" y="5966905"/>
                <a:ext cx="238320" cy="80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9">
            <p14:nvContentPartPr>
              <p14:cNvPr id="31" name="Cerneală 30">
                <a:extLst>
                  <a:ext uri="{FF2B5EF4-FFF2-40B4-BE49-F238E27FC236}">
                    <a16:creationId xmlns:a16="http://schemas.microsoft.com/office/drawing/2014/main" id="{F7FF6C59-8189-4638-A7E2-48900F4751B0}"/>
                  </a:ext>
                </a:extLst>
              </p14:cNvPr>
              <p14:cNvContentPartPr/>
              <p14:nvPr/>
            </p14:nvContentPartPr>
            <p14:xfrm>
              <a:off x="6001029" y="6328345"/>
              <a:ext cx="233640" cy="29520"/>
            </p14:xfrm>
          </p:contentPart>
        </mc:Choice>
        <mc:Fallback xmlns="">
          <p:pic>
            <p:nvPicPr>
              <p:cNvPr id="31" name="Cerneală 30">
                <a:extLst>
                  <a:ext uri="{FF2B5EF4-FFF2-40B4-BE49-F238E27FC236}">
                    <a16:creationId xmlns:a16="http://schemas.microsoft.com/office/drawing/2014/main" id="{F7FF6C59-8189-4638-A7E2-48900F4751B0}"/>
                  </a:ext>
                </a:extLst>
              </p:cNvPr>
              <p:cNvPicPr/>
              <p:nvPr/>
            </p:nvPicPr>
            <p:blipFill>
              <a:blip r:embed="rId60"/>
              <a:stretch>
                <a:fillRect/>
              </a:stretch>
            </p:blipFill>
            <p:spPr>
              <a:xfrm>
                <a:off x="5983389" y="6292345"/>
                <a:ext cx="269280" cy="101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1">
            <p14:nvContentPartPr>
              <p14:cNvPr id="32" name="Cerneală 31">
                <a:extLst>
                  <a:ext uri="{FF2B5EF4-FFF2-40B4-BE49-F238E27FC236}">
                    <a16:creationId xmlns:a16="http://schemas.microsoft.com/office/drawing/2014/main" id="{9E182DCB-8741-4D05-BB3A-D83A6328070A}"/>
                  </a:ext>
                </a:extLst>
              </p14:cNvPr>
              <p14:cNvContentPartPr/>
              <p14:nvPr/>
            </p14:nvContentPartPr>
            <p14:xfrm>
              <a:off x="4816989" y="5933785"/>
              <a:ext cx="360" cy="360"/>
            </p14:xfrm>
          </p:contentPart>
        </mc:Choice>
        <mc:Fallback xmlns="">
          <p:pic>
            <p:nvPicPr>
              <p:cNvPr id="32" name="Cerneală 31">
                <a:extLst>
                  <a:ext uri="{FF2B5EF4-FFF2-40B4-BE49-F238E27FC236}">
                    <a16:creationId xmlns:a16="http://schemas.microsoft.com/office/drawing/2014/main" id="{9E182DCB-8741-4D05-BB3A-D83A6328070A}"/>
                  </a:ext>
                </a:extLst>
              </p:cNvPr>
              <p:cNvPicPr/>
              <p:nvPr/>
            </p:nvPicPr>
            <p:blipFill>
              <a:blip r:embed="rId28"/>
              <a:stretch>
                <a:fillRect/>
              </a:stretch>
            </p:blipFill>
            <p:spPr>
              <a:xfrm>
                <a:off x="4799349" y="5897785"/>
                <a:ext cx="36000" cy="72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2">
            <p14:nvContentPartPr>
              <p14:cNvPr id="33" name="Cerneală 32">
                <a:extLst>
                  <a:ext uri="{FF2B5EF4-FFF2-40B4-BE49-F238E27FC236}">
                    <a16:creationId xmlns:a16="http://schemas.microsoft.com/office/drawing/2014/main" id="{FE3B2DB8-BF4E-4481-B6AF-AD48B1A12557}"/>
                  </a:ext>
                </a:extLst>
              </p14:cNvPr>
              <p14:cNvContentPartPr/>
              <p14:nvPr/>
            </p14:nvContentPartPr>
            <p14:xfrm>
              <a:off x="4782789" y="5833345"/>
              <a:ext cx="166680" cy="228600"/>
            </p14:xfrm>
          </p:contentPart>
        </mc:Choice>
        <mc:Fallback xmlns="">
          <p:pic>
            <p:nvPicPr>
              <p:cNvPr id="33" name="Cerneală 32">
                <a:extLst>
                  <a:ext uri="{FF2B5EF4-FFF2-40B4-BE49-F238E27FC236}">
                    <a16:creationId xmlns:a16="http://schemas.microsoft.com/office/drawing/2014/main" id="{FE3B2DB8-BF4E-4481-B6AF-AD48B1A12557}"/>
                  </a:ext>
                </a:extLst>
              </p:cNvPr>
              <p:cNvPicPr/>
              <p:nvPr/>
            </p:nvPicPr>
            <p:blipFill>
              <a:blip r:embed="rId63"/>
              <a:stretch>
                <a:fillRect/>
              </a:stretch>
            </p:blipFill>
            <p:spPr>
              <a:xfrm>
                <a:off x="4764789" y="5797345"/>
                <a:ext cx="202320" cy="300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4">
            <p14:nvContentPartPr>
              <p14:cNvPr id="34" name="Cerneală 33">
                <a:extLst>
                  <a:ext uri="{FF2B5EF4-FFF2-40B4-BE49-F238E27FC236}">
                    <a16:creationId xmlns:a16="http://schemas.microsoft.com/office/drawing/2014/main" id="{A5CE2677-1BFB-40CB-8FED-44B84381FBC2}"/>
                  </a:ext>
                </a:extLst>
              </p14:cNvPr>
              <p14:cNvContentPartPr/>
              <p14:nvPr/>
            </p14:nvContentPartPr>
            <p14:xfrm>
              <a:off x="5033709" y="5816065"/>
              <a:ext cx="317520" cy="315720"/>
            </p14:xfrm>
          </p:contentPart>
        </mc:Choice>
        <mc:Fallback xmlns="">
          <p:pic>
            <p:nvPicPr>
              <p:cNvPr id="34" name="Cerneală 33">
                <a:extLst>
                  <a:ext uri="{FF2B5EF4-FFF2-40B4-BE49-F238E27FC236}">
                    <a16:creationId xmlns:a16="http://schemas.microsoft.com/office/drawing/2014/main" id="{A5CE2677-1BFB-40CB-8FED-44B84381FBC2}"/>
                  </a:ext>
                </a:extLst>
              </p:cNvPr>
              <p:cNvPicPr/>
              <p:nvPr/>
            </p:nvPicPr>
            <p:blipFill>
              <a:blip r:embed="rId65"/>
              <a:stretch>
                <a:fillRect/>
              </a:stretch>
            </p:blipFill>
            <p:spPr>
              <a:xfrm>
                <a:off x="5015709" y="5780425"/>
                <a:ext cx="353160" cy="387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6">
            <p14:nvContentPartPr>
              <p14:cNvPr id="35" name="Cerneală 34">
                <a:extLst>
                  <a:ext uri="{FF2B5EF4-FFF2-40B4-BE49-F238E27FC236}">
                    <a16:creationId xmlns:a16="http://schemas.microsoft.com/office/drawing/2014/main" id="{68CD8C5B-0644-4536-862F-E9D00ECAD8EA}"/>
                  </a:ext>
                </a:extLst>
              </p14:cNvPr>
              <p14:cNvContentPartPr/>
              <p14:nvPr/>
            </p14:nvContentPartPr>
            <p14:xfrm>
              <a:off x="4754349" y="6329785"/>
              <a:ext cx="236160" cy="267120"/>
            </p14:xfrm>
          </p:contentPart>
        </mc:Choice>
        <mc:Fallback xmlns="">
          <p:pic>
            <p:nvPicPr>
              <p:cNvPr id="35" name="Cerneală 34">
                <a:extLst>
                  <a:ext uri="{FF2B5EF4-FFF2-40B4-BE49-F238E27FC236}">
                    <a16:creationId xmlns:a16="http://schemas.microsoft.com/office/drawing/2014/main" id="{68CD8C5B-0644-4536-862F-E9D00ECAD8EA}"/>
                  </a:ext>
                </a:extLst>
              </p:cNvPr>
              <p:cNvPicPr/>
              <p:nvPr/>
            </p:nvPicPr>
            <p:blipFill>
              <a:blip r:embed="rId67"/>
              <a:stretch>
                <a:fillRect/>
              </a:stretch>
            </p:blipFill>
            <p:spPr>
              <a:xfrm>
                <a:off x="4736709" y="6293785"/>
                <a:ext cx="271800" cy="338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8">
            <p14:nvContentPartPr>
              <p14:cNvPr id="36" name="Cerneală 35">
                <a:extLst>
                  <a:ext uri="{FF2B5EF4-FFF2-40B4-BE49-F238E27FC236}">
                    <a16:creationId xmlns:a16="http://schemas.microsoft.com/office/drawing/2014/main" id="{F58682F3-AD3F-41A2-8BA1-3493D10E321A}"/>
                  </a:ext>
                </a:extLst>
              </p14:cNvPr>
              <p14:cNvContentPartPr/>
              <p14:nvPr/>
            </p14:nvContentPartPr>
            <p14:xfrm>
              <a:off x="5071149" y="6326545"/>
              <a:ext cx="216360" cy="263880"/>
            </p14:xfrm>
          </p:contentPart>
        </mc:Choice>
        <mc:Fallback xmlns="">
          <p:pic>
            <p:nvPicPr>
              <p:cNvPr id="36" name="Cerneală 35">
                <a:extLst>
                  <a:ext uri="{FF2B5EF4-FFF2-40B4-BE49-F238E27FC236}">
                    <a16:creationId xmlns:a16="http://schemas.microsoft.com/office/drawing/2014/main" id="{F58682F3-AD3F-41A2-8BA1-3493D10E321A}"/>
                  </a:ext>
                </a:extLst>
              </p:cNvPr>
              <p:cNvPicPr/>
              <p:nvPr/>
            </p:nvPicPr>
            <p:blipFill>
              <a:blip r:embed="rId69"/>
              <a:stretch>
                <a:fillRect/>
              </a:stretch>
            </p:blipFill>
            <p:spPr>
              <a:xfrm>
                <a:off x="5053509" y="6290905"/>
                <a:ext cx="252000" cy="335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0">
            <p14:nvContentPartPr>
              <p14:cNvPr id="37" name="Cerneală 36">
                <a:extLst>
                  <a:ext uri="{FF2B5EF4-FFF2-40B4-BE49-F238E27FC236}">
                    <a16:creationId xmlns:a16="http://schemas.microsoft.com/office/drawing/2014/main" id="{7BE74519-CA9B-4B68-86E0-D9A61A116BFE}"/>
                  </a:ext>
                </a:extLst>
              </p14:cNvPr>
              <p14:cNvContentPartPr/>
              <p14:nvPr/>
            </p14:nvContentPartPr>
            <p14:xfrm>
              <a:off x="5330709" y="6448225"/>
              <a:ext cx="132120" cy="195840"/>
            </p14:xfrm>
          </p:contentPart>
        </mc:Choice>
        <mc:Fallback xmlns="">
          <p:pic>
            <p:nvPicPr>
              <p:cNvPr id="37" name="Cerneală 36">
                <a:extLst>
                  <a:ext uri="{FF2B5EF4-FFF2-40B4-BE49-F238E27FC236}">
                    <a16:creationId xmlns:a16="http://schemas.microsoft.com/office/drawing/2014/main" id="{7BE74519-CA9B-4B68-86E0-D9A61A116BFE}"/>
                  </a:ext>
                </a:extLst>
              </p:cNvPr>
              <p:cNvPicPr/>
              <p:nvPr/>
            </p:nvPicPr>
            <p:blipFill>
              <a:blip r:embed="rId71"/>
              <a:stretch>
                <a:fillRect/>
              </a:stretch>
            </p:blipFill>
            <p:spPr>
              <a:xfrm>
                <a:off x="5312709" y="6412585"/>
                <a:ext cx="167760" cy="267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2">
            <p14:nvContentPartPr>
              <p14:cNvPr id="38" name="Cerneală 37">
                <a:extLst>
                  <a:ext uri="{FF2B5EF4-FFF2-40B4-BE49-F238E27FC236}">
                    <a16:creationId xmlns:a16="http://schemas.microsoft.com/office/drawing/2014/main" id="{2AC17CDF-28A2-4143-8C0E-B8CF0AE10251}"/>
                  </a:ext>
                </a:extLst>
              </p14:cNvPr>
              <p14:cNvContentPartPr/>
              <p14:nvPr/>
            </p14:nvContentPartPr>
            <p14:xfrm>
              <a:off x="7362909" y="5669905"/>
              <a:ext cx="170640" cy="218520"/>
            </p14:xfrm>
          </p:contentPart>
        </mc:Choice>
        <mc:Fallback xmlns="">
          <p:pic>
            <p:nvPicPr>
              <p:cNvPr id="38" name="Cerneală 37">
                <a:extLst>
                  <a:ext uri="{FF2B5EF4-FFF2-40B4-BE49-F238E27FC236}">
                    <a16:creationId xmlns:a16="http://schemas.microsoft.com/office/drawing/2014/main" id="{2AC17CDF-28A2-4143-8C0E-B8CF0AE10251}"/>
                  </a:ext>
                </a:extLst>
              </p:cNvPr>
              <p:cNvPicPr/>
              <p:nvPr/>
            </p:nvPicPr>
            <p:blipFill>
              <a:blip r:embed="rId73"/>
              <a:stretch>
                <a:fillRect/>
              </a:stretch>
            </p:blipFill>
            <p:spPr>
              <a:xfrm>
                <a:off x="7344909" y="5633905"/>
                <a:ext cx="206280" cy="290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4">
            <p14:nvContentPartPr>
              <p14:cNvPr id="39" name="Cerneală 38">
                <a:extLst>
                  <a:ext uri="{FF2B5EF4-FFF2-40B4-BE49-F238E27FC236}">
                    <a16:creationId xmlns:a16="http://schemas.microsoft.com/office/drawing/2014/main" id="{AA2FF7A6-89E7-48AB-A80B-4F445CA19E40}"/>
                  </a:ext>
                </a:extLst>
              </p14:cNvPr>
              <p14:cNvContentPartPr/>
              <p14:nvPr/>
            </p14:nvContentPartPr>
            <p14:xfrm>
              <a:off x="5726709" y="5479105"/>
              <a:ext cx="108360" cy="262080"/>
            </p14:xfrm>
          </p:contentPart>
        </mc:Choice>
        <mc:Fallback xmlns="">
          <p:pic>
            <p:nvPicPr>
              <p:cNvPr id="39" name="Cerneală 38">
                <a:extLst>
                  <a:ext uri="{FF2B5EF4-FFF2-40B4-BE49-F238E27FC236}">
                    <a16:creationId xmlns:a16="http://schemas.microsoft.com/office/drawing/2014/main" id="{AA2FF7A6-89E7-48AB-A80B-4F445CA19E40}"/>
                  </a:ext>
                </a:extLst>
              </p:cNvPr>
              <p:cNvPicPr/>
              <p:nvPr/>
            </p:nvPicPr>
            <p:blipFill>
              <a:blip r:embed="rId75"/>
              <a:stretch>
                <a:fillRect/>
              </a:stretch>
            </p:blipFill>
            <p:spPr>
              <a:xfrm>
                <a:off x="5709069" y="5443465"/>
                <a:ext cx="144000" cy="333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6">
            <p14:nvContentPartPr>
              <p14:cNvPr id="40" name="Cerneală 39">
                <a:extLst>
                  <a:ext uri="{FF2B5EF4-FFF2-40B4-BE49-F238E27FC236}">
                    <a16:creationId xmlns:a16="http://schemas.microsoft.com/office/drawing/2014/main" id="{87E31509-64A2-4597-8477-8290A8822973}"/>
                  </a:ext>
                </a:extLst>
              </p14:cNvPr>
              <p14:cNvContentPartPr/>
              <p14:nvPr/>
            </p14:nvContentPartPr>
            <p14:xfrm>
              <a:off x="5755509" y="6093265"/>
              <a:ext cx="95400" cy="244080"/>
            </p14:xfrm>
          </p:contentPart>
        </mc:Choice>
        <mc:Fallback xmlns="">
          <p:pic>
            <p:nvPicPr>
              <p:cNvPr id="40" name="Cerneală 39">
                <a:extLst>
                  <a:ext uri="{FF2B5EF4-FFF2-40B4-BE49-F238E27FC236}">
                    <a16:creationId xmlns:a16="http://schemas.microsoft.com/office/drawing/2014/main" id="{87E31509-64A2-4597-8477-8290A8822973}"/>
                  </a:ext>
                </a:extLst>
              </p:cNvPr>
              <p:cNvPicPr/>
              <p:nvPr/>
            </p:nvPicPr>
            <p:blipFill>
              <a:blip r:embed="rId77"/>
              <a:stretch>
                <a:fillRect/>
              </a:stretch>
            </p:blipFill>
            <p:spPr>
              <a:xfrm>
                <a:off x="5737869" y="6057265"/>
                <a:ext cx="131040" cy="315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8">
            <p14:nvContentPartPr>
              <p14:cNvPr id="45" name="Cerneală 44">
                <a:extLst>
                  <a:ext uri="{FF2B5EF4-FFF2-40B4-BE49-F238E27FC236}">
                    <a16:creationId xmlns:a16="http://schemas.microsoft.com/office/drawing/2014/main" id="{8291C61E-A4E7-4CD9-BF7E-1A72AE8EACD2}"/>
                  </a:ext>
                </a:extLst>
              </p14:cNvPr>
              <p14:cNvContentPartPr/>
              <p14:nvPr/>
            </p14:nvContentPartPr>
            <p14:xfrm>
              <a:off x="580509" y="2408665"/>
              <a:ext cx="1362960" cy="1343520"/>
            </p14:xfrm>
          </p:contentPart>
        </mc:Choice>
        <mc:Fallback xmlns="">
          <p:pic>
            <p:nvPicPr>
              <p:cNvPr id="45" name="Cerneală 44">
                <a:extLst>
                  <a:ext uri="{FF2B5EF4-FFF2-40B4-BE49-F238E27FC236}">
                    <a16:creationId xmlns:a16="http://schemas.microsoft.com/office/drawing/2014/main" id="{8291C61E-A4E7-4CD9-BF7E-1A72AE8EACD2}"/>
                  </a:ext>
                </a:extLst>
              </p:cNvPr>
              <p:cNvPicPr/>
              <p:nvPr/>
            </p:nvPicPr>
            <p:blipFill>
              <a:blip r:embed="rId79"/>
              <a:stretch>
                <a:fillRect/>
              </a:stretch>
            </p:blipFill>
            <p:spPr>
              <a:xfrm>
                <a:off x="562869" y="2390665"/>
                <a:ext cx="1398600" cy="13791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27609316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>
            <a:extLst>
              <a:ext uri="{FF2B5EF4-FFF2-40B4-BE49-F238E27FC236}">
                <a16:creationId xmlns:a16="http://schemas.microsoft.com/office/drawing/2014/main" id="{3C1DF6E7-DC87-47EF-BA1C-9D37265E121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49733" y="960147"/>
            <a:ext cx="10647439" cy="429763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3" name="Cerneală 2">
                <a:extLst>
                  <a:ext uri="{FF2B5EF4-FFF2-40B4-BE49-F238E27FC236}">
                    <a16:creationId xmlns:a16="http://schemas.microsoft.com/office/drawing/2014/main" id="{3B390B8D-5968-4C33-A9F1-5B6F8BE463E9}"/>
                  </a:ext>
                </a:extLst>
              </p14:cNvPr>
              <p14:cNvContentPartPr/>
              <p14:nvPr/>
            </p14:nvContentPartPr>
            <p14:xfrm>
              <a:off x="1125189" y="3400105"/>
              <a:ext cx="2455560" cy="2279520"/>
            </p14:xfrm>
          </p:contentPart>
        </mc:Choice>
        <mc:Fallback xmlns="">
          <p:pic>
            <p:nvPicPr>
              <p:cNvPr id="3" name="Cerneală 2">
                <a:extLst>
                  <a:ext uri="{FF2B5EF4-FFF2-40B4-BE49-F238E27FC236}">
                    <a16:creationId xmlns:a16="http://schemas.microsoft.com/office/drawing/2014/main" id="{3B390B8D-5968-4C33-A9F1-5B6F8BE463E9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107549" y="3364465"/>
                <a:ext cx="2491200" cy="2351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4" name="Cerneală 3">
                <a:extLst>
                  <a:ext uri="{FF2B5EF4-FFF2-40B4-BE49-F238E27FC236}">
                    <a16:creationId xmlns:a16="http://schemas.microsoft.com/office/drawing/2014/main" id="{8FD52413-7AAC-41BC-BDE5-3106AE29236D}"/>
                  </a:ext>
                </a:extLst>
              </p14:cNvPr>
              <p14:cNvContentPartPr/>
              <p14:nvPr/>
            </p14:nvContentPartPr>
            <p14:xfrm>
              <a:off x="979749" y="4104985"/>
              <a:ext cx="534600" cy="385560"/>
            </p14:xfrm>
          </p:contentPart>
        </mc:Choice>
        <mc:Fallback xmlns="">
          <p:pic>
            <p:nvPicPr>
              <p:cNvPr id="4" name="Cerneală 3">
                <a:extLst>
                  <a:ext uri="{FF2B5EF4-FFF2-40B4-BE49-F238E27FC236}">
                    <a16:creationId xmlns:a16="http://schemas.microsoft.com/office/drawing/2014/main" id="{8FD52413-7AAC-41BC-BDE5-3106AE29236D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961749" y="4068985"/>
                <a:ext cx="570240" cy="457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5" name="Cerneală 4">
                <a:extLst>
                  <a:ext uri="{FF2B5EF4-FFF2-40B4-BE49-F238E27FC236}">
                    <a16:creationId xmlns:a16="http://schemas.microsoft.com/office/drawing/2014/main" id="{39C067F0-741D-4FCF-AD48-B3BCD7BAB302}"/>
                  </a:ext>
                </a:extLst>
              </p14:cNvPr>
              <p14:cNvContentPartPr/>
              <p14:nvPr/>
            </p14:nvContentPartPr>
            <p14:xfrm>
              <a:off x="3576069" y="5646865"/>
              <a:ext cx="12600" cy="679320"/>
            </p14:xfrm>
          </p:contentPart>
        </mc:Choice>
        <mc:Fallback xmlns="">
          <p:pic>
            <p:nvPicPr>
              <p:cNvPr id="5" name="Cerneală 4">
                <a:extLst>
                  <a:ext uri="{FF2B5EF4-FFF2-40B4-BE49-F238E27FC236}">
                    <a16:creationId xmlns:a16="http://schemas.microsoft.com/office/drawing/2014/main" id="{39C067F0-741D-4FCF-AD48-B3BCD7BAB302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3558069" y="5610865"/>
                <a:ext cx="48240" cy="750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6" name="Cerneală 5">
                <a:extLst>
                  <a:ext uri="{FF2B5EF4-FFF2-40B4-BE49-F238E27FC236}">
                    <a16:creationId xmlns:a16="http://schemas.microsoft.com/office/drawing/2014/main" id="{3B914C9D-A5F8-471C-A9CF-59F90EAE1973}"/>
                  </a:ext>
                </a:extLst>
              </p14:cNvPr>
              <p14:cNvContentPartPr/>
              <p14:nvPr/>
            </p14:nvContentPartPr>
            <p14:xfrm>
              <a:off x="4119309" y="4788265"/>
              <a:ext cx="68040" cy="1663920"/>
            </p14:xfrm>
          </p:contentPart>
        </mc:Choice>
        <mc:Fallback xmlns="">
          <p:pic>
            <p:nvPicPr>
              <p:cNvPr id="6" name="Cerneală 5">
                <a:extLst>
                  <a:ext uri="{FF2B5EF4-FFF2-40B4-BE49-F238E27FC236}">
                    <a16:creationId xmlns:a16="http://schemas.microsoft.com/office/drawing/2014/main" id="{3B914C9D-A5F8-471C-A9CF-59F90EAE1973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4101309" y="4752265"/>
                <a:ext cx="103680" cy="1735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7" name="Cerneală 6">
                <a:extLst>
                  <a:ext uri="{FF2B5EF4-FFF2-40B4-BE49-F238E27FC236}">
                    <a16:creationId xmlns:a16="http://schemas.microsoft.com/office/drawing/2014/main" id="{8F7FC3A3-73A8-45FD-BA17-33117BCB99F5}"/>
                  </a:ext>
                </a:extLst>
              </p14:cNvPr>
              <p14:cNvContentPartPr/>
              <p14:nvPr/>
            </p14:nvContentPartPr>
            <p14:xfrm>
              <a:off x="4687029" y="4764145"/>
              <a:ext cx="52920" cy="1576440"/>
            </p14:xfrm>
          </p:contentPart>
        </mc:Choice>
        <mc:Fallback xmlns="">
          <p:pic>
            <p:nvPicPr>
              <p:cNvPr id="7" name="Cerneală 6">
                <a:extLst>
                  <a:ext uri="{FF2B5EF4-FFF2-40B4-BE49-F238E27FC236}">
                    <a16:creationId xmlns:a16="http://schemas.microsoft.com/office/drawing/2014/main" id="{8F7FC3A3-73A8-45FD-BA17-33117BCB99F5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4669389" y="4728505"/>
                <a:ext cx="88560" cy="1648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">
            <p14:nvContentPartPr>
              <p14:cNvPr id="8" name="Cerneală 7">
                <a:extLst>
                  <a:ext uri="{FF2B5EF4-FFF2-40B4-BE49-F238E27FC236}">
                    <a16:creationId xmlns:a16="http://schemas.microsoft.com/office/drawing/2014/main" id="{F550A55C-8D21-40E8-8C88-860588AE328B}"/>
                  </a:ext>
                </a:extLst>
              </p14:cNvPr>
              <p14:cNvContentPartPr/>
              <p14:nvPr/>
            </p14:nvContentPartPr>
            <p14:xfrm>
              <a:off x="5283909" y="4730665"/>
              <a:ext cx="29520" cy="1406880"/>
            </p14:xfrm>
          </p:contentPart>
        </mc:Choice>
        <mc:Fallback xmlns="">
          <p:pic>
            <p:nvPicPr>
              <p:cNvPr id="8" name="Cerneală 7">
                <a:extLst>
                  <a:ext uri="{FF2B5EF4-FFF2-40B4-BE49-F238E27FC236}">
                    <a16:creationId xmlns:a16="http://schemas.microsoft.com/office/drawing/2014/main" id="{F550A55C-8D21-40E8-8C88-860588AE328B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5266269" y="4695025"/>
                <a:ext cx="65160" cy="1478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">
            <p14:nvContentPartPr>
              <p14:cNvPr id="9" name="Cerneală 8">
                <a:extLst>
                  <a:ext uri="{FF2B5EF4-FFF2-40B4-BE49-F238E27FC236}">
                    <a16:creationId xmlns:a16="http://schemas.microsoft.com/office/drawing/2014/main" id="{373ACB98-CCB8-4DBF-94B5-FBB1E56AB7F0}"/>
                  </a:ext>
                </a:extLst>
              </p14:cNvPr>
              <p14:cNvContentPartPr/>
              <p14:nvPr/>
            </p14:nvContentPartPr>
            <p14:xfrm>
              <a:off x="4269789" y="701905"/>
              <a:ext cx="1651680" cy="2022840"/>
            </p14:xfrm>
          </p:contentPart>
        </mc:Choice>
        <mc:Fallback xmlns="">
          <p:pic>
            <p:nvPicPr>
              <p:cNvPr id="9" name="Cerneală 8">
                <a:extLst>
                  <a:ext uri="{FF2B5EF4-FFF2-40B4-BE49-F238E27FC236}">
                    <a16:creationId xmlns:a16="http://schemas.microsoft.com/office/drawing/2014/main" id="{373ACB98-CCB8-4DBF-94B5-FBB1E56AB7F0}"/>
                  </a:ext>
                </a:extLst>
              </p:cNvPr>
              <p:cNvPicPr/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4252149" y="666265"/>
                <a:ext cx="1687320" cy="2094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">
            <p14:nvContentPartPr>
              <p14:cNvPr id="10" name="Cerneală 9">
                <a:extLst>
                  <a:ext uri="{FF2B5EF4-FFF2-40B4-BE49-F238E27FC236}">
                    <a16:creationId xmlns:a16="http://schemas.microsoft.com/office/drawing/2014/main" id="{2B589D02-DF29-40C5-B933-D44DB8618816}"/>
                  </a:ext>
                </a:extLst>
              </p14:cNvPr>
              <p14:cNvContentPartPr/>
              <p14:nvPr/>
            </p14:nvContentPartPr>
            <p14:xfrm>
              <a:off x="6166269" y="1255585"/>
              <a:ext cx="16560" cy="262440"/>
            </p14:xfrm>
          </p:contentPart>
        </mc:Choice>
        <mc:Fallback xmlns="">
          <p:pic>
            <p:nvPicPr>
              <p:cNvPr id="10" name="Cerneală 9">
                <a:extLst>
                  <a:ext uri="{FF2B5EF4-FFF2-40B4-BE49-F238E27FC236}">
                    <a16:creationId xmlns:a16="http://schemas.microsoft.com/office/drawing/2014/main" id="{2B589D02-DF29-40C5-B933-D44DB8618816}"/>
                  </a:ext>
                </a:extLst>
              </p:cNvPr>
              <p:cNvPicPr/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6148629" y="1219945"/>
                <a:ext cx="52200" cy="334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">
            <p14:nvContentPartPr>
              <p14:cNvPr id="11" name="Cerneală 10">
                <a:extLst>
                  <a:ext uri="{FF2B5EF4-FFF2-40B4-BE49-F238E27FC236}">
                    <a16:creationId xmlns:a16="http://schemas.microsoft.com/office/drawing/2014/main" id="{3CFA22B6-80B6-4C58-A6CF-1951B4590516}"/>
                  </a:ext>
                </a:extLst>
              </p14:cNvPr>
              <p14:cNvContentPartPr/>
              <p14:nvPr/>
            </p14:nvContentPartPr>
            <p14:xfrm>
              <a:off x="6134229" y="1179985"/>
              <a:ext cx="342720" cy="373320"/>
            </p14:xfrm>
          </p:contentPart>
        </mc:Choice>
        <mc:Fallback xmlns="">
          <p:pic>
            <p:nvPicPr>
              <p:cNvPr id="11" name="Cerneală 10">
                <a:extLst>
                  <a:ext uri="{FF2B5EF4-FFF2-40B4-BE49-F238E27FC236}">
                    <a16:creationId xmlns:a16="http://schemas.microsoft.com/office/drawing/2014/main" id="{3CFA22B6-80B6-4C58-A6CF-1951B4590516}"/>
                  </a:ext>
                </a:extLst>
              </p:cNvPr>
              <p:cNvPicPr/>
              <p:nvPr/>
            </p:nvPicPr>
            <p:blipFill>
              <a:blip r:embed="rId20"/>
              <a:stretch>
                <a:fillRect/>
              </a:stretch>
            </p:blipFill>
            <p:spPr>
              <a:xfrm>
                <a:off x="6116589" y="1144345"/>
                <a:ext cx="378360" cy="444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">
            <p14:nvContentPartPr>
              <p14:cNvPr id="12" name="Cerneală 11">
                <a:extLst>
                  <a:ext uri="{FF2B5EF4-FFF2-40B4-BE49-F238E27FC236}">
                    <a16:creationId xmlns:a16="http://schemas.microsoft.com/office/drawing/2014/main" id="{488F6C25-5B84-4B64-8E1D-816FF6E26FB5}"/>
                  </a:ext>
                </a:extLst>
              </p14:cNvPr>
              <p14:cNvContentPartPr/>
              <p14:nvPr/>
            </p14:nvContentPartPr>
            <p14:xfrm>
              <a:off x="6533829" y="971905"/>
              <a:ext cx="516240" cy="539640"/>
            </p14:xfrm>
          </p:contentPart>
        </mc:Choice>
        <mc:Fallback xmlns="">
          <p:pic>
            <p:nvPicPr>
              <p:cNvPr id="12" name="Cerneală 11">
                <a:extLst>
                  <a:ext uri="{FF2B5EF4-FFF2-40B4-BE49-F238E27FC236}">
                    <a16:creationId xmlns:a16="http://schemas.microsoft.com/office/drawing/2014/main" id="{488F6C25-5B84-4B64-8E1D-816FF6E26FB5}"/>
                  </a:ext>
                </a:extLst>
              </p:cNvPr>
              <p:cNvPicPr/>
              <p:nvPr/>
            </p:nvPicPr>
            <p:blipFill>
              <a:blip r:embed="rId22"/>
              <a:stretch>
                <a:fillRect/>
              </a:stretch>
            </p:blipFill>
            <p:spPr>
              <a:xfrm>
                <a:off x="6516189" y="935905"/>
                <a:ext cx="551880" cy="611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3">
            <p14:nvContentPartPr>
              <p14:cNvPr id="13" name="Cerneală 12">
                <a:extLst>
                  <a:ext uri="{FF2B5EF4-FFF2-40B4-BE49-F238E27FC236}">
                    <a16:creationId xmlns:a16="http://schemas.microsoft.com/office/drawing/2014/main" id="{0FF89494-308B-4D50-A909-6F37CADE7BAF}"/>
                  </a:ext>
                </a:extLst>
              </p14:cNvPr>
              <p14:cNvContentPartPr/>
              <p14:nvPr/>
            </p14:nvContentPartPr>
            <p14:xfrm>
              <a:off x="6736149" y="1031665"/>
              <a:ext cx="435960" cy="171720"/>
            </p14:xfrm>
          </p:contentPart>
        </mc:Choice>
        <mc:Fallback xmlns="">
          <p:pic>
            <p:nvPicPr>
              <p:cNvPr id="13" name="Cerneală 12">
                <a:extLst>
                  <a:ext uri="{FF2B5EF4-FFF2-40B4-BE49-F238E27FC236}">
                    <a16:creationId xmlns:a16="http://schemas.microsoft.com/office/drawing/2014/main" id="{0FF89494-308B-4D50-A909-6F37CADE7BAF}"/>
                  </a:ext>
                </a:extLst>
              </p:cNvPr>
              <p:cNvPicPr/>
              <p:nvPr/>
            </p:nvPicPr>
            <p:blipFill>
              <a:blip r:embed="rId24"/>
              <a:stretch>
                <a:fillRect/>
              </a:stretch>
            </p:blipFill>
            <p:spPr>
              <a:xfrm>
                <a:off x="6718509" y="995665"/>
                <a:ext cx="471600" cy="243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5">
            <p14:nvContentPartPr>
              <p14:cNvPr id="14" name="Cerneală 13">
                <a:extLst>
                  <a:ext uri="{FF2B5EF4-FFF2-40B4-BE49-F238E27FC236}">
                    <a16:creationId xmlns:a16="http://schemas.microsoft.com/office/drawing/2014/main" id="{3616F4FA-1D28-406D-9CC4-AA82D306406F}"/>
                  </a:ext>
                </a:extLst>
              </p14:cNvPr>
              <p14:cNvContentPartPr/>
              <p14:nvPr/>
            </p14:nvContentPartPr>
            <p14:xfrm>
              <a:off x="2810709" y="874705"/>
              <a:ext cx="1227600" cy="1854000"/>
            </p14:xfrm>
          </p:contentPart>
        </mc:Choice>
        <mc:Fallback xmlns="">
          <p:pic>
            <p:nvPicPr>
              <p:cNvPr id="14" name="Cerneală 13">
                <a:extLst>
                  <a:ext uri="{FF2B5EF4-FFF2-40B4-BE49-F238E27FC236}">
                    <a16:creationId xmlns:a16="http://schemas.microsoft.com/office/drawing/2014/main" id="{3616F4FA-1D28-406D-9CC4-AA82D306406F}"/>
                  </a:ext>
                </a:extLst>
              </p:cNvPr>
              <p:cNvPicPr/>
              <p:nvPr/>
            </p:nvPicPr>
            <p:blipFill>
              <a:blip r:embed="rId26"/>
              <a:stretch>
                <a:fillRect/>
              </a:stretch>
            </p:blipFill>
            <p:spPr>
              <a:xfrm>
                <a:off x="2792709" y="838705"/>
                <a:ext cx="1263240" cy="1925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7">
            <p14:nvContentPartPr>
              <p14:cNvPr id="15" name="Cerneală 14">
                <a:extLst>
                  <a:ext uri="{FF2B5EF4-FFF2-40B4-BE49-F238E27FC236}">
                    <a16:creationId xmlns:a16="http://schemas.microsoft.com/office/drawing/2014/main" id="{E1B5188F-F6EE-4842-993B-C8F57D6091E9}"/>
                  </a:ext>
                </a:extLst>
              </p14:cNvPr>
              <p14:cNvContentPartPr/>
              <p14:nvPr/>
            </p14:nvContentPartPr>
            <p14:xfrm>
              <a:off x="2251989" y="894865"/>
              <a:ext cx="697320" cy="298440"/>
            </p14:xfrm>
          </p:contentPart>
        </mc:Choice>
        <mc:Fallback xmlns="">
          <p:pic>
            <p:nvPicPr>
              <p:cNvPr id="15" name="Cerneală 14">
                <a:extLst>
                  <a:ext uri="{FF2B5EF4-FFF2-40B4-BE49-F238E27FC236}">
                    <a16:creationId xmlns:a16="http://schemas.microsoft.com/office/drawing/2014/main" id="{E1B5188F-F6EE-4842-993B-C8F57D6091E9}"/>
                  </a:ext>
                </a:extLst>
              </p:cNvPr>
              <p:cNvPicPr/>
              <p:nvPr/>
            </p:nvPicPr>
            <p:blipFill>
              <a:blip r:embed="rId28"/>
              <a:stretch>
                <a:fillRect/>
              </a:stretch>
            </p:blipFill>
            <p:spPr>
              <a:xfrm>
                <a:off x="2233989" y="858865"/>
                <a:ext cx="732960" cy="370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9">
            <p14:nvContentPartPr>
              <p14:cNvPr id="16" name="Cerneală 15">
                <a:extLst>
                  <a:ext uri="{FF2B5EF4-FFF2-40B4-BE49-F238E27FC236}">
                    <a16:creationId xmlns:a16="http://schemas.microsoft.com/office/drawing/2014/main" id="{6BABF0F5-DCCF-4D2B-89E9-70982F801DFC}"/>
                  </a:ext>
                </a:extLst>
              </p14:cNvPr>
              <p14:cNvContentPartPr/>
              <p14:nvPr/>
            </p14:nvContentPartPr>
            <p14:xfrm>
              <a:off x="2613429" y="923665"/>
              <a:ext cx="281160" cy="442800"/>
            </p14:xfrm>
          </p:contentPart>
        </mc:Choice>
        <mc:Fallback xmlns="">
          <p:pic>
            <p:nvPicPr>
              <p:cNvPr id="16" name="Cerneală 15">
                <a:extLst>
                  <a:ext uri="{FF2B5EF4-FFF2-40B4-BE49-F238E27FC236}">
                    <a16:creationId xmlns:a16="http://schemas.microsoft.com/office/drawing/2014/main" id="{6BABF0F5-DCCF-4D2B-89E9-70982F801DFC}"/>
                  </a:ext>
                </a:extLst>
              </p:cNvPr>
              <p:cNvPicPr/>
              <p:nvPr/>
            </p:nvPicPr>
            <p:blipFill>
              <a:blip r:embed="rId30"/>
              <a:stretch>
                <a:fillRect/>
              </a:stretch>
            </p:blipFill>
            <p:spPr>
              <a:xfrm>
                <a:off x="2595789" y="887665"/>
                <a:ext cx="316800" cy="514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1">
            <p14:nvContentPartPr>
              <p14:cNvPr id="17" name="Cerneală 16">
                <a:extLst>
                  <a:ext uri="{FF2B5EF4-FFF2-40B4-BE49-F238E27FC236}">
                    <a16:creationId xmlns:a16="http://schemas.microsoft.com/office/drawing/2014/main" id="{D3615D1D-5E6C-4960-B919-34A358421DA9}"/>
                  </a:ext>
                </a:extLst>
              </p14:cNvPr>
              <p14:cNvContentPartPr/>
              <p14:nvPr/>
            </p14:nvContentPartPr>
            <p14:xfrm>
              <a:off x="616869" y="477625"/>
              <a:ext cx="356760" cy="528480"/>
            </p14:xfrm>
          </p:contentPart>
        </mc:Choice>
        <mc:Fallback xmlns="">
          <p:pic>
            <p:nvPicPr>
              <p:cNvPr id="17" name="Cerneală 16">
                <a:extLst>
                  <a:ext uri="{FF2B5EF4-FFF2-40B4-BE49-F238E27FC236}">
                    <a16:creationId xmlns:a16="http://schemas.microsoft.com/office/drawing/2014/main" id="{D3615D1D-5E6C-4960-B919-34A358421DA9}"/>
                  </a:ext>
                </a:extLst>
              </p:cNvPr>
              <p:cNvPicPr/>
              <p:nvPr/>
            </p:nvPicPr>
            <p:blipFill>
              <a:blip r:embed="rId32"/>
              <a:stretch>
                <a:fillRect/>
              </a:stretch>
            </p:blipFill>
            <p:spPr>
              <a:xfrm>
                <a:off x="599229" y="441985"/>
                <a:ext cx="392400" cy="600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3">
            <p14:nvContentPartPr>
              <p14:cNvPr id="18" name="Cerneală 17">
                <a:extLst>
                  <a:ext uri="{FF2B5EF4-FFF2-40B4-BE49-F238E27FC236}">
                    <a16:creationId xmlns:a16="http://schemas.microsoft.com/office/drawing/2014/main" id="{6243597E-2B03-40F1-BCDD-1B9262DF4CA3}"/>
                  </a:ext>
                </a:extLst>
              </p14:cNvPr>
              <p14:cNvContentPartPr/>
              <p14:nvPr/>
            </p14:nvContentPartPr>
            <p14:xfrm>
              <a:off x="745389" y="723145"/>
              <a:ext cx="480600" cy="174960"/>
            </p14:xfrm>
          </p:contentPart>
        </mc:Choice>
        <mc:Fallback xmlns="">
          <p:pic>
            <p:nvPicPr>
              <p:cNvPr id="18" name="Cerneală 17">
                <a:extLst>
                  <a:ext uri="{FF2B5EF4-FFF2-40B4-BE49-F238E27FC236}">
                    <a16:creationId xmlns:a16="http://schemas.microsoft.com/office/drawing/2014/main" id="{6243597E-2B03-40F1-BCDD-1B9262DF4CA3}"/>
                  </a:ext>
                </a:extLst>
              </p:cNvPr>
              <p:cNvPicPr/>
              <p:nvPr/>
            </p:nvPicPr>
            <p:blipFill>
              <a:blip r:embed="rId34"/>
              <a:stretch>
                <a:fillRect/>
              </a:stretch>
            </p:blipFill>
            <p:spPr>
              <a:xfrm>
                <a:off x="727749" y="687505"/>
                <a:ext cx="516240" cy="246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5">
            <p14:nvContentPartPr>
              <p14:cNvPr id="19" name="Cerneală 18">
                <a:extLst>
                  <a:ext uri="{FF2B5EF4-FFF2-40B4-BE49-F238E27FC236}">
                    <a16:creationId xmlns:a16="http://schemas.microsoft.com/office/drawing/2014/main" id="{ECEB7AE4-8A06-4EB7-B9FE-B102B342EAA5}"/>
                  </a:ext>
                </a:extLst>
              </p14:cNvPr>
              <p14:cNvContentPartPr/>
              <p14:nvPr/>
            </p14:nvContentPartPr>
            <p14:xfrm>
              <a:off x="1251189" y="312025"/>
              <a:ext cx="485280" cy="539640"/>
            </p14:xfrm>
          </p:contentPart>
        </mc:Choice>
        <mc:Fallback xmlns="">
          <p:pic>
            <p:nvPicPr>
              <p:cNvPr id="19" name="Cerneală 18">
                <a:extLst>
                  <a:ext uri="{FF2B5EF4-FFF2-40B4-BE49-F238E27FC236}">
                    <a16:creationId xmlns:a16="http://schemas.microsoft.com/office/drawing/2014/main" id="{ECEB7AE4-8A06-4EB7-B9FE-B102B342EAA5}"/>
                  </a:ext>
                </a:extLst>
              </p:cNvPr>
              <p:cNvPicPr/>
              <p:nvPr/>
            </p:nvPicPr>
            <p:blipFill>
              <a:blip r:embed="rId36"/>
              <a:stretch>
                <a:fillRect/>
              </a:stretch>
            </p:blipFill>
            <p:spPr>
              <a:xfrm>
                <a:off x="1233549" y="276385"/>
                <a:ext cx="520920" cy="611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7">
            <p14:nvContentPartPr>
              <p14:cNvPr id="20" name="Cerneală 19">
                <a:extLst>
                  <a:ext uri="{FF2B5EF4-FFF2-40B4-BE49-F238E27FC236}">
                    <a16:creationId xmlns:a16="http://schemas.microsoft.com/office/drawing/2014/main" id="{73A55D5D-A64B-4A2A-95C3-5D6EB770388C}"/>
                  </a:ext>
                </a:extLst>
              </p14:cNvPr>
              <p14:cNvContentPartPr/>
              <p14:nvPr/>
            </p14:nvContentPartPr>
            <p14:xfrm>
              <a:off x="1385109" y="337945"/>
              <a:ext cx="274320" cy="110520"/>
            </p14:xfrm>
          </p:contentPart>
        </mc:Choice>
        <mc:Fallback xmlns="">
          <p:pic>
            <p:nvPicPr>
              <p:cNvPr id="20" name="Cerneală 19">
                <a:extLst>
                  <a:ext uri="{FF2B5EF4-FFF2-40B4-BE49-F238E27FC236}">
                    <a16:creationId xmlns:a16="http://schemas.microsoft.com/office/drawing/2014/main" id="{73A55D5D-A64B-4A2A-95C3-5D6EB770388C}"/>
                  </a:ext>
                </a:extLst>
              </p:cNvPr>
              <p:cNvPicPr/>
              <p:nvPr/>
            </p:nvPicPr>
            <p:blipFill>
              <a:blip r:embed="rId38"/>
              <a:stretch>
                <a:fillRect/>
              </a:stretch>
            </p:blipFill>
            <p:spPr>
              <a:xfrm>
                <a:off x="1367469" y="301945"/>
                <a:ext cx="309960" cy="182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9">
            <p14:nvContentPartPr>
              <p14:cNvPr id="21" name="Cerneală 20">
                <a:extLst>
                  <a:ext uri="{FF2B5EF4-FFF2-40B4-BE49-F238E27FC236}">
                    <a16:creationId xmlns:a16="http://schemas.microsoft.com/office/drawing/2014/main" id="{1FD1CA24-3B9F-4BFE-8DB4-64855A4DE336}"/>
                  </a:ext>
                </a:extLst>
              </p14:cNvPr>
              <p14:cNvContentPartPr/>
              <p14:nvPr/>
            </p14:nvContentPartPr>
            <p14:xfrm>
              <a:off x="1699749" y="300865"/>
              <a:ext cx="700560" cy="352080"/>
            </p14:xfrm>
          </p:contentPart>
        </mc:Choice>
        <mc:Fallback xmlns="">
          <p:pic>
            <p:nvPicPr>
              <p:cNvPr id="21" name="Cerneală 20">
                <a:extLst>
                  <a:ext uri="{FF2B5EF4-FFF2-40B4-BE49-F238E27FC236}">
                    <a16:creationId xmlns:a16="http://schemas.microsoft.com/office/drawing/2014/main" id="{1FD1CA24-3B9F-4BFE-8DB4-64855A4DE336}"/>
                  </a:ext>
                </a:extLst>
              </p:cNvPr>
              <p:cNvPicPr/>
              <p:nvPr/>
            </p:nvPicPr>
            <p:blipFill>
              <a:blip r:embed="rId40"/>
              <a:stretch>
                <a:fillRect/>
              </a:stretch>
            </p:blipFill>
            <p:spPr>
              <a:xfrm>
                <a:off x="1682109" y="265225"/>
                <a:ext cx="736200" cy="423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1">
            <p14:nvContentPartPr>
              <p14:cNvPr id="22" name="Cerneală 21">
                <a:extLst>
                  <a:ext uri="{FF2B5EF4-FFF2-40B4-BE49-F238E27FC236}">
                    <a16:creationId xmlns:a16="http://schemas.microsoft.com/office/drawing/2014/main" id="{EE376DDF-22DB-47F1-B99C-4A3EA1B04286}"/>
                  </a:ext>
                </a:extLst>
              </p14:cNvPr>
              <p14:cNvContentPartPr/>
              <p14:nvPr/>
            </p14:nvContentPartPr>
            <p14:xfrm>
              <a:off x="1452429" y="1098985"/>
              <a:ext cx="294840" cy="433800"/>
            </p14:xfrm>
          </p:contentPart>
        </mc:Choice>
        <mc:Fallback xmlns="">
          <p:pic>
            <p:nvPicPr>
              <p:cNvPr id="22" name="Cerneală 21">
                <a:extLst>
                  <a:ext uri="{FF2B5EF4-FFF2-40B4-BE49-F238E27FC236}">
                    <a16:creationId xmlns:a16="http://schemas.microsoft.com/office/drawing/2014/main" id="{EE376DDF-22DB-47F1-B99C-4A3EA1B04286}"/>
                  </a:ext>
                </a:extLst>
              </p:cNvPr>
              <p:cNvPicPr/>
              <p:nvPr/>
            </p:nvPicPr>
            <p:blipFill>
              <a:blip r:embed="rId42"/>
              <a:stretch>
                <a:fillRect/>
              </a:stretch>
            </p:blipFill>
            <p:spPr>
              <a:xfrm>
                <a:off x="1434789" y="1063345"/>
                <a:ext cx="330480" cy="505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3">
            <p14:nvContentPartPr>
              <p14:cNvPr id="23" name="Cerneală 22">
                <a:extLst>
                  <a:ext uri="{FF2B5EF4-FFF2-40B4-BE49-F238E27FC236}">
                    <a16:creationId xmlns:a16="http://schemas.microsoft.com/office/drawing/2014/main" id="{82B8F246-AD63-4643-9BE7-A24DC22133E1}"/>
                  </a:ext>
                </a:extLst>
              </p14:cNvPr>
              <p14:cNvContentPartPr/>
              <p14:nvPr/>
            </p14:nvContentPartPr>
            <p14:xfrm>
              <a:off x="7338789" y="883705"/>
              <a:ext cx="199440" cy="69120"/>
            </p14:xfrm>
          </p:contentPart>
        </mc:Choice>
        <mc:Fallback xmlns="">
          <p:pic>
            <p:nvPicPr>
              <p:cNvPr id="23" name="Cerneală 22">
                <a:extLst>
                  <a:ext uri="{FF2B5EF4-FFF2-40B4-BE49-F238E27FC236}">
                    <a16:creationId xmlns:a16="http://schemas.microsoft.com/office/drawing/2014/main" id="{82B8F246-AD63-4643-9BE7-A24DC22133E1}"/>
                  </a:ext>
                </a:extLst>
              </p:cNvPr>
              <p:cNvPicPr/>
              <p:nvPr/>
            </p:nvPicPr>
            <p:blipFill>
              <a:blip r:embed="rId44"/>
              <a:stretch>
                <a:fillRect/>
              </a:stretch>
            </p:blipFill>
            <p:spPr>
              <a:xfrm>
                <a:off x="7321149" y="848065"/>
                <a:ext cx="235080" cy="140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5">
            <p14:nvContentPartPr>
              <p14:cNvPr id="24" name="Cerneală 23">
                <a:extLst>
                  <a:ext uri="{FF2B5EF4-FFF2-40B4-BE49-F238E27FC236}">
                    <a16:creationId xmlns:a16="http://schemas.microsoft.com/office/drawing/2014/main" id="{B5F6D6D8-0718-453A-A31F-2C3CB5E59114}"/>
                  </a:ext>
                </a:extLst>
              </p14:cNvPr>
              <p14:cNvContentPartPr/>
              <p14:nvPr/>
            </p14:nvContentPartPr>
            <p14:xfrm>
              <a:off x="7334109" y="1004665"/>
              <a:ext cx="219960" cy="58680"/>
            </p14:xfrm>
          </p:contentPart>
        </mc:Choice>
        <mc:Fallback xmlns="">
          <p:pic>
            <p:nvPicPr>
              <p:cNvPr id="24" name="Cerneală 23">
                <a:extLst>
                  <a:ext uri="{FF2B5EF4-FFF2-40B4-BE49-F238E27FC236}">
                    <a16:creationId xmlns:a16="http://schemas.microsoft.com/office/drawing/2014/main" id="{B5F6D6D8-0718-453A-A31F-2C3CB5E59114}"/>
                  </a:ext>
                </a:extLst>
              </p:cNvPr>
              <p:cNvPicPr/>
              <p:nvPr/>
            </p:nvPicPr>
            <p:blipFill>
              <a:blip r:embed="rId46"/>
              <a:stretch>
                <a:fillRect/>
              </a:stretch>
            </p:blipFill>
            <p:spPr>
              <a:xfrm>
                <a:off x="7316109" y="969025"/>
                <a:ext cx="255600" cy="130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7">
            <p14:nvContentPartPr>
              <p14:cNvPr id="25" name="Cerneală 24">
                <a:extLst>
                  <a:ext uri="{FF2B5EF4-FFF2-40B4-BE49-F238E27FC236}">
                    <a16:creationId xmlns:a16="http://schemas.microsoft.com/office/drawing/2014/main" id="{5F4CDD3A-9C9F-4D1A-AB3A-FC00853D0A6E}"/>
                  </a:ext>
                </a:extLst>
              </p14:cNvPr>
              <p14:cNvContentPartPr/>
              <p14:nvPr/>
            </p14:nvContentPartPr>
            <p14:xfrm>
              <a:off x="7329429" y="1159105"/>
              <a:ext cx="260280" cy="56880"/>
            </p14:xfrm>
          </p:contentPart>
        </mc:Choice>
        <mc:Fallback xmlns="">
          <p:pic>
            <p:nvPicPr>
              <p:cNvPr id="25" name="Cerneală 24">
                <a:extLst>
                  <a:ext uri="{FF2B5EF4-FFF2-40B4-BE49-F238E27FC236}">
                    <a16:creationId xmlns:a16="http://schemas.microsoft.com/office/drawing/2014/main" id="{5F4CDD3A-9C9F-4D1A-AB3A-FC00853D0A6E}"/>
                  </a:ext>
                </a:extLst>
              </p:cNvPr>
              <p:cNvPicPr/>
              <p:nvPr/>
            </p:nvPicPr>
            <p:blipFill>
              <a:blip r:embed="rId48"/>
              <a:stretch>
                <a:fillRect/>
              </a:stretch>
            </p:blipFill>
            <p:spPr>
              <a:xfrm>
                <a:off x="7311429" y="1123105"/>
                <a:ext cx="295920" cy="128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9">
            <p14:nvContentPartPr>
              <p14:cNvPr id="26" name="Cerneală 25">
                <a:extLst>
                  <a:ext uri="{FF2B5EF4-FFF2-40B4-BE49-F238E27FC236}">
                    <a16:creationId xmlns:a16="http://schemas.microsoft.com/office/drawing/2014/main" id="{72A2AF12-786D-43F6-8AC7-957440212BE2}"/>
                  </a:ext>
                </a:extLst>
              </p14:cNvPr>
              <p14:cNvContentPartPr/>
              <p14:nvPr/>
            </p14:nvContentPartPr>
            <p14:xfrm>
              <a:off x="7891389" y="750505"/>
              <a:ext cx="35640" cy="257760"/>
            </p14:xfrm>
          </p:contentPart>
        </mc:Choice>
        <mc:Fallback xmlns="">
          <p:pic>
            <p:nvPicPr>
              <p:cNvPr id="26" name="Cerneală 25">
                <a:extLst>
                  <a:ext uri="{FF2B5EF4-FFF2-40B4-BE49-F238E27FC236}">
                    <a16:creationId xmlns:a16="http://schemas.microsoft.com/office/drawing/2014/main" id="{72A2AF12-786D-43F6-8AC7-957440212BE2}"/>
                  </a:ext>
                </a:extLst>
              </p:cNvPr>
              <p:cNvPicPr/>
              <p:nvPr/>
            </p:nvPicPr>
            <p:blipFill>
              <a:blip r:embed="rId50"/>
              <a:stretch>
                <a:fillRect/>
              </a:stretch>
            </p:blipFill>
            <p:spPr>
              <a:xfrm>
                <a:off x="7873749" y="714505"/>
                <a:ext cx="71280" cy="329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1">
            <p14:nvContentPartPr>
              <p14:cNvPr id="27" name="Cerneală 26">
                <a:extLst>
                  <a:ext uri="{FF2B5EF4-FFF2-40B4-BE49-F238E27FC236}">
                    <a16:creationId xmlns:a16="http://schemas.microsoft.com/office/drawing/2014/main" id="{09B57308-8BF3-4848-8362-3C3D386D4229}"/>
                  </a:ext>
                </a:extLst>
              </p14:cNvPr>
              <p14:cNvContentPartPr/>
              <p14:nvPr/>
            </p14:nvContentPartPr>
            <p14:xfrm>
              <a:off x="7846389" y="531985"/>
              <a:ext cx="319680" cy="218880"/>
            </p14:xfrm>
          </p:contentPart>
        </mc:Choice>
        <mc:Fallback xmlns="">
          <p:pic>
            <p:nvPicPr>
              <p:cNvPr id="27" name="Cerneală 26">
                <a:extLst>
                  <a:ext uri="{FF2B5EF4-FFF2-40B4-BE49-F238E27FC236}">
                    <a16:creationId xmlns:a16="http://schemas.microsoft.com/office/drawing/2014/main" id="{09B57308-8BF3-4848-8362-3C3D386D4229}"/>
                  </a:ext>
                </a:extLst>
              </p:cNvPr>
              <p:cNvPicPr/>
              <p:nvPr/>
            </p:nvPicPr>
            <p:blipFill>
              <a:blip r:embed="rId52"/>
              <a:stretch>
                <a:fillRect/>
              </a:stretch>
            </p:blipFill>
            <p:spPr>
              <a:xfrm>
                <a:off x="7828749" y="495985"/>
                <a:ext cx="355320" cy="290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3">
            <p14:nvContentPartPr>
              <p14:cNvPr id="28" name="Cerneală 27">
                <a:extLst>
                  <a:ext uri="{FF2B5EF4-FFF2-40B4-BE49-F238E27FC236}">
                    <a16:creationId xmlns:a16="http://schemas.microsoft.com/office/drawing/2014/main" id="{38912CA0-7C78-4845-B4D4-8302C9E215A7}"/>
                  </a:ext>
                </a:extLst>
              </p14:cNvPr>
              <p14:cNvContentPartPr/>
              <p14:nvPr/>
            </p14:nvContentPartPr>
            <p14:xfrm>
              <a:off x="7849269" y="766345"/>
              <a:ext cx="271080" cy="56880"/>
            </p14:xfrm>
          </p:contentPart>
        </mc:Choice>
        <mc:Fallback xmlns="">
          <p:pic>
            <p:nvPicPr>
              <p:cNvPr id="28" name="Cerneală 27">
                <a:extLst>
                  <a:ext uri="{FF2B5EF4-FFF2-40B4-BE49-F238E27FC236}">
                    <a16:creationId xmlns:a16="http://schemas.microsoft.com/office/drawing/2014/main" id="{38912CA0-7C78-4845-B4D4-8302C9E215A7}"/>
                  </a:ext>
                </a:extLst>
              </p:cNvPr>
              <p:cNvPicPr/>
              <p:nvPr/>
            </p:nvPicPr>
            <p:blipFill>
              <a:blip r:embed="rId54"/>
              <a:stretch>
                <a:fillRect/>
              </a:stretch>
            </p:blipFill>
            <p:spPr>
              <a:xfrm>
                <a:off x="7831269" y="730705"/>
                <a:ext cx="306720" cy="128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5">
            <p14:nvContentPartPr>
              <p14:cNvPr id="29" name="Cerneală 28">
                <a:extLst>
                  <a:ext uri="{FF2B5EF4-FFF2-40B4-BE49-F238E27FC236}">
                    <a16:creationId xmlns:a16="http://schemas.microsoft.com/office/drawing/2014/main" id="{71E60C03-243D-45FC-8CAA-727484DAF8A1}"/>
                  </a:ext>
                </a:extLst>
              </p14:cNvPr>
              <p14:cNvContentPartPr/>
              <p14:nvPr/>
            </p14:nvContentPartPr>
            <p14:xfrm>
              <a:off x="8083269" y="763105"/>
              <a:ext cx="188280" cy="164880"/>
            </p14:xfrm>
          </p:contentPart>
        </mc:Choice>
        <mc:Fallback xmlns="">
          <p:pic>
            <p:nvPicPr>
              <p:cNvPr id="29" name="Cerneală 28">
                <a:extLst>
                  <a:ext uri="{FF2B5EF4-FFF2-40B4-BE49-F238E27FC236}">
                    <a16:creationId xmlns:a16="http://schemas.microsoft.com/office/drawing/2014/main" id="{71E60C03-243D-45FC-8CAA-727484DAF8A1}"/>
                  </a:ext>
                </a:extLst>
              </p:cNvPr>
              <p:cNvPicPr/>
              <p:nvPr/>
            </p:nvPicPr>
            <p:blipFill>
              <a:blip r:embed="rId56"/>
              <a:stretch>
                <a:fillRect/>
              </a:stretch>
            </p:blipFill>
            <p:spPr>
              <a:xfrm>
                <a:off x="8065269" y="727105"/>
                <a:ext cx="223920" cy="236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7">
            <p14:nvContentPartPr>
              <p14:cNvPr id="30" name="Cerneală 29">
                <a:extLst>
                  <a:ext uri="{FF2B5EF4-FFF2-40B4-BE49-F238E27FC236}">
                    <a16:creationId xmlns:a16="http://schemas.microsoft.com/office/drawing/2014/main" id="{A43E3195-DE1D-4FA0-B6F3-B4EFF39EA346}"/>
                  </a:ext>
                </a:extLst>
              </p14:cNvPr>
              <p14:cNvContentPartPr/>
              <p14:nvPr/>
            </p14:nvContentPartPr>
            <p14:xfrm>
              <a:off x="8292069" y="381145"/>
              <a:ext cx="525600" cy="509400"/>
            </p14:xfrm>
          </p:contentPart>
        </mc:Choice>
        <mc:Fallback xmlns="">
          <p:pic>
            <p:nvPicPr>
              <p:cNvPr id="30" name="Cerneală 29">
                <a:extLst>
                  <a:ext uri="{FF2B5EF4-FFF2-40B4-BE49-F238E27FC236}">
                    <a16:creationId xmlns:a16="http://schemas.microsoft.com/office/drawing/2014/main" id="{A43E3195-DE1D-4FA0-B6F3-B4EFF39EA346}"/>
                  </a:ext>
                </a:extLst>
              </p:cNvPr>
              <p:cNvPicPr/>
              <p:nvPr/>
            </p:nvPicPr>
            <p:blipFill>
              <a:blip r:embed="rId58"/>
              <a:stretch>
                <a:fillRect/>
              </a:stretch>
            </p:blipFill>
            <p:spPr>
              <a:xfrm>
                <a:off x="8274069" y="345505"/>
                <a:ext cx="561240" cy="581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9">
            <p14:nvContentPartPr>
              <p14:cNvPr id="31" name="Cerneală 30">
                <a:extLst>
                  <a:ext uri="{FF2B5EF4-FFF2-40B4-BE49-F238E27FC236}">
                    <a16:creationId xmlns:a16="http://schemas.microsoft.com/office/drawing/2014/main" id="{83ECB0B8-DF3F-44E0-AFCC-F203C0692D45}"/>
                  </a:ext>
                </a:extLst>
              </p14:cNvPr>
              <p14:cNvContentPartPr/>
              <p14:nvPr/>
            </p14:nvContentPartPr>
            <p14:xfrm>
              <a:off x="8515989" y="522265"/>
              <a:ext cx="407880" cy="55440"/>
            </p14:xfrm>
          </p:contentPart>
        </mc:Choice>
        <mc:Fallback xmlns="">
          <p:pic>
            <p:nvPicPr>
              <p:cNvPr id="31" name="Cerneală 30">
                <a:extLst>
                  <a:ext uri="{FF2B5EF4-FFF2-40B4-BE49-F238E27FC236}">
                    <a16:creationId xmlns:a16="http://schemas.microsoft.com/office/drawing/2014/main" id="{83ECB0B8-DF3F-44E0-AFCC-F203C0692D45}"/>
                  </a:ext>
                </a:extLst>
              </p:cNvPr>
              <p:cNvPicPr/>
              <p:nvPr/>
            </p:nvPicPr>
            <p:blipFill>
              <a:blip r:embed="rId60"/>
              <a:stretch>
                <a:fillRect/>
              </a:stretch>
            </p:blipFill>
            <p:spPr>
              <a:xfrm>
                <a:off x="8497989" y="486625"/>
                <a:ext cx="443520" cy="127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1">
            <p14:nvContentPartPr>
              <p14:cNvPr id="32" name="Cerneală 31">
                <a:extLst>
                  <a:ext uri="{FF2B5EF4-FFF2-40B4-BE49-F238E27FC236}">
                    <a16:creationId xmlns:a16="http://schemas.microsoft.com/office/drawing/2014/main" id="{8A883A1B-7125-4CB9-BF79-9A50B1A28F17}"/>
                  </a:ext>
                </a:extLst>
              </p14:cNvPr>
              <p14:cNvContentPartPr/>
              <p14:nvPr/>
            </p14:nvContentPartPr>
            <p14:xfrm>
              <a:off x="8848989" y="594985"/>
              <a:ext cx="666000" cy="186840"/>
            </p14:xfrm>
          </p:contentPart>
        </mc:Choice>
        <mc:Fallback xmlns="">
          <p:pic>
            <p:nvPicPr>
              <p:cNvPr id="32" name="Cerneală 31">
                <a:extLst>
                  <a:ext uri="{FF2B5EF4-FFF2-40B4-BE49-F238E27FC236}">
                    <a16:creationId xmlns:a16="http://schemas.microsoft.com/office/drawing/2014/main" id="{8A883A1B-7125-4CB9-BF79-9A50B1A28F17}"/>
                  </a:ext>
                </a:extLst>
              </p:cNvPr>
              <p:cNvPicPr/>
              <p:nvPr/>
            </p:nvPicPr>
            <p:blipFill>
              <a:blip r:embed="rId62"/>
              <a:stretch>
                <a:fillRect/>
              </a:stretch>
            </p:blipFill>
            <p:spPr>
              <a:xfrm>
                <a:off x="8831349" y="558985"/>
                <a:ext cx="701640" cy="258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3">
            <p14:nvContentPartPr>
              <p14:cNvPr id="33" name="Cerneală 32">
                <a:extLst>
                  <a:ext uri="{FF2B5EF4-FFF2-40B4-BE49-F238E27FC236}">
                    <a16:creationId xmlns:a16="http://schemas.microsoft.com/office/drawing/2014/main" id="{82AF7446-A10D-4AE2-86E8-2C7764A9D80F}"/>
                  </a:ext>
                </a:extLst>
              </p14:cNvPr>
              <p14:cNvContentPartPr/>
              <p14:nvPr/>
            </p14:nvContentPartPr>
            <p14:xfrm>
              <a:off x="10182789" y="408865"/>
              <a:ext cx="255600" cy="278640"/>
            </p14:xfrm>
          </p:contentPart>
        </mc:Choice>
        <mc:Fallback xmlns="">
          <p:pic>
            <p:nvPicPr>
              <p:cNvPr id="33" name="Cerneală 32">
                <a:extLst>
                  <a:ext uri="{FF2B5EF4-FFF2-40B4-BE49-F238E27FC236}">
                    <a16:creationId xmlns:a16="http://schemas.microsoft.com/office/drawing/2014/main" id="{82AF7446-A10D-4AE2-86E8-2C7764A9D80F}"/>
                  </a:ext>
                </a:extLst>
              </p:cNvPr>
              <p:cNvPicPr/>
              <p:nvPr/>
            </p:nvPicPr>
            <p:blipFill>
              <a:blip r:embed="rId64"/>
              <a:stretch>
                <a:fillRect/>
              </a:stretch>
            </p:blipFill>
            <p:spPr>
              <a:xfrm>
                <a:off x="10165149" y="372865"/>
                <a:ext cx="291240" cy="3502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97857850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reptunghi 1">
            <a:extLst>
              <a:ext uri="{FF2B5EF4-FFF2-40B4-BE49-F238E27FC236}">
                <a16:creationId xmlns:a16="http://schemas.microsoft.com/office/drawing/2014/main" id="{EB6C28A5-F99B-420B-9781-1E0CE500BEF8}"/>
              </a:ext>
            </a:extLst>
          </p:cNvPr>
          <p:cNvSpPr/>
          <p:nvPr/>
        </p:nvSpPr>
        <p:spPr>
          <a:xfrm>
            <a:off x="1158294" y="137196"/>
            <a:ext cx="10149729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o-RO" sz="2800" b="1" dirty="0">
                <a:solidFill>
                  <a:srgbClr val="0000FF"/>
                </a:solidFill>
              </a:rPr>
              <a:t>Exemple de numărătoare asincrone </a:t>
            </a:r>
          </a:p>
          <a:p>
            <a:pPr algn="ctr"/>
            <a:r>
              <a:rPr lang="ro-RO" sz="2800" b="1" dirty="0">
                <a:solidFill>
                  <a:srgbClr val="0000FF"/>
                </a:solidFill>
              </a:rPr>
              <a:t>(disponibile ca </a:t>
            </a:r>
            <a:r>
              <a:rPr lang="ro-RO" sz="2800" b="1" i="1" dirty="0">
                <a:solidFill>
                  <a:srgbClr val="0000FF"/>
                </a:solidFill>
              </a:rPr>
              <a:t>Macro</a:t>
            </a:r>
            <a:r>
              <a:rPr lang="ro-RO" sz="2800" b="1" dirty="0">
                <a:solidFill>
                  <a:srgbClr val="0000FF"/>
                </a:solidFill>
              </a:rPr>
              <a:t> , pentru implementări in FPGA)     </a:t>
            </a:r>
            <a:r>
              <a:rPr lang="en-US" sz="2800" b="1" dirty="0">
                <a:solidFill>
                  <a:srgbClr val="0000FF"/>
                </a:solidFill>
              </a:rPr>
              <a:t> </a:t>
            </a:r>
            <a:endParaRPr lang="ro-RO" sz="2800" b="1" dirty="0">
              <a:solidFill>
                <a:srgbClr val="0000FF"/>
              </a:solidFill>
            </a:endParaRPr>
          </a:p>
        </p:txBody>
      </p:sp>
      <p:pic>
        <p:nvPicPr>
          <p:cNvPr id="5" name="Imagine 1">
            <a:extLst>
              <a:ext uri="{FF2B5EF4-FFF2-40B4-BE49-F238E27FC236}">
                <a16:creationId xmlns:a16="http://schemas.microsoft.com/office/drawing/2014/main" id="{505DD154-9851-45E8-A607-482BAF5017B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49733" y="1325903"/>
            <a:ext cx="10332607" cy="487759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60522526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reptunghi 1">
            <a:extLst>
              <a:ext uri="{FF2B5EF4-FFF2-40B4-BE49-F238E27FC236}">
                <a16:creationId xmlns:a16="http://schemas.microsoft.com/office/drawing/2014/main" id="{6C401569-7906-4795-A91E-0998C971A7D3}"/>
              </a:ext>
            </a:extLst>
          </p:cNvPr>
          <p:cNvSpPr/>
          <p:nvPr/>
        </p:nvSpPr>
        <p:spPr>
          <a:xfrm>
            <a:off x="975416" y="411513"/>
            <a:ext cx="10407326" cy="37856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b="1" dirty="0">
                <a:solidFill>
                  <a:srgbClr val="0000FF"/>
                </a:solidFill>
              </a:rPr>
              <a:t>Agenda</a:t>
            </a:r>
            <a:endParaRPr lang="ro-RO" sz="2800" b="1" dirty="0">
              <a:solidFill>
                <a:srgbClr val="0000FF"/>
              </a:solidFill>
            </a:endParaRPr>
          </a:p>
          <a:p>
            <a:pPr algn="ctr"/>
            <a:r>
              <a:rPr lang="ro-RO" sz="2800" b="1" dirty="0">
                <a:solidFill>
                  <a:srgbClr val="0000FF"/>
                </a:solidFill>
              </a:rPr>
              <a:t> </a:t>
            </a:r>
          </a:p>
          <a:p>
            <a:pPr marL="457200" indent="-457200">
              <a:buFontTx/>
              <a:buChar char="-"/>
            </a:pPr>
            <a:r>
              <a:rPr lang="ro-RO" sz="2800" b="1" dirty="0">
                <a:solidFill>
                  <a:srgbClr val="0000FF"/>
                </a:solidFill>
              </a:rPr>
              <a:t>Numărătoare;</a:t>
            </a:r>
          </a:p>
          <a:p>
            <a:pPr marL="1371600" lvl="2" indent="-457200">
              <a:buFontTx/>
              <a:buChar char="-"/>
            </a:pPr>
            <a:r>
              <a:rPr lang="ro-RO" sz="2800" b="1" dirty="0">
                <a:solidFill>
                  <a:schemeClr val="accent6">
                    <a:lumMod val="20000"/>
                    <a:lumOff val="80000"/>
                  </a:schemeClr>
                </a:solidFill>
              </a:rPr>
              <a:t>Introducere (rol, aplicații)</a:t>
            </a:r>
          </a:p>
          <a:p>
            <a:pPr marL="1371600" lvl="2" indent="-457200">
              <a:buFontTx/>
              <a:buChar char="-"/>
            </a:pPr>
            <a:r>
              <a:rPr lang="ro-RO" sz="2800" b="1" dirty="0">
                <a:solidFill>
                  <a:schemeClr val="accent6">
                    <a:lumMod val="20000"/>
                    <a:lumOff val="80000"/>
                  </a:schemeClr>
                </a:solidFill>
              </a:rPr>
              <a:t>Clasificare;</a:t>
            </a:r>
          </a:p>
          <a:p>
            <a:pPr marL="1371600" lvl="2" indent="-457200">
              <a:buFontTx/>
              <a:buChar char="-"/>
            </a:pPr>
            <a:r>
              <a:rPr lang="ro-RO" sz="2800" b="1" dirty="0"/>
              <a:t>Numărătoare binare asincrone;</a:t>
            </a:r>
          </a:p>
          <a:p>
            <a:pPr marL="2286000" lvl="4" indent="-457200">
              <a:buFontTx/>
              <a:buChar char="-"/>
            </a:pPr>
            <a:r>
              <a:rPr lang="ro-RO" sz="2400" b="1" dirty="0"/>
              <a:t>Structură internă</a:t>
            </a:r>
          </a:p>
          <a:p>
            <a:pPr marL="2286000" lvl="4" indent="-457200">
              <a:buFontTx/>
              <a:buChar char="-"/>
            </a:pPr>
            <a:r>
              <a:rPr lang="ro-RO" sz="2400" b="1" dirty="0"/>
              <a:t>Diagrame de timp</a:t>
            </a:r>
          </a:p>
          <a:p>
            <a:pPr marL="2286000" lvl="4" indent="-457200">
              <a:buFontTx/>
              <a:buChar char="-"/>
            </a:pPr>
            <a:r>
              <a:rPr lang="ro-RO" sz="2400" b="1" dirty="0">
                <a:solidFill>
                  <a:srgbClr val="FF0000"/>
                </a:solidFill>
              </a:rPr>
              <a:t>Aspecte nedorite în funcționarea numărătoarelor asincrone</a:t>
            </a:r>
            <a:r>
              <a:rPr lang="ro-RO" sz="2400" b="1" dirty="0"/>
              <a:t> </a:t>
            </a:r>
            <a:r>
              <a:rPr lang="en-US" sz="2400" b="1" dirty="0"/>
              <a:t> </a:t>
            </a:r>
            <a:endParaRPr lang="ro-RO" sz="2400" b="1" dirty="0"/>
          </a:p>
        </p:txBody>
      </p:sp>
    </p:spTree>
    <p:extLst>
      <p:ext uri="{BB962C8B-B14F-4D97-AF65-F5344CB8AC3E}">
        <p14:creationId xmlns:p14="http://schemas.microsoft.com/office/powerpoint/2010/main" val="148480009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reptunghi 1">
            <a:extLst>
              <a:ext uri="{FF2B5EF4-FFF2-40B4-BE49-F238E27FC236}">
                <a16:creationId xmlns:a16="http://schemas.microsoft.com/office/drawing/2014/main" id="{EB6C28A5-F99B-420B-9781-1E0CE500BEF8}"/>
              </a:ext>
            </a:extLst>
          </p:cNvPr>
          <p:cNvSpPr/>
          <p:nvPr/>
        </p:nvSpPr>
        <p:spPr>
          <a:xfrm>
            <a:off x="335343" y="137196"/>
            <a:ext cx="11429875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o-RO" sz="2800" b="1" dirty="0">
                <a:solidFill>
                  <a:srgbClr val="0000FF"/>
                </a:solidFill>
              </a:rPr>
              <a:t>Aspecte negative în funcționarea numărătoarelor asincrone     </a:t>
            </a:r>
            <a:r>
              <a:rPr lang="en-US" sz="2800" b="1" dirty="0">
                <a:solidFill>
                  <a:srgbClr val="0000FF"/>
                </a:solidFill>
              </a:rPr>
              <a:t> </a:t>
            </a:r>
            <a:endParaRPr lang="ro-RO" sz="2800" b="1" dirty="0">
              <a:solidFill>
                <a:srgbClr val="0000FF"/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C2FBC02-B3EB-44B8-94D7-4D9F4A3E08D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1099" y="2697488"/>
            <a:ext cx="8046632" cy="384320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" name="Picture 1">
            <a:extLst>
              <a:ext uri="{FF2B5EF4-FFF2-40B4-BE49-F238E27FC236}">
                <a16:creationId xmlns:a16="http://schemas.microsoft.com/office/drawing/2014/main" id="{E2DD3AA0-2FB0-4ECB-B42F-6A566ED0877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1099" y="777269"/>
            <a:ext cx="7976594" cy="18287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6" name="Cerneală 5">
                <a:extLst>
                  <a:ext uri="{FF2B5EF4-FFF2-40B4-BE49-F238E27FC236}">
                    <a16:creationId xmlns:a16="http://schemas.microsoft.com/office/drawing/2014/main" id="{432C5A89-6E32-432B-AA5E-7D5F6A3FC702}"/>
                  </a:ext>
                </a:extLst>
              </p14:cNvPr>
              <p14:cNvContentPartPr/>
              <p14:nvPr/>
            </p14:nvContentPartPr>
            <p14:xfrm>
              <a:off x="3128949" y="4765225"/>
              <a:ext cx="113760" cy="240120"/>
            </p14:xfrm>
          </p:contentPart>
        </mc:Choice>
        <mc:Fallback xmlns="">
          <p:pic>
            <p:nvPicPr>
              <p:cNvPr id="6" name="Cerneală 5">
                <a:extLst>
                  <a:ext uri="{FF2B5EF4-FFF2-40B4-BE49-F238E27FC236}">
                    <a16:creationId xmlns:a16="http://schemas.microsoft.com/office/drawing/2014/main" id="{432C5A89-6E32-432B-AA5E-7D5F6A3FC702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3111309" y="4729585"/>
                <a:ext cx="149400" cy="311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7" name="Cerneală 6">
                <a:extLst>
                  <a:ext uri="{FF2B5EF4-FFF2-40B4-BE49-F238E27FC236}">
                    <a16:creationId xmlns:a16="http://schemas.microsoft.com/office/drawing/2014/main" id="{3E9A72FA-6952-4C6C-AF65-E087CD8F8BD8}"/>
                  </a:ext>
                </a:extLst>
              </p14:cNvPr>
              <p14:cNvContentPartPr/>
              <p14:nvPr/>
            </p14:nvContentPartPr>
            <p14:xfrm>
              <a:off x="3065229" y="4408825"/>
              <a:ext cx="63720" cy="206640"/>
            </p14:xfrm>
          </p:contentPart>
        </mc:Choice>
        <mc:Fallback xmlns="">
          <p:pic>
            <p:nvPicPr>
              <p:cNvPr id="7" name="Cerneală 6">
                <a:extLst>
                  <a:ext uri="{FF2B5EF4-FFF2-40B4-BE49-F238E27FC236}">
                    <a16:creationId xmlns:a16="http://schemas.microsoft.com/office/drawing/2014/main" id="{3E9A72FA-6952-4C6C-AF65-E087CD8F8BD8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3047589" y="4372825"/>
                <a:ext cx="99360" cy="278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8" name="Cerneală 7">
                <a:extLst>
                  <a:ext uri="{FF2B5EF4-FFF2-40B4-BE49-F238E27FC236}">
                    <a16:creationId xmlns:a16="http://schemas.microsoft.com/office/drawing/2014/main" id="{E75FB34F-8D90-4957-93FC-364CD57FB8CE}"/>
                  </a:ext>
                </a:extLst>
              </p14:cNvPr>
              <p14:cNvContentPartPr/>
              <p14:nvPr/>
            </p14:nvContentPartPr>
            <p14:xfrm>
              <a:off x="3031389" y="3958465"/>
              <a:ext cx="56520" cy="221400"/>
            </p14:xfrm>
          </p:contentPart>
        </mc:Choice>
        <mc:Fallback xmlns="">
          <p:pic>
            <p:nvPicPr>
              <p:cNvPr id="8" name="Cerneală 7">
                <a:extLst>
                  <a:ext uri="{FF2B5EF4-FFF2-40B4-BE49-F238E27FC236}">
                    <a16:creationId xmlns:a16="http://schemas.microsoft.com/office/drawing/2014/main" id="{E75FB34F-8D90-4957-93FC-364CD57FB8CE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3013749" y="3922825"/>
                <a:ext cx="92160" cy="293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9" name="Cerneală 8">
                <a:extLst>
                  <a:ext uri="{FF2B5EF4-FFF2-40B4-BE49-F238E27FC236}">
                    <a16:creationId xmlns:a16="http://schemas.microsoft.com/office/drawing/2014/main" id="{64A5560E-C241-45D8-B297-370A809F89EA}"/>
                  </a:ext>
                </a:extLst>
              </p14:cNvPr>
              <p14:cNvContentPartPr/>
              <p14:nvPr/>
            </p14:nvContentPartPr>
            <p14:xfrm>
              <a:off x="3110589" y="3510625"/>
              <a:ext cx="40680" cy="245520"/>
            </p14:xfrm>
          </p:contentPart>
        </mc:Choice>
        <mc:Fallback xmlns="">
          <p:pic>
            <p:nvPicPr>
              <p:cNvPr id="9" name="Cerneală 8">
                <a:extLst>
                  <a:ext uri="{FF2B5EF4-FFF2-40B4-BE49-F238E27FC236}">
                    <a16:creationId xmlns:a16="http://schemas.microsoft.com/office/drawing/2014/main" id="{64A5560E-C241-45D8-B297-370A809F89EA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3092589" y="3474625"/>
                <a:ext cx="76320" cy="317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10" name="Cerneală 9">
                <a:extLst>
                  <a:ext uri="{FF2B5EF4-FFF2-40B4-BE49-F238E27FC236}">
                    <a16:creationId xmlns:a16="http://schemas.microsoft.com/office/drawing/2014/main" id="{9632B6F5-BF33-4FEF-8D3B-6DDD49FF7BAF}"/>
                  </a:ext>
                </a:extLst>
              </p14:cNvPr>
              <p14:cNvContentPartPr/>
              <p14:nvPr/>
            </p14:nvContentPartPr>
            <p14:xfrm>
              <a:off x="3171069" y="5404945"/>
              <a:ext cx="545760" cy="568080"/>
            </p14:xfrm>
          </p:contentPart>
        </mc:Choice>
        <mc:Fallback xmlns="">
          <p:pic>
            <p:nvPicPr>
              <p:cNvPr id="10" name="Cerneală 9">
                <a:extLst>
                  <a:ext uri="{FF2B5EF4-FFF2-40B4-BE49-F238E27FC236}">
                    <a16:creationId xmlns:a16="http://schemas.microsoft.com/office/drawing/2014/main" id="{9632B6F5-BF33-4FEF-8D3B-6DDD49FF7BAF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3153429" y="5368945"/>
                <a:ext cx="581400" cy="639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11" name="Cerneală 10">
                <a:extLst>
                  <a:ext uri="{FF2B5EF4-FFF2-40B4-BE49-F238E27FC236}">
                    <a16:creationId xmlns:a16="http://schemas.microsoft.com/office/drawing/2014/main" id="{133CD266-BC86-446F-A578-9698177755EF}"/>
                  </a:ext>
                </a:extLst>
              </p14:cNvPr>
              <p14:cNvContentPartPr/>
              <p14:nvPr/>
            </p14:nvContentPartPr>
            <p14:xfrm>
              <a:off x="9008829" y="1004665"/>
              <a:ext cx="24120" cy="227520"/>
            </p14:xfrm>
          </p:contentPart>
        </mc:Choice>
        <mc:Fallback xmlns="">
          <p:pic>
            <p:nvPicPr>
              <p:cNvPr id="11" name="Cerneală 10">
                <a:extLst>
                  <a:ext uri="{FF2B5EF4-FFF2-40B4-BE49-F238E27FC236}">
                    <a16:creationId xmlns:a16="http://schemas.microsoft.com/office/drawing/2014/main" id="{133CD266-BC86-446F-A578-9698177755EF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8991189" y="968665"/>
                <a:ext cx="59760" cy="299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">
            <p14:nvContentPartPr>
              <p14:cNvPr id="12" name="Cerneală 11">
                <a:extLst>
                  <a:ext uri="{FF2B5EF4-FFF2-40B4-BE49-F238E27FC236}">
                    <a16:creationId xmlns:a16="http://schemas.microsoft.com/office/drawing/2014/main" id="{5255B22F-FC59-4249-BE66-7BD8BC7FE658}"/>
                  </a:ext>
                </a:extLst>
              </p14:cNvPr>
              <p14:cNvContentPartPr/>
              <p14:nvPr/>
            </p14:nvContentPartPr>
            <p14:xfrm>
              <a:off x="9095229" y="1068025"/>
              <a:ext cx="96120" cy="168480"/>
            </p14:xfrm>
          </p:contentPart>
        </mc:Choice>
        <mc:Fallback xmlns="">
          <p:pic>
            <p:nvPicPr>
              <p:cNvPr id="12" name="Cerneală 11">
                <a:extLst>
                  <a:ext uri="{FF2B5EF4-FFF2-40B4-BE49-F238E27FC236}">
                    <a16:creationId xmlns:a16="http://schemas.microsoft.com/office/drawing/2014/main" id="{5255B22F-FC59-4249-BE66-7BD8BC7FE658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9077229" y="1032025"/>
                <a:ext cx="131760" cy="240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">
            <p14:nvContentPartPr>
              <p14:cNvPr id="13" name="Cerneală 12">
                <a:extLst>
                  <a:ext uri="{FF2B5EF4-FFF2-40B4-BE49-F238E27FC236}">
                    <a16:creationId xmlns:a16="http://schemas.microsoft.com/office/drawing/2014/main" id="{5E3A1893-5BEB-4815-A1B0-594751B6A2DF}"/>
                  </a:ext>
                </a:extLst>
              </p14:cNvPr>
              <p14:cNvContentPartPr/>
              <p14:nvPr/>
            </p14:nvContentPartPr>
            <p14:xfrm>
              <a:off x="9124389" y="948505"/>
              <a:ext cx="172800" cy="62280"/>
            </p14:xfrm>
          </p:contentPart>
        </mc:Choice>
        <mc:Fallback xmlns="">
          <p:pic>
            <p:nvPicPr>
              <p:cNvPr id="13" name="Cerneală 12">
                <a:extLst>
                  <a:ext uri="{FF2B5EF4-FFF2-40B4-BE49-F238E27FC236}">
                    <a16:creationId xmlns:a16="http://schemas.microsoft.com/office/drawing/2014/main" id="{5E3A1893-5BEB-4815-A1B0-594751B6A2DF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9106389" y="912865"/>
                <a:ext cx="208440" cy="133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">
            <p14:nvContentPartPr>
              <p14:cNvPr id="14" name="Cerneală 13">
                <a:extLst>
                  <a:ext uri="{FF2B5EF4-FFF2-40B4-BE49-F238E27FC236}">
                    <a16:creationId xmlns:a16="http://schemas.microsoft.com/office/drawing/2014/main" id="{46398326-D645-49B7-8883-9534026EA6C1}"/>
                  </a:ext>
                </a:extLst>
              </p14:cNvPr>
              <p14:cNvContentPartPr/>
              <p14:nvPr/>
            </p14:nvContentPartPr>
            <p14:xfrm>
              <a:off x="9495189" y="1135345"/>
              <a:ext cx="78840" cy="5400"/>
            </p14:xfrm>
          </p:contentPart>
        </mc:Choice>
        <mc:Fallback xmlns="">
          <p:pic>
            <p:nvPicPr>
              <p:cNvPr id="14" name="Cerneală 13">
                <a:extLst>
                  <a:ext uri="{FF2B5EF4-FFF2-40B4-BE49-F238E27FC236}">
                    <a16:creationId xmlns:a16="http://schemas.microsoft.com/office/drawing/2014/main" id="{46398326-D645-49B7-8883-9534026EA6C1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9477189" y="1099345"/>
                <a:ext cx="114480" cy="77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">
            <p14:nvContentPartPr>
              <p14:cNvPr id="15" name="Cerneală 14">
                <a:extLst>
                  <a:ext uri="{FF2B5EF4-FFF2-40B4-BE49-F238E27FC236}">
                    <a16:creationId xmlns:a16="http://schemas.microsoft.com/office/drawing/2014/main" id="{9EE0ECA7-0848-41D1-9586-41F501EAB984}"/>
                  </a:ext>
                </a:extLst>
              </p14:cNvPr>
              <p14:cNvContentPartPr/>
              <p14:nvPr/>
            </p14:nvContentPartPr>
            <p14:xfrm>
              <a:off x="9769149" y="1145065"/>
              <a:ext cx="62280" cy="360"/>
            </p14:xfrm>
          </p:contentPart>
        </mc:Choice>
        <mc:Fallback xmlns="">
          <p:pic>
            <p:nvPicPr>
              <p:cNvPr id="15" name="Cerneală 14">
                <a:extLst>
                  <a:ext uri="{FF2B5EF4-FFF2-40B4-BE49-F238E27FC236}">
                    <a16:creationId xmlns:a16="http://schemas.microsoft.com/office/drawing/2014/main" id="{9EE0ECA7-0848-41D1-9586-41F501EAB984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9751509" y="1109425"/>
                <a:ext cx="97920" cy="72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">
            <p14:nvContentPartPr>
              <p14:cNvPr id="16" name="Cerneală 15">
                <a:extLst>
                  <a:ext uri="{FF2B5EF4-FFF2-40B4-BE49-F238E27FC236}">
                    <a16:creationId xmlns:a16="http://schemas.microsoft.com/office/drawing/2014/main" id="{58102A6D-156C-498F-BA1B-24E981AB6BD0}"/>
                  </a:ext>
                </a:extLst>
              </p14:cNvPr>
              <p14:cNvContentPartPr/>
              <p14:nvPr/>
            </p14:nvContentPartPr>
            <p14:xfrm>
              <a:off x="9985869" y="1147945"/>
              <a:ext cx="81360" cy="2160"/>
            </p14:xfrm>
          </p:contentPart>
        </mc:Choice>
        <mc:Fallback xmlns="">
          <p:pic>
            <p:nvPicPr>
              <p:cNvPr id="16" name="Cerneală 15">
                <a:extLst>
                  <a:ext uri="{FF2B5EF4-FFF2-40B4-BE49-F238E27FC236}">
                    <a16:creationId xmlns:a16="http://schemas.microsoft.com/office/drawing/2014/main" id="{58102A6D-156C-498F-BA1B-24E981AB6BD0}"/>
                  </a:ext>
                </a:extLst>
              </p:cNvPr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9967869" y="1112305"/>
                <a:ext cx="117000" cy="73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6">
            <p14:nvContentPartPr>
              <p14:cNvPr id="17" name="Cerneală 16">
                <a:extLst>
                  <a:ext uri="{FF2B5EF4-FFF2-40B4-BE49-F238E27FC236}">
                    <a16:creationId xmlns:a16="http://schemas.microsoft.com/office/drawing/2014/main" id="{9543C976-F0BF-4FF4-9A39-AA7A3E4E0CF6}"/>
                  </a:ext>
                </a:extLst>
              </p14:cNvPr>
              <p14:cNvContentPartPr/>
              <p14:nvPr/>
            </p14:nvContentPartPr>
            <p14:xfrm>
              <a:off x="10188189" y="1145065"/>
              <a:ext cx="82800" cy="360"/>
            </p14:xfrm>
          </p:contentPart>
        </mc:Choice>
        <mc:Fallback xmlns="">
          <p:pic>
            <p:nvPicPr>
              <p:cNvPr id="17" name="Cerneală 16">
                <a:extLst>
                  <a:ext uri="{FF2B5EF4-FFF2-40B4-BE49-F238E27FC236}">
                    <a16:creationId xmlns:a16="http://schemas.microsoft.com/office/drawing/2014/main" id="{9543C976-F0BF-4FF4-9A39-AA7A3E4E0CF6}"/>
                  </a:ext>
                </a:extLst>
              </p:cNvPr>
              <p:cNvPicPr/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10170189" y="1109425"/>
                <a:ext cx="118440" cy="72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8">
            <p14:nvContentPartPr>
              <p14:cNvPr id="18" name="Cerneală 17">
                <a:extLst>
                  <a:ext uri="{FF2B5EF4-FFF2-40B4-BE49-F238E27FC236}">
                    <a16:creationId xmlns:a16="http://schemas.microsoft.com/office/drawing/2014/main" id="{2C404571-47D0-4FBC-9579-80BF5796D8A8}"/>
                  </a:ext>
                </a:extLst>
              </p14:cNvPr>
              <p14:cNvContentPartPr/>
              <p14:nvPr/>
            </p14:nvContentPartPr>
            <p14:xfrm>
              <a:off x="10409589" y="1125985"/>
              <a:ext cx="78840" cy="5040"/>
            </p14:xfrm>
          </p:contentPart>
        </mc:Choice>
        <mc:Fallback xmlns="">
          <p:pic>
            <p:nvPicPr>
              <p:cNvPr id="18" name="Cerneală 17">
                <a:extLst>
                  <a:ext uri="{FF2B5EF4-FFF2-40B4-BE49-F238E27FC236}">
                    <a16:creationId xmlns:a16="http://schemas.microsoft.com/office/drawing/2014/main" id="{2C404571-47D0-4FBC-9579-80BF5796D8A8}"/>
                  </a:ext>
                </a:extLst>
              </p:cNvPr>
              <p:cNvPicPr/>
              <p:nvPr/>
            </p:nvPicPr>
            <p:blipFill>
              <a:blip r:embed="rId29"/>
              <a:stretch>
                <a:fillRect/>
              </a:stretch>
            </p:blipFill>
            <p:spPr>
              <a:xfrm>
                <a:off x="10391949" y="1089985"/>
                <a:ext cx="114480" cy="76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0">
            <p14:nvContentPartPr>
              <p14:cNvPr id="19" name="Cerneală 18">
                <a:extLst>
                  <a:ext uri="{FF2B5EF4-FFF2-40B4-BE49-F238E27FC236}">
                    <a16:creationId xmlns:a16="http://schemas.microsoft.com/office/drawing/2014/main" id="{99388C31-510D-43DF-AA29-164290DD2D67}"/>
                  </a:ext>
                </a:extLst>
              </p14:cNvPr>
              <p14:cNvContentPartPr/>
              <p14:nvPr/>
            </p14:nvContentPartPr>
            <p14:xfrm>
              <a:off x="10606869" y="1116265"/>
              <a:ext cx="55080" cy="360"/>
            </p14:xfrm>
          </p:contentPart>
        </mc:Choice>
        <mc:Fallback xmlns="">
          <p:pic>
            <p:nvPicPr>
              <p:cNvPr id="19" name="Cerneală 18">
                <a:extLst>
                  <a:ext uri="{FF2B5EF4-FFF2-40B4-BE49-F238E27FC236}">
                    <a16:creationId xmlns:a16="http://schemas.microsoft.com/office/drawing/2014/main" id="{99388C31-510D-43DF-AA29-164290DD2D67}"/>
                  </a:ext>
                </a:extLst>
              </p:cNvPr>
              <p:cNvPicPr/>
              <p:nvPr/>
            </p:nvPicPr>
            <p:blipFill>
              <a:blip r:embed="rId31"/>
              <a:stretch>
                <a:fillRect/>
              </a:stretch>
            </p:blipFill>
            <p:spPr>
              <a:xfrm>
                <a:off x="10588869" y="1080625"/>
                <a:ext cx="90720" cy="72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2">
            <p14:nvContentPartPr>
              <p14:cNvPr id="20" name="Cerneală 19">
                <a:extLst>
                  <a:ext uri="{FF2B5EF4-FFF2-40B4-BE49-F238E27FC236}">
                    <a16:creationId xmlns:a16="http://schemas.microsoft.com/office/drawing/2014/main" id="{C723BB57-8D60-4131-AF27-398B31E77B11}"/>
                  </a:ext>
                </a:extLst>
              </p14:cNvPr>
              <p14:cNvContentPartPr/>
              <p14:nvPr/>
            </p14:nvContentPartPr>
            <p14:xfrm>
              <a:off x="10780029" y="1111225"/>
              <a:ext cx="47880" cy="360"/>
            </p14:xfrm>
          </p:contentPart>
        </mc:Choice>
        <mc:Fallback xmlns="">
          <p:pic>
            <p:nvPicPr>
              <p:cNvPr id="20" name="Cerneală 19">
                <a:extLst>
                  <a:ext uri="{FF2B5EF4-FFF2-40B4-BE49-F238E27FC236}">
                    <a16:creationId xmlns:a16="http://schemas.microsoft.com/office/drawing/2014/main" id="{C723BB57-8D60-4131-AF27-398B31E77B11}"/>
                  </a:ext>
                </a:extLst>
              </p:cNvPr>
              <p:cNvPicPr/>
              <p:nvPr/>
            </p:nvPicPr>
            <p:blipFill>
              <a:blip r:embed="rId33"/>
              <a:stretch>
                <a:fillRect/>
              </a:stretch>
            </p:blipFill>
            <p:spPr>
              <a:xfrm>
                <a:off x="10762029" y="1075585"/>
                <a:ext cx="83520" cy="72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4">
            <p14:nvContentPartPr>
              <p14:cNvPr id="21" name="Cerneală 20">
                <a:extLst>
                  <a:ext uri="{FF2B5EF4-FFF2-40B4-BE49-F238E27FC236}">
                    <a16:creationId xmlns:a16="http://schemas.microsoft.com/office/drawing/2014/main" id="{1D38D371-1001-448E-B037-8C2B419903AC}"/>
                  </a:ext>
                </a:extLst>
              </p14:cNvPr>
              <p14:cNvContentPartPr/>
              <p14:nvPr/>
            </p14:nvContentPartPr>
            <p14:xfrm>
              <a:off x="10991709" y="1116265"/>
              <a:ext cx="53640" cy="5040"/>
            </p14:xfrm>
          </p:contentPart>
        </mc:Choice>
        <mc:Fallback xmlns="">
          <p:pic>
            <p:nvPicPr>
              <p:cNvPr id="21" name="Cerneală 20">
                <a:extLst>
                  <a:ext uri="{FF2B5EF4-FFF2-40B4-BE49-F238E27FC236}">
                    <a16:creationId xmlns:a16="http://schemas.microsoft.com/office/drawing/2014/main" id="{1D38D371-1001-448E-B037-8C2B419903AC}"/>
                  </a:ext>
                </a:extLst>
              </p:cNvPr>
              <p:cNvPicPr/>
              <p:nvPr/>
            </p:nvPicPr>
            <p:blipFill>
              <a:blip r:embed="rId35"/>
              <a:stretch>
                <a:fillRect/>
              </a:stretch>
            </p:blipFill>
            <p:spPr>
              <a:xfrm>
                <a:off x="10973709" y="1080625"/>
                <a:ext cx="89280" cy="76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6">
            <p14:nvContentPartPr>
              <p14:cNvPr id="22" name="Cerneală 21">
                <a:extLst>
                  <a:ext uri="{FF2B5EF4-FFF2-40B4-BE49-F238E27FC236}">
                    <a16:creationId xmlns:a16="http://schemas.microsoft.com/office/drawing/2014/main" id="{E9EFCD87-033E-424E-B658-3878B056B21A}"/>
                  </a:ext>
                </a:extLst>
              </p14:cNvPr>
              <p14:cNvContentPartPr/>
              <p14:nvPr/>
            </p14:nvContentPartPr>
            <p14:xfrm>
              <a:off x="11344509" y="951385"/>
              <a:ext cx="188640" cy="257760"/>
            </p14:xfrm>
          </p:contentPart>
        </mc:Choice>
        <mc:Fallback xmlns="">
          <p:pic>
            <p:nvPicPr>
              <p:cNvPr id="22" name="Cerneală 21">
                <a:extLst>
                  <a:ext uri="{FF2B5EF4-FFF2-40B4-BE49-F238E27FC236}">
                    <a16:creationId xmlns:a16="http://schemas.microsoft.com/office/drawing/2014/main" id="{E9EFCD87-033E-424E-B658-3878B056B21A}"/>
                  </a:ext>
                </a:extLst>
              </p:cNvPr>
              <p:cNvPicPr/>
              <p:nvPr/>
            </p:nvPicPr>
            <p:blipFill>
              <a:blip r:embed="rId37"/>
              <a:stretch>
                <a:fillRect/>
              </a:stretch>
            </p:blipFill>
            <p:spPr>
              <a:xfrm>
                <a:off x="11326509" y="915745"/>
                <a:ext cx="224280" cy="329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8">
            <p14:nvContentPartPr>
              <p14:cNvPr id="23" name="Cerneală 22">
                <a:extLst>
                  <a:ext uri="{FF2B5EF4-FFF2-40B4-BE49-F238E27FC236}">
                    <a16:creationId xmlns:a16="http://schemas.microsoft.com/office/drawing/2014/main" id="{BCEB98B1-298D-4E04-A15A-506303F771E4}"/>
                  </a:ext>
                </a:extLst>
              </p14:cNvPr>
              <p14:cNvContentPartPr/>
              <p14:nvPr/>
            </p14:nvContentPartPr>
            <p14:xfrm>
              <a:off x="9149229" y="3928585"/>
              <a:ext cx="24120" cy="268200"/>
            </p14:xfrm>
          </p:contentPart>
        </mc:Choice>
        <mc:Fallback xmlns="">
          <p:pic>
            <p:nvPicPr>
              <p:cNvPr id="23" name="Cerneală 22">
                <a:extLst>
                  <a:ext uri="{FF2B5EF4-FFF2-40B4-BE49-F238E27FC236}">
                    <a16:creationId xmlns:a16="http://schemas.microsoft.com/office/drawing/2014/main" id="{BCEB98B1-298D-4E04-A15A-506303F771E4}"/>
                  </a:ext>
                </a:extLst>
              </p:cNvPr>
              <p:cNvPicPr/>
              <p:nvPr/>
            </p:nvPicPr>
            <p:blipFill>
              <a:blip r:embed="rId39"/>
              <a:stretch>
                <a:fillRect/>
              </a:stretch>
            </p:blipFill>
            <p:spPr>
              <a:xfrm>
                <a:off x="9131229" y="3892945"/>
                <a:ext cx="59760" cy="339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0">
            <p14:nvContentPartPr>
              <p14:cNvPr id="24" name="Cerneală 23">
                <a:extLst>
                  <a:ext uri="{FF2B5EF4-FFF2-40B4-BE49-F238E27FC236}">
                    <a16:creationId xmlns:a16="http://schemas.microsoft.com/office/drawing/2014/main" id="{4A3883E4-8783-444B-BABB-59AB7D10B576}"/>
                  </a:ext>
                </a:extLst>
              </p14:cNvPr>
              <p14:cNvContentPartPr/>
              <p14:nvPr/>
            </p14:nvContentPartPr>
            <p14:xfrm>
              <a:off x="9288189" y="3909865"/>
              <a:ext cx="37440" cy="304560"/>
            </p14:xfrm>
          </p:contentPart>
        </mc:Choice>
        <mc:Fallback xmlns="">
          <p:pic>
            <p:nvPicPr>
              <p:cNvPr id="24" name="Cerneală 23">
                <a:extLst>
                  <a:ext uri="{FF2B5EF4-FFF2-40B4-BE49-F238E27FC236}">
                    <a16:creationId xmlns:a16="http://schemas.microsoft.com/office/drawing/2014/main" id="{4A3883E4-8783-444B-BABB-59AB7D10B576}"/>
                  </a:ext>
                </a:extLst>
              </p:cNvPr>
              <p:cNvPicPr/>
              <p:nvPr/>
            </p:nvPicPr>
            <p:blipFill>
              <a:blip r:embed="rId41"/>
              <a:stretch>
                <a:fillRect/>
              </a:stretch>
            </p:blipFill>
            <p:spPr>
              <a:xfrm>
                <a:off x="9270189" y="3873865"/>
                <a:ext cx="73080" cy="376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2">
            <p14:nvContentPartPr>
              <p14:cNvPr id="25" name="Cerneală 24">
                <a:extLst>
                  <a:ext uri="{FF2B5EF4-FFF2-40B4-BE49-F238E27FC236}">
                    <a16:creationId xmlns:a16="http://schemas.microsoft.com/office/drawing/2014/main" id="{21597D9A-4FFF-4FD4-9972-67E5E2E55C63}"/>
                  </a:ext>
                </a:extLst>
              </p14:cNvPr>
              <p14:cNvContentPartPr/>
              <p14:nvPr/>
            </p14:nvContentPartPr>
            <p14:xfrm>
              <a:off x="9442269" y="3874585"/>
              <a:ext cx="14760" cy="311760"/>
            </p14:xfrm>
          </p:contentPart>
        </mc:Choice>
        <mc:Fallback xmlns="">
          <p:pic>
            <p:nvPicPr>
              <p:cNvPr id="25" name="Cerneală 24">
                <a:extLst>
                  <a:ext uri="{FF2B5EF4-FFF2-40B4-BE49-F238E27FC236}">
                    <a16:creationId xmlns:a16="http://schemas.microsoft.com/office/drawing/2014/main" id="{21597D9A-4FFF-4FD4-9972-67E5E2E55C63}"/>
                  </a:ext>
                </a:extLst>
              </p:cNvPr>
              <p:cNvPicPr/>
              <p:nvPr/>
            </p:nvPicPr>
            <p:blipFill>
              <a:blip r:embed="rId43"/>
              <a:stretch>
                <a:fillRect/>
              </a:stretch>
            </p:blipFill>
            <p:spPr>
              <a:xfrm>
                <a:off x="9424269" y="3838585"/>
                <a:ext cx="50400" cy="383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4">
            <p14:nvContentPartPr>
              <p14:cNvPr id="26" name="Cerneală 25">
                <a:extLst>
                  <a:ext uri="{FF2B5EF4-FFF2-40B4-BE49-F238E27FC236}">
                    <a16:creationId xmlns:a16="http://schemas.microsoft.com/office/drawing/2014/main" id="{769066B4-DFC8-4DD0-A1EC-B7C23CF2CA25}"/>
                  </a:ext>
                </a:extLst>
              </p14:cNvPr>
              <p14:cNvContentPartPr/>
              <p14:nvPr/>
            </p14:nvContentPartPr>
            <p14:xfrm>
              <a:off x="9601029" y="3872785"/>
              <a:ext cx="21600" cy="325080"/>
            </p14:xfrm>
          </p:contentPart>
        </mc:Choice>
        <mc:Fallback xmlns="">
          <p:pic>
            <p:nvPicPr>
              <p:cNvPr id="26" name="Cerneală 25">
                <a:extLst>
                  <a:ext uri="{FF2B5EF4-FFF2-40B4-BE49-F238E27FC236}">
                    <a16:creationId xmlns:a16="http://schemas.microsoft.com/office/drawing/2014/main" id="{769066B4-DFC8-4DD0-A1EC-B7C23CF2CA25}"/>
                  </a:ext>
                </a:extLst>
              </p:cNvPr>
              <p:cNvPicPr/>
              <p:nvPr/>
            </p:nvPicPr>
            <p:blipFill>
              <a:blip r:embed="rId45"/>
              <a:stretch>
                <a:fillRect/>
              </a:stretch>
            </p:blipFill>
            <p:spPr>
              <a:xfrm>
                <a:off x="9583029" y="3836785"/>
                <a:ext cx="57240" cy="396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6">
            <p14:nvContentPartPr>
              <p14:cNvPr id="27" name="Cerneală 26">
                <a:extLst>
                  <a:ext uri="{FF2B5EF4-FFF2-40B4-BE49-F238E27FC236}">
                    <a16:creationId xmlns:a16="http://schemas.microsoft.com/office/drawing/2014/main" id="{683743BA-1BF3-4B55-98DE-BB6019481EF6}"/>
                  </a:ext>
                </a:extLst>
              </p14:cNvPr>
              <p14:cNvContentPartPr/>
              <p14:nvPr/>
            </p14:nvContentPartPr>
            <p14:xfrm>
              <a:off x="10009989" y="4003465"/>
              <a:ext cx="474480" cy="34200"/>
            </p14:xfrm>
          </p:contentPart>
        </mc:Choice>
        <mc:Fallback xmlns="">
          <p:pic>
            <p:nvPicPr>
              <p:cNvPr id="27" name="Cerneală 26">
                <a:extLst>
                  <a:ext uri="{FF2B5EF4-FFF2-40B4-BE49-F238E27FC236}">
                    <a16:creationId xmlns:a16="http://schemas.microsoft.com/office/drawing/2014/main" id="{683743BA-1BF3-4B55-98DE-BB6019481EF6}"/>
                  </a:ext>
                </a:extLst>
              </p:cNvPr>
              <p:cNvPicPr/>
              <p:nvPr/>
            </p:nvPicPr>
            <p:blipFill>
              <a:blip r:embed="rId47"/>
              <a:stretch>
                <a:fillRect/>
              </a:stretch>
            </p:blipFill>
            <p:spPr>
              <a:xfrm>
                <a:off x="9992349" y="3967825"/>
                <a:ext cx="510120" cy="105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8">
            <p14:nvContentPartPr>
              <p14:cNvPr id="28" name="Cerneală 27">
                <a:extLst>
                  <a:ext uri="{FF2B5EF4-FFF2-40B4-BE49-F238E27FC236}">
                    <a16:creationId xmlns:a16="http://schemas.microsoft.com/office/drawing/2014/main" id="{A3506E63-AA25-44F8-9862-99C5BF94A15A}"/>
                  </a:ext>
                </a:extLst>
              </p14:cNvPr>
              <p14:cNvContentPartPr/>
              <p14:nvPr/>
            </p14:nvContentPartPr>
            <p14:xfrm>
              <a:off x="10294029" y="3922105"/>
              <a:ext cx="254160" cy="257040"/>
            </p14:xfrm>
          </p:contentPart>
        </mc:Choice>
        <mc:Fallback xmlns="">
          <p:pic>
            <p:nvPicPr>
              <p:cNvPr id="28" name="Cerneală 27">
                <a:extLst>
                  <a:ext uri="{FF2B5EF4-FFF2-40B4-BE49-F238E27FC236}">
                    <a16:creationId xmlns:a16="http://schemas.microsoft.com/office/drawing/2014/main" id="{A3506E63-AA25-44F8-9862-99C5BF94A15A}"/>
                  </a:ext>
                </a:extLst>
              </p:cNvPr>
              <p:cNvPicPr/>
              <p:nvPr/>
            </p:nvPicPr>
            <p:blipFill>
              <a:blip r:embed="rId49"/>
              <a:stretch>
                <a:fillRect/>
              </a:stretch>
            </p:blipFill>
            <p:spPr>
              <a:xfrm>
                <a:off x="10276029" y="3886105"/>
                <a:ext cx="289800" cy="328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0">
            <p14:nvContentPartPr>
              <p14:cNvPr id="29" name="Cerneală 28">
                <a:extLst>
                  <a:ext uri="{FF2B5EF4-FFF2-40B4-BE49-F238E27FC236}">
                    <a16:creationId xmlns:a16="http://schemas.microsoft.com/office/drawing/2014/main" id="{F8DE0DF0-F606-4C36-A4AA-236AC77434AF}"/>
                  </a:ext>
                </a:extLst>
              </p14:cNvPr>
              <p14:cNvContentPartPr/>
              <p14:nvPr/>
            </p14:nvContentPartPr>
            <p14:xfrm>
              <a:off x="10855989" y="3930385"/>
              <a:ext cx="166320" cy="221400"/>
            </p14:xfrm>
          </p:contentPart>
        </mc:Choice>
        <mc:Fallback xmlns="">
          <p:pic>
            <p:nvPicPr>
              <p:cNvPr id="29" name="Cerneală 28">
                <a:extLst>
                  <a:ext uri="{FF2B5EF4-FFF2-40B4-BE49-F238E27FC236}">
                    <a16:creationId xmlns:a16="http://schemas.microsoft.com/office/drawing/2014/main" id="{F8DE0DF0-F606-4C36-A4AA-236AC77434AF}"/>
                  </a:ext>
                </a:extLst>
              </p:cNvPr>
              <p:cNvPicPr/>
              <p:nvPr/>
            </p:nvPicPr>
            <p:blipFill>
              <a:blip r:embed="rId51"/>
              <a:stretch>
                <a:fillRect/>
              </a:stretch>
            </p:blipFill>
            <p:spPr>
              <a:xfrm>
                <a:off x="10838349" y="3894385"/>
                <a:ext cx="201960" cy="293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2">
            <p14:nvContentPartPr>
              <p14:cNvPr id="30" name="Cerneală 29">
                <a:extLst>
                  <a:ext uri="{FF2B5EF4-FFF2-40B4-BE49-F238E27FC236}">
                    <a16:creationId xmlns:a16="http://schemas.microsoft.com/office/drawing/2014/main" id="{8495650B-C2A9-43CF-A1C9-DFAA3086A4E6}"/>
                  </a:ext>
                </a:extLst>
              </p14:cNvPr>
              <p14:cNvContentPartPr/>
              <p14:nvPr/>
            </p14:nvContentPartPr>
            <p14:xfrm>
              <a:off x="11062989" y="3975745"/>
              <a:ext cx="175320" cy="186120"/>
            </p14:xfrm>
          </p:contentPart>
        </mc:Choice>
        <mc:Fallback xmlns="">
          <p:pic>
            <p:nvPicPr>
              <p:cNvPr id="30" name="Cerneală 29">
                <a:extLst>
                  <a:ext uri="{FF2B5EF4-FFF2-40B4-BE49-F238E27FC236}">
                    <a16:creationId xmlns:a16="http://schemas.microsoft.com/office/drawing/2014/main" id="{8495650B-C2A9-43CF-A1C9-DFAA3086A4E6}"/>
                  </a:ext>
                </a:extLst>
              </p:cNvPr>
              <p:cNvPicPr/>
              <p:nvPr/>
            </p:nvPicPr>
            <p:blipFill>
              <a:blip r:embed="rId53"/>
              <a:stretch>
                <a:fillRect/>
              </a:stretch>
            </p:blipFill>
            <p:spPr>
              <a:xfrm>
                <a:off x="11044989" y="3939745"/>
                <a:ext cx="210960" cy="257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4">
            <p14:nvContentPartPr>
              <p14:cNvPr id="31" name="Cerneală 30">
                <a:extLst>
                  <a:ext uri="{FF2B5EF4-FFF2-40B4-BE49-F238E27FC236}">
                    <a16:creationId xmlns:a16="http://schemas.microsoft.com/office/drawing/2014/main" id="{17C6464E-64C4-4EFE-8DA5-96E3881EE920}"/>
                  </a:ext>
                </a:extLst>
              </p14:cNvPr>
              <p14:cNvContentPartPr/>
              <p14:nvPr/>
            </p14:nvContentPartPr>
            <p14:xfrm>
              <a:off x="11315709" y="3990865"/>
              <a:ext cx="136800" cy="147600"/>
            </p14:xfrm>
          </p:contentPart>
        </mc:Choice>
        <mc:Fallback xmlns="">
          <p:pic>
            <p:nvPicPr>
              <p:cNvPr id="31" name="Cerneală 30">
                <a:extLst>
                  <a:ext uri="{FF2B5EF4-FFF2-40B4-BE49-F238E27FC236}">
                    <a16:creationId xmlns:a16="http://schemas.microsoft.com/office/drawing/2014/main" id="{17C6464E-64C4-4EFE-8DA5-96E3881EE920}"/>
                  </a:ext>
                </a:extLst>
              </p:cNvPr>
              <p:cNvPicPr/>
              <p:nvPr/>
            </p:nvPicPr>
            <p:blipFill>
              <a:blip r:embed="rId55"/>
              <a:stretch>
                <a:fillRect/>
              </a:stretch>
            </p:blipFill>
            <p:spPr>
              <a:xfrm>
                <a:off x="11297709" y="3955225"/>
                <a:ext cx="172440" cy="219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6">
            <p14:nvContentPartPr>
              <p14:cNvPr id="32" name="Cerneală 31">
                <a:extLst>
                  <a:ext uri="{FF2B5EF4-FFF2-40B4-BE49-F238E27FC236}">
                    <a16:creationId xmlns:a16="http://schemas.microsoft.com/office/drawing/2014/main" id="{4FE9C64D-9A9E-404A-9546-B8ED64DD7CE2}"/>
                  </a:ext>
                </a:extLst>
              </p14:cNvPr>
              <p14:cNvContentPartPr/>
              <p14:nvPr/>
            </p14:nvContentPartPr>
            <p14:xfrm>
              <a:off x="11597589" y="3947665"/>
              <a:ext cx="169920" cy="181080"/>
            </p14:xfrm>
          </p:contentPart>
        </mc:Choice>
        <mc:Fallback xmlns="">
          <p:pic>
            <p:nvPicPr>
              <p:cNvPr id="32" name="Cerneală 31">
                <a:extLst>
                  <a:ext uri="{FF2B5EF4-FFF2-40B4-BE49-F238E27FC236}">
                    <a16:creationId xmlns:a16="http://schemas.microsoft.com/office/drawing/2014/main" id="{4FE9C64D-9A9E-404A-9546-B8ED64DD7CE2}"/>
                  </a:ext>
                </a:extLst>
              </p:cNvPr>
              <p:cNvPicPr/>
              <p:nvPr/>
            </p:nvPicPr>
            <p:blipFill>
              <a:blip r:embed="rId57"/>
              <a:stretch>
                <a:fillRect/>
              </a:stretch>
            </p:blipFill>
            <p:spPr>
              <a:xfrm>
                <a:off x="11579949" y="3911665"/>
                <a:ext cx="205560" cy="252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8">
            <p14:nvContentPartPr>
              <p14:cNvPr id="33" name="Cerneală 32">
                <a:extLst>
                  <a:ext uri="{FF2B5EF4-FFF2-40B4-BE49-F238E27FC236}">
                    <a16:creationId xmlns:a16="http://schemas.microsoft.com/office/drawing/2014/main" id="{0289583E-26EF-4C6E-B7D6-387F35B9DCFA}"/>
                  </a:ext>
                </a:extLst>
              </p14:cNvPr>
              <p14:cNvContentPartPr/>
              <p14:nvPr/>
            </p14:nvContentPartPr>
            <p14:xfrm>
              <a:off x="8764029" y="450265"/>
              <a:ext cx="762480" cy="1024560"/>
            </p14:xfrm>
          </p:contentPart>
        </mc:Choice>
        <mc:Fallback xmlns="">
          <p:pic>
            <p:nvPicPr>
              <p:cNvPr id="33" name="Cerneală 32">
                <a:extLst>
                  <a:ext uri="{FF2B5EF4-FFF2-40B4-BE49-F238E27FC236}">
                    <a16:creationId xmlns:a16="http://schemas.microsoft.com/office/drawing/2014/main" id="{0289583E-26EF-4C6E-B7D6-387F35B9DCFA}"/>
                  </a:ext>
                </a:extLst>
              </p:cNvPr>
              <p:cNvPicPr/>
              <p:nvPr/>
            </p:nvPicPr>
            <p:blipFill>
              <a:blip r:embed="rId59"/>
              <a:stretch>
                <a:fillRect/>
              </a:stretch>
            </p:blipFill>
            <p:spPr>
              <a:xfrm>
                <a:off x="8746389" y="414625"/>
                <a:ext cx="798120" cy="1096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0">
            <p14:nvContentPartPr>
              <p14:cNvPr id="34" name="Cerneală 33">
                <a:extLst>
                  <a:ext uri="{FF2B5EF4-FFF2-40B4-BE49-F238E27FC236}">
                    <a16:creationId xmlns:a16="http://schemas.microsoft.com/office/drawing/2014/main" id="{C42EF5D0-9F8F-4A0B-A5F9-A0249933A156}"/>
                  </a:ext>
                </a:extLst>
              </p14:cNvPr>
              <p14:cNvContentPartPr/>
              <p14:nvPr/>
            </p14:nvContentPartPr>
            <p14:xfrm>
              <a:off x="11092509" y="672745"/>
              <a:ext cx="747360" cy="849960"/>
            </p14:xfrm>
          </p:contentPart>
        </mc:Choice>
        <mc:Fallback xmlns="">
          <p:pic>
            <p:nvPicPr>
              <p:cNvPr id="34" name="Cerneală 33">
                <a:extLst>
                  <a:ext uri="{FF2B5EF4-FFF2-40B4-BE49-F238E27FC236}">
                    <a16:creationId xmlns:a16="http://schemas.microsoft.com/office/drawing/2014/main" id="{C42EF5D0-9F8F-4A0B-A5F9-A0249933A156}"/>
                  </a:ext>
                </a:extLst>
              </p:cNvPr>
              <p:cNvPicPr/>
              <p:nvPr/>
            </p:nvPicPr>
            <p:blipFill>
              <a:blip r:embed="rId61"/>
              <a:stretch>
                <a:fillRect/>
              </a:stretch>
            </p:blipFill>
            <p:spPr>
              <a:xfrm>
                <a:off x="11074869" y="637105"/>
                <a:ext cx="783000" cy="921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2">
            <p14:nvContentPartPr>
              <p14:cNvPr id="66" name="Cerneală 65">
                <a:extLst>
                  <a:ext uri="{FF2B5EF4-FFF2-40B4-BE49-F238E27FC236}">
                    <a16:creationId xmlns:a16="http://schemas.microsoft.com/office/drawing/2014/main" id="{074F9D4F-0EB5-463A-A798-DE2BC2CEAEA4}"/>
                  </a:ext>
                </a:extLst>
              </p14:cNvPr>
              <p14:cNvContentPartPr/>
              <p14:nvPr/>
            </p14:nvContentPartPr>
            <p14:xfrm>
              <a:off x="2705949" y="635305"/>
              <a:ext cx="2765160" cy="3583080"/>
            </p14:xfrm>
          </p:contentPart>
        </mc:Choice>
        <mc:Fallback xmlns="">
          <p:pic>
            <p:nvPicPr>
              <p:cNvPr id="66" name="Cerneală 65">
                <a:extLst>
                  <a:ext uri="{FF2B5EF4-FFF2-40B4-BE49-F238E27FC236}">
                    <a16:creationId xmlns:a16="http://schemas.microsoft.com/office/drawing/2014/main" id="{074F9D4F-0EB5-463A-A798-DE2BC2CEAEA4}"/>
                  </a:ext>
                </a:extLst>
              </p:cNvPr>
              <p:cNvPicPr/>
              <p:nvPr/>
            </p:nvPicPr>
            <p:blipFill>
              <a:blip r:embed="rId63"/>
              <a:stretch>
                <a:fillRect/>
              </a:stretch>
            </p:blipFill>
            <p:spPr>
              <a:xfrm>
                <a:off x="2688307" y="617665"/>
                <a:ext cx="2800805" cy="3618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4">
            <p14:nvContentPartPr>
              <p14:cNvPr id="69" name="Cerneală 68">
                <a:extLst>
                  <a:ext uri="{FF2B5EF4-FFF2-40B4-BE49-F238E27FC236}">
                    <a16:creationId xmlns:a16="http://schemas.microsoft.com/office/drawing/2014/main" id="{D20BD7E5-5B5C-4449-96B9-4B062A83E8F6}"/>
                  </a:ext>
                </a:extLst>
              </p14:cNvPr>
              <p14:cNvContentPartPr/>
              <p14:nvPr/>
            </p14:nvContentPartPr>
            <p14:xfrm>
              <a:off x="5832549" y="4119025"/>
              <a:ext cx="305280" cy="540360"/>
            </p14:xfrm>
          </p:contentPart>
        </mc:Choice>
        <mc:Fallback xmlns="">
          <p:pic>
            <p:nvPicPr>
              <p:cNvPr id="69" name="Cerneală 68">
                <a:extLst>
                  <a:ext uri="{FF2B5EF4-FFF2-40B4-BE49-F238E27FC236}">
                    <a16:creationId xmlns:a16="http://schemas.microsoft.com/office/drawing/2014/main" id="{D20BD7E5-5B5C-4449-96B9-4B062A83E8F6}"/>
                  </a:ext>
                </a:extLst>
              </p:cNvPr>
              <p:cNvPicPr/>
              <p:nvPr/>
            </p:nvPicPr>
            <p:blipFill>
              <a:blip r:embed="rId65"/>
              <a:stretch>
                <a:fillRect/>
              </a:stretch>
            </p:blipFill>
            <p:spPr>
              <a:xfrm>
                <a:off x="5814549" y="4101025"/>
                <a:ext cx="340920" cy="57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6">
            <p14:nvContentPartPr>
              <p14:cNvPr id="70" name="Cerneală 69">
                <a:extLst>
                  <a:ext uri="{FF2B5EF4-FFF2-40B4-BE49-F238E27FC236}">
                    <a16:creationId xmlns:a16="http://schemas.microsoft.com/office/drawing/2014/main" id="{F812014B-801E-46BF-978E-D6A020450D35}"/>
                  </a:ext>
                </a:extLst>
              </p14:cNvPr>
              <p14:cNvContentPartPr/>
              <p14:nvPr/>
            </p14:nvContentPartPr>
            <p14:xfrm>
              <a:off x="6525909" y="4589545"/>
              <a:ext cx="332280" cy="460800"/>
            </p14:xfrm>
          </p:contentPart>
        </mc:Choice>
        <mc:Fallback xmlns="">
          <p:pic>
            <p:nvPicPr>
              <p:cNvPr id="70" name="Cerneală 69">
                <a:extLst>
                  <a:ext uri="{FF2B5EF4-FFF2-40B4-BE49-F238E27FC236}">
                    <a16:creationId xmlns:a16="http://schemas.microsoft.com/office/drawing/2014/main" id="{F812014B-801E-46BF-978E-D6A020450D35}"/>
                  </a:ext>
                </a:extLst>
              </p:cNvPr>
              <p:cNvPicPr/>
              <p:nvPr/>
            </p:nvPicPr>
            <p:blipFill>
              <a:blip r:embed="rId67"/>
              <a:stretch>
                <a:fillRect/>
              </a:stretch>
            </p:blipFill>
            <p:spPr>
              <a:xfrm>
                <a:off x="6507909" y="4571545"/>
                <a:ext cx="367920" cy="496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8">
            <p14:nvContentPartPr>
              <p14:cNvPr id="71" name="Cerneală 70">
                <a:extLst>
                  <a:ext uri="{FF2B5EF4-FFF2-40B4-BE49-F238E27FC236}">
                    <a16:creationId xmlns:a16="http://schemas.microsoft.com/office/drawing/2014/main" id="{74509922-9E41-436D-A335-3A8E14E66FAF}"/>
                  </a:ext>
                </a:extLst>
              </p14:cNvPr>
              <p14:cNvContentPartPr/>
              <p14:nvPr/>
            </p14:nvContentPartPr>
            <p14:xfrm>
              <a:off x="8961669" y="5166625"/>
              <a:ext cx="394560" cy="388440"/>
            </p14:xfrm>
          </p:contentPart>
        </mc:Choice>
        <mc:Fallback xmlns="">
          <p:pic>
            <p:nvPicPr>
              <p:cNvPr id="71" name="Cerneală 70">
                <a:extLst>
                  <a:ext uri="{FF2B5EF4-FFF2-40B4-BE49-F238E27FC236}">
                    <a16:creationId xmlns:a16="http://schemas.microsoft.com/office/drawing/2014/main" id="{74509922-9E41-436D-A335-3A8E14E66FAF}"/>
                  </a:ext>
                </a:extLst>
              </p:cNvPr>
              <p:cNvPicPr/>
              <p:nvPr/>
            </p:nvPicPr>
            <p:blipFill>
              <a:blip r:embed="rId69"/>
              <a:stretch>
                <a:fillRect/>
              </a:stretch>
            </p:blipFill>
            <p:spPr>
              <a:xfrm>
                <a:off x="8943669" y="5148985"/>
                <a:ext cx="430200" cy="424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0">
            <p14:nvContentPartPr>
              <p14:cNvPr id="78" name="Cerneală 77">
                <a:extLst>
                  <a:ext uri="{FF2B5EF4-FFF2-40B4-BE49-F238E27FC236}">
                    <a16:creationId xmlns:a16="http://schemas.microsoft.com/office/drawing/2014/main" id="{09CA1C8E-77B4-48A1-B83D-48B05530F3CE}"/>
                  </a:ext>
                </a:extLst>
              </p14:cNvPr>
              <p14:cNvContentPartPr/>
              <p14:nvPr/>
            </p14:nvContentPartPr>
            <p14:xfrm>
              <a:off x="10327869" y="5219545"/>
              <a:ext cx="444960" cy="220320"/>
            </p14:xfrm>
          </p:contentPart>
        </mc:Choice>
        <mc:Fallback xmlns="">
          <p:pic>
            <p:nvPicPr>
              <p:cNvPr id="78" name="Cerneală 77">
                <a:extLst>
                  <a:ext uri="{FF2B5EF4-FFF2-40B4-BE49-F238E27FC236}">
                    <a16:creationId xmlns:a16="http://schemas.microsoft.com/office/drawing/2014/main" id="{09CA1C8E-77B4-48A1-B83D-48B05530F3CE}"/>
                  </a:ext>
                </a:extLst>
              </p:cNvPr>
              <p:cNvPicPr/>
              <p:nvPr/>
            </p:nvPicPr>
            <p:blipFill>
              <a:blip r:embed="rId71"/>
              <a:stretch>
                <a:fillRect/>
              </a:stretch>
            </p:blipFill>
            <p:spPr>
              <a:xfrm>
                <a:off x="10309884" y="5201876"/>
                <a:ext cx="480571" cy="256018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2">
            <p14:nvContentPartPr>
              <p14:cNvPr id="79" name="Cerneală 78">
                <a:extLst>
                  <a:ext uri="{FF2B5EF4-FFF2-40B4-BE49-F238E27FC236}">
                    <a16:creationId xmlns:a16="http://schemas.microsoft.com/office/drawing/2014/main" id="{02E9EE00-99EE-43B0-BD4F-37946A0D0804}"/>
                  </a:ext>
                </a:extLst>
              </p14:cNvPr>
              <p14:cNvContentPartPr/>
              <p14:nvPr/>
            </p14:nvContentPartPr>
            <p14:xfrm>
              <a:off x="9922509" y="5187865"/>
              <a:ext cx="242280" cy="244080"/>
            </p14:xfrm>
          </p:contentPart>
        </mc:Choice>
        <mc:Fallback xmlns="">
          <p:pic>
            <p:nvPicPr>
              <p:cNvPr id="79" name="Cerneală 78">
                <a:extLst>
                  <a:ext uri="{FF2B5EF4-FFF2-40B4-BE49-F238E27FC236}">
                    <a16:creationId xmlns:a16="http://schemas.microsoft.com/office/drawing/2014/main" id="{02E9EE00-99EE-43B0-BD4F-37946A0D0804}"/>
                  </a:ext>
                </a:extLst>
              </p:cNvPr>
              <p:cNvPicPr/>
              <p:nvPr/>
            </p:nvPicPr>
            <p:blipFill>
              <a:blip r:embed="rId73"/>
              <a:stretch>
                <a:fillRect/>
              </a:stretch>
            </p:blipFill>
            <p:spPr>
              <a:xfrm>
                <a:off x="9904509" y="5169865"/>
                <a:ext cx="277920" cy="279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4">
            <p14:nvContentPartPr>
              <p14:cNvPr id="80" name="Cerneală 79">
                <a:extLst>
                  <a:ext uri="{FF2B5EF4-FFF2-40B4-BE49-F238E27FC236}">
                    <a16:creationId xmlns:a16="http://schemas.microsoft.com/office/drawing/2014/main" id="{FC823ED6-A72E-44C4-8EEC-745EDA23A06B}"/>
                  </a:ext>
                </a:extLst>
              </p14:cNvPr>
              <p14:cNvContentPartPr/>
              <p14:nvPr/>
            </p14:nvContentPartPr>
            <p14:xfrm>
              <a:off x="9508149" y="5320345"/>
              <a:ext cx="176040" cy="72720"/>
            </p14:xfrm>
          </p:contentPart>
        </mc:Choice>
        <mc:Fallback xmlns="">
          <p:pic>
            <p:nvPicPr>
              <p:cNvPr id="80" name="Cerneală 79">
                <a:extLst>
                  <a:ext uri="{FF2B5EF4-FFF2-40B4-BE49-F238E27FC236}">
                    <a16:creationId xmlns:a16="http://schemas.microsoft.com/office/drawing/2014/main" id="{FC823ED6-A72E-44C4-8EEC-745EDA23A06B}"/>
                  </a:ext>
                </a:extLst>
              </p:cNvPr>
              <p:cNvPicPr/>
              <p:nvPr/>
            </p:nvPicPr>
            <p:blipFill>
              <a:blip r:embed="rId75"/>
              <a:stretch>
                <a:fillRect/>
              </a:stretch>
            </p:blipFill>
            <p:spPr>
              <a:xfrm>
                <a:off x="9490509" y="5302255"/>
                <a:ext cx="211680" cy="108537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6">
            <p14:nvContentPartPr>
              <p14:cNvPr id="82" name="Cerneală 81">
                <a:extLst>
                  <a:ext uri="{FF2B5EF4-FFF2-40B4-BE49-F238E27FC236}">
                    <a16:creationId xmlns:a16="http://schemas.microsoft.com/office/drawing/2014/main" id="{5EB32BBA-C3DA-4F36-BF11-69AC8A69E212}"/>
                  </a:ext>
                </a:extLst>
              </p14:cNvPr>
              <p14:cNvContentPartPr/>
              <p14:nvPr/>
            </p14:nvContentPartPr>
            <p14:xfrm>
              <a:off x="7680069" y="5363185"/>
              <a:ext cx="642600" cy="615240"/>
            </p14:xfrm>
          </p:contentPart>
        </mc:Choice>
        <mc:Fallback xmlns="">
          <p:pic>
            <p:nvPicPr>
              <p:cNvPr id="82" name="Cerneală 81">
                <a:extLst>
                  <a:ext uri="{FF2B5EF4-FFF2-40B4-BE49-F238E27FC236}">
                    <a16:creationId xmlns:a16="http://schemas.microsoft.com/office/drawing/2014/main" id="{5EB32BBA-C3DA-4F36-BF11-69AC8A69E212}"/>
                  </a:ext>
                </a:extLst>
              </p:cNvPr>
              <p:cNvPicPr/>
              <p:nvPr/>
            </p:nvPicPr>
            <p:blipFill>
              <a:blip r:embed="rId77"/>
              <a:stretch>
                <a:fillRect/>
              </a:stretch>
            </p:blipFill>
            <p:spPr>
              <a:xfrm>
                <a:off x="7662069" y="5345185"/>
                <a:ext cx="678240" cy="650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8">
            <p14:nvContentPartPr>
              <p14:cNvPr id="85" name="Cerneală 84">
                <a:extLst>
                  <a:ext uri="{FF2B5EF4-FFF2-40B4-BE49-F238E27FC236}">
                    <a16:creationId xmlns:a16="http://schemas.microsoft.com/office/drawing/2014/main" id="{0BB5AA3F-8D42-428B-B9D6-9227A320B986}"/>
                  </a:ext>
                </a:extLst>
              </p14:cNvPr>
              <p14:cNvContentPartPr/>
              <p14:nvPr/>
            </p14:nvContentPartPr>
            <p14:xfrm>
              <a:off x="5423589" y="5430865"/>
              <a:ext cx="477720" cy="523080"/>
            </p14:xfrm>
          </p:contentPart>
        </mc:Choice>
        <mc:Fallback xmlns="">
          <p:pic>
            <p:nvPicPr>
              <p:cNvPr id="85" name="Cerneală 84">
                <a:extLst>
                  <a:ext uri="{FF2B5EF4-FFF2-40B4-BE49-F238E27FC236}">
                    <a16:creationId xmlns:a16="http://schemas.microsoft.com/office/drawing/2014/main" id="{0BB5AA3F-8D42-428B-B9D6-9227A320B986}"/>
                  </a:ext>
                </a:extLst>
              </p:cNvPr>
              <p:cNvPicPr/>
              <p:nvPr/>
            </p:nvPicPr>
            <p:blipFill>
              <a:blip r:embed="rId79"/>
              <a:stretch>
                <a:fillRect/>
              </a:stretch>
            </p:blipFill>
            <p:spPr>
              <a:xfrm>
                <a:off x="5405589" y="5412865"/>
                <a:ext cx="513360" cy="558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0">
            <p14:nvContentPartPr>
              <p14:cNvPr id="86" name="Cerneală 85">
                <a:extLst>
                  <a:ext uri="{FF2B5EF4-FFF2-40B4-BE49-F238E27FC236}">
                    <a16:creationId xmlns:a16="http://schemas.microsoft.com/office/drawing/2014/main" id="{B313B9D4-23CC-476B-B814-85BD5898D28E}"/>
                  </a:ext>
                </a:extLst>
              </p14:cNvPr>
              <p14:cNvContentPartPr/>
              <p14:nvPr/>
            </p14:nvContentPartPr>
            <p14:xfrm>
              <a:off x="6100389" y="5471545"/>
              <a:ext cx="451080" cy="433800"/>
            </p14:xfrm>
          </p:contentPart>
        </mc:Choice>
        <mc:Fallback xmlns="">
          <p:pic>
            <p:nvPicPr>
              <p:cNvPr id="86" name="Cerneală 85">
                <a:extLst>
                  <a:ext uri="{FF2B5EF4-FFF2-40B4-BE49-F238E27FC236}">
                    <a16:creationId xmlns:a16="http://schemas.microsoft.com/office/drawing/2014/main" id="{B313B9D4-23CC-476B-B814-85BD5898D28E}"/>
                  </a:ext>
                </a:extLst>
              </p:cNvPr>
              <p:cNvPicPr/>
              <p:nvPr/>
            </p:nvPicPr>
            <p:blipFill>
              <a:blip r:embed="rId81"/>
              <a:stretch>
                <a:fillRect/>
              </a:stretch>
            </p:blipFill>
            <p:spPr>
              <a:xfrm>
                <a:off x="6082389" y="5453905"/>
                <a:ext cx="486720" cy="469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2">
            <p14:nvContentPartPr>
              <p14:cNvPr id="87" name="Cerneală 86">
                <a:extLst>
                  <a:ext uri="{FF2B5EF4-FFF2-40B4-BE49-F238E27FC236}">
                    <a16:creationId xmlns:a16="http://schemas.microsoft.com/office/drawing/2014/main" id="{E9ABFC95-37F7-4DCE-B2DA-EE0506842082}"/>
                  </a:ext>
                </a:extLst>
              </p14:cNvPr>
              <p14:cNvContentPartPr/>
              <p14:nvPr/>
            </p14:nvContentPartPr>
            <p14:xfrm>
              <a:off x="3141909" y="4927225"/>
              <a:ext cx="1999800" cy="1107720"/>
            </p14:xfrm>
          </p:contentPart>
        </mc:Choice>
        <mc:Fallback xmlns="">
          <p:pic>
            <p:nvPicPr>
              <p:cNvPr id="87" name="Cerneală 86">
                <a:extLst>
                  <a:ext uri="{FF2B5EF4-FFF2-40B4-BE49-F238E27FC236}">
                    <a16:creationId xmlns:a16="http://schemas.microsoft.com/office/drawing/2014/main" id="{E9ABFC95-37F7-4DCE-B2DA-EE0506842082}"/>
                  </a:ext>
                </a:extLst>
              </p:cNvPr>
              <p:cNvPicPr/>
              <p:nvPr/>
            </p:nvPicPr>
            <p:blipFill>
              <a:blip r:embed="rId83"/>
              <a:stretch>
                <a:fillRect/>
              </a:stretch>
            </p:blipFill>
            <p:spPr>
              <a:xfrm>
                <a:off x="3124266" y="4909225"/>
                <a:ext cx="2035446" cy="11433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58081986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reptunghi 1">
            <a:extLst>
              <a:ext uri="{FF2B5EF4-FFF2-40B4-BE49-F238E27FC236}">
                <a16:creationId xmlns:a16="http://schemas.microsoft.com/office/drawing/2014/main" id="{6C401569-7906-4795-A91E-0998C971A7D3}"/>
              </a:ext>
            </a:extLst>
          </p:cNvPr>
          <p:cNvSpPr/>
          <p:nvPr/>
        </p:nvSpPr>
        <p:spPr>
          <a:xfrm>
            <a:off x="975416" y="411513"/>
            <a:ext cx="10407326" cy="42165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b="1" dirty="0">
                <a:solidFill>
                  <a:srgbClr val="0000FF"/>
                </a:solidFill>
              </a:rPr>
              <a:t>Agenda</a:t>
            </a:r>
            <a:endParaRPr lang="ro-RO" sz="2800" b="1" dirty="0">
              <a:solidFill>
                <a:srgbClr val="0000FF"/>
              </a:solidFill>
            </a:endParaRPr>
          </a:p>
          <a:p>
            <a:pPr marL="457200" indent="-457200">
              <a:buFontTx/>
              <a:buChar char="-"/>
            </a:pPr>
            <a:r>
              <a:rPr lang="ro-RO" sz="2800" b="1" dirty="0">
                <a:solidFill>
                  <a:srgbClr val="0000FF"/>
                </a:solidFill>
              </a:rPr>
              <a:t>Numărătoare;</a:t>
            </a:r>
          </a:p>
          <a:p>
            <a:pPr marL="1371600" lvl="2" indent="-457200">
              <a:buFontTx/>
              <a:buChar char="-"/>
            </a:pPr>
            <a:r>
              <a:rPr lang="ro-RO" sz="2800" b="1" dirty="0">
                <a:solidFill>
                  <a:schemeClr val="accent6">
                    <a:lumMod val="20000"/>
                    <a:lumOff val="80000"/>
                  </a:schemeClr>
                </a:solidFill>
              </a:rPr>
              <a:t>Introducere (rol, aplicații)</a:t>
            </a:r>
          </a:p>
          <a:p>
            <a:pPr marL="1371600" lvl="2" indent="-457200">
              <a:buFontTx/>
              <a:buChar char="-"/>
            </a:pPr>
            <a:r>
              <a:rPr lang="ro-RO" sz="2800" b="1" dirty="0">
                <a:solidFill>
                  <a:schemeClr val="accent6">
                    <a:lumMod val="20000"/>
                    <a:lumOff val="80000"/>
                  </a:schemeClr>
                </a:solidFill>
              </a:rPr>
              <a:t>Clasificare;</a:t>
            </a:r>
          </a:p>
          <a:p>
            <a:pPr marL="1371600" lvl="2" indent="-457200">
              <a:buFontTx/>
              <a:buChar char="-"/>
            </a:pPr>
            <a:r>
              <a:rPr lang="ro-RO" sz="2800" b="1" dirty="0">
                <a:solidFill>
                  <a:schemeClr val="accent6">
                    <a:lumMod val="20000"/>
                    <a:lumOff val="80000"/>
                  </a:schemeClr>
                </a:solidFill>
              </a:rPr>
              <a:t>Numărătoare binare asincrone;</a:t>
            </a:r>
          </a:p>
          <a:p>
            <a:pPr marL="2286000" lvl="4" indent="-457200">
              <a:buFontTx/>
              <a:buChar char="-"/>
            </a:pPr>
            <a:r>
              <a:rPr lang="ro-RO" sz="2400" b="1" dirty="0">
                <a:solidFill>
                  <a:schemeClr val="accent6">
                    <a:lumMod val="20000"/>
                    <a:lumOff val="80000"/>
                  </a:schemeClr>
                </a:solidFill>
              </a:rPr>
              <a:t>Structură internă</a:t>
            </a:r>
          </a:p>
          <a:p>
            <a:pPr marL="2286000" lvl="4" indent="-457200">
              <a:buFontTx/>
              <a:buChar char="-"/>
            </a:pPr>
            <a:r>
              <a:rPr lang="ro-RO" sz="2400" b="1" dirty="0">
                <a:solidFill>
                  <a:schemeClr val="accent6">
                    <a:lumMod val="20000"/>
                    <a:lumOff val="80000"/>
                  </a:schemeClr>
                </a:solidFill>
              </a:rPr>
              <a:t>Diagrame de timp</a:t>
            </a:r>
          </a:p>
          <a:p>
            <a:pPr marL="2286000" lvl="4" indent="-457200">
              <a:buFontTx/>
              <a:buChar char="-"/>
            </a:pPr>
            <a:r>
              <a:rPr lang="ro-RO" sz="2400" b="1" dirty="0">
                <a:solidFill>
                  <a:schemeClr val="accent6">
                    <a:lumMod val="20000"/>
                    <a:lumOff val="80000"/>
                  </a:schemeClr>
                </a:solidFill>
              </a:rPr>
              <a:t>Aspecte nedorite în funcționarea numărătoarelor asincrone </a:t>
            </a:r>
            <a:r>
              <a:rPr lang="en-US" sz="2400" b="1" dirty="0">
                <a:solidFill>
                  <a:schemeClr val="accent6">
                    <a:lumMod val="20000"/>
                    <a:lumOff val="80000"/>
                  </a:schemeClr>
                </a:solidFill>
              </a:rPr>
              <a:t> </a:t>
            </a:r>
            <a:endParaRPr lang="ro-RO" sz="2400" b="1" dirty="0">
              <a:solidFill>
                <a:schemeClr val="accent6">
                  <a:lumMod val="20000"/>
                  <a:lumOff val="80000"/>
                </a:schemeClr>
              </a:solidFill>
            </a:endParaRPr>
          </a:p>
          <a:p>
            <a:pPr marL="1371600" lvl="2" indent="-457200">
              <a:buFontTx/>
              <a:buChar char="-"/>
            </a:pPr>
            <a:r>
              <a:rPr lang="ro-RO" sz="2800" b="1" dirty="0">
                <a:solidFill>
                  <a:srgbClr val="FF0000"/>
                </a:solidFill>
              </a:rPr>
              <a:t>Implementarea divizoarelor de frecvență cu factor fix</a:t>
            </a:r>
          </a:p>
          <a:p>
            <a:pPr lvl="2"/>
            <a:endParaRPr lang="ro-RO" sz="2800" b="1" dirty="0"/>
          </a:p>
        </p:txBody>
      </p:sp>
    </p:spTree>
    <p:extLst>
      <p:ext uri="{BB962C8B-B14F-4D97-AF65-F5344CB8AC3E}">
        <p14:creationId xmlns:p14="http://schemas.microsoft.com/office/powerpoint/2010/main" val="251075721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reptunghi 1">
            <a:extLst>
              <a:ext uri="{FF2B5EF4-FFF2-40B4-BE49-F238E27FC236}">
                <a16:creationId xmlns:a16="http://schemas.microsoft.com/office/drawing/2014/main" id="{EB6C28A5-F99B-420B-9781-1E0CE500BEF8}"/>
              </a:ext>
            </a:extLst>
          </p:cNvPr>
          <p:cNvSpPr/>
          <p:nvPr/>
        </p:nvSpPr>
        <p:spPr>
          <a:xfrm>
            <a:off x="335343" y="137196"/>
            <a:ext cx="11429875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o-RO" sz="2800" b="1" dirty="0">
                <a:solidFill>
                  <a:srgbClr val="0000FF"/>
                </a:solidFill>
              </a:rPr>
              <a:t>Realizarea divizoarelor de frecvență folosind numărătoare asincrone     </a:t>
            </a:r>
            <a:r>
              <a:rPr lang="en-US" sz="2800" b="1" dirty="0">
                <a:solidFill>
                  <a:srgbClr val="0000FF"/>
                </a:solidFill>
              </a:rPr>
              <a:t> </a:t>
            </a:r>
            <a:endParaRPr lang="ro-RO" sz="2800" b="1" dirty="0">
              <a:solidFill>
                <a:srgbClr val="0000FF"/>
              </a:solidFill>
            </a:endParaRPr>
          </a:p>
        </p:txBody>
      </p:sp>
      <p:sp>
        <p:nvSpPr>
          <p:cNvPr id="3" name="Rectangle 8">
            <a:extLst>
              <a:ext uri="{FF2B5EF4-FFF2-40B4-BE49-F238E27FC236}">
                <a16:creationId xmlns:a16="http://schemas.microsoft.com/office/drawing/2014/main" id="{F4ADC3FA-13FD-46A2-BD9D-CF2CF17D12A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6782" y="1143025"/>
            <a:ext cx="8267700" cy="164660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2857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200150" indent="-285750">
              <a:spcBef>
                <a:spcPct val="20000"/>
              </a:spcBef>
              <a:buClr>
                <a:schemeClr val="accent2"/>
              </a:buClr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2"/>
              </a:buClr>
              <a:buChar char="•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•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•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•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•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buClrTx/>
              <a:buSzTx/>
              <a:buFontTx/>
              <a:buNone/>
              <a:defRPr/>
            </a:pPr>
            <a:r>
              <a:rPr kumimoji="0" lang="ro-RO" altLang="ro-RO" sz="2000" i="1" dirty="0">
                <a:solidFill>
                  <a:srgbClr val="0000FF"/>
                </a:solidFill>
              </a:rPr>
              <a:t>Generalități</a:t>
            </a:r>
          </a:p>
          <a:p>
            <a:pPr>
              <a:spcBef>
                <a:spcPts val="1800"/>
              </a:spcBef>
              <a:buFont typeface="Symbol" panose="05050102010706020507" pitchFamily="18" charset="2"/>
              <a:buChar char="¨"/>
              <a:defRPr/>
            </a:pPr>
            <a:r>
              <a:rPr lang="ro-RO" sz="2000" i="1">
                <a:solidFill>
                  <a:srgbClr val="FF0000"/>
                </a:solidFill>
              </a:rPr>
              <a:t>Prin ce </a:t>
            </a:r>
            <a:r>
              <a:rPr lang="ro-RO" sz="2000" i="1" dirty="0">
                <a:solidFill>
                  <a:srgbClr val="FF0000"/>
                </a:solidFill>
              </a:rPr>
              <a:t>ce caracterizăm un semnal digital periodic? </a:t>
            </a:r>
          </a:p>
          <a:p>
            <a:pPr lvl="1">
              <a:spcBef>
                <a:spcPts val="600"/>
              </a:spcBef>
              <a:buFont typeface="Arial" panose="020B0604020202020204" pitchFamily="34" charset="0"/>
              <a:buChar char="•"/>
              <a:defRPr/>
            </a:pPr>
            <a:r>
              <a:rPr lang="ro-RO" sz="1800" dirty="0"/>
              <a:t>Frecvența semnalului / Perioada semnalului;</a:t>
            </a:r>
          </a:p>
          <a:p>
            <a:pPr lvl="1">
              <a:spcBef>
                <a:spcPts val="600"/>
              </a:spcBef>
              <a:buFont typeface="Arial" panose="020B0604020202020204" pitchFamily="34" charset="0"/>
              <a:buChar char="•"/>
              <a:defRPr/>
            </a:pPr>
            <a:r>
              <a:rPr lang="ro-RO" sz="1800" dirty="0"/>
              <a:t>Factorul de umplere (</a:t>
            </a:r>
            <a:r>
              <a:rPr lang="ro-RO" sz="1800" dirty="0" err="1"/>
              <a:t>Duty</a:t>
            </a:r>
            <a:r>
              <a:rPr lang="ro-RO" sz="1800" dirty="0"/>
              <a:t> </a:t>
            </a:r>
            <a:r>
              <a:rPr lang="ro-RO" sz="1800" dirty="0" err="1"/>
              <a:t>Cycle</a:t>
            </a:r>
            <a:r>
              <a:rPr lang="ro-RO" sz="1800" dirty="0"/>
              <a:t>)</a:t>
            </a:r>
          </a:p>
        </p:txBody>
      </p:sp>
      <p:pic>
        <p:nvPicPr>
          <p:cNvPr id="4" name="Imagine 7">
            <a:extLst>
              <a:ext uri="{FF2B5EF4-FFF2-40B4-BE49-F238E27FC236}">
                <a16:creationId xmlns:a16="http://schemas.microsoft.com/office/drawing/2014/main" id="{62FB679C-8CDE-43BB-80C5-F84B3074979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5416" y="2880366"/>
            <a:ext cx="9326778" cy="37311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43" name="Cerneală 42">
                <a:extLst>
                  <a:ext uri="{FF2B5EF4-FFF2-40B4-BE49-F238E27FC236}">
                    <a16:creationId xmlns:a16="http://schemas.microsoft.com/office/drawing/2014/main" id="{6747CD27-0C22-40C3-9F7F-AA1783DBB8EC}"/>
                  </a:ext>
                </a:extLst>
              </p14:cNvPr>
              <p14:cNvContentPartPr/>
              <p14:nvPr/>
            </p14:nvContentPartPr>
            <p14:xfrm>
              <a:off x="10534869" y="5346265"/>
              <a:ext cx="584280" cy="470880"/>
            </p14:xfrm>
          </p:contentPart>
        </mc:Choice>
        <mc:Fallback xmlns="">
          <p:pic>
            <p:nvPicPr>
              <p:cNvPr id="43" name="Cerneală 42">
                <a:extLst>
                  <a:ext uri="{FF2B5EF4-FFF2-40B4-BE49-F238E27FC236}">
                    <a16:creationId xmlns:a16="http://schemas.microsoft.com/office/drawing/2014/main" id="{6747CD27-0C22-40C3-9F7F-AA1783DBB8EC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0516869" y="5328625"/>
                <a:ext cx="619920" cy="506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44" name="Cerneală 43">
                <a:extLst>
                  <a:ext uri="{FF2B5EF4-FFF2-40B4-BE49-F238E27FC236}">
                    <a16:creationId xmlns:a16="http://schemas.microsoft.com/office/drawing/2014/main" id="{D171BF25-CCFF-43EC-B17E-7D8A8694B579}"/>
                  </a:ext>
                </a:extLst>
              </p14:cNvPr>
              <p14:cNvContentPartPr/>
              <p14:nvPr/>
            </p14:nvContentPartPr>
            <p14:xfrm>
              <a:off x="10534869" y="4239265"/>
              <a:ext cx="490680" cy="482760"/>
            </p14:xfrm>
          </p:contentPart>
        </mc:Choice>
        <mc:Fallback xmlns="">
          <p:pic>
            <p:nvPicPr>
              <p:cNvPr id="44" name="Cerneală 43">
                <a:extLst>
                  <a:ext uri="{FF2B5EF4-FFF2-40B4-BE49-F238E27FC236}">
                    <a16:creationId xmlns:a16="http://schemas.microsoft.com/office/drawing/2014/main" id="{D171BF25-CCFF-43EC-B17E-7D8A8694B579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0516869" y="4221278"/>
                <a:ext cx="526320" cy="518373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45" name="Cerneală 44">
                <a:extLst>
                  <a:ext uri="{FF2B5EF4-FFF2-40B4-BE49-F238E27FC236}">
                    <a16:creationId xmlns:a16="http://schemas.microsoft.com/office/drawing/2014/main" id="{B91A3FAE-A4D0-4BC1-9C03-F17C78BC04C4}"/>
                  </a:ext>
                </a:extLst>
              </p14:cNvPr>
              <p14:cNvContentPartPr/>
              <p14:nvPr/>
            </p14:nvContentPartPr>
            <p14:xfrm>
              <a:off x="10621989" y="3075745"/>
              <a:ext cx="457560" cy="610200"/>
            </p14:xfrm>
          </p:contentPart>
        </mc:Choice>
        <mc:Fallback xmlns="">
          <p:pic>
            <p:nvPicPr>
              <p:cNvPr id="45" name="Cerneală 44">
                <a:extLst>
                  <a:ext uri="{FF2B5EF4-FFF2-40B4-BE49-F238E27FC236}">
                    <a16:creationId xmlns:a16="http://schemas.microsoft.com/office/drawing/2014/main" id="{B91A3FAE-A4D0-4BC1-9C03-F17C78BC04C4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10603989" y="3057745"/>
                <a:ext cx="493200" cy="645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59" name="Cerneală 58">
                <a:extLst>
                  <a:ext uri="{FF2B5EF4-FFF2-40B4-BE49-F238E27FC236}">
                    <a16:creationId xmlns:a16="http://schemas.microsoft.com/office/drawing/2014/main" id="{0B5A7A63-B665-428F-AD06-60BF5543C77D}"/>
                  </a:ext>
                </a:extLst>
              </p14:cNvPr>
              <p14:cNvContentPartPr/>
              <p14:nvPr/>
            </p14:nvContentPartPr>
            <p14:xfrm>
              <a:off x="9023589" y="1053265"/>
              <a:ext cx="1578960" cy="808200"/>
            </p14:xfrm>
          </p:contentPart>
        </mc:Choice>
        <mc:Fallback xmlns="">
          <p:pic>
            <p:nvPicPr>
              <p:cNvPr id="59" name="Cerneală 58">
                <a:extLst>
                  <a:ext uri="{FF2B5EF4-FFF2-40B4-BE49-F238E27FC236}">
                    <a16:creationId xmlns:a16="http://schemas.microsoft.com/office/drawing/2014/main" id="{0B5A7A63-B665-428F-AD06-60BF5543C77D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9005589" y="1035265"/>
                <a:ext cx="1614600" cy="843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60" name="Cerneală 59">
                <a:extLst>
                  <a:ext uri="{FF2B5EF4-FFF2-40B4-BE49-F238E27FC236}">
                    <a16:creationId xmlns:a16="http://schemas.microsoft.com/office/drawing/2014/main" id="{B099E483-CC4C-4B48-96C4-E2CCDD15E4B9}"/>
                  </a:ext>
                </a:extLst>
              </p14:cNvPr>
              <p14:cNvContentPartPr/>
              <p14:nvPr/>
            </p14:nvContentPartPr>
            <p14:xfrm>
              <a:off x="8104149" y="1074145"/>
              <a:ext cx="763200" cy="709200"/>
            </p14:xfrm>
          </p:contentPart>
        </mc:Choice>
        <mc:Fallback xmlns="">
          <p:pic>
            <p:nvPicPr>
              <p:cNvPr id="60" name="Cerneală 59">
                <a:extLst>
                  <a:ext uri="{FF2B5EF4-FFF2-40B4-BE49-F238E27FC236}">
                    <a16:creationId xmlns:a16="http://schemas.microsoft.com/office/drawing/2014/main" id="{B099E483-CC4C-4B48-96C4-E2CCDD15E4B9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8086501" y="1056145"/>
                <a:ext cx="798857" cy="744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">
            <p14:nvContentPartPr>
              <p14:cNvPr id="61" name="Cerneală 60">
                <a:extLst>
                  <a:ext uri="{FF2B5EF4-FFF2-40B4-BE49-F238E27FC236}">
                    <a16:creationId xmlns:a16="http://schemas.microsoft.com/office/drawing/2014/main" id="{28A711BD-72B4-459F-B9D7-DBF21A28DC61}"/>
                  </a:ext>
                </a:extLst>
              </p14:cNvPr>
              <p14:cNvContentPartPr/>
              <p14:nvPr/>
            </p14:nvContentPartPr>
            <p14:xfrm>
              <a:off x="846189" y="2414065"/>
              <a:ext cx="4289040" cy="347760"/>
            </p14:xfrm>
          </p:contentPart>
        </mc:Choice>
        <mc:Fallback xmlns="">
          <p:pic>
            <p:nvPicPr>
              <p:cNvPr id="61" name="Cerneală 60">
                <a:extLst>
                  <a:ext uri="{FF2B5EF4-FFF2-40B4-BE49-F238E27FC236}">
                    <a16:creationId xmlns:a16="http://schemas.microsoft.com/office/drawing/2014/main" id="{28A711BD-72B4-459F-B9D7-DBF21A28DC61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828189" y="2396065"/>
                <a:ext cx="4324680" cy="383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">
            <p14:nvContentPartPr>
              <p14:cNvPr id="90" name="Cerneală 89">
                <a:extLst>
                  <a:ext uri="{FF2B5EF4-FFF2-40B4-BE49-F238E27FC236}">
                    <a16:creationId xmlns:a16="http://schemas.microsoft.com/office/drawing/2014/main" id="{F92DAA36-2858-47A7-A00B-252FDFB76520}"/>
                  </a:ext>
                </a:extLst>
              </p14:cNvPr>
              <p14:cNvContentPartPr/>
              <p14:nvPr/>
            </p14:nvContentPartPr>
            <p14:xfrm>
              <a:off x="5902389" y="3916345"/>
              <a:ext cx="826560" cy="324360"/>
            </p14:xfrm>
          </p:contentPart>
        </mc:Choice>
        <mc:Fallback xmlns="">
          <p:pic>
            <p:nvPicPr>
              <p:cNvPr id="90" name="Cerneală 89">
                <a:extLst>
                  <a:ext uri="{FF2B5EF4-FFF2-40B4-BE49-F238E27FC236}">
                    <a16:creationId xmlns:a16="http://schemas.microsoft.com/office/drawing/2014/main" id="{F92DAA36-2858-47A7-A00B-252FDFB76520}"/>
                  </a:ext>
                </a:extLst>
              </p:cNvPr>
              <p:cNvPicPr/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5884749" y="3898705"/>
                <a:ext cx="862200" cy="360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">
            <p14:nvContentPartPr>
              <p14:cNvPr id="91" name="Cerneală 90">
                <a:extLst>
                  <a:ext uri="{FF2B5EF4-FFF2-40B4-BE49-F238E27FC236}">
                    <a16:creationId xmlns:a16="http://schemas.microsoft.com/office/drawing/2014/main" id="{016778EC-E058-4377-9D73-F91A38124C96}"/>
                  </a:ext>
                </a:extLst>
              </p14:cNvPr>
              <p14:cNvContentPartPr/>
              <p14:nvPr/>
            </p14:nvContentPartPr>
            <p14:xfrm>
              <a:off x="5755869" y="3108505"/>
              <a:ext cx="606960" cy="343440"/>
            </p14:xfrm>
          </p:contentPart>
        </mc:Choice>
        <mc:Fallback xmlns="">
          <p:pic>
            <p:nvPicPr>
              <p:cNvPr id="91" name="Cerneală 90">
                <a:extLst>
                  <a:ext uri="{FF2B5EF4-FFF2-40B4-BE49-F238E27FC236}">
                    <a16:creationId xmlns:a16="http://schemas.microsoft.com/office/drawing/2014/main" id="{016778EC-E058-4377-9D73-F91A38124C96}"/>
                  </a:ext>
                </a:extLst>
              </p:cNvPr>
              <p:cNvPicPr/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5737869" y="3090865"/>
                <a:ext cx="642600" cy="379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">
            <p14:nvContentPartPr>
              <p14:cNvPr id="92" name="Cerneală 91">
                <a:extLst>
                  <a:ext uri="{FF2B5EF4-FFF2-40B4-BE49-F238E27FC236}">
                    <a16:creationId xmlns:a16="http://schemas.microsoft.com/office/drawing/2014/main" id="{6EA1D473-B1D7-4634-958A-C3D3EC29AE4C}"/>
                  </a:ext>
                </a:extLst>
              </p14:cNvPr>
              <p14:cNvContentPartPr/>
              <p14:nvPr/>
            </p14:nvContentPartPr>
            <p14:xfrm>
              <a:off x="6496389" y="5262745"/>
              <a:ext cx="154800" cy="304560"/>
            </p14:xfrm>
          </p:contentPart>
        </mc:Choice>
        <mc:Fallback xmlns="">
          <p:pic>
            <p:nvPicPr>
              <p:cNvPr id="92" name="Cerneală 91">
                <a:extLst>
                  <a:ext uri="{FF2B5EF4-FFF2-40B4-BE49-F238E27FC236}">
                    <a16:creationId xmlns:a16="http://schemas.microsoft.com/office/drawing/2014/main" id="{6EA1D473-B1D7-4634-958A-C3D3EC29AE4C}"/>
                  </a:ext>
                </a:extLst>
              </p:cNvPr>
              <p:cNvPicPr/>
              <p:nvPr/>
            </p:nvPicPr>
            <p:blipFill>
              <a:blip r:embed="rId20"/>
              <a:stretch>
                <a:fillRect/>
              </a:stretch>
            </p:blipFill>
            <p:spPr>
              <a:xfrm>
                <a:off x="6478389" y="5245105"/>
                <a:ext cx="190440" cy="340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">
            <p14:nvContentPartPr>
              <p14:cNvPr id="100" name="Cerneală 99">
                <a:extLst>
                  <a:ext uri="{FF2B5EF4-FFF2-40B4-BE49-F238E27FC236}">
                    <a16:creationId xmlns:a16="http://schemas.microsoft.com/office/drawing/2014/main" id="{CD974BAA-B305-4600-B2D6-E0674C638AB2}"/>
                  </a:ext>
                </a:extLst>
              </p14:cNvPr>
              <p14:cNvContentPartPr/>
              <p14:nvPr/>
            </p14:nvContentPartPr>
            <p14:xfrm>
              <a:off x="6735789" y="5323585"/>
              <a:ext cx="503280" cy="318600"/>
            </p14:xfrm>
          </p:contentPart>
        </mc:Choice>
        <mc:Fallback xmlns="">
          <p:pic>
            <p:nvPicPr>
              <p:cNvPr id="100" name="Cerneală 99">
                <a:extLst>
                  <a:ext uri="{FF2B5EF4-FFF2-40B4-BE49-F238E27FC236}">
                    <a16:creationId xmlns:a16="http://schemas.microsoft.com/office/drawing/2014/main" id="{CD974BAA-B305-4600-B2D6-E0674C638AB2}"/>
                  </a:ext>
                </a:extLst>
              </p:cNvPr>
              <p:cNvPicPr/>
              <p:nvPr/>
            </p:nvPicPr>
            <p:blipFill>
              <a:blip r:embed="rId22"/>
              <a:stretch>
                <a:fillRect/>
              </a:stretch>
            </p:blipFill>
            <p:spPr>
              <a:xfrm>
                <a:off x="6718149" y="5305585"/>
                <a:ext cx="538920" cy="354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3">
            <p14:nvContentPartPr>
              <p14:cNvPr id="101" name="Cerneală 100">
                <a:extLst>
                  <a:ext uri="{FF2B5EF4-FFF2-40B4-BE49-F238E27FC236}">
                    <a16:creationId xmlns:a16="http://schemas.microsoft.com/office/drawing/2014/main" id="{A12F6E6C-CF7F-4653-B089-F7D668338873}"/>
                  </a:ext>
                </a:extLst>
              </p14:cNvPr>
              <p14:cNvContentPartPr/>
              <p14:nvPr/>
            </p14:nvContentPartPr>
            <p14:xfrm>
              <a:off x="5953509" y="2506585"/>
              <a:ext cx="169920" cy="357840"/>
            </p14:xfrm>
          </p:contentPart>
        </mc:Choice>
        <mc:Fallback xmlns="">
          <p:pic>
            <p:nvPicPr>
              <p:cNvPr id="101" name="Cerneală 100">
                <a:extLst>
                  <a:ext uri="{FF2B5EF4-FFF2-40B4-BE49-F238E27FC236}">
                    <a16:creationId xmlns:a16="http://schemas.microsoft.com/office/drawing/2014/main" id="{A12F6E6C-CF7F-4653-B089-F7D668338873}"/>
                  </a:ext>
                </a:extLst>
              </p:cNvPr>
              <p:cNvPicPr/>
              <p:nvPr/>
            </p:nvPicPr>
            <p:blipFill>
              <a:blip r:embed="rId24"/>
              <a:stretch>
                <a:fillRect/>
              </a:stretch>
            </p:blipFill>
            <p:spPr>
              <a:xfrm>
                <a:off x="5935869" y="2488585"/>
                <a:ext cx="205560" cy="393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5">
            <p14:nvContentPartPr>
              <p14:cNvPr id="107" name="Cerneală 106">
                <a:extLst>
                  <a:ext uri="{FF2B5EF4-FFF2-40B4-BE49-F238E27FC236}">
                    <a16:creationId xmlns:a16="http://schemas.microsoft.com/office/drawing/2014/main" id="{B3B7B159-95E2-4490-B00E-6CB9E389D2E4}"/>
                  </a:ext>
                </a:extLst>
              </p14:cNvPr>
              <p14:cNvContentPartPr/>
              <p14:nvPr/>
            </p14:nvContentPartPr>
            <p14:xfrm>
              <a:off x="6251589" y="2603785"/>
              <a:ext cx="875880" cy="286560"/>
            </p14:xfrm>
          </p:contentPart>
        </mc:Choice>
        <mc:Fallback xmlns="">
          <p:pic>
            <p:nvPicPr>
              <p:cNvPr id="107" name="Cerneală 106">
                <a:extLst>
                  <a:ext uri="{FF2B5EF4-FFF2-40B4-BE49-F238E27FC236}">
                    <a16:creationId xmlns:a16="http://schemas.microsoft.com/office/drawing/2014/main" id="{B3B7B159-95E2-4490-B00E-6CB9E389D2E4}"/>
                  </a:ext>
                </a:extLst>
              </p:cNvPr>
              <p:cNvPicPr/>
              <p:nvPr/>
            </p:nvPicPr>
            <p:blipFill>
              <a:blip r:embed="rId26"/>
              <a:stretch>
                <a:fillRect/>
              </a:stretch>
            </p:blipFill>
            <p:spPr>
              <a:xfrm>
                <a:off x="6233596" y="2586145"/>
                <a:ext cx="911505" cy="3222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92598291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reptunghi 1">
            <a:extLst>
              <a:ext uri="{FF2B5EF4-FFF2-40B4-BE49-F238E27FC236}">
                <a16:creationId xmlns:a16="http://schemas.microsoft.com/office/drawing/2014/main" id="{EB6C28A5-F99B-420B-9781-1E0CE500BEF8}"/>
              </a:ext>
            </a:extLst>
          </p:cNvPr>
          <p:cNvSpPr/>
          <p:nvPr/>
        </p:nvSpPr>
        <p:spPr>
          <a:xfrm>
            <a:off x="335343" y="137196"/>
            <a:ext cx="11429875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o-RO" sz="2800" b="1" dirty="0">
                <a:solidFill>
                  <a:srgbClr val="0000FF"/>
                </a:solidFill>
              </a:rPr>
              <a:t>Realizarea divizoarelor de frecvență folosind numărătoare asincrone     </a:t>
            </a:r>
            <a:r>
              <a:rPr lang="en-US" sz="2800" b="1" dirty="0">
                <a:solidFill>
                  <a:srgbClr val="0000FF"/>
                </a:solidFill>
              </a:rPr>
              <a:t> </a:t>
            </a:r>
            <a:endParaRPr lang="ro-RO" sz="2800" b="1" dirty="0">
              <a:solidFill>
                <a:srgbClr val="0000FF"/>
              </a:solidFill>
            </a:endParaRPr>
          </a:p>
        </p:txBody>
      </p:sp>
      <p:sp>
        <p:nvSpPr>
          <p:cNvPr id="3" name="Rectangle 8">
            <a:extLst>
              <a:ext uri="{FF2B5EF4-FFF2-40B4-BE49-F238E27FC236}">
                <a16:creationId xmlns:a16="http://schemas.microsoft.com/office/drawing/2014/main" id="{DC21F5E6-7F02-4F01-9A92-8B8F5E3B49F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6782" y="1325903"/>
            <a:ext cx="11277540" cy="437042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2857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200150" indent="-285750">
              <a:spcBef>
                <a:spcPct val="20000"/>
              </a:spcBef>
              <a:buClr>
                <a:schemeClr val="accent2"/>
              </a:buClr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2"/>
              </a:buClr>
              <a:buChar char="•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•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•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•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•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buClrTx/>
              <a:buSzTx/>
              <a:buFontTx/>
              <a:buNone/>
              <a:defRPr/>
            </a:pPr>
            <a:r>
              <a:rPr kumimoji="0" lang="ro-RO" altLang="ro-RO" sz="2000" i="1" dirty="0">
                <a:solidFill>
                  <a:srgbClr val="FFFF00"/>
                </a:solidFill>
              </a:rPr>
              <a:t> </a:t>
            </a:r>
            <a:r>
              <a:rPr kumimoji="0" lang="ro-RO" altLang="ro-RO" sz="2000" i="1" dirty="0">
                <a:solidFill>
                  <a:srgbClr val="0000FF"/>
                </a:solidFill>
              </a:rPr>
              <a:t>Generalități</a:t>
            </a:r>
          </a:p>
          <a:p>
            <a:pPr>
              <a:spcBef>
                <a:spcPts val="1800"/>
              </a:spcBef>
              <a:buFont typeface="Symbol" panose="05050102010706020507" pitchFamily="18" charset="2"/>
              <a:buChar char="¨"/>
              <a:defRPr/>
            </a:pPr>
            <a:r>
              <a:rPr lang="ro-RO" sz="2400" i="1" dirty="0">
                <a:solidFill>
                  <a:srgbClr val="FF0000"/>
                </a:solidFill>
              </a:rPr>
              <a:t>Rol  - </a:t>
            </a:r>
            <a:r>
              <a:rPr lang="ro-RO" sz="2400" dirty="0">
                <a:solidFill>
                  <a:srgbClr val="FF0000"/>
                </a:solidFill>
              </a:rPr>
              <a:t> </a:t>
            </a:r>
            <a:r>
              <a:rPr lang="ro-RO" sz="2400" dirty="0"/>
              <a:t>Reduce frecvența unui semnal digital de intrare cu un factor K. </a:t>
            </a:r>
          </a:p>
          <a:p>
            <a:pPr>
              <a:spcBef>
                <a:spcPts val="1800"/>
              </a:spcBef>
              <a:buFont typeface="Symbol" panose="05050102010706020507" pitchFamily="18" charset="2"/>
              <a:buChar char="¨"/>
              <a:defRPr/>
            </a:pPr>
            <a:r>
              <a:rPr lang="ro-RO" sz="2400" i="1" dirty="0">
                <a:solidFill>
                  <a:srgbClr val="FF0000"/>
                </a:solidFill>
              </a:rPr>
              <a:t>Implementare  - </a:t>
            </a:r>
            <a:r>
              <a:rPr lang="ro-RO" sz="2400" dirty="0"/>
              <a:t>Cea mai rapidă metodă de implementare a unui divizor digital de frecvență se obține prin utilizarea numărătoarelor </a:t>
            </a:r>
          </a:p>
          <a:p>
            <a:pPr>
              <a:spcBef>
                <a:spcPts val="1800"/>
              </a:spcBef>
              <a:buFont typeface="Symbol" panose="05050102010706020507" pitchFamily="18" charset="2"/>
              <a:buChar char="¨"/>
              <a:defRPr/>
            </a:pPr>
            <a:r>
              <a:rPr lang="ro-RO" sz="2400" dirty="0"/>
              <a:t>Putem identifica trei tipuri de divizoare de frecvență:</a:t>
            </a:r>
          </a:p>
          <a:p>
            <a:pPr lvl="1">
              <a:spcBef>
                <a:spcPts val="1800"/>
              </a:spcBef>
              <a:buFont typeface="Symbol" panose="05050102010706020507" pitchFamily="18" charset="2"/>
              <a:buChar char="¨"/>
              <a:defRPr/>
            </a:pPr>
            <a:r>
              <a:rPr lang="ro-RO" sz="1800" dirty="0"/>
              <a:t>Tip I: divizoare de frecvență cu </a:t>
            </a:r>
            <a:r>
              <a:rPr lang="ro-RO" sz="1800" dirty="0">
                <a:solidFill>
                  <a:srgbClr val="FF0000"/>
                </a:solidFill>
              </a:rPr>
              <a:t>factor de divizare fix </a:t>
            </a:r>
            <a:r>
              <a:rPr lang="ro-RO" sz="1800" dirty="0"/>
              <a:t>și </a:t>
            </a:r>
            <a:r>
              <a:rPr lang="ro-RO" sz="1800" dirty="0">
                <a:solidFill>
                  <a:srgbClr val="FF0000"/>
                </a:solidFill>
              </a:rPr>
              <a:t>factor de umplere fix</a:t>
            </a:r>
            <a:r>
              <a:rPr lang="ro-RO" sz="1800" dirty="0"/>
              <a:t>;</a:t>
            </a:r>
          </a:p>
          <a:p>
            <a:pPr lvl="1">
              <a:spcBef>
                <a:spcPts val="1800"/>
              </a:spcBef>
              <a:buFont typeface="Symbol" panose="05050102010706020507" pitchFamily="18" charset="2"/>
              <a:buChar char="¨"/>
              <a:defRPr/>
            </a:pPr>
            <a:r>
              <a:rPr lang="ro-RO" sz="1800" dirty="0"/>
              <a:t>Tip II: divizoare de frecvență cu </a:t>
            </a:r>
            <a:r>
              <a:rPr lang="ro-RO" sz="1800" dirty="0">
                <a:solidFill>
                  <a:srgbClr val="FF0000"/>
                </a:solidFill>
              </a:rPr>
              <a:t>factor de divizare programabil </a:t>
            </a:r>
            <a:r>
              <a:rPr lang="ro-RO" sz="1800" dirty="0"/>
              <a:t>și </a:t>
            </a:r>
            <a:r>
              <a:rPr lang="ro-RO" sz="1800" dirty="0">
                <a:solidFill>
                  <a:srgbClr val="FF0000"/>
                </a:solidFill>
              </a:rPr>
              <a:t>factor de umplere fix</a:t>
            </a:r>
            <a:r>
              <a:rPr lang="ro-RO" sz="1800" dirty="0"/>
              <a:t>;</a:t>
            </a:r>
          </a:p>
          <a:p>
            <a:pPr lvl="1">
              <a:spcBef>
                <a:spcPts val="1800"/>
              </a:spcBef>
              <a:buFont typeface="Symbol" panose="05050102010706020507" pitchFamily="18" charset="2"/>
              <a:buChar char="¨"/>
              <a:defRPr/>
            </a:pPr>
            <a:r>
              <a:rPr lang="ro-RO" sz="1800" dirty="0"/>
              <a:t>Tip III: divizoare de frecvență cu </a:t>
            </a:r>
            <a:r>
              <a:rPr lang="ro-RO" sz="1800" dirty="0">
                <a:solidFill>
                  <a:srgbClr val="FF0000"/>
                </a:solidFill>
              </a:rPr>
              <a:t>factor de divizare programabil </a:t>
            </a:r>
            <a:r>
              <a:rPr lang="ro-RO" sz="1800" dirty="0"/>
              <a:t>și </a:t>
            </a:r>
            <a:r>
              <a:rPr lang="ro-RO" sz="1800" dirty="0">
                <a:solidFill>
                  <a:srgbClr val="FF0000"/>
                </a:solidFill>
              </a:rPr>
              <a:t>factor de umplere programabil;</a:t>
            </a:r>
            <a:endParaRPr lang="ro-RO" sz="2400" dirty="0">
              <a:solidFill>
                <a:srgbClr val="FF0000"/>
              </a:solidFill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6" name="Cerneală 5">
                <a:extLst>
                  <a:ext uri="{FF2B5EF4-FFF2-40B4-BE49-F238E27FC236}">
                    <a16:creationId xmlns:a16="http://schemas.microsoft.com/office/drawing/2014/main" id="{55BF2D2F-42C6-4019-AAEF-052FFDCC694C}"/>
                  </a:ext>
                </a:extLst>
              </p14:cNvPr>
              <p14:cNvContentPartPr/>
              <p14:nvPr/>
            </p14:nvContentPartPr>
            <p14:xfrm>
              <a:off x="10367829" y="1755985"/>
              <a:ext cx="772200" cy="636480"/>
            </p14:xfrm>
          </p:contentPart>
        </mc:Choice>
        <mc:Fallback xmlns="">
          <p:pic>
            <p:nvPicPr>
              <p:cNvPr id="6" name="Cerneală 5">
                <a:extLst>
                  <a:ext uri="{FF2B5EF4-FFF2-40B4-BE49-F238E27FC236}">
                    <a16:creationId xmlns:a16="http://schemas.microsoft.com/office/drawing/2014/main" id="{55BF2D2F-42C6-4019-AAEF-052FFDCC694C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0349829" y="1738345"/>
                <a:ext cx="807840" cy="672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8" name="Cerneală 7">
                <a:extLst>
                  <a:ext uri="{FF2B5EF4-FFF2-40B4-BE49-F238E27FC236}">
                    <a16:creationId xmlns:a16="http://schemas.microsoft.com/office/drawing/2014/main" id="{733F4270-EE11-4A91-B035-A2FFFC4BB108}"/>
                  </a:ext>
                </a:extLst>
              </p14:cNvPr>
              <p14:cNvContentPartPr/>
              <p14:nvPr/>
            </p14:nvContentPartPr>
            <p14:xfrm>
              <a:off x="4652469" y="4309825"/>
              <a:ext cx="4620240" cy="79560"/>
            </p14:xfrm>
          </p:contentPart>
        </mc:Choice>
        <mc:Fallback xmlns="">
          <p:pic>
            <p:nvPicPr>
              <p:cNvPr id="8" name="Cerneală 7">
                <a:extLst>
                  <a:ext uri="{FF2B5EF4-FFF2-40B4-BE49-F238E27FC236}">
                    <a16:creationId xmlns:a16="http://schemas.microsoft.com/office/drawing/2014/main" id="{733F4270-EE11-4A91-B035-A2FFFC4BB108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4634469" y="4292105"/>
                <a:ext cx="4655880" cy="115362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13" name="Cerneală 12">
                <a:extLst>
                  <a:ext uri="{FF2B5EF4-FFF2-40B4-BE49-F238E27FC236}">
                    <a16:creationId xmlns:a16="http://schemas.microsoft.com/office/drawing/2014/main" id="{3F4DB767-B599-404A-8C78-409C23CA2EFB}"/>
                  </a:ext>
                </a:extLst>
              </p14:cNvPr>
              <p14:cNvContentPartPr/>
              <p14:nvPr/>
            </p14:nvContentPartPr>
            <p14:xfrm>
              <a:off x="4816989" y="4841185"/>
              <a:ext cx="5505480" cy="99000"/>
            </p14:xfrm>
          </p:contentPart>
        </mc:Choice>
        <mc:Fallback xmlns="">
          <p:pic>
            <p:nvPicPr>
              <p:cNvPr id="13" name="Cerneală 12">
                <a:extLst>
                  <a:ext uri="{FF2B5EF4-FFF2-40B4-BE49-F238E27FC236}">
                    <a16:creationId xmlns:a16="http://schemas.microsoft.com/office/drawing/2014/main" id="{3F4DB767-B599-404A-8C78-409C23CA2EFB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4799349" y="4823119"/>
                <a:ext cx="5541120" cy="13477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15" name="Cerneală 14">
                <a:extLst>
                  <a:ext uri="{FF2B5EF4-FFF2-40B4-BE49-F238E27FC236}">
                    <a16:creationId xmlns:a16="http://schemas.microsoft.com/office/drawing/2014/main" id="{BABE7E86-7B66-483C-BF27-3B0442D185C8}"/>
                  </a:ext>
                </a:extLst>
              </p14:cNvPr>
              <p14:cNvContentPartPr/>
              <p14:nvPr/>
            </p14:nvContentPartPr>
            <p14:xfrm>
              <a:off x="1014309" y="4432585"/>
              <a:ext cx="1010880" cy="1081800"/>
            </p14:xfrm>
          </p:contentPart>
        </mc:Choice>
        <mc:Fallback xmlns="">
          <p:pic>
            <p:nvPicPr>
              <p:cNvPr id="15" name="Cerneală 14">
                <a:extLst>
                  <a:ext uri="{FF2B5EF4-FFF2-40B4-BE49-F238E27FC236}">
                    <a16:creationId xmlns:a16="http://schemas.microsoft.com/office/drawing/2014/main" id="{BABE7E86-7B66-483C-BF27-3B0442D185C8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996669" y="4414945"/>
                <a:ext cx="1046520" cy="1117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16" name="Cerneală 15">
                <a:extLst>
                  <a:ext uri="{FF2B5EF4-FFF2-40B4-BE49-F238E27FC236}">
                    <a16:creationId xmlns:a16="http://schemas.microsoft.com/office/drawing/2014/main" id="{E52F0C34-28CB-4E4D-8B74-C8E72691F0A6}"/>
                  </a:ext>
                </a:extLst>
              </p14:cNvPr>
              <p14:cNvContentPartPr/>
              <p14:nvPr/>
            </p14:nvContentPartPr>
            <p14:xfrm>
              <a:off x="5332149" y="5456785"/>
              <a:ext cx="1937880" cy="47880"/>
            </p14:xfrm>
          </p:contentPart>
        </mc:Choice>
        <mc:Fallback xmlns="">
          <p:pic>
            <p:nvPicPr>
              <p:cNvPr id="16" name="Cerneală 15">
                <a:extLst>
                  <a:ext uri="{FF2B5EF4-FFF2-40B4-BE49-F238E27FC236}">
                    <a16:creationId xmlns:a16="http://schemas.microsoft.com/office/drawing/2014/main" id="{E52F0C34-28CB-4E4D-8B74-C8E72691F0A6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5314509" y="5439145"/>
                <a:ext cx="1973520" cy="83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17" name="Cerneală 16">
                <a:extLst>
                  <a:ext uri="{FF2B5EF4-FFF2-40B4-BE49-F238E27FC236}">
                    <a16:creationId xmlns:a16="http://schemas.microsoft.com/office/drawing/2014/main" id="{D771943F-3888-4E7A-B769-5D54238C65FA}"/>
                  </a:ext>
                </a:extLst>
              </p14:cNvPr>
              <p14:cNvContentPartPr/>
              <p14:nvPr/>
            </p14:nvContentPartPr>
            <p14:xfrm>
              <a:off x="9052389" y="5510425"/>
              <a:ext cx="1100520" cy="96840"/>
            </p14:xfrm>
          </p:contentPart>
        </mc:Choice>
        <mc:Fallback xmlns="">
          <p:pic>
            <p:nvPicPr>
              <p:cNvPr id="17" name="Cerneală 16">
                <a:extLst>
                  <a:ext uri="{FF2B5EF4-FFF2-40B4-BE49-F238E27FC236}">
                    <a16:creationId xmlns:a16="http://schemas.microsoft.com/office/drawing/2014/main" id="{D771943F-3888-4E7A-B769-5D54238C65FA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9034389" y="5492425"/>
                <a:ext cx="1136160" cy="132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20" name="Cerneală 19">
                <a:extLst>
                  <a:ext uri="{FF2B5EF4-FFF2-40B4-BE49-F238E27FC236}">
                    <a16:creationId xmlns:a16="http://schemas.microsoft.com/office/drawing/2014/main" id="{72C8C9DB-D5C3-4EE5-A1C4-A9C78565113C}"/>
                  </a:ext>
                </a:extLst>
              </p14:cNvPr>
              <p14:cNvContentPartPr/>
              <p14:nvPr/>
            </p14:nvContentPartPr>
            <p14:xfrm>
              <a:off x="9506349" y="5712385"/>
              <a:ext cx="184320" cy="470160"/>
            </p14:xfrm>
          </p:contentPart>
        </mc:Choice>
        <mc:Fallback xmlns="">
          <p:pic>
            <p:nvPicPr>
              <p:cNvPr id="20" name="Cerneală 19">
                <a:extLst>
                  <a:ext uri="{FF2B5EF4-FFF2-40B4-BE49-F238E27FC236}">
                    <a16:creationId xmlns:a16="http://schemas.microsoft.com/office/drawing/2014/main" id="{72C8C9DB-D5C3-4EE5-A1C4-A9C78565113C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9488349" y="5694385"/>
                <a:ext cx="219960" cy="505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">
            <p14:nvContentPartPr>
              <p14:cNvPr id="21" name="Cerneală 20">
                <a:extLst>
                  <a:ext uri="{FF2B5EF4-FFF2-40B4-BE49-F238E27FC236}">
                    <a16:creationId xmlns:a16="http://schemas.microsoft.com/office/drawing/2014/main" id="{65496EE8-B6BA-46A9-972E-DD6ABB798178}"/>
                  </a:ext>
                </a:extLst>
              </p14:cNvPr>
              <p14:cNvContentPartPr/>
              <p14:nvPr/>
            </p14:nvContentPartPr>
            <p14:xfrm>
              <a:off x="6035229" y="5693305"/>
              <a:ext cx="438840" cy="332280"/>
            </p14:xfrm>
          </p:contentPart>
        </mc:Choice>
        <mc:Fallback xmlns="">
          <p:pic>
            <p:nvPicPr>
              <p:cNvPr id="21" name="Cerneală 20">
                <a:extLst>
                  <a:ext uri="{FF2B5EF4-FFF2-40B4-BE49-F238E27FC236}">
                    <a16:creationId xmlns:a16="http://schemas.microsoft.com/office/drawing/2014/main" id="{65496EE8-B6BA-46A9-972E-DD6ABB798178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6017589" y="5675305"/>
                <a:ext cx="474480" cy="3679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88313617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reptunghi 1">
            <a:extLst>
              <a:ext uri="{FF2B5EF4-FFF2-40B4-BE49-F238E27FC236}">
                <a16:creationId xmlns:a16="http://schemas.microsoft.com/office/drawing/2014/main" id="{EB6C28A5-F99B-420B-9781-1E0CE500BEF8}"/>
              </a:ext>
            </a:extLst>
          </p:cNvPr>
          <p:cNvSpPr/>
          <p:nvPr/>
        </p:nvSpPr>
        <p:spPr>
          <a:xfrm>
            <a:off x="335343" y="137196"/>
            <a:ext cx="11429875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o-RO" sz="2800" b="1" dirty="0">
                <a:solidFill>
                  <a:srgbClr val="0000FF"/>
                </a:solidFill>
              </a:rPr>
              <a:t>Realizarea divizoarelor de frecvență folosind numărătoare asincrone     </a:t>
            </a:r>
            <a:r>
              <a:rPr lang="en-US" sz="2800" b="1" dirty="0">
                <a:solidFill>
                  <a:srgbClr val="0000FF"/>
                </a:solidFill>
              </a:rPr>
              <a:t> </a:t>
            </a:r>
            <a:endParaRPr lang="ro-RO" sz="2800" b="1" dirty="0">
              <a:solidFill>
                <a:srgbClr val="0000FF"/>
              </a:solidFill>
            </a:endParaRPr>
          </a:p>
        </p:txBody>
      </p:sp>
      <p:sp>
        <p:nvSpPr>
          <p:cNvPr id="3" name="Rectangle 8">
            <a:extLst>
              <a:ext uri="{FF2B5EF4-FFF2-40B4-BE49-F238E27FC236}">
                <a16:creationId xmlns:a16="http://schemas.microsoft.com/office/drawing/2014/main" id="{DC21F5E6-7F02-4F01-9A92-8B8F5E3B49F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6782" y="1325903"/>
            <a:ext cx="11277540" cy="444737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2857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200150" indent="-285750">
              <a:spcBef>
                <a:spcPct val="20000"/>
              </a:spcBef>
              <a:buClr>
                <a:schemeClr val="accent2"/>
              </a:buClr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2"/>
              </a:buClr>
              <a:buChar char="•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•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•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•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•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buClrTx/>
              <a:buSzTx/>
              <a:buFontTx/>
              <a:buNone/>
              <a:defRPr/>
            </a:pPr>
            <a:r>
              <a:rPr kumimoji="0" lang="ro-RO" altLang="ro-RO" sz="2000" i="1" dirty="0">
                <a:solidFill>
                  <a:srgbClr val="FFFF00"/>
                </a:solidFill>
              </a:rPr>
              <a:t> </a:t>
            </a:r>
            <a:r>
              <a:rPr kumimoji="0" lang="ro-RO" altLang="ro-RO" sz="2000" i="1" dirty="0">
                <a:solidFill>
                  <a:srgbClr val="0000FF"/>
                </a:solidFill>
              </a:rPr>
              <a:t>Divizoare de tip I : divizoare de frecvență cu factor fix</a:t>
            </a:r>
          </a:p>
          <a:p>
            <a:pPr>
              <a:spcBef>
                <a:spcPts val="600"/>
              </a:spcBef>
              <a:buFont typeface="Symbol" panose="05050102010706020507" pitchFamily="18" charset="2"/>
              <a:buChar char="¨"/>
              <a:defRPr/>
            </a:pPr>
            <a:r>
              <a:rPr lang="ro-RO" sz="2000" i="1" dirty="0">
                <a:solidFill>
                  <a:srgbClr val="FF0000"/>
                </a:solidFill>
              </a:rPr>
              <a:t>Caracteristici: </a:t>
            </a:r>
          </a:p>
          <a:p>
            <a:pPr lvl="1">
              <a:spcBef>
                <a:spcPts val="1200"/>
              </a:spcBef>
              <a:buFont typeface="Courier New" panose="02070309020205020404" pitchFamily="49" charset="0"/>
              <a:buChar char="o"/>
              <a:defRPr/>
            </a:pPr>
            <a:r>
              <a:rPr lang="ro-RO" sz="1800" dirty="0"/>
              <a:t>factorul de divizare K, este implementat la nivel hardware, în schema electrică a circuitului;</a:t>
            </a:r>
          </a:p>
          <a:p>
            <a:pPr lvl="1">
              <a:spcBef>
                <a:spcPts val="1200"/>
              </a:spcBef>
              <a:buFont typeface="Courier New" panose="02070309020205020404" pitchFamily="49" charset="0"/>
              <a:buChar char="o"/>
              <a:defRPr/>
            </a:pPr>
            <a:r>
              <a:rPr lang="ro-RO" sz="1800" dirty="0"/>
              <a:t>după realizarea divizorului, factorul de divizare nu mai poate fi schimbat, </a:t>
            </a:r>
          </a:p>
          <a:p>
            <a:pPr lvl="1">
              <a:spcBef>
                <a:spcPts val="1200"/>
              </a:spcBef>
              <a:buFont typeface="Courier New" panose="02070309020205020404" pitchFamily="49" charset="0"/>
              <a:buChar char="o"/>
              <a:defRPr/>
            </a:pPr>
            <a:r>
              <a:rPr lang="ro-RO" sz="1800" dirty="0"/>
              <a:t>se pot implementa ușor cu ajutorul numărătoarelor binare asincrone;</a:t>
            </a:r>
          </a:p>
          <a:p>
            <a:pPr lvl="1">
              <a:spcBef>
                <a:spcPts val="1200"/>
              </a:spcBef>
              <a:buFont typeface="Courier New" panose="02070309020205020404" pitchFamily="49" charset="0"/>
              <a:buChar char="o"/>
              <a:defRPr/>
            </a:pPr>
            <a:r>
              <a:rPr lang="ro-RO" sz="1800" dirty="0"/>
              <a:t>Ideea de bază este următoarea:</a:t>
            </a:r>
          </a:p>
          <a:p>
            <a:pPr lvl="2">
              <a:spcBef>
                <a:spcPts val="1200"/>
              </a:spcBef>
              <a:buFont typeface="Courier New" panose="02070309020205020404" pitchFamily="49" charset="0"/>
              <a:buChar char="o"/>
              <a:defRPr/>
            </a:pPr>
            <a:r>
              <a:rPr lang="ro-RO" sz="1800" dirty="0"/>
              <a:t>Primele K stări din secvența de numărare sunt  lăsată să existe;</a:t>
            </a:r>
          </a:p>
          <a:p>
            <a:pPr lvl="2">
              <a:spcBef>
                <a:spcPts val="1200"/>
              </a:spcBef>
              <a:buFont typeface="Courier New" panose="02070309020205020404" pitchFamily="49" charset="0"/>
              <a:buChar char="o"/>
              <a:defRPr/>
            </a:pPr>
            <a:r>
              <a:rPr lang="ro-RO" sz="1800" dirty="0"/>
              <a:t>Restul stărilor din secvența de numărare sunt  eliminate;</a:t>
            </a:r>
          </a:p>
          <a:p>
            <a:pPr lvl="1">
              <a:spcBef>
                <a:spcPts val="1200"/>
              </a:spcBef>
              <a:buFont typeface="Courier New" panose="02070309020205020404" pitchFamily="49" charset="0"/>
              <a:buChar char="o"/>
              <a:defRPr/>
            </a:pPr>
            <a:r>
              <a:rPr lang="ro-RO" sz="1800" dirty="0"/>
              <a:t>Avem nevoie de un numărător binar asincron și un CLC care să identifice prima stare ce nu convine, în scopul generării unei comenzi de </a:t>
            </a:r>
            <a:r>
              <a:rPr lang="ro-RO" sz="1800" dirty="0" err="1"/>
              <a:t>reset</a:t>
            </a:r>
            <a:r>
              <a:rPr lang="ro-RO" sz="1800" dirty="0"/>
              <a:t> spre numărător;</a:t>
            </a:r>
          </a:p>
          <a:p>
            <a:pPr eaLnBrk="1" hangingPunct="1">
              <a:buClrTx/>
              <a:buSzTx/>
              <a:buFontTx/>
              <a:buNone/>
              <a:defRPr/>
            </a:pPr>
            <a:endParaRPr kumimoji="0" lang="ro-RO" altLang="ro-RO" sz="2000" i="1" dirty="0">
              <a:solidFill>
                <a:srgbClr val="0000FF"/>
              </a:solidFill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29" name="Cerneală 28">
                <a:extLst>
                  <a:ext uri="{FF2B5EF4-FFF2-40B4-BE49-F238E27FC236}">
                    <a16:creationId xmlns:a16="http://schemas.microsoft.com/office/drawing/2014/main" id="{19314DAF-6C82-4592-B6F2-B57C024D0C10}"/>
                  </a:ext>
                </a:extLst>
              </p14:cNvPr>
              <p14:cNvContentPartPr/>
              <p14:nvPr/>
            </p14:nvContentPartPr>
            <p14:xfrm>
              <a:off x="1383669" y="3753625"/>
              <a:ext cx="10718280" cy="1082520"/>
            </p14:xfrm>
          </p:contentPart>
        </mc:Choice>
        <mc:Fallback xmlns="">
          <p:pic>
            <p:nvPicPr>
              <p:cNvPr id="29" name="Cerneală 28">
                <a:extLst>
                  <a:ext uri="{FF2B5EF4-FFF2-40B4-BE49-F238E27FC236}">
                    <a16:creationId xmlns:a16="http://schemas.microsoft.com/office/drawing/2014/main" id="{19314DAF-6C82-4592-B6F2-B57C024D0C10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365670" y="3735625"/>
                <a:ext cx="10753919" cy="11181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21011386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reptunghi 1">
            <a:extLst>
              <a:ext uri="{FF2B5EF4-FFF2-40B4-BE49-F238E27FC236}">
                <a16:creationId xmlns:a16="http://schemas.microsoft.com/office/drawing/2014/main" id="{EB6C28A5-F99B-420B-9781-1E0CE500BEF8}"/>
              </a:ext>
            </a:extLst>
          </p:cNvPr>
          <p:cNvSpPr/>
          <p:nvPr/>
        </p:nvSpPr>
        <p:spPr>
          <a:xfrm>
            <a:off x="335343" y="137196"/>
            <a:ext cx="11429875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o-RO" sz="2800" b="1" dirty="0">
                <a:solidFill>
                  <a:srgbClr val="0000FF"/>
                </a:solidFill>
              </a:rPr>
              <a:t>Realizarea divizoarelor de frecvență folosind numărătoare asincrone     </a:t>
            </a:r>
            <a:r>
              <a:rPr lang="en-US" sz="2800" b="1" dirty="0">
                <a:solidFill>
                  <a:srgbClr val="0000FF"/>
                </a:solidFill>
              </a:rPr>
              <a:t> </a:t>
            </a:r>
            <a:endParaRPr lang="ro-RO" sz="2800" b="1" dirty="0">
              <a:solidFill>
                <a:srgbClr val="0000FF"/>
              </a:solidFill>
            </a:endParaRPr>
          </a:p>
        </p:txBody>
      </p:sp>
      <p:sp>
        <p:nvSpPr>
          <p:cNvPr id="3" name="Rectangle 8">
            <a:extLst>
              <a:ext uri="{FF2B5EF4-FFF2-40B4-BE49-F238E27FC236}">
                <a16:creationId xmlns:a16="http://schemas.microsoft.com/office/drawing/2014/main" id="{DC21F5E6-7F02-4F01-9A92-8B8F5E3B49F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5343" y="868708"/>
            <a:ext cx="11277540" cy="7848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2857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200150" indent="-285750">
              <a:spcBef>
                <a:spcPct val="20000"/>
              </a:spcBef>
              <a:buClr>
                <a:schemeClr val="accent2"/>
              </a:buClr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2"/>
              </a:buClr>
              <a:buChar char="•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•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•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•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•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buClrTx/>
              <a:buSzTx/>
              <a:buFontTx/>
              <a:buNone/>
              <a:defRPr/>
            </a:pPr>
            <a:r>
              <a:rPr kumimoji="0" lang="ro-RO" altLang="ro-RO" sz="2000" i="1" dirty="0">
                <a:solidFill>
                  <a:srgbClr val="FFFF00"/>
                </a:solidFill>
              </a:rPr>
              <a:t> </a:t>
            </a:r>
            <a:r>
              <a:rPr kumimoji="0" lang="ro-RO" altLang="ro-RO" sz="2000" i="1" dirty="0">
                <a:solidFill>
                  <a:srgbClr val="0000FF"/>
                </a:solidFill>
              </a:rPr>
              <a:t>Divizoare de tip I : divizoare de frecvență cu factor fix</a:t>
            </a:r>
          </a:p>
          <a:p>
            <a:pPr>
              <a:spcBef>
                <a:spcPts val="600"/>
              </a:spcBef>
              <a:buFont typeface="Symbol" panose="05050102010706020507" pitchFamily="18" charset="2"/>
              <a:buChar char="¨"/>
              <a:defRPr/>
            </a:pPr>
            <a:r>
              <a:rPr lang="ro-RO" sz="2000" i="1" dirty="0">
                <a:solidFill>
                  <a:srgbClr val="FF0000"/>
                </a:solidFill>
              </a:rPr>
              <a:t>Exemplu: realizarea unui divizor cu </a:t>
            </a:r>
            <a:r>
              <a:rPr lang="ro-RO" sz="2000" i="1" dirty="0" err="1">
                <a:solidFill>
                  <a:srgbClr val="FF0000"/>
                </a:solidFill>
              </a:rPr>
              <a:t>facrorul</a:t>
            </a:r>
            <a:r>
              <a:rPr lang="ro-RO" sz="2000" i="1" dirty="0">
                <a:solidFill>
                  <a:srgbClr val="FF0000"/>
                </a:solidFill>
              </a:rPr>
              <a:t> de divizare k=12</a:t>
            </a:r>
            <a:endParaRPr kumimoji="0" lang="ro-RO" altLang="ro-RO" sz="2000" i="1" dirty="0">
              <a:solidFill>
                <a:srgbClr val="0000FF"/>
              </a:solidFill>
            </a:endParaRPr>
          </a:p>
        </p:txBody>
      </p:sp>
      <p:pic>
        <p:nvPicPr>
          <p:cNvPr id="4" name="Imagine 2">
            <a:extLst>
              <a:ext uri="{FF2B5EF4-FFF2-40B4-BE49-F238E27FC236}">
                <a16:creationId xmlns:a16="http://schemas.microsoft.com/office/drawing/2014/main" id="{8EB73729-6F53-4529-9699-015102EC42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8221" y="1783098"/>
            <a:ext cx="10943662" cy="34746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5" name="Cerneală 4">
                <a:extLst>
                  <a:ext uri="{FF2B5EF4-FFF2-40B4-BE49-F238E27FC236}">
                    <a16:creationId xmlns:a16="http://schemas.microsoft.com/office/drawing/2014/main" id="{5E8FC24E-6030-4062-A174-6923B0006182}"/>
                  </a:ext>
                </a:extLst>
              </p14:cNvPr>
              <p14:cNvContentPartPr/>
              <p14:nvPr/>
            </p14:nvContentPartPr>
            <p14:xfrm>
              <a:off x="7293789" y="1022665"/>
              <a:ext cx="1214280" cy="863640"/>
            </p14:xfrm>
          </p:contentPart>
        </mc:Choice>
        <mc:Fallback xmlns="">
          <p:pic>
            <p:nvPicPr>
              <p:cNvPr id="5" name="Cerneală 4">
                <a:extLst>
                  <a:ext uri="{FF2B5EF4-FFF2-40B4-BE49-F238E27FC236}">
                    <a16:creationId xmlns:a16="http://schemas.microsoft.com/office/drawing/2014/main" id="{5E8FC24E-6030-4062-A174-6923B0006182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7275789" y="986665"/>
                <a:ext cx="1249920" cy="935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6" name="Cerneală 5">
                <a:extLst>
                  <a:ext uri="{FF2B5EF4-FFF2-40B4-BE49-F238E27FC236}">
                    <a16:creationId xmlns:a16="http://schemas.microsoft.com/office/drawing/2014/main" id="{7A4EEAC4-603A-48D6-AF2F-D05A9A094542}"/>
                  </a:ext>
                </a:extLst>
              </p14:cNvPr>
              <p14:cNvContentPartPr/>
              <p14:nvPr/>
            </p14:nvContentPartPr>
            <p14:xfrm>
              <a:off x="6622389" y="5736505"/>
              <a:ext cx="38160" cy="422280"/>
            </p14:xfrm>
          </p:contentPart>
        </mc:Choice>
        <mc:Fallback xmlns="">
          <p:pic>
            <p:nvPicPr>
              <p:cNvPr id="6" name="Cerneală 5">
                <a:extLst>
                  <a:ext uri="{FF2B5EF4-FFF2-40B4-BE49-F238E27FC236}">
                    <a16:creationId xmlns:a16="http://schemas.microsoft.com/office/drawing/2014/main" id="{7A4EEAC4-603A-48D6-AF2F-D05A9A094542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6604749" y="5700865"/>
                <a:ext cx="73800" cy="493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7" name="Cerneală 6">
                <a:extLst>
                  <a:ext uri="{FF2B5EF4-FFF2-40B4-BE49-F238E27FC236}">
                    <a16:creationId xmlns:a16="http://schemas.microsoft.com/office/drawing/2014/main" id="{96B2471E-BC1B-44B0-AB49-F62ED3EDC74E}"/>
                  </a:ext>
                </a:extLst>
              </p14:cNvPr>
              <p14:cNvContentPartPr/>
              <p14:nvPr/>
            </p14:nvContentPartPr>
            <p14:xfrm>
              <a:off x="6601509" y="5741185"/>
              <a:ext cx="406440" cy="417960"/>
            </p14:xfrm>
          </p:contentPart>
        </mc:Choice>
        <mc:Fallback xmlns="">
          <p:pic>
            <p:nvPicPr>
              <p:cNvPr id="7" name="Cerneală 6">
                <a:extLst>
                  <a:ext uri="{FF2B5EF4-FFF2-40B4-BE49-F238E27FC236}">
                    <a16:creationId xmlns:a16="http://schemas.microsoft.com/office/drawing/2014/main" id="{96B2471E-BC1B-44B0-AB49-F62ED3EDC74E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6583869" y="5705545"/>
                <a:ext cx="442080" cy="489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8" name="Cerneală 7">
                <a:extLst>
                  <a:ext uri="{FF2B5EF4-FFF2-40B4-BE49-F238E27FC236}">
                    <a16:creationId xmlns:a16="http://schemas.microsoft.com/office/drawing/2014/main" id="{35E01899-1CD4-47DC-83F4-4D9CC544E300}"/>
                  </a:ext>
                </a:extLst>
              </p14:cNvPr>
              <p14:cNvContentPartPr/>
              <p14:nvPr/>
            </p14:nvContentPartPr>
            <p14:xfrm>
              <a:off x="7349229" y="5774665"/>
              <a:ext cx="317880" cy="181800"/>
            </p14:xfrm>
          </p:contentPart>
        </mc:Choice>
        <mc:Fallback xmlns="">
          <p:pic>
            <p:nvPicPr>
              <p:cNvPr id="8" name="Cerneală 7">
                <a:extLst>
                  <a:ext uri="{FF2B5EF4-FFF2-40B4-BE49-F238E27FC236}">
                    <a16:creationId xmlns:a16="http://schemas.microsoft.com/office/drawing/2014/main" id="{35E01899-1CD4-47DC-83F4-4D9CC544E300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7331229" y="5739025"/>
                <a:ext cx="353520" cy="253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9" name="Cerneală 8">
                <a:extLst>
                  <a:ext uri="{FF2B5EF4-FFF2-40B4-BE49-F238E27FC236}">
                    <a16:creationId xmlns:a16="http://schemas.microsoft.com/office/drawing/2014/main" id="{02304162-E1AE-44C3-8E9B-163F01EE172B}"/>
                  </a:ext>
                </a:extLst>
              </p14:cNvPr>
              <p14:cNvContentPartPr/>
              <p14:nvPr/>
            </p14:nvContentPartPr>
            <p14:xfrm>
              <a:off x="7330509" y="6145465"/>
              <a:ext cx="366840" cy="24480"/>
            </p14:xfrm>
          </p:contentPart>
        </mc:Choice>
        <mc:Fallback xmlns="">
          <p:pic>
            <p:nvPicPr>
              <p:cNvPr id="9" name="Cerneală 8">
                <a:extLst>
                  <a:ext uri="{FF2B5EF4-FFF2-40B4-BE49-F238E27FC236}">
                    <a16:creationId xmlns:a16="http://schemas.microsoft.com/office/drawing/2014/main" id="{02304162-E1AE-44C3-8E9B-163F01EE172B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7312509" y="6109825"/>
                <a:ext cx="402480" cy="961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85656678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reptunghi 1">
            <a:extLst>
              <a:ext uri="{FF2B5EF4-FFF2-40B4-BE49-F238E27FC236}">
                <a16:creationId xmlns:a16="http://schemas.microsoft.com/office/drawing/2014/main" id="{EB6C28A5-F99B-420B-9781-1E0CE500BEF8}"/>
              </a:ext>
            </a:extLst>
          </p:cNvPr>
          <p:cNvSpPr/>
          <p:nvPr/>
        </p:nvSpPr>
        <p:spPr>
          <a:xfrm>
            <a:off x="335343" y="137196"/>
            <a:ext cx="11429875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o-RO" sz="2800" b="1" dirty="0">
                <a:solidFill>
                  <a:srgbClr val="0000FF"/>
                </a:solidFill>
              </a:rPr>
              <a:t>Realizarea divizoarelor de frecvență folosind numărătoare asincrone     </a:t>
            </a:r>
            <a:r>
              <a:rPr lang="en-US" sz="2800" b="1" dirty="0">
                <a:solidFill>
                  <a:srgbClr val="0000FF"/>
                </a:solidFill>
              </a:rPr>
              <a:t> </a:t>
            </a:r>
            <a:endParaRPr lang="ro-RO" sz="2800" b="1" dirty="0">
              <a:solidFill>
                <a:srgbClr val="0000FF"/>
              </a:solidFill>
            </a:endParaRPr>
          </a:p>
        </p:txBody>
      </p:sp>
      <p:sp>
        <p:nvSpPr>
          <p:cNvPr id="3" name="Rectangle 8">
            <a:extLst>
              <a:ext uri="{FF2B5EF4-FFF2-40B4-BE49-F238E27FC236}">
                <a16:creationId xmlns:a16="http://schemas.microsoft.com/office/drawing/2014/main" id="{DC21F5E6-7F02-4F01-9A92-8B8F5E3B49F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5343" y="868708"/>
            <a:ext cx="11277540" cy="7848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2857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200150" indent="-285750">
              <a:spcBef>
                <a:spcPct val="20000"/>
              </a:spcBef>
              <a:buClr>
                <a:schemeClr val="accent2"/>
              </a:buClr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2"/>
              </a:buClr>
              <a:buChar char="•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•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•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•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•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buClrTx/>
              <a:buSzTx/>
              <a:buFontTx/>
              <a:buNone/>
              <a:defRPr/>
            </a:pPr>
            <a:r>
              <a:rPr kumimoji="0" lang="ro-RO" altLang="ro-RO" sz="2000" i="1" dirty="0">
                <a:solidFill>
                  <a:srgbClr val="FFFF00"/>
                </a:solidFill>
              </a:rPr>
              <a:t> </a:t>
            </a:r>
            <a:r>
              <a:rPr kumimoji="0" lang="ro-RO" altLang="ro-RO" sz="2000" i="1" dirty="0">
                <a:solidFill>
                  <a:srgbClr val="0000FF"/>
                </a:solidFill>
              </a:rPr>
              <a:t>Divizoare de tip I : divizoare de frecvență cu factor fix</a:t>
            </a:r>
          </a:p>
          <a:p>
            <a:pPr>
              <a:spcBef>
                <a:spcPts val="600"/>
              </a:spcBef>
              <a:buFont typeface="Symbol" panose="05050102010706020507" pitchFamily="18" charset="2"/>
              <a:buChar char="¨"/>
              <a:defRPr/>
            </a:pPr>
            <a:r>
              <a:rPr lang="ro-RO" sz="2000" i="1" dirty="0">
                <a:solidFill>
                  <a:srgbClr val="FF0000"/>
                </a:solidFill>
              </a:rPr>
              <a:t>Exemplu: realizarea unui divizor cu </a:t>
            </a:r>
            <a:r>
              <a:rPr lang="ro-RO" sz="2000" i="1" dirty="0" err="1">
                <a:solidFill>
                  <a:srgbClr val="FF0000"/>
                </a:solidFill>
              </a:rPr>
              <a:t>facrorul</a:t>
            </a:r>
            <a:r>
              <a:rPr lang="ro-RO" sz="2000" i="1" dirty="0">
                <a:solidFill>
                  <a:srgbClr val="FF0000"/>
                </a:solidFill>
              </a:rPr>
              <a:t> de divizare k=12</a:t>
            </a:r>
            <a:endParaRPr kumimoji="0" lang="ro-RO" altLang="ro-RO" sz="2000" i="1" dirty="0">
              <a:solidFill>
                <a:srgbClr val="0000FF"/>
              </a:solidFill>
            </a:endParaRPr>
          </a:p>
        </p:txBody>
      </p:sp>
      <p:pic>
        <p:nvPicPr>
          <p:cNvPr id="4" name="Imagine 1">
            <a:extLst>
              <a:ext uri="{FF2B5EF4-FFF2-40B4-BE49-F238E27FC236}">
                <a16:creationId xmlns:a16="http://schemas.microsoft.com/office/drawing/2014/main" id="{CF999D83-2303-4F47-9861-B7FC9CD99CD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87074" y="777269"/>
            <a:ext cx="8489950" cy="5961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6" name="Cerneală 5">
                <a:extLst>
                  <a:ext uri="{FF2B5EF4-FFF2-40B4-BE49-F238E27FC236}">
                    <a16:creationId xmlns:a16="http://schemas.microsoft.com/office/drawing/2014/main" id="{6B705BFB-825F-4C33-BE26-A332B0ABABB6}"/>
                  </a:ext>
                </a:extLst>
              </p14:cNvPr>
              <p14:cNvContentPartPr/>
              <p14:nvPr/>
            </p14:nvContentPartPr>
            <p14:xfrm>
              <a:off x="7660269" y="1643665"/>
              <a:ext cx="359640" cy="16200"/>
            </p14:xfrm>
          </p:contentPart>
        </mc:Choice>
        <mc:Fallback xmlns="">
          <p:pic>
            <p:nvPicPr>
              <p:cNvPr id="6" name="Cerneală 5">
                <a:extLst>
                  <a:ext uri="{FF2B5EF4-FFF2-40B4-BE49-F238E27FC236}">
                    <a16:creationId xmlns:a16="http://schemas.microsoft.com/office/drawing/2014/main" id="{6B705BFB-825F-4C33-BE26-A332B0ABABB6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7642269" y="1607665"/>
                <a:ext cx="395280" cy="87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7" name="Cerneală 6">
                <a:extLst>
                  <a:ext uri="{FF2B5EF4-FFF2-40B4-BE49-F238E27FC236}">
                    <a16:creationId xmlns:a16="http://schemas.microsoft.com/office/drawing/2014/main" id="{934EBA6E-DDA8-4733-9B1B-0323BC22EF74}"/>
                  </a:ext>
                </a:extLst>
              </p14:cNvPr>
              <p14:cNvContentPartPr/>
              <p14:nvPr/>
            </p14:nvContentPartPr>
            <p14:xfrm>
              <a:off x="7903269" y="1578505"/>
              <a:ext cx="159120" cy="194760"/>
            </p14:xfrm>
          </p:contentPart>
        </mc:Choice>
        <mc:Fallback xmlns="">
          <p:pic>
            <p:nvPicPr>
              <p:cNvPr id="7" name="Cerneală 6">
                <a:extLst>
                  <a:ext uri="{FF2B5EF4-FFF2-40B4-BE49-F238E27FC236}">
                    <a16:creationId xmlns:a16="http://schemas.microsoft.com/office/drawing/2014/main" id="{934EBA6E-DDA8-4733-9B1B-0323BC22EF74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7885629" y="1542505"/>
                <a:ext cx="194760" cy="266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8" name="Cerneală 7">
                <a:extLst>
                  <a:ext uri="{FF2B5EF4-FFF2-40B4-BE49-F238E27FC236}">
                    <a16:creationId xmlns:a16="http://schemas.microsoft.com/office/drawing/2014/main" id="{3FA278F1-21E5-4604-B2A8-B04731A9C93D}"/>
                  </a:ext>
                </a:extLst>
              </p14:cNvPr>
              <p14:cNvContentPartPr/>
              <p14:nvPr/>
            </p14:nvContentPartPr>
            <p14:xfrm>
              <a:off x="7541109" y="4533025"/>
              <a:ext cx="367920" cy="22320"/>
            </p14:xfrm>
          </p:contentPart>
        </mc:Choice>
        <mc:Fallback xmlns="">
          <p:pic>
            <p:nvPicPr>
              <p:cNvPr id="8" name="Cerneală 7">
                <a:extLst>
                  <a:ext uri="{FF2B5EF4-FFF2-40B4-BE49-F238E27FC236}">
                    <a16:creationId xmlns:a16="http://schemas.microsoft.com/office/drawing/2014/main" id="{3FA278F1-21E5-4604-B2A8-B04731A9C93D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7523109" y="4497385"/>
                <a:ext cx="403560" cy="93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9" name="Cerneală 8">
                <a:extLst>
                  <a:ext uri="{FF2B5EF4-FFF2-40B4-BE49-F238E27FC236}">
                    <a16:creationId xmlns:a16="http://schemas.microsoft.com/office/drawing/2014/main" id="{EA4A4307-3576-4151-8E50-A97E0D933337}"/>
                  </a:ext>
                </a:extLst>
              </p14:cNvPr>
              <p14:cNvContentPartPr/>
              <p14:nvPr/>
            </p14:nvContentPartPr>
            <p14:xfrm>
              <a:off x="7798509" y="4457785"/>
              <a:ext cx="139680" cy="185760"/>
            </p14:xfrm>
          </p:contentPart>
        </mc:Choice>
        <mc:Fallback xmlns="">
          <p:pic>
            <p:nvPicPr>
              <p:cNvPr id="9" name="Cerneală 8">
                <a:extLst>
                  <a:ext uri="{FF2B5EF4-FFF2-40B4-BE49-F238E27FC236}">
                    <a16:creationId xmlns:a16="http://schemas.microsoft.com/office/drawing/2014/main" id="{EA4A4307-3576-4151-8E50-A97E0D933337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7780869" y="4422145"/>
                <a:ext cx="175320" cy="257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10" name="Cerneală 9">
                <a:extLst>
                  <a:ext uri="{FF2B5EF4-FFF2-40B4-BE49-F238E27FC236}">
                    <a16:creationId xmlns:a16="http://schemas.microsoft.com/office/drawing/2014/main" id="{0E2E5D0D-1DF0-4377-96CC-644E64C1587D}"/>
                  </a:ext>
                </a:extLst>
              </p14:cNvPr>
              <p14:cNvContentPartPr/>
              <p14:nvPr/>
            </p14:nvContentPartPr>
            <p14:xfrm>
              <a:off x="6953949" y="3897625"/>
              <a:ext cx="3406320" cy="58680"/>
            </p14:xfrm>
          </p:contentPart>
        </mc:Choice>
        <mc:Fallback xmlns="">
          <p:pic>
            <p:nvPicPr>
              <p:cNvPr id="10" name="Cerneală 9">
                <a:extLst>
                  <a:ext uri="{FF2B5EF4-FFF2-40B4-BE49-F238E27FC236}">
                    <a16:creationId xmlns:a16="http://schemas.microsoft.com/office/drawing/2014/main" id="{0E2E5D0D-1DF0-4377-96CC-644E64C1587D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6935949" y="3861985"/>
                <a:ext cx="3441960" cy="130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">
            <p14:nvContentPartPr>
              <p14:cNvPr id="11" name="Cerneală 10">
                <a:extLst>
                  <a:ext uri="{FF2B5EF4-FFF2-40B4-BE49-F238E27FC236}">
                    <a16:creationId xmlns:a16="http://schemas.microsoft.com/office/drawing/2014/main" id="{89C06108-5005-4178-A6F5-3DEA4304A81F}"/>
                  </a:ext>
                </a:extLst>
              </p14:cNvPr>
              <p14:cNvContentPartPr/>
              <p14:nvPr/>
            </p14:nvContentPartPr>
            <p14:xfrm>
              <a:off x="7516989" y="1939225"/>
              <a:ext cx="24840" cy="1706760"/>
            </p14:xfrm>
          </p:contentPart>
        </mc:Choice>
        <mc:Fallback xmlns="">
          <p:pic>
            <p:nvPicPr>
              <p:cNvPr id="11" name="Cerneală 10">
                <a:extLst>
                  <a:ext uri="{FF2B5EF4-FFF2-40B4-BE49-F238E27FC236}">
                    <a16:creationId xmlns:a16="http://schemas.microsoft.com/office/drawing/2014/main" id="{89C06108-5005-4178-A6F5-3DEA4304A81F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7498989" y="1903585"/>
                <a:ext cx="60480" cy="1778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">
            <p14:nvContentPartPr>
              <p14:cNvPr id="12" name="Cerneală 11">
                <a:extLst>
                  <a:ext uri="{FF2B5EF4-FFF2-40B4-BE49-F238E27FC236}">
                    <a16:creationId xmlns:a16="http://schemas.microsoft.com/office/drawing/2014/main" id="{111B5E8D-9A91-419E-92F4-12C516066DEF}"/>
                  </a:ext>
                </a:extLst>
              </p14:cNvPr>
              <p14:cNvContentPartPr/>
              <p14:nvPr/>
            </p14:nvContentPartPr>
            <p14:xfrm>
              <a:off x="7420509" y="3522505"/>
              <a:ext cx="187560" cy="320400"/>
            </p14:xfrm>
          </p:contentPart>
        </mc:Choice>
        <mc:Fallback xmlns="">
          <p:pic>
            <p:nvPicPr>
              <p:cNvPr id="12" name="Cerneală 11">
                <a:extLst>
                  <a:ext uri="{FF2B5EF4-FFF2-40B4-BE49-F238E27FC236}">
                    <a16:creationId xmlns:a16="http://schemas.microsoft.com/office/drawing/2014/main" id="{111B5E8D-9A91-419E-92F4-12C516066DEF}"/>
                  </a:ext>
                </a:extLst>
              </p:cNvPr>
              <p:cNvPicPr/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7402869" y="3486865"/>
                <a:ext cx="223200" cy="392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">
            <p14:nvContentPartPr>
              <p14:cNvPr id="13" name="Cerneală 12">
                <a:extLst>
                  <a:ext uri="{FF2B5EF4-FFF2-40B4-BE49-F238E27FC236}">
                    <a16:creationId xmlns:a16="http://schemas.microsoft.com/office/drawing/2014/main" id="{71D733C5-0352-449C-8376-368B288A3633}"/>
                  </a:ext>
                </a:extLst>
              </p14:cNvPr>
              <p14:cNvContentPartPr/>
              <p14:nvPr/>
            </p14:nvContentPartPr>
            <p14:xfrm>
              <a:off x="7367949" y="3549145"/>
              <a:ext cx="280800" cy="263520"/>
            </p14:xfrm>
          </p:contentPart>
        </mc:Choice>
        <mc:Fallback xmlns="">
          <p:pic>
            <p:nvPicPr>
              <p:cNvPr id="13" name="Cerneală 12">
                <a:extLst>
                  <a:ext uri="{FF2B5EF4-FFF2-40B4-BE49-F238E27FC236}">
                    <a16:creationId xmlns:a16="http://schemas.microsoft.com/office/drawing/2014/main" id="{71D733C5-0352-449C-8376-368B288A3633}"/>
                  </a:ext>
                </a:extLst>
              </p:cNvPr>
              <p:cNvPicPr/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7349949" y="3513145"/>
                <a:ext cx="316440" cy="335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">
            <p14:nvContentPartPr>
              <p14:cNvPr id="14" name="Cerneală 13">
                <a:extLst>
                  <a:ext uri="{FF2B5EF4-FFF2-40B4-BE49-F238E27FC236}">
                    <a16:creationId xmlns:a16="http://schemas.microsoft.com/office/drawing/2014/main" id="{5E46B9FC-9537-4A2C-A23F-FFF83D6FB097}"/>
                  </a:ext>
                </a:extLst>
              </p14:cNvPr>
              <p14:cNvContentPartPr/>
              <p14:nvPr/>
            </p14:nvContentPartPr>
            <p14:xfrm>
              <a:off x="7412589" y="1905385"/>
              <a:ext cx="254520" cy="263160"/>
            </p14:xfrm>
          </p:contentPart>
        </mc:Choice>
        <mc:Fallback xmlns="">
          <p:pic>
            <p:nvPicPr>
              <p:cNvPr id="14" name="Cerneală 13">
                <a:extLst>
                  <a:ext uri="{FF2B5EF4-FFF2-40B4-BE49-F238E27FC236}">
                    <a16:creationId xmlns:a16="http://schemas.microsoft.com/office/drawing/2014/main" id="{5E46B9FC-9537-4A2C-A23F-FFF83D6FB097}"/>
                  </a:ext>
                </a:extLst>
              </p:cNvPr>
              <p:cNvPicPr/>
              <p:nvPr/>
            </p:nvPicPr>
            <p:blipFill>
              <a:blip r:embed="rId20"/>
              <a:stretch>
                <a:fillRect/>
              </a:stretch>
            </p:blipFill>
            <p:spPr>
              <a:xfrm>
                <a:off x="7394949" y="1869745"/>
                <a:ext cx="290160" cy="334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">
            <p14:nvContentPartPr>
              <p14:cNvPr id="15" name="Cerneală 14">
                <a:extLst>
                  <a:ext uri="{FF2B5EF4-FFF2-40B4-BE49-F238E27FC236}">
                    <a16:creationId xmlns:a16="http://schemas.microsoft.com/office/drawing/2014/main" id="{B26CDEEB-6B75-4836-8B33-E6FB37A83E83}"/>
                  </a:ext>
                </a:extLst>
              </p14:cNvPr>
              <p14:cNvContentPartPr/>
              <p14:nvPr/>
            </p14:nvContentPartPr>
            <p14:xfrm>
              <a:off x="6828669" y="2532505"/>
              <a:ext cx="20520" cy="290160"/>
            </p14:xfrm>
          </p:contentPart>
        </mc:Choice>
        <mc:Fallback xmlns="">
          <p:pic>
            <p:nvPicPr>
              <p:cNvPr id="15" name="Cerneală 14">
                <a:extLst>
                  <a:ext uri="{FF2B5EF4-FFF2-40B4-BE49-F238E27FC236}">
                    <a16:creationId xmlns:a16="http://schemas.microsoft.com/office/drawing/2014/main" id="{B26CDEEB-6B75-4836-8B33-E6FB37A83E83}"/>
                  </a:ext>
                </a:extLst>
              </p:cNvPr>
              <p:cNvPicPr/>
              <p:nvPr/>
            </p:nvPicPr>
            <p:blipFill>
              <a:blip r:embed="rId22"/>
              <a:stretch>
                <a:fillRect/>
              </a:stretch>
            </p:blipFill>
            <p:spPr>
              <a:xfrm>
                <a:off x="6811029" y="2496505"/>
                <a:ext cx="56160" cy="361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3">
            <p14:nvContentPartPr>
              <p14:cNvPr id="16" name="Cerneală 15">
                <a:extLst>
                  <a:ext uri="{FF2B5EF4-FFF2-40B4-BE49-F238E27FC236}">
                    <a16:creationId xmlns:a16="http://schemas.microsoft.com/office/drawing/2014/main" id="{4A58A8DE-9453-4970-B74C-A7C46B501C61}"/>
                  </a:ext>
                </a:extLst>
              </p14:cNvPr>
              <p14:cNvContentPartPr/>
              <p14:nvPr/>
            </p14:nvContentPartPr>
            <p14:xfrm>
              <a:off x="6949269" y="2564185"/>
              <a:ext cx="335880" cy="277200"/>
            </p14:xfrm>
          </p:contentPart>
        </mc:Choice>
        <mc:Fallback xmlns="">
          <p:pic>
            <p:nvPicPr>
              <p:cNvPr id="16" name="Cerneală 15">
                <a:extLst>
                  <a:ext uri="{FF2B5EF4-FFF2-40B4-BE49-F238E27FC236}">
                    <a16:creationId xmlns:a16="http://schemas.microsoft.com/office/drawing/2014/main" id="{4A58A8DE-9453-4970-B74C-A7C46B501C61}"/>
                  </a:ext>
                </a:extLst>
              </p:cNvPr>
              <p:cNvPicPr/>
              <p:nvPr/>
            </p:nvPicPr>
            <p:blipFill>
              <a:blip r:embed="rId24"/>
              <a:stretch>
                <a:fillRect/>
              </a:stretch>
            </p:blipFill>
            <p:spPr>
              <a:xfrm>
                <a:off x="6931269" y="2528185"/>
                <a:ext cx="371520" cy="348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5">
            <p14:nvContentPartPr>
              <p14:cNvPr id="17" name="Cerneală 16">
                <a:extLst>
                  <a:ext uri="{FF2B5EF4-FFF2-40B4-BE49-F238E27FC236}">
                    <a16:creationId xmlns:a16="http://schemas.microsoft.com/office/drawing/2014/main" id="{F05987B3-8278-4D38-B5DB-D4E5A1EC6727}"/>
                  </a:ext>
                </a:extLst>
              </p14:cNvPr>
              <p14:cNvContentPartPr/>
              <p14:nvPr/>
            </p14:nvContentPartPr>
            <p14:xfrm>
              <a:off x="6757749" y="2550505"/>
              <a:ext cx="95400" cy="184320"/>
            </p14:xfrm>
          </p:contentPart>
        </mc:Choice>
        <mc:Fallback xmlns="">
          <p:pic>
            <p:nvPicPr>
              <p:cNvPr id="17" name="Cerneală 16">
                <a:extLst>
                  <a:ext uri="{FF2B5EF4-FFF2-40B4-BE49-F238E27FC236}">
                    <a16:creationId xmlns:a16="http://schemas.microsoft.com/office/drawing/2014/main" id="{F05987B3-8278-4D38-B5DB-D4E5A1EC6727}"/>
                  </a:ext>
                </a:extLst>
              </p:cNvPr>
              <p:cNvPicPr/>
              <p:nvPr/>
            </p:nvPicPr>
            <p:blipFill>
              <a:blip r:embed="rId26"/>
              <a:stretch>
                <a:fillRect/>
              </a:stretch>
            </p:blipFill>
            <p:spPr>
              <a:xfrm>
                <a:off x="6740109" y="2514505"/>
                <a:ext cx="131040" cy="255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7">
            <p14:nvContentPartPr>
              <p14:cNvPr id="18" name="Cerneală 17">
                <a:extLst>
                  <a:ext uri="{FF2B5EF4-FFF2-40B4-BE49-F238E27FC236}">
                    <a16:creationId xmlns:a16="http://schemas.microsoft.com/office/drawing/2014/main" id="{72767EA7-05E7-470C-B5FE-20AD119EDEBD}"/>
                  </a:ext>
                </a:extLst>
              </p14:cNvPr>
              <p14:cNvContentPartPr/>
              <p14:nvPr/>
            </p14:nvContentPartPr>
            <p14:xfrm>
              <a:off x="6806709" y="2858665"/>
              <a:ext cx="125280" cy="22320"/>
            </p14:xfrm>
          </p:contentPart>
        </mc:Choice>
        <mc:Fallback xmlns="">
          <p:pic>
            <p:nvPicPr>
              <p:cNvPr id="18" name="Cerneală 17">
                <a:extLst>
                  <a:ext uri="{FF2B5EF4-FFF2-40B4-BE49-F238E27FC236}">
                    <a16:creationId xmlns:a16="http://schemas.microsoft.com/office/drawing/2014/main" id="{72767EA7-05E7-470C-B5FE-20AD119EDEBD}"/>
                  </a:ext>
                </a:extLst>
              </p:cNvPr>
              <p:cNvPicPr/>
              <p:nvPr/>
            </p:nvPicPr>
            <p:blipFill>
              <a:blip r:embed="rId28"/>
              <a:stretch>
                <a:fillRect/>
              </a:stretch>
            </p:blipFill>
            <p:spPr>
              <a:xfrm>
                <a:off x="6788709" y="2823025"/>
                <a:ext cx="160920" cy="93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9">
            <p14:nvContentPartPr>
              <p14:cNvPr id="19" name="Cerneală 18">
                <a:extLst>
                  <a:ext uri="{FF2B5EF4-FFF2-40B4-BE49-F238E27FC236}">
                    <a16:creationId xmlns:a16="http://schemas.microsoft.com/office/drawing/2014/main" id="{895685CF-5EB3-4927-9ACD-F855A09BA46C}"/>
                  </a:ext>
                </a:extLst>
              </p14:cNvPr>
              <p14:cNvContentPartPr/>
              <p14:nvPr/>
            </p14:nvContentPartPr>
            <p14:xfrm>
              <a:off x="9249309" y="1182505"/>
              <a:ext cx="921960" cy="194040"/>
            </p14:xfrm>
          </p:contentPart>
        </mc:Choice>
        <mc:Fallback xmlns="">
          <p:pic>
            <p:nvPicPr>
              <p:cNvPr id="19" name="Cerneală 18">
                <a:extLst>
                  <a:ext uri="{FF2B5EF4-FFF2-40B4-BE49-F238E27FC236}">
                    <a16:creationId xmlns:a16="http://schemas.microsoft.com/office/drawing/2014/main" id="{895685CF-5EB3-4927-9ACD-F855A09BA46C}"/>
                  </a:ext>
                </a:extLst>
              </p:cNvPr>
              <p:cNvPicPr/>
              <p:nvPr/>
            </p:nvPicPr>
            <p:blipFill>
              <a:blip r:embed="rId30"/>
              <a:stretch>
                <a:fillRect/>
              </a:stretch>
            </p:blipFill>
            <p:spPr>
              <a:xfrm>
                <a:off x="9231669" y="1146865"/>
                <a:ext cx="957600" cy="265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1">
            <p14:nvContentPartPr>
              <p14:cNvPr id="20" name="Cerneală 19">
                <a:extLst>
                  <a:ext uri="{FF2B5EF4-FFF2-40B4-BE49-F238E27FC236}">
                    <a16:creationId xmlns:a16="http://schemas.microsoft.com/office/drawing/2014/main" id="{0C4B2CF6-BB07-4215-B3EE-24A3B4F2A5E6}"/>
                  </a:ext>
                </a:extLst>
              </p14:cNvPr>
              <p14:cNvContentPartPr/>
              <p14:nvPr/>
            </p14:nvContentPartPr>
            <p14:xfrm>
              <a:off x="9388269" y="1154425"/>
              <a:ext cx="413640" cy="259920"/>
            </p14:xfrm>
          </p:contentPart>
        </mc:Choice>
        <mc:Fallback xmlns="">
          <p:pic>
            <p:nvPicPr>
              <p:cNvPr id="20" name="Cerneală 19">
                <a:extLst>
                  <a:ext uri="{FF2B5EF4-FFF2-40B4-BE49-F238E27FC236}">
                    <a16:creationId xmlns:a16="http://schemas.microsoft.com/office/drawing/2014/main" id="{0C4B2CF6-BB07-4215-B3EE-24A3B4F2A5E6}"/>
                  </a:ext>
                </a:extLst>
              </p:cNvPr>
              <p:cNvPicPr/>
              <p:nvPr/>
            </p:nvPicPr>
            <p:blipFill>
              <a:blip r:embed="rId32"/>
              <a:stretch>
                <a:fillRect/>
              </a:stretch>
            </p:blipFill>
            <p:spPr>
              <a:xfrm>
                <a:off x="9370629" y="1118785"/>
                <a:ext cx="449280" cy="331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3">
            <p14:nvContentPartPr>
              <p14:cNvPr id="21" name="Cerneală 20">
                <a:extLst>
                  <a:ext uri="{FF2B5EF4-FFF2-40B4-BE49-F238E27FC236}">
                    <a16:creationId xmlns:a16="http://schemas.microsoft.com/office/drawing/2014/main" id="{1A780AA6-B9C7-49AC-8B8E-56CCC25065C1}"/>
                  </a:ext>
                </a:extLst>
              </p14:cNvPr>
              <p14:cNvContentPartPr/>
              <p14:nvPr/>
            </p14:nvContentPartPr>
            <p14:xfrm>
              <a:off x="10608669" y="982705"/>
              <a:ext cx="449280" cy="476640"/>
            </p14:xfrm>
          </p:contentPart>
        </mc:Choice>
        <mc:Fallback xmlns="">
          <p:pic>
            <p:nvPicPr>
              <p:cNvPr id="21" name="Cerneală 20">
                <a:extLst>
                  <a:ext uri="{FF2B5EF4-FFF2-40B4-BE49-F238E27FC236}">
                    <a16:creationId xmlns:a16="http://schemas.microsoft.com/office/drawing/2014/main" id="{1A780AA6-B9C7-49AC-8B8E-56CCC25065C1}"/>
                  </a:ext>
                </a:extLst>
              </p:cNvPr>
              <p:cNvPicPr/>
              <p:nvPr/>
            </p:nvPicPr>
            <p:blipFill>
              <a:blip r:embed="rId34"/>
              <a:stretch>
                <a:fillRect/>
              </a:stretch>
            </p:blipFill>
            <p:spPr>
              <a:xfrm>
                <a:off x="10591029" y="946705"/>
                <a:ext cx="484920" cy="548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5">
            <p14:nvContentPartPr>
              <p14:cNvPr id="22" name="Cerneală 21">
                <a:extLst>
                  <a:ext uri="{FF2B5EF4-FFF2-40B4-BE49-F238E27FC236}">
                    <a16:creationId xmlns:a16="http://schemas.microsoft.com/office/drawing/2014/main" id="{02D2394C-EFEF-4B4D-B513-F853CAB992A1}"/>
                  </a:ext>
                </a:extLst>
              </p14:cNvPr>
              <p14:cNvContentPartPr/>
              <p14:nvPr/>
            </p14:nvContentPartPr>
            <p14:xfrm>
              <a:off x="10501029" y="843025"/>
              <a:ext cx="675360" cy="37800"/>
            </p14:xfrm>
          </p:contentPart>
        </mc:Choice>
        <mc:Fallback xmlns="">
          <p:pic>
            <p:nvPicPr>
              <p:cNvPr id="22" name="Cerneală 21">
                <a:extLst>
                  <a:ext uri="{FF2B5EF4-FFF2-40B4-BE49-F238E27FC236}">
                    <a16:creationId xmlns:a16="http://schemas.microsoft.com/office/drawing/2014/main" id="{02D2394C-EFEF-4B4D-B513-F853CAB992A1}"/>
                  </a:ext>
                </a:extLst>
              </p:cNvPr>
              <p:cNvPicPr/>
              <p:nvPr/>
            </p:nvPicPr>
            <p:blipFill>
              <a:blip r:embed="rId36"/>
              <a:stretch>
                <a:fillRect/>
              </a:stretch>
            </p:blipFill>
            <p:spPr>
              <a:xfrm>
                <a:off x="10483029" y="807025"/>
                <a:ext cx="711000" cy="109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7">
            <p14:nvContentPartPr>
              <p14:cNvPr id="23" name="Cerneală 22">
                <a:extLst>
                  <a:ext uri="{FF2B5EF4-FFF2-40B4-BE49-F238E27FC236}">
                    <a16:creationId xmlns:a16="http://schemas.microsoft.com/office/drawing/2014/main" id="{DC9676A7-7F7E-400D-89A8-7DB17A43A7B7}"/>
                  </a:ext>
                </a:extLst>
              </p14:cNvPr>
              <p14:cNvContentPartPr/>
              <p14:nvPr/>
            </p14:nvContentPartPr>
            <p14:xfrm>
              <a:off x="6447069" y="2271505"/>
              <a:ext cx="764640" cy="909000"/>
            </p14:xfrm>
          </p:contentPart>
        </mc:Choice>
        <mc:Fallback xmlns="">
          <p:pic>
            <p:nvPicPr>
              <p:cNvPr id="23" name="Cerneală 22">
                <a:extLst>
                  <a:ext uri="{FF2B5EF4-FFF2-40B4-BE49-F238E27FC236}">
                    <a16:creationId xmlns:a16="http://schemas.microsoft.com/office/drawing/2014/main" id="{DC9676A7-7F7E-400D-89A8-7DB17A43A7B7}"/>
                  </a:ext>
                </a:extLst>
              </p:cNvPr>
              <p:cNvPicPr/>
              <p:nvPr/>
            </p:nvPicPr>
            <p:blipFill>
              <a:blip r:embed="rId38"/>
              <a:stretch>
                <a:fillRect/>
              </a:stretch>
            </p:blipFill>
            <p:spPr>
              <a:xfrm>
                <a:off x="6429429" y="2235865"/>
                <a:ext cx="800280" cy="980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9">
            <p14:nvContentPartPr>
              <p14:cNvPr id="24" name="Cerneală 23">
                <a:extLst>
                  <a:ext uri="{FF2B5EF4-FFF2-40B4-BE49-F238E27FC236}">
                    <a16:creationId xmlns:a16="http://schemas.microsoft.com/office/drawing/2014/main" id="{8C04C46B-FD70-44F5-B25C-EDDE9F33040F}"/>
                  </a:ext>
                </a:extLst>
              </p14:cNvPr>
              <p14:cNvContentPartPr/>
              <p14:nvPr/>
            </p14:nvContentPartPr>
            <p14:xfrm>
              <a:off x="9745389" y="1611985"/>
              <a:ext cx="263520" cy="1785240"/>
            </p14:xfrm>
          </p:contentPart>
        </mc:Choice>
        <mc:Fallback xmlns="">
          <p:pic>
            <p:nvPicPr>
              <p:cNvPr id="24" name="Cerneală 23">
                <a:extLst>
                  <a:ext uri="{FF2B5EF4-FFF2-40B4-BE49-F238E27FC236}">
                    <a16:creationId xmlns:a16="http://schemas.microsoft.com/office/drawing/2014/main" id="{8C04C46B-FD70-44F5-B25C-EDDE9F33040F}"/>
                  </a:ext>
                </a:extLst>
              </p:cNvPr>
              <p:cNvPicPr/>
              <p:nvPr/>
            </p:nvPicPr>
            <p:blipFill>
              <a:blip r:embed="rId40"/>
              <a:stretch>
                <a:fillRect/>
              </a:stretch>
            </p:blipFill>
            <p:spPr>
              <a:xfrm>
                <a:off x="9727389" y="1575985"/>
                <a:ext cx="299160" cy="1856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1">
            <p14:nvContentPartPr>
              <p14:cNvPr id="25" name="Cerneală 24">
                <a:extLst>
                  <a:ext uri="{FF2B5EF4-FFF2-40B4-BE49-F238E27FC236}">
                    <a16:creationId xmlns:a16="http://schemas.microsoft.com/office/drawing/2014/main" id="{C0422E84-00F5-4981-9EDC-C77CB367ED79}"/>
                  </a:ext>
                </a:extLst>
              </p14:cNvPr>
              <p14:cNvContentPartPr/>
              <p14:nvPr/>
            </p14:nvContentPartPr>
            <p14:xfrm>
              <a:off x="10399869" y="1998985"/>
              <a:ext cx="175680" cy="374400"/>
            </p14:xfrm>
          </p:contentPart>
        </mc:Choice>
        <mc:Fallback xmlns="">
          <p:pic>
            <p:nvPicPr>
              <p:cNvPr id="25" name="Cerneală 24">
                <a:extLst>
                  <a:ext uri="{FF2B5EF4-FFF2-40B4-BE49-F238E27FC236}">
                    <a16:creationId xmlns:a16="http://schemas.microsoft.com/office/drawing/2014/main" id="{C0422E84-00F5-4981-9EDC-C77CB367ED79}"/>
                  </a:ext>
                </a:extLst>
              </p:cNvPr>
              <p:cNvPicPr/>
              <p:nvPr/>
            </p:nvPicPr>
            <p:blipFill>
              <a:blip r:embed="rId42"/>
              <a:stretch>
                <a:fillRect/>
              </a:stretch>
            </p:blipFill>
            <p:spPr>
              <a:xfrm>
                <a:off x="10381869" y="1963345"/>
                <a:ext cx="211320" cy="446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3">
            <p14:nvContentPartPr>
              <p14:cNvPr id="26" name="Cerneală 25">
                <a:extLst>
                  <a:ext uri="{FF2B5EF4-FFF2-40B4-BE49-F238E27FC236}">
                    <a16:creationId xmlns:a16="http://schemas.microsoft.com/office/drawing/2014/main" id="{1A2F00AB-0C4F-4303-9758-75D1196B666C}"/>
                  </a:ext>
                </a:extLst>
              </p14:cNvPr>
              <p14:cNvContentPartPr/>
              <p14:nvPr/>
            </p14:nvContentPartPr>
            <p14:xfrm>
              <a:off x="10462509" y="2409745"/>
              <a:ext cx="261720" cy="20520"/>
            </p14:xfrm>
          </p:contentPart>
        </mc:Choice>
        <mc:Fallback xmlns="">
          <p:pic>
            <p:nvPicPr>
              <p:cNvPr id="26" name="Cerneală 25">
                <a:extLst>
                  <a:ext uri="{FF2B5EF4-FFF2-40B4-BE49-F238E27FC236}">
                    <a16:creationId xmlns:a16="http://schemas.microsoft.com/office/drawing/2014/main" id="{1A2F00AB-0C4F-4303-9758-75D1196B666C}"/>
                  </a:ext>
                </a:extLst>
              </p:cNvPr>
              <p:cNvPicPr/>
              <p:nvPr/>
            </p:nvPicPr>
            <p:blipFill>
              <a:blip r:embed="rId44"/>
              <a:stretch>
                <a:fillRect/>
              </a:stretch>
            </p:blipFill>
            <p:spPr>
              <a:xfrm>
                <a:off x="10444509" y="2373745"/>
                <a:ext cx="297360" cy="92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5">
            <p14:nvContentPartPr>
              <p14:cNvPr id="27" name="Cerneală 26">
                <a:extLst>
                  <a:ext uri="{FF2B5EF4-FFF2-40B4-BE49-F238E27FC236}">
                    <a16:creationId xmlns:a16="http://schemas.microsoft.com/office/drawing/2014/main" id="{D0B7D199-18CC-4D86-B406-926294B84425}"/>
                  </a:ext>
                </a:extLst>
              </p14:cNvPr>
              <p14:cNvContentPartPr/>
              <p14:nvPr/>
            </p14:nvContentPartPr>
            <p14:xfrm>
              <a:off x="10351629" y="1766065"/>
              <a:ext cx="80640" cy="164160"/>
            </p14:xfrm>
          </p:contentPart>
        </mc:Choice>
        <mc:Fallback xmlns="">
          <p:pic>
            <p:nvPicPr>
              <p:cNvPr id="27" name="Cerneală 26">
                <a:extLst>
                  <a:ext uri="{FF2B5EF4-FFF2-40B4-BE49-F238E27FC236}">
                    <a16:creationId xmlns:a16="http://schemas.microsoft.com/office/drawing/2014/main" id="{D0B7D199-18CC-4D86-B406-926294B84425}"/>
                  </a:ext>
                </a:extLst>
              </p:cNvPr>
              <p:cNvPicPr/>
              <p:nvPr/>
            </p:nvPicPr>
            <p:blipFill>
              <a:blip r:embed="rId46"/>
              <a:stretch>
                <a:fillRect/>
              </a:stretch>
            </p:blipFill>
            <p:spPr>
              <a:xfrm>
                <a:off x="10333989" y="1730425"/>
                <a:ext cx="116280" cy="235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7">
            <p14:nvContentPartPr>
              <p14:cNvPr id="28" name="Cerneală 27">
                <a:extLst>
                  <a:ext uri="{FF2B5EF4-FFF2-40B4-BE49-F238E27FC236}">
                    <a16:creationId xmlns:a16="http://schemas.microsoft.com/office/drawing/2014/main" id="{534D33D1-195D-49B6-999D-09A06C893285}"/>
                  </a:ext>
                </a:extLst>
              </p14:cNvPr>
              <p14:cNvContentPartPr/>
              <p14:nvPr/>
            </p14:nvContentPartPr>
            <p14:xfrm>
              <a:off x="10693269" y="1808545"/>
              <a:ext cx="57960" cy="146880"/>
            </p14:xfrm>
          </p:contentPart>
        </mc:Choice>
        <mc:Fallback xmlns="">
          <p:pic>
            <p:nvPicPr>
              <p:cNvPr id="28" name="Cerneală 27">
                <a:extLst>
                  <a:ext uri="{FF2B5EF4-FFF2-40B4-BE49-F238E27FC236}">
                    <a16:creationId xmlns:a16="http://schemas.microsoft.com/office/drawing/2014/main" id="{534D33D1-195D-49B6-999D-09A06C893285}"/>
                  </a:ext>
                </a:extLst>
              </p:cNvPr>
              <p:cNvPicPr/>
              <p:nvPr/>
            </p:nvPicPr>
            <p:blipFill>
              <a:blip r:embed="rId48"/>
              <a:stretch>
                <a:fillRect/>
              </a:stretch>
            </p:blipFill>
            <p:spPr>
              <a:xfrm>
                <a:off x="10675629" y="1772545"/>
                <a:ext cx="93600" cy="218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9">
            <p14:nvContentPartPr>
              <p14:cNvPr id="29" name="Cerneală 28">
                <a:extLst>
                  <a:ext uri="{FF2B5EF4-FFF2-40B4-BE49-F238E27FC236}">
                    <a16:creationId xmlns:a16="http://schemas.microsoft.com/office/drawing/2014/main" id="{2F1E88D8-C1CD-4B70-B3DF-79490C72A4D2}"/>
                  </a:ext>
                </a:extLst>
              </p14:cNvPr>
              <p14:cNvContentPartPr/>
              <p14:nvPr/>
            </p14:nvContentPartPr>
            <p14:xfrm>
              <a:off x="10881189" y="3933265"/>
              <a:ext cx="230040" cy="982080"/>
            </p14:xfrm>
          </p:contentPart>
        </mc:Choice>
        <mc:Fallback xmlns="">
          <p:pic>
            <p:nvPicPr>
              <p:cNvPr id="29" name="Cerneală 28">
                <a:extLst>
                  <a:ext uri="{FF2B5EF4-FFF2-40B4-BE49-F238E27FC236}">
                    <a16:creationId xmlns:a16="http://schemas.microsoft.com/office/drawing/2014/main" id="{2F1E88D8-C1CD-4B70-B3DF-79490C72A4D2}"/>
                  </a:ext>
                </a:extLst>
              </p:cNvPr>
              <p:cNvPicPr/>
              <p:nvPr/>
            </p:nvPicPr>
            <p:blipFill>
              <a:blip r:embed="rId50"/>
              <a:stretch>
                <a:fillRect/>
              </a:stretch>
            </p:blipFill>
            <p:spPr>
              <a:xfrm>
                <a:off x="10863189" y="3897265"/>
                <a:ext cx="265680" cy="1053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1">
            <p14:nvContentPartPr>
              <p14:cNvPr id="30" name="Cerneală 29">
                <a:extLst>
                  <a:ext uri="{FF2B5EF4-FFF2-40B4-BE49-F238E27FC236}">
                    <a16:creationId xmlns:a16="http://schemas.microsoft.com/office/drawing/2014/main" id="{A45A47AC-F7FB-4F82-A9CD-E5B4EC4A3096}"/>
                  </a:ext>
                </a:extLst>
              </p14:cNvPr>
              <p14:cNvContentPartPr/>
              <p14:nvPr/>
            </p14:nvContentPartPr>
            <p14:xfrm>
              <a:off x="11320389" y="4352305"/>
              <a:ext cx="205920" cy="351360"/>
            </p14:xfrm>
          </p:contentPart>
        </mc:Choice>
        <mc:Fallback xmlns="">
          <p:pic>
            <p:nvPicPr>
              <p:cNvPr id="30" name="Cerneală 29">
                <a:extLst>
                  <a:ext uri="{FF2B5EF4-FFF2-40B4-BE49-F238E27FC236}">
                    <a16:creationId xmlns:a16="http://schemas.microsoft.com/office/drawing/2014/main" id="{A45A47AC-F7FB-4F82-A9CD-E5B4EC4A3096}"/>
                  </a:ext>
                </a:extLst>
              </p:cNvPr>
              <p:cNvPicPr/>
              <p:nvPr/>
            </p:nvPicPr>
            <p:blipFill>
              <a:blip r:embed="rId52"/>
              <a:stretch>
                <a:fillRect/>
              </a:stretch>
            </p:blipFill>
            <p:spPr>
              <a:xfrm>
                <a:off x="11302389" y="4316305"/>
                <a:ext cx="241560" cy="423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3">
            <p14:nvContentPartPr>
              <p14:cNvPr id="31" name="Cerneală 30">
                <a:extLst>
                  <a:ext uri="{FF2B5EF4-FFF2-40B4-BE49-F238E27FC236}">
                    <a16:creationId xmlns:a16="http://schemas.microsoft.com/office/drawing/2014/main" id="{51072FBA-5AED-47FD-B6B3-2415755EAC36}"/>
                  </a:ext>
                </a:extLst>
              </p14:cNvPr>
              <p14:cNvContentPartPr/>
              <p14:nvPr/>
            </p14:nvContentPartPr>
            <p14:xfrm>
              <a:off x="11578869" y="4515385"/>
              <a:ext cx="174960" cy="37440"/>
            </p14:xfrm>
          </p:contentPart>
        </mc:Choice>
        <mc:Fallback xmlns="">
          <p:pic>
            <p:nvPicPr>
              <p:cNvPr id="31" name="Cerneală 30">
                <a:extLst>
                  <a:ext uri="{FF2B5EF4-FFF2-40B4-BE49-F238E27FC236}">
                    <a16:creationId xmlns:a16="http://schemas.microsoft.com/office/drawing/2014/main" id="{51072FBA-5AED-47FD-B6B3-2415755EAC36}"/>
                  </a:ext>
                </a:extLst>
              </p:cNvPr>
              <p:cNvPicPr/>
              <p:nvPr/>
            </p:nvPicPr>
            <p:blipFill>
              <a:blip r:embed="rId54"/>
              <a:stretch>
                <a:fillRect/>
              </a:stretch>
            </p:blipFill>
            <p:spPr>
              <a:xfrm>
                <a:off x="11560869" y="4479745"/>
                <a:ext cx="210600" cy="109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5">
            <p14:nvContentPartPr>
              <p14:cNvPr id="32" name="Cerneală 31">
                <a:extLst>
                  <a:ext uri="{FF2B5EF4-FFF2-40B4-BE49-F238E27FC236}">
                    <a16:creationId xmlns:a16="http://schemas.microsoft.com/office/drawing/2014/main" id="{E08CCA84-933B-40D3-89AC-09D5C9519C47}"/>
                  </a:ext>
                </a:extLst>
              </p14:cNvPr>
              <p14:cNvContentPartPr/>
              <p14:nvPr/>
            </p14:nvContentPartPr>
            <p14:xfrm>
              <a:off x="11608029" y="4619785"/>
              <a:ext cx="164880" cy="10440"/>
            </p14:xfrm>
          </p:contentPart>
        </mc:Choice>
        <mc:Fallback xmlns="">
          <p:pic>
            <p:nvPicPr>
              <p:cNvPr id="32" name="Cerneală 31">
                <a:extLst>
                  <a:ext uri="{FF2B5EF4-FFF2-40B4-BE49-F238E27FC236}">
                    <a16:creationId xmlns:a16="http://schemas.microsoft.com/office/drawing/2014/main" id="{E08CCA84-933B-40D3-89AC-09D5C9519C47}"/>
                  </a:ext>
                </a:extLst>
              </p:cNvPr>
              <p:cNvPicPr/>
              <p:nvPr/>
            </p:nvPicPr>
            <p:blipFill>
              <a:blip r:embed="rId56"/>
              <a:stretch>
                <a:fillRect/>
              </a:stretch>
            </p:blipFill>
            <p:spPr>
              <a:xfrm>
                <a:off x="11590029" y="4584145"/>
                <a:ext cx="200520" cy="82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7">
            <p14:nvContentPartPr>
              <p14:cNvPr id="33" name="Cerneală 32">
                <a:extLst>
                  <a:ext uri="{FF2B5EF4-FFF2-40B4-BE49-F238E27FC236}">
                    <a16:creationId xmlns:a16="http://schemas.microsoft.com/office/drawing/2014/main" id="{F70C49EF-9709-4EBB-AEF9-CC1ABFAECD5A}"/>
                  </a:ext>
                </a:extLst>
              </p14:cNvPr>
              <p14:cNvContentPartPr/>
              <p14:nvPr/>
            </p14:nvContentPartPr>
            <p14:xfrm>
              <a:off x="11848869" y="4490185"/>
              <a:ext cx="156960" cy="177120"/>
            </p14:xfrm>
          </p:contentPart>
        </mc:Choice>
        <mc:Fallback xmlns="">
          <p:pic>
            <p:nvPicPr>
              <p:cNvPr id="33" name="Cerneală 32">
                <a:extLst>
                  <a:ext uri="{FF2B5EF4-FFF2-40B4-BE49-F238E27FC236}">
                    <a16:creationId xmlns:a16="http://schemas.microsoft.com/office/drawing/2014/main" id="{F70C49EF-9709-4EBB-AEF9-CC1ABFAECD5A}"/>
                  </a:ext>
                </a:extLst>
              </p:cNvPr>
              <p:cNvPicPr/>
              <p:nvPr/>
            </p:nvPicPr>
            <p:blipFill>
              <a:blip r:embed="rId58"/>
              <a:stretch>
                <a:fillRect/>
              </a:stretch>
            </p:blipFill>
            <p:spPr>
              <a:xfrm>
                <a:off x="11830869" y="4454185"/>
                <a:ext cx="192600" cy="248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9">
            <p14:nvContentPartPr>
              <p14:cNvPr id="34" name="Cerneală 33">
                <a:extLst>
                  <a:ext uri="{FF2B5EF4-FFF2-40B4-BE49-F238E27FC236}">
                    <a16:creationId xmlns:a16="http://schemas.microsoft.com/office/drawing/2014/main" id="{6C5DC252-56F2-4714-8999-18761284A9C5}"/>
                  </a:ext>
                </a:extLst>
              </p14:cNvPr>
              <p14:cNvContentPartPr/>
              <p14:nvPr/>
            </p14:nvContentPartPr>
            <p14:xfrm>
              <a:off x="8101989" y="1510825"/>
              <a:ext cx="927360" cy="322200"/>
            </p14:xfrm>
          </p:contentPart>
        </mc:Choice>
        <mc:Fallback xmlns="">
          <p:pic>
            <p:nvPicPr>
              <p:cNvPr id="34" name="Cerneală 33">
                <a:extLst>
                  <a:ext uri="{FF2B5EF4-FFF2-40B4-BE49-F238E27FC236}">
                    <a16:creationId xmlns:a16="http://schemas.microsoft.com/office/drawing/2014/main" id="{6C5DC252-56F2-4714-8999-18761284A9C5}"/>
                  </a:ext>
                </a:extLst>
              </p:cNvPr>
              <p:cNvPicPr/>
              <p:nvPr/>
            </p:nvPicPr>
            <p:blipFill>
              <a:blip r:embed="rId60"/>
              <a:stretch>
                <a:fillRect/>
              </a:stretch>
            </p:blipFill>
            <p:spPr>
              <a:xfrm>
                <a:off x="8084349" y="1475185"/>
                <a:ext cx="963000" cy="393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1">
            <p14:nvContentPartPr>
              <p14:cNvPr id="36" name="Cerneală 35">
                <a:extLst>
                  <a:ext uri="{FF2B5EF4-FFF2-40B4-BE49-F238E27FC236}">
                    <a16:creationId xmlns:a16="http://schemas.microsoft.com/office/drawing/2014/main" id="{444E2FF2-374B-4788-9082-B0A9DBC57DF5}"/>
                  </a:ext>
                </a:extLst>
              </p14:cNvPr>
              <p14:cNvContentPartPr/>
              <p14:nvPr/>
            </p14:nvContentPartPr>
            <p14:xfrm>
              <a:off x="7863309" y="3762265"/>
              <a:ext cx="103320" cy="20160"/>
            </p14:xfrm>
          </p:contentPart>
        </mc:Choice>
        <mc:Fallback xmlns="">
          <p:pic>
            <p:nvPicPr>
              <p:cNvPr id="36" name="Cerneală 35">
                <a:extLst>
                  <a:ext uri="{FF2B5EF4-FFF2-40B4-BE49-F238E27FC236}">
                    <a16:creationId xmlns:a16="http://schemas.microsoft.com/office/drawing/2014/main" id="{444E2FF2-374B-4788-9082-B0A9DBC57DF5}"/>
                  </a:ext>
                </a:extLst>
              </p:cNvPr>
              <p:cNvPicPr/>
              <p:nvPr/>
            </p:nvPicPr>
            <p:blipFill>
              <a:blip r:embed="rId62"/>
              <a:stretch>
                <a:fillRect/>
              </a:stretch>
            </p:blipFill>
            <p:spPr>
              <a:xfrm>
                <a:off x="7845669" y="3726265"/>
                <a:ext cx="138960" cy="91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3">
            <p14:nvContentPartPr>
              <p14:cNvPr id="37" name="Cerneală 36">
                <a:extLst>
                  <a:ext uri="{FF2B5EF4-FFF2-40B4-BE49-F238E27FC236}">
                    <a16:creationId xmlns:a16="http://schemas.microsoft.com/office/drawing/2014/main" id="{54E4A932-444C-499A-8FF6-F8C52ADCB48D}"/>
                  </a:ext>
                </a:extLst>
              </p14:cNvPr>
              <p14:cNvContentPartPr/>
              <p14:nvPr/>
            </p14:nvContentPartPr>
            <p14:xfrm>
              <a:off x="7763949" y="3796825"/>
              <a:ext cx="248040" cy="303120"/>
            </p14:xfrm>
          </p:contentPart>
        </mc:Choice>
        <mc:Fallback xmlns="">
          <p:pic>
            <p:nvPicPr>
              <p:cNvPr id="37" name="Cerneală 36">
                <a:extLst>
                  <a:ext uri="{FF2B5EF4-FFF2-40B4-BE49-F238E27FC236}">
                    <a16:creationId xmlns:a16="http://schemas.microsoft.com/office/drawing/2014/main" id="{54E4A932-444C-499A-8FF6-F8C52ADCB48D}"/>
                  </a:ext>
                </a:extLst>
              </p:cNvPr>
              <p:cNvPicPr/>
              <p:nvPr/>
            </p:nvPicPr>
            <p:blipFill>
              <a:blip r:embed="rId64"/>
              <a:stretch>
                <a:fillRect/>
              </a:stretch>
            </p:blipFill>
            <p:spPr>
              <a:xfrm>
                <a:off x="7746309" y="3761185"/>
                <a:ext cx="283680" cy="374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5">
            <p14:nvContentPartPr>
              <p14:cNvPr id="38" name="Cerneală 37">
                <a:extLst>
                  <a:ext uri="{FF2B5EF4-FFF2-40B4-BE49-F238E27FC236}">
                    <a16:creationId xmlns:a16="http://schemas.microsoft.com/office/drawing/2014/main" id="{C792A8E1-020A-4926-892B-ED918940E33E}"/>
                  </a:ext>
                </a:extLst>
              </p14:cNvPr>
              <p14:cNvContentPartPr/>
              <p14:nvPr/>
            </p14:nvContentPartPr>
            <p14:xfrm>
              <a:off x="9046629" y="3831385"/>
              <a:ext cx="296640" cy="275760"/>
            </p14:xfrm>
          </p:contentPart>
        </mc:Choice>
        <mc:Fallback xmlns="">
          <p:pic>
            <p:nvPicPr>
              <p:cNvPr id="38" name="Cerneală 37">
                <a:extLst>
                  <a:ext uri="{FF2B5EF4-FFF2-40B4-BE49-F238E27FC236}">
                    <a16:creationId xmlns:a16="http://schemas.microsoft.com/office/drawing/2014/main" id="{C792A8E1-020A-4926-892B-ED918940E33E}"/>
                  </a:ext>
                </a:extLst>
              </p:cNvPr>
              <p:cNvPicPr/>
              <p:nvPr/>
            </p:nvPicPr>
            <p:blipFill>
              <a:blip r:embed="rId66"/>
              <a:stretch>
                <a:fillRect/>
              </a:stretch>
            </p:blipFill>
            <p:spPr>
              <a:xfrm>
                <a:off x="9028989" y="3795745"/>
                <a:ext cx="332280" cy="347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7">
            <p14:nvContentPartPr>
              <p14:cNvPr id="39" name="Cerneală 38">
                <a:extLst>
                  <a:ext uri="{FF2B5EF4-FFF2-40B4-BE49-F238E27FC236}">
                    <a16:creationId xmlns:a16="http://schemas.microsoft.com/office/drawing/2014/main" id="{45CD36CC-CC76-4AA3-846E-D2556867E60F}"/>
                  </a:ext>
                </a:extLst>
              </p14:cNvPr>
              <p14:cNvContentPartPr/>
              <p14:nvPr/>
            </p14:nvContentPartPr>
            <p14:xfrm>
              <a:off x="9230229" y="3964225"/>
              <a:ext cx="2520" cy="15840"/>
            </p14:xfrm>
          </p:contentPart>
        </mc:Choice>
        <mc:Fallback xmlns="">
          <p:pic>
            <p:nvPicPr>
              <p:cNvPr id="39" name="Cerneală 38">
                <a:extLst>
                  <a:ext uri="{FF2B5EF4-FFF2-40B4-BE49-F238E27FC236}">
                    <a16:creationId xmlns:a16="http://schemas.microsoft.com/office/drawing/2014/main" id="{45CD36CC-CC76-4AA3-846E-D2556867E60F}"/>
                  </a:ext>
                </a:extLst>
              </p:cNvPr>
              <p:cNvPicPr/>
              <p:nvPr/>
            </p:nvPicPr>
            <p:blipFill>
              <a:blip r:embed="rId68"/>
              <a:stretch>
                <a:fillRect/>
              </a:stretch>
            </p:blipFill>
            <p:spPr>
              <a:xfrm>
                <a:off x="9212229" y="3928585"/>
                <a:ext cx="38160" cy="87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9">
            <p14:nvContentPartPr>
              <p14:cNvPr id="61" name="Cerneală 60">
                <a:extLst>
                  <a:ext uri="{FF2B5EF4-FFF2-40B4-BE49-F238E27FC236}">
                    <a16:creationId xmlns:a16="http://schemas.microsoft.com/office/drawing/2014/main" id="{0CD5344F-BB7F-46DA-AC77-856097848940}"/>
                  </a:ext>
                </a:extLst>
              </p14:cNvPr>
              <p14:cNvContentPartPr/>
              <p14:nvPr/>
            </p14:nvContentPartPr>
            <p14:xfrm>
              <a:off x="8064189" y="1510825"/>
              <a:ext cx="1852200" cy="3558600"/>
            </p14:xfrm>
          </p:contentPart>
        </mc:Choice>
        <mc:Fallback xmlns="">
          <p:pic>
            <p:nvPicPr>
              <p:cNvPr id="61" name="Cerneală 60">
                <a:extLst>
                  <a:ext uri="{FF2B5EF4-FFF2-40B4-BE49-F238E27FC236}">
                    <a16:creationId xmlns:a16="http://schemas.microsoft.com/office/drawing/2014/main" id="{0CD5344F-BB7F-46DA-AC77-856097848940}"/>
                  </a:ext>
                </a:extLst>
              </p:cNvPr>
              <p:cNvPicPr/>
              <p:nvPr/>
            </p:nvPicPr>
            <p:blipFill>
              <a:blip r:embed="rId70"/>
              <a:stretch>
                <a:fillRect/>
              </a:stretch>
            </p:blipFill>
            <p:spPr>
              <a:xfrm>
                <a:off x="8046189" y="1493183"/>
                <a:ext cx="1887840" cy="3594244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381945029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reptunghi 1">
            <a:extLst>
              <a:ext uri="{FF2B5EF4-FFF2-40B4-BE49-F238E27FC236}">
                <a16:creationId xmlns:a16="http://schemas.microsoft.com/office/drawing/2014/main" id="{EB6C28A5-F99B-420B-9781-1E0CE500BEF8}"/>
              </a:ext>
            </a:extLst>
          </p:cNvPr>
          <p:cNvSpPr/>
          <p:nvPr/>
        </p:nvSpPr>
        <p:spPr>
          <a:xfrm>
            <a:off x="335343" y="137196"/>
            <a:ext cx="11429875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o-RO" sz="2800" b="1" dirty="0">
                <a:solidFill>
                  <a:srgbClr val="0000FF"/>
                </a:solidFill>
              </a:rPr>
              <a:t>Realizarea divizoarelor de frecvență folosind numărătoare asincrone     </a:t>
            </a:r>
            <a:r>
              <a:rPr lang="en-US" sz="2800" b="1" dirty="0">
                <a:solidFill>
                  <a:srgbClr val="0000FF"/>
                </a:solidFill>
              </a:rPr>
              <a:t> </a:t>
            </a:r>
            <a:endParaRPr lang="ro-RO" sz="2800" b="1" dirty="0">
              <a:solidFill>
                <a:srgbClr val="0000FF"/>
              </a:solidFill>
            </a:endParaRPr>
          </a:p>
        </p:txBody>
      </p:sp>
      <p:sp>
        <p:nvSpPr>
          <p:cNvPr id="3" name="Rectangle 8">
            <a:extLst>
              <a:ext uri="{FF2B5EF4-FFF2-40B4-BE49-F238E27FC236}">
                <a16:creationId xmlns:a16="http://schemas.microsoft.com/office/drawing/2014/main" id="{DC21F5E6-7F02-4F01-9A92-8B8F5E3B49F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5343" y="868708"/>
            <a:ext cx="11277540" cy="7848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2857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200150" indent="-285750">
              <a:spcBef>
                <a:spcPct val="20000"/>
              </a:spcBef>
              <a:buClr>
                <a:schemeClr val="accent2"/>
              </a:buClr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2"/>
              </a:buClr>
              <a:buChar char="•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•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•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•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•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buClrTx/>
              <a:buSzTx/>
              <a:buFontTx/>
              <a:buNone/>
              <a:defRPr/>
            </a:pPr>
            <a:r>
              <a:rPr kumimoji="0" lang="ro-RO" altLang="ro-RO" sz="2000" i="1" dirty="0">
                <a:solidFill>
                  <a:srgbClr val="FFFF00"/>
                </a:solidFill>
              </a:rPr>
              <a:t> </a:t>
            </a:r>
            <a:r>
              <a:rPr kumimoji="0" lang="ro-RO" altLang="ro-RO" sz="2000" i="1" dirty="0">
                <a:solidFill>
                  <a:srgbClr val="0000FF"/>
                </a:solidFill>
              </a:rPr>
              <a:t>Divizoare de tip I : divizoare de frecvență cu factor fix</a:t>
            </a:r>
          </a:p>
          <a:p>
            <a:pPr>
              <a:spcBef>
                <a:spcPts val="600"/>
              </a:spcBef>
              <a:buFont typeface="Symbol" panose="05050102010706020507" pitchFamily="18" charset="2"/>
              <a:buChar char="¨"/>
              <a:defRPr/>
            </a:pPr>
            <a:r>
              <a:rPr lang="ro-RO" sz="2000" i="1" dirty="0">
                <a:solidFill>
                  <a:srgbClr val="FF0000"/>
                </a:solidFill>
              </a:rPr>
              <a:t>Exemplu: realizarea unui divizor cu </a:t>
            </a:r>
            <a:r>
              <a:rPr lang="ro-RO" sz="2000" i="1" dirty="0" err="1">
                <a:solidFill>
                  <a:srgbClr val="FF0000"/>
                </a:solidFill>
              </a:rPr>
              <a:t>facrorul</a:t>
            </a:r>
            <a:r>
              <a:rPr lang="ro-RO" sz="2000" i="1" dirty="0">
                <a:solidFill>
                  <a:srgbClr val="FF0000"/>
                </a:solidFill>
              </a:rPr>
              <a:t> de divizare k=12</a:t>
            </a:r>
            <a:endParaRPr kumimoji="0" lang="ro-RO" altLang="ro-RO" sz="2000" i="1" dirty="0">
              <a:solidFill>
                <a:srgbClr val="0000FF"/>
              </a:solidFill>
            </a:endParaRPr>
          </a:p>
        </p:txBody>
      </p:sp>
      <p:pic>
        <p:nvPicPr>
          <p:cNvPr id="4" name="Imagine 2">
            <a:extLst>
              <a:ext uri="{FF2B5EF4-FFF2-40B4-BE49-F238E27FC236}">
                <a16:creationId xmlns:a16="http://schemas.microsoft.com/office/drawing/2014/main" id="{4332C7C8-1BF7-4836-B74D-253D1064133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8221" y="1783098"/>
            <a:ext cx="10462768" cy="3748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29" name="Cerneală 28">
                <a:extLst>
                  <a:ext uri="{FF2B5EF4-FFF2-40B4-BE49-F238E27FC236}">
                    <a16:creationId xmlns:a16="http://schemas.microsoft.com/office/drawing/2014/main" id="{DBE66164-87CA-4AA4-8DBF-F073BCF442B8}"/>
                  </a:ext>
                </a:extLst>
              </p14:cNvPr>
              <p14:cNvContentPartPr/>
              <p14:nvPr/>
            </p14:nvContentPartPr>
            <p14:xfrm>
              <a:off x="9158229" y="5871145"/>
              <a:ext cx="1369800" cy="67680"/>
            </p14:xfrm>
          </p:contentPart>
        </mc:Choice>
        <mc:Fallback xmlns="">
          <p:pic>
            <p:nvPicPr>
              <p:cNvPr id="29" name="Cerneală 28">
                <a:extLst>
                  <a:ext uri="{FF2B5EF4-FFF2-40B4-BE49-F238E27FC236}">
                    <a16:creationId xmlns:a16="http://schemas.microsoft.com/office/drawing/2014/main" id="{DBE66164-87CA-4AA4-8DBF-F073BCF442B8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9140229" y="5853505"/>
                <a:ext cx="1405440" cy="103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30" name="Cerneală 29">
                <a:extLst>
                  <a:ext uri="{FF2B5EF4-FFF2-40B4-BE49-F238E27FC236}">
                    <a16:creationId xmlns:a16="http://schemas.microsoft.com/office/drawing/2014/main" id="{232F3875-CFEC-4BA3-93CB-C7A29011AB80}"/>
                  </a:ext>
                </a:extLst>
              </p14:cNvPr>
              <p14:cNvContentPartPr/>
              <p14:nvPr/>
            </p14:nvContentPartPr>
            <p14:xfrm>
              <a:off x="9167949" y="6023065"/>
              <a:ext cx="1170720" cy="293760"/>
            </p14:xfrm>
          </p:contentPart>
        </mc:Choice>
        <mc:Fallback xmlns="">
          <p:pic>
            <p:nvPicPr>
              <p:cNvPr id="30" name="Cerneală 29">
                <a:extLst>
                  <a:ext uri="{FF2B5EF4-FFF2-40B4-BE49-F238E27FC236}">
                    <a16:creationId xmlns:a16="http://schemas.microsoft.com/office/drawing/2014/main" id="{232F3875-CFEC-4BA3-93CB-C7A29011AB80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9150309" y="6005425"/>
                <a:ext cx="1206360" cy="329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31" name="Cerneală 30">
                <a:extLst>
                  <a:ext uri="{FF2B5EF4-FFF2-40B4-BE49-F238E27FC236}">
                    <a16:creationId xmlns:a16="http://schemas.microsoft.com/office/drawing/2014/main" id="{77C8BF7B-7A86-47FD-B760-F78204B9C9E2}"/>
                  </a:ext>
                </a:extLst>
              </p14:cNvPr>
              <p14:cNvContentPartPr/>
              <p14:nvPr/>
            </p14:nvContentPartPr>
            <p14:xfrm>
              <a:off x="4137309" y="5632105"/>
              <a:ext cx="4344480" cy="990000"/>
            </p14:xfrm>
          </p:contentPart>
        </mc:Choice>
        <mc:Fallback xmlns="">
          <p:pic>
            <p:nvPicPr>
              <p:cNvPr id="31" name="Cerneală 30">
                <a:extLst>
                  <a:ext uri="{FF2B5EF4-FFF2-40B4-BE49-F238E27FC236}">
                    <a16:creationId xmlns:a16="http://schemas.microsoft.com/office/drawing/2014/main" id="{77C8BF7B-7A86-47FD-B760-F78204B9C9E2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4119669" y="5614465"/>
                <a:ext cx="4380120" cy="10256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728887231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reptunghi 1">
            <a:extLst>
              <a:ext uri="{FF2B5EF4-FFF2-40B4-BE49-F238E27FC236}">
                <a16:creationId xmlns:a16="http://schemas.microsoft.com/office/drawing/2014/main" id="{EB6C28A5-F99B-420B-9781-1E0CE500BEF8}"/>
              </a:ext>
            </a:extLst>
          </p:cNvPr>
          <p:cNvSpPr/>
          <p:nvPr/>
        </p:nvSpPr>
        <p:spPr>
          <a:xfrm>
            <a:off x="335343" y="137196"/>
            <a:ext cx="11429875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o-RO" sz="2800" b="1" dirty="0">
                <a:solidFill>
                  <a:srgbClr val="0000FF"/>
                </a:solidFill>
              </a:rPr>
              <a:t>Realizarea divizoarelor de frecvență folosind numărătoare asincrone     </a:t>
            </a:r>
            <a:r>
              <a:rPr lang="en-US" sz="2800" b="1" dirty="0">
                <a:solidFill>
                  <a:srgbClr val="0000FF"/>
                </a:solidFill>
              </a:rPr>
              <a:t> </a:t>
            </a:r>
            <a:endParaRPr lang="ro-RO" sz="2800" b="1" dirty="0">
              <a:solidFill>
                <a:srgbClr val="0000FF"/>
              </a:solidFill>
            </a:endParaRPr>
          </a:p>
        </p:txBody>
      </p:sp>
      <p:sp>
        <p:nvSpPr>
          <p:cNvPr id="3" name="Rectangle 8">
            <a:extLst>
              <a:ext uri="{FF2B5EF4-FFF2-40B4-BE49-F238E27FC236}">
                <a16:creationId xmlns:a16="http://schemas.microsoft.com/office/drawing/2014/main" id="{DC21F5E6-7F02-4F01-9A92-8B8F5E3B49F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5343" y="868708"/>
            <a:ext cx="11277540" cy="7848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2857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200150" indent="-285750">
              <a:spcBef>
                <a:spcPct val="20000"/>
              </a:spcBef>
              <a:buClr>
                <a:schemeClr val="accent2"/>
              </a:buClr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2"/>
              </a:buClr>
              <a:buChar char="•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•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•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•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•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buClrTx/>
              <a:buSzTx/>
              <a:buFontTx/>
              <a:buNone/>
              <a:defRPr/>
            </a:pPr>
            <a:r>
              <a:rPr kumimoji="0" lang="ro-RO" altLang="ro-RO" sz="2000" i="1" dirty="0">
                <a:solidFill>
                  <a:srgbClr val="FFFF00"/>
                </a:solidFill>
              </a:rPr>
              <a:t> </a:t>
            </a:r>
            <a:r>
              <a:rPr kumimoji="0" lang="ro-RO" altLang="ro-RO" sz="2000" i="1" dirty="0">
                <a:solidFill>
                  <a:srgbClr val="0000FF"/>
                </a:solidFill>
              </a:rPr>
              <a:t>Divizoare de tip I : divizoare de frecvență cu factor fix</a:t>
            </a:r>
          </a:p>
          <a:p>
            <a:pPr>
              <a:spcBef>
                <a:spcPts val="600"/>
              </a:spcBef>
              <a:buFont typeface="Symbol" panose="05050102010706020507" pitchFamily="18" charset="2"/>
              <a:buChar char="¨"/>
              <a:defRPr/>
            </a:pPr>
            <a:r>
              <a:rPr lang="ro-RO" sz="2000" i="1" dirty="0">
                <a:solidFill>
                  <a:srgbClr val="FF0000"/>
                </a:solidFill>
              </a:rPr>
              <a:t>Exemplu: realizarea unui divizor cu </a:t>
            </a:r>
            <a:r>
              <a:rPr lang="ro-RO" sz="2000" i="1" dirty="0" err="1">
                <a:solidFill>
                  <a:srgbClr val="FF0000"/>
                </a:solidFill>
              </a:rPr>
              <a:t>facrorul</a:t>
            </a:r>
            <a:r>
              <a:rPr lang="ro-RO" sz="2000" i="1" dirty="0">
                <a:solidFill>
                  <a:srgbClr val="FF0000"/>
                </a:solidFill>
              </a:rPr>
              <a:t> de divizare k=12</a:t>
            </a:r>
            <a:endParaRPr kumimoji="0" lang="ro-RO" altLang="ro-RO" sz="2000" i="1" dirty="0">
              <a:solidFill>
                <a:srgbClr val="0000FF"/>
              </a:solidFill>
            </a:endParaRPr>
          </a:p>
        </p:txBody>
      </p:sp>
      <p:pic>
        <p:nvPicPr>
          <p:cNvPr id="4" name="Imagine 1">
            <a:extLst>
              <a:ext uri="{FF2B5EF4-FFF2-40B4-BE49-F238E27FC236}">
                <a16:creationId xmlns:a16="http://schemas.microsoft.com/office/drawing/2014/main" id="{FA2AA1AA-10E3-48B4-BFE1-535C2A895D2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8221" y="1783098"/>
            <a:ext cx="10100778" cy="34746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18" name="Cerneală 17">
                <a:extLst>
                  <a:ext uri="{FF2B5EF4-FFF2-40B4-BE49-F238E27FC236}">
                    <a16:creationId xmlns:a16="http://schemas.microsoft.com/office/drawing/2014/main" id="{FA66D520-5B26-4FB2-9E7F-203BDCFBE8D0}"/>
                  </a:ext>
                </a:extLst>
              </p14:cNvPr>
              <p14:cNvContentPartPr/>
              <p14:nvPr/>
            </p14:nvContentPartPr>
            <p14:xfrm>
              <a:off x="6318909" y="2541505"/>
              <a:ext cx="408240" cy="825120"/>
            </p14:xfrm>
          </p:contentPart>
        </mc:Choice>
        <mc:Fallback xmlns="">
          <p:pic>
            <p:nvPicPr>
              <p:cNvPr id="18" name="Cerneală 17">
                <a:extLst>
                  <a:ext uri="{FF2B5EF4-FFF2-40B4-BE49-F238E27FC236}">
                    <a16:creationId xmlns:a16="http://schemas.microsoft.com/office/drawing/2014/main" id="{FA66D520-5B26-4FB2-9E7F-203BDCFBE8D0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6300909" y="2523865"/>
                <a:ext cx="443880" cy="860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24" name="Cerneală 23">
                <a:extLst>
                  <a:ext uri="{FF2B5EF4-FFF2-40B4-BE49-F238E27FC236}">
                    <a16:creationId xmlns:a16="http://schemas.microsoft.com/office/drawing/2014/main" id="{F90D27AC-D8B6-4E04-A8F9-FF453269B9A0}"/>
                  </a:ext>
                </a:extLst>
              </p14:cNvPr>
              <p14:cNvContentPartPr/>
              <p14:nvPr/>
            </p14:nvContentPartPr>
            <p14:xfrm>
              <a:off x="8665389" y="3306865"/>
              <a:ext cx="2537280" cy="1491120"/>
            </p14:xfrm>
          </p:contentPart>
        </mc:Choice>
        <mc:Fallback xmlns="">
          <p:pic>
            <p:nvPicPr>
              <p:cNvPr id="24" name="Cerneală 23">
                <a:extLst>
                  <a:ext uri="{FF2B5EF4-FFF2-40B4-BE49-F238E27FC236}">
                    <a16:creationId xmlns:a16="http://schemas.microsoft.com/office/drawing/2014/main" id="{F90D27AC-D8B6-4E04-A8F9-FF453269B9A0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8647389" y="3289225"/>
                <a:ext cx="2572920" cy="15267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922064939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reptunghi 1">
            <a:extLst>
              <a:ext uri="{FF2B5EF4-FFF2-40B4-BE49-F238E27FC236}">
                <a16:creationId xmlns:a16="http://schemas.microsoft.com/office/drawing/2014/main" id="{EB6C28A5-F99B-420B-9781-1E0CE500BEF8}"/>
              </a:ext>
            </a:extLst>
          </p:cNvPr>
          <p:cNvSpPr/>
          <p:nvPr/>
        </p:nvSpPr>
        <p:spPr>
          <a:xfrm>
            <a:off x="335343" y="137196"/>
            <a:ext cx="11429875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o-RO" sz="2800" b="1" dirty="0">
                <a:solidFill>
                  <a:srgbClr val="0000FF"/>
                </a:solidFill>
              </a:rPr>
              <a:t>Realizarea divizoarelor de frecvență folosind numărătoare asincrone     </a:t>
            </a:r>
            <a:r>
              <a:rPr lang="en-US" sz="2800" b="1" dirty="0">
                <a:solidFill>
                  <a:srgbClr val="0000FF"/>
                </a:solidFill>
              </a:rPr>
              <a:t> </a:t>
            </a:r>
            <a:endParaRPr lang="ro-RO" sz="2800" b="1" dirty="0">
              <a:solidFill>
                <a:srgbClr val="0000FF"/>
              </a:solidFill>
            </a:endParaRPr>
          </a:p>
        </p:txBody>
      </p:sp>
      <p:sp>
        <p:nvSpPr>
          <p:cNvPr id="3" name="Rectangle 8">
            <a:extLst>
              <a:ext uri="{FF2B5EF4-FFF2-40B4-BE49-F238E27FC236}">
                <a16:creationId xmlns:a16="http://schemas.microsoft.com/office/drawing/2014/main" id="{DC21F5E6-7F02-4F01-9A92-8B8F5E3B49F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5343" y="868708"/>
            <a:ext cx="11277540" cy="7848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2857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200150" indent="-285750">
              <a:spcBef>
                <a:spcPct val="20000"/>
              </a:spcBef>
              <a:buClr>
                <a:schemeClr val="accent2"/>
              </a:buClr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2"/>
              </a:buClr>
              <a:buChar char="•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•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•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•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•"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buClrTx/>
              <a:buSzTx/>
              <a:buFontTx/>
              <a:buNone/>
              <a:defRPr/>
            </a:pPr>
            <a:r>
              <a:rPr kumimoji="0" lang="ro-RO" altLang="ro-RO" sz="2000" i="1" dirty="0">
                <a:solidFill>
                  <a:srgbClr val="FFFF00"/>
                </a:solidFill>
              </a:rPr>
              <a:t> </a:t>
            </a:r>
            <a:r>
              <a:rPr kumimoji="0" lang="ro-RO" altLang="ro-RO" sz="2000" i="1" dirty="0">
                <a:solidFill>
                  <a:srgbClr val="0000FF"/>
                </a:solidFill>
              </a:rPr>
              <a:t>Divizoare de tip I : divizoare de frecvență cu factor fix</a:t>
            </a:r>
          </a:p>
          <a:p>
            <a:pPr>
              <a:spcBef>
                <a:spcPts val="600"/>
              </a:spcBef>
              <a:buFont typeface="Symbol" panose="05050102010706020507" pitchFamily="18" charset="2"/>
              <a:buChar char="¨"/>
              <a:defRPr/>
            </a:pPr>
            <a:r>
              <a:rPr lang="ro-RO" sz="2000" i="1" dirty="0">
                <a:solidFill>
                  <a:srgbClr val="FF0000"/>
                </a:solidFill>
              </a:rPr>
              <a:t>Exemplu: realizarea unui divizor cu </a:t>
            </a:r>
            <a:r>
              <a:rPr lang="ro-RO" sz="2000" i="1" dirty="0" err="1">
                <a:solidFill>
                  <a:srgbClr val="FF0000"/>
                </a:solidFill>
              </a:rPr>
              <a:t>facrorul</a:t>
            </a:r>
            <a:r>
              <a:rPr lang="ro-RO" sz="2000" i="1" dirty="0">
                <a:solidFill>
                  <a:srgbClr val="FF0000"/>
                </a:solidFill>
              </a:rPr>
              <a:t> de divizare k=12</a:t>
            </a:r>
            <a:endParaRPr kumimoji="0" lang="ro-RO" altLang="ro-RO" sz="2000" i="1" dirty="0">
              <a:solidFill>
                <a:srgbClr val="0000FF"/>
              </a:solidFill>
            </a:endParaRPr>
          </a:p>
        </p:txBody>
      </p:sp>
      <p:pic>
        <p:nvPicPr>
          <p:cNvPr id="4" name="Imagine 2">
            <a:extLst>
              <a:ext uri="{FF2B5EF4-FFF2-40B4-BE49-F238E27FC236}">
                <a16:creationId xmlns:a16="http://schemas.microsoft.com/office/drawing/2014/main" id="{64999013-59E9-401A-AA68-AD3D72B71DE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60" y="1783098"/>
            <a:ext cx="10588131" cy="438907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7" name="Cerneală 6">
                <a:extLst>
                  <a:ext uri="{FF2B5EF4-FFF2-40B4-BE49-F238E27FC236}">
                    <a16:creationId xmlns:a16="http://schemas.microsoft.com/office/drawing/2014/main" id="{52E1BD96-47FB-40DD-B899-E34C6530D4F1}"/>
                  </a:ext>
                </a:extLst>
              </p14:cNvPr>
              <p14:cNvContentPartPr/>
              <p14:nvPr/>
            </p14:nvContentPartPr>
            <p14:xfrm>
              <a:off x="7246989" y="3840025"/>
              <a:ext cx="1411560" cy="828720"/>
            </p14:xfrm>
          </p:contentPart>
        </mc:Choice>
        <mc:Fallback xmlns="">
          <p:pic>
            <p:nvPicPr>
              <p:cNvPr id="7" name="Cerneală 6">
                <a:extLst>
                  <a:ext uri="{FF2B5EF4-FFF2-40B4-BE49-F238E27FC236}">
                    <a16:creationId xmlns:a16="http://schemas.microsoft.com/office/drawing/2014/main" id="{52E1BD96-47FB-40DD-B899-E34C6530D4F1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7228989" y="3822385"/>
                <a:ext cx="1447200" cy="8643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130134452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12" name="Cerneală 11">
                <a:extLst>
                  <a:ext uri="{FF2B5EF4-FFF2-40B4-BE49-F238E27FC236}">
                    <a16:creationId xmlns:a16="http://schemas.microsoft.com/office/drawing/2014/main" id="{1FC970C2-5287-4425-A3AB-393ED3D5DD3C}"/>
                  </a:ext>
                </a:extLst>
              </p14:cNvPr>
              <p14:cNvContentPartPr/>
              <p14:nvPr/>
            </p14:nvContentPartPr>
            <p14:xfrm>
              <a:off x="1226709" y="312385"/>
              <a:ext cx="1382760" cy="585360"/>
            </p14:xfrm>
          </p:contentPart>
        </mc:Choice>
        <mc:Fallback xmlns="">
          <p:pic>
            <p:nvPicPr>
              <p:cNvPr id="12" name="Cerneală 11">
                <a:extLst>
                  <a:ext uri="{FF2B5EF4-FFF2-40B4-BE49-F238E27FC236}">
                    <a16:creationId xmlns:a16="http://schemas.microsoft.com/office/drawing/2014/main" id="{1FC970C2-5287-4425-A3AB-393ED3D5DD3C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209064" y="294385"/>
                <a:ext cx="1418409" cy="621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13" name="Cerneală 12">
                <a:extLst>
                  <a:ext uri="{FF2B5EF4-FFF2-40B4-BE49-F238E27FC236}">
                    <a16:creationId xmlns:a16="http://schemas.microsoft.com/office/drawing/2014/main" id="{00CBDCF9-DEE4-49F5-8780-3A917D9E6E22}"/>
                  </a:ext>
                </a:extLst>
              </p14:cNvPr>
              <p14:cNvContentPartPr/>
              <p14:nvPr/>
            </p14:nvContentPartPr>
            <p14:xfrm>
              <a:off x="2957589" y="480505"/>
              <a:ext cx="493560" cy="149040"/>
            </p14:xfrm>
          </p:contentPart>
        </mc:Choice>
        <mc:Fallback xmlns="">
          <p:pic>
            <p:nvPicPr>
              <p:cNvPr id="13" name="Cerneală 12">
                <a:extLst>
                  <a:ext uri="{FF2B5EF4-FFF2-40B4-BE49-F238E27FC236}">
                    <a16:creationId xmlns:a16="http://schemas.microsoft.com/office/drawing/2014/main" id="{00CBDCF9-DEE4-49F5-8780-3A917D9E6E22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2939949" y="462865"/>
                <a:ext cx="529200" cy="184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29" name="Cerneală 28">
                <a:extLst>
                  <a:ext uri="{FF2B5EF4-FFF2-40B4-BE49-F238E27FC236}">
                    <a16:creationId xmlns:a16="http://schemas.microsoft.com/office/drawing/2014/main" id="{140DAF4A-1979-47F6-8025-6B60ADA37D82}"/>
                  </a:ext>
                </a:extLst>
              </p14:cNvPr>
              <p14:cNvContentPartPr/>
              <p14:nvPr/>
            </p14:nvContentPartPr>
            <p14:xfrm>
              <a:off x="5485869" y="218785"/>
              <a:ext cx="682200" cy="577080"/>
            </p14:xfrm>
          </p:contentPart>
        </mc:Choice>
        <mc:Fallback xmlns="">
          <p:pic>
            <p:nvPicPr>
              <p:cNvPr id="29" name="Cerneală 28">
                <a:extLst>
                  <a:ext uri="{FF2B5EF4-FFF2-40B4-BE49-F238E27FC236}">
                    <a16:creationId xmlns:a16="http://schemas.microsoft.com/office/drawing/2014/main" id="{140DAF4A-1979-47F6-8025-6B60ADA37D82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5468229" y="200785"/>
                <a:ext cx="717840" cy="612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30" name="Cerneală 29">
                <a:extLst>
                  <a:ext uri="{FF2B5EF4-FFF2-40B4-BE49-F238E27FC236}">
                    <a16:creationId xmlns:a16="http://schemas.microsoft.com/office/drawing/2014/main" id="{A5E25740-BF93-4B69-8909-3E9C33D90305}"/>
                  </a:ext>
                </a:extLst>
              </p14:cNvPr>
              <p14:cNvContentPartPr/>
              <p14:nvPr/>
            </p14:nvContentPartPr>
            <p14:xfrm>
              <a:off x="3719709" y="186385"/>
              <a:ext cx="1416960" cy="627120"/>
            </p14:xfrm>
          </p:contentPart>
        </mc:Choice>
        <mc:Fallback xmlns="">
          <p:pic>
            <p:nvPicPr>
              <p:cNvPr id="30" name="Cerneală 29">
                <a:extLst>
                  <a:ext uri="{FF2B5EF4-FFF2-40B4-BE49-F238E27FC236}">
                    <a16:creationId xmlns:a16="http://schemas.microsoft.com/office/drawing/2014/main" id="{A5E25740-BF93-4B69-8909-3E9C33D90305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3702069" y="168385"/>
                <a:ext cx="1452600" cy="662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33" name="Cerneală 32">
                <a:extLst>
                  <a:ext uri="{FF2B5EF4-FFF2-40B4-BE49-F238E27FC236}">
                    <a16:creationId xmlns:a16="http://schemas.microsoft.com/office/drawing/2014/main" id="{E995A69C-425B-4790-BC20-88DC4FD37690}"/>
                  </a:ext>
                </a:extLst>
              </p14:cNvPr>
              <p14:cNvContentPartPr/>
              <p14:nvPr/>
            </p14:nvContentPartPr>
            <p14:xfrm>
              <a:off x="9055269" y="261625"/>
              <a:ext cx="293040" cy="322560"/>
            </p14:xfrm>
          </p:contentPart>
        </mc:Choice>
        <mc:Fallback xmlns="">
          <p:pic>
            <p:nvPicPr>
              <p:cNvPr id="33" name="Cerneală 32">
                <a:extLst>
                  <a:ext uri="{FF2B5EF4-FFF2-40B4-BE49-F238E27FC236}">
                    <a16:creationId xmlns:a16="http://schemas.microsoft.com/office/drawing/2014/main" id="{E995A69C-425B-4790-BC20-88DC4FD37690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9037269" y="243985"/>
                <a:ext cx="328680" cy="358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38" name="Cerneală 37">
                <a:extLst>
                  <a:ext uri="{FF2B5EF4-FFF2-40B4-BE49-F238E27FC236}">
                    <a16:creationId xmlns:a16="http://schemas.microsoft.com/office/drawing/2014/main" id="{05AB5461-E9F3-43E3-9338-9EDF28762746}"/>
                  </a:ext>
                </a:extLst>
              </p14:cNvPr>
              <p14:cNvContentPartPr/>
              <p14:nvPr/>
            </p14:nvContentPartPr>
            <p14:xfrm>
              <a:off x="9754749" y="209425"/>
              <a:ext cx="2261880" cy="608040"/>
            </p14:xfrm>
          </p:contentPart>
        </mc:Choice>
        <mc:Fallback xmlns="">
          <p:pic>
            <p:nvPicPr>
              <p:cNvPr id="38" name="Cerneală 37">
                <a:extLst>
                  <a:ext uri="{FF2B5EF4-FFF2-40B4-BE49-F238E27FC236}">
                    <a16:creationId xmlns:a16="http://schemas.microsoft.com/office/drawing/2014/main" id="{05AB5461-E9F3-43E3-9338-9EDF28762746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9737109" y="191785"/>
                <a:ext cx="2297520" cy="643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46" name="Cerneală 45">
                <a:extLst>
                  <a:ext uri="{FF2B5EF4-FFF2-40B4-BE49-F238E27FC236}">
                    <a16:creationId xmlns:a16="http://schemas.microsoft.com/office/drawing/2014/main" id="{798D394A-8F82-4491-8A1D-3F15082A3330}"/>
                  </a:ext>
                </a:extLst>
              </p14:cNvPr>
              <p14:cNvContentPartPr/>
              <p14:nvPr/>
            </p14:nvContentPartPr>
            <p14:xfrm>
              <a:off x="209709" y="1035625"/>
              <a:ext cx="801360" cy="333360"/>
            </p14:xfrm>
          </p:contentPart>
        </mc:Choice>
        <mc:Fallback xmlns="">
          <p:pic>
            <p:nvPicPr>
              <p:cNvPr id="46" name="Cerneală 45">
                <a:extLst>
                  <a:ext uri="{FF2B5EF4-FFF2-40B4-BE49-F238E27FC236}">
                    <a16:creationId xmlns:a16="http://schemas.microsoft.com/office/drawing/2014/main" id="{798D394A-8F82-4491-8A1D-3F15082A3330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192069" y="1017985"/>
                <a:ext cx="837000" cy="369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">
            <p14:nvContentPartPr>
              <p14:cNvPr id="57" name="Cerneală 56">
                <a:extLst>
                  <a:ext uri="{FF2B5EF4-FFF2-40B4-BE49-F238E27FC236}">
                    <a16:creationId xmlns:a16="http://schemas.microsoft.com/office/drawing/2014/main" id="{D0EA5051-1334-45B7-AF2A-E57AAC33F3A6}"/>
                  </a:ext>
                </a:extLst>
              </p14:cNvPr>
              <p14:cNvContentPartPr/>
              <p14:nvPr/>
            </p14:nvContentPartPr>
            <p14:xfrm>
              <a:off x="3272229" y="877225"/>
              <a:ext cx="2989440" cy="435960"/>
            </p14:xfrm>
          </p:contentPart>
        </mc:Choice>
        <mc:Fallback xmlns="">
          <p:pic>
            <p:nvPicPr>
              <p:cNvPr id="57" name="Cerneală 56">
                <a:extLst>
                  <a:ext uri="{FF2B5EF4-FFF2-40B4-BE49-F238E27FC236}">
                    <a16:creationId xmlns:a16="http://schemas.microsoft.com/office/drawing/2014/main" id="{D0EA5051-1334-45B7-AF2A-E57AAC33F3A6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3254589" y="859585"/>
                <a:ext cx="3025080" cy="471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">
            <p14:nvContentPartPr>
              <p14:cNvPr id="58" name="Cerneală 57">
                <a:extLst>
                  <a:ext uri="{FF2B5EF4-FFF2-40B4-BE49-F238E27FC236}">
                    <a16:creationId xmlns:a16="http://schemas.microsoft.com/office/drawing/2014/main" id="{32A7964B-3002-4B8B-BF22-B7C1464249E1}"/>
                  </a:ext>
                </a:extLst>
              </p14:cNvPr>
              <p14:cNvContentPartPr/>
              <p14:nvPr/>
            </p14:nvContentPartPr>
            <p14:xfrm>
              <a:off x="1347309" y="1051105"/>
              <a:ext cx="1598040" cy="482040"/>
            </p14:xfrm>
          </p:contentPart>
        </mc:Choice>
        <mc:Fallback xmlns="">
          <p:pic>
            <p:nvPicPr>
              <p:cNvPr id="58" name="Cerneală 57">
                <a:extLst>
                  <a:ext uri="{FF2B5EF4-FFF2-40B4-BE49-F238E27FC236}">
                    <a16:creationId xmlns:a16="http://schemas.microsoft.com/office/drawing/2014/main" id="{32A7964B-3002-4B8B-BF22-B7C1464249E1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1329313" y="1033092"/>
                <a:ext cx="1633672" cy="517707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">
            <p14:nvContentPartPr>
              <p14:cNvPr id="71" name="Cerneală 70">
                <a:extLst>
                  <a:ext uri="{FF2B5EF4-FFF2-40B4-BE49-F238E27FC236}">
                    <a16:creationId xmlns:a16="http://schemas.microsoft.com/office/drawing/2014/main" id="{503EE56D-6431-4807-8A90-A0E6E9089B2E}"/>
                  </a:ext>
                </a:extLst>
              </p14:cNvPr>
              <p14:cNvContentPartPr/>
              <p14:nvPr/>
            </p14:nvContentPartPr>
            <p14:xfrm>
              <a:off x="6501789" y="210865"/>
              <a:ext cx="2280960" cy="1199520"/>
            </p14:xfrm>
          </p:contentPart>
        </mc:Choice>
        <mc:Fallback xmlns="">
          <p:pic>
            <p:nvPicPr>
              <p:cNvPr id="71" name="Cerneală 70">
                <a:extLst>
                  <a:ext uri="{FF2B5EF4-FFF2-40B4-BE49-F238E27FC236}">
                    <a16:creationId xmlns:a16="http://schemas.microsoft.com/office/drawing/2014/main" id="{503EE56D-6431-4807-8A90-A0E6E9089B2E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6483792" y="192865"/>
                <a:ext cx="2316594" cy="1235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">
            <p14:nvContentPartPr>
              <p14:cNvPr id="74" name="Cerneală 73">
                <a:extLst>
                  <a:ext uri="{FF2B5EF4-FFF2-40B4-BE49-F238E27FC236}">
                    <a16:creationId xmlns:a16="http://schemas.microsoft.com/office/drawing/2014/main" id="{DC439BFF-841F-48FB-90CD-23BD3878958F}"/>
                  </a:ext>
                </a:extLst>
              </p14:cNvPr>
              <p14:cNvContentPartPr/>
              <p14:nvPr/>
            </p14:nvContentPartPr>
            <p14:xfrm>
              <a:off x="9032949" y="1111225"/>
              <a:ext cx="406440" cy="265320"/>
            </p14:xfrm>
          </p:contentPart>
        </mc:Choice>
        <mc:Fallback xmlns="">
          <p:pic>
            <p:nvPicPr>
              <p:cNvPr id="74" name="Cerneală 73">
                <a:extLst>
                  <a:ext uri="{FF2B5EF4-FFF2-40B4-BE49-F238E27FC236}">
                    <a16:creationId xmlns:a16="http://schemas.microsoft.com/office/drawing/2014/main" id="{DC439BFF-841F-48FB-90CD-23BD3878958F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9015293" y="1093585"/>
                <a:ext cx="442112" cy="300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">
            <p14:nvContentPartPr>
              <p14:cNvPr id="79" name="Cerneală 78">
                <a:extLst>
                  <a:ext uri="{FF2B5EF4-FFF2-40B4-BE49-F238E27FC236}">
                    <a16:creationId xmlns:a16="http://schemas.microsoft.com/office/drawing/2014/main" id="{1A50975E-DEEA-4DBB-88C8-EEB89DD18A09}"/>
                  </a:ext>
                </a:extLst>
              </p14:cNvPr>
              <p14:cNvContentPartPr/>
              <p14:nvPr/>
            </p14:nvContentPartPr>
            <p14:xfrm>
              <a:off x="3137229" y="1696225"/>
              <a:ext cx="496440" cy="278640"/>
            </p14:xfrm>
          </p:contentPart>
        </mc:Choice>
        <mc:Fallback xmlns="">
          <p:pic>
            <p:nvPicPr>
              <p:cNvPr id="79" name="Cerneală 78">
                <a:extLst>
                  <a:ext uri="{FF2B5EF4-FFF2-40B4-BE49-F238E27FC236}">
                    <a16:creationId xmlns:a16="http://schemas.microsoft.com/office/drawing/2014/main" id="{1A50975E-DEEA-4DBB-88C8-EEB89DD18A09}"/>
                  </a:ext>
                </a:extLst>
              </p:cNvPr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3119576" y="1678585"/>
                <a:ext cx="532106" cy="314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6">
            <p14:nvContentPartPr>
              <p14:cNvPr id="91" name="Cerneală 90">
                <a:extLst>
                  <a:ext uri="{FF2B5EF4-FFF2-40B4-BE49-F238E27FC236}">
                    <a16:creationId xmlns:a16="http://schemas.microsoft.com/office/drawing/2014/main" id="{546CFC23-5B34-42B5-91DF-5617F458F6C0}"/>
                  </a:ext>
                </a:extLst>
              </p14:cNvPr>
              <p14:cNvContentPartPr/>
              <p14:nvPr/>
            </p14:nvContentPartPr>
            <p14:xfrm>
              <a:off x="6216669" y="1576705"/>
              <a:ext cx="623880" cy="316080"/>
            </p14:xfrm>
          </p:contentPart>
        </mc:Choice>
        <mc:Fallback xmlns="">
          <p:pic>
            <p:nvPicPr>
              <p:cNvPr id="91" name="Cerneală 90">
                <a:extLst>
                  <a:ext uri="{FF2B5EF4-FFF2-40B4-BE49-F238E27FC236}">
                    <a16:creationId xmlns:a16="http://schemas.microsoft.com/office/drawing/2014/main" id="{546CFC23-5B34-42B5-91DF-5617F458F6C0}"/>
                  </a:ext>
                </a:extLst>
              </p:cNvPr>
              <p:cNvPicPr/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6199029" y="1559065"/>
                <a:ext cx="659520" cy="351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8">
            <p14:nvContentPartPr>
              <p14:cNvPr id="92" name="Cerneală 91">
                <a:extLst>
                  <a:ext uri="{FF2B5EF4-FFF2-40B4-BE49-F238E27FC236}">
                    <a16:creationId xmlns:a16="http://schemas.microsoft.com/office/drawing/2014/main" id="{429CA917-4D8D-4033-AC8C-99DDF95D944A}"/>
                  </a:ext>
                </a:extLst>
              </p14:cNvPr>
              <p14:cNvContentPartPr/>
              <p14:nvPr/>
            </p14:nvContentPartPr>
            <p14:xfrm>
              <a:off x="4725189" y="1669585"/>
              <a:ext cx="996480" cy="278280"/>
            </p14:xfrm>
          </p:contentPart>
        </mc:Choice>
        <mc:Fallback xmlns="">
          <p:pic>
            <p:nvPicPr>
              <p:cNvPr id="92" name="Cerneală 91">
                <a:extLst>
                  <a:ext uri="{FF2B5EF4-FFF2-40B4-BE49-F238E27FC236}">
                    <a16:creationId xmlns:a16="http://schemas.microsoft.com/office/drawing/2014/main" id="{429CA917-4D8D-4033-AC8C-99DDF95D944A}"/>
                  </a:ext>
                </a:extLst>
              </p:cNvPr>
              <p:cNvPicPr/>
              <p:nvPr/>
            </p:nvPicPr>
            <p:blipFill>
              <a:blip r:embed="rId29"/>
              <a:stretch>
                <a:fillRect/>
              </a:stretch>
            </p:blipFill>
            <p:spPr>
              <a:xfrm>
                <a:off x="4707549" y="1651945"/>
                <a:ext cx="1032120" cy="313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0">
            <p14:nvContentPartPr>
              <p14:cNvPr id="93" name="Cerneală 92">
                <a:extLst>
                  <a:ext uri="{FF2B5EF4-FFF2-40B4-BE49-F238E27FC236}">
                    <a16:creationId xmlns:a16="http://schemas.microsoft.com/office/drawing/2014/main" id="{B1F0BEA9-0060-4BB2-AEDC-7CC70CAA1533}"/>
                  </a:ext>
                </a:extLst>
              </p14:cNvPr>
              <p14:cNvContentPartPr/>
              <p14:nvPr/>
            </p14:nvContentPartPr>
            <p14:xfrm>
              <a:off x="4008789" y="1744465"/>
              <a:ext cx="479520" cy="197280"/>
            </p14:xfrm>
          </p:contentPart>
        </mc:Choice>
        <mc:Fallback xmlns="">
          <p:pic>
            <p:nvPicPr>
              <p:cNvPr id="93" name="Cerneală 92">
                <a:extLst>
                  <a:ext uri="{FF2B5EF4-FFF2-40B4-BE49-F238E27FC236}">
                    <a16:creationId xmlns:a16="http://schemas.microsoft.com/office/drawing/2014/main" id="{B1F0BEA9-0060-4BB2-AEDC-7CC70CAA1533}"/>
                  </a:ext>
                </a:extLst>
              </p:cNvPr>
              <p:cNvPicPr/>
              <p:nvPr/>
            </p:nvPicPr>
            <p:blipFill>
              <a:blip r:embed="rId31"/>
              <a:stretch>
                <a:fillRect/>
              </a:stretch>
            </p:blipFill>
            <p:spPr>
              <a:xfrm>
                <a:off x="3990803" y="1726465"/>
                <a:ext cx="515133" cy="232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2">
            <p14:nvContentPartPr>
              <p14:cNvPr id="102" name="Cerneală 101">
                <a:extLst>
                  <a:ext uri="{FF2B5EF4-FFF2-40B4-BE49-F238E27FC236}">
                    <a16:creationId xmlns:a16="http://schemas.microsoft.com/office/drawing/2014/main" id="{4747CEF8-4E2F-48DC-93EE-D9857DD95414}"/>
                  </a:ext>
                </a:extLst>
              </p14:cNvPr>
              <p14:cNvContentPartPr/>
              <p14:nvPr/>
            </p14:nvContentPartPr>
            <p14:xfrm>
              <a:off x="7309989" y="1569865"/>
              <a:ext cx="2481480" cy="326160"/>
            </p14:xfrm>
          </p:contentPart>
        </mc:Choice>
        <mc:Fallback xmlns="">
          <p:pic>
            <p:nvPicPr>
              <p:cNvPr id="102" name="Cerneală 101">
                <a:extLst>
                  <a:ext uri="{FF2B5EF4-FFF2-40B4-BE49-F238E27FC236}">
                    <a16:creationId xmlns:a16="http://schemas.microsoft.com/office/drawing/2014/main" id="{4747CEF8-4E2F-48DC-93EE-D9857DD95414}"/>
                  </a:ext>
                </a:extLst>
              </p:cNvPr>
              <p:cNvPicPr/>
              <p:nvPr/>
            </p:nvPicPr>
            <p:blipFill>
              <a:blip r:embed="rId33"/>
              <a:stretch>
                <a:fillRect/>
              </a:stretch>
            </p:blipFill>
            <p:spPr>
              <a:xfrm>
                <a:off x="7292349" y="1552225"/>
                <a:ext cx="2517120" cy="361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4">
            <p14:nvContentPartPr>
              <p14:cNvPr id="105" name="Cerneală 104">
                <a:extLst>
                  <a:ext uri="{FF2B5EF4-FFF2-40B4-BE49-F238E27FC236}">
                    <a16:creationId xmlns:a16="http://schemas.microsoft.com/office/drawing/2014/main" id="{53031832-6AC9-4AC8-B0ED-236A9F61F6ED}"/>
                  </a:ext>
                </a:extLst>
              </p14:cNvPr>
              <p14:cNvContentPartPr/>
              <p14:nvPr/>
            </p14:nvContentPartPr>
            <p14:xfrm>
              <a:off x="3532149" y="2314705"/>
              <a:ext cx="156240" cy="360"/>
            </p14:xfrm>
          </p:contentPart>
        </mc:Choice>
        <mc:Fallback xmlns="">
          <p:pic>
            <p:nvPicPr>
              <p:cNvPr id="105" name="Cerneală 104">
                <a:extLst>
                  <a:ext uri="{FF2B5EF4-FFF2-40B4-BE49-F238E27FC236}">
                    <a16:creationId xmlns:a16="http://schemas.microsoft.com/office/drawing/2014/main" id="{53031832-6AC9-4AC8-B0ED-236A9F61F6ED}"/>
                  </a:ext>
                </a:extLst>
              </p:cNvPr>
              <p:cNvPicPr/>
              <p:nvPr/>
            </p:nvPicPr>
            <p:blipFill>
              <a:blip r:embed="rId35"/>
              <a:stretch>
                <a:fillRect/>
              </a:stretch>
            </p:blipFill>
            <p:spPr>
              <a:xfrm>
                <a:off x="3514149" y="2297065"/>
                <a:ext cx="191880" cy="3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6">
            <p14:nvContentPartPr>
              <p14:cNvPr id="112" name="Cerneală 111">
                <a:extLst>
                  <a:ext uri="{FF2B5EF4-FFF2-40B4-BE49-F238E27FC236}">
                    <a16:creationId xmlns:a16="http://schemas.microsoft.com/office/drawing/2014/main" id="{62F1BABA-6B54-4F9F-8AE6-1343A0EDD1E6}"/>
                  </a:ext>
                </a:extLst>
              </p14:cNvPr>
              <p14:cNvContentPartPr/>
              <p14:nvPr/>
            </p14:nvContentPartPr>
            <p14:xfrm>
              <a:off x="4095189" y="2090065"/>
              <a:ext cx="1330560" cy="549000"/>
            </p14:xfrm>
          </p:contentPart>
        </mc:Choice>
        <mc:Fallback xmlns="">
          <p:pic>
            <p:nvPicPr>
              <p:cNvPr id="112" name="Cerneală 111">
                <a:extLst>
                  <a:ext uri="{FF2B5EF4-FFF2-40B4-BE49-F238E27FC236}">
                    <a16:creationId xmlns:a16="http://schemas.microsoft.com/office/drawing/2014/main" id="{62F1BABA-6B54-4F9F-8AE6-1343A0EDD1E6}"/>
                  </a:ext>
                </a:extLst>
              </p:cNvPr>
              <p:cNvPicPr/>
              <p:nvPr/>
            </p:nvPicPr>
            <p:blipFill>
              <a:blip r:embed="rId37"/>
              <a:stretch>
                <a:fillRect/>
              </a:stretch>
            </p:blipFill>
            <p:spPr>
              <a:xfrm>
                <a:off x="4077549" y="2072077"/>
                <a:ext cx="1366200" cy="584617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8">
            <p14:nvContentPartPr>
              <p14:cNvPr id="113" name="Cerneală 112">
                <a:extLst>
                  <a:ext uri="{FF2B5EF4-FFF2-40B4-BE49-F238E27FC236}">
                    <a16:creationId xmlns:a16="http://schemas.microsoft.com/office/drawing/2014/main" id="{31923C98-EE12-4082-9CC4-537C0EBB876A}"/>
                  </a:ext>
                </a:extLst>
              </p14:cNvPr>
              <p14:cNvContentPartPr/>
              <p14:nvPr/>
            </p14:nvContentPartPr>
            <p14:xfrm>
              <a:off x="3099069" y="2099425"/>
              <a:ext cx="279720" cy="258120"/>
            </p14:xfrm>
          </p:contentPart>
        </mc:Choice>
        <mc:Fallback xmlns="">
          <p:pic>
            <p:nvPicPr>
              <p:cNvPr id="113" name="Cerneală 112">
                <a:extLst>
                  <a:ext uri="{FF2B5EF4-FFF2-40B4-BE49-F238E27FC236}">
                    <a16:creationId xmlns:a16="http://schemas.microsoft.com/office/drawing/2014/main" id="{31923C98-EE12-4082-9CC4-537C0EBB876A}"/>
                  </a:ext>
                </a:extLst>
              </p:cNvPr>
              <p:cNvPicPr/>
              <p:nvPr/>
            </p:nvPicPr>
            <p:blipFill>
              <a:blip r:embed="rId39"/>
              <a:stretch>
                <a:fillRect/>
              </a:stretch>
            </p:blipFill>
            <p:spPr>
              <a:xfrm>
                <a:off x="3081429" y="2081785"/>
                <a:ext cx="315360" cy="293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0">
            <p14:nvContentPartPr>
              <p14:cNvPr id="119" name="Cerneală 118">
                <a:extLst>
                  <a:ext uri="{FF2B5EF4-FFF2-40B4-BE49-F238E27FC236}">
                    <a16:creationId xmlns:a16="http://schemas.microsoft.com/office/drawing/2014/main" id="{56FB4989-A01B-4BE8-A7D9-B4519A7D5004}"/>
                  </a:ext>
                </a:extLst>
              </p14:cNvPr>
              <p14:cNvContentPartPr/>
              <p14:nvPr/>
            </p14:nvContentPartPr>
            <p14:xfrm>
              <a:off x="7535349" y="2401465"/>
              <a:ext cx="20520" cy="2520"/>
            </p14:xfrm>
          </p:contentPart>
        </mc:Choice>
        <mc:Fallback xmlns="">
          <p:pic>
            <p:nvPicPr>
              <p:cNvPr id="119" name="Cerneală 118">
                <a:extLst>
                  <a:ext uri="{FF2B5EF4-FFF2-40B4-BE49-F238E27FC236}">
                    <a16:creationId xmlns:a16="http://schemas.microsoft.com/office/drawing/2014/main" id="{56FB4989-A01B-4BE8-A7D9-B4519A7D5004}"/>
                  </a:ext>
                </a:extLst>
              </p:cNvPr>
              <p:cNvPicPr/>
              <p:nvPr/>
            </p:nvPicPr>
            <p:blipFill>
              <a:blip r:embed="rId41"/>
              <a:stretch>
                <a:fillRect/>
              </a:stretch>
            </p:blipFill>
            <p:spPr>
              <a:xfrm>
                <a:off x="7517709" y="2383465"/>
                <a:ext cx="56160" cy="38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2">
            <p14:nvContentPartPr>
              <p14:cNvPr id="120" name="Cerneală 119">
                <a:extLst>
                  <a:ext uri="{FF2B5EF4-FFF2-40B4-BE49-F238E27FC236}">
                    <a16:creationId xmlns:a16="http://schemas.microsoft.com/office/drawing/2014/main" id="{9A407DEA-D943-4DEC-BDB9-569F92179D69}"/>
                  </a:ext>
                </a:extLst>
              </p14:cNvPr>
              <p14:cNvContentPartPr/>
              <p14:nvPr/>
            </p14:nvContentPartPr>
            <p14:xfrm>
              <a:off x="5826789" y="2129665"/>
              <a:ext cx="1458000" cy="518760"/>
            </p14:xfrm>
          </p:contentPart>
        </mc:Choice>
        <mc:Fallback xmlns="">
          <p:pic>
            <p:nvPicPr>
              <p:cNvPr id="120" name="Cerneală 119">
                <a:extLst>
                  <a:ext uri="{FF2B5EF4-FFF2-40B4-BE49-F238E27FC236}">
                    <a16:creationId xmlns:a16="http://schemas.microsoft.com/office/drawing/2014/main" id="{9A407DEA-D943-4DEC-BDB9-569F92179D69}"/>
                  </a:ext>
                </a:extLst>
              </p:cNvPr>
              <p:cNvPicPr/>
              <p:nvPr/>
            </p:nvPicPr>
            <p:blipFill>
              <a:blip r:embed="rId43"/>
              <a:stretch>
                <a:fillRect/>
              </a:stretch>
            </p:blipFill>
            <p:spPr>
              <a:xfrm>
                <a:off x="5808789" y="2112013"/>
                <a:ext cx="1493640" cy="554425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4">
            <p14:nvContentPartPr>
              <p14:cNvPr id="126" name="Cerneală 125">
                <a:extLst>
                  <a:ext uri="{FF2B5EF4-FFF2-40B4-BE49-F238E27FC236}">
                    <a16:creationId xmlns:a16="http://schemas.microsoft.com/office/drawing/2014/main" id="{FC20F25A-71AD-44AA-B18A-AFDE878B183D}"/>
                  </a:ext>
                </a:extLst>
              </p14:cNvPr>
              <p14:cNvContentPartPr/>
              <p14:nvPr/>
            </p14:nvContentPartPr>
            <p14:xfrm>
              <a:off x="191709" y="2953345"/>
              <a:ext cx="776880" cy="383040"/>
            </p14:xfrm>
          </p:contentPart>
        </mc:Choice>
        <mc:Fallback xmlns="">
          <p:pic>
            <p:nvPicPr>
              <p:cNvPr id="126" name="Cerneală 125">
                <a:extLst>
                  <a:ext uri="{FF2B5EF4-FFF2-40B4-BE49-F238E27FC236}">
                    <a16:creationId xmlns:a16="http://schemas.microsoft.com/office/drawing/2014/main" id="{FC20F25A-71AD-44AA-B18A-AFDE878B183D}"/>
                  </a:ext>
                </a:extLst>
              </p:cNvPr>
              <p:cNvPicPr/>
              <p:nvPr/>
            </p:nvPicPr>
            <p:blipFill>
              <a:blip r:embed="rId45"/>
              <a:stretch>
                <a:fillRect/>
              </a:stretch>
            </p:blipFill>
            <p:spPr>
              <a:xfrm>
                <a:off x="174069" y="2935705"/>
                <a:ext cx="812520" cy="418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6">
            <p14:nvContentPartPr>
              <p14:cNvPr id="136" name="Cerneală 135">
                <a:extLst>
                  <a:ext uri="{FF2B5EF4-FFF2-40B4-BE49-F238E27FC236}">
                    <a16:creationId xmlns:a16="http://schemas.microsoft.com/office/drawing/2014/main" id="{A9CA3D93-4714-4274-A07F-CF1CBE45E29F}"/>
                  </a:ext>
                </a:extLst>
              </p14:cNvPr>
              <p14:cNvContentPartPr/>
              <p14:nvPr/>
            </p14:nvContentPartPr>
            <p14:xfrm>
              <a:off x="1404189" y="2879185"/>
              <a:ext cx="1533600" cy="376200"/>
            </p14:xfrm>
          </p:contentPart>
        </mc:Choice>
        <mc:Fallback xmlns="">
          <p:pic>
            <p:nvPicPr>
              <p:cNvPr id="136" name="Cerneală 135">
                <a:extLst>
                  <a:ext uri="{FF2B5EF4-FFF2-40B4-BE49-F238E27FC236}">
                    <a16:creationId xmlns:a16="http://schemas.microsoft.com/office/drawing/2014/main" id="{A9CA3D93-4714-4274-A07F-CF1CBE45E29F}"/>
                  </a:ext>
                </a:extLst>
              </p:cNvPr>
              <p:cNvPicPr/>
              <p:nvPr/>
            </p:nvPicPr>
            <p:blipFill>
              <a:blip r:embed="rId47"/>
              <a:stretch>
                <a:fillRect/>
              </a:stretch>
            </p:blipFill>
            <p:spPr>
              <a:xfrm>
                <a:off x="1386549" y="2861545"/>
                <a:ext cx="1569240" cy="411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8">
            <p14:nvContentPartPr>
              <p14:cNvPr id="139" name="Cerneală 138">
                <a:extLst>
                  <a:ext uri="{FF2B5EF4-FFF2-40B4-BE49-F238E27FC236}">
                    <a16:creationId xmlns:a16="http://schemas.microsoft.com/office/drawing/2014/main" id="{C4346DBB-ED6E-4C9C-A0C6-1CDFE8E52077}"/>
                  </a:ext>
                </a:extLst>
              </p14:cNvPr>
              <p14:cNvContentPartPr/>
              <p14:nvPr/>
            </p14:nvContentPartPr>
            <p14:xfrm>
              <a:off x="4035069" y="3135865"/>
              <a:ext cx="313560" cy="155880"/>
            </p14:xfrm>
          </p:contentPart>
        </mc:Choice>
        <mc:Fallback xmlns="">
          <p:pic>
            <p:nvPicPr>
              <p:cNvPr id="139" name="Cerneală 138">
                <a:extLst>
                  <a:ext uri="{FF2B5EF4-FFF2-40B4-BE49-F238E27FC236}">
                    <a16:creationId xmlns:a16="http://schemas.microsoft.com/office/drawing/2014/main" id="{C4346DBB-ED6E-4C9C-A0C6-1CDFE8E52077}"/>
                  </a:ext>
                </a:extLst>
              </p:cNvPr>
              <p:cNvPicPr/>
              <p:nvPr/>
            </p:nvPicPr>
            <p:blipFill>
              <a:blip r:embed="rId49"/>
              <a:stretch>
                <a:fillRect/>
              </a:stretch>
            </p:blipFill>
            <p:spPr>
              <a:xfrm>
                <a:off x="4017069" y="3118225"/>
                <a:ext cx="349200" cy="191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0">
            <p14:nvContentPartPr>
              <p14:cNvPr id="146" name="Cerneală 145">
                <a:extLst>
                  <a:ext uri="{FF2B5EF4-FFF2-40B4-BE49-F238E27FC236}">
                    <a16:creationId xmlns:a16="http://schemas.microsoft.com/office/drawing/2014/main" id="{C875B431-A926-4F49-8B27-8577E411893B}"/>
                  </a:ext>
                </a:extLst>
              </p14:cNvPr>
              <p14:cNvContentPartPr/>
              <p14:nvPr/>
            </p14:nvContentPartPr>
            <p14:xfrm>
              <a:off x="6130989" y="2992225"/>
              <a:ext cx="454680" cy="201600"/>
            </p14:xfrm>
          </p:contentPart>
        </mc:Choice>
        <mc:Fallback xmlns="">
          <p:pic>
            <p:nvPicPr>
              <p:cNvPr id="146" name="Cerneală 145">
                <a:extLst>
                  <a:ext uri="{FF2B5EF4-FFF2-40B4-BE49-F238E27FC236}">
                    <a16:creationId xmlns:a16="http://schemas.microsoft.com/office/drawing/2014/main" id="{C875B431-A926-4F49-8B27-8577E411893B}"/>
                  </a:ext>
                </a:extLst>
              </p:cNvPr>
              <p:cNvPicPr/>
              <p:nvPr/>
            </p:nvPicPr>
            <p:blipFill>
              <a:blip r:embed="rId51"/>
              <a:stretch>
                <a:fillRect/>
              </a:stretch>
            </p:blipFill>
            <p:spPr>
              <a:xfrm>
                <a:off x="6113349" y="2974553"/>
                <a:ext cx="490320" cy="237304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2">
            <p14:nvContentPartPr>
              <p14:cNvPr id="147" name="Cerneală 146">
                <a:extLst>
                  <a:ext uri="{FF2B5EF4-FFF2-40B4-BE49-F238E27FC236}">
                    <a16:creationId xmlns:a16="http://schemas.microsoft.com/office/drawing/2014/main" id="{4DEDFBB5-1917-4D4C-B5D0-0C36B0F4086B}"/>
                  </a:ext>
                </a:extLst>
              </p14:cNvPr>
              <p14:cNvContentPartPr/>
              <p14:nvPr/>
            </p14:nvContentPartPr>
            <p14:xfrm>
              <a:off x="4797909" y="2990425"/>
              <a:ext cx="934560" cy="277560"/>
            </p14:xfrm>
          </p:contentPart>
        </mc:Choice>
        <mc:Fallback xmlns="">
          <p:pic>
            <p:nvPicPr>
              <p:cNvPr id="147" name="Cerneală 146">
                <a:extLst>
                  <a:ext uri="{FF2B5EF4-FFF2-40B4-BE49-F238E27FC236}">
                    <a16:creationId xmlns:a16="http://schemas.microsoft.com/office/drawing/2014/main" id="{4DEDFBB5-1917-4D4C-B5D0-0C36B0F4086B}"/>
                  </a:ext>
                </a:extLst>
              </p:cNvPr>
              <p:cNvPicPr/>
              <p:nvPr/>
            </p:nvPicPr>
            <p:blipFill>
              <a:blip r:embed="rId53"/>
              <a:stretch>
                <a:fillRect/>
              </a:stretch>
            </p:blipFill>
            <p:spPr>
              <a:xfrm>
                <a:off x="4779909" y="2972785"/>
                <a:ext cx="970200" cy="313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4">
            <p14:nvContentPartPr>
              <p14:cNvPr id="148" name="Cerneală 147">
                <a:extLst>
                  <a:ext uri="{FF2B5EF4-FFF2-40B4-BE49-F238E27FC236}">
                    <a16:creationId xmlns:a16="http://schemas.microsoft.com/office/drawing/2014/main" id="{B1A6B14F-5D4C-471B-8ADD-7CBD10F5C4C6}"/>
                  </a:ext>
                </a:extLst>
              </p14:cNvPr>
              <p14:cNvContentPartPr/>
              <p14:nvPr/>
            </p14:nvContentPartPr>
            <p14:xfrm>
              <a:off x="3272949" y="3050905"/>
              <a:ext cx="234360" cy="244080"/>
            </p14:xfrm>
          </p:contentPart>
        </mc:Choice>
        <mc:Fallback xmlns="">
          <p:pic>
            <p:nvPicPr>
              <p:cNvPr id="148" name="Cerneală 147">
                <a:extLst>
                  <a:ext uri="{FF2B5EF4-FFF2-40B4-BE49-F238E27FC236}">
                    <a16:creationId xmlns:a16="http://schemas.microsoft.com/office/drawing/2014/main" id="{B1A6B14F-5D4C-471B-8ADD-7CBD10F5C4C6}"/>
                  </a:ext>
                </a:extLst>
              </p:cNvPr>
              <p:cNvPicPr/>
              <p:nvPr/>
            </p:nvPicPr>
            <p:blipFill>
              <a:blip r:embed="rId55"/>
              <a:stretch>
                <a:fillRect/>
              </a:stretch>
            </p:blipFill>
            <p:spPr>
              <a:xfrm>
                <a:off x="3255282" y="3033265"/>
                <a:ext cx="270055" cy="279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6">
            <p14:nvContentPartPr>
              <p14:cNvPr id="151" name="Cerneală 150">
                <a:extLst>
                  <a:ext uri="{FF2B5EF4-FFF2-40B4-BE49-F238E27FC236}">
                    <a16:creationId xmlns:a16="http://schemas.microsoft.com/office/drawing/2014/main" id="{835FD06B-FA4D-4F05-BA71-00604543982F}"/>
                  </a:ext>
                </a:extLst>
              </p14:cNvPr>
              <p14:cNvContentPartPr/>
              <p14:nvPr/>
            </p14:nvContentPartPr>
            <p14:xfrm>
              <a:off x="8558469" y="3042985"/>
              <a:ext cx="284040" cy="137520"/>
            </p14:xfrm>
          </p:contentPart>
        </mc:Choice>
        <mc:Fallback xmlns="">
          <p:pic>
            <p:nvPicPr>
              <p:cNvPr id="151" name="Cerneală 150">
                <a:extLst>
                  <a:ext uri="{FF2B5EF4-FFF2-40B4-BE49-F238E27FC236}">
                    <a16:creationId xmlns:a16="http://schemas.microsoft.com/office/drawing/2014/main" id="{835FD06B-FA4D-4F05-BA71-00604543982F}"/>
                  </a:ext>
                </a:extLst>
              </p:cNvPr>
              <p:cNvPicPr/>
              <p:nvPr/>
            </p:nvPicPr>
            <p:blipFill>
              <a:blip r:embed="rId57"/>
              <a:stretch>
                <a:fillRect/>
              </a:stretch>
            </p:blipFill>
            <p:spPr>
              <a:xfrm>
                <a:off x="8540469" y="3025345"/>
                <a:ext cx="319680" cy="173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8">
            <p14:nvContentPartPr>
              <p14:cNvPr id="152" name="Cerneală 151">
                <a:extLst>
                  <a:ext uri="{FF2B5EF4-FFF2-40B4-BE49-F238E27FC236}">
                    <a16:creationId xmlns:a16="http://schemas.microsoft.com/office/drawing/2014/main" id="{5334C857-C0BF-40C7-8203-D2B8ABA64971}"/>
                  </a:ext>
                </a:extLst>
              </p14:cNvPr>
              <p14:cNvContentPartPr/>
              <p14:nvPr/>
            </p14:nvContentPartPr>
            <p14:xfrm>
              <a:off x="8775909" y="2928145"/>
              <a:ext cx="31320" cy="30960"/>
            </p14:xfrm>
          </p:contentPart>
        </mc:Choice>
        <mc:Fallback xmlns="">
          <p:pic>
            <p:nvPicPr>
              <p:cNvPr id="152" name="Cerneală 151">
                <a:extLst>
                  <a:ext uri="{FF2B5EF4-FFF2-40B4-BE49-F238E27FC236}">
                    <a16:creationId xmlns:a16="http://schemas.microsoft.com/office/drawing/2014/main" id="{5334C857-C0BF-40C7-8203-D2B8ABA64971}"/>
                  </a:ext>
                </a:extLst>
              </p:cNvPr>
              <p:cNvPicPr/>
              <p:nvPr/>
            </p:nvPicPr>
            <p:blipFill>
              <a:blip r:embed="rId59"/>
              <a:stretch>
                <a:fillRect/>
              </a:stretch>
            </p:blipFill>
            <p:spPr>
              <a:xfrm>
                <a:off x="8758269" y="2910505"/>
                <a:ext cx="66960" cy="66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0">
            <p14:nvContentPartPr>
              <p14:cNvPr id="153" name="Cerneală 152">
                <a:extLst>
                  <a:ext uri="{FF2B5EF4-FFF2-40B4-BE49-F238E27FC236}">
                    <a16:creationId xmlns:a16="http://schemas.microsoft.com/office/drawing/2014/main" id="{4D5E78E4-F5DE-4107-B61F-81BAD9C0AF53}"/>
                  </a:ext>
                </a:extLst>
              </p14:cNvPr>
              <p14:cNvContentPartPr/>
              <p14:nvPr/>
            </p14:nvContentPartPr>
            <p14:xfrm>
              <a:off x="9298629" y="3007705"/>
              <a:ext cx="366480" cy="141840"/>
            </p14:xfrm>
          </p:contentPart>
        </mc:Choice>
        <mc:Fallback xmlns="">
          <p:pic>
            <p:nvPicPr>
              <p:cNvPr id="153" name="Cerneală 152">
                <a:extLst>
                  <a:ext uri="{FF2B5EF4-FFF2-40B4-BE49-F238E27FC236}">
                    <a16:creationId xmlns:a16="http://schemas.microsoft.com/office/drawing/2014/main" id="{4D5E78E4-F5DE-4107-B61F-81BAD9C0AF53}"/>
                  </a:ext>
                </a:extLst>
              </p:cNvPr>
              <p:cNvPicPr/>
              <p:nvPr/>
            </p:nvPicPr>
            <p:blipFill>
              <a:blip r:embed="rId61"/>
              <a:stretch>
                <a:fillRect/>
              </a:stretch>
            </p:blipFill>
            <p:spPr>
              <a:xfrm>
                <a:off x="9280629" y="2989705"/>
                <a:ext cx="402120" cy="177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2">
            <p14:nvContentPartPr>
              <p14:cNvPr id="164" name="Cerneală 163">
                <a:extLst>
                  <a:ext uri="{FF2B5EF4-FFF2-40B4-BE49-F238E27FC236}">
                    <a16:creationId xmlns:a16="http://schemas.microsoft.com/office/drawing/2014/main" id="{065278FC-A2B2-47AE-B4A1-11FD128AE5D5}"/>
                  </a:ext>
                </a:extLst>
              </p14:cNvPr>
              <p14:cNvContentPartPr/>
              <p14:nvPr/>
            </p14:nvContentPartPr>
            <p14:xfrm>
              <a:off x="10043109" y="2762905"/>
              <a:ext cx="1759320" cy="560520"/>
            </p14:xfrm>
          </p:contentPart>
        </mc:Choice>
        <mc:Fallback xmlns="">
          <p:pic>
            <p:nvPicPr>
              <p:cNvPr id="164" name="Cerneală 163">
                <a:extLst>
                  <a:ext uri="{FF2B5EF4-FFF2-40B4-BE49-F238E27FC236}">
                    <a16:creationId xmlns:a16="http://schemas.microsoft.com/office/drawing/2014/main" id="{065278FC-A2B2-47AE-B4A1-11FD128AE5D5}"/>
                  </a:ext>
                </a:extLst>
              </p:cNvPr>
              <p:cNvPicPr/>
              <p:nvPr/>
            </p:nvPicPr>
            <p:blipFill>
              <a:blip r:embed="rId63"/>
              <a:stretch>
                <a:fillRect/>
              </a:stretch>
            </p:blipFill>
            <p:spPr>
              <a:xfrm>
                <a:off x="10025465" y="2744905"/>
                <a:ext cx="1794967" cy="596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4">
            <p14:nvContentPartPr>
              <p14:cNvPr id="165" name="Cerneală 164">
                <a:extLst>
                  <a:ext uri="{FF2B5EF4-FFF2-40B4-BE49-F238E27FC236}">
                    <a16:creationId xmlns:a16="http://schemas.microsoft.com/office/drawing/2014/main" id="{E516E9C1-D15B-4A32-BA52-901226943166}"/>
                  </a:ext>
                </a:extLst>
              </p14:cNvPr>
              <p14:cNvContentPartPr/>
              <p14:nvPr/>
            </p14:nvContentPartPr>
            <p14:xfrm>
              <a:off x="6973749" y="2882785"/>
              <a:ext cx="1081440" cy="308880"/>
            </p14:xfrm>
          </p:contentPart>
        </mc:Choice>
        <mc:Fallback xmlns="">
          <p:pic>
            <p:nvPicPr>
              <p:cNvPr id="165" name="Cerneală 164">
                <a:extLst>
                  <a:ext uri="{FF2B5EF4-FFF2-40B4-BE49-F238E27FC236}">
                    <a16:creationId xmlns:a16="http://schemas.microsoft.com/office/drawing/2014/main" id="{E516E9C1-D15B-4A32-BA52-901226943166}"/>
                  </a:ext>
                </a:extLst>
              </p:cNvPr>
              <p:cNvPicPr/>
              <p:nvPr/>
            </p:nvPicPr>
            <p:blipFill>
              <a:blip r:embed="rId65"/>
              <a:stretch>
                <a:fillRect/>
              </a:stretch>
            </p:blipFill>
            <p:spPr>
              <a:xfrm>
                <a:off x="6956103" y="2864785"/>
                <a:ext cx="1117092" cy="344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6">
            <p14:nvContentPartPr>
              <p14:cNvPr id="176" name="Cerneală 175">
                <a:extLst>
                  <a:ext uri="{FF2B5EF4-FFF2-40B4-BE49-F238E27FC236}">
                    <a16:creationId xmlns:a16="http://schemas.microsoft.com/office/drawing/2014/main" id="{63BD2711-6B11-4CBB-AD88-14F593B7756A}"/>
                  </a:ext>
                </a:extLst>
              </p14:cNvPr>
              <p14:cNvContentPartPr/>
              <p14:nvPr/>
            </p14:nvContentPartPr>
            <p14:xfrm>
              <a:off x="3325869" y="3727345"/>
              <a:ext cx="898200" cy="151200"/>
            </p14:xfrm>
          </p:contentPart>
        </mc:Choice>
        <mc:Fallback xmlns="">
          <p:pic>
            <p:nvPicPr>
              <p:cNvPr id="176" name="Cerneală 175">
                <a:extLst>
                  <a:ext uri="{FF2B5EF4-FFF2-40B4-BE49-F238E27FC236}">
                    <a16:creationId xmlns:a16="http://schemas.microsoft.com/office/drawing/2014/main" id="{63BD2711-6B11-4CBB-AD88-14F593B7756A}"/>
                  </a:ext>
                </a:extLst>
              </p:cNvPr>
              <p:cNvPicPr/>
              <p:nvPr/>
            </p:nvPicPr>
            <p:blipFill>
              <a:blip r:embed="rId67"/>
              <a:stretch>
                <a:fillRect/>
              </a:stretch>
            </p:blipFill>
            <p:spPr>
              <a:xfrm>
                <a:off x="3308229" y="3709345"/>
                <a:ext cx="933840" cy="186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8">
            <p14:nvContentPartPr>
              <p14:cNvPr id="177" name="Cerneală 176">
                <a:extLst>
                  <a:ext uri="{FF2B5EF4-FFF2-40B4-BE49-F238E27FC236}">
                    <a16:creationId xmlns:a16="http://schemas.microsoft.com/office/drawing/2014/main" id="{3D819C67-921E-4F90-97D9-248723C66EB0}"/>
                  </a:ext>
                </a:extLst>
              </p14:cNvPr>
              <p14:cNvContentPartPr/>
              <p14:nvPr/>
            </p14:nvContentPartPr>
            <p14:xfrm>
              <a:off x="4630869" y="3781705"/>
              <a:ext cx="484920" cy="102960"/>
            </p14:xfrm>
          </p:contentPart>
        </mc:Choice>
        <mc:Fallback xmlns="">
          <p:pic>
            <p:nvPicPr>
              <p:cNvPr id="177" name="Cerneală 176">
                <a:extLst>
                  <a:ext uri="{FF2B5EF4-FFF2-40B4-BE49-F238E27FC236}">
                    <a16:creationId xmlns:a16="http://schemas.microsoft.com/office/drawing/2014/main" id="{3D819C67-921E-4F90-97D9-248723C66EB0}"/>
                  </a:ext>
                </a:extLst>
              </p:cNvPr>
              <p:cNvPicPr/>
              <p:nvPr/>
            </p:nvPicPr>
            <p:blipFill>
              <a:blip r:embed="rId69"/>
              <a:stretch>
                <a:fillRect/>
              </a:stretch>
            </p:blipFill>
            <p:spPr>
              <a:xfrm>
                <a:off x="4613229" y="3764065"/>
                <a:ext cx="520560" cy="138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0">
            <p14:nvContentPartPr>
              <p14:cNvPr id="179" name="Cerneală 178">
                <a:extLst>
                  <a:ext uri="{FF2B5EF4-FFF2-40B4-BE49-F238E27FC236}">
                    <a16:creationId xmlns:a16="http://schemas.microsoft.com/office/drawing/2014/main" id="{3DB3CF1C-70B9-4BAD-BED6-87C114F1653A}"/>
                  </a:ext>
                </a:extLst>
              </p14:cNvPr>
              <p14:cNvContentPartPr/>
              <p14:nvPr/>
            </p14:nvContentPartPr>
            <p14:xfrm>
              <a:off x="1395549" y="3461665"/>
              <a:ext cx="1477440" cy="567720"/>
            </p14:xfrm>
          </p:contentPart>
        </mc:Choice>
        <mc:Fallback xmlns="">
          <p:pic>
            <p:nvPicPr>
              <p:cNvPr id="179" name="Cerneală 178">
                <a:extLst>
                  <a:ext uri="{FF2B5EF4-FFF2-40B4-BE49-F238E27FC236}">
                    <a16:creationId xmlns:a16="http://schemas.microsoft.com/office/drawing/2014/main" id="{3DB3CF1C-70B9-4BAD-BED6-87C114F1653A}"/>
                  </a:ext>
                </a:extLst>
              </p:cNvPr>
              <p:cNvPicPr/>
              <p:nvPr/>
            </p:nvPicPr>
            <p:blipFill>
              <a:blip r:embed="rId71"/>
              <a:stretch>
                <a:fillRect/>
              </a:stretch>
            </p:blipFill>
            <p:spPr>
              <a:xfrm>
                <a:off x="1377909" y="3444025"/>
                <a:ext cx="1513080" cy="603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2">
            <p14:nvContentPartPr>
              <p14:cNvPr id="184" name="Cerneală 183">
                <a:extLst>
                  <a:ext uri="{FF2B5EF4-FFF2-40B4-BE49-F238E27FC236}">
                    <a16:creationId xmlns:a16="http://schemas.microsoft.com/office/drawing/2014/main" id="{A6A7CC9F-C10C-41AE-8DE2-CA15D7CBF364}"/>
                  </a:ext>
                </a:extLst>
              </p14:cNvPr>
              <p14:cNvContentPartPr/>
              <p14:nvPr/>
            </p14:nvContentPartPr>
            <p14:xfrm>
              <a:off x="7300629" y="3600265"/>
              <a:ext cx="375480" cy="250200"/>
            </p14:xfrm>
          </p:contentPart>
        </mc:Choice>
        <mc:Fallback xmlns="">
          <p:pic>
            <p:nvPicPr>
              <p:cNvPr id="184" name="Cerneală 183">
                <a:extLst>
                  <a:ext uri="{FF2B5EF4-FFF2-40B4-BE49-F238E27FC236}">
                    <a16:creationId xmlns:a16="http://schemas.microsoft.com/office/drawing/2014/main" id="{A6A7CC9F-C10C-41AE-8DE2-CA15D7CBF364}"/>
                  </a:ext>
                </a:extLst>
              </p:cNvPr>
              <p:cNvPicPr/>
              <p:nvPr/>
            </p:nvPicPr>
            <p:blipFill>
              <a:blip r:embed="rId73"/>
              <a:stretch>
                <a:fillRect/>
              </a:stretch>
            </p:blipFill>
            <p:spPr>
              <a:xfrm>
                <a:off x="7282989" y="3582265"/>
                <a:ext cx="411120" cy="285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4">
            <p14:nvContentPartPr>
              <p14:cNvPr id="185" name="Cerneală 184">
                <a:extLst>
                  <a:ext uri="{FF2B5EF4-FFF2-40B4-BE49-F238E27FC236}">
                    <a16:creationId xmlns:a16="http://schemas.microsoft.com/office/drawing/2014/main" id="{FB08B893-76D5-43BF-9386-D8F396050086}"/>
                  </a:ext>
                </a:extLst>
              </p14:cNvPr>
              <p14:cNvContentPartPr/>
              <p14:nvPr/>
            </p14:nvContentPartPr>
            <p14:xfrm>
              <a:off x="5476869" y="3503785"/>
              <a:ext cx="1503000" cy="384480"/>
            </p14:xfrm>
          </p:contentPart>
        </mc:Choice>
        <mc:Fallback xmlns="">
          <p:pic>
            <p:nvPicPr>
              <p:cNvPr id="185" name="Cerneală 184">
                <a:extLst>
                  <a:ext uri="{FF2B5EF4-FFF2-40B4-BE49-F238E27FC236}">
                    <a16:creationId xmlns:a16="http://schemas.microsoft.com/office/drawing/2014/main" id="{FB08B893-76D5-43BF-9386-D8F396050086}"/>
                  </a:ext>
                </a:extLst>
              </p:cNvPr>
              <p:cNvPicPr/>
              <p:nvPr/>
            </p:nvPicPr>
            <p:blipFill>
              <a:blip r:embed="rId75"/>
              <a:stretch>
                <a:fillRect/>
              </a:stretch>
            </p:blipFill>
            <p:spPr>
              <a:xfrm>
                <a:off x="5459229" y="3485802"/>
                <a:ext cx="1538640" cy="420087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6">
            <p14:nvContentPartPr>
              <p14:cNvPr id="192" name="Cerneală 191">
                <a:extLst>
                  <a:ext uri="{FF2B5EF4-FFF2-40B4-BE49-F238E27FC236}">
                    <a16:creationId xmlns:a16="http://schemas.microsoft.com/office/drawing/2014/main" id="{1B434FC4-B458-4BDF-84C8-C74E7BA38E9A}"/>
                  </a:ext>
                </a:extLst>
              </p14:cNvPr>
              <p14:cNvContentPartPr/>
              <p14:nvPr/>
            </p14:nvContentPartPr>
            <p14:xfrm>
              <a:off x="3094029" y="4189225"/>
              <a:ext cx="304920" cy="237600"/>
            </p14:xfrm>
          </p:contentPart>
        </mc:Choice>
        <mc:Fallback xmlns="">
          <p:pic>
            <p:nvPicPr>
              <p:cNvPr id="192" name="Cerneală 191">
                <a:extLst>
                  <a:ext uri="{FF2B5EF4-FFF2-40B4-BE49-F238E27FC236}">
                    <a16:creationId xmlns:a16="http://schemas.microsoft.com/office/drawing/2014/main" id="{1B434FC4-B458-4BDF-84C8-C74E7BA38E9A}"/>
                  </a:ext>
                </a:extLst>
              </p:cNvPr>
              <p:cNvPicPr/>
              <p:nvPr/>
            </p:nvPicPr>
            <p:blipFill>
              <a:blip r:embed="rId77"/>
              <a:stretch>
                <a:fillRect/>
              </a:stretch>
            </p:blipFill>
            <p:spPr>
              <a:xfrm>
                <a:off x="3076029" y="4171585"/>
                <a:ext cx="340560" cy="273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8">
            <p14:nvContentPartPr>
              <p14:cNvPr id="193" name="Cerneală 192">
                <a:extLst>
                  <a:ext uri="{FF2B5EF4-FFF2-40B4-BE49-F238E27FC236}">
                    <a16:creationId xmlns:a16="http://schemas.microsoft.com/office/drawing/2014/main" id="{5A15A2B8-576F-429B-AEF5-8764E5B4F2ED}"/>
                  </a:ext>
                </a:extLst>
              </p14:cNvPr>
              <p14:cNvContentPartPr/>
              <p14:nvPr/>
            </p14:nvContentPartPr>
            <p14:xfrm>
              <a:off x="2382309" y="4124425"/>
              <a:ext cx="514080" cy="265680"/>
            </p14:xfrm>
          </p:contentPart>
        </mc:Choice>
        <mc:Fallback xmlns="">
          <p:pic>
            <p:nvPicPr>
              <p:cNvPr id="193" name="Cerneală 192">
                <a:extLst>
                  <a:ext uri="{FF2B5EF4-FFF2-40B4-BE49-F238E27FC236}">
                    <a16:creationId xmlns:a16="http://schemas.microsoft.com/office/drawing/2014/main" id="{5A15A2B8-576F-429B-AEF5-8764E5B4F2ED}"/>
                  </a:ext>
                </a:extLst>
              </p:cNvPr>
              <p:cNvPicPr/>
              <p:nvPr/>
            </p:nvPicPr>
            <p:blipFill>
              <a:blip r:embed="rId79"/>
              <a:stretch>
                <a:fillRect/>
              </a:stretch>
            </p:blipFill>
            <p:spPr>
              <a:xfrm>
                <a:off x="2364669" y="4106425"/>
                <a:ext cx="549720" cy="301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0">
            <p14:nvContentPartPr>
              <p14:cNvPr id="194" name="Cerneală 193">
                <a:extLst>
                  <a:ext uri="{FF2B5EF4-FFF2-40B4-BE49-F238E27FC236}">
                    <a16:creationId xmlns:a16="http://schemas.microsoft.com/office/drawing/2014/main" id="{3B951D32-39AF-4108-BD35-30EDA62A52A7}"/>
                  </a:ext>
                </a:extLst>
              </p14:cNvPr>
              <p14:cNvContentPartPr/>
              <p14:nvPr/>
            </p14:nvContentPartPr>
            <p14:xfrm>
              <a:off x="3671829" y="4282825"/>
              <a:ext cx="223560" cy="20520"/>
            </p14:xfrm>
          </p:contentPart>
        </mc:Choice>
        <mc:Fallback xmlns="">
          <p:pic>
            <p:nvPicPr>
              <p:cNvPr id="194" name="Cerneală 193">
                <a:extLst>
                  <a:ext uri="{FF2B5EF4-FFF2-40B4-BE49-F238E27FC236}">
                    <a16:creationId xmlns:a16="http://schemas.microsoft.com/office/drawing/2014/main" id="{3B951D32-39AF-4108-BD35-30EDA62A52A7}"/>
                  </a:ext>
                </a:extLst>
              </p:cNvPr>
              <p:cNvPicPr/>
              <p:nvPr/>
            </p:nvPicPr>
            <p:blipFill>
              <a:blip r:embed="rId81"/>
              <a:stretch>
                <a:fillRect/>
              </a:stretch>
            </p:blipFill>
            <p:spPr>
              <a:xfrm>
                <a:off x="3653829" y="4265185"/>
                <a:ext cx="259200" cy="56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2">
            <p14:nvContentPartPr>
              <p14:cNvPr id="195" name="Cerneală 194">
                <a:extLst>
                  <a:ext uri="{FF2B5EF4-FFF2-40B4-BE49-F238E27FC236}">
                    <a16:creationId xmlns:a16="http://schemas.microsoft.com/office/drawing/2014/main" id="{8C35842D-081C-4AD7-91EC-FC17CF44C038}"/>
                  </a:ext>
                </a:extLst>
              </p14:cNvPr>
              <p14:cNvContentPartPr/>
              <p14:nvPr/>
            </p14:nvContentPartPr>
            <p14:xfrm>
              <a:off x="3685869" y="4355185"/>
              <a:ext cx="271080" cy="14040"/>
            </p14:xfrm>
          </p:contentPart>
        </mc:Choice>
        <mc:Fallback xmlns="">
          <p:pic>
            <p:nvPicPr>
              <p:cNvPr id="195" name="Cerneală 194">
                <a:extLst>
                  <a:ext uri="{FF2B5EF4-FFF2-40B4-BE49-F238E27FC236}">
                    <a16:creationId xmlns:a16="http://schemas.microsoft.com/office/drawing/2014/main" id="{8C35842D-081C-4AD7-91EC-FC17CF44C038}"/>
                  </a:ext>
                </a:extLst>
              </p:cNvPr>
              <p:cNvPicPr/>
              <p:nvPr/>
            </p:nvPicPr>
            <p:blipFill>
              <a:blip r:embed="rId83"/>
              <a:stretch>
                <a:fillRect/>
              </a:stretch>
            </p:blipFill>
            <p:spPr>
              <a:xfrm>
                <a:off x="3668229" y="4337545"/>
                <a:ext cx="306720" cy="49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4">
            <p14:nvContentPartPr>
              <p14:cNvPr id="196" name="Cerneală 195">
                <a:extLst>
                  <a:ext uri="{FF2B5EF4-FFF2-40B4-BE49-F238E27FC236}">
                    <a16:creationId xmlns:a16="http://schemas.microsoft.com/office/drawing/2014/main" id="{AFA633F5-3D51-4B02-B0D8-60F7509DEE2E}"/>
                  </a:ext>
                </a:extLst>
              </p14:cNvPr>
              <p14:cNvContentPartPr/>
              <p14:nvPr/>
            </p14:nvContentPartPr>
            <p14:xfrm>
              <a:off x="4398309" y="4198225"/>
              <a:ext cx="43560" cy="214200"/>
            </p14:xfrm>
          </p:contentPart>
        </mc:Choice>
        <mc:Fallback xmlns="">
          <p:pic>
            <p:nvPicPr>
              <p:cNvPr id="196" name="Cerneală 195">
                <a:extLst>
                  <a:ext uri="{FF2B5EF4-FFF2-40B4-BE49-F238E27FC236}">
                    <a16:creationId xmlns:a16="http://schemas.microsoft.com/office/drawing/2014/main" id="{AFA633F5-3D51-4B02-B0D8-60F7509DEE2E}"/>
                  </a:ext>
                </a:extLst>
              </p:cNvPr>
              <p:cNvPicPr/>
              <p:nvPr/>
            </p:nvPicPr>
            <p:blipFill>
              <a:blip r:embed="rId85"/>
              <a:stretch>
                <a:fillRect/>
              </a:stretch>
            </p:blipFill>
            <p:spPr>
              <a:xfrm>
                <a:off x="4380309" y="4180585"/>
                <a:ext cx="79200" cy="249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6">
            <p14:nvContentPartPr>
              <p14:cNvPr id="197" name="Cerneală 196">
                <a:extLst>
                  <a:ext uri="{FF2B5EF4-FFF2-40B4-BE49-F238E27FC236}">
                    <a16:creationId xmlns:a16="http://schemas.microsoft.com/office/drawing/2014/main" id="{1DA7009E-5B46-4410-BE60-17107BED823A}"/>
                  </a:ext>
                </a:extLst>
              </p14:cNvPr>
              <p14:cNvContentPartPr/>
              <p14:nvPr/>
            </p14:nvContentPartPr>
            <p14:xfrm>
              <a:off x="4566429" y="4170505"/>
              <a:ext cx="25200" cy="258120"/>
            </p14:xfrm>
          </p:contentPart>
        </mc:Choice>
        <mc:Fallback xmlns="">
          <p:pic>
            <p:nvPicPr>
              <p:cNvPr id="197" name="Cerneală 196">
                <a:extLst>
                  <a:ext uri="{FF2B5EF4-FFF2-40B4-BE49-F238E27FC236}">
                    <a16:creationId xmlns:a16="http://schemas.microsoft.com/office/drawing/2014/main" id="{1DA7009E-5B46-4410-BE60-17107BED823A}"/>
                  </a:ext>
                </a:extLst>
              </p:cNvPr>
              <p:cNvPicPr/>
              <p:nvPr/>
            </p:nvPicPr>
            <p:blipFill>
              <a:blip r:embed="rId87"/>
              <a:stretch>
                <a:fillRect/>
              </a:stretch>
            </p:blipFill>
            <p:spPr>
              <a:xfrm>
                <a:off x="4548789" y="4152505"/>
                <a:ext cx="60840" cy="293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8">
            <p14:nvContentPartPr>
              <p14:cNvPr id="207" name="Cerneală 206">
                <a:extLst>
                  <a:ext uri="{FF2B5EF4-FFF2-40B4-BE49-F238E27FC236}">
                    <a16:creationId xmlns:a16="http://schemas.microsoft.com/office/drawing/2014/main" id="{002B468B-9558-4399-9068-F40B36BDC2EA}"/>
                  </a:ext>
                </a:extLst>
              </p14:cNvPr>
              <p14:cNvContentPartPr/>
              <p14:nvPr/>
            </p14:nvContentPartPr>
            <p14:xfrm>
              <a:off x="8059149" y="4227745"/>
              <a:ext cx="183240" cy="220680"/>
            </p14:xfrm>
          </p:contentPart>
        </mc:Choice>
        <mc:Fallback xmlns="">
          <p:pic>
            <p:nvPicPr>
              <p:cNvPr id="207" name="Cerneală 206">
                <a:extLst>
                  <a:ext uri="{FF2B5EF4-FFF2-40B4-BE49-F238E27FC236}">
                    <a16:creationId xmlns:a16="http://schemas.microsoft.com/office/drawing/2014/main" id="{002B468B-9558-4399-9068-F40B36BDC2EA}"/>
                  </a:ext>
                </a:extLst>
              </p:cNvPr>
              <p:cNvPicPr/>
              <p:nvPr/>
            </p:nvPicPr>
            <p:blipFill>
              <a:blip r:embed="rId89"/>
              <a:stretch>
                <a:fillRect/>
              </a:stretch>
            </p:blipFill>
            <p:spPr>
              <a:xfrm>
                <a:off x="8041149" y="4209745"/>
                <a:ext cx="218880" cy="256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0">
            <p14:nvContentPartPr>
              <p14:cNvPr id="213" name="Cerneală 212">
                <a:extLst>
                  <a:ext uri="{FF2B5EF4-FFF2-40B4-BE49-F238E27FC236}">
                    <a16:creationId xmlns:a16="http://schemas.microsoft.com/office/drawing/2014/main" id="{BC68B5E6-D3A0-46F5-8367-0437E249623F}"/>
                  </a:ext>
                </a:extLst>
              </p14:cNvPr>
              <p14:cNvContentPartPr/>
              <p14:nvPr/>
            </p14:nvContentPartPr>
            <p14:xfrm>
              <a:off x="8643429" y="4302265"/>
              <a:ext cx="325800" cy="300240"/>
            </p14:xfrm>
          </p:contentPart>
        </mc:Choice>
        <mc:Fallback xmlns="">
          <p:pic>
            <p:nvPicPr>
              <p:cNvPr id="213" name="Cerneală 212">
                <a:extLst>
                  <a:ext uri="{FF2B5EF4-FFF2-40B4-BE49-F238E27FC236}">
                    <a16:creationId xmlns:a16="http://schemas.microsoft.com/office/drawing/2014/main" id="{BC68B5E6-D3A0-46F5-8367-0437E249623F}"/>
                  </a:ext>
                </a:extLst>
              </p:cNvPr>
              <p:cNvPicPr/>
              <p:nvPr/>
            </p:nvPicPr>
            <p:blipFill>
              <a:blip r:embed="rId91"/>
              <a:stretch>
                <a:fillRect/>
              </a:stretch>
            </p:blipFill>
            <p:spPr>
              <a:xfrm>
                <a:off x="8625429" y="4284265"/>
                <a:ext cx="361440" cy="335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2">
            <p14:nvContentPartPr>
              <p14:cNvPr id="214" name="Cerneală 213">
                <a:extLst>
                  <a:ext uri="{FF2B5EF4-FFF2-40B4-BE49-F238E27FC236}">
                    <a16:creationId xmlns:a16="http://schemas.microsoft.com/office/drawing/2014/main" id="{983F1F43-C2F5-4784-8052-84A4FBA55CA4}"/>
                  </a:ext>
                </a:extLst>
              </p14:cNvPr>
              <p14:cNvContentPartPr/>
              <p14:nvPr/>
            </p14:nvContentPartPr>
            <p14:xfrm>
              <a:off x="6975189" y="4318825"/>
              <a:ext cx="583560" cy="153000"/>
            </p14:xfrm>
          </p:contentPart>
        </mc:Choice>
        <mc:Fallback xmlns="">
          <p:pic>
            <p:nvPicPr>
              <p:cNvPr id="214" name="Cerneală 213">
                <a:extLst>
                  <a:ext uri="{FF2B5EF4-FFF2-40B4-BE49-F238E27FC236}">
                    <a16:creationId xmlns:a16="http://schemas.microsoft.com/office/drawing/2014/main" id="{983F1F43-C2F5-4784-8052-84A4FBA55CA4}"/>
                  </a:ext>
                </a:extLst>
              </p:cNvPr>
              <p:cNvPicPr/>
              <p:nvPr/>
            </p:nvPicPr>
            <p:blipFill>
              <a:blip r:embed="rId93"/>
              <a:stretch>
                <a:fillRect/>
              </a:stretch>
            </p:blipFill>
            <p:spPr>
              <a:xfrm>
                <a:off x="6957189" y="4300825"/>
                <a:ext cx="619200" cy="188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4">
            <p14:nvContentPartPr>
              <p14:cNvPr id="215" name="Cerneală 214">
                <a:extLst>
                  <a:ext uri="{FF2B5EF4-FFF2-40B4-BE49-F238E27FC236}">
                    <a16:creationId xmlns:a16="http://schemas.microsoft.com/office/drawing/2014/main" id="{AC7D3B18-74FB-4486-A5A5-67A435A146C2}"/>
                  </a:ext>
                </a:extLst>
              </p14:cNvPr>
              <p14:cNvContentPartPr/>
              <p14:nvPr/>
            </p14:nvContentPartPr>
            <p14:xfrm>
              <a:off x="6015429" y="4263745"/>
              <a:ext cx="482400" cy="223920"/>
            </p14:xfrm>
          </p:contentPart>
        </mc:Choice>
        <mc:Fallback xmlns="">
          <p:pic>
            <p:nvPicPr>
              <p:cNvPr id="215" name="Cerneală 214">
                <a:extLst>
                  <a:ext uri="{FF2B5EF4-FFF2-40B4-BE49-F238E27FC236}">
                    <a16:creationId xmlns:a16="http://schemas.microsoft.com/office/drawing/2014/main" id="{AC7D3B18-74FB-4486-A5A5-67A435A146C2}"/>
                  </a:ext>
                </a:extLst>
              </p:cNvPr>
              <p:cNvPicPr/>
              <p:nvPr/>
            </p:nvPicPr>
            <p:blipFill>
              <a:blip r:embed="rId95"/>
              <a:stretch>
                <a:fillRect/>
              </a:stretch>
            </p:blipFill>
            <p:spPr>
              <a:xfrm>
                <a:off x="5997429" y="4245745"/>
                <a:ext cx="518040" cy="259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6">
            <p14:nvContentPartPr>
              <p14:cNvPr id="216" name="Cerneală 215">
                <a:extLst>
                  <a:ext uri="{FF2B5EF4-FFF2-40B4-BE49-F238E27FC236}">
                    <a16:creationId xmlns:a16="http://schemas.microsoft.com/office/drawing/2014/main" id="{ED34D926-44C2-455E-A366-F52FA7D44E35}"/>
                  </a:ext>
                </a:extLst>
              </p14:cNvPr>
              <p14:cNvContentPartPr/>
              <p14:nvPr/>
            </p14:nvContentPartPr>
            <p14:xfrm>
              <a:off x="4758669" y="4215865"/>
              <a:ext cx="533880" cy="253080"/>
            </p14:xfrm>
          </p:contentPart>
        </mc:Choice>
        <mc:Fallback xmlns="">
          <p:pic>
            <p:nvPicPr>
              <p:cNvPr id="216" name="Cerneală 215">
                <a:extLst>
                  <a:ext uri="{FF2B5EF4-FFF2-40B4-BE49-F238E27FC236}">
                    <a16:creationId xmlns:a16="http://schemas.microsoft.com/office/drawing/2014/main" id="{ED34D926-44C2-455E-A366-F52FA7D44E35}"/>
                  </a:ext>
                </a:extLst>
              </p:cNvPr>
              <p:cNvPicPr/>
              <p:nvPr/>
            </p:nvPicPr>
            <p:blipFill>
              <a:blip r:embed="rId97"/>
              <a:stretch>
                <a:fillRect/>
              </a:stretch>
            </p:blipFill>
            <p:spPr>
              <a:xfrm>
                <a:off x="4741017" y="4198225"/>
                <a:ext cx="569544" cy="288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8">
            <p14:nvContentPartPr>
              <p14:cNvPr id="223" name="Cerneală 222">
                <a:extLst>
                  <a:ext uri="{FF2B5EF4-FFF2-40B4-BE49-F238E27FC236}">
                    <a16:creationId xmlns:a16="http://schemas.microsoft.com/office/drawing/2014/main" id="{D967E050-FB71-46D8-B1F1-2F7C19227D1F}"/>
                  </a:ext>
                </a:extLst>
              </p14:cNvPr>
              <p14:cNvContentPartPr/>
              <p14:nvPr/>
            </p14:nvContentPartPr>
            <p14:xfrm>
              <a:off x="9427869" y="4133785"/>
              <a:ext cx="1265040" cy="535320"/>
            </p14:xfrm>
          </p:contentPart>
        </mc:Choice>
        <mc:Fallback xmlns="">
          <p:pic>
            <p:nvPicPr>
              <p:cNvPr id="223" name="Cerneală 222">
                <a:extLst>
                  <a:ext uri="{FF2B5EF4-FFF2-40B4-BE49-F238E27FC236}">
                    <a16:creationId xmlns:a16="http://schemas.microsoft.com/office/drawing/2014/main" id="{D967E050-FB71-46D8-B1F1-2F7C19227D1F}"/>
                  </a:ext>
                </a:extLst>
              </p:cNvPr>
              <p:cNvPicPr/>
              <p:nvPr/>
            </p:nvPicPr>
            <p:blipFill>
              <a:blip r:embed="rId99"/>
              <a:stretch>
                <a:fillRect/>
              </a:stretch>
            </p:blipFill>
            <p:spPr>
              <a:xfrm>
                <a:off x="9409869" y="4115785"/>
                <a:ext cx="1300680" cy="570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0">
            <p14:nvContentPartPr>
              <p14:cNvPr id="226" name="Cerneală 225">
                <a:extLst>
                  <a:ext uri="{FF2B5EF4-FFF2-40B4-BE49-F238E27FC236}">
                    <a16:creationId xmlns:a16="http://schemas.microsoft.com/office/drawing/2014/main" id="{F36539CA-1740-42C2-B77D-16061F0A274A}"/>
                  </a:ext>
                </a:extLst>
              </p14:cNvPr>
              <p14:cNvContentPartPr/>
              <p14:nvPr/>
            </p14:nvContentPartPr>
            <p14:xfrm>
              <a:off x="4826349" y="3954145"/>
              <a:ext cx="117720" cy="123840"/>
            </p14:xfrm>
          </p:contentPart>
        </mc:Choice>
        <mc:Fallback xmlns="">
          <p:pic>
            <p:nvPicPr>
              <p:cNvPr id="226" name="Cerneală 225">
                <a:extLst>
                  <a:ext uri="{FF2B5EF4-FFF2-40B4-BE49-F238E27FC236}">
                    <a16:creationId xmlns:a16="http://schemas.microsoft.com/office/drawing/2014/main" id="{F36539CA-1740-42C2-B77D-16061F0A274A}"/>
                  </a:ext>
                </a:extLst>
              </p:cNvPr>
              <p:cNvPicPr/>
              <p:nvPr/>
            </p:nvPicPr>
            <p:blipFill>
              <a:blip r:embed="rId101"/>
              <a:stretch>
                <a:fillRect/>
              </a:stretch>
            </p:blipFill>
            <p:spPr>
              <a:xfrm>
                <a:off x="4808709" y="3936145"/>
                <a:ext cx="153360" cy="159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2">
            <p14:nvContentPartPr>
              <p14:cNvPr id="227" name="Cerneală 226">
                <a:extLst>
                  <a:ext uri="{FF2B5EF4-FFF2-40B4-BE49-F238E27FC236}">
                    <a16:creationId xmlns:a16="http://schemas.microsoft.com/office/drawing/2014/main" id="{5A985161-CC6D-4C27-90ED-CE44F0F3BF98}"/>
                  </a:ext>
                </a:extLst>
              </p14:cNvPr>
              <p14:cNvContentPartPr/>
              <p14:nvPr/>
            </p14:nvContentPartPr>
            <p14:xfrm>
              <a:off x="4549509" y="3955585"/>
              <a:ext cx="114840" cy="103680"/>
            </p14:xfrm>
          </p:contentPart>
        </mc:Choice>
        <mc:Fallback xmlns="">
          <p:pic>
            <p:nvPicPr>
              <p:cNvPr id="227" name="Cerneală 226">
                <a:extLst>
                  <a:ext uri="{FF2B5EF4-FFF2-40B4-BE49-F238E27FC236}">
                    <a16:creationId xmlns:a16="http://schemas.microsoft.com/office/drawing/2014/main" id="{5A985161-CC6D-4C27-90ED-CE44F0F3BF98}"/>
                  </a:ext>
                </a:extLst>
              </p:cNvPr>
              <p:cNvPicPr/>
              <p:nvPr/>
            </p:nvPicPr>
            <p:blipFill>
              <a:blip r:embed="rId103"/>
              <a:stretch>
                <a:fillRect/>
              </a:stretch>
            </p:blipFill>
            <p:spPr>
              <a:xfrm>
                <a:off x="4531509" y="3937945"/>
                <a:ext cx="150480" cy="139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4">
            <p14:nvContentPartPr>
              <p14:cNvPr id="230" name="Cerneală 229">
                <a:extLst>
                  <a:ext uri="{FF2B5EF4-FFF2-40B4-BE49-F238E27FC236}">
                    <a16:creationId xmlns:a16="http://schemas.microsoft.com/office/drawing/2014/main" id="{D4D6F85C-4E1E-48C3-8C7D-B44B77A7585F}"/>
                  </a:ext>
                </a:extLst>
              </p14:cNvPr>
              <p14:cNvContentPartPr/>
              <p14:nvPr/>
            </p14:nvContentPartPr>
            <p14:xfrm>
              <a:off x="4285989" y="3931825"/>
              <a:ext cx="124920" cy="151560"/>
            </p14:xfrm>
          </p:contentPart>
        </mc:Choice>
        <mc:Fallback xmlns="">
          <p:pic>
            <p:nvPicPr>
              <p:cNvPr id="230" name="Cerneală 229">
                <a:extLst>
                  <a:ext uri="{FF2B5EF4-FFF2-40B4-BE49-F238E27FC236}">
                    <a16:creationId xmlns:a16="http://schemas.microsoft.com/office/drawing/2014/main" id="{D4D6F85C-4E1E-48C3-8C7D-B44B77A7585F}"/>
                  </a:ext>
                </a:extLst>
              </p:cNvPr>
              <p:cNvPicPr/>
              <p:nvPr/>
            </p:nvPicPr>
            <p:blipFill>
              <a:blip r:embed="rId105"/>
              <a:stretch>
                <a:fillRect/>
              </a:stretch>
            </p:blipFill>
            <p:spPr>
              <a:xfrm>
                <a:off x="4267989" y="3913868"/>
                <a:ext cx="160560" cy="187116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6">
            <p14:nvContentPartPr>
              <p14:cNvPr id="231" name="Cerneală 230">
                <a:extLst>
                  <a:ext uri="{FF2B5EF4-FFF2-40B4-BE49-F238E27FC236}">
                    <a16:creationId xmlns:a16="http://schemas.microsoft.com/office/drawing/2014/main" id="{107EA5A6-6496-4F51-957C-323803AEF08A}"/>
                  </a:ext>
                </a:extLst>
              </p14:cNvPr>
              <p14:cNvContentPartPr/>
              <p14:nvPr/>
            </p14:nvContentPartPr>
            <p14:xfrm>
              <a:off x="5129829" y="3954145"/>
              <a:ext cx="86400" cy="130680"/>
            </p14:xfrm>
          </p:contentPart>
        </mc:Choice>
        <mc:Fallback xmlns="">
          <p:pic>
            <p:nvPicPr>
              <p:cNvPr id="231" name="Cerneală 230">
                <a:extLst>
                  <a:ext uri="{FF2B5EF4-FFF2-40B4-BE49-F238E27FC236}">
                    <a16:creationId xmlns:a16="http://schemas.microsoft.com/office/drawing/2014/main" id="{107EA5A6-6496-4F51-957C-323803AEF08A}"/>
                  </a:ext>
                </a:extLst>
              </p:cNvPr>
              <p:cNvPicPr/>
              <p:nvPr/>
            </p:nvPicPr>
            <p:blipFill>
              <a:blip r:embed="rId107"/>
              <a:stretch>
                <a:fillRect/>
              </a:stretch>
            </p:blipFill>
            <p:spPr>
              <a:xfrm>
                <a:off x="5112189" y="3936505"/>
                <a:ext cx="122040" cy="166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8">
            <p14:nvContentPartPr>
              <p14:cNvPr id="240" name="Cerneală 239">
                <a:extLst>
                  <a:ext uri="{FF2B5EF4-FFF2-40B4-BE49-F238E27FC236}">
                    <a16:creationId xmlns:a16="http://schemas.microsoft.com/office/drawing/2014/main" id="{95C1D221-EB9E-49E1-A56C-B6A6597AF873}"/>
                  </a:ext>
                </a:extLst>
              </p14:cNvPr>
              <p14:cNvContentPartPr/>
              <p14:nvPr/>
            </p14:nvContentPartPr>
            <p14:xfrm>
              <a:off x="10996749" y="3930025"/>
              <a:ext cx="949680" cy="986040"/>
            </p14:xfrm>
          </p:contentPart>
        </mc:Choice>
        <mc:Fallback xmlns="">
          <p:pic>
            <p:nvPicPr>
              <p:cNvPr id="240" name="Cerneală 239">
                <a:extLst>
                  <a:ext uri="{FF2B5EF4-FFF2-40B4-BE49-F238E27FC236}">
                    <a16:creationId xmlns:a16="http://schemas.microsoft.com/office/drawing/2014/main" id="{95C1D221-EB9E-49E1-A56C-B6A6597AF873}"/>
                  </a:ext>
                </a:extLst>
              </p:cNvPr>
              <p:cNvPicPr/>
              <p:nvPr/>
            </p:nvPicPr>
            <p:blipFill>
              <a:blip r:embed="rId109"/>
              <a:stretch>
                <a:fillRect/>
              </a:stretch>
            </p:blipFill>
            <p:spPr>
              <a:xfrm>
                <a:off x="10979109" y="3912379"/>
                <a:ext cx="985320" cy="1021693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0">
            <p14:nvContentPartPr>
              <p14:cNvPr id="246" name="Cerneală 245">
                <a:extLst>
                  <a:ext uri="{FF2B5EF4-FFF2-40B4-BE49-F238E27FC236}">
                    <a16:creationId xmlns:a16="http://schemas.microsoft.com/office/drawing/2014/main" id="{803C0030-0987-4543-9093-DB6AF8258DA1}"/>
                  </a:ext>
                </a:extLst>
              </p14:cNvPr>
              <p14:cNvContentPartPr/>
              <p14:nvPr/>
            </p14:nvContentPartPr>
            <p14:xfrm>
              <a:off x="846549" y="5182825"/>
              <a:ext cx="312840" cy="221760"/>
            </p14:xfrm>
          </p:contentPart>
        </mc:Choice>
        <mc:Fallback xmlns="">
          <p:pic>
            <p:nvPicPr>
              <p:cNvPr id="246" name="Cerneală 245">
                <a:extLst>
                  <a:ext uri="{FF2B5EF4-FFF2-40B4-BE49-F238E27FC236}">
                    <a16:creationId xmlns:a16="http://schemas.microsoft.com/office/drawing/2014/main" id="{803C0030-0987-4543-9093-DB6AF8258DA1}"/>
                  </a:ext>
                </a:extLst>
              </p:cNvPr>
              <p:cNvPicPr/>
              <p:nvPr/>
            </p:nvPicPr>
            <p:blipFill>
              <a:blip r:embed="rId111"/>
              <a:stretch>
                <a:fillRect/>
              </a:stretch>
            </p:blipFill>
            <p:spPr>
              <a:xfrm>
                <a:off x="828909" y="5165185"/>
                <a:ext cx="348480" cy="257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2">
            <p14:nvContentPartPr>
              <p14:cNvPr id="247" name="Cerneală 246">
                <a:extLst>
                  <a:ext uri="{FF2B5EF4-FFF2-40B4-BE49-F238E27FC236}">
                    <a16:creationId xmlns:a16="http://schemas.microsoft.com/office/drawing/2014/main" id="{AC66686F-2C94-4BB6-9C23-85D327D43A1D}"/>
                  </a:ext>
                </a:extLst>
              </p14:cNvPr>
              <p14:cNvContentPartPr/>
              <p14:nvPr/>
            </p14:nvContentPartPr>
            <p14:xfrm>
              <a:off x="341109" y="5133145"/>
              <a:ext cx="318960" cy="393120"/>
            </p14:xfrm>
          </p:contentPart>
        </mc:Choice>
        <mc:Fallback xmlns="">
          <p:pic>
            <p:nvPicPr>
              <p:cNvPr id="247" name="Cerneală 246">
                <a:extLst>
                  <a:ext uri="{FF2B5EF4-FFF2-40B4-BE49-F238E27FC236}">
                    <a16:creationId xmlns:a16="http://schemas.microsoft.com/office/drawing/2014/main" id="{AC66686F-2C94-4BB6-9C23-85D327D43A1D}"/>
                  </a:ext>
                </a:extLst>
              </p:cNvPr>
              <p:cNvPicPr/>
              <p:nvPr/>
            </p:nvPicPr>
            <p:blipFill>
              <a:blip r:embed="rId113"/>
              <a:stretch>
                <a:fillRect/>
              </a:stretch>
            </p:blipFill>
            <p:spPr>
              <a:xfrm>
                <a:off x="323109" y="5115161"/>
                <a:ext cx="354600" cy="428727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4">
            <p14:nvContentPartPr>
              <p14:cNvPr id="263" name="Cerneală 262">
                <a:extLst>
                  <a:ext uri="{FF2B5EF4-FFF2-40B4-BE49-F238E27FC236}">
                    <a16:creationId xmlns:a16="http://schemas.microsoft.com/office/drawing/2014/main" id="{F23FA1F4-56F3-4DED-B763-7D8DA933B4EA}"/>
                  </a:ext>
                </a:extLst>
              </p14:cNvPr>
              <p14:cNvContentPartPr/>
              <p14:nvPr/>
            </p14:nvContentPartPr>
            <p14:xfrm>
              <a:off x="4312629" y="5220625"/>
              <a:ext cx="537480" cy="108360"/>
            </p14:xfrm>
          </p:contentPart>
        </mc:Choice>
        <mc:Fallback xmlns="">
          <p:pic>
            <p:nvPicPr>
              <p:cNvPr id="263" name="Cerneală 262">
                <a:extLst>
                  <a:ext uri="{FF2B5EF4-FFF2-40B4-BE49-F238E27FC236}">
                    <a16:creationId xmlns:a16="http://schemas.microsoft.com/office/drawing/2014/main" id="{F23FA1F4-56F3-4DED-B763-7D8DA933B4EA}"/>
                  </a:ext>
                </a:extLst>
              </p:cNvPr>
              <p:cNvPicPr/>
              <p:nvPr/>
            </p:nvPicPr>
            <p:blipFill>
              <a:blip r:embed="rId115"/>
              <a:stretch>
                <a:fillRect/>
              </a:stretch>
            </p:blipFill>
            <p:spPr>
              <a:xfrm>
                <a:off x="4294629" y="5202985"/>
                <a:ext cx="573120" cy="144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6">
            <p14:nvContentPartPr>
              <p14:cNvPr id="269" name="Cerneală 268">
                <a:extLst>
                  <a:ext uri="{FF2B5EF4-FFF2-40B4-BE49-F238E27FC236}">
                    <a16:creationId xmlns:a16="http://schemas.microsoft.com/office/drawing/2014/main" id="{F098D27E-07C6-4552-BAE5-9969B909DEFB}"/>
                  </a:ext>
                </a:extLst>
              </p14:cNvPr>
              <p14:cNvContentPartPr/>
              <p14:nvPr/>
            </p14:nvContentPartPr>
            <p14:xfrm>
              <a:off x="6024789" y="5178505"/>
              <a:ext cx="363240" cy="157680"/>
            </p14:xfrm>
          </p:contentPart>
        </mc:Choice>
        <mc:Fallback xmlns="">
          <p:pic>
            <p:nvPicPr>
              <p:cNvPr id="269" name="Cerneală 268">
                <a:extLst>
                  <a:ext uri="{FF2B5EF4-FFF2-40B4-BE49-F238E27FC236}">
                    <a16:creationId xmlns:a16="http://schemas.microsoft.com/office/drawing/2014/main" id="{F098D27E-07C6-4552-BAE5-9969B909DEFB}"/>
                  </a:ext>
                </a:extLst>
              </p:cNvPr>
              <p:cNvPicPr/>
              <p:nvPr/>
            </p:nvPicPr>
            <p:blipFill>
              <a:blip r:embed="rId117"/>
              <a:stretch>
                <a:fillRect/>
              </a:stretch>
            </p:blipFill>
            <p:spPr>
              <a:xfrm>
                <a:off x="6007149" y="5160865"/>
                <a:ext cx="398880" cy="193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8">
            <p14:nvContentPartPr>
              <p14:cNvPr id="278" name="Cerneală 277">
                <a:extLst>
                  <a:ext uri="{FF2B5EF4-FFF2-40B4-BE49-F238E27FC236}">
                    <a16:creationId xmlns:a16="http://schemas.microsoft.com/office/drawing/2014/main" id="{893E95EC-3282-4C31-8732-8C92C7C10E66}"/>
                  </a:ext>
                </a:extLst>
              </p14:cNvPr>
              <p14:cNvContentPartPr/>
              <p14:nvPr/>
            </p14:nvContentPartPr>
            <p14:xfrm>
              <a:off x="8378469" y="5045305"/>
              <a:ext cx="396000" cy="376560"/>
            </p14:xfrm>
          </p:contentPart>
        </mc:Choice>
        <mc:Fallback xmlns="">
          <p:pic>
            <p:nvPicPr>
              <p:cNvPr id="278" name="Cerneală 277">
                <a:extLst>
                  <a:ext uri="{FF2B5EF4-FFF2-40B4-BE49-F238E27FC236}">
                    <a16:creationId xmlns:a16="http://schemas.microsoft.com/office/drawing/2014/main" id="{893E95EC-3282-4C31-8732-8C92C7C10E66}"/>
                  </a:ext>
                </a:extLst>
              </p:cNvPr>
              <p:cNvPicPr/>
              <p:nvPr/>
            </p:nvPicPr>
            <p:blipFill>
              <a:blip r:embed="rId119"/>
              <a:stretch>
                <a:fillRect/>
              </a:stretch>
            </p:blipFill>
            <p:spPr>
              <a:xfrm>
                <a:off x="8360829" y="5027322"/>
                <a:ext cx="431640" cy="412166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0">
            <p14:nvContentPartPr>
              <p14:cNvPr id="279" name="Cerneală 278">
                <a:extLst>
                  <a:ext uri="{FF2B5EF4-FFF2-40B4-BE49-F238E27FC236}">
                    <a16:creationId xmlns:a16="http://schemas.microsoft.com/office/drawing/2014/main" id="{E15E37EC-3FDA-4A90-A3EC-534467E64D41}"/>
                  </a:ext>
                </a:extLst>
              </p14:cNvPr>
              <p14:cNvContentPartPr/>
              <p14:nvPr/>
            </p14:nvContentPartPr>
            <p14:xfrm>
              <a:off x="6795189" y="5047105"/>
              <a:ext cx="1148760" cy="562680"/>
            </p14:xfrm>
          </p:contentPart>
        </mc:Choice>
        <mc:Fallback xmlns="">
          <p:pic>
            <p:nvPicPr>
              <p:cNvPr id="279" name="Cerneală 278">
                <a:extLst>
                  <a:ext uri="{FF2B5EF4-FFF2-40B4-BE49-F238E27FC236}">
                    <a16:creationId xmlns:a16="http://schemas.microsoft.com/office/drawing/2014/main" id="{E15E37EC-3FDA-4A90-A3EC-534467E64D41}"/>
                  </a:ext>
                </a:extLst>
              </p:cNvPr>
              <p:cNvPicPr/>
              <p:nvPr/>
            </p:nvPicPr>
            <p:blipFill>
              <a:blip r:embed="rId121"/>
              <a:stretch>
                <a:fillRect/>
              </a:stretch>
            </p:blipFill>
            <p:spPr>
              <a:xfrm>
                <a:off x="6777543" y="5029454"/>
                <a:ext cx="1184411" cy="598343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2">
            <p14:nvContentPartPr>
              <p14:cNvPr id="280" name="Cerneală 279">
                <a:extLst>
                  <a:ext uri="{FF2B5EF4-FFF2-40B4-BE49-F238E27FC236}">
                    <a16:creationId xmlns:a16="http://schemas.microsoft.com/office/drawing/2014/main" id="{60F62E34-8B9C-4B09-953A-61761DF1E1D5}"/>
                  </a:ext>
                </a:extLst>
              </p14:cNvPr>
              <p14:cNvContentPartPr/>
              <p14:nvPr/>
            </p14:nvContentPartPr>
            <p14:xfrm>
              <a:off x="5161509" y="4952065"/>
              <a:ext cx="391680" cy="394920"/>
            </p14:xfrm>
          </p:contentPart>
        </mc:Choice>
        <mc:Fallback xmlns="">
          <p:pic>
            <p:nvPicPr>
              <p:cNvPr id="280" name="Cerneală 279">
                <a:extLst>
                  <a:ext uri="{FF2B5EF4-FFF2-40B4-BE49-F238E27FC236}">
                    <a16:creationId xmlns:a16="http://schemas.microsoft.com/office/drawing/2014/main" id="{60F62E34-8B9C-4B09-953A-61761DF1E1D5}"/>
                  </a:ext>
                </a:extLst>
              </p:cNvPr>
              <p:cNvPicPr/>
              <p:nvPr/>
            </p:nvPicPr>
            <p:blipFill>
              <a:blip r:embed="rId123"/>
              <a:stretch>
                <a:fillRect/>
              </a:stretch>
            </p:blipFill>
            <p:spPr>
              <a:xfrm>
                <a:off x="5143853" y="4934065"/>
                <a:ext cx="427353" cy="430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4">
            <p14:nvContentPartPr>
              <p14:cNvPr id="288" name="Cerneală 287">
                <a:extLst>
                  <a:ext uri="{FF2B5EF4-FFF2-40B4-BE49-F238E27FC236}">
                    <a16:creationId xmlns:a16="http://schemas.microsoft.com/office/drawing/2014/main" id="{C6F1B8D0-42F0-4436-8F95-2CF3FEDA85EC}"/>
                  </a:ext>
                </a:extLst>
              </p14:cNvPr>
              <p14:cNvContentPartPr/>
              <p14:nvPr/>
            </p14:nvContentPartPr>
            <p14:xfrm>
              <a:off x="9124389" y="4986985"/>
              <a:ext cx="1841400" cy="582480"/>
            </p14:xfrm>
          </p:contentPart>
        </mc:Choice>
        <mc:Fallback xmlns="">
          <p:pic>
            <p:nvPicPr>
              <p:cNvPr id="288" name="Cerneală 287">
                <a:extLst>
                  <a:ext uri="{FF2B5EF4-FFF2-40B4-BE49-F238E27FC236}">
                    <a16:creationId xmlns:a16="http://schemas.microsoft.com/office/drawing/2014/main" id="{C6F1B8D0-42F0-4436-8F95-2CF3FEDA85EC}"/>
                  </a:ext>
                </a:extLst>
              </p:cNvPr>
              <p:cNvPicPr/>
              <p:nvPr/>
            </p:nvPicPr>
            <p:blipFill>
              <a:blip r:embed="rId125"/>
              <a:stretch>
                <a:fillRect/>
              </a:stretch>
            </p:blipFill>
            <p:spPr>
              <a:xfrm>
                <a:off x="9106389" y="4968985"/>
                <a:ext cx="1877040" cy="618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6">
            <p14:nvContentPartPr>
              <p14:cNvPr id="300" name="Cerneală 299">
                <a:extLst>
                  <a:ext uri="{FF2B5EF4-FFF2-40B4-BE49-F238E27FC236}">
                    <a16:creationId xmlns:a16="http://schemas.microsoft.com/office/drawing/2014/main" id="{AEFCB7C8-839C-4AC1-BA70-B73D45ED20CF}"/>
                  </a:ext>
                </a:extLst>
              </p14:cNvPr>
              <p14:cNvContentPartPr/>
              <p14:nvPr/>
            </p14:nvContentPartPr>
            <p14:xfrm>
              <a:off x="1443429" y="4947025"/>
              <a:ext cx="2647440" cy="1028520"/>
            </p14:xfrm>
          </p:contentPart>
        </mc:Choice>
        <mc:Fallback xmlns="">
          <p:pic>
            <p:nvPicPr>
              <p:cNvPr id="300" name="Cerneală 299">
                <a:extLst>
                  <a:ext uri="{FF2B5EF4-FFF2-40B4-BE49-F238E27FC236}">
                    <a16:creationId xmlns:a16="http://schemas.microsoft.com/office/drawing/2014/main" id="{AEFCB7C8-839C-4AC1-BA70-B73D45ED20CF}"/>
                  </a:ext>
                </a:extLst>
              </p:cNvPr>
              <p:cNvPicPr/>
              <p:nvPr/>
            </p:nvPicPr>
            <p:blipFill>
              <a:blip r:embed="rId127"/>
              <a:stretch>
                <a:fillRect/>
              </a:stretch>
            </p:blipFill>
            <p:spPr>
              <a:xfrm>
                <a:off x="1425429" y="4929379"/>
                <a:ext cx="2683080" cy="1064172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410604504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73" name="Cerneală 72">
                <a:extLst>
                  <a:ext uri="{FF2B5EF4-FFF2-40B4-BE49-F238E27FC236}">
                    <a16:creationId xmlns:a16="http://schemas.microsoft.com/office/drawing/2014/main" id="{7933BEFF-0CE6-44B1-AB8A-D050304A198B}"/>
                  </a:ext>
                </a:extLst>
              </p14:cNvPr>
              <p14:cNvContentPartPr/>
              <p14:nvPr/>
            </p14:nvContentPartPr>
            <p14:xfrm>
              <a:off x="6034869" y="1038505"/>
              <a:ext cx="1530360" cy="2710080"/>
            </p14:xfrm>
          </p:contentPart>
        </mc:Choice>
        <mc:Fallback xmlns="">
          <p:pic>
            <p:nvPicPr>
              <p:cNvPr id="73" name="Cerneală 72">
                <a:extLst>
                  <a:ext uri="{FF2B5EF4-FFF2-40B4-BE49-F238E27FC236}">
                    <a16:creationId xmlns:a16="http://schemas.microsoft.com/office/drawing/2014/main" id="{7933BEFF-0CE6-44B1-AB8A-D050304A198B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6016869" y="1002865"/>
                <a:ext cx="1566000" cy="2781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74" name="Cerneală 73">
                <a:extLst>
                  <a:ext uri="{FF2B5EF4-FFF2-40B4-BE49-F238E27FC236}">
                    <a16:creationId xmlns:a16="http://schemas.microsoft.com/office/drawing/2014/main" id="{DE052D31-515B-4A6E-B437-BD485CD1C566}"/>
                  </a:ext>
                </a:extLst>
              </p14:cNvPr>
              <p14:cNvContentPartPr/>
              <p14:nvPr/>
            </p14:nvContentPartPr>
            <p14:xfrm>
              <a:off x="5312349" y="707305"/>
              <a:ext cx="2773440" cy="3441240"/>
            </p14:xfrm>
          </p:contentPart>
        </mc:Choice>
        <mc:Fallback xmlns="">
          <p:pic>
            <p:nvPicPr>
              <p:cNvPr id="74" name="Cerneală 73">
                <a:extLst>
                  <a:ext uri="{FF2B5EF4-FFF2-40B4-BE49-F238E27FC236}">
                    <a16:creationId xmlns:a16="http://schemas.microsoft.com/office/drawing/2014/main" id="{DE052D31-515B-4A6E-B437-BD485CD1C566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5294709" y="671305"/>
                <a:ext cx="2809080" cy="3512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99" name="Cerneală 98">
                <a:extLst>
                  <a:ext uri="{FF2B5EF4-FFF2-40B4-BE49-F238E27FC236}">
                    <a16:creationId xmlns:a16="http://schemas.microsoft.com/office/drawing/2014/main" id="{082C7ED7-FD34-4DE7-AD7A-FD91C4CDBCDA}"/>
                  </a:ext>
                </a:extLst>
              </p14:cNvPr>
              <p14:cNvContentPartPr/>
              <p14:nvPr/>
            </p14:nvContentPartPr>
            <p14:xfrm>
              <a:off x="366669" y="5067625"/>
              <a:ext cx="514080" cy="543240"/>
            </p14:xfrm>
          </p:contentPart>
        </mc:Choice>
        <mc:Fallback xmlns="">
          <p:pic>
            <p:nvPicPr>
              <p:cNvPr id="99" name="Cerneală 98">
                <a:extLst>
                  <a:ext uri="{FF2B5EF4-FFF2-40B4-BE49-F238E27FC236}">
                    <a16:creationId xmlns:a16="http://schemas.microsoft.com/office/drawing/2014/main" id="{082C7ED7-FD34-4DE7-AD7A-FD91C4CDBCDA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348669" y="5049625"/>
                <a:ext cx="549720" cy="578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153" name="Cerneală 152">
                <a:extLst>
                  <a:ext uri="{FF2B5EF4-FFF2-40B4-BE49-F238E27FC236}">
                    <a16:creationId xmlns:a16="http://schemas.microsoft.com/office/drawing/2014/main" id="{B8FFCC9A-84A5-41DF-A0CC-5A3544056FF9}"/>
                  </a:ext>
                </a:extLst>
              </p14:cNvPr>
              <p14:cNvContentPartPr/>
              <p14:nvPr/>
            </p14:nvContentPartPr>
            <p14:xfrm>
              <a:off x="9458829" y="6135025"/>
              <a:ext cx="694080" cy="153360"/>
            </p14:xfrm>
          </p:contentPart>
        </mc:Choice>
        <mc:Fallback xmlns="">
          <p:pic>
            <p:nvPicPr>
              <p:cNvPr id="153" name="Cerneală 152">
                <a:extLst>
                  <a:ext uri="{FF2B5EF4-FFF2-40B4-BE49-F238E27FC236}">
                    <a16:creationId xmlns:a16="http://schemas.microsoft.com/office/drawing/2014/main" id="{B8FFCC9A-84A5-41DF-A0CC-5A3544056FF9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9441189" y="6117025"/>
                <a:ext cx="729720" cy="189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158" name="Cerneală 157">
                <a:extLst>
                  <a:ext uri="{FF2B5EF4-FFF2-40B4-BE49-F238E27FC236}">
                    <a16:creationId xmlns:a16="http://schemas.microsoft.com/office/drawing/2014/main" id="{EECB582F-E2FA-4647-9FD6-710C36288442}"/>
                  </a:ext>
                </a:extLst>
              </p14:cNvPr>
              <p14:cNvContentPartPr/>
              <p14:nvPr/>
            </p14:nvContentPartPr>
            <p14:xfrm>
              <a:off x="10396629" y="5939545"/>
              <a:ext cx="1516320" cy="477000"/>
            </p14:xfrm>
          </p:contentPart>
        </mc:Choice>
        <mc:Fallback xmlns="">
          <p:pic>
            <p:nvPicPr>
              <p:cNvPr id="158" name="Cerneală 157">
                <a:extLst>
                  <a:ext uri="{FF2B5EF4-FFF2-40B4-BE49-F238E27FC236}">
                    <a16:creationId xmlns:a16="http://schemas.microsoft.com/office/drawing/2014/main" id="{EECB582F-E2FA-4647-9FD6-710C36288442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10378629" y="5921545"/>
                <a:ext cx="1551960" cy="512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165" name="Cerneală 164">
                <a:extLst>
                  <a:ext uri="{FF2B5EF4-FFF2-40B4-BE49-F238E27FC236}">
                    <a16:creationId xmlns:a16="http://schemas.microsoft.com/office/drawing/2014/main" id="{D47D972E-00B7-4801-9195-7F0795249731}"/>
                  </a:ext>
                </a:extLst>
              </p14:cNvPr>
              <p14:cNvContentPartPr/>
              <p14:nvPr/>
            </p14:nvContentPartPr>
            <p14:xfrm>
              <a:off x="1294389" y="4777825"/>
              <a:ext cx="7888320" cy="1925640"/>
            </p14:xfrm>
          </p:contentPart>
        </mc:Choice>
        <mc:Fallback xmlns="">
          <p:pic>
            <p:nvPicPr>
              <p:cNvPr id="165" name="Cerneală 164">
                <a:extLst>
                  <a:ext uri="{FF2B5EF4-FFF2-40B4-BE49-F238E27FC236}">
                    <a16:creationId xmlns:a16="http://schemas.microsoft.com/office/drawing/2014/main" id="{D47D972E-00B7-4801-9195-7F0795249731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1276749" y="4760185"/>
                <a:ext cx="7923960" cy="1961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179" name="Cerneală 178">
                <a:extLst>
                  <a:ext uri="{FF2B5EF4-FFF2-40B4-BE49-F238E27FC236}">
                    <a16:creationId xmlns:a16="http://schemas.microsoft.com/office/drawing/2014/main" id="{99A22D82-980D-4704-9810-85DB56A3B1EB}"/>
                  </a:ext>
                </a:extLst>
              </p14:cNvPr>
              <p14:cNvContentPartPr/>
              <p14:nvPr/>
            </p14:nvContentPartPr>
            <p14:xfrm>
              <a:off x="8799309" y="3154225"/>
              <a:ext cx="1410120" cy="890640"/>
            </p14:xfrm>
          </p:contentPart>
        </mc:Choice>
        <mc:Fallback xmlns="">
          <p:pic>
            <p:nvPicPr>
              <p:cNvPr id="179" name="Cerneală 178">
                <a:extLst>
                  <a:ext uri="{FF2B5EF4-FFF2-40B4-BE49-F238E27FC236}">
                    <a16:creationId xmlns:a16="http://schemas.microsoft.com/office/drawing/2014/main" id="{99A22D82-980D-4704-9810-85DB56A3B1EB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8781309" y="3118585"/>
                <a:ext cx="1445760" cy="962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">
            <p14:nvContentPartPr>
              <p14:cNvPr id="180" name="Cerneală 179">
                <a:extLst>
                  <a:ext uri="{FF2B5EF4-FFF2-40B4-BE49-F238E27FC236}">
                    <a16:creationId xmlns:a16="http://schemas.microsoft.com/office/drawing/2014/main" id="{76411000-7461-4FBC-BF3A-2BBAB2268A25}"/>
                  </a:ext>
                </a:extLst>
              </p14:cNvPr>
              <p14:cNvContentPartPr/>
              <p14:nvPr/>
            </p14:nvContentPartPr>
            <p14:xfrm>
              <a:off x="6940989" y="6371185"/>
              <a:ext cx="207000" cy="326880"/>
            </p14:xfrm>
          </p:contentPart>
        </mc:Choice>
        <mc:Fallback xmlns="">
          <p:pic>
            <p:nvPicPr>
              <p:cNvPr id="180" name="Cerneală 179">
                <a:extLst>
                  <a:ext uri="{FF2B5EF4-FFF2-40B4-BE49-F238E27FC236}">
                    <a16:creationId xmlns:a16="http://schemas.microsoft.com/office/drawing/2014/main" id="{76411000-7461-4FBC-BF3A-2BBAB2268A25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6922989" y="6335185"/>
                <a:ext cx="242640" cy="398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">
            <p14:nvContentPartPr>
              <p14:cNvPr id="181" name="Cerneală 180">
                <a:extLst>
                  <a:ext uri="{FF2B5EF4-FFF2-40B4-BE49-F238E27FC236}">
                    <a16:creationId xmlns:a16="http://schemas.microsoft.com/office/drawing/2014/main" id="{0CA2F9B1-CFCE-45BA-A610-392978F28DB6}"/>
                  </a:ext>
                </a:extLst>
              </p14:cNvPr>
              <p14:cNvContentPartPr/>
              <p14:nvPr/>
            </p14:nvContentPartPr>
            <p14:xfrm>
              <a:off x="7164549" y="6588265"/>
              <a:ext cx="6120" cy="101880"/>
            </p14:xfrm>
          </p:contentPart>
        </mc:Choice>
        <mc:Fallback xmlns="">
          <p:pic>
            <p:nvPicPr>
              <p:cNvPr id="181" name="Cerneală 180">
                <a:extLst>
                  <a:ext uri="{FF2B5EF4-FFF2-40B4-BE49-F238E27FC236}">
                    <a16:creationId xmlns:a16="http://schemas.microsoft.com/office/drawing/2014/main" id="{0CA2F9B1-CFCE-45BA-A610-392978F28DB6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7146909" y="6552265"/>
                <a:ext cx="41760" cy="173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">
            <p14:nvContentPartPr>
              <p14:cNvPr id="182" name="Cerneală 181">
                <a:extLst>
                  <a:ext uri="{FF2B5EF4-FFF2-40B4-BE49-F238E27FC236}">
                    <a16:creationId xmlns:a16="http://schemas.microsoft.com/office/drawing/2014/main" id="{D64F5273-B1E0-4B38-8D49-7351C1801A6E}"/>
                  </a:ext>
                </a:extLst>
              </p14:cNvPr>
              <p14:cNvContentPartPr/>
              <p14:nvPr/>
            </p14:nvContentPartPr>
            <p14:xfrm>
              <a:off x="7176069" y="6554785"/>
              <a:ext cx="90720" cy="198000"/>
            </p14:xfrm>
          </p:contentPart>
        </mc:Choice>
        <mc:Fallback xmlns="">
          <p:pic>
            <p:nvPicPr>
              <p:cNvPr id="182" name="Cerneală 181">
                <a:extLst>
                  <a:ext uri="{FF2B5EF4-FFF2-40B4-BE49-F238E27FC236}">
                    <a16:creationId xmlns:a16="http://schemas.microsoft.com/office/drawing/2014/main" id="{D64F5273-B1E0-4B38-8D49-7351C1801A6E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7158069" y="6518785"/>
                <a:ext cx="126360" cy="269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">
            <p14:nvContentPartPr>
              <p14:cNvPr id="183" name="Cerneală 182">
                <a:extLst>
                  <a:ext uri="{FF2B5EF4-FFF2-40B4-BE49-F238E27FC236}">
                    <a16:creationId xmlns:a16="http://schemas.microsoft.com/office/drawing/2014/main" id="{7B5712D5-7884-4054-BC24-CACC33FC32C3}"/>
                  </a:ext>
                </a:extLst>
              </p14:cNvPr>
              <p14:cNvContentPartPr/>
              <p14:nvPr/>
            </p14:nvContentPartPr>
            <p14:xfrm>
              <a:off x="7401429" y="6588265"/>
              <a:ext cx="135720" cy="9720"/>
            </p14:xfrm>
          </p:contentPart>
        </mc:Choice>
        <mc:Fallback xmlns="">
          <p:pic>
            <p:nvPicPr>
              <p:cNvPr id="183" name="Cerneală 182">
                <a:extLst>
                  <a:ext uri="{FF2B5EF4-FFF2-40B4-BE49-F238E27FC236}">
                    <a16:creationId xmlns:a16="http://schemas.microsoft.com/office/drawing/2014/main" id="{7B5712D5-7884-4054-BC24-CACC33FC32C3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7383429" y="6552265"/>
                <a:ext cx="171360" cy="81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">
            <p14:nvContentPartPr>
              <p14:cNvPr id="184" name="Cerneală 183">
                <a:extLst>
                  <a:ext uri="{FF2B5EF4-FFF2-40B4-BE49-F238E27FC236}">
                    <a16:creationId xmlns:a16="http://schemas.microsoft.com/office/drawing/2014/main" id="{950FB0B8-EC95-4B90-B147-C88555F75FAB}"/>
                  </a:ext>
                </a:extLst>
              </p14:cNvPr>
              <p14:cNvContentPartPr/>
              <p14:nvPr/>
            </p14:nvContentPartPr>
            <p14:xfrm>
              <a:off x="7834509" y="6374065"/>
              <a:ext cx="760680" cy="321480"/>
            </p14:xfrm>
          </p:contentPart>
        </mc:Choice>
        <mc:Fallback xmlns="">
          <p:pic>
            <p:nvPicPr>
              <p:cNvPr id="184" name="Cerneală 183">
                <a:extLst>
                  <a:ext uri="{FF2B5EF4-FFF2-40B4-BE49-F238E27FC236}">
                    <a16:creationId xmlns:a16="http://schemas.microsoft.com/office/drawing/2014/main" id="{950FB0B8-EC95-4B90-B147-C88555F75FAB}"/>
                  </a:ext>
                </a:extLst>
              </p:cNvPr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7816869" y="6338065"/>
                <a:ext cx="796320" cy="393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6">
            <p14:nvContentPartPr>
              <p14:cNvPr id="185" name="Cerneală 184">
                <a:extLst>
                  <a:ext uri="{FF2B5EF4-FFF2-40B4-BE49-F238E27FC236}">
                    <a16:creationId xmlns:a16="http://schemas.microsoft.com/office/drawing/2014/main" id="{5813451C-E222-4F74-8480-F53243BEB70B}"/>
                  </a:ext>
                </a:extLst>
              </p14:cNvPr>
              <p14:cNvContentPartPr/>
              <p14:nvPr/>
            </p14:nvContentPartPr>
            <p14:xfrm>
              <a:off x="8243829" y="6462985"/>
              <a:ext cx="361080" cy="14760"/>
            </p14:xfrm>
          </p:contentPart>
        </mc:Choice>
        <mc:Fallback xmlns="">
          <p:pic>
            <p:nvPicPr>
              <p:cNvPr id="185" name="Cerneală 184">
                <a:extLst>
                  <a:ext uri="{FF2B5EF4-FFF2-40B4-BE49-F238E27FC236}">
                    <a16:creationId xmlns:a16="http://schemas.microsoft.com/office/drawing/2014/main" id="{5813451C-E222-4F74-8480-F53243BEB70B}"/>
                  </a:ext>
                </a:extLst>
              </p:cNvPr>
              <p:cNvPicPr/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8226189" y="6427345"/>
                <a:ext cx="396720" cy="86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8">
            <p14:nvContentPartPr>
              <p14:cNvPr id="186" name="Cerneală 185">
                <a:extLst>
                  <a:ext uri="{FF2B5EF4-FFF2-40B4-BE49-F238E27FC236}">
                    <a16:creationId xmlns:a16="http://schemas.microsoft.com/office/drawing/2014/main" id="{5DB87DC3-AA29-4BFA-8812-319F70FC0608}"/>
                  </a:ext>
                </a:extLst>
              </p14:cNvPr>
              <p14:cNvContentPartPr/>
              <p14:nvPr/>
            </p14:nvContentPartPr>
            <p14:xfrm>
              <a:off x="9112869" y="6583585"/>
              <a:ext cx="19800" cy="117360"/>
            </p14:xfrm>
          </p:contentPart>
        </mc:Choice>
        <mc:Fallback xmlns="">
          <p:pic>
            <p:nvPicPr>
              <p:cNvPr id="186" name="Cerneală 185">
                <a:extLst>
                  <a:ext uri="{FF2B5EF4-FFF2-40B4-BE49-F238E27FC236}">
                    <a16:creationId xmlns:a16="http://schemas.microsoft.com/office/drawing/2014/main" id="{5DB87DC3-AA29-4BFA-8812-319F70FC0608}"/>
                  </a:ext>
                </a:extLst>
              </p:cNvPr>
              <p:cNvPicPr/>
              <p:nvPr/>
            </p:nvPicPr>
            <p:blipFill>
              <a:blip r:embed="rId29"/>
              <a:stretch>
                <a:fillRect/>
              </a:stretch>
            </p:blipFill>
            <p:spPr>
              <a:xfrm>
                <a:off x="9094869" y="6547585"/>
                <a:ext cx="55440" cy="189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0">
            <p14:nvContentPartPr>
              <p14:cNvPr id="187" name="Cerneală 186">
                <a:extLst>
                  <a:ext uri="{FF2B5EF4-FFF2-40B4-BE49-F238E27FC236}">
                    <a16:creationId xmlns:a16="http://schemas.microsoft.com/office/drawing/2014/main" id="{F00BBB35-88EB-4350-9A11-334AA09D0675}"/>
                  </a:ext>
                </a:extLst>
              </p14:cNvPr>
              <p14:cNvContentPartPr/>
              <p14:nvPr/>
            </p14:nvContentPartPr>
            <p14:xfrm>
              <a:off x="9111429" y="6439225"/>
              <a:ext cx="3600" cy="29880"/>
            </p14:xfrm>
          </p:contentPart>
        </mc:Choice>
        <mc:Fallback xmlns="">
          <p:pic>
            <p:nvPicPr>
              <p:cNvPr id="187" name="Cerneală 186">
                <a:extLst>
                  <a:ext uri="{FF2B5EF4-FFF2-40B4-BE49-F238E27FC236}">
                    <a16:creationId xmlns:a16="http://schemas.microsoft.com/office/drawing/2014/main" id="{F00BBB35-88EB-4350-9A11-334AA09D0675}"/>
                  </a:ext>
                </a:extLst>
              </p:cNvPr>
              <p:cNvPicPr/>
              <p:nvPr/>
            </p:nvPicPr>
            <p:blipFill>
              <a:blip r:embed="rId31"/>
              <a:stretch>
                <a:fillRect/>
              </a:stretch>
            </p:blipFill>
            <p:spPr>
              <a:xfrm>
                <a:off x="9093789" y="6403225"/>
                <a:ext cx="39240" cy="101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2">
            <p14:nvContentPartPr>
              <p14:cNvPr id="188" name="Cerneală 187">
                <a:extLst>
                  <a:ext uri="{FF2B5EF4-FFF2-40B4-BE49-F238E27FC236}">
                    <a16:creationId xmlns:a16="http://schemas.microsoft.com/office/drawing/2014/main" id="{7E944FAF-3BAE-4825-AF9C-84C40B72A15E}"/>
                  </a:ext>
                </a:extLst>
              </p14:cNvPr>
              <p14:cNvContentPartPr/>
              <p14:nvPr/>
            </p14:nvContentPartPr>
            <p14:xfrm>
              <a:off x="9228789" y="6537145"/>
              <a:ext cx="140760" cy="148320"/>
            </p14:xfrm>
          </p:contentPart>
        </mc:Choice>
        <mc:Fallback xmlns="">
          <p:pic>
            <p:nvPicPr>
              <p:cNvPr id="188" name="Cerneală 187">
                <a:extLst>
                  <a:ext uri="{FF2B5EF4-FFF2-40B4-BE49-F238E27FC236}">
                    <a16:creationId xmlns:a16="http://schemas.microsoft.com/office/drawing/2014/main" id="{7E944FAF-3BAE-4825-AF9C-84C40B72A15E}"/>
                  </a:ext>
                </a:extLst>
              </p:cNvPr>
              <p:cNvPicPr/>
              <p:nvPr/>
            </p:nvPicPr>
            <p:blipFill>
              <a:blip r:embed="rId33"/>
              <a:stretch>
                <a:fillRect/>
              </a:stretch>
            </p:blipFill>
            <p:spPr>
              <a:xfrm>
                <a:off x="9211149" y="6501505"/>
                <a:ext cx="176400" cy="219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4">
            <p14:nvContentPartPr>
              <p14:cNvPr id="189" name="Cerneală 188">
                <a:extLst>
                  <a:ext uri="{FF2B5EF4-FFF2-40B4-BE49-F238E27FC236}">
                    <a16:creationId xmlns:a16="http://schemas.microsoft.com/office/drawing/2014/main" id="{2DE0CA1C-5E84-4CA6-ABC2-A14236C39A36}"/>
                  </a:ext>
                </a:extLst>
              </p14:cNvPr>
              <p14:cNvContentPartPr/>
              <p14:nvPr/>
            </p14:nvContentPartPr>
            <p14:xfrm>
              <a:off x="9506709" y="6538585"/>
              <a:ext cx="212760" cy="151560"/>
            </p14:xfrm>
          </p:contentPart>
        </mc:Choice>
        <mc:Fallback xmlns="">
          <p:pic>
            <p:nvPicPr>
              <p:cNvPr id="189" name="Cerneală 188">
                <a:extLst>
                  <a:ext uri="{FF2B5EF4-FFF2-40B4-BE49-F238E27FC236}">
                    <a16:creationId xmlns:a16="http://schemas.microsoft.com/office/drawing/2014/main" id="{2DE0CA1C-5E84-4CA6-ABC2-A14236C39A36}"/>
                  </a:ext>
                </a:extLst>
              </p:cNvPr>
              <p:cNvPicPr/>
              <p:nvPr/>
            </p:nvPicPr>
            <p:blipFill>
              <a:blip r:embed="rId35"/>
              <a:stretch>
                <a:fillRect/>
              </a:stretch>
            </p:blipFill>
            <p:spPr>
              <a:xfrm>
                <a:off x="9488709" y="6502945"/>
                <a:ext cx="248400" cy="223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6">
            <p14:nvContentPartPr>
              <p14:cNvPr id="190" name="Cerneală 189">
                <a:extLst>
                  <a:ext uri="{FF2B5EF4-FFF2-40B4-BE49-F238E27FC236}">
                    <a16:creationId xmlns:a16="http://schemas.microsoft.com/office/drawing/2014/main" id="{2D7E049B-CF05-428C-A690-4ECD2AD294DA}"/>
                  </a:ext>
                </a:extLst>
              </p14:cNvPr>
              <p14:cNvContentPartPr/>
              <p14:nvPr/>
            </p14:nvContentPartPr>
            <p14:xfrm>
              <a:off x="9683829" y="6395665"/>
              <a:ext cx="23400" cy="58680"/>
            </p14:xfrm>
          </p:contentPart>
        </mc:Choice>
        <mc:Fallback xmlns="">
          <p:pic>
            <p:nvPicPr>
              <p:cNvPr id="190" name="Cerneală 189">
                <a:extLst>
                  <a:ext uri="{FF2B5EF4-FFF2-40B4-BE49-F238E27FC236}">
                    <a16:creationId xmlns:a16="http://schemas.microsoft.com/office/drawing/2014/main" id="{2D7E049B-CF05-428C-A690-4ECD2AD294DA}"/>
                  </a:ext>
                </a:extLst>
              </p:cNvPr>
              <p:cNvPicPr/>
              <p:nvPr/>
            </p:nvPicPr>
            <p:blipFill>
              <a:blip r:embed="rId37"/>
              <a:stretch>
                <a:fillRect/>
              </a:stretch>
            </p:blipFill>
            <p:spPr>
              <a:xfrm>
                <a:off x="9665829" y="6360025"/>
                <a:ext cx="59040" cy="130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8">
            <p14:nvContentPartPr>
              <p14:cNvPr id="191" name="Cerneală 190">
                <a:extLst>
                  <a:ext uri="{FF2B5EF4-FFF2-40B4-BE49-F238E27FC236}">
                    <a16:creationId xmlns:a16="http://schemas.microsoft.com/office/drawing/2014/main" id="{DBE1A72A-7D9A-4AF9-912C-D216F7A37611}"/>
                  </a:ext>
                </a:extLst>
              </p14:cNvPr>
              <p14:cNvContentPartPr/>
              <p14:nvPr/>
            </p14:nvContentPartPr>
            <p14:xfrm>
              <a:off x="9843309" y="6465865"/>
              <a:ext cx="475200" cy="184680"/>
            </p14:xfrm>
          </p:contentPart>
        </mc:Choice>
        <mc:Fallback xmlns="">
          <p:pic>
            <p:nvPicPr>
              <p:cNvPr id="191" name="Cerneală 190">
                <a:extLst>
                  <a:ext uri="{FF2B5EF4-FFF2-40B4-BE49-F238E27FC236}">
                    <a16:creationId xmlns:a16="http://schemas.microsoft.com/office/drawing/2014/main" id="{DBE1A72A-7D9A-4AF9-912C-D216F7A37611}"/>
                  </a:ext>
                </a:extLst>
              </p:cNvPr>
              <p:cNvPicPr/>
              <p:nvPr/>
            </p:nvPicPr>
            <p:blipFill>
              <a:blip r:embed="rId39"/>
              <a:stretch>
                <a:fillRect/>
              </a:stretch>
            </p:blipFill>
            <p:spPr>
              <a:xfrm>
                <a:off x="9825669" y="6429865"/>
                <a:ext cx="510840" cy="256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0">
            <p14:nvContentPartPr>
              <p14:cNvPr id="192" name="Cerneală 191">
                <a:extLst>
                  <a:ext uri="{FF2B5EF4-FFF2-40B4-BE49-F238E27FC236}">
                    <a16:creationId xmlns:a16="http://schemas.microsoft.com/office/drawing/2014/main" id="{E2925BA8-3C0D-4ED8-8350-A4F442DE18D9}"/>
                  </a:ext>
                </a:extLst>
              </p14:cNvPr>
              <p14:cNvContentPartPr/>
              <p14:nvPr/>
            </p14:nvContentPartPr>
            <p14:xfrm>
              <a:off x="5945949" y="4391905"/>
              <a:ext cx="5140800" cy="424800"/>
            </p14:xfrm>
          </p:contentPart>
        </mc:Choice>
        <mc:Fallback xmlns="">
          <p:pic>
            <p:nvPicPr>
              <p:cNvPr id="192" name="Cerneală 191">
                <a:extLst>
                  <a:ext uri="{FF2B5EF4-FFF2-40B4-BE49-F238E27FC236}">
                    <a16:creationId xmlns:a16="http://schemas.microsoft.com/office/drawing/2014/main" id="{E2925BA8-3C0D-4ED8-8350-A4F442DE18D9}"/>
                  </a:ext>
                </a:extLst>
              </p:cNvPr>
              <p:cNvPicPr/>
              <p:nvPr/>
            </p:nvPicPr>
            <p:blipFill>
              <a:blip r:embed="rId41"/>
              <a:stretch>
                <a:fillRect/>
              </a:stretch>
            </p:blipFill>
            <p:spPr>
              <a:xfrm>
                <a:off x="5927949" y="4356265"/>
                <a:ext cx="5176440" cy="496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2">
            <p14:nvContentPartPr>
              <p14:cNvPr id="193" name="Cerneală 192">
                <a:extLst>
                  <a:ext uri="{FF2B5EF4-FFF2-40B4-BE49-F238E27FC236}">
                    <a16:creationId xmlns:a16="http://schemas.microsoft.com/office/drawing/2014/main" id="{5CB1C4AC-CB77-431F-BE3E-DC1FD5389BEA}"/>
                  </a:ext>
                </a:extLst>
              </p14:cNvPr>
              <p14:cNvContentPartPr/>
              <p14:nvPr/>
            </p14:nvContentPartPr>
            <p14:xfrm>
              <a:off x="10336869" y="4614385"/>
              <a:ext cx="729000" cy="301680"/>
            </p14:xfrm>
          </p:contentPart>
        </mc:Choice>
        <mc:Fallback xmlns="">
          <p:pic>
            <p:nvPicPr>
              <p:cNvPr id="193" name="Cerneală 192">
                <a:extLst>
                  <a:ext uri="{FF2B5EF4-FFF2-40B4-BE49-F238E27FC236}">
                    <a16:creationId xmlns:a16="http://schemas.microsoft.com/office/drawing/2014/main" id="{5CB1C4AC-CB77-431F-BE3E-DC1FD5389BEA}"/>
                  </a:ext>
                </a:extLst>
              </p:cNvPr>
              <p:cNvPicPr/>
              <p:nvPr/>
            </p:nvPicPr>
            <p:blipFill>
              <a:blip r:embed="rId43"/>
              <a:stretch>
                <a:fillRect/>
              </a:stretch>
            </p:blipFill>
            <p:spPr>
              <a:xfrm>
                <a:off x="10319229" y="4578745"/>
                <a:ext cx="764640" cy="373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4">
            <p14:nvContentPartPr>
              <p14:cNvPr id="194" name="Cerneală 193">
                <a:extLst>
                  <a:ext uri="{FF2B5EF4-FFF2-40B4-BE49-F238E27FC236}">
                    <a16:creationId xmlns:a16="http://schemas.microsoft.com/office/drawing/2014/main" id="{A1E092E0-550C-491A-ABF7-1EE1B81DF27D}"/>
                  </a:ext>
                </a:extLst>
              </p14:cNvPr>
              <p14:cNvContentPartPr/>
              <p14:nvPr/>
            </p14:nvContentPartPr>
            <p14:xfrm>
              <a:off x="5938389" y="4485145"/>
              <a:ext cx="45720" cy="383400"/>
            </p14:xfrm>
          </p:contentPart>
        </mc:Choice>
        <mc:Fallback xmlns="">
          <p:pic>
            <p:nvPicPr>
              <p:cNvPr id="194" name="Cerneală 193">
                <a:extLst>
                  <a:ext uri="{FF2B5EF4-FFF2-40B4-BE49-F238E27FC236}">
                    <a16:creationId xmlns:a16="http://schemas.microsoft.com/office/drawing/2014/main" id="{A1E092E0-550C-491A-ABF7-1EE1B81DF27D}"/>
                  </a:ext>
                </a:extLst>
              </p:cNvPr>
              <p:cNvPicPr/>
              <p:nvPr/>
            </p:nvPicPr>
            <p:blipFill>
              <a:blip r:embed="rId45"/>
              <a:stretch>
                <a:fillRect/>
              </a:stretch>
            </p:blipFill>
            <p:spPr>
              <a:xfrm>
                <a:off x="5920749" y="4449145"/>
                <a:ext cx="81360" cy="455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6">
            <p14:nvContentPartPr>
              <p14:cNvPr id="195" name="Cerneală 194">
                <a:extLst>
                  <a:ext uri="{FF2B5EF4-FFF2-40B4-BE49-F238E27FC236}">
                    <a16:creationId xmlns:a16="http://schemas.microsoft.com/office/drawing/2014/main" id="{D68F269F-F7B5-4915-8FA8-FB02024ACC54}"/>
                  </a:ext>
                </a:extLst>
              </p14:cNvPr>
              <p14:cNvContentPartPr/>
              <p14:nvPr/>
            </p14:nvContentPartPr>
            <p14:xfrm>
              <a:off x="10150029" y="4196425"/>
              <a:ext cx="57600" cy="237960"/>
            </p14:xfrm>
          </p:contentPart>
        </mc:Choice>
        <mc:Fallback xmlns="">
          <p:pic>
            <p:nvPicPr>
              <p:cNvPr id="195" name="Cerneală 194">
                <a:extLst>
                  <a:ext uri="{FF2B5EF4-FFF2-40B4-BE49-F238E27FC236}">
                    <a16:creationId xmlns:a16="http://schemas.microsoft.com/office/drawing/2014/main" id="{D68F269F-F7B5-4915-8FA8-FB02024ACC54}"/>
                  </a:ext>
                </a:extLst>
              </p:cNvPr>
              <p:cNvPicPr/>
              <p:nvPr/>
            </p:nvPicPr>
            <p:blipFill>
              <a:blip r:embed="rId47"/>
              <a:stretch>
                <a:fillRect/>
              </a:stretch>
            </p:blipFill>
            <p:spPr>
              <a:xfrm>
                <a:off x="10132389" y="4160425"/>
                <a:ext cx="93240" cy="309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8">
            <p14:nvContentPartPr>
              <p14:cNvPr id="196" name="Cerneală 195">
                <a:extLst>
                  <a:ext uri="{FF2B5EF4-FFF2-40B4-BE49-F238E27FC236}">
                    <a16:creationId xmlns:a16="http://schemas.microsoft.com/office/drawing/2014/main" id="{B258CEFB-FAFA-49A5-832C-395CCDEB47AF}"/>
                  </a:ext>
                </a:extLst>
              </p14:cNvPr>
              <p14:cNvContentPartPr/>
              <p14:nvPr/>
            </p14:nvContentPartPr>
            <p14:xfrm>
              <a:off x="10245789" y="4258705"/>
              <a:ext cx="182160" cy="182160"/>
            </p14:xfrm>
          </p:contentPart>
        </mc:Choice>
        <mc:Fallback xmlns="">
          <p:pic>
            <p:nvPicPr>
              <p:cNvPr id="196" name="Cerneală 195">
                <a:extLst>
                  <a:ext uri="{FF2B5EF4-FFF2-40B4-BE49-F238E27FC236}">
                    <a16:creationId xmlns:a16="http://schemas.microsoft.com/office/drawing/2014/main" id="{B258CEFB-FAFA-49A5-832C-395CCDEB47AF}"/>
                  </a:ext>
                </a:extLst>
              </p:cNvPr>
              <p:cNvPicPr/>
              <p:nvPr/>
            </p:nvPicPr>
            <p:blipFill>
              <a:blip r:embed="rId49"/>
              <a:stretch>
                <a:fillRect/>
              </a:stretch>
            </p:blipFill>
            <p:spPr>
              <a:xfrm>
                <a:off x="10228149" y="4222705"/>
                <a:ext cx="217800" cy="253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0">
            <p14:nvContentPartPr>
              <p14:cNvPr id="197" name="Cerneală 196">
                <a:extLst>
                  <a:ext uri="{FF2B5EF4-FFF2-40B4-BE49-F238E27FC236}">
                    <a16:creationId xmlns:a16="http://schemas.microsoft.com/office/drawing/2014/main" id="{A91CA188-D0D9-4638-9EB4-400235DED08B}"/>
                  </a:ext>
                </a:extLst>
              </p14:cNvPr>
              <p14:cNvContentPartPr/>
              <p14:nvPr/>
            </p14:nvContentPartPr>
            <p14:xfrm>
              <a:off x="10530909" y="4221985"/>
              <a:ext cx="221760" cy="213480"/>
            </p14:xfrm>
          </p:contentPart>
        </mc:Choice>
        <mc:Fallback xmlns="">
          <p:pic>
            <p:nvPicPr>
              <p:cNvPr id="197" name="Cerneală 196">
                <a:extLst>
                  <a:ext uri="{FF2B5EF4-FFF2-40B4-BE49-F238E27FC236}">
                    <a16:creationId xmlns:a16="http://schemas.microsoft.com/office/drawing/2014/main" id="{A91CA188-D0D9-4638-9EB4-400235DED08B}"/>
                  </a:ext>
                </a:extLst>
              </p:cNvPr>
              <p:cNvPicPr/>
              <p:nvPr/>
            </p:nvPicPr>
            <p:blipFill>
              <a:blip r:embed="rId51"/>
              <a:stretch>
                <a:fillRect/>
              </a:stretch>
            </p:blipFill>
            <p:spPr>
              <a:xfrm>
                <a:off x="10513269" y="4186345"/>
                <a:ext cx="257400" cy="285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2">
            <p14:nvContentPartPr>
              <p14:cNvPr id="198" name="Cerneală 197">
                <a:extLst>
                  <a:ext uri="{FF2B5EF4-FFF2-40B4-BE49-F238E27FC236}">
                    <a16:creationId xmlns:a16="http://schemas.microsoft.com/office/drawing/2014/main" id="{7E519520-3E9F-4007-B2CC-FD16C76AEBA7}"/>
                  </a:ext>
                </a:extLst>
              </p14:cNvPr>
              <p14:cNvContentPartPr/>
              <p14:nvPr/>
            </p14:nvContentPartPr>
            <p14:xfrm>
              <a:off x="10758069" y="4108225"/>
              <a:ext cx="23040" cy="62640"/>
            </p14:xfrm>
          </p:contentPart>
        </mc:Choice>
        <mc:Fallback xmlns="">
          <p:pic>
            <p:nvPicPr>
              <p:cNvPr id="198" name="Cerneală 197">
                <a:extLst>
                  <a:ext uri="{FF2B5EF4-FFF2-40B4-BE49-F238E27FC236}">
                    <a16:creationId xmlns:a16="http://schemas.microsoft.com/office/drawing/2014/main" id="{7E519520-3E9F-4007-B2CC-FD16C76AEBA7}"/>
                  </a:ext>
                </a:extLst>
              </p:cNvPr>
              <p:cNvPicPr/>
              <p:nvPr/>
            </p:nvPicPr>
            <p:blipFill>
              <a:blip r:embed="rId53"/>
              <a:stretch>
                <a:fillRect/>
              </a:stretch>
            </p:blipFill>
            <p:spPr>
              <a:xfrm>
                <a:off x="10740069" y="4072225"/>
                <a:ext cx="58680" cy="134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4">
            <p14:nvContentPartPr>
              <p14:cNvPr id="199" name="Cerneală 198">
                <a:extLst>
                  <a:ext uri="{FF2B5EF4-FFF2-40B4-BE49-F238E27FC236}">
                    <a16:creationId xmlns:a16="http://schemas.microsoft.com/office/drawing/2014/main" id="{1EE1895F-CA3E-42A2-B0F4-82BEF33EB111}"/>
                  </a:ext>
                </a:extLst>
              </p14:cNvPr>
              <p14:cNvContentPartPr/>
              <p14:nvPr/>
            </p14:nvContentPartPr>
            <p14:xfrm>
              <a:off x="10847349" y="4179145"/>
              <a:ext cx="456480" cy="262080"/>
            </p14:xfrm>
          </p:contentPart>
        </mc:Choice>
        <mc:Fallback xmlns="">
          <p:pic>
            <p:nvPicPr>
              <p:cNvPr id="199" name="Cerneală 198">
                <a:extLst>
                  <a:ext uri="{FF2B5EF4-FFF2-40B4-BE49-F238E27FC236}">
                    <a16:creationId xmlns:a16="http://schemas.microsoft.com/office/drawing/2014/main" id="{1EE1895F-CA3E-42A2-B0F4-82BEF33EB111}"/>
                  </a:ext>
                </a:extLst>
              </p:cNvPr>
              <p:cNvPicPr/>
              <p:nvPr/>
            </p:nvPicPr>
            <p:blipFill>
              <a:blip r:embed="rId55"/>
              <a:stretch>
                <a:fillRect/>
              </a:stretch>
            </p:blipFill>
            <p:spPr>
              <a:xfrm>
                <a:off x="10829349" y="4143505"/>
                <a:ext cx="492120" cy="333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6">
            <p14:nvContentPartPr>
              <p14:cNvPr id="200" name="Cerneală 199">
                <a:extLst>
                  <a:ext uri="{FF2B5EF4-FFF2-40B4-BE49-F238E27FC236}">
                    <a16:creationId xmlns:a16="http://schemas.microsoft.com/office/drawing/2014/main" id="{A14E2779-EA59-4246-9181-232AFC5C95F4}"/>
                  </a:ext>
                </a:extLst>
              </p14:cNvPr>
              <p14:cNvContentPartPr/>
              <p14:nvPr/>
            </p14:nvContentPartPr>
            <p14:xfrm>
              <a:off x="10711989" y="4909945"/>
              <a:ext cx="380520" cy="345960"/>
            </p14:xfrm>
          </p:contentPart>
        </mc:Choice>
        <mc:Fallback xmlns="">
          <p:pic>
            <p:nvPicPr>
              <p:cNvPr id="200" name="Cerneală 199">
                <a:extLst>
                  <a:ext uri="{FF2B5EF4-FFF2-40B4-BE49-F238E27FC236}">
                    <a16:creationId xmlns:a16="http://schemas.microsoft.com/office/drawing/2014/main" id="{A14E2779-EA59-4246-9181-232AFC5C95F4}"/>
                  </a:ext>
                </a:extLst>
              </p:cNvPr>
              <p:cNvPicPr/>
              <p:nvPr/>
            </p:nvPicPr>
            <p:blipFill>
              <a:blip r:embed="rId57"/>
              <a:stretch>
                <a:fillRect/>
              </a:stretch>
            </p:blipFill>
            <p:spPr>
              <a:xfrm>
                <a:off x="10693989" y="4874305"/>
                <a:ext cx="416160" cy="417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8">
            <p14:nvContentPartPr>
              <p14:cNvPr id="201" name="Cerneală 200">
                <a:extLst>
                  <a:ext uri="{FF2B5EF4-FFF2-40B4-BE49-F238E27FC236}">
                    <a16:creationId xmlns:a16="http://schemas.microsoft.com/office/drawing/2014/main" id="{3EAB4DBC-AD63-4A10-860B-7A5605DA5785}"/>
                  </a:ext>
                </a:extLst>
              </p14:cNvPr>
              <p14:cNvContentPartPr/>
              <p14:nvPr/>
            </p14:nvContentPartPr>
            <p14:xfrm>
              <a:off x="11107989" y="4948825"/>
              <a:ext cx="52560" cy="55080"/>
            </p14:xfrm>
          </p:contentPart>
        </mc:Choice>
        <mc:Fallback xmlns="">
          <p:pic>
            <p:nvPicPr>
              <p:cNvPr id="201" name="Cerneală 200">
                <a:extLst>
                  <a:ext uri="{FF2B5EF4-FFF2-40B4-BE49-F238E27FC236}">
                    <a16:creationId xmlns:a16="http://schemas.microsoft.com/office/drawing/2014/main" id="{3EAB4DBC-AD63-4A10-860B-7A5605DA5785}"/>
                  </a:ext>
                </a:extLst>
              </p:cNvPr>
              <p:cNvPicPr/>
              <p:nvPr/>
            </p:nvPicPr>
            <p:blipFill>
              <a:blip r:embed="rId59"/>
              <a:stretch>
                <a:fillRect/>
              </a:stretch>
            </p:blipFill>
            <p:spPr>
              <a:xfrm>
                <a:off x="11090349" y="4912825"/>
                <a:ext cx="88200" cy="126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0">
            <p14:nvContentPartPr>
              <p14:cNvPr id="202" name="Cerneală 201">
                <a:extLst>
                  <a:ext uri="{FF2B5EF4-FFF2-40B4-BE49-F238E27FC236}">
                    <a16:creationId xmlns:a16="http://schemas.microsoft.com/office/drawing/2014/main" id="{7DE7F5EC-660F-4738-8BA9-4F8D1AE4EF18}"/>
                  </a:ext>
                </a:extLst>
              </p14:cNvPr>
              <p14:cNvContentPartPr/>
              <p14:nvPr/>
            </p14:nvContentPartPr>
            <p14:xfrm>
              <a:off x="11241909" y="5057905"/>
              <a:ext cx="200160" cy="218520"/>
            </p14:xfrm>
          </p:contentPart>
        </mc:Choice>
        <mc:Fallback xmlns="">
          <p:pic>
            <p:nvPicPr>
              <p:cNvPr id="202" name="Cerneală 201">
                <a:extLst>
                  <a:ext uri="{FF2B5EF4-FFF2-40B4-BE49-F238E27FC236}">
                    <a16:creationId xmlns:a16="http://schemas.microsoft.com/office/drawing/2014/main" id="{7DE7F5EC-660F-4738-8BA9-4F8D1AE4EF18}"/>
                  </a:ext>
                </a:extLst>
              </p:cNvPr>
              <p:cNvPicPr/>
              <p:nvPr/>
            </p:nvPicPr>
            <p:blipFill>
              <a:blip r:embed="rId61"/>
              <a:stretch>
                <a:fillRect/>
              </a:stretch>
            </p:blipFill>
            <p:spPr>
              <a:xfrm>
                <a:off x="11224269" y="5021905"/>
                <a:ext cx="235800" cy="290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2">
            <p14:nvContentPartPr>
              <p14:cNvPr id="203" name="Cerneală 202">
                <a:extLst>
                  <a:ext uri="{FF2B5EF4-FFF2-40B4-BE49-F238E27FC236}">
                    <a16:creationId xmlns:a16="http://schemas.microsoft.com/office/drawing/2014/main" id="{6EF5C121-3250-495A-9969-171ACC325649}"/>
                  </a:ext>
                </a:extLst>
              </p14:cNvPr>
              <p14:cNvContentPartPr/>
              <p14:nvPr/>
            </p14:nvContentPartPr>
            <p14:xfrm>
              <a:off x="11530629" y="5226025"/>
              <a:ext cx="360" cy="360"/>
            </p14:xfrm>
          </p:contentPart>
        </mc:Choice>
        <mc:Fallback xmlns="">
          <p:pic>
            <p:nvPicPr>
              <p:cNvPr id="203" name="Cerneală 202">
                <a:extLst>
                  <a:ext uri="{FF2B5EF4-FFF2-40B4-BE49-F238E27FC236}">
                    <a16:creationId xmlns:a16="http://schemas.microsoft.com/office/drawing/2014/main" id="{6EF5C121-3250-495A-9969-171ACC325649}"/>
                  </a:ext>
                </a:extLst>
              </p:cNvPr>
              <p:cNvPicPr/>
              <p:nvPr/>
            </p:nvPicPr>
            <p:blipFill>
              <a:blip r:embed="rId63"/>
              <a:stretch>
                <a:fillRect/>
              </a:stretch>
            </p:blipFill>
            <p:spPr>
              <a:xfrm>
                <a:off x="11512989" y="5190385"/>
                <a:ext cx="36000" cy="72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4">
            <p14:nvContentPartPr>
              <p14:cNvPr id="218" name="Cerneală 217">
                <a:extLst>
                  <a:ext uri="{FF2B5EF4-FFF2-40B4-BE49-F238E27FC236}">
                    <a16:creationId xmlns:a16="http://schemas.microsoft.com/office/drawing/2014/main" id="{31665E7B-8300-4E4A-B13B-688394DA5469}"/>
                  </a:ext>
                </a:extLst>
              </p14:cNvPr>
              <p14:cNvContentPartPr/>
              <p14:nvPr/>
            </p14:nvContentPartPr>
            <p14:xfrm>
              <a:off x="504909" y="816025"/>
              <a:ext cx="6330960" cy="3718440"/>
            </p14:xfrm>
          </p:contentPart>
        </mc:Choice>
        <mc:Fallback xmlns="">
          <p:pic>
            <p:nvPicPr>
              <p:cNvPr id="218" name="Cerneală 217">
                <a:extLst>
                  <a:ext uri="{FF2B5EF4-FFF2-40B4-BE49-F238E27FC236}">
                    <a16:creationId xmlns:a16="http://schemas.microsoft.com/office/drawing/2014/main" id="{31665E7B-8300-4E4A-B13B-688394DA5469}"/>
                  </a:ext>
                </a:extLst>
              </p:cNvPr>
              <p:cNvPicPr/>
              <p:nvPr/>
            </p:nvPicPr>
            <p:blipFill>
              <a:blip r:embed="rId65"/>
              <a:stretch>
                <a:fillRect/>
              </a:stretch>
            </p:blipFill>
            <p:spPr>
              <a:xfrm>
                <a:off x="487269" y="798383"/>
                <a:ext cx="6366600" cy="3754083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6">
            <p14:nvContentPartPr>
              <p14:cNvPr id="226" name="Cerneală 225">
                <a:extLst>
                  <a:ext uri="{FF2B5EF4-FFF2-40B4-BE49-F238E27FC236}">
                    <a16:creationId xmlns:a16="http://schemas.microsoft.com/office/drawing/2014/main" id="{73A28F75-8BD6-4D56-93F3-980DB9E160B3}"/>
                  </a:ext>
                </a:extLst>
              </p14:cNvPr>
              <p14:cNvContentPartPr/>
              <p14:nvPr/>
            </p14:nvContentPartPr>
            <p14:xfrm>
              <a:off x="7956909" y="1559065"/>
              <a:ext cx="2525040" cy="2951640"/>
            </p14:xfrm>
          </p:contentPart>
        </mc:Choice>
        <mc:Fallback xmlns="">
          <p:pic>
            <p:nvPicPr>
              <p:cNvPr id="226" name="Cerneală 225">
                <a:extLst>
                  <a:ext uri="{FF2B5EF4-FFF2-40B4-BE49-F238E27FC236}">
                    <a16:creationId xmlns:a16="http://schemas.microsoft.com/office/drawing/2014/main" id="{73A28F75-8BD6-4D56-93F3-980DB9E160B3}"/>
                  </a:ext>
                </a:extLst>
              </p:cNvPr>
              <p:cNvPicPr/>
              <p:nvPr/>
            </p:nvPicPr>
            <p:blipFill>
              <a:blip r:embed="rId67"/>
              <a:stretch>
                <a:fillRect/>
              </a:stretch>
            </p:blipFill>
            <p:spPr>
              <a:xfrm>
                <a:off x="7939269" y="1541423"/>
                <a:ext cx="2560680" cy="2987284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8">
            <p14:nvContentPartPr>
              <p14:cNvPr id="230" name="Cerneală 229">
                <a:extLst>
                  <a:ext uri="{FF2B5EF4-FFF2-40B4-BE49-F238E27FC236}">
                    <a16:creationId xmlns:a16="http://schemas.microsoft.com/office/drawing/2014/main" id="{28553111-C31D-42E0-8C30-097984C47F52}"/>
                  </a:ext>
                </a:extLst>
              </p14:cNvPr>
              <p14:cNvContentPartPr/>
              <p14:nvPr/>
            </p14:nvContentPartPr>
            <p14:xfrm>
              <a:off x="9880029" y="1082065"/>
              <a:ext cx="573840" cy="321840"/>
            </p14:xfrm>
          </p:contentPart>
        </mc:Choice>
        <mc:Fallback xmlns="">
          <p:pic>
            <p:nvPicPr>
              <p:cNvPr id="230" name="Cerneală 229">
                <a:extLst>
                  <a:ext uri="{FF2B5EF4-FFF2-40B4-BE49-F238E27FC236}">
                    <a16:creationId xmlns:a16="http://schemas.microsoft.com/office/drawing/2014/main" id="{28553111-C31D-42E0-8C30-097984C47F52}"/>
                  </a:ext>
                </a:extLst>
              </p:cNvPr>
              <p:cNvPicPr/>
              <p:nvPr/>
            </p:nvPicPr>
            <p:blipFill>
              <a:blip r:embed="rId69"/>
              <a:stretch>
                <a:fillRect/>
              </a:stretch>
            </p:blipFill>
            <p:spPr>
              <a:xfrm>
                <a:off x="9862029" y="1064065"/>
                <a:ext cx="609480" cy="357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0">
            <p14:nvContentPartPr>
              <p14:cNvPr id="238" name="Cerneală 237">
                <a:extLst>
                  <a:ext uri="{FF2B5EF4-FFF2-40B4-BE49-F238E27FC236}">
                    <a16:creationId xmlns:a16="http://schemas.microsoft.com/office/drawing/2014/main" id="{067CC0C7-7294-46D2-9BC9-2CD65EFCA7A2}"/>
                  </a:ext>
                </a:extLst>
              </p14:cNvPr>
              <p14:cNvContentPartPr/>
              <p14:nvPr/>
            </p14:nvContentPartPr>
            <p14:xfrm>
              <a:off x="10752669" y="1299145"/>
              <a:ext cx="735480" cy="513360"/>
            </p14:xfrm>
          </p:contentPart>
        </mc:Choice>
        <mc:Fallback xmlns="">
          <p:pic>
            <p:nvPicPr>
              <p:cNvPr id="238" name="Cerneală 237">
                <a:extLst>
                  <a:ext uri="{FF2B5EF4-FFF2-40B4-BE49-F238E27FC236}">
                    <a16:creationId xmlns:a16="http://schemas.microsoft.com/office/drawing/2014/main" id="{067CC0C7-7294-46D2-9BC9-2CD65EFCA7A2}"/>
                  </a:ext>
                </a:extLst>
              </p:cNvPr>
              <p:cNvPicPr/>
              <p:nvPr/>
            </p:nvPicPr>
            <p:blipFill>
              <a:blip r:embed="rId71"/>
              <a:stretch>
                <a:fillRect/>
              </a:stretch>
            </p:blipFill>
            <p:spPr>
              <a:xfrm>
                <a:off x="10734660" y="1281145"/>
                <a:ext cx="771137" cy="5490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435631327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7" name="Cerneală 6">
                <a:extLst>
                  <a:ext uri="{FF2B5EF4-FFF2-40B4-BE49-F238E27FC236}">
                    <a16:creationId xmlns:a16="http://schemas.microsoft.com/office/drawing/2014/main" id="{75D2B17A-8C83-4426-A216-272764FE5B06}"/>
                  </a:ext>
                </a:extLst>
              </p14:cNvPr>
              <p14:cNvContentPartPr/>
              <p14:nvPr/>
            </p14:nvContentPartPr>
            <p14:xfrm>
              <a:off x="1220229" y="429025"/>
              <a:ext cx="195480" cy="198000"/>
            </p14:xfrm>
          </p:contentPart>
        </mc:Choice>
        <mc:Fallback xmlns="">
          <p:pic>
            <p:nvPicPr>
              <p:cNvPr id="7" name="Cerneală 6">
                <a:extLst>
                  <a:ext uri="{FF2B5EF4-FFF2-40B4-BE49-F238E27FC236}">
                    <a16:creationId xmlns:a16="http://schemas.microsoft.com/office/drawing/2014/main" id="{75D2B17A-8C83-4426-A216-272764FE5B06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202589" y="411025"/>
                <a:ext cx="231120" cy="233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16" name="Cerneală 15">
                <a:extLst>
                  <a:ext uri="{FF2B5EF4-FFF2-40B4-BE49-F238E27FC236}">
                    <a16:creationId xmlns:a16="http://schemas.microsoft.com/office/drawing/2014/main" id="{5C105FE9-62C2-47D1-96B2-A004ECE37237}"/>
                  </a:ext>
                </a:extLst>
              </p14:cNvPr>
              <p14:cNvContentPartPr/>
              <p14:nvPr/>
            </p14:nvContentPartPr>
            <p14:xfrm>
              <a:off x="574029" y="269185"/>
              <a:ext cx="378720" cy="339480"/>
            </p14:xfrm>
          </p:contentPart>
        </mc:Choice>
        <mc:Fallback xmlns="">
          <p:pic>
            <p:nvPicPr>
              <p:cNvPr id="16" name="Cerneală 15">
                <a:extLst>
                  <a:ext uri="{FF2B5EF4-FFF2-40B4-BE49-F238E27FC236}">
                    <a16:creationId xmlns:a16="http://schemas.microsoft.com/office/drawing/2014/main" id="{5C105FE9-62C2-47D1-96B2-A004ECE37237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556389" y="251204"/>
                <a:ext cx="414360" cy="375082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142" name="Cerneală 141">
                <a:extLst>
                  <a:ext uri="{FF2B5EF4-FFF2-40B4-BE49-F238E27FC236}">
                    <a16:creationId xmlns:a16="http://schemas.microsoft.com/office/drawing/2014/main" id="{26897DED-87AC-4B15-BCBD-88276E0FB4C7}"/>
                  </a:ext>
                </a:extLst>
              </p14:cNvPr>
              <p14:cNvContentPartPr/>
              <p14:nvPr/>
            </p14:nvContentPartPr>
            <p14:xfrm>
              <a:off x="1599669" y="48145"/>
              <a:ext cx="10038240" cy="6458040"/>
            </p14:xfrm>
          </p:contentPart>
        </mc:Choice>
        <mc:Fallback xmlns="">
          <p:pic>
            <p:nvPicPr>
              <p:cNvPr id="142" name="Cerneală 141">
                <a:extLst>
                  <a:ext uri="{FF2B5EF4-FFF2-40B4-BE49-F238E27FC236}">
                    <a16:creationId xmlns:a16="http://schemas.microsoft.com/office/drawing/2014/main" id="{26897DED-87AC-4B15-BCBD-88276E0FB4C7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1582028" y="30505"/>
                <a:ext cx="10073881" cy="64936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721265526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reptunghi 1">
            <a:extLst>
              <a:ext uri="{FF2B5EF4-FFF2-40B4-BE49-F238E27FC236}">
                <a16:creationId xmlns:a16="http://schemas.microsoft.com/office/drawing/2014/main" id="{6C401569-7906-4795-A91E-0998C971A7D3}"/>
              </a:ext>
            </a:extLst>
          </p:cNvPr>
          <p:cNvSpPr/>
          <p:nvPr/>
        </p:nvSpPr>
        <p:spPr>
          <a:xfrm>
            <a:off x="975416" y="411513"/>
            <a:ext cx="10407326" cy="470898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b="1" dirty="0">
                <a:solidFill>
                  <a:srgbClr val="0000FF"/>
                </a:solidFill>
              </a:rPr>
              <a:t>Agenda</a:t>
            </a:r>
            <a:endParaRPr lang="ro-RO" sz="2800" b="1" dirty="0">
              <a:solidFill>
                <a:srgbClr val="0000FF"/>
              </a:solidFill>
            </a:endParaRPr>
          </a:p>
          <a:p>
            <a:pPr algn="ctr"/>
            <a:r>
              <a:rPr lang="ro-RO" sz="2800" b="1" dirty="0">
                <a:solidFill>
                  <a:srgbClr val="0000FF"/>
                </a:solidFill>
              </a:rPr>
              <a:t> </a:t>
            </a:r>
          </a:p>
          <a:p>
            <a:pPr marL="457200" indent="-457200">
              <a:buFontTx/>
              <a:buChar char="-"/>
            </a:pPr>
            <a:r>
              <a:rPr lang="ro-RO" sz="2800" b="1" dirty="0">
                <a:solidFill>
                  <a:srgbClr val="0000FF"/>
                </a:solidFill>
              </a:rPr>
              <a:t>Numărătoare;</a:t>
            </a:r>
          </a:p>
          <a:p>
            <a:pPr marL="1371600" lvl="2" indent="-457200">
              <a:buFontTx/>
              <a:buChar char="-"/>
            </a:pPr>
            <a:r>
              <a:rPr lang="ro-RO" sz="2400" b="1" dirty="0">
                <a:solidFill>
                  <a:schemeClr val="accent5">
                    <a:lumMod val="20000"/>
                    <a:lumOff val="80000"/>
                  </a:schemeClr>
                </a:solidFill>
              </a:rPr>
              <a:t>Introducere (rol, aplicații)</a:t>
            </a:r>
          </a:p>
          <a:p>
            <a:pPr marL="1371600" lvl="2" indent="-457200">
              <a:buFontTx/>
              <a:buChar char="-"/>
            </a:pPr>
            <a:r>
              <a:rPr lang="ro-RO" sz="2400" b="1" dirty="0">
                <a:solidFill>
                  <a:schemeClr val="accent5">
                    <a:lumMod val="20000"/>
                    <a:lumOff val="80000"/>
                  </a:schemeClr>
                </a:solidFill>
              </a:rPr>
              <a:t>Clasificare;</a:t>
            </a:r>
          </a:p>
          <a:p>
            <a:pPr marL="1371600" lvl="2" indent="-457200">
              <a:buFontTx/>
              <a:buChar char="-"/>
            </a:pPr>
            <a:r>
              <a:rPr lang="ro-RO" sz="2400" b="1" dirty="0">
                <a:solidFill>
                  <a:schemeClr val="accent5">
                    <a:lumMod val="20000"/>
                    <a:lumOff val="80000"/>
                  </a:schemeClr>
                </a:solidFill>
              </a:rPr>
              <a:t>Numărătoare binare asincrone;</a:t>
            </a:r>
          </a:p>
          <a:p>
            <a:pPr marL="2286000" lvl="4" indent="-457200">
              <a:buFontTx/>
              <a:buChar char="-"/>
            </a:pPr>
            <a:r>
              <a:rPr lang="ro-RO" sz="2000" b="1" dirty="0">
                <a:solidFill>
                  <a:schemeClr val="accent5">
                    <a:lumMod val="20000"/>
                    <a:lumOff val="80000"/>
                  </a:schemeClr>
                </a:solidFill>
              </a:rPr>
              <a:t>Structură internă</a:t>
            </a:r>
          </a:p>
          <a:p>
            <a:pPr marL="2286000" lvl="4" indent="-457200">
              <a:buFontTx/>
              <a:buChar char="-"/>
            </a:pPr>
            <a:r>
              <a:rPr lang="ro-RO" sz="2000" b="1" dirty="0">
                <a:solidFill>
                  <a:schemeClr val="accent5">
                    <a:lumMod val="20000"/>
                    <a:lumOff val="80000"/>
                  </a:schemeClr>
                </a:solidFill>
              </a:rPr>
              <a:t>Diagrame de timp</a:t>
            </a:r>
          </a:p>
          <a:p>
            <a:pPr marL="2286000" lvl="4" indent="-457200">
              <a:buFontTx/>
              <a:buChar char="-"/>
            </a:pPr>
            <a:r>
              <a:rPr lang="ro-RO" sz="2000" b="1" dirty="0">
                <a:solidFill>
                  <a:schemeClr val="accent5">
                    <a:lumMod val="20000"/>
                    <a:lumOff val="80000"/>
                  </a:schemeClr>
                </a:solidFill>
              </a:rPr>
              <a:t>Aspecte nedorite în funcționarea numărătoarelor asincrone </a:t>
            </a:r>
            <a:r>
              <a:rPr lang="en-US" sz="2000" b="1" dirty="0">
                <a:solidFill>
                  <a:schemeClr val="accent5">
                    <a:lumMod val="20000"/>
                    <a:lumOff val="80000"/>
                  </a:schemeClr>
                </a:solidFill>
              </a:rPr>
              <a:t> </a:t>
            </a:r>
            <a:endParaRPr lang="ro-RO" sz="2000" b="1" dirty="0">
              <a:solidFill>
                <a:schemeClr val="accent5">
                  <a:lumMod val="20000"/>
                  <a:lumOff val="80000"/>
                </a:schemeClr>
              </a:solidFill>
            </a:endParaRPr>
          </a:p>
          <a:p>
            <a:pPr marL="1371600" lvl="2" indent="-457200">
              <a:buFontTx/>
              <a:buChar char="-"/>
            </a:pPr>
            <a:r>
              <a:rPr lang="ro-RO" sz="2400" b="1" dirty="0">
                <a:solidFill>
                  <a:schemeClr val="accent5">
                    <a:lumMod val="20000"/>
                    <a:lumOff val="80000"/>
                  </a:schemeClr>
                </a:solidFill>
              </a:rPr>
              <a:t>Implementarea divizoarelor de frecvență cu factor fix</a:t>
            </a:r>
            <a:endParaRPr lang="en-US" sz="2400" b="1" dirty="0">
              <a:solidFill>
                <a:schemeClr val="accent5">
                  <a:lumMod val="20000"/>
                  <a:lumOff val="80000"/>
                </a:schemeClr>
              </a:solidFill>
            </a:endParaRPr>
          </a:p>
          <a:p>
            <a:pPr marL="1371600" lvl="2" indent="-457200">
              <a:buFontTx/>
              <a:buChar char="-"/>
            </a:pPr>
            <a:r>
              <a:rPr lang="ro-RO" sz="2800" b="1" dirty="0"/>
              <a:t>Aplicație: Ceas digital</a:t>
            </a:r>
            <a:r>
              <a:rPr lang="en-US" sz="2800" b="1" dirty="0"/>
              <a:t> </a:t>
            </a:r>
            <a:endParaRPr lang="ro-RO" sz="2800" b="1" dirty="0"/>
          </a:p>
          <a:p>
            <a:pPr lvl="2"/>
            <a:endParaRPr lang="ro-RO" sz="2800" b="1" dirty="0"/>
          </a:p>
        </p:txBody>
      </p:sp>
    </p:spTree>
    <p:extLst>
      <p:ext uri="{BB962C8B-B14F-4D97-AF65-F5344CB8AC3E}">
        <p14:creationId xmlns:p14="http://schemas.microsoft.com/office/powerpoint/2010/main" val="4114674562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reptunghi 1">
            <a:extLst>
              <a:ext uri="{FF2B5EF4-FFF2-40B4-BE49-F238E27FC236}">
                <a16:creationId xmlns:a16="http://schemas.microsoft.com/office/drawing/2014/main" id="{C78A9355-B622-4D0E-806D-F616C6E4EC8E}"/>
              </a:ext>
            </a:extLst>
          </p:cNvPr>
          <p:cNvSpPr/>
          <p:nvPr/>
        </p:nvSpPr>
        <p:spPr>
          <a:xfrm>
            <a:off x="335343" y="137196"/>
            <a:ext cx="11429875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o-RO" sz="2000" b="1" dirty="0">
                <a:solidFill>
                  <a:srgbClr val="0000FF"/>
                </a:solidFill>
              </a:rPr>
              <a:t>Aplicație: Ceas digital</a:t>
            </a:r>
          </a:p>
          <a:p>
            <a:r>
              <a:rPr lang="ro-RO" sz="2000" b="1" dirty="0">
                <a:solidFill>
                  <a:srgbClr val="FF0000"/>
                </a:solidFill>
              </a:rPr>
              <a:t>Schema bloc de principiu      </a:t>
            </a:r>
            <a:r>
              <a:rPr lang="en-US" sz="2000" b="1" dirty="0">
                <a:solidFill>
                  <a:srgbClr val="FF0000"/>
                </a:solidFill>
              </a:rPr>
              <a:t> </a:t>
            </a:r>
            <a:endParaRPr lang="ro-RO" sz="2000" b="1" dirty="0">
              <a:solidFill>
                <a:srgbClr val="FF0000"/>
              </a:solidFill>
            </a:endParaRPr>
          </a:p>
        </p:txBody>
      </p:sp>
      <p:pic>
        <p:nvPicPr>
          <p:cNvPr id="3" name="Imagine 2">
            <a:extLst>
              <a:ext uri="{FF2B5EF4-FFF2-40B4-BE49-F238E27FC236}">
                <a16:creationId xmlns:a16="http://schemas.microsoft.com/office/drawing/2014/main" id="{F0542483-91CF-4799-981D-6939387AA7A7}"/>
              </a:ext>
            </a:extLst>
          </p:cNvPr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8221" y="2423171"/>
            <a:ext cx="9052461" cy="2468853"/>
          </a:xfrm>
          <a:prstGeom prst="rect">
            <a:avLst/>
          </a:prstGeom>
          <a:noFill/>
          <a:ln>
            <a:noFill/>
          </a:ln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4" name="Cerneală 3">
                <a:extLst>
                  <a:ext uri="{FF2B5EF4-FFF2-40B4-BE49-F238E27FC236}">
                    <a16:creationId xmlns:a16="http://schemas.microsoft.com/office/drawing/2014/main" id="{1547F514-99B2-4704-9EB3-454072091A9B}"/>
                  </a:ext>
                </a:extLst>
              </p14:cNvPr>
              <p14:cNvContentPartPr/>
              <p14:nvPr/>
            </p14:nvContentPartPr>
            <p14:xfrm>
              <a:off x="2307918" y="2000509"/>
              <a:ext cx="373320" cy="1112040"/>
            </p14:xfrm>
          </p:contentPart>
        </mc:Choice>
        <mc:Fallback xmlns="">
          <p:pic>
            <p:nvPicPr>
              <p:cNvPr id="4" name="Cerneală 3">
                <a:extLst>
                  <a:ext uri="{FF2B5EF4-FFF2-40B4-BE49-F238E27FC236}">
                    <a16:creationId xmlns:a16="http://schemas.microsoft.com/office/drawing/2014/main" id="{1547F514-99B2-4704-9EB3-454072091A9B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289901" y="1982509"/>
                <a:ext cx="408994" cy="1147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5" name="Cerneală 4">
                <a:extLst>
                  <a:ext uri="{FF2B5EF4-FFF2-40B4-BE49-F238E27FC236}">
                    <a16:creationId xmlns:a16="http://schemas.microsoft.com/office/drawing/2014/main" id="{DBC5A9A9-1B2B-4527-8539-AC207A430A23}"/>
                  </a:ext>
                </a:extLst>
              </p14:cNvPr>
              <p14:cNvContentPartPr/>
              <p14:nvPr/>
            </p14:nvContentPartPr>
            <p14:xfrm>
              <a:off x="3428238" y="1719349"/>
              <a:ext cx="323640" cy="192960"/>
            </p14:xfrm>
          </p:contentPart>
        </mc:Choice>
        <mc:Fallback xmlns="">
          <p:pic>
            <p:nvPicPr>
              <p:cNvPr id="5" name="Cerneală 4">
                <a:extLst>
                  <a:ext uri="{FF2B5EF4-FFF2-40B4-BE49-F238E27FC236}">
                    <a16:creationId xmlns:a16="http://schemas.microsoft.com/office/drawing/2014/main" id="{DBC5A9A9-1B2B-4527-8539-AC207A430A23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3410258" y="1701383"/>
                <a:ext cx="359240" cy="228534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6" name="Cerneală 5">
                <a:extLst>
                  <a:ext uri="{FF2B5EF4-FFF2-40B4-BE49-F238E27FC236}">
                    <a16:creationId xmlns:a16="http://schemas.microsoft.com/office/drawing/2014/main" id="{AD6B83FB-F81D-4B86-BA6F-DED9B001D05D}"/>
                  </a:ext>
                </a:extLst>
              </p14:cNvPr>
              <p14:cNvContentPartPr/>
              <p14:nvPr/>
            </p14:nvContentPartPr>
            <p14:xfrm>
              <a:off x="3128358" y="1805029"/>
              <a:ext cx="161640" cy="92520"/>
            </p14:xfrm>
          </p:contentPart>
        </mc:Choice>
        <mc:Fallback xmlns="">
          <p:pic>
            <p:nvPicPr>
              <p:cNvPr id="6" name="Cerneală 5">
                <a:extLst>
                  <a:ext uri="{FF2B5EF4-FFF2-40B4-BE49-F238E27FC236}">
                    <a16:creationId xmlns:a16="http://schemas.microsoft.com/office/drawing/2014/main" id="{AD6B83FB-F81D-4B86-BA6F-DED9B001D05D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3110398" y="1787029"/>
                <a:ext cx="197201" cy="128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7" name="Cerneală 6">
                <a:extLst>
                  <a:ext uri="{FF2B5EF4-FFF2-40B4-BE49-F238E27FC236}">
                    <a16:creationId xmlns:a16="http://schemas.microsoft.com/office/drawing/2014/main" id="{3499F6F5-7959-44DC-9197-14178C04D52C}"/>
                  </a:ext>
                </a:extLst>
              </p14:cNvPr>
              <p14:cNvContentPartPr/>
              <p14:nvPr/>
            </p14:nvContentPartPr>
            <p14:xfrm>
              <a:off x="2797878" y="1718629"/>
              <a:ext cx="233640" cy="243720"/>
            </p14:xfrm>
          </p:contentPart>
        </mc:Choice>
        <mc:Fallback xmlns="">
          <p:pic>
            <p:nvPicPr>
              <p:cNvPr id="7" name="Cerneală 6">
                <a:extLst>
                  <a:ext uri="{FF2B5EF4-FFF2-40B4-BE49-F238E27FC236}">
                    <a16:creationId xmlns:a16="http://schemas.microsoft.com/office/drawing/2014/main" id="{3499F6F5-7959-44DC-9197-14178C04D52C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2779878" y="1700629"/>
                <a:ext cx="269280" cy="279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8" name="Cerneală 7">
                <a:extLst>
                  <a:ext uri="{FF2B5EF4-FFF2-40B4-BE49-F238E27FC236}">
                    <a16:creationId xmlns:a16="http://schemas.microsoft.com/office/drawing/2014/main" id="{9E87AEBF-BAC3-4919-AE46-0BE1011EFB19}"/>
                  </a:ext>
                </a:extLst>
              </p14:cNvPr>
              <p14:cNvContentPartPr/>
              <p14:nvPr/>
            </p14:nvContentPartPr>
            <p14:xfrm>
              <a:off x="4002798" y="2028949"/>
              <a:ext cx="560160" cy="865440"/>
            </p14:xfrm>
          </p:contentPart>
        </mc:Choice>
        <mc:Fallback xmlns="">
          <p:pic>
            <p:nvPicPr>
              <p:cNvPr id="8" name="Cerneală 7">
                <a:extLst>
                  <a:ext uri="{FF2B5EF4-FFF2-40B4-BE49-F238E27FC236}">
                    <a16:creationId xmlns:a16="http://schemas.microsoft.com/office/drawing/2014/main" id="{9E87AEBF-BAC3-4919-AE46-0BE1011EFB19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3984786" y="2010942"/>
                <a:ext cx="595823" cy="901095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">
            <p14:nvContentPartPr>
              <p14:cNvPr id="9" name="Cerneală 8">
                <a:extLst>
                  <a:ext uri="{FF2B5EF4-FFF2-40B4-BE49-F238E27FC236}">
                    <a16:creationId xmlns:a16="http://schemas.microsoft.com/office/drawing/2014/main" id="{72E78F5C-D6F9-43B9-A068-5EA07DF19206}"/>
                  </a:ext>
                </a:extLst>
              </p14:cNvPr>
              <p14:cNvContentPartPr/>
              <p14:nvPr/>
            </p14:nvContentPartPr>
            <p14:xfrm>
              <a:off x="4893798" y="1648429"/>
              <a:ext cx="247320" cy="228240"/>
            </p14:xfrm>
          </p:contentPart>
        </mc:Choice>
        <mc:Fallback xmlns="">
          <p:pic>
            <p:nvPicPr>
              <p:cNvPr id="9" name="Cerneală 8">
                <a:extLst>
                  <a:ext uri="{FF2B5EF4-FFF2-40B4-BE49-F238E27FC236}">
                    <a16:creationId xmlns:a16="http://schemas.microsoft.com/office/drawing/2014/main" id="{72E78F5C-D6F9-43B9-A068-5EA07DF19206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4875798" y="1630401"/>
                <a:ext cx="282960" cy="263936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">
            <p14:nvContentPartPr>
              <p14:cNvPr id="10" name="Cerneală 9">
                <a:extLst>
                  <a:ext uri="{FF2B5EF4-FFF2-40B4-BE49-F238E27FC236}">
                    <a16:creationId xmlns:a16="http://schemas.microsoft.com/office/drawing/2014/main" id="{C3A354FF-9C69-4BB5-8865-911883854C0A}"/>
                  </a:ext>
                </a:extLst>
              </p14:cNvPr>
              <p14:cNvContentPartPr/>
              <p14:nvPr/>
            </p14:nvContentPartPr>
            <p14:xfrm>
              <a:off x="5473398" y="1816909"/>
              <a:ext cx="53280" cy="61560"/>
            </p14:xfrm>
          </p:contentPart>
        </mc:Choice>
        <mc:Fallback xmlns="">
          <p:pic>
            <p:nvPicPr>
              <p:cNvPr id="10" name="Cerneală 9">
                <a:extLst>
                  <a:ext uri="{FF2B5EF4-FFF2-40B4-BE49-F238E27FC236}">
                    <a16:creationId xmlns:a16="http://schemas.microsoft.com/office/drawing/2014/main" id="{C3A354FF-9C69-4BB5-8865-911883854C0A}"/>
                  </a:ext>
                </a:extLst>
              </p:cNvPr>
              <p:cNvPicPr/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5455398" y="1799014"/>
                <a:ext cx="88920" cy="96993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">
            <p14:nvContentPartPr>
              <p14:cNvPr id="11" name="Cerneală 10">
                <a:extLst>
                  <a:ext uri="{FF2B5EF4-FFF2-40B4-BE49-F238E27FC236}">
                    <a16:creationId xmlns:a16="http://schemas.microsoft.com/office/drawing/2014/main" id="{9DC93E27-7363-475F-8433-E028F154846B}"/>
                  </a:ext>
                </a:extLst>
              </p14:cNvPr>
              <p14:cNvContentPartPr/>
              <p14:nvPr/>
            </p14:nvContentPartPr>
            <p14:xfrm>
              <a:off x="5796678" y="1547269"/>
              <a:ext cx="385200" cy="289080"/>
            </p14:xfrm>
          </p:contentPart>
        </mc:Choice>
        <mc:Fallback xmlns="">
          <p:pic>
            <p:nvPicPr>
              <p:cNvPr id="11" name="Cerneală 10">
                <a:extLst>
                  <a:ext uri="{FF2B5EF4-FFF2-40B4-BE49-F238E27FC236}">
                    <a16:creationId xmlns:a16="http://schemas.microsoft.com/office/drawing/2014/main" id="{9DC93E27-7363-475F-8433-E028F154846B}"/>
                  </a:ext>
                </a:extLst>
              </p:cNvPr>
              <p:cNvPicPr/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5778661" y="1529269"/>
                <a:ext cx="420873" cy="324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">
            <p14:nvContentPartPr>
              <p14:cNvPr id="12" name="Cerneală 11">
                <a:extLst>
                  <a:ext uri="{FF2B5EF4-FFF2-40B4-BE49-F238E27FC236}">
                    <a16:creationId xmlns:a16="http://schemas.microsoft.com/office/drawing/2014/main" id="{4DDA442A-60D0-4E6D-9D6E-F0E131D13755}"/>
                  </a:ext>
                </a:extLst>
              </p14:cNvPr>
              <p14:cNvContentPartPr/>
              <p14:nvPr/>
            </p14:nvContentPartPr>
            <p14:xfrm>
              <a:off x="5330838" y="1621789"/>
              <a:ext cx="217080" cy="128160"/>
            </p14:xfrm>
          </p:contentPart>
        </mc:Choice>
        <mc:Fallback xmlns="">
          <p:pic>
            <p:nvPicPr>
              <p:cNvPr id="12" name="Cerneală 11">
                <a:extLst>
                  <a:ext uri="{FF2B5EF4-FFF2-40B4-BE49-F238E27FC236}">
                    <a16:creationId xmlns:a16="http://schemas.microsoft.com/office/drawing/2014/main" id="{4DDA442A-60D0-4E6D-9D6E-F0E131D13755}"/>
                  </a:ext>
                </a:extLst>
              </p:cNvPr>
              <p:cNvPicPr/>
              <p:nvPr/>
            </p:nvPicPr>
            <p:blipFill>
              <a:blip r:embed="rId20"/>
              <a:stretch>
                <a:fillRect/>
              </a:stretch>
            </p:blipFill>
            <p:spPr>
              <a:xfrm>
                <a:off x="5312868" y="1603839"/>
                <a:ext cx="252661" cy="1637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">
            <p14:nvContentPartPr>
              <p14:cNvPr id="13" name="Cerneală 12">
                <a:extLst>
                  <a:ext uri="{FF2B5EF4-FFF2-40B4-BE49-F238E27FC236}">
                    <a16:creationId xmlns:a16="http://schemas.microsoft.com/office/drawing/2014/main" id="{22121960-C610-4D0E-8D38-E467498E3C04}"/>
                  </a:ext>
                </a:extLst>
              </p14:cNvPr>
              <p14:cNvContentPartPr/>
              <p14:nvPr/>
            </p14:nvContentPartPr>
            <p14:xfrm>
              <a:off x="4711278" y="3627709"/>
              <a:ext cx="106920" cy="1711440"/>
            </p14:xfrm>
          </p:contentPart>
        </mc:Choice>
        <mc:Fallback xmlns="">
          <p:pic>
            <p:nvPicPr>
              <p:cNvPr id="13" name="Cerneală 12">
                <a:extLst>
                  <a:ext uri="{FF2B5EF4-FFF2-40B4-BE49-F238E27FC236}">
                    <a16:creationId xmlns:a16="http://schemas.microsoft.com/office/drawing/2014/main" id="{22121960-C610-4D0E-8D38-E467498E3C04}"/>
                  </a:ext>
                </a:extLst>
              </p:cNvPr>
              <p:cNvPicPr/>
              <p:nvPr/>
            </p:nvPicPr>
            <p:blipFill>
              <a:blip r:embed="rId22"/>
              <a:stretch>
                <a:fillRect/>
              </a:stretch>
            </p:blipFill>
            <p:spPr>
              <a:xfrm>
                <a:off x="4693217" y="3609705"/>
                <a:ext cx="142680" cy="1747087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3">
            <p14:nvContentPartPr>
              <p14:cNvPr id="14" name="Cerneală 13">
                <a:extLst>
                  <a:ext uri="{FF2B5EF4-FFF2-40B4-BE49-F238E27FC236}">
                    <a16:creationId xmlns:a16="http://schemas.microsoft.com/office/drawing/2014/main" id="{3AF08BC2-A249-490A-9239-B658CEC70650}"/>
                  </a:ext>
                </a:extLst>
              </p14:cNvPr>
              <p14:cNvContentPartPr/>
              <p14:nvPr/>
            </p14:nvContentPartPr>
            <p14:xfrm>
              <a:off x="2464518" y="3829309"/>
              <a:ext cx="44640" cy="1539000"/>
            </p14:xfrm>
          </p:contentPart>
        </mc:Choice>
        <mc:Fallback xmlns="">
          <p:pic>
            <p:nvPicPr>
              <p:cNvPr id="14" name="Cerneală 13">
                <a:extLst>
                  <a:ext uri="{FF2B5EF4-FFF2-40B4-BE49-F238E27FC236}">
                    <a16:creationId xmlns:a16="http://schemas.microsoft.com/office/drawing/2014/main" id="{3AF08BC2-A249-490A-9239-B658CEC70650}"/>
                  </a:ext>
                </a:extLst>
              </p:cNvPr>
              <p:cNvPicPr/>
              <p:nvPr/>
            </p:nvPicPr>
            <p:blipFill>
              <a:blip r:embed="rId24"/>
              <a:stretch>
                <a:fillRect/>
              </a:stretch>
            </p:blipFill>
            <p:spPr>
              <a:xfrm>
                <a:off x="2446518" y="3811309"/>
                <a:ext cx="80280" cy="1574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5">
            <p14:nvContentPartPr>
              <p14:cNvPr id="15" name="Cerneală 14">
                <a:extLst>
                  <a:ext uri="{FF2B5EF4-FFF2-40B4-BE49-F238E27FC236}">
                    <a16:creationId xmlns:a16="http://schemas.microsoft.com/office/drawing/2014/main" id="{061D281E-02DF-4443-B5A5-CB52D568F92E}"/>
                  </a:ext>
                </a:extLst>
              </p14:cNvPr>
              <p14:cNvContentPartPr/>
              <p14:nvPr/>
            </p14:nvContentPartPr>
            <p14:xfrm>
              <a:off x="7154598" y="3760549"/>
              <a:ext cx="115200" cy="1376640"/>
            </p14:xfrm>
          </p:contentPart>
        </mc:Choice>
        <mc:Fallback xmlns="">
          <p:pic>
            <p:nvPicPr>
              <p:cNvPr id="15" name="Cerneală 14">
                <a:extLst>
                  <a:ext uri="{FF2B5EF4-FFF2-40B4-BE49-F238E27FC236}">
                    <a16:creationId xmlns:a16="http://schemas.microsoft.com/office/drawing/2014/main" id="{061D281E-02DF-4443-B5A5-CB52D568F92E}"/>
                  </a:ext>
                </a:extLst>
              </p:cNvPr>
              <p:cNvPicPr/>
              <p:nvPr/>
            </p:nvPicPr>
            <p:blipFill>
              <a:blip r:embed="rId26"/>
              <a:stretch>
                <a:fillRect/>
              </a:stretch>
            </p:blipFill>
            <p:spPr>
              <a:xfrm>
                <a:off x="7136542" y="3742549"/>
                <a:ext cx="150952" cy="1412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7">
            <p14:nvContentPartPr>
              <p14:cNvPr id="16" name="Cerneală 15">
                <a:extLst>
                  <a:ext uri="{FF2B5EF4-FFF2-40B4-BE49-F238E27FC236}">
                    <a16:creationId xmlns:a16="http://schemas.microsoft.com/office/drawing/2014/main" id="{4821B2E0-010E-4260-B388-3697311F2462}"/>
                  </a:ext>
                </a:extLst>
              </p14:cNvPr>
              <p14:cNvContentPartPr/>
              <p14:nvPr/>
            </p14:nvContentPartPr>
            <p14:xfrm>
              <a:off x="5714238" y="5020549"/>
              <a:ext cx="239760" cy="281520"/>
            </p14:xfrm>
          </p:contentPart>
        </mc:Choice>
        <mc:Fallback xmlns="">
          <p:pic>
            <p:nvPicPr>
              <p:cNvPr id="16" name="Cerneală 15">
                <a:extLst>
                  <a:ext uri="{FF2B5EF4-FFF2-40B4-BE49-F238E27FC236}">
                    <a16:creationId xmlns:a16="http://schemas.microsoft.com/office/drawing/2014/main" id="{4821B2E0-010E-4260-B388-3697311F2462}"/>
                  </a:ext>
                </a:extLst>
              </p:cNvPr>
              <p:cNvPicPr/>
              <p:nvPr/>
            </p:nvPicPr>
            <p:blipFill>
              <a:blip r:embed="rId28"/>
              <a:stretch>
                <a:fillRect/>
              </a:stretch>
            </p:blipFill>
            <p:spPr>
              <a:xfrm>
                <a:off x="5696238" y="5002549"/>
                <a:ext cx="275400" cy="317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9">
            <p14:nvContentPartPr>
              <p14:cNvPr id="17" name="Cerneală 16">
                <a:extLst>
                  <a:ext uri="{FF2B5EF4-FFF2-40B4-BE49-F238E27FC236}">
                    <a16:creationId xmlns:a16="http://schemas.microsoft.com/office/drawing/2014/main" id="{B9C3F8B4-4397-4ACE-A345-2870430360EC}"/>
                  </a:ext>
                </a:extLst>
              </p14:cNvPr>
              <p14:cNvContentPartPr/>
              <p14:nvPr/>
            </p14:nvContentPartPr>
            <p14:xfrm>
              <a:off x="3460998" y="5055829"/>
              <a:ext cx="195840" cy="312480"/>
            </p14:xfrm>
          </p:contentPart>
        </mc:Choice>
        <mc:Fallback xmlns="">
          <p:pic>
            <p:nvPicPr>
              <p:cNvPr id="17" name="Cerneală 16">
                <a:extLst>
                  <a:ext uri="{FF2B5EF4-FFF2-40B4-BE49-F238E27FC236}">
                    <a16:creationId xmlns:a16="http://schemas.microsoft.com/office/drawing/2014/main" id="{B9C3F8B4-4397-4ACE-A345-2870430360EC}"/>
                  </a:ext>
                </a:extLst>
              </p:cNvPr>
              <p:cNvPicPr/>
              <p:nvPr/>
            </p:nvPicPr>
            <p:blipFill>
              <a:blip r:embed="rId30"/>
              <a:stretch>
                <a:fillRect/>
              </a:stretch>
            </p:blipFill>
            <p:spPr>
              <a:xfrm>
                <a:off x="3443031" y="5037829"/>
                <a:ext cx="231415" cy="348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1">
            <p14:nvContentPartPr>
              <p14:cNvPr id="18" name="Cerneală 17">
                <a:extLst>
                  <a:ext uri="{FF2B5EF4-FFF2-40B4-BE49-F238E27FC236}">
                    <a16:creationId xmlns:a16="http://schemas.microsoft.com/office/drawing/2014/main" id="{47025C4F-D858-4976-833F-9807CD7CB1DA}"/>
                  </a:ext>
                </a:extLst>
              </p14:cNvPr>
              <p14:cNvContentPartPr/>
              <p14:nvPr/>
            </p14:nvContentPartPr>
            <p14:xfrm>
              <a:off x="7464198" y="1941469"/>
              <a:ext cx="152280" cy="186120"/>
            </p14:xfrm>
          </p:contentPart>
        </mc:Choice>
        <mc:Fallback xmlns="">
          <p:pic>
            <p:nvPicPr>
              <p:cNvPr id="18" name="Cerneală 17">
                <a:extLst>
                  <a:ext uri="{FF2B5EF4-FFF2-40B4-BE49-F238E27FC236}">
                    <a16:creationId xmlns:a16="http://schemas.microsoft.com/office/drawing/2014/main" id="{47025C4F-D858-4976-833F-9807CD7CB1DA}"/>
                  </a:ext>
                </a:extLst>
              </p:cNvPr>
              <p:cNvPicPr/>
              <p:nvPr/>
            </p:nvPicPr>
            <p:blipFill>
              <a:blip r:embed="rId32"/>
              <a:stretch>
                <a:fillRect/>
              </a:stretch>
            </p:blipFill>
            <p:spPr>
              <a:xfrm>
                <a:off x="7446155" y="1923469"/>
                <a:ext cx="188004" cy="221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3">
            <p14:nvContentPartPr>
              <p14:cNvPr id="19" name="Cerneală 18">
                <a:extLst>
                  <a:ext uri="{FF2B5EF4-FFF2-40B4-BE49-F238E27FC236}">
                    <a16:creationId xmlns:a16="http://schemas.microsoft.com/office/drawing/2014/main" id="{134CC9C0-2081-4B5F-AFB7-A2E46B5C0BF2}"/>
                  </a:ext>
                </a:extLst>
              </p14:cNvPr>
              <p14:cNvContentPartPr/>
              <p14:nvPr/>
            </p14:nvContentPartPr>
            <p14:xfrm>
              <a:off x="7708998" y="1861549"/>
              <a:ext cx="327960" cy="248040"/>
            </p14:xfrm>
          </p:contentPart>
        </mc:Choice>
        <mc:Fallback xmlns="">
          <p:pic>
            <p:nvPicPr>
              <p:cNvPr id="19" name="Cerneală 18">
                <a:extLst>
                  <a:ext uri="{FF2B5EF4-FFF2-40B4-BE49-F238E27FC236}">
                    <a16:creationId xmlns:a16="http://schemas.microsoft.com/office/drawing/2014/main" id="{134CC9C0-2081-4B5F-AFB7-A2E46B5C0BF2}"/>
                  </a:ext>
                </a:extLst>
              </p:cNvPr>
              <p:cNvPicPr/>
              <p:nvPr/>
            </p:nvPicPr>
            <p:blipFill>
              <a:blip r:embed="rId34"/>
              <a:stretch>
                <a:fillRect/>
              </a:stretch>
            </p:blipFill>
            <p:spPr>
              <a:xfrm>
                <a:off x="7690978" y="1843549"/>
                <a:ext cx="363639" cy="283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5">
            <p14:nvContentPartPr>
              <p14:cNvPr id="20" name="Cerneală 19">
                <a:extLst>
                  <a:ext uri="{FF2B5EF4-FFF2-40B4-BE49-F238E27FC236}">
                    <a16:creationId xmlns:a16="http://schemas.microsoft.com/office/drawing/2014/main" id="{A1FCBC97-A5DD-43D2-8ECB-4F746A494CDB}"/>
                  </a:ext>
                </a:extLst>
              </p14:cNvPr>
              <p14:cNvContentPartPr/>
              <p14:nvPr/>
            </p14:nvContentPartPr>
            <p14:xfrm>
              <a:off x="7132278" y="2004829"/>
              <a:ext cx="220320" cy="132840"/>
            </p14:xfrm>
          </p:contentPart>
        </mc:Choice>
        <mc:Fallback xmlns="">
          <p:pic>
            <p:nvPicPr>
              <p:cNvPr id="20" name="Cerneală 19">
                <a:extLst>
                  <a:ext uri="{FF2B5EF4-FFF2-40B4-BE49-F238E27FC236}">
                    <a16:creationId xmlns:a16="http://schemas.microsoft.com/office/drawing/2014/main" id="{A1FCBC97-A5DD-43D2-8ECB-4F746A494CDB}"/>
                  </a:ext>
                </a:extLst>
              </p:cNvPr>
              <p:cNvPicPr/>
              <p:nvPr/>
            </p:nvPicPr>
            <p:blipFill>
              <a:blip r:embed="rId36"/>
              <a:stretch>
                <a:fillRect/>
              </a:stretch>
            </p:blipFill>
            <p:spPr>
              <a:xfrm>
                <a:off x="7114249" y="1986829"/>
                <a:ext cx="256018" cy="168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7">
            <p14:nvContentPartPr>
              <p14:cNvPr id="21" name="Cerneală 20">
                <a:extLst>
                  <a:ext uri="{FF2B5EF4-FFF2-40B4-BE49-F238E27FC236}">
                    <a16:creationId xmlns:a16="http://schemas.microsoft.com/office/drawing/2014/main" id="{C19326D3-6D0A-4045-8864-4DB6B4C3060E}"/>
                  </a:ext>
                </a:extLst>
              </p14:cNvPr>
              <p14:cNvContentPartPr/>
              <p14:nvPr/>
            </p14:nvContentPartPr>
            <p14:xfrm>
              <a:off x="6451878" y="2302549"/>
              <a:ext cx="437040" cy="469800"/>
            </p14:xfrm>
          </p:contentPart>
        </mc:Choice>
        <mc:Fallback xmlns="">
          <p:pic>
            <p:nvPicPr>
              <p:cNvPr id="21" name="Cerneală 20">
                <a:extLst>
                  <a:ext uri="{FF2B5EF4-FFF2-40B4-BE49-F238E27FC236}">
                    <a16:creationId xmlns:a16="http://schemas.microsoft.com/office/drawing/2014/main" id="{C19326D3-6D0A-4045-8864-4DB6B4C3060E}"/>
                  </a:ext>
                </a:extLst>
              </p:cNvPr>
              <p:cNvPicPr/>
              <p:nvPr/>
            </p:nvPicPr>
            <p:blipFill>
              <a:blip r:embed="rId38"/>
              <a:stretch>
                <a:fillRect/>
              </a:stretch>
            </p:blipFill>
            <p:spPr>
              <a:xfrm>
                <a:off x="6433863" y="2284549"/>
                <a:ext cx="472709" cy="505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9">
            <p14:nvContentPartPr>
              <p14:cNvPr id="22" name="Cerneală 21">
                <a:extLst>
                  <a:ext uri="{FF2B5EF4-FFF2-40B4-BE49-F238E27FC236}">
                    <a16:creationId xmlns:a16="http://schemas.microsoft.com/office/drawing/2014/main" id="{000C6133-6380-4CD3-A420-8E42071F4CDB}"/>
                  </a:ext>
                </a:extLst>
              </p14:cNvPr>
              <p14:cNvContentPartPr/>
              <p14:nvPr/>
            </p14:nvContentPartPr>
            <p14:xfrm>
              <a:off x="8889438" y="2440069"/>
              <a:ext cx="1185480" cy="819360"/>
            </p14:xfrm>
          </p:contentPart>
        </mc:Choice>
        <mc:Fallback xmlns="">
          <p:pic>
            <p:nvPicPr>
              <p:cNvPr id="22" name="Cerneală 21">
                <a:extLst>
                  <a:ext uri="{FF2B5EF4-FFF2-40B4-BE49-F238E27FC236}">
                    <a16:creationId xmlns:a16="http://schemas.microsoft.com/office/drawing/2014/main" id="{000C6133-6380-4CD3-A420-8E42071F4CDB}"/>
                  </a:ext>
                </a:extLst>
              </p:cNvPr>
              <p:cNvPicPr/>
              <p:nvPr/>
            </p:nvPicPr>
            <p:blipFill>
              <a:blip r:embed="rId40"/>
              <a:stretch>
                <a:fillRect/>
              </a:stretch>
            </p:blipFill>
            <p:spPr>
              <a:xfrm>
                <a:off x="8871433" y="2422069"/>
                <a:ext cx="1221131" cy="855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1">
            <p14:nvContentPartPr>
              <p14:cNvPr id="23" name="Cerneală 22">
                <a:extLst>
                  <a:ext uri="{FF2B5EF4-FFF2-40B4-BE49-F238E27FC236}">
                    <a16:creationId xmlns:a16="http://schemas.microsoft.com/office/drawing/2014/main" id="{B4DADF98-290B-4903-8D72-FD950DF28092}"/>
                  </a:ext>
                </a:extLst>
              </p14:cNvPr>
              <p14:cNvContentPartPr/>
              <p14:nvPr/>
            </p14:nvContentPartPr>
            <p14:xfrm>
              <a:off x="10674678" y="2509909"/>
              <a:ext cx="13320" cy="2160"/>
            </p14:xfrm>
          </p:contentPart>
        </mc:Choice>
        <mc:Fallback xmlns="">
          <p:pic>
            <p:nvPicPr>
              <p:cNvPr id="23" name="Cerneală 22">
                <a:extLst>
                  <a:ext uri="{FF2B5EF4-FFF2-40B4-BE49-F238E27FC236}">
                    <a16:creationId xmlns:a16="http://schemas.microsoft.com/office/drawing/2014/main" id="{B4DADF98-290B-4903-8D72-FD950DF28092}"/>
                  </a:ext>
                </a:extLst>
              </p:cNvPr>
              <p:cNvPicPr/>
              <p:nvPr/>
            </p:nvPicPr>
            <p:blipFill>
              <a:blip r:embed="rId42"/>
              <a:stretch>
                <a:fillRect/>
              </a:stretch>
            </p:blipFill>
            <p:spPr>
              <a:xfrm>
                <a:off x="10656678" y="2494480"/>
                <a:ext cx="48960" cy="32709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3">
            <p14:nvContentPartPr>
              <p14:cNvPr id="24" name="Cerneală 23">
                <a:extLst>
                  <a:ext uri="{FF2B5EF4-FFF2-40B4-BE49-F238E27FC236}">
                    <a16:creationId xmlns:a16="http://schemas.microsoft.com/office/drawing/2014/main" id="{F88B096A-6394-4562-8640-28ACAFEAA1D1}"/>
                  </a:ext>
                </a:extLst>
              </p14:cNvPr>
              <p14:cNvContentPartPr/>
              <p14:nvPr/>
            </p14:nvContentPartPr>
            <p14:xfrm>
              <a:off x="10925238" y="2295709"/>
              <a:ext cx="360360" cy="179280"/>
            </p14:xfrm>
          </p:contentPart>
        </mc:Choice>
        <mc:Fallback xmlns="">
          <p:pic>
            <p:nvPicPr>
              <p:cNvPr id="24" name="Cerneală 23">
                <a:extLst>
                  <a:ext uri="{FF2B5EF4-FFF2-40B4-BE49-F238E27FC236}">
                    <a16:creationId xmlns:a16="http://schemas.microsoft.com/office/drawing/2014/main" id="{F88B096A-6394-4562-8640-28ACAFEAA1D1}"/>
                  </a:ext>
                </a:extLst>
              </p:cNvPr>
              <p:cNvPicPr/>
              <p:nvPr/>
            </p:nvPicPr>
            <p:blipFill>
              <a:blip r:embed="rId44"/>
              <a:stretch>
                <a:fillRect/>
              </a:stretch>
            </p:blipFill>
            <p:spPr>
              <a:xfrm>
                <a:off x="10907256" y="2277709"/>
                <a:ext cx="395964" cy="214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5">
            <p14:nvContentPartPr>
              <p14:cNvPr id="25" name="Cerneală 24">
                <a:extLst>
                  <a:ext uri="{FF2B5EF4-FFF2-40B4-BE49-F238E27FC236}">
                    <a16:creationId xmlns:a16="http://schemas.microsoft.com/office/drawing/2014/main" id="{0F4BBB9E-666F-41D9-AF5E-C00BC6962C8A}"/>
                  </a:ext>
                </a:extLst>
              </p14:cNvPr>
              <p14:cNvContentPartPr/>
              <p14:nvPr/>
            </p14:nvContentPartPr>
            <p14:xfrm>
              <a:off x="10591158" y="2319109"/>
              <a:ext cx="171000" cy="94680"/>
            </p14:xfrm>
          </p:contentPart>
        </mc:Choice>
        <mc:Fallback xmlns="">
          <p:pic>
            <p:nvPicPr>
              <p:cNvPr id="25" name="Cerneală 24">
                <a:extLst>
                  <a:ext uri="{FF2B5EF4-FFF2-40B4-BE49-F238E27FC236}">
                    <a16:creationId xmlns:a16="http://schemas.microsoft.com/office/drawing/2014/main" id="{0F4BBB9E-666F-41D9-AF5E-C00BC6962C8A}"/>
                  </a:ext>
                </a:extLst>
              </p:cNvPr>
              <p:cNvPicPr/>
              <p:nvPr/>
            </p:nvPicPr>
            <p:blipFill>
              <a:blip r:embed="rId46"/>
              <a:stretch>
                <a:fillRect/>
              </a:stretch>
            </p:blipFill>
            <p:spPr>
              <a:xfrm>
                <a:off x="10573158" y="2301109"/>
                <a:ext cx="206640" cy="130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7">
            <p14:nvContentPartPr>
              <p14:cNvPr id="26" name="Cerneală 25">
                <a:extLst>
                  <a:ext uri="{FF2B5EF4-FFF2-40B4-BE49-F238E27FC236}">
                    <a16:creationId xmlns:a16="http://schemas.microsoft.com/office/drawing/2014/main" id="{96DA3B5C-CC92-43E0-BCF2-911582B5EB27}"/>
                  </a:ext>
                </a:extLst>
              </p14:cNvPr>
              <p14:cNvContentPartPr/>
              <p14:nvPr/>
            </p14:nvContentPartPr>
            <p14:xfrm>
              <a:off x="10271838" y="2344669"/>
              <a:ext cx="211680" cy="149040"/>
            </p14:xfrm>
          </p:contentPart>
        </mc:Choice>
        <mc:Fallback xmlns="">
          <p:pic>
            <p:nvPicPr>
              <p:cNvPr id="26" name="Cerneală 25">
                <a:extLst>
                  <a:ext uri="{FF2B5EF4-FFF2-40B4-BE49-F238E27FC236}">
                    <a16:creationId xmlns:a16="http://schemas.microsoft.com/office/drawing/2014/main" id="{96DA3B5C-CC92-43E0-BCF2-911582B5EB27}"/>
                  </a:ext>
                </a:extLst>
              </p:cNvPr>
              <p:cNvPicPr/>
              <p:nvPr/>
            </p:nvPicPr>
            <p:blipFill>
              <a:blip r:embed="rId48"/>
              <a:stretch>
                <a:fillRect/>
              </a:stretch>
            </p:blipFill>
            <p:spPr>
              <a:xfrm>
                <a:off x="10253838" y="2326669"/>
                <a:ext cx="247320" cy="1846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595634103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>
            <a:extLst>
              <a:ext uri="{FF2B5EF4-FFF2-40B4-BE49-F238E27FC236}">
                <a16:creationId xmlns:a16="http://schemas.microsoft.com/office/drawing/2014/main" id="{ED0061AB-729A-4D12-A028-8B4F238FC2F4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3977" y="1051586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o-RO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2" name="Cerneală 1">
                <a:extLst>
                  <a:ext uri="{FF2B5EF4-FFF2-40B4-BE49-F238E27FC236}">
                    <a16:creationId xmlns:a16="http://schemas.microsoft.com/office/drawing/2014/main" id="{E2000759-9AA6-4837-814E-D9CD8E88EC94}"/>
                  </a:ext>
                </a:extLst>
              </p14:cNvPr>
              <p14:cNvContentPartPr/>
              <p14:nvPr/>
            </p14:nvContentPartPr>
            <p14:xfrm>
              <a:off x="5433437" y="515884"/>
              <a:ext cx="122040" cy="6324480"/>
            </p14:xfrm>
          </p:contentPart>
        </mc:Choice>
        <mc:Fallback xmlns="">
          <p:pic>
            <p:nvPicPr>
              <p:cNvPr id="2" name="Cerneală 1">
                <a:extLst>
                  <a:ext uri="{FF2B5EF4-FFF2-40B4-BE49-F238E27FC236}">
                    <a16:creationId xmlns:a16="http://schemas.microsoft.com/office/drawing/2014/main" id="{E2000759-9AA6-4837-814E-D9CD8E88EC94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5415437" y="480244"/>
                <a:ext cx="157680" cy="6396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7" name="Cerneală 6">
                <a:extLst>
                  <a:ext uri="{FF2B5EF4-FFF2-40B4-BE49-F238E27FC236}">
                    <a16:creationId xmlns:a16="http://schemas.microsoft.com/office/drawing/2014/main" id="{79BED385-1E0D-4BA9-A2AE-3D817A9B4C49}"/>
                  </a:ext>
                </a:extLst>
              </p14:cNvPr>
              <p14:cNvContentPartPr/>
              <p14:nvPr/>
            </p14:nvContentPartPr>
            <p14:xfrm>
              <a:off x="870077" y="904324"/>
              <a:ext cx="158400" cy="12240"/>
            </p14:xfrm>
          </p:contentPart>
        </mc:Choice>
        <mc:Fallback xmlns="">
          <p:pic>
            <p:nvPicPr>
              <p:cNvPr id="7" name="Cerneală 6">
                <a:extLst>
                  <a:ext uri="{FF2B5EF4-FFF2-40B4-BE49-F238E27FC236}">
                    <a16:creationId xmlns:a16="http://schemas.microsoft.com/office/drawing/2014/main" id="{79BED385-1E0D-4BA9-A2AE-3D817A9B4C49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852077" y="886324"/>
                <a:ext cx="194040" cy="47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8" name="Cerneală 7">
                <a:extLst>
                  <a:ext uri="{FF2B5EF4-FFF2-40B4-BE49-F238E27FC236}">
                    <a16:creationId xmlns:a16="http://schemas.microsoft.com/office/drawing/2014/main" id="{50468810-F38B-4CC5-A5A0-19C12FA3F2BD}"/>
                  </a:ext>
                </a:extLst>
              </p14:cNvPr>
              <p14:cNvContentPartPr/>
              <p14:nvPr/>
            </p14:nvContentPartPr>
            <p14:xfrm>
              <a:off x="899237" y="992524"/>
              <a:ext cx="158400" cy="5400"/>
            </p14:xfrm>
          </p:contentPart>
        </mc:Choice>
        <mc:Fallback xmlns="">
          <p:pic>
            <p:nvPicPr>
              <p:cNvPr id="8" name="Cerneală 7">
                <a:extLst>
                  <a:ext uri="{FF2B5EF4-FFF2-40B4-BE49-F238E27FC236}">
                    <a16:creationId xmlns:a16="http://schemas.microsoft.com/office/drawing/2014/main" id="{50468810-F38B-4CC5-A5A0-19C12FA3F2BD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881597" y="974884"/>
                <a:ext cx="194040" cy="41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9" name="Cerneală 8">
                <a:extLst>
                  <a:ext uri="{FF2B5EF4-FFF2-40B4-BE49-F238E27FC236}">
                    <a16:creationId xmlns:a16="http://schemas.microsoft.com/office/drawing/2014/main" id="{5B001447-D61C-4984-BCE9-2D5FBB4643CD}"/>
                  </a:ext>
                </a:extLst>
              </p14:cNvPr>
              <p14:cNvContentPartPr/>
              <p14:nvPr/>
            </p14:nvContentPartPr>
            <p14:xfrm>
              <a:off x="1331957" y="799204"/>
              <a:ext cx="20880" cy="256320"/>
            </p14:xfrm>
          </p:contentPart>
        </mc:Choice>
        <mc:Fallback xmlns="">
          <p:pic>
            <p:nvPicPr>
              <p:cNvPr id="9" name="Cerneală 8">
                <a:extLst>
                  <a:ext uri="{FF2B5EF4-FFF2-40B4-BE49-F238E27FC236}">
                    <a16:creationId xmlns:a16="http://schemas.microsoft.com/office/drawing/2014/main" id="{5B001447-D61C-4984-BCE9-2D5FBB4643CD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1313957" y="781564"/>
                <a:ext cx="56520" cy="291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11" name="Cerneală 10">
                <a:extLst>
                  <a:ext uri="{FF2B5EF4-FFF2-40B4-BE49-F238E27FC236}">
                    <a16:creationId xmlns:a16="http://schemas.microsoft.com/office/drawing/2014/main" id="{A5161F9B-1F4D-42FE-82FF-4308D4266EE8}"/>
                  </a:ext>
                </a:extLst>
              </p14:cNvPr>
              <p14:cNvContentPartPr/>
              <p14:nvPr/>
            </p14:nvContentPartPr>
            <p14:xfrm>
              <a:off x="1447157" y="789484"/>
              <a:ext cx="154080" cy="252360"/>
            </p14:xfrm>
          </p:contentPart>
        </mc:Choice>
        <mc:Fallback xmlns="">
          <p:pic>
            <p:nvPicPr>
              <p:cNvPr id="11" name="Cerneală 10">
                <a:extLst>
                  <a:ext uri="{FF2B5EF4-FFF2-40B4-BE49-F238E27FC236}">
                    <a16:creationId xmlns:a16="http://schemas.microsoft.com/office/drawing/2014/main" id="{A5161F9B-1F4D-42FE-82FF-4308D4266EE8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1429157" y="771510"/>
                <a:ext cx="189720" cy="287949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12" name="Cerneală 11">
                <a:extLst>
                  <a:ext uri="{FF2B5EF4-FFF2-40B4-BE49-F238E27FC236}">
                    <a16:creationId xmlns:a16="http://schemas.microsoft.com/office/drawing/2014/main" id="{5901C139-6ECD-412C-807C-DFC793E38BE5}"/>
                  </a:ext>
                </a:extLst>
              </p14:cNvPr>
              <p14:cNvContentPartPr/>
              <p14:nvPr/>
            </p14:nvContentPartPr>
            <p14:xfrm>
              <a:off x="584597" y="786604"/>
              <a:ext cx="215640" cy="270720"/>
            </p14:xfrm>
          </p:contentPart>
        </mc:Choice>
        <mc:Fallback xmlns="">
          <p:pic>
            <p:nvPicPr>
              <p:cNvPr id="12" name="Cerneală 11">
                <a:extLst>
                  <a:ext uri="{FF2B5EF4-FFF2-40B4-BE49-F238E27FC236}">
                    <a16:creationId xmlns:a16="http://schemas.microsoft.com/office/drawing/2014/main" id="{5901C139-6ECD-412C-807C-DFC793E38BE5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566627" y="768604"/>
                <a:ext cx="251221" cy="306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13" name="Cerneală 12">
                <a:extLst>
                  <a:ext uri="{FF2B5EF4-FFF2-40B4-BE49-F238E27FC236}">
                    <a16:creationId xmlns:a16="http://schemas.microsoft.com/office/drawing/2014/main" id="{7B5BED09-AE00-40B7-96A2-D1067FFE76CB}"/>
                  </a:ext>
                </a:extLst>
              </p14:cNvPr>
              <p14:cNvContentPartPr/>
              <p14:nvPr/>
            </p14:nvContentPartPr>
            <p14:xfrm>
              <a:off x="1720397" y="1007644"/>
              <a:ext cx="14760" cy="136080"/>
            </p14:xfrm>
          </p:contentPart>
        </mc:Choice>
        <mc:Fallback xmlns="">
          <p:pic>
            <p:nvPicPr>
              <p:cNvPr id="13" name="Cerneală 12">
                <a:extLst>
                  <a:ext uri="{FF2B5EF4-FFF2-40B4-BE49-F238E27FC236}">
                    <a16:creationId xmlns:a16="http://schemas.microsoft.com/office/drawing/2014/main" id="{7B5BED09-AE00-40B7-96A2-D1067FFE76CB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1702757" y="989644"/>
                <a:ext cx="50400" cy="171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">
            <p14:nvContentPartPr>
              <p14:cNvPr id="14" name="Cerneală 13">
                <a:extLst>
                  <a:ext uri="{FF2B5EF4-FFF2-40B4-BE49-F238E27FC236}">
                    <a16:creationId xmlns:a16="http://schemas.microsoft.com/office/drawing/2014/main" id="{5E5B3DCB-BAFB-44AA-9ED5-02E2DBFB517E}"/>
                  </a:ext>
                </a:extLst>
              </p14:cNvPr>
              <p14:cNvContentPartPr/>
              <p14:nvPr/>
            </p14:nvContentPartPr>
            <p14:xfrm>
              <a:off x="1806797" y="1027084"/>
              <a:ext cx="101520" cy="93960"/>
            </p14:xfrm>
          </p:contentPart>
        </mc:Choice>
        <mc:Fallback xmlns="">
          <p:pic>
            <p:nvPicPr>
              <p:cNvPr id="14" name="Cerneală 13">
                <a:extLst>
                  <a:ext uri="{FF2B5EF4-FFF2-40B4-BE49-F238E27FC236}">
                    <a16:creationId xmlns:a16="http://schemas.microsoft.com/office/drawing/2014/main" id="{5E5B3DCB-BAFB-44AA-9ED5-02E2DBFB517E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1789157" y="1009444"/>
                <a:ext cx="137160" cy="129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">
            <p14:nvContentPartPr>
              <p14:cNvPr id="15" name="Cerneală 14">
                <a:extLst>
                  <a:ext uri="{FF2B5EF4-FFF2-40B4-BE49-F238E27FC236}">
                    <a16:creationId xmlns:a16="http://schemas.microsoft.com/office/drawing/2014/main" id="{CE4551C6-66F3-4EA0-B68C-E26DF18025A0}"/>
                  </a:ext>
                </a:extLst>
              </p14:cNvPr>
              <p14:cNvContentPartPr/>
              <p14:nvPr/>
            </p14:nvContentPartPr>
            <p14:xfrm>
              <a:off x="2113877" y="904684"/>
              <a:ext cx="127440" cy="4680"/>
            </p14:xfrm>
          </p:contentPart>
        </mc:Choice>
        <mc:Fallback xmlns="">
          <p:pic>
            <p:nvPicPr>
              <p:cNvPr id="15" name="Cerneală 14">
                <a:extLst>
                  <a:ext uri="{FF2B5EF4-FFF2-40B4-BE49-F238E27FC236}">
                    <a16:creationId xmlns:a16="http://schemas.microsoft.com/office/drawing/2014/main" id="{CE4551C6-66F3-4EA0-B68C-E26DF18025A0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2095877" y="886684"/>
                <a:ext cx="163080" cy="40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">
            <p14:nvContentPartPr>
              <p14:cNvPr id="16" name="Cerneală 15">
                <a:extLst>
                  <a:ext uri="{FF2B5EF4-FFF2-40B4-BE49-F238E27FC236}">
                    <a16:creationId xmlns:a16="http://schemas.microsoft.com/office/drawing/2014/main" id="{B131B6CC-D8DB-4F50-AF09-D1A9F5D3C380}"/>
                  </a:ext>
                </a:extLst>
              </p14:cNvPr>
              <p14:cNvContentPartPr/>
              <p14:nvPr/>
            </p14:nvContentPartPr>
            <p14:xfrm>
              <a:off x="2153117" y="983164"/>
              <a:ext cx="157680" cy="10800"/>
            </p14:xfrm>
          </p:contentPart>
        </mc:Choice>
        <mc:Fallback xmlns="">
          <p:pic>
            <p:nvPicPr>
              <p:cNvPr id="16" name="Cerneală 15">
                <a:extLst>
                  <a:ext uri="{FF2B5EF4-FFF2-40B4-BE49-F238E27FC236}">
                    <a16:creationId xmlns:a16="http://schemas.microsoft.com/office/drawing/2014/main" id="{B131B6CC-D8DB-4F50-AF09-D1A9F5D3C380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2135477" y="965524"/>
                <a:ext cx="193320" cy="46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">
            <p14:nvContentPartPr>
              <p14:cNvPr id="18" name="Cerneală 17">
                <a:extLst>
                  <a:ext uri="{FF2B5EF4-FFF2-40B4-BE49-F238E27FC236}">
                    <a16:creationId xmlns:a16="http://schemas.microsoft.com/office/drawing/2014/main" id="{BC186FF8-4115-49CD-B572-F39B24A8E096}"/>
                  </a:ext>
                </a:extLst>
              </p14:cNvPr>
              <p14:cNvContentPartPr/>
              <p14:nvPr/>
            </p14:nvContentPartPr>
            <p14:xfrm>
              <a:off x="2683037" y="816484"/>
              <a:ext cx="160200" cy="187200"/>
            </p14:xfrm>
          </p:contentPart>
        </mc:Choice>
        <mc:Fallback xmlns="">
          <p:pic>
            <p:nvPicPr>
              <p:cNvPr id="18" name="Cerneală 17">
                <a:extLst>
                  <a:ext uri="{FF2B5EF4-FFF2-40B4-BE49-F238E27FC236}">
                    <a16:creationId xmlns:a16="http://schemas.microsoft.com/office/drawing/2014/main" id="{BC186FF8-4115-49CD-B572-F39B24A8E096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2665037" y="798844"/>
                <a:ext cx="195840" cy="222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">
            <p14:nvContentPartPr>
              <p14:cNvPr id="19" name="Cerneală 18">
                <a:extLst>
                  <a:ext uri="{FF2B5EF4-FFF2-40B4-BE49-F238E27FC236}">
                    <a16:creationId xmlns:a16="http://schemas.microsoft.com/office/drawing/2014/main" id="{A7B0AB26-5241-4291-8CE8-C92AD932B849}"/>
                  </a:ext>
                </a:extLst>
              </p14:cNvPr>
              <p14:cNvContentPartPr/>
              <p14:nvPr/>
            </p14:nvContentPartPr>
            <p14:xfrm>
              <a:off x="2993717" y="751324"/>
              <a:ext cx="99000" cy="257760"/>
            </p14:xfrm>
          </p:contentPart>
        </mc:Choice>
        <mc:Fallback xmlns="">
          <p:pic>
            <p:nvPicPr>
              <p:cNvPr id="19" name="Cerneală 18">
                <a:extLst>
                  <a:ext uri="{FF2B5EF4-FFF2-40B4-BE49-F238E27FC236}">
                    <a16:creationId xmlns:a16="http://schemas.microsoft.com/office/drawing/2014/main" id="{A7B0AB26-5241-4291-8CE8-C92AD932B849}"/>
                  </a:ext>
                </a:extLst>
              </p:cNvPr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2976077" y="733324"/>
                <a:ext cx="134640" cy="293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6">
            <p14:nvContentPartPr>
              <p14:cNvPr id="22" name="Cerneală 21">
                <a:extLst>
                  <a:ext uri="{FF2B5EF4-FFF2-40B4-BE49-F238E27FC236}">
                    <a16:creationId xmlns:a16="http://schemas.microsoft.com/office/drawing/2014/main" id="{CFD11745-DD66-4F46-80B7-D137B581A3DD}"/>
                  </a:ext>
                </a:extLst>
              </p14:cNvPr>
              <p14:cNvContentPartPr/>
              <p14:nvPr/>
            </p14:nvContentPartPr>
            <p14:xfrm>
              <a:off x="2502317" y="774364"/>
              <a:ext cx="74160" cy="235800"/>
            </p14:xfrm>
          </p:contentPart>
        </mc:Choice>
        <mc:Fallback xmlns="">
          <p:pic>
            <p:nvPicPr>
              <p:cNvPr id="22" name="Cerneală 21">
                <a:extLst>
                  <a:ext uri="{FF2B5EF4-FFF2-40B4-BE49-F238E27FC236}">
                    <a16:creationId xmlns:a16="http://schemas.microsoft.com/office/drawing/2014/main" id="{CFD11745-DD66-4F46-80B7-D137B581A3DD}"/>
                  </a:ext>
                </a:extLst>
              </p:cNvPr>
              <p:cNvPicPr/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2484591" y="756364"/>
                <a:ext cx="109974" cy="271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8">
            <p14:nvContentPartPr>
              <p14:cNvPr id="28" name="Cerneală 27">
                <a:extLst>
                  <a:ext uri="{FF2B5EF4-FFF2-40B4-BE49-F238E27FC236}">
                    <a16:creationId xmlns:a16="http://schemas.microsoft.com/office/drawing/2014/main" id="{29D18C34-20E9-4C75-9F4C-3F52AC4AFF48}"/>
                  </a:ext>
                </a:extLst>
              </p14:cNvPr>
              <p14:cNvContentPartPr/>
              <p14:nvPr/>
            </p14:nvContentPartPr>
            <p14:xfrm>
              <a:off x="6636557" y="664204"/>
              <a:ext cx="182880" cy="296280"/>
            </p14:xfrm>
          </p:contentPart>
        </mc:Choice>
        <mc:Fallback xmlns="">
          <p:pic>
            <p:nvPicPr>
              <p:cNvPr id="28" name="Cerneală 27">
                <a:extLst>
                  <a:ext uri="{FF2B5EF4-FFF2-40B4-BE49-F238E27FC236}">
                    <a16:creationId xmlns:a16="http://schemas.microsoft.com/office/drawing/2014/main" id="{29D18C34-20E9-4C75-9F4C-3F52AC4AFF48}"/>
                  </a:ext>
                </a:extLst>
              </p:cNvPr>
              <p:cNvPicPr/>
              <p:nvPr/>
            </p:nvPicPr>
            <p:blipFill>
              <a:blip r:embed="rId29"/>
              <a:stretch>
                <a:fillRect/>
              </a:stretch>
            </p:blipFill>
            <p:spPr>
              <a:xfrm>
                <a:off x="6618557" y="646564"/>
                <a:ext cx="218520" cy="331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0">
            <p14:nvContentPartPr>
              <p14:cNvPr id="31" name="Cerneală 30">
                <a:extLst>
                  <a:ext uri="{FF2B5EF4-FFF2-40B4-BE49-F238E27FC236}">
                    <a16:creationId xmlns:a16="http://schemas.microsoft.com/office/drawing/2014/main" id="{8C07082F-C8A0-480A-9B9A-56D045A91FCD}"/>
                  </a:ext>
                </a:extLst>
              </p14:cNvPr>
              <p14:cNvContentPartPr/>
              <p14:nvPr/>
            </p14:nvContentPartPr>
            <p14:xfrm>
              <a:off x="6955517" y="914044"/>
              <a:ext cx="179640" cy="153000"/>
            </p14:xfrm>
          </p:contentPart>
        </mc:Choice>
        <mc:Fallback xmlns="">
          <p:pic>
            <p:nvPicPr>
              <p:cNvPr id="31" name="Cerneală 30">
                <a:extLst>
                  <a:ext uri="{FF2B5EF4-FFF2-40B4-BE49-F238E27FC236}">
                    <a16:creationId xmlns:a16="http://schemas.microsoft.com/office/drawing/2014/main" id="{8C07082F-C8A0-480A-9B9A-56D045A91FCD}"/>
                  </a:ext>
                </a:extLst>
              </p:cNvPr>
              <p:cNvPicPr/>
              <p:nvPr/>
            </p:nvPicPr>
            <p:blipFill>
              <a:blip r:embed="rId31"/>
              <a:stretch>
                <a:fillRect/>
              </a:stretch>
            </p:blipFill>
            <p:spPr>
              <a:xfrm>
                <a:off x="6937912" y="896044"/>
                <a:ext cx="215209" cy="188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2">
            <p14:nvContentPartPr>
              <p14:cNvPr id="32" name="Cerneală 31">
                <a:extLst>
                  <a:ext uri="{FF2B5EF4-FFF2-40B4-BE49-F238E27FC236}">
                    <a16:creationId xmlns:a16="http://schemas.microsoft.com/office/drawing/2014/main" id="{ECC01FDF-35E5-4A6C-8570-0C7659A741ED}"/>
                  </a:ext>
                </a:extLst>
              </p14:cNvPr>
              <p14:cNvContentPartPr/>
              <p14:nvPr/>
            </p14:nvContentPartPr>
            <p14:xfrm>
              <a:off x="5938517" y="668164"/>
              <a:ext cx="548280" cy="297360"/>
            </p14:xfrm>
          </p:contentPart>
        </mc:Choice>
        <mc:Fallback xmlns="">
          <p:pic>
            <p:nvPicPr>
              <p:cNvPr id="32" name="Cerneală 31">
                <a:extLst>
                  <a:ext uri="{FF2B5EF4-FFF2-40B4-BE49-F238E27FC236}">
                    <a16:creationId xmlns:a16="http://schemas.microsoft.com/office/drawing/2014/main" id="{ECC01FDF-35E5-4A6C-8570-0C7659A741ED}"/>
                  </a:ext>
                </a:extLst>
              </p:cNvPr>
              <p:cNvPicPr/>
              <p:nvPr/>
            </p:nvPicPr>
            <p:blipFill>
              <a:blip r:embed="rId33"/>
              <a:stretch>
                <a:fillRect/>
              </a:stretch>
            </p:blipFill>
            <p:spPr>
              <a:xfrm>
                <a:off x="5920517" y="650524"/>
                <a:ext cx="583920" cy="333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4">
            <p14:nvContentPartPr>
              <p14:cNvPr id="34" name="Cerneală 33">
                <a:extLst>
                  <a:ext uri="{FF2B5EF4-FFF2-40B4-BE49-F238E27FC236}">
                    <a16:creationId xmlns:a16="http://schemas.microsoft.com/office/drawing/2014/main" id="{2D13EBFC-7017-478E-A58C-F498ED06CC7E}"/>
                  </a:ext>
                </a:extLst>
              </p14:cNvPr>
              <p14:cNvContentPartPr/>
              <p14:nvPr/>
            </p14:nvContentPartPr>
            <p14:xfrm>
              <a:off x="7437917" y="771484"/>
              <a:ext cx="134280" cy="5400"/>
            </p14:xfrm>
          </p:contentPart>
        </mc:Choice>
        <mc:Fallback xmlns="">
          <p:pic>
            <p:nvPicPr>
              <p:cNvPr id="34" name="Cerneală 33">
                <a:extLst>
                  <a:ext uri="{FF2B5EF4-FFF2-40B4-BE49-F238E27FC236}">
                    <a16:creationId xmlns:a16="http://schemas.microsoft.com/office/drawing/2014/main" id="{2D13EBFC-7017-478E-A58C-F498ED06CC7E}"/>
                  </a:ext>
                </a:extLst>
              </p:cNvPr>
              <p:cNvPicPr/>
              <p:nvPr/>
            </p:nvPicPr>
            <p:blipFill>
              <a:blip r:embed="rId35"/>
              <a:stretch>
                <a:fillRect/>
              </a:stretch>
            </p:blipFill>
            <p:spPr>
              <a:xfrm>
                <a:off x="7419917" y="753844"/>
                <a:ext cx="169920" cy="41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6">
            <p14:nvContentPartPr>
              <p14:cNvPr id="35" name="Cerneală 34">
                <a:extLst>
                  <a:ext uri="{FF2B5EF4-FFF2-40B4-BE49-F238E27FC236}">
                    <a16:creationId xmlns:a16="http://schemas.microsoft.com/office/drawing/2014/main" id="{88F3129A-849F-4ED3-99EC-E82F6969DA20}"/>
                  </a:ext>
                </a:extLst>
              </p14:cNvPr>
              <p14:cNvContentPartPr/>
              <p14:nvPr/>
            </p14:nvContentPartPr>
            <p14:xfrm>
              <a:off x="7452677" y="864724"/>
              <a:ext cx="123120" cy="12960"/>
            </p14:xfrm>
          </p:contentPart>
        </mc:Choice>
        <mc:Fallback xmlns="">
          <p:pic>
            <p:nvPicPr>
              <p:cNvPr id="35" name="Cerneală 34">
                <a:extLst>
                  <a:ext uri="{FF2B5EF4-FFF2-40B4-BE49-F238E27FC236}">
                    <a16:creationId xmlns:a16="http://schemas.microsoft.com/office/drawing/2014/main" id="{88F3129A-849F-4ED3-99EC-E82F6969DA20}"/>
                  </a:ext>
                </a:extLst>
              </p:cNvPr>
              <p:cNvPicPr/>
              <p:nvPr/>
            </p:nvPicPr>
            <p:blipFill>
              <a:blip r:embed="rId37"/>
              <a:stretch>
                <a:fillRect/>
              </a:stretch>
            </p:blipFill>
            <p:spPr>
              <a:xfrm>
                <a:off x="7435037" y="847084"/>
                <a:ext cx="158760" cy="48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8">
            <p14:nvContentPartPr>
              <p14:cNvPr id="36" name="Cerneală 35">
                <a:extLst>
                  <a:ext uri="{FF2B5EF4-FFF2-40B4-BE49-F238E27FC236}">
                    <a16:creationId xmlns:a16="http://schemas.microsoft.com/office/drawing/2014/main" id="{551FD350-126F-46F4-BCF4-917961DE22A3}"/>
                  </a:ext>
                </a:extLst>
              </p14:cNvPr>
              <p14:cNvContentPartPr/>
              <p14:nvPr/>
            </p14:nvContentPartPr>
            <p14:xfrm>
              <a:off x="7824917" y="723964"/>
              <a:ext cx="189360" cy="181440"/>
            </p14:xfrm>
          </p:contentPart>
        </mc:Choice>
        <mc:Fallback xmlns="">
          <p:pic>
            <p:nvPicPr>
              <p:cNvPr id="36" name="Cerneală 35">
                <a:extLst>
                  <a:ext uri="{FF2B5EF4-FFF2-40B4-BE49-F238E27FC236}">
                    <a16:creationId xmlns:a16="http://schemas.microsoft.com/office/drawing/2014/main" id="{551FD350-126F-46F4-BCF4-917961DE22A3}"/>
                  </a:ext>
                </a:extLst>
              </p:cNvPr>
              <p:cNvPicPr/>
              <p:nvPr/>
            </p:nvPicPr>
            <p:blipFill>
              <a:blip r:embed="rId39"/>
              <a:stretch>
                <a:fillRect/>
              </a:stretch>
            </p:blipFill>
            <p:spPr>
              <a:xfrm>
                <a:off x="7807277" y="705964"/>
                <a:ext cx="225000" cy="217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0">
            <p14:nvContentPartPr>
              <p14:cNvPr id="37" name="Cerneală 36">
                <a:extLst>
                  <a:ext uri="{FF2B5EF4-FFF2-40B4-BE49-F238E27FC236}">
                    <a16:creationId xmlns:a16="http://schemas.microsoft.com/office/drawing/2014/main" id="{9D3248DE-7889-441F-B006-9DDEE7F4C5BA}"/>
                  </a:ext>
                </a:extLst>
              </p14:cNvPr>
              <p14:cNvContentPartPr/>
              <p14:nvPr/>
            </p14:nvContentPartPr>
            <p14:xfrm>
              <a:off x="8125517" y="662044"/>
              <a:ext cx="37080" cy="246960"/>
            </p14:xfrm>
          </p:contentPart>
        </mc:Choice>
        <mc:Fallback xmlns="">
          <p:pic>
            <p:nvPicPr>
              <p:cNvPr id="37" name="Cerneală 36">
                <a:extLst>
                  <a:ext uri="{FF2B5EF4-FFF2-40B4-BE49-F238E27FC236}">
                    <a16:creationId xmlns:a16="http://schemas.microsoft.com/office/drawing/2014/main" id="{9D3248DE-7889-441F-B006-9DDEE7F4C5BA}"/>
                  </a:ext>
                </a:extLst>
              </p:cNvPr>
              <p:cNvPicPr/>
              <p:nvPr/>
            </p:nvPicPr>
            <p:blipFill>
              <a:blip r:embed="rId41"/>
              <a:stretch>
                <a:fillRect/>
              </a:stretch>
            </p:blipFill>
            <p:spPr>
              <a:xfrm>
                <a:off x="8107877" y="644404"/>
                <a:ext cx="72720" cy="28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2">
            <p14:nvContentPartPr>
              <p14:cNvPr id="38" name="Cerneală 37">
                <a:extLst>
                  <a:ext uri="{FF2B5EF4-FFF2-40B4-BE49-F238E27FC236}">
                    <a16:creationId xmlns:a16="http://schemas.microsoft.com/office/drawing/2014/main" id="{CE7C9ED0-B859-4726-8173-2411BEFDE630}"/>
                  </a:ext>
                </a:extLst>
              </p14:cNvPr>
              <p14:cNvContentPartPr/>
              <p14:nvPr/>
            </p14:nvContentPartPr>
            <p14:xfrm>
              <a:off x="8268077" y="691564"/>
              <a:ext cx="19080" cy="208800"/>
            </p14:xfrm>
          </p:contentPart>
        </mc:Choice>
        <mc:Fallback xmlns="">
          <p:pic>
            <p:nvPicPr>
              <p:cNvPr id="38" name="Cerneală 37">
                <a:extLst>
                  <a:ext uri="{FF2B5EF4-FFF2-40B4-BE49-F238E27FC236}">
                    <a16:creationId xmlns:a16="http://schemas.microsoft.com/office/drawing/2014/main" id="{CE7C9ED0-B859-4726-8173-2411BEFDE630}"/>
                  </a:ext>
                </a:extLst>
              </p:cNvPr>
              <p:cNvPicPr/>
              <p:nvPr/>
            </p:nvPicPr>
            <p:blipFill>
              <a:blip r:embed="rId43"/>
              <a:stretch>
                <a:fillRect/>
              </a:stretch>
            </p:blipFill>
            <p:spPr>
              <a:xfrm>
                <a:off x="8250077" y="673564"/>
                <a:ext cx="54720" cy="244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4">
            <p14:nvContentPartPr>
              <p14:cNvPr id="40" name="Cerneală 39">
                <a:extLst>
                  <a:ext uri="{FF2B5EF4-FFF2-40B4-BE49-F238E27FC236}">
                    <a16:creationId xmlns:a16="http://schemas.microsoft.com/office/drawing/2014/main" id="{6FE246C0-52BF-4D1E-8397-515568D282B3}"/>
                  </a:ext>
                </a:extLst>
              </p14:cNvPr>
              <p14:cNvContentPartPr/>
              <p14:nvPr/>
            </p14:nvContentPartPr>
            <p14:xfrm>
              <a:off x="8426477" y="678244"/>
              <a:ext cx="184320" cy="214560"/>
            </p14:xfrm>
          </p:contentPart>
        </mc:Choice>
        <mc:Fallback xmlns="">
          <p:pic>
            <p:nvPicPr>
              <p:cNvPr id="40" name="Cerneală 39">
                <a:extLst>
                  <a:ext uri="{FF2B5EF4-FFF2-40B4-BE49-F238E27FC236}">
                    <a16:creationId xmlns:a16="http://schemas.microsoft.com/office/drawing/2014/main" id="{6FE246C0-52BF-4D1E-8397-515568D282B3}"/>
                  </a:ext>
                </a:extLst>
              </p:cNvPr>
              <p:cNvPicPr/>
              <p:nvPr/>
            </p:nvPicPr>
            <p:blipFill>
              <a:blip r:embed="rId45"/>
              <a:stretch>
                <a:fillRect/>
              </a:stretch>
            </p:blipFill>
            <p:spPr>
              <a:xfrm>
                <a:off x="8408477" y="660244"/>
                <a:ext cx="219960" cy="250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6">
            <p14:nvContentPartPr>
              <p14:cNvPr id="44" name="Cerneală 43">
                <a:extLst>
                  <a:ext uri="{FF2B5EF4-FFF2-40B4-BE49-F238E27FC236}">
                    <a16:creationId xmlns:a16="http://schemas.microsoft.com/office/drawing/2014/main" id="{53484953-B8AD-4228-ADC5-84AC044A57B6}"/>
                  </a:ext>
                </a:extLst>
              </p14:cNvPr>
              <p14:cNvContentPartPr/>
              <p14:nvPr/>
            </p14:nvContentPartPr>
            <p14:xfrm>
              <a:off x="8692517" y="781204"/>
              <a:ext cx="423360" cy="279000"/>
            </p14:xfrm>
          </p:contentPart>
        </mc:Choice>
        <mc:Fallback xmlns="">
          <p:pic>
            <p:nvPicPr>
              <p:cNvPr id="44" name="Cerneală 43">
                <a:extLst>
                  <a:ext uri="{FF2B5EF4-FFF2-40B4-BE49-F238E27FC236}">
                    <a16:creationId xmlns:a16="http://schemas.microsoft.com/office/drawing/2014/main" id="{53484953-B8AD-4228-ADC5-84AC044A57B6}"/>
                  </a:ext>
                </a:extLst>
              </p:cNvPr>
              <p:cNvPicPr/>
              <p:nvPr/>
            </p:nvPicPr>
            <p:blipFill>
              <a:blip r:embed="rId47"/>
              <a:stretch>
                <a:fillRect/>
              </a:stretch>
            </p:blipFill>
            <p:spPr>
              <a:xfrm>
                <a:off x="8674517" y="763564"/>
                <a:ext cx="459000" cy="314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8">
            <p14:nvContentPartPr>
              <p14:cNvPr id="47" name="Cerneală 46">
                <a:extLst>
                  <a:ext uri="{FF2B5EF4-FFF2-40B4-BE49-F238E27FC236}">
                    <a16:creationId xmlns:a16="http://schemas.microsoft.com/office/drawing/2014/main" id="{6D65D7E8-6B28-4370-9A75-4F31CCCEA22A}"/>
                  </a:ext>
                </a:extLst>
              </p14:cNvPr>
              <p14:cNvContentPartPr/>
              <p14:nvPr/>
            </p14:nvContentPartPr>
            <p14:xfrm>
              <a:off x="3202517" y="789124"/>
              <a:ext cx="421200" cy="354240"/>
            </p14:xfrm>
          </p:contentPart>
        </mc:Choice>
        <mc:Fallback xmlns="">
          <p:pic>
            <p:nvPicPr>
              <p:cNvPr id="47" name="Cerneală 46">
                <a:extLst>
                  <a:ext uri="{FF2B5EF4-FFF2-40B4-BE49-F238E27FC236}">
                    <a16:creationId xmlns:a16="http://schemas.microsoft.com/office/drawing/2014/main" id="{6D65D7E8-6B28-4370-9A75-4F31CCCEA22A}"/>
                  </a:ext>
                </a:extLst>
              </p:cNvPr>
              <p:cNvPicPr/>
              <p:nvPr/>
            </p:nvPicPr>
            <p:blipFill>
              <a:blip r:embed="rId49"/>
              <a:stretch>
                <a:fillRect/>
              </a:stretch>
            </p:blipFill>
            <p:spPr>
              <a:xfrm>
                <a:off x="3184892" y="771124"/>
                <a:ext cx="456810" cy="389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0">
            <p14:nvContentPartPr>
              <p14:cNvPr id="50" name="Cerneală 49">
                <a:extLst>
                  <a:ext uri="{FF2B5EF4-FFF2-40B4-BE49-F238E27FC236}">
                    <a16:creationId xmlns:a16="http://schemas.microsoft.com/office/drawing/2014/main" id="{ED29B241-035C-4CFC-97B8-E1675094E8C8}"/>
                  </a:ext>
                </a:extLst>
              </p14:cNvPr>
              <p14:cNvContentPartPr/>
              <p14:nvPr/>
            </p14:nvContentPartPr>
            <p14:xfrm>
              <a:off x="3021640" y="483512"/>
              <a:ext cx="102960" cy="153360"/>
            </p14:xfrm>
          </p:contentPart>
        </mc:Choice>
        <mc:Fallback xmlns="">
          <p:pic>
            <p:nvPicPr>
              <p:cNvPr id="50" name="Cerneală 49">
                <a:extLst>
                  <a:ext uri="{FF2B5EF4-FFF2-40B4-BE49-F238E27FC236}">
                    <a16:creationId xmlns:a16="http://schemas.microsoft.com/office/drawing/2014/main" id="{ED29B241-035C-4CFC-97B8-E1675094E8C8}"/>
                  </a:ext>
                </a:extLst>
              </p:cNvPr>
              <p:cNvPicPr/>
              <p:nvPr/>
            </p:nvPicPr>
            <p:blipFill>
              <a:blip r:embed="rId51"/>
              <a:stretch>
                <a:fillRect/>
              </a:stretch>
            </p:blipFill>
            <p:spPr>
              <a:xfrm>
                <a:off x="3003640" y="465512"/>
                <a:ext cx="138600" cy="189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2">
            <p14:nvContentPartPr>
              <p14:cNvPr id="51" name="Cerneală 50">
                <a:extLst>
                  <a:ext uri="{FF2B5EF4-FFF2-40B4-BE49-F238E27FC236}">
                    <a16:creationId xmlns:a16="http://schemas.microsoft.com/office/drawing/2014/main" id="{8393F4FB-0B23-4085-B32C-7A22CB0B15C9}"/>
                  </a:ext>
                </a:extLst>
              </p14:cNvPr>
              <p14:cNvContentPartPr/>
              <p14:nvPr/>
            </p14:nvContentPartPr>
            <p14:xfrm>
              <a:off x="2696920" y="543992"/>
              <a:ext cx="132480" cy="140400"/>
            </p14:xfrm>
          </p:contentPart>
        </mc:Choice>
        <mc:Fallback xmlns="">
          <p:pic>
            <p:nvPicPr>
              <p:cNvPr id="51" name="Cerneală 50">
                <a:extLst>
                  <a:ext uri="{FF2B5EF4-FFF2-40B4-BE49-F238E27FC236}">
                    <a16:creationId xmlns:a16="http://schemas.microsoft.com/office/drawing/2014/main" id="{8393F4FB-0B23-4085-B32C-7A22CB0B15C9}"/>
                  </a:ext>
                </a:extLst>
              </p:cNvPr>
              <p:cNvPicPr/>
              <p:nvPr/>
            </p:nvPicPr>
            <p:blipFill>
              <a:blip r:embed="rId53"/>
              <a:stretch>
                <a:fillRect/>
              </a:stretch>
            </p:blipFill>
            <p:spPr>
              <a:xfrm>
                <a:off x="2678920" y="525946"/>
                <a:ext cx="168120" cy="176132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4">
            <p14:nvContentPartPr>
              <p14:cNvPr id="54" name="Cerneală 53">
                <a:extLst>
                  <a:ext uri="{FF2B5EF4-FFF2-40B4-BE49-F238E27FC236}">
                    <a16:creationId xmlns:a16="http://schemas.microsoft.com/office/drawing/2014/main" id="{1E3FF6C2-CAF5-4B1F-AE39-E8C8DD6DA183}"/>
                  </a:ext>
                </a:extLst>
              </p14:cNvPr>
              <p14:cNvContentPartPr/>
              <p14:nvPr/>
            </p14:nvContentPartPr>
            <p14:xfrm>
              <a:off x="2438440" y="502952"/>
              <a:ext cx="162360" cy="209520"/>
            </p14:xfrm>
          </p:contentPart>
        </mc:Choice>
        <mc:Fallback xmlns="">
          <p:pic>
            <p:nvPicPr>
              <p:cNvPr id="54" name="Cerneală 53">
                <a:extLst>
                  <a:ext uri="{FF2B5EF4-FFF2-40B4-BE49-F238E27FC236}">
                    <a16:creationId xmlns:a16="http://schemas.microsoft.com/office/drawing/2014/main" id="{1E3FF6C2-CAF5-4B1F-AE39-E8C8DD6DA183}"/>
                  </a:ext>
                </a:extLst>
              </p:cNvPr>
              <p:cNvPicPr/>
              <p:nvPr/>
            </p:nvPicPr>
            <p:blipFill>
              <a:blip r:embed="rId55"/>
              <a:stretch>
                <a:fillRect/>
              </a:stretch>
            </p:blipFill>
            <p:spPr>
              <a:xfrm>
                <a:off x="2420440" y="484952"/>
                <a:ext cx="198000" cy="245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6">
            <p14:nvContentPartPr>
              <p14:cNvPr id="55" name="Cerneală 54">
                <a:extLst>
                  <a:ext uri="{FF2B5EF4-FFF2-40B4-BE49-F238E27FC236}">
                    <a16:creationId xmlns:a16="http://schemas.microsoft.com/office/drawing/2014/main" id="{83A614EC-2761-4C24-8280-586C8A373BF8}"/>
                  </a:ext>
                </a:extLst>
              </p14:cNvPr>
              <p14:cNvContentPartPr/>
              <p14:nvPr/>
            </p14:nvContentPartPr>
            <p14:xfrm>
              <a:off x="3326200" y="471272"/>
              <a:ext cx="139680" cy="189000"/>
            </p14:xfrm>
          </p:contentPart>
        </mc:Choice>
        <mc:Fallback xmlns="">
          <p:pic>
            <p:nvPicPr>
              <p:cNvPr id="55" name="Cerneală 54">
                <a:extLst>
                  <a:ext uri="{FF2B5EF4-FFF2-40B4-BE49-F238E27FC236}">
                    <a16:creationId xmlns:a16="http://schemas.microsoft.com/office/drawing/2014/main" id="{83A614EC-2761-4C24-8280-586C8A373BF8}"/>
                  </a:ext>
                </a:extLst>
              </p:cNvPr>
              <p:cNvPicPr/>
              <p:nvPr/>
            </p:nvPicPr>
            <p:blipFill>
              <a:blip r:embed="rId57"/>
              <a:stretch>
                <a:fillRect/>
              </a:stretch>
            </p:blipFill>
            <p:spPr>
              <a:xfrm>
                <a:off x="3308200" y="453272"/>
                <a:ext cx="175320" cy="224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8">
            <p14:nvContentPartPr>
              <p14:cNvPr id="58" name="Cerneală 57">
                <a:extLst>
                  <a:ext uri="{FF2B5EF4-FFF2-40B4-BE49-F238E27FC236}">
                    <a16:creationId xmlns:a16="http://schemas.microsoft.com/office/drawing/2014/main" id="{0094CC1B-4650-44A4-A612-77B03AF94BF1}"/>
                  </a:ext>
                </a:extLst>
              </p14:cNvPr>
              <p14:cNvContentPartPr/>
              <p14:nvPr/>
            </p14:nvContentPartPr>
            <p14:xfrm>
              <a:off x="8243237" y="322924"/>
              <a:ext cx="90000" cy="166680"/>
            </p14:xfrm>
          </p:contentPart>
        </mc:Choice>
        <mc:Fallback xmlns="">
          <p:pic>
            <p:nvPicPr>
              <p:cNvPr id="58" name="Cerneală 57">
                <a:extLst>
                  <a:ext uri="{FF2B5EF4-FFF2-40B4-BE49-F238E27FC236}">
                    <a16:creationId xmlns:a16="http://schemas.microsoft.com/office/drawing/2014/main" id="{0094CC1B-4650-44A4-A612-77B03AF94BF1}"/>
                  </a:ext>
                </a:extLst>
              </p:cNvPr>
              <p:cNvPicPr/>
              <p:nvPr/>
            </p:nvPicPr>
            <p:blipFill>
              <a:blip r:embed="rId59"/>
              <a:stretch>
                <a:fillRect/>
              </a:stretch>
            </p:blipFill>
            <p:spPr>
              <a:xfrm>
                <a:off x="8225237" y="305284"/>
                <a:ext cx="125640" cy="202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0">
            <p14:nvContentPartPr>
              <p14:cNvPr id="59" name="Cerneală 58">
                <a:extLst>
                  <a:ext uri="{FF2B5EF4-FFF2-40B4-BE49-F238E27FC236}">
                    <a16:creationId xmlns:a16="http://schemas.microsoft.com/office/drawing/2014/main" id="{62F0DC1D-A431-4236-BE09-4917158DC69A}"/>
                  </a:ext>
                </a:extLst>
              </p14:cNvPr>
              <p14:cNvContentPartPr/>
              <p14:nvPr/>
            </p14:nvContentPartPr>
            <p14:xfrm>
              <a:off x="7984397" y="369364"/>
              <a:ext cx="95760" cy="111600"/>
            </p14:xfrm>
          </p:contentPart>
        </mc:Choice>
        <mc:Fallback xmlns="">
          <p:pic>
            <p:nvPicPr>
              <p:cNvPr id="59" name="Cerneală 58">
                <a:extLst>
                  <a:ext uri="{FF2B5EF4-FFF2-40B4-BE49-F238E27FC236}">
                    <a16:creationId xmlns:a16="http://schemas.microsoft.com/office/drawing/2014/main" id="{62F0DC1D-A431-4236-BE09-4917158DC69A}"/>
                  </a:ext>
                </a:extLst>
              </p:cNvPr>
              <p:cNvPicPr/>
              <p:nvPr/>
            </p:nvPicPr>
            <p:blipFill>
              <a:blip r:embed="rId61"/>
              <a:stretch>
                <a:fillRect/>
              </a:stretch>
            </p:blipFill>
            <p:spPr>
              <a:xfrm>
                <a:off x="7966397" y="351724"/>
                <a:ext cx="131400" cy="147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2">
            <p14:nvContentPartPr>
              <p14:cNvPr id="62" name="Cerneală 61">
                <a:extLst>
                  <a:ext uri="{FF2B5EF4-FFF2-40B4-BE49-F238E27FC236}">
                    <a16:creationId xmlns:a16="http://schemas.microsoft.com/office/drawing/2014/main" id="{34794E6A-F5CA-49A2-B98B-437B651D565D}"/>
                  </a:ext>
                </a:extLst>
              </p14:cNvPr>
              <p14:cNvContentPartPr/>
              <p14:nvPr/>
            </p14:nvContentPartPr>
            <p14:xfrm>
              <a:off x="7699637" y="319324"/>
              <a:ext cx="171360" cy="181800"/>
            </p14:xfrm>
          </p:contentPart>
        </mc:Choice>
        <mc:Fallback xmlns="">
          <p:pic>
            <p:nvPicPr>
              <p:cNvPr id="62" name="Cerneală 61">
                <a:extLst>
                  <a:ext uri="{FF2B5EF4-FFF2-40B4-BE49-F238E27FC236}">
                    <a16:creationId xmlns:a16="http://schemas.microsoft.com/office/drawing/2014/main" id="{34794E6A-F5CA-49A2-B98B-437B651D565D}"/>
                  </a:ext>
                </a:extLst>
              </p:cNvPr>
              <p:cNvPicPr/>
              <p:nvPr/>
            </p:nvPicPr>
            <p:blipFill>
              <a:blip r:embed="rId63"/>
              <a:stretch>
                <a:fillRect/>
              </a:stretch>
            </p:blipFill>
            <p:spPr>
              <a:xfrm>
                <a:off x="7681637" y="301324"/>
                <a:ext cx="207000" cy="217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4">
            <p14:nvContentPartPr>
              <p14:cNvPr id="63" name="Cerneală 62">
                <a:extLst>
                  <a:ext uri="{FF2B5EF4-FFF2-40B4-BE49-F238E27FC236}">
                    <a16:creationId xmlns:a16="http://schemas.microsoft.com/office/drawing/2014/main" id="{7D37DE04-86A4-4778-B355-C41D11BD64A8}"/>
                  </a:ext>
                </a:extLst>
              </p14:cNvPr>
              <p14:cNvContentPartPr/>
              <p14:nvPr/>
            </p14:nvContentPartPr>
            <p14:xfrm>
              <a:off x="8484077" y="280804"/>
              <a:ext cx="124560" cy="222480"/>
            </p14:xfrm>
          </p:contentPart>
        </mc:Choice>
        <mc:Fallback xmlns="">
          <p:pic>
            <p:nvPicPr>
              <p:cNvPr id="63" name="Cerneală 62">
                <a:extLst>
                  <a:ext uri="{FF2B5EF4-FFF2-40B4-BE49-F238E27FC236}">
                    <a16:creationId xmlns:a16="http://schemas.microsoft.com/office/drawing/2014/main" id="{7D37DE04-86A4-4778-B355-C41D11BD64A8}"/>
                  </a:ext>
                </a:extLst>
              </p:cNvPr>
              <p:cNvPicPr/>
              <p:nvPr/>
            </p:nvPicPr>
            <p:blipFill>
              <a:blip r:embed="rId65"/>
              <a:stretch>
                <a:fillRect/>
              </a:stretch>
            </p:blipFill>
            <p:spPr>
              <a:xfrm>
                <a:off x="8466077" y="263164"/>
                <a:ext cx="160200" cy="258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6">
            <p14:nvContentPartPr>
              <p14:cNvPr id="41" name="Cerneală 40">
                <a:extLst>
                  <a:ext uri="{FF2B5EF4-FFF2-40B4-BE49-F238E27FC236}">
                    <a16:creationId xmlns:a16="http://schemas.microsoft.com/office/drawing/2014/main" id="{E5199C90-599C-413C-B074-D5BAA0C0B1E0}"/>
                  </a:ext>
                </a:extLst>
              </p14:cNvPr>
              <p14:cNvContentPartPr/>
              <p14:nvPr/>
            </p14:nvContentPartPr>
            <p14:xfrm>
              <a:off x="1615489" y="2514610"/>
              <a:ext cx="2513160" cy="1932480"/>
            </p14:xfrm>
          </p:contentPart>
        </mc:Choice>
        <mc:Fallback xmlns="">
          <p:pic>
            <p:nvPicPr>
              <p:cNvPr id="41" name="Cerneală 40">
                <a:extLst>
                  <a:ext uri="{FF2B5EF4-FFF2-40B4-BE49-F238E27FC236}">
                    <a16:creationId xmlns:a16="http://schemas.microsoft.com/office/drawing/2014/main" id="{E5199C90-599C-413C-B074-D5BAA0C0B1E0}"/>
                  </a:ext>
                </a:extLst>
              </p:cNvPr>
              <p:cNvPicPr/>
              <p:nvPr/>
            </p:nvPicPr>
            <p:blipFill>
              <a:blip r:embed="rId67"/>
              <a:stretch>
                <a:fillRect/>
              </a:stretch>
            </p:blipFill>
            <p:spPr>
              <a:xfrm>
                <a:off x="1597489" y="2496610"/>
                <a:ext cx="2548800" cy="1968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8">
            <p14:nvContentPartPr>
              <p14:cNvPr id="42" name="Cerneală 41">
                <a:extLst>
                  <a:ext uri="{FF2B5EF4-FFF2-40B4-BE49-F238E27FC236}">
                    <a16:creationId xmlns:a16="http://schemas.microsoft.com/office/drawing/2014/main" id="{E9569AD9-D45E-4ED3-B2C8-9512686BE2E4}"/>
                  </a:ext>
                </a:extLst>
              </p14:cNvPr>
              <p14:cNvContentPartPr/>
              <p14:nvPr/>
            </p14:nvContentPartPr>
            <p14:xfrm>
              <a:off x="7467585" y="1600220"/>
              <a:ext cx="4024080" cy="2890800"/>
            </p14:xfrm>
          </p:contentPart>
        </mc:Choice>
        <mc:Fallback xmlns="">
          <p:pic>
            <p:nvPicPr>
              <p:cNvPr id="42" name="Cerneală 41">
                <a:extLst>
                  <a:ext uri="{FF2B5EF4-FFF2-40B4-BE49-F238E27FC236}">
                    <a16:creationId xmlns:a16="http://schemas.microsoft.com/office/drawing/2014/main" id="{E9569AD9-D45E-4ED3-B2C8-9512686BE2E4}"/>
                  </a:ext>
                </a:extLst>
              </p:cNvPr>
              <p:cNvPicPr/>
              <p:nvPr/>
            </p:nvPicPr>
            <p:blipFill>
              <a:blip r:embed="rId69"/>
              <a:stretch>
                <a:fillRect/>
              </a:stretch>
            </p:blipFill>
            <p:spPr>
              <a:xfrm>
                <a:off x="7449587" y="1582222"/>
                <a:ext cx="4059717" cy="2926436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0">
            <p14:nvContentPartPr>
              <p14:cNvPr id="3" name="Cerneală 2">
                <a:extLst>
                  <a:ext uri="{FF2B5EF4-FFF2-40B4-BE49-F238E27FC236}">
                    <a16:creationId xmlns:a16="http://schemas.microsoft.com/office/drawing/2014/main" id="{DDEDAD54-6ACA-4716-A55B-DECBFF57A90E}"/>
                  </a:ext>
                </a:extLst>
              </p14:cNvPr>
              <p14:cNvContentPartPr/>
              <p14:nvPr/>
            </p14:nvContentPartPr>
            <p14:xfrm>
              <a:off x="805997" y="1044004"/>
              <a:ext cx="101160" cy="177120"/>
            </p14:xfrm>
          </p:contentPart>
        </mc:Choice>
        <mc:Fallback xmlns="">
          <p:pic>
            <p:nvPicPr>
              <p:cNvPr id="3" name="Cerneală 2">
                <a:extLst>
                  <a:ext uri="{FF2B5EF4-FFF2-40B4-BE49-F238E27FC236}">
                    <a16:creationId xmlns:a16="http://schemas.microsoft.com/office/drawing/2014/main" id="{DDEDAD54-6ACA-4716-A55B-DECBFF57A90E}"/>
                  </a:ext>
                </a:extLst>
              </p:cNvPr>
              <p:cNvPicPr/>
              <p:nvPr/>
            </p:nvPicPr>
            <p:blipFill>
              <a:blip r:embed="rId71"/>
              <a:stretch>
                <a:fillRect/>
              </a:stretch>
            </p:blipFill>
            <p:spPr>
              <a:xfrm>
                <a:off x="788357" y="1026004"/>
                <a:ext cx="136800" cy="212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2">
            <p14:nvContentPartPr>
              <p14:cNvPr id="5" name="Cerneală 4">
                <a:extLst>
                  <a:ext uri="{FF2B5EF4-FFF2-40B4-BE49-F238E27FC236}">
                    <a16:creationId xmlns:a16="http://schemas.microsoft.com/office/drawing/2014/main" id="{F346EDEA-EAA9-4F8A-8780-187E61CF08F9}"/>
                  </a:ext>
                </a:extLst>
              </p14:cNvPr>
              <p14:cNvContentPartPr/>
              <p14:nvPr/>
            </p14:nvContentPartPr>
            <p14:xfrm>
              <a:off x="1269317" y="780844"/>
              <a:ext cx="73080" cy="109080"/>
            </p14:xfrm>
          </p:contentPart>
        </mc:Choice>
        <mc:Fallback xmlns="">
          <p:pic>
            <p:nvPicPr>
              <p:cNvPr id="5" name="Cerneală 4">
                <a:extLst>
                  <a:ext uri="{FF2B5EF4-FFF2-40B4-BE49-F238E27FC236}">
                    <a16:creationId xmlns:a16="http://schemas.microsoft.com/office/drawing/2014/main" id="{F346EDEA-EAA9-4F8A-8780-187E61CF08F9}"/>
                  </a:ext>
                </a:extLst>
              </p:cNvPr>
              <p:cNvPicPr/>
              <p:nvPr/>
            </p:nvPicPr>
            <p:blipFill>
              <a:blip r:embed="rId73"/>
              <a:stretch>
                <a:fillRect/>
              </a:stretch>
            </p:blipFill>
            <p:spPr>
              <a:xfrm>
                <a:off x="1251317" y="763204"/>
                <a:ext cx="108720" cy="144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4">
            <p14:nvContentPartPr>
              <p14:cNvPr id="6" name="Cerneală 5">
                <a:extLst>
                  <a:ext uri="{FF2B5EF4-FFF2-40B4-BE49-F238E27FC236}">
                    <a16:creationId xmlns:a16="http://schemas.microsoft.com/office/drawing/2014/main" id="{128AF7B1-C49C-4B9E-AF4F-D4E7F123DCFA}"/>
                  </a:ext>
                </a:extLst>
              </p14:cNvPr>
              <p14:cNvContentPartPr/>
              <p14:nvPr/>
            </p14:nvContentPartPr>
            <p14:xfrm>
              <a:off x="6195197" y="939604"/>
              <a:ext cx="181800" cy="192240"/>
            </p14:xfrm>
          </p:contentPart>
        </mc:Choice>
        <mc:Fallback xmlns="">
          <p:pic>
            <p:nvPicPr>
              <p:cNvPr id="6" name="Cerneală 5">
                <a:extLst>
                  <a:ext uri="{FF2B5EF4-FFF2-40B4-BE49-F238E27FC236}">
                    <a16:creationId xmlns:a16="http://schemas.microsoft.com/office/drawing/2014/main" id="{128AF7B1-C49C-4B9E-AF4F-D4E7F123DCFA}"/>
                  </a:ext>
                </a:extLst>
              </p:cNvPr>
              <p:cNvPicPr/>
              <p:nvPr/>
            </p:nvPicPr>
            <p:blipFill>
              <a:blip r:embed="rId75"/>
              <a:stretch>
                <a:fillRect/>
              </a:stretch>
            </p:blipFill>
            <p:spPr>
              <a:xfrm>
                <a:off x="6177197" y="921604"/>
                <a:ext cx="217440" cy="227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6">
            <p14:nvContentPartPr>
              <p14:cNvPr id="49" name="Cerneală 48">
                <a:extLst>
                  <a:ext uri="{FF2B5EF4-FFF2-40B4-BE49-F238E27FC236}">
                    <a16:creationId xmlns:a16="http://schemas.microsoft.com/office/drawing/2014/main" id="{84BFCD19-E7FA-4189-B167-7090B9B8912A}"/>
                  </a:ext>
                </a:extLst>
              </p14:cNvPr>
              <p14:cNvContentPartPr/>
              <p14:nvPr/>
            </p14:nvContentPartPr>
            <p14:xfrm>
              <a:off x="323957" y="2577964"/>
              <a:ext cx="613800" cy="338400"/>
            </p14:xfrm>
          </p:contentPart>
        </mc:Choice>
        <mc:Fallback xmlns="">
          <p:pic>
            <p:nvPicPr>
              <p:cNvPr id="49" name="Cerneală 48">
                <a:extLst>
                  <a:ext uri="{FF2B5EF4-FFF2-40B4-BE49-F238E27FC236}">
                    <a16:creationId xmlns:a16="http://schemas.microsoft.com/office/drawing/2014/main" id="{84BFCD19-E7FA-4189-B167-7090B9B8912A}"/>
                  </a:ext>
                </a:extLst>
              </p:cNvPr>
              <p:cNvPicPr/>
              <p:nvPr/>
            </p:nvPicPr>
            <p:blipFill>
              <a:blip r:embed="rId77"/>
              <a:stretch>
                <a:fillRect/>
              </a:stretch>
            </p:blipFill>
            <p:spPr>
              <a:xfrm>
                <a:off x="306317" y="2560305"/>
                <a:ext cx="649440" cy="374078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8">
            <p14:nvContentPartPr>
              <p14:cNvPr id="52" name="Cerneală 51">
                <a:extLst>
                  <a:ext uri="{FF2B5EF4-FFF2-40B4-BE49-F238E27FC236}">
                    <a16:creationId xmlns:a16="http://schemas.microsoft.com/office/drawing/2014/main" id="{7A8FE67C-2254-45F6-BC76-D2BCD1A67851}"/>
                  </a:ext>
                </a:extLst>
              </p14:cNvPr>
              <p14:cNvContentPartPr/>
              <p14:nvPr/>
            </p14:nvContentPartPr>
            <p14:xfrm>
              <a:off x="407477" y="3273844"/>
              <a:ext cx="1172880" cy="199800"/>
            </p14:xfrm>
          </p:contentPart>
        </mc:Choice>
        <mc:Fallback xmlns="">
          <p:pic>
            <p:nvPicPr>
              <p:cNvPr id="52" name="Cerneală 51">
                <a:extLst>
                  <a:ext uri="{FF2B5EF4-FFF2-40B4-BE49-F238E27FC236}">
                    <a16:creationId xmlns:a16="http://schemas.microsoft.com/office/drawing/2014/main" id="{7A8FE67C-2254-45F6-BC76-D2BCD1A67851}"/>
                  </a:ext>
                </a:extLst>
              </p:cNvPr>
              <p:cNvPicPr/>
              <p:nvPr/>
            </p:nvPicPr>
            <p:blipFill>
              <a:blip r:embed="rId79"/>
              <a:stretch>
                <a:fillRect/>
              </a:stretch>
            </p:blipFill>
            <p:spPr>
              <a:xfrm>
                <a:off x="389837" y="3255844"/>
                <a:ext cx="1208520" cy="235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0">
            <p14:nvContentPartPr>
              <p14:cNvPr id="65" name="Cerneală 64">
                <a:extLst>
                  <a:ext uri="{FF2B5EF4-FFF2-40B4-BE49-F238E27FC236}">
                    <a16:creationId xmlns:a16="http://schemas.microsoft.com/office/drawing/2014/main" id="{962FCB63-21C2-4E00-BEBD-757E3A409B96}"/>
                  </a:ext>
                </a:extLst>
              </p14:cNvPr>
              <p14:cNvContentPartPr/>
              <p14:nvPr/>
            </p14:nvContentPartPr>
            <p14:xfrm>
              <a:off x="6077837" y="2761924"/>
              <a:ext cx="622440" cy="264600"/>
            </p14:xfrm>
          </p:contentPart>
        </mc:Choice>
        <mc:Fallback xmlns="">
          <p:pic>
            <p:nvPicPr>
              <p:cNvPr id="65" name="Cerneală 64">
                <a:extLst>
                  <a:ext uri="{FF2B5EF4-FFF2-40B4-BE49-F238E27FC236}">
                    <a16:creationId xmlns:a16="http://schemas.microsoft.com/office/drawing/2014/main" id="{962FCB63-21C2-4E00-BEBD-757E3A409B96}"/>
                  </a:ext>
                </a:extLst>
              </p:cNvPr>
              <p:cNvPicPr/>
              <p:nvPr/>
            </p:nvPicPr>
            <p:blipFill>
              <a:blip r:embed="rId81"/>
              <a:stretch>
                <a:fillRect/>
              </a:stretch>
            </p:blipFill>
            <p:spPr>
              <a:xfrm>
                <a:off x="6060187" y="2743924"/>
                <a:ext cx="658101" cy="300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2">
            <p14:nvContentPartPr>
              <p14:cNvPr id="66" name="Cerneală 65">
                <a:extLst>
                  <a:ext uri="{FF2B5EF4-FFF2-40B4-BE49-F238E27FC236}">
                    <a16:creationId xmlns:a16="http://schemas.microsoft.com/office/drawing/2014/main" id="{2AE44683-23A8-48F2-BC88-FADE75CAC93B}"/>
                  </a:ext>
                </a:extLst>
              </p14:cNvPr>
              <p14:cNvContentPartPr/>
              <p14:nvPr/>
            </p14:nvContentPartPr>
            <p14:xfrm>
              <a:off x="6145157" y="3288604"/>
              <a:ext cx="1203840" cy="162000"/>
            </p14:xfrm>
          </p:contentPart>
        </mc:Choice>
        <mc:Fallback xmlns="">
          <p:pic>
            <p:nvPicPr>
              <p:cNvPr id="66" name="Cerneală 65">
                <a:extLst>
                  <a:ext uri="{FF2B5EF4-FFF2-40B4-BE49-F238E27FC236}">
                    <a16:creationId xmlns:a16="http://schemas.microsoft.com/office/drawing/2014/main" id="{2AE44683-23A8-48F2-BC88-FADE75CAC93B}"/>
                  </a:ext>
                </a:extLst>
              </p:cNvPr>
              <p:cNvPicPr/>
              <p:nvPr/>
            </p:nvPicPr>
            <p:blipFill>
              <a:blip r:embed="rId83"/>
              <a:stretch>
                <a:fillRect/>
              </a:stretch>
            </p:blipFill>
            <p:spPr>
              <a:xfrm>
                <a:off x="6127157" y="3270604"/>
                <a:ext cx="1239480" cy="197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4">
            <p14:nvContentPartPr>
              <p14:cNvPr id="84" name="Cerneală 83">
                <a:extLst>
                  <a:ext uri="{FF2B5EF4-FFF2-40B4-BE49-F238E27FC236}">
                    <a16:creationId xmlns:a16="http://schemas.microsoft.com/office/drawing/2014/main" id="{61BF6A3B-69A4-4C21-9045-7ADE1527E1B2}"/>
                  </a:ext>
                </a:extLst>
              </p14:cNvPr>
              <p14:cNvContentPartPr/>
              <p14:nvPr/>
            </p14:nvContentPartPr>
            <p14:xfrm>
              <a:off x="2010197" y="1363684"/>
              <a:ext cx="550080" cy="516240"/>
            </p14:xfrm>
          </p:contentPart>
        </mc:Choice>
        <mc:Fallback xmlns="">
          <p:pic>
            <p:nvPicPr>
              <p:cNvPr id="84" name="Cerneală 83">
                <a:extLst>
                  <a:ext uri="{FF2B5EF4-FFF2-40B4-BE49-F238E27FC236}">
                    <a16:creationId xmlns:a16="http://schemas.microsoft.com/office/drawing/2014/main" id="{61BF6A3B-69A4-4C21-9045-7ADE1527E1B2}"/>
                  </a:ext>
                </a:extLst>
              </p:cNvPr>
              <p:cNvPicPr/>
              <p:nvPr/>
            </p:nvPicPr>
            <p:blipFill>
              <a:blip r:embed="rId85"/>
              <a:stretch>
                <a:fillRect/>
              </a:stretch>
            </p:blipFill>
            <p:spPr>
              <a:xfrm>
                <a:off x="1992557" y="1346044"/>
                <a:ext cx="585720" cy="551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6">
            <p14:nvContentPartPr>
              <p14:cNvPr id="85" name="Cerneală 84">
                <a:extLst>
                  <a:ext uri="{FF2B5EF4-FFF2-40B4-BE49-F238E27FC236}">
                    <a16:creationId xmlns:a16="http://schemas.microsoft.com/office/drawing/2014/main" id="{2F7B89FF-E6EB-4948-AC27-8EEC7AB7773B}"/>
                  </a:ext>
                </a:extLst>
              </p14:cNvPr>
              <p14:cNvContentPartPr/>
              <p14:nvPr/>
            </p14:nvContentPartPr>
            <p14:xfrm>
              <a:off x="759917" y="1375204"/>
              <a:ext cx="875520" cy="310680"/>
            </p14:xfrm>
          </p:contentPart>
        </mc:Choice>
        <mc:Fallback xmlns="">
          <p:pic>
            <p:nvPicPr>
              <p:cNvPr id="85" name="Cerneală 84">
                <a:extLst>
                  <a:ext uri="{FF2B5EF4-FFF2-40B4-BE49-F238E27FC236}">
                    <a16:creationId xmlns:a16="http://schemas.microsoft.com/office/drawing/2014/main" id="{2F7B89FF-E6EB-4948-AC27-8EEC7AB7773B}"/>
                  </a:ext>
                </a:extLst>
              </p:cNvPr>
              <p:cNvPicPr/>
              <p:nvPr/>
            </p:nvPicPr>
            <p:blipFill>
              <a:blip r:embed="rId87"/>
              <a:stretch>
                <a:fillRect/>
              </a:stretch>
            </p:blipFill>
            <p:spPr>
              <a:xfrm>
                <a:off x="741917" y="1357544"/>
                <a:ext cx="911160" cy="346361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8">
            <p14:nvContentPartPr>
              <p14:cNvPr id="88" name="Cerneală 87">
                <a:extLst>
                  <a:ext uri="{FF2B5EF4-FFF2-40B4-BE49-F238E27FC236}">
                    <a16:creationId xmlns:a16="http://schemas.microsoft.com/office/drawing/2014/main" id="{17DD7275-C5E7-4FE3-B74E-17F5A4494422}"/>
                  </a:ext>
                </a:extLst>
              </p14:cNvPr>
              <p14:cNvContentPartPr/>
              <p14:nvPr/>
            </p14:nvContentPartPr>
            <p14:xfrm>
              <a:off x="3006677" y="1467724"/>
              <a:ext cx="178200" cy="239760"/>
            </p14:xfrm>
          </p:contentPart>
        </mc:Choice>
        <mc:Fallback xmlns="">
          <p:pic>
            <p:nvPicPr>
              <p:cNvPr id="88" name="Cerneală 87">
                <a:extLst>
                  <a:ext uri="{FF2B5EF4-FFF2-40B4-BE49-F238E27FC236}">
                    <a16:creationId xmlns:a16="http://schemas.microsoft.com/office/drawing/2014/main" id="{17DD7275-C5E7-4FE3-B74E-17F5A4494422}"/>
                  </a:ext>
                </a:extLst>
              </p:cNvPr>
              <p:cNvPicPr/>
              <p:nvPr/>
            </p:nvPicPr>
            <p:blipFill>
              <a:blip r:embed="rId89"/>
              <a:stretch>
                <a:fillRect/>
              </a:stretch>
            </p:blipFill>
            <p:spPr>
              <a:xfrm>
                <a:off x="2989037" y="1449724"/>
                <a:ext cx="213840" cy="275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0">
            <p14:nvContentPartPr>
              <p14:cNvPr id="89" name="Cerneală 88">
                <a:extLst>
                  <a:ext uri="{FF2B5EF4-FFF2-40B4-BE49-F238E27FC236}">
                    <a16:creationId xmlns:a16="http://schemas.microsoft.com/office/drawing/2014/main" id="{7F019E52-3514-47F4-927B-09D0089A12AC}"/>
                  </a:ext>
                </a:extLst>
              </p14:cNvPr>
              <p14:cNvContentPartPr/>
              <p14:nvPr/>
            </p14:nvContentPartPr>
            <p14:xfrm>
              <a:off x="3465317" y="1572844"/>
              <a:ext cx="220680" cy="92520"/>
            </p14:xfrm>
          </p:contentPart>
        </mc:Choice>
        <mc:Fallback xmlns="">
          <p:pic>
            <p:nvPicPr>
              <p:cNvPr id="89" name="Cerneală 88">
                <a:extLst>
                  <a:ext uri="{FF2B5EF4-FFF2-40B4-BE49-F238E27FC236}">
                    <a16:creationId xmlns:a16="http://schemas.microsoft.com/office/drawing/2014/main" id="{7F019E52-3514-47F4-927B-09D0089A12AC}"/>
                  </a:ext>
                </a:extLst>
              </p:cNvPr>
              <p:cNvPicPr/>
              <p:nvPr/>
            </p:nvPicPr>
            <p:blipFill>
              <a:blip r:embed="rId91"/>
              <a:stretch>
                <a:fillRect/>
              </a:stretch>
            </p:blipFill>
            <p:spPr>
              <a:xfrm>
                <a:off x="3447677" y="1554844"/>
                <a:ext cx="256320" cy="128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2">
            <p14:nvContentPartPr>
              <p14:cNvPr id="90" name="Cerneală 89">
                <a:extLst>
                  <a:ext uri="{FF2B5EF4-FFF2-40B4-BE49-F238E27FC236}">
                    <a16:creationId xmlns:a16="http://schemas.microsoft.com/office/drawing/2014/main" id="{94804A7F-4467-48AF-9A4C-98BECF0D5254}"/>
                  </a:ext>
                </a:extLst>
              </p14:cNvPr>
              <p14:cNvContentPartPr/>
              <p14:nvPr/>
            </p14:nvContentPartPr>
            <p14:xfrm>
              <a:off x="3488357" y="1489324"/>
              <a:ext cx="36720" cy="15840"/>
            </p14:xfrm>
          </p:contentPart>
        </mc:Choice>
        <mc:Fallback xmlns="">
          <p:pic>
            <p:nvPicPr>
              <p:cNvPr id="90" name="Cerneală 89">
                <a:extLst>
                  <a:ext uri="{FF2B5EF4-FFF2-40B4-BE49-F238E27FC236}">
                    <a16:creationId xmlns:a16="http://schemas.microsoft.com/office/drawing/2014/main" id="{94804A7F-4467-48AF-9A4C-98BECF0D5254}"/>
                  </a:ext>
                </a:extLst>
              </p:cNvPr>
              <p:cNvPicPr/>
              <p:nvPr/>
            </p:nvPicPr>
            <p:blipFill>
              <a:blip r:embed="rId93"/>
              <a:stretch>
                <a:fillRect/>
              </a:stretch>
            </p:blipFill>
            <p:spPr>
              <a:xfrm>
                <a:off x="3470357" y="1471324"/>
                <a:ext cx="72360" cy="51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4">
            <p14:nvContentPartPr>
              <p14:cNvPr id="91" name="Cerneală 90">
                <a:extLst>
                  <a:ext uri="{FF2B5EF4-FFF2-40B4-BE49-F238E27FC236}">
                    <a16:creationId xmlns:a16="http://schemas.microsoft.com/office/drawing/2014/main" id="{0C4213BF-1F19-4C1E-A035-E029E67A015C}"/>
                  </a:ext>
                </a:extLst>
              </p14:cNvPr>
              <p14:cNvContentPartPr/>
              <p14:nvPr/>
            </p14:nvContentPartPr>
            <p14:xfrm>
              <a:off x="3539117" y="1739884"/>
              <a:ext cx="13320" cy="134280"/>
            </p14:xfrm>
          </p:contentPart>
        </mc:Choice>
        <mc:Fallback xmlns="">
          <p:pic>
            <p:nvPicPr>
              <p:cNvPr id="91" name="Cerneală 90">
                <a:extLst>
                  <a:ext uri="{FF2B5EF4-FFF2-40B4-BE49-F238E27FC236}">
                    <a16:creationId xmlns:a16="http://schemas.microsoft.com/office/drawing/2014/main" id="{0C4213BF-1F19-4C1E-A035-E029E67A015C}"/>
                  </a:ext>
                </a:extLst>
              </p:cNvPr>
              <p:cNvPicPr/>
              <p:nvPr/>
            </p:nvPicPr>
            <p:blipFill>
              <a:blip r:embed="rId95"/>
              <a:stretch>
                <a:fillRect/>
              </a:stretch>
            </p:blipFill>
            <p:spPr>
              <a:xfrm>
                <a:off x="3521477" y="1722244"/>
                <a:ext cx="48960" cy="169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6">
            <p14:nvContentPartPr>
              <p14:cNvPr id="98" name="Cerneală 97">
                <a:extLst>
                  <a:ext uri="{FF2B5EF4-FFF2-40B4-BE49-F238E27FC236}">
                    <a16:creationId xmlns:a16="http://schemas.microsoft.com/office/drawing/2014/main" id="{A03BD405-CB84-4615-A2CC-45E236B88EA9}"/>
                  </a:ext>
                </a:extLst>
              </p14:cNvPr>
              <p14:cNvContentPartPr/>
              <p14:nvPr/>
            </p14:nvContentPartPr>
            <p14:xfrm>
              <a:off x="4660157" y="1327324"/>
              <a:ext cx="228240" cy="326160"/>
            </p14:xfrm>
          </p:contentPart>
        </mc:Choice>
        <mc:Fallback xmlns="">
          <p:pic>
            <p:nvPicPr>
              <p:cNvPr id="98" name="Cerneală 97">
                <a:extLst>
                  <a:ext uri="{FF2B5EF4-FFF2-40B4-BE49-F238E27FC236}">
                    <a16:creationId xmlns:a16="http://schemas.microsoft.com/office/drawing/2014/main" id="{A03BD405-CB84-4615-A2CC-45E236B88EA9}"/>
                  </a:ext>
                </a:extLst>
              </p:cNvPr>
              <p:cNvPicPr/>
              <p:nvPr/>
            </p:nvPicPr>
            <p:blipFill>
              <a:blip r:embed="rId97"/>
              <a:stretch>
                <a:fillRect/>
              </a:stretch>
            </p:blipFill>
            <p:spPr>
              <a:xfrm>
                <a:off x="4642157" y="1309324"/>
                <a:ext cx="263880" cy="361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8">
            <p14:nvContentPartPr>
              <p14:cNvPr id="99" name="Cerneală 98">
                <a:extLst>
                  <a:ext uri="{FF2B5EF4-FFF2-40B4-BE49-F238E27FC236}">
                    <a16:creationId xmlns:a16="http://schemas.microsoft.com/office/drawing/2014/main" id="{BA0FBDEA-C32D-46F1-AE98-1E019BED243E}"/>
                  </a:ext>
                </a:extLst>
              </p14:cNvPr>
              <p14:cNvContentPartPr/>
              <p14:nvPr/>
            </p14:nvContentPartPr>
            <p14:xfrm>
              <a:off x="3957437" y="1295284"/>
              <a:ext cx="543240" cy="432720"/>
            </p14:xfrm>
          </p:contentPart>
        </mc:Choice>
        <mc:Fallback xmlns="">
          <p:pic>
            <p:nvPicPr>
              <p:cNvPr id="99" name="Cerneală 98">
                <a:extLst>
                  <a:ext uri="{FF2B5EF4-FFF2-40B4-BE49-F238E27FC236}">
                    <a16:creationId xmlns:a16="http://schemas.microsoft.com/office/drawing/2014/main" id="{BA0FBDEA-C32D-46F1-AE98-1E019BED243E}"/>
                  </a:ext>
                </a:extLst>
              </p:cNvPr>
              <p:cNvPicPr/>
              <p:nvPr/>
            </p:nvPicPr>
            <p:blipFill>
              <a:blip r:embed="rId99"/>
              <a:stretch>
                <a:fillRect/>
              </a:stretch>
            </p:blipFill>
            <p:spPr>
              <a:xfrm>
                <a:off x="3939437" y="1277644"/>
                <a:ext cx="578880" cy="468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0">
            <p14:nvContentPartPr>
              <p14:cNvPr id="116" name="Cerneală 115">
                <a:extLst>
                  <a:ext uri="{FF2B5EF4-FFF2-40B4-BE49-F238E27FC236}">
                    <a16:creationId xmlns:a16="http://schemas.microsoft.com/office/drawing/2014/main" id="{2017598C-D806-44DC-9481-3211319E45DB}"/>
                  </a:ext>
                </a:extLst>
              </p14:cNvPr>
              <p14:cNvContentPartPr/>
              <p14:nvPr/>
            </p14:nvContentPartPr>
            <p14:xfrm>
              <a:off x="7500557" y="1294924"/>
              <a:ext cx="60840" cy="74520"/>
            </p14:xfrm>
          </p:contentPart>
        </mc:Choice>
        <mc:Fallback xmlns="">
          <p:pic>
            <p:nvPicPr>
              <p:cNvPr id="116" name="Cerneală 115">
                <a:extLst>
                  <a:ext uri="{FF2B5EF4-FFF2-40B4-BE49-F238E27FC236}">
                    <a16:creationId xmlns:a16="http://schemas.microsoft.com/office/drawing/2014/main" id="{2017598C-D806-44DC-9481-3211319E45DB}"/>
                  </a:ext>
                </a:extLst>
              </p:cNvPr>
              <p:cNvPicPr/>
              <p:nvPr/>
            </p:nvPicPr>
            <p:blipFill>
              <a:blip r:embed="rId101"/>
              <a:stretch>
                <a:fillRect/>
              </a:stretch>
            </p:blipFill>
            <p:spPr>
              <a:xfrm>
                <a:off x="7482917" y="1276924"/>
                <a:ext cx="96480" cy="110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2">
            <p14:nvContentPartPr>
              <p14:cNvPr id="117" name="Cerneală 116">
                <a:extLst>
                  <a:ext uri="{FF2B5EF4-FFF2-40B4-BE49-F238E27FC236}">
                    <a16:creationId xmlns:a16="http://schemas.microsoft.com/office/drawing/2014/main" id="{831F9AEE-08D6-4D5E-9780-86978247F8A6}"/>
                  </a:ext>
                </a:extLst>
              </p14:cNvPr>
              <p14:cNvContentPartPr/>
              <p14:nvPr/>
            </p14:nvContentPartPr>
            <p14:xfrm>
              <a:off x="7713317" y="1297444"/>
              <a:ext cx="88200" cy="98640"/>
            </p14:xfrm>
          </p:contentPart>
        </mc:Choice>
        <mc:Fallback xmlns="">
          <p:pic>
            <p:nvPicPr>
              <p:cNvPr id="117" name="Cerneală 116">
                <a:extLst>
                  <a:ext uri="{FF2B5EF4-FFF2-40B4-BE49-F238E27FC236}">
                    <a16:creationId xmlns:a16="http://schemas.microsoft.com/office/drawing/2014/main" id="{831F9AEE-08D6-4D5E-9780-86978247F8A6}"/>
                  </a:ext>
                </a:extLst>
              </p:cNvPr>
              <p:cNvPicPr/>
              <p:nvPr/>
            </p:nvPicPr>
            <p:blipFill>
              <a:blip r:embed="rId103"/>
              <a:stretch>
                <a:fillRect/>
              </a:stretch>
            </p:blipFill>
            <p:spPr>
              <a:xfrm>
                <a:off x="7695317" y="1279444"/>
                <a:ext cx="123840" cy="134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4">
            <p14:nvContentPartPr>
              <p14:cNvPr id="137" name="Cerneală 136">
                <a:extLst>
                  <a:ext uri="{FF2B5EF4-FFF2-40B4-BE49-F238E27FC236}">
                    <a16:creationId xmlns:a16="http://schemas.microsoft.com/office/drawing/2014/main" id="{A093C045-5879-46A8-9D17-7AF3DF092E87}"/>
                  </a:ext>
                </a:extLst>
              </p14:cNvPr>
              <p14:cNvContentPartPr/>
              <p14:nvPr/>
            </p14:nvContentPartPr>
            <p14:xfrm>
              <a:off x="8864237" y="1283044"/>
              <a:ext cx="1127880" cy="561240"/>
            </p14:xfrm>
          </p:contentPart>
        </mc:Choice>
        <mc:Fallback xmlns="">
          <p:pic>
            <p:nvPicPr>
              <p:cNvPr id="137" name="Cerneală 136">
                <a:extLst>
                  <a:ext uri="{FF2B5EF4-FFF2-40B4-BE49-F238E27FC236}">
                    <a16:creationId xmlns:a16="http://schemas.microsoft.com/office/drawing/2014/main" id="{A093C045-5879-46A8-9D17-7AF3DF092E87}"/>
                  </a:ext>
                </a:extLst>
              </p:cNvPr>
              <p:cNvPicPr/>
              <p:nvPr/>
            </p:nvPicPr>
            <p:blipFill>
              <a:blip r:embed="rId105"/>
              <a:stretch>
                <a:fillRect/>
              </a:stretch>
            </p:blipFill>
            <p:spPr>
              <a:xfrm>
                <a:off x="8846243" y="1265056"/>
                <a:ext cx="1163509" cy="596857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6">
            <p14:nvContentPartPr>
              <p14:cNvPr id="138" name="Cerneală 137">
                <a:extLst>
                  <a:ext uri="{FF2B5EF4-FFF2-40B4-BE49-F238E27FC236}">
                    <a16:creationId xmlns:a16="http://schemas.microsoft.com/office/drawing/2014/main" id="{1F57EFB5-3140-4DF0-9735-4E22D262ECB4}"/>
                  </a:ext>
                </a:extLst>
              </p14:cNvPr>
              <p14:cNvContentPartPr/>
              <p14:nvPr/>
            </p14:nvContentPartPr>
            <p14:xfrm>
              <a:off x="8221277" y="1504084"/>
              <a:ext cx="348840" cy="286560"/>
            </p14:xfrm>
          </p:contentPart>
        </mc:Choice>
        <mc:Fallback xmlns="">
          <p:pic>
            <p:nvPicPr>
              <p:cNvPr id="138" name="Cerneală 137">
                <a:extLst>
                  <a:ext uri="{FF2B5EF4-FFF2-40B4-BE49-F238E27FC236}">
                    <a16:creationId xmlns:a16="http://schemas.microsoft.com/office/drawing/2014/main" id="{1F57EFB5-3140-4DF0-9735-4E22D262ECB4}"/>
                  </a:ext>
                </a:extLst>
              </p:cNvPr>
              <p:cNvPicPr/>
              <p:nvPr/>
            </p:nvPicPr>
            <p:blipFill>
              <a:blip r:embed="rId107"/>
              <a:stretch>
                <a:fillRect/>
              </a:stretch>
            </p:blipFill>
            <p:spPr>
              <a:xfrm>
                <a:off x="8203277" y="1486084"/>
                <a:ext cx="384480" cy="322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8">
            <p14:nvContentPartPr>
              <p14:cNvPr id="139" name="Cerneală 138">
                <a:extLst>
                  <a:ext uri="{FF2B5EF4-FFF2-40B4-BE49-F238E27FC236}">
                    <a16:creationId xmlns:a16="http://schemas.microsoft.com/office/drawing/2014/main" id="{62022607-86F3-448F-83C9-055EACB1633A}"/>
                  </a:ext>
                </a:extLst>
              </p14:cNvPr>
              <p14:cNvContentPartPr/>
              <p14:nvPr/>
            </p14:nvContentPartPr>
            <p14:xfrm>
              <a:off x="7599917" y="1476724"/>
              <a:ext cx="157680" cy="214920"/>
            </p14:xfrm>
          </p:contentPart>
        </mc:Choice>
        <mc:Fallback xmlns="">
          <p:pic>
            <p:nvPicPr>
              <p:cNvPr id="139" name="Cerneală 138">
                <a:extLst>
                  <a:ext uri="{FF2B5EF4-FFF2-40B4-BE49-F238E27FC236}">
                    <a16:creationId xmlns:a16="http://schemas.microsoft.com/office/drawing/2014/main" id="{62022607-86F3-448F-83C9-055EACB1633A}"/>
                  </a:ext>
                </a:extLst>
              </p:cNvPr>
              <p:cNvPicPr/>
              <p:nvPr/>
            </p:nvPicPr>
            <p:blipFill>
              <a:blip r:embed="rId109"/>
              <a:stretch>
                <a:fillRect/>
              </a:stretch>
            </p:blipFill>
            <p:spPr>
              <a:xfrm>
                <a:off x="7581958" y="1459054"/>
                <a:ext cx="193239" cy="2506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0">
            <p14:nvContentPartPr>
              <p14:cNvPr id="140" name="Cerneală 139">
                <a:extLst>
                  <a:ext uri="{FF2B5EF4-FFF2-40B4-BE49-F238E27FC236}">
                    <a16:creationId xmlns:a16="http://schemas.microsoft.com/office/drawing/2014/main" id="{E544D0B2-57D1-4E22-9EE1-524D38C255DA}"/>
                  </a:ext>
                </a:extLst>
              </p14:cNvPr>
              <p14:cNvContentPartPr/>
              <p14:nvPr/>
            </p14:nvContentPartPr>
            <p14:xfrm>
              <a:off x="6183677" y="1548364"/>
              <a:ext cx="952200" cy="142920"/>
            </p14:xfrm>
          </p:contentPart>
        </mc:Choice>
        <mc:Fallback xmlns="">
          <p:pic>
            <p:nvPicPr>
              <p:cNvPr id="140" name="Cerneală 139">
                <a:extLst>
                  <a:ext uri="{FF2B5EF4-FFF2-40B4-BE49-F238E27FC236}">
                    <a16:creationId xmlns:a16="http://schemas.microsoft.com/office/drawing/2014/main" id="{E544D0B2-57D1-4E22-9EE1-524D38C255DA}"/>
                  </a:ext>
                </a:extLst>
              </p:cNvPr>
              <p:cNvPicPr/>
              <p:nvPr/>
            </p:nvPicPr>
            <p:blipFill>
              <a:blip r:embed="rId111"/>
              <a:stretch>
                <a:fillRect/>
              </a:stretch>
            </p:blipFill>
            <p:spPr>
              <a:xfrm>
                <a:off x="6166037" y="1530364"/>
                <a:ext cx="987840" cy="178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2">
            <p14:nvContentPartPr>
              <p14:cNvPr id="147" name="Cerneală 146">
                <a:extLst>
                  <a:ext uri="{FF2B5EF4-FFF2-40B4-BE49-F238E27FC236}">
                    <a16:creationId xmlns:a16="http://schemas.microsoft.com/office/drawing/2014/main" id="{3CECD5EF-C4A1-41FF-8AB1-2A5A45126A14}"/>
                  </a:ext>
                </a:extLst>
              </p14:cNvPr>
              <p14:cNvContentPartPr/>
              <p14:nvPr/>
            </p14:nvContentPartPr>
            <p14:xfrm>
              <a:off x="2513837" y="1037164"/>
              <a:ext cx="64080" cy="10440"/>
            </p14:xfrm>
          </p:contentPart>
        </mc:Choice>
        <mc:Fallback xmlns="">
          <p:pic>
            <p:nvPicPr>
              <p:cNvPr id="147" name="Cerneală 146">
                <a:extLst>
                  <a:ext uri="{FF2B5EF4-FFF2-40B4-BE49-F238E27FC236}">
                    <a16:creationId xmlns:a16="http://schemas.microsoft.com/office/drawing/2014/main" id="{3CECD5EF-C4A1-41FF-8AB1-2A5A45126A14}"/>
                  </a:ext>
                </a:extLst>
              </p:cNvPr>
              <p:cNvPicPr/>
              <p:nvPr/>
            </p:nvPicPr>
            <p:blipFill>
              <a:blip r:embed="rId113"/>
              <a:stretch>
                <a:fillRect/>
              </a:stretch>
            </p:blipFill>
            <p:spPr>
              <a:xfrm>
                <a:off x="2495837" y="1019164"/>
                <a:ext cx="99720" cy="46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4">
            <p14:nvContentPartPr>
              <p14:cNvPr id="169" name="Cerneală 168">
                <a:extLst>
                  <a:ext uri="{FF2B5EF4-FFF2-40B4-BE49-F238E27FC236}">
                    <a16:creationId xmlns:a16="http://schemas.microsoft.com/office/drawing/2014/main" id="{1B5DB1D4-B735-4662-8188-FA0C0D098BB0}"/>
                  </a:ext>
                </a:extLst>
              </p14:cNvPr>
              <p14:cNvContentPartPr/>
              <p14:nvPr/>
            </p14:nvContentPartPr>
            <p14:xfrm>
              <a:off x="2742797" y="2258284"/>
              <a:ext cx="2664000" cy="4013280"/>
            </p14:xfrm>
          </p:contentPart>
        </mc:Choice>
        <mc:Fallback xmlns="">
          <p:pic>
            <p:nvPicPr>
              <p:cNvPr id="169" name="Cerneală 168">
                <a:extLst>
                  <a:ext uri="{FF2B5EF4-FFF2-40B4-BE49-F238E27FC236}">
                    <a16:creationId xmlns:a16="http://schemas.microsoft.com/office/drawing/2014/main" id="{1B5DB1D4-B735-4662-8188-FA0C0D098BB0}"/>
                  </a:ext>
                </a:extLst>
              </p:cNvPr>
              <p:cNvPicPr/>
              <p:nvPr/>
            </p:nvPicPr>
            <p:blipFill>
              <a:blip r:embed="rId115"/>
              <a:stretch>
                <a:fillRect/>
              </a:stretch>
            </p:blipFill>
            <p:spPr>
              <a:xfrm>
                <a:off x="2725157" y="2240644"/>
                <a:ext cx="2699640" cy="4048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6">
            <p14:nvContentPartPr>
              <p14:cNvPr id="172" name="Cerneală 171">
                <a:extLst>
                  <a:ext uri="{FF2B5EF4-FFF2-40B4-BE49-F238E27FC236}">
                    <a16:creationId xmlns:a16="http://schemas.microsoft.com/office/drawing/2014/main" id="{B57BACAC-260A-4E08-B3BD-C39649F16299}"/>
                  </a:ext>
                </a:extLst>
              </p14:cNvPr>
              <p14:cNvContentPartPr/>
              <p14:nvPr/>
            </p14:nvContentPartPr>
            <p14:xfrm>
              <a:off x="11056277" y="1173964"/>
              <a:ext cx="772200" cy="646920"/>
            </p14:xfrm>
          </p:contentPart>
        </mc:Choice>
        <mc:Fallback xmlns="">
          <p:pic>
            <p:nvPicPr>
              <p:cNvPr id="172" name="Cerneală 171">
                <a:extLst>
                  <a:ext uri="{FF2B5EF4-FFF2-40B4-BE49-F238E27FC236}">
                    <a16:creationId xmlns:a16="http://schemas.microsoft.com/office/drawing/2014/main" id="{B57BACAC-260A-4E08-B3BD-C39649F16299}"/>
                  </a:ext>
                </a:extLst>
              </p:cNvPr>
              <p:cNvPicPr/>
              <p:nvPr/>
            </p:nvPicPr>
            <p:blipFill>
              <a:blip r:embed="rId117"/>
              <a:stretch>
                <a:fillRect/>
              </a:stretch>
            </p:blipFill>
            <p:spPr>
              <a:xfrm>
                <a:off x="11038637" y="1156324"/>
                <a:ext cx="807840" cy="682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8">
            <p14:nvContentPartPr>
              <p14:cNvPr id="173" name="Cerneală 172">
                <a:extLst>
                  <a:ext uri="{FF2B5EF4-FFF2-40B4-BE49-F238E27FC236}">
                    <a16:creationId xmlns:a16="http://schemas.microsoft.com/office/drawing/2014/main" id="{2D8B6A41-C193-408A-910B-7495E731FD57}"/>
                  </a:ext>
                </a:extLst>
              </p14:cNvPr>
              <p14:cNvContentPartPr/>
              <p14:nvPr/>
            </p14:nvContentPartPr>
            <p14:xfrm>
              <a:off x="10362197" y="1118164"/>
              <a:ext cx="528840" cy="667440"/>
            </p14:xfrm>
          </p:contentPart>
        </mc:Choice>
        <mc:Fallback xmlns="">
          <p:pic>
            <p:nvPicPr>
              <p:cNvPr id="173" name="Cerneală 172">
                <a:extLst>
                  <a:ext uri="{FF2B5EF4-FFF2-40B4-BE49-F238E27FC236}">
                    <a16:creationId xmlns:a16="http://schemas.microsoft.com/office/drawing/2014/main" id="{2D8B6A41-C193-408A-910B-7495E731FD57}"/>
                  </a:ext>
                </a:extLst>
              </p:cNvPr>
              <p:cNvPicPr/>
              <p:nvPr/>
            </p:nvPicPr>
            <p:blipFill>
              <a:blip r:embed="rId119"/>
              <a:stretch>
                <a:fillRect/>
              </a:stretch>
            </p:blipFill>
            <p:spPr>
              <a:xfrm>
                <a:off x="10344557" y="1100524"/>
                <a:ext cx="564480" cy="703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0">
            <p14:nvContentPartPr>
              <p14:cNvPr id="174" name="Cerneală 173">
                <a:extLst>
                  <a:ext uri="{FF2B5EF4-FFF2-40B4-BE49-F238E27FC236}">
                    <a16:creationId xmlns:a16="http://schemas.microsoft.com/office/drawing/2014/main" id="{E73AADD0-9B91-439D-B16A-0CBBE33F40A4}"/>
                  </a:ext>
                </a:extLst>
              </p14:cNvPr>
              <p14:cNvContentPartPr/>
              <p14:nvPr/>
            </p14:nvContentPartPr>
            <p14:xfrm>
              <a:off x="11567117" y="531724"/>
              <a:ext cx="428760" cy="477720"/>
            </p14:xfrm>
          </p:contentPart>
        </mc:Choice>
        <mc:Fallback xmlns="">
          <p:pic>
            <p:nvPicPr>
              <p:cNvPr id="174" name="Cerneală 173">
                <a:extLst>
                  <a:ext uri="{FF2B5EF4-FFF2-40B4-BE49-F238E27FC236}">
                    <a16:creationId xmlns:a16="http://schemas.microsoft.com/office/drawing/2014/main" id="{E73AADD0-9B91-439D-B16A-0CBBE33F40A4}"/>
                  </a:ext>
                </a:extLst>
              </p:cNvPr>
              <p:cNvPicPr/>
              <p:nvPr/>
            </p:nvPicPr>
            <p:blipFill>
              <a:blip r:embed="rId121"/>
              <a:stretch>
                <a:fillRect/>
              </a:stretch>
            </p:blipFill>
            <p:spPr>
              <a:xfrm>
                <a:off x="11549477" y="513724"/>
                <a:ext cx="464400" cy="513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2">
            <p14:nvContentPartPr>
              <p14:cNvPr id="190" name="Cerneală 189">
                <a:extLst>
                  <a:ext uri="{FF2B5EF4-FFF2-40B4-BE49-F238E27FC236}">
                    <a16:creationId xmlns:a16="http://schemas.microsoft.com/office/drawing/2014/main" id="{894124F4-4AC9-4E99-85AD-F93255250A12}"/>
                  </a:ext>
                </a:extLst>
              </p14:cNvPr>
              <p14:cNvContentPartPr/>
              <p14:nvPr/>
            </p14:nvContentPartPr>
            <p14:xfrm>
              <a:off x="8701157" y="2433244"/>
              <a:ext cx="3202560" cy="3578760"/>
            </p14:xfrm>
          </p:contentPart>
        </mc:Choice>
        <mc:Fallback xmlns="">
          <p:pic>
            <p:nvPicPr>
              <p:cNvPr id="190" name="Cerneală 189">
                <a:extLst>
                  <a:ext uri="{FF2B5EF4-FFF2-40B4-BE49-F238E27FC236}">
                    <a16:creationId xmlns:a16="http://schemas.microsoft.com/office/drawing/2014/main" id="{894124F4-4AC9-4E99-85AD-F93255250A12}"/>
                  </a:ext>
                </a:extLst>
              </p:cNvPr>
              <p:cNvPicPr/>
              <p:nvPr/>
            </p:nvPicPr>
            <p:blipFill>
              <a:blip r:embed="rId123"/>
              <a:stretch>
                <a:fillRect/>
              </a:stretch>
            </p:blipFill>
            <p:spPr>
              <a:xfrm>
                <a:off x="8683157" y="2415244"/>
                <a:ext cx="3238200" cy="3614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4">
            <p14:nvContentPartPr>
              <p14:cNvPr id="197" name="Cerneală 196">
                <a:extLst>
                  <a:ext uri="{FF2B5EF4-FFF2-40B4-BE49-F238E27FC236}">
                    <a16:creationId xmlns:a16="http://schemas.microsoft.com/office/drawing/2014/main" id="{5E1D0059-3EEB-484B-88AB-D47112F0A4D7}"/>
                  </a:ext>
                </a:extLst>
              </p14:cNvPr>
              <p14:cNvContentPartPr/>
              <p14:nvPr/>
            </p14:nvContentPartPr>
            <p14:xfrm>
              <a:off x="6171077" y="3838324"/>
              <a:ext cx="1998360" cy="2131200"/>
            </p14:xfrm>
          </p:contentPart>
        </mc:Choice>
        <mc:Fallback xmlns="">
          <p:pic>
            <p:nvPicPr>
              <p:cNvPr id="197" name="Cerneală 196">
                <a:extLst>
                  <a:ext uri="{FF2B5EF4-FFF2-40B4-BE49-F238E27FC236}">
                    <a16:creationId xmlns:a16="http://schemas.microsoft.com/office/drawing/2014/main" id="{5E1D0059-3EEB-484B-88AB-D47112F0A4D7}"/>
                  </a:ext>
                </a:extLst>
              </p:cNvPr>
              <p:cNvPicPr/>
              <p:nvPr/>
            </p:nvPicPr>
            <p:blipFill>
              <a:blip r:embed="rId125"/>
              <a:stretch>
                <a:fillRect/>
              </a:stretch>
            </p:blipFill>
            <p:spPr>
              <a:xfrm>
                <a:off x="6153077" y="3820324"/>
                <a:ext cx="2034000" cy="2166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6">
            <p14:nvContentPartPr>
              <p14:cNvPr id="205" name="Cerneală 204">
                <a:extLst>
                  <a:ext uri="{FF2B5EF4-FFF2-40B4-BE49-F238E27FC236}">
                    <a16:creationId xmlns:a16="http://schemas.microsoft.com/office/drawing/2014/main" id="{FBA05D4B-FB88-4948-93C8-C4ACFED1DC98}"/>
                  </a:ext>
                </a:extLst>
              </p14:cNvPr>
              <p14:cNvContentPartPr/>
              <p14:nvPr/>
            </p14:nvContentPartPr>
            <p14:xfrm>
              <a:off x="476597" y="3751564"/>
              <a:ext cx="1765800" cy="2571120"/>
            </p14:xfrm>
          </p:contentPart>
        </mc:Choice>
        <mc:Fallback xmlns="">
          <p:pic>
            <p:nvPicPr>
              <p:cNvPr id="205" name="Cerneală 204">
                <a:extLst>
                  <a:ext uri="{FF2B5EF4-FFF2-40B4-BE49-F238E27FC236}">
                    <a16:creationId xmlns:a16="http://schemas.microsoft.com/office/drawing/2014/main" id="{FBA05D4B-FB88-4948-93C8-C4ACFED1DC98}"/>
                  </a:ext>
                </a:extLst>
              </p:cNvPr>
              <p:cNvPicPr/>
              <p:nvPr/>
            </p:nvPicPr>
            <p:blipFill>
              <a:blip r:embed="rId127"/>
              <a:stretch>
                <a:fillRect/>
              </a:stretch>
            </p:blipFill>
            <p:spPr>
              <a:xfrm>
                <a:off x="458597" y="3733567"/>
                <a:ext cx="1801440" cy="2606755"/>
              </a:xfrm>
              <a:prstGeom prst="rect">
                <a:avLst/>
              </a:prstGeom>
            </p:spPr>
          </p:pic>
        </mc:Fallback>
      </mc:AlternateContent>
      <p:sp>
        <p:nvSpPr>
          <p:cNvPr id="67" name="Dreptunghi 66">
            <a:extLst>
              <a:ext uri="{FF2B5EF4-FFF2-40B4-BE49-F238E27FC236}">
                <a16:creationId xmlns:a16="http://schemas.microsoft.com/office/drawing/2014/main" id="{D2B8134E-2208-4A49-8AE4-EE5C4B5A55EE}"/>
              </a:ext>
            </a:extLst>
          </p:cNvPr>
          <p:cNvSpPr/>
          <p:nvPr/>
        </p:nvSpPr>
        <p:spPr>
          <a:xfrm>
            <a:off x="335343" y="137196"/>
            <a:ext cx="11429875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o-RO" sz="2000" b="1" dirty="0">
                <a:solidFill>
                  <a:srgbClr val="0000FF"/>
                </a:solidFill>
              </a:rPr>
              <a:t>Aplicație: Ceas digital      </a:t>
            </a:r>
            <a:r>
              <a:rPr lang="en-US" sz="2000" b="1" dirty="0">
                <a:solidFill>
                  <a:srgbClr val="0000FF"/>
                </a:solidFill>
              </a:rPr>
              <a:t> </a:t>
            </a:r>
            <a:endParaRPr lang="ro-RO" sz="2000" b="1" dirty="0">
              <a:solidFill>
                <a:srgbClr val="0000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76109838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>
            <a:extLst>
              <a:ext uri="{FF2B5EF4-FFF2-40B4-BE49-F238E27FC236}">
                <a16:creationId xmlns:a16="http://schemas.microsoft.com/office/drawing/2014/main" id="{ED0061AB-729A-4D12-A028-8B4F238FC2F4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3977" y="1051586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o-RO"/>
          </a:p>
        </p:txBody>
      </p:sp>
      <p:pic>
        <p:nvPicPr>
          <p:cNvPr id="3" name="Imagine 2">
            <a:extLst>
              <a:ext uri="{FF2B5EF4-FFF2-40B4-BE49-F238E27FC236}">
                <a16:creationId xmlns:a16="http://schemas.microsoft.com/office/drawing/2014/main" id="{BA68AFE8-1068-4B5A-975B-6146E73541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60" y="1600220"/>
            <a:ext cx="11125145" cy="4205943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2" name="Cerneală 1">
                <a:extLst>
                  <a:ext uri="{FF2B5EF4-FFF2-40B4-BE49-F238E27FC236}">
                    <a16:creationId xmlns:a16="http://schemas.microsoft.com/office/drawing/2014/main" id="{68E303B7-F347-474A-9053-40574CC1F1C4}"/>
                  </a:ext>
                </a:extLst>
              </p14:cNvPr>
              <p14:cNvContentPartPr/>
              <p14:nvPr/>
            </p14:nvContentPartPr>
            <p14:xfrm>
              <a:off x="2590517" y="4822564"/>
              <a:ext cx="7200" cy="2520"/>
            </p14:xfrm>
          </p:contentPart>
        </mc:Choice>
        <mc:Fallback xmlns="">
          <p:pic>
            <p:nvPicPr>
              <p:cNvPr id="2" name="Cerneală 1">
                <a:extLst>
                  <a:ext uri="{FF2B5EF4-FFF2-40B4-BE49-F238E27FC236}">
                    <a16:creationId xmlns:a16="http://schemas.microsoft.com/office/drawing/2014/main" id="{68E303B7-F347-474A-9053-40574CC1F1C4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572877" y="4786924"/>
                <a:ext cx="42840" cy="74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8" name="Cerneală 7">
                <a:extLst>
                  <a:ext uri="{FF2B5EF4-FFF2-40B4-BE49-F238E27FC236}">
                    <a16:creationId xmlns:a16="http://schemas.microsoft.com/office/drawing/2014/main" id="{44820AE9-7538-45A2-9481-87DF8C7FBBDD}"/>
                  </a:ext>
                </a:extLst>
              </p14:cNvPr>
              <p14:cNvContentPartPr/>
              <p14:nvPr/>
            </p14:nvContentPartPr>
            <p14:xfrm>
              <a:off x="5068037" y="2529004"/>
              <a:ext cx="1818360" cy="2863800"/>
            </p14:xfrm>
          </p:contentPart>
        </mc:Choice>
        <mc:Fallback xmlns="">
          <p:pic>
            <p:nvPicPr>
              <p:cNvPr id="8" name="Cerneală 7">
                <a:extLst>
                  <a:ext uri="{FF2B5EF4-FFF2-40B4-BE49-F238E27FC236}">
                    <a16:creationId xmlns:a16="http://schemas.microsoft.com/office/drawing/2014/main" id="{44820AE9-7538-45A2-9481-87DF8C7FBBDD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5050397" y="2511364"/>
                <a:ext cx="1854000" cy="2899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12" name="Cerneală 11">
                <a:extLst>
                  <a:ext uri="{FF2B5EF4-FFF2-40B4-BE49-F238E27FC236}">
                    <a16:creationId xmlns:a16="http://schemas.microsoft.com/office/drawing/2014/main" id="{F996961E-1F6E-4704-9B62-979B596CD668}"/>
                  </a:ext>
                </a:extLst>
              </p14:cNvPr>
              <p14:cNvContentPartPr/>
              <p14:nvPr/>
            </p14:nvContentPartPr>
            <p14:xfrm>
              <a:off x="10520237" y="4280764"/>
              <a:ext cx="167400" cy="249840"/>
            </p14:xfrm>
          </p:contentPart>
        </mc:Choice>
        <mc:Fallback xmlns="">
          <p:pic>
            <p:nvPicPr>
              <p:cNvPr id="12" name="Cerneală 11">
                <a:extLst>
                  <a:ext uri="{FF2B5EF4-FFF2-40B4-BE49-F238E27FC236}">
                    <a16:creationId xmlns:a16="http://schemas.microsoft.com/office/drawing/2014/main" id="{F996961E-1F6E-4704-9B62-979B596CD668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10502597" y="4262764"/>
                <a:ext cx="203040" cy="285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13" name="Cerneală 12">
                <a:extLst>
                  <a:ext uri="{FF2B5EF4-FFF2-40B4-BE49-F238E27FC236}">
                    <a16:creationId xmlns:a16="http://schemas.microsoft.com/office/drawing/2014/main" id="{4FAE35C2-C432-499D-8BA8-A52F838CC634}"/>
                  </a:ext>
                </a:extLst>
              </p14:cNvPr>
              <p14:cNvContentPartPr/>
              <p14:nvPr/>
            </p14:nvContentPartPr>
            <p14:xfrm>
              <a:off x="10769717" y="4369324"/>
              <a:ext cx="152640" cy="165600"/>
            </p14:xfrm>
          </p:contentPart>
        </mc:Choice>
        <mc:Fallback xmlns="">
          <p:pic>
            <p:nvPicPr>
              <p:cNvPr id="13" name="Cerneală 12">
                <a:extLst>
                  <a:ext uri="{FF2B5EF4-FFF2-40B4-BE49-F238E27FC236}">
                    <a16:creationId xmlns:a16="http://schemas.microsoft.com/office/drawing/2014/main" id="{4FAE35C2-C432-499D-8BA8-A52F838CC634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10752077" y="4351324"/>
                <a:ext cx="188280" cy="201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14" name="Cerneală 13">
                <a:extLst>
                  <a:ext uri="{FF2B5EF4-FFF2-40B4-BE49-F238E27FC236}">
                    <a16:creationId xmlns:a16="http://schemas.microsoft.com/office/drawing/2014/main" id="{1347018A-04F4-4083-8162-2152DCED57EE}"/>
                  </a:ext>
                </a:extLst>
              </p14:cNvPr>
              <p14:cNvContentPartPr/>
              <p14:nvPr/>
            </p14:nvContentPartPr>
            <p14:xfrm>
              <a:off x="10943237" y="4286884"/>
              <a:ext cx="14760" cy="20880"/>
            </p14:xfrm>
          </p:contentPart>
        </mc:Choice>
        <mc:Fallback xmlns="">
          <p:pic>
            <p:nvPicPr>
              <p:cNvPr id="14" name="Cerneală 13">
                <a:extLst>
                  <a:ext uri="{FF2B5EF4-FFF2-40B4-BE49-F238E27FC236}">
                    <a16:creationId xmlns:a16="http://schemas.microsoft.com/office/drawing/2014/main" id="{1347018A-04F4-4083-8162-2152DCED57EE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10925597" y="4268884"/>
                <a:ext cx="50400" cy="56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">
            <p14:nvContentPartPr>
              <p14:cNvPr id="15" name="Cerneală 14">
                <a:extLst>
                  <a:ext uri="{FF2B5EF4-FFF2-40B4-BE49-F238E27FC236}">
                    <a16:creationId xmlns:a16="http://schemas.microsoft.com/office/drawing/2014/main" id="{7226E2D8-0CB2-47C6-8388-17CFADD7CFDE}"/>
                  </a:ext>
                </a:extLst>
              </p14:cNvPr>
              <p14:cNvContentPartPr/>
              <p14:nvPr/>
            </p14:nvContentPartPr>
            <p14:xfrm>
              <a:off x="10997237" y="4363924"/>
              <a:ext cx="291600" cy="194760"/>
            </p14:xfrm>
          </p:contentPart>
        </mc:Choice>
        <mc:Fallback xmlns="">
          <p:pic>
            <p:nvPicPr>
              <p:cNvPr id="15" name="Cerneală 14">
                <a:extLst>
                  <a:ext uri="{FF2B5EF4-FFF2-40B4-BE49-F238E27FC236}">
                    <a16:creationId xmlns:a16="http://schemas.microsoft.com/office/drawing/2014/main" id="{7226E2D8-0CB2-47C6-8388-17CFADD7CFDE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10979237" y="4345924"/>
                <a:ext cx="327240" cy="230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">
            <p14:nvContentPartPr>
              <p14:cNvPr id="22" name="Cerneală 21">
                <a:extLst>
                  <a:ext uri="{FF2B5EF4-FFF2-40B4-BE49-F238E27FC236}">
                    <a16:creationId xmlns:a16="http://schemas.microsoft.com/office/drawing/2014/main" id="{19BEAAD1-2181-4D45-B9CD-E7B617BCA826}"/>
                  </a:ext>
                </a:extLst>
              </p14:cNvPr>
              <p14:cNvContentPartPr/>
              <p14:nvPr/>
            </p14:nvContentPartPr>
            <p14:xfrm>
              <a:off x="11821637" y="4335844"/>
              <a:ext cx="246960" cy="182520"/>
            </p14:xfrm>
          </p:contentPart>
        </mc:Choice>
        <mc:Fallback xmlns="">
          <p:pic>
            <p:nvPicPr>
              <p:cNvPr id="22" name="Cerneală 21">
                <a:extLst>
                  <a:ext uri="{FF2B5EF4-FFF2-40B4-BE49-F238E27FC236}">
                    <a16:creationId xmlns:a16="http://schemas.microsoft.com/office/drawing/2014/main" id="{19BEAAD1-2181-4D45-B9CD-E7B617BCA826}"/>
                  </a:ext>
                </a:extLst>
              </p:cNvPr>
              <p:cNvPicPr/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11803637" y="4317844"/>
                <a:ext cx="282600" cy="218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">
            <p14:nvContentPartPr>
              <p14:cNvPr id="23" name="Cerneală 22">
                <a:extLst>
                  <a:ext uri="{FF2B5EF4-FFF2-40B4-BE49-F238E27FC236}">
                    <a16:creationId xmlns:a16="http://schemas.microsoft.com/office/drawing/2014/main" id="{462CC08E-F632-4F62-BEAA-A99F69EBC72F}"/>
                  </a:ext>
                </a:extLst>
              </p14:cNvPr>
              <p14:cNvContentPartPr/>
              <p14:nvPr/>
            </p14:nvContentPartPr>
            <p14:xfrm>
              <a:off x="11458397" y="4316044"/>
              <a:ext cx="294120" cy="230040"/>
            </p14:xfrm>
          </p:contentPart>
        </mc:Choice>
        <mc:Fallback xmlns="">
          <p:pic>
            <p:nvPicPr>
              <p:cNvPr id="23" name="Cerneală 22">
                <a:extLst>
                  <a:ext uri="{FF2B5EF4-FFF2-40B4-BE49-F238E27FC236}">
                    <a16:creationId xmlns:a16="http://schemas.microsoft.com/office/drawing/2014/main" id="{462CC08E-F632-4F62-BEAA-A99F69EBC72F}"/>
                  </a:ext>
                </a:extLst>
              </p:cNvPr>
              <p:cNvPicPr/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11440735" y="4298404"/>
                <a:ext cx="329804" cy="265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">
            <p14:nvContentPartPr>
              <p14:cNvPr id="33" name="Cerneală 32">
                <a:extLst>
                  <a:ext uri="{FF2B5EF4-FFF2-40B4-BE49-F238E27FC236}">
                    <a16:creationId xmlns:a16="http://schemas.microsoft.com/office/drawing/2014/main" id="{DE2DDD94-519E-4ADA-979B-1D030F193D99}"/>
                  </a:ext>
                </a:extLst>
              </p14:cNvPr>
              <p14:cNvContentPartPr/>
              <p14:nvPr/>
            </p14:nvContentPartPr>
            <p14:xfrm>
              <a:off x="1833437" y="1317244"/>
              <a:ext cx="582840" cy="361440"/>
            </p14:xfrm>
          </p:contentPart>
        </mc:Choice>
        <mc:Fallback xmlns="">
          <p:pic>
            <p:nvPicPr>
              <p:cNvPr id="33" name="Cerneală 32">
                <a:extLst>
                  <a:ext uri="{FF2B5EF4-FFF2-40B4-BE49-F238E27FC236}">
                    <a16:creationId xmlns:a16="http://schemas.microsoft.com/office/drawing/2014/main" id="{DE2DDD94-519E-4ADA-979B-1D030F193D99}"/>
                  </a:ext>
                </a:extLst>
              </p:cNvPr>
              <p:cNvPicPr/>
              <p:nvPr/>
            </p:nvPicPr>
            <p:blipFill>
              <a:blip r:embed="rId20"/>
              <a:stretch>
                <a:fillRect/>
              </a:stretch>
            </p:blipFill>
            <p:spPr>
              <a:xfrm>
                <a:off x="1815797" y="1299244"/>
                <a:ext cx="618480" cy="397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">
            <p14:nvContentPartPr>
              <p14:cNvPr id="34" name="Cerneală 33">
                <a:extLst>
                  <a:ext uri="{FF2B5EF4-FFF2-40B4-BE49-F238E27FC236}">
                    <a16:creationId xmlns:a16="http://schemas.microsoft.com/office/drawing/2014/main" id="{DEF1FBAD-C485-4B2A-9EFA-59ACD8DF602F}"/>
                  </a:ext>
                </a:extLst>
              </p14:cNvPr>
              <p14:cNvContentPartPr/>
              <p14:nvPr/>
            </p14:nvContentPartPr>
            <p14:xfrm>
              <a:off x="663437" y="1460524"/>
              <a:ext cx="1027080" cy="366840"/>
            </p14:xfrm>
          </p:contentPart>
        </mc:Choice>
        <mc:Fallback xmlns="">
          <p:pic>
            <p:nvPicPr>
              <p:cNvPr id="34" name="Cerneală 33">
                <a:extLst>
                  <a:ext uri="{FF2B5EF4-FFF2-40B4-BE49-F238E27FC236}">
                    <a16:creationId xmlns:a16="http://schemas.microsoft.com/office/drawing/2014/main" id="{DEF1FBAD-C485-4B2A-9EFA-59ACD8DF602F}"/>
                  </a:ext>
                </a:extLst>
              </p:cNvPr>
              <p:cNvPicPr/>
              <p:nvPr/>
            </p:nvPicPr>
            <p:blipFill>
              <a:blip r:embed="rId22"/>
              <a:stretch>
                <a:fillRect/>
              </a:stretch>
            </p:blipFill>
            <p:spPr>
              <a:xfrm>
                <a:off x="645437" y="1442884"/>
                <a:ext cx="1062720" cy="402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3">
            <p14:nvContentPartPr>
              <p14:cNvPr id="40" name="Cerneală 39">
                <a:extLst>
                  <a:ext uri="{FF2B5EF4-FFF2-40B4-BE49-F238E27FC236}">
                    <a16:creationId xmlns:a16="http://schemas.microsoft.com/office/drawing/2014/main" id="{C90DDC79-E20E-4D61-B8AC-9369218DE1F6}"/>
                  </a:ext>
                </a:extLst>
              </p14:cNvPr>
              <p14:cNvContentPartPr/>
              <p14:nvPr/>
            </p14:nvContentPartPr>
            <p14:xfrm>
              <a:off x="2574677" y="5638684"/>
              <a:ext cx="1459800" cy="856800"/>
            </p14:xfrm>
          </p:contentPart>
        </mc:Choice>
        <mc:Fallback xmlns="">
          <p:pic>
            <p:nvPicPr>
              <p:cNvPr id="40" name="Cerneală 39">
                <a:extLst>
                  <a:ext uri="{FF2B5EF4-FFF2-40B4-BE49-F238E27FC236}">
                    <a16:creationId xmlns:a16="http://schemas.microsoft.com/office/drawing/2014/main" id="{C90DDC79-E20E-4D61-B8AC-9369218DE1F6}"/>
                  </a:ext>
                </a:extLst>
              </p:cNvPr>
              <p:cNvPicPr/>
              <p:nvPr/>
            </p:nvPicPr>
            <p:blipFill>
              <a:blip r:embed="rId24"/>
              <a:stretch>
                <a:fillRect/>
              </a:stretch>
            </p:blipFill>
            <p:spPr>
              <a:xfrm>
                <a:off x="2557037" y="5621044"/>
                <a:ext cx="1495440" cy="892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5">
            <p14:nvContentPartPr>
              <p14:cNvPr id="55" name="Cerneală 54">
                <a:extLst>
                  <a:ext uri="{FF2B5EF4-FFF2-40B4-BE49-F238E27FC236}">
                    <a16:creationId xmlns:a16="http://schemas.microsoft.com/office/drawing/2014/main" id="{772160A5-6478-44C3-997E-7BFB374EBA02}"/>
                  </a:ext>
                </a:extLst>
              </p14:cNvPr>
              <p14:cNvContentPartPr/>
              <p14:nvPr/>
            </p14:nvContentPartPr>
            <p14:xfrm>
              <a:off x="4625957" y="6351124"/>
              <a:ext cx="1328400" cy="284040"/>
            </p14:xfrm>
          </p:contentPart>
        </mc:Choice>
        <mc:Fallback xmlns="">
          <p:pic>
            <p:nvPicPr>
              <p:cNvPr id="55" name="Cerneală 54">
                <a:extLst>
                  <a:ext uri="{FF2B5EF4-FFF2-40B4-BE49-F238E27FC236}">
                    <a16:creationId xmlns:a16="http://schemas.microsoft.com/office/drawing/2014/main" id="{772160A5-6478-44C3-997E-7BFB374EBA02}"/>
                  </a:ext>
                </a:extLst>
              </p:cNvPr>
              <p:cNvPicPr/>
              <p:nvPr/>
            </p:nvPicPr>
            <p:blipFill>
              <a:blip r:embed="rId26"/>
              <a:stretch>
                <a:fillRect/>
              </a:stretch>
            </p:blipFill>
            <p:spPr>
              <a:xfrm>
                <a:off x="4607957" y="6333484"/>
                <a:ext cx="1364040" cy="319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7">
            <p14:nvContentPartPr>
              <p14:cNvPr id="56" name="Cerneală 55">
                <a:extLst>
                  <a:ext uri="{FF2B5EF4-FFF2-40B4-BE49-F238E27FC236}">
                    <a16:creationId xmlns:a16="http://schemas.microsoft.com/office/drawing/2014/main" id="{C2B4E154-211A-476E-B3EF-39A1869B3FA3}"/>
                  </a:ext>
                </a:extLst>
              </p14:cNvPr>
              <p14:cNvContentPartPr/>
              <p14:nvPr/>
            </p14:nvContentPartPr>
            <p14:xfrm>
              <a:off x="5181077" y="5911924"/>
              <a:ext cx="738000" cy="316800"/>
            </p14:xfrm>
          </p:contentPart>
        </mc:Choice>
        <mc:Fallback xmlns="">
          <p:pic>
            <p:nvPicPr>
              <p:cNvPr id="56" name="Cerneală 55">
                <a:extLst>
                  <a:ext uri="{FF2B5EF4-FFF2-40B4-BE49-F238E27FC236}">
                    <a16:creationId xmlns:a16="http://schemas.microsoft.com/office/drawing/2014/main" id="{C2B4E154-211A-476E-B3EF-39A1869B3FA3}"/>
                  </a:ext>
                </a:extLst>
              </p:cNvPr>
              <p:cNvPicPr/>
              <p:nvPr/>
            </p:nvPicPr>
            <p:blipFill>
              <a:blip r:embed="rId28"/>
              <a:stretch>
                <a:fillRect/>
              </a:stretch>
            </p:blipFill>
            <p:spPr>
              <a:xfrm>
                <a:off x="5163077" y="5894284"/>
                <a:ext cx="773640" cy="352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9">
            <p14:nvContentPartPr>
              <p14:cNvPr id="57" name="Cerneală 56">
                <a:extLst>
                  <a:ext uri="{FF2B5EF4-FFF2-40B4-BE49-F238E27FC236}">
                    <a16:creationId xmlns:a16="http://schemas.microsoft.com/office/drawing/2014/main" id="{7B6E2E8B-5B77-42B3-93F8-ABCF60C14A3B}"/>
                  </a:ext>
                </a:extLst>
              </p14:cNvPr>
              <p14:cNvContentPartPr/>
              <p14:nvPr/>
            </p14:nvContentPartPr>
            <p14:xfrm>
              <a:off x="4378997" y="5869084"/>
              <a:ext cx="532800" cy="295560"/>
            </p14:xfrm>
          </p:contentPart>
        </mc:Choice>
        <mc:Fallback xmlns="">
          <p:pic>
            <p:nvPicPr>
              <p:cNvPr id="57" name="Cerneală 56">
                <a:extLst>
                  <a:ext uri="{FF2B5EF4-FFF2-40B4-BE49-F238E27FC236}">
                    <a16:creationId xmlns:a16="http://schemas.microsoft.com/office/drawing/2014/main" id="{7B6E2E8B-5B77-42B3-93F8-ABCF60C14A3B}"/>
                  </a:ext>
                </a:extLst>
              </p:cNvPr>
              <p:cNvPicPr/>
              <p:nvPr/>
            </p:nvPicPr>
            <p:blipFill>
              <a:blip r:embed="rId30"/>
              <a:stretch>
                <a:fillRect/>
              </a:stretch>
            </p:blipFill>
            <p:spPr>
              <a:xfrm>
                <a:off x="4361357" y="5851444"/>
                <a:ext cx="568440" cy="331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1">
            <p14:nvContentPartPr>
              <p14:cNvPr id="69" name="Cerneală 68">
                <a:extLst>
                  <a:ext uri="{FF2B5EF4-FFF2-40B4-BE49-F238E27FC236}">
                    <a16:creationId xmlns:a16="http://schemas.microsoft.com/office/drawing/2014/main" id="{1A0EDA42-5AE3-4305-B8C2-E5BA951B6277}"/>
                  </a:ext>
                </a:extLst>
              </p14:cNvPr>
              <p14:cNvContentPartPr/>
              <p14:nvPr/>
            </p14:nvContentPartPr>
            <p14:xfrm>
              <a:off x="10559477" y="5859004"/>
              <a:ext cx="679680" cy="355680"/>
            </p14:xfrm>
          </p:contentPart>
        </mc:Choice>
        <mc:Fallback xmlns="">
          <p:pic>
            <p:nvPicPr>
              <p:cNvPr id="69" name="Cerneală 68">
                <a:extLst>
                  <a:ext uri="{FF2B5EF4-FFF2-40B4-BE49-F238E27FC236}">
                    <a16:creationId xmlns:a16="http://schemas.microsoft.com/office/drawing/2014/main" id="{1A0EDA42-5AE3-4305-B8C2-E5BA951B6277}"/>
                  </a:ext>
                </a:extLst>
              </p:cNvPr>
              <p:cNvPicPr/>
              <p:nvPr/>
            </p:nvPicPr>
            <p:blipFill>
              <a:blip r:embed="rId32"/>
              <a:stretch>
                <a:fillRect/>
              </a:stretch>
            </p:blipFill>
            <p:spPr>
              <a:xfrm>
                <a:off x="10541487" y="5841022"/>
                <a:ext cx="715301" cy="391284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3">
            <p14:nvContentPartPr>
              <p14:cNvPr id="70" name="Cerneală 69">
                <a:extLst>
                  <a:ext uri="{FF2B5EF4-FFF2-40B4-BE49-F238E27FC236}">
                    <a16:creationId xmlns:a16="http://schemas.microsoft.com/office/drawing/2014/main" id="{C74B1E4F-0C8E-4733-8C60-E5B26F1C425D}"/>
                  </a:ext>
                </a:extLst>
              </p14:cNvPr>
              <p14:cNvContentPartPr/>
              <p14:nvPr/>
            </p14:nvContentPartPr>
            <p14:xfrm>
              <a:off x="9766037" y="5833444"/>
              <a:ext cx="525960" cy="292320"/>
            </p14:xfrm>
          </p:contentPart>
        </mc:Choice>
        <mc:Fallback xmlns="">
          <p:pic>
            <p:nvPicPr>
              <p:cNvPr id="70" name="Cerneală 69">
                <a:extLst>
                  <a:ext uri="{FF2B5EF4-FFF2-40B4-BE49-F238E27FC236}">
                    <a16:creationId xmlns:a16="http://schemas.microsoft.com/office/drawing/2014/main" id="{C74B1E4F-0C8E-4733-8C60-E5B26F1C425D}"/>
                  </a:ext>
                </a:extLst>
              </p:cNvPr>
              <p:cNvPicPr/>
              <p:nvPr/>
            </p:nvPicPr>
            <p:blipFill>
              <a:blip r:embed="rId34"/>
              <a:stretch>
                <a:fillRect/>
              </a:stretch>
            </p:blipFill>
            <p:spPr>
              <a:xfrm>
                <a:off x="9748037" y="5815826"/>
                <a:ext cx="561600" cy="327916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5">
            <p14:nvContentPartPr>
              <p14:cNvPr id="71" name="Cerneală 70">
                <a:extLst>
                  <a:ext uri="{FF2B5EF4-FFF2-40B4-BE49-F238E27FC236}">
                    <a16:creationId xmlns:a16="http://schemas.microsoft.com/office/drawing/2014/main" id="{694841BD-BAB5-481C-B31C-1A15B2588AB9}"/>
                  </a:ext>
                </a:extLst>
              </p14:cNvPr>
              <p14:cNvContentPartPr/>
              <p14:nvPr/>
            </p14:nvContentPartPr>
            <p14:xfrm>
              <a:off x="8170157" y="4453564"/>
              <a:ext cx="1439280" cy="1771920"/>
            </p14:xfrm>
          </p:contentPart>
        </mc:Choice>
        <mc:Fallback xmlns="">
          <p:pic>
            <p:nvPicPr>
              <p:cNvPr id="71" name="Cerneală 70">
                <a:extLst>
                  <a:ext uri="{FF2B5EF4-FFF2-40B4-BE49-F238E27FC236}">
                    <a16:creationId xmlns:a16="http://schemas.microsoft.com/office/drawing/2014/main" id="{694841BD-BAB5-481C-B31C-1A15B2588AB9}"/>
                  </a:ext>
                </a:extLst>
              </p:cNvPr>
              <p:cNvPicPr/>
              <p:nvPr/>
            </p:nvPicPr>
            <p:blipFill>
              <a:blip r:embed="rId36"/>
              <a:stretch>
                <a:fillRect/>
              </a:stretch>
            </p:blipFill>
            <p:spPr>
              <a:xfrm>
                <a:off x="8152517" y="4435924"/>
                <a:ext cx="1474920" cy="1807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7">
            <p14:nvContentPartPr>
              <p14:cNvPr id="78" name="Cerneală 77">
                <a:extLst>
                  <a:ext uri="{FF2B5EF4-FFF2-40B4-BE49-F238E27FC236}">
                    <a16:creationId xmlns:a16="http://schemas.microsoft.com/office/drawing/2014/main" id="{4AF95B94-FB24-440D-9243-357D76F1C458}"/>
                  </a:ext>
                </a:extLst>
              </p14:cNvPr>
              <p14:cNvContentPartPr/>
              <p14:nvPr/>
            </p14:nvContentPartPr>
            <p14:xfrm>
              <a:off x="10393517" y="6260764"/>
              <a:ext cx="43560" cy="29880"/>
            </p14:xfrm>
          </p:contentPart>
        </mc:Choice>
        <mc:Fallback xmlns="">
          <p:pic>
            <p:nvPicPr>
              <p:cNvPr id="78" name="Cerneală 77">
                <a:extLst>
                  <a:ext uri="{FF2B5EF4-FFF2-40B4-BE49-F238E27FC236}">
                    <a16:creationId xmlns:a16="http://schemas.microsoft.com/office/drawing/2014/main" id="{4AF95B94-FB24-440D-9243-357D76F1C458}"/>
                  </a:ext>
                </a:extLst>
              </p:cNvPr>
              <p:cNvPicPr/>
              <p:nvPr/>
            </p:nvPicPr>
            <p:blipFill>
              <a:blip r:embed="rId38"/>
              <a:stretch>
                <a:fillRect/>
              </a:stretch>
            </p:blipFill>
            <p:spPr>
              <a:xfrm>
                <a:off x="10375877" y="6243124"/>
                <a:ext cx="79200" cy="65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9">
            <p14:nvContentPartPr>
              <p14:cNvPr id="79" name="Cerneală 78">
                <a:extLst>
                  <a:ext uri="{FF2B5EF4-FFF2-40B4-BE49-F238E27FC236}">
                    <a16:creationId xmlns:a16="http://schemas.microsoft.com/office/drawing/2014/main" id="{6EEC9E79-8325-44E1-90F1-8074C19B8F0F}"/>
                  </a:ext>
                </a:extLst>
              </p14:cNvPr>
              <p14:cNvContentPartPr/>
              <p14:nvPr/>
            </p14:nvContentPartPr>
            <p14:xfrm>
              <a:off x="9310997" y="6378844"/>
              <a:ext cx="1193040" cy="254160"/>
            </p14:xfrm>
          </p:contentPart>
        </mc:Choice>
        <mc:Fallback xmlns="">
          <p:pic>
            <p:nvPicPr>
              <p:cNvPr id="79" name="Cerneală 78">
                <a:extLst>
                  <a:ext uri="{FF2B5EF4-FFF2-40B4-BE49-F238E27FC236}">
                    <a16:creationId xmlns:a16="http://schemas.microsoft.com/office/drawing/2014/main" id="{6EEC9E79-8325-44E1-90F1-8074C19B8F0F}"/>
                  </a:ext>
                </a:extLst>
              </p:cNvPr>
              <p:cNvPicPr/>
              <p:nvPr/>
            </p:nvPicPr>
            <p:blipFill>
              <a:blip r:embed="rId40"/>
              <a:stretch>
                <a:fillRect/>
              </a:stretch>
            </p:blipFill>
            <p:spPr>
              <a:xfrm>
                <a:off x="9293002" y="6360844"/>
                <a:ext cx="1228669" cy="289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1">
            <p14:nvContentPartPr>
              <p14:cNvPr id="80" name="Cerneală 79">
                <a:extLst>
                  <a:ext uri="{FF2B5EF4-FFF2-40B4-BE49-F238E27FC236}">
                    <a16:creationId xmlns:a16="http://schemas.microsoft.com/office/drawing/2014/main" id="{9263747F-E693-4890-9E5F-6D162C99B244}"/>
                  </a:ext>
                </a:extLst>
              </p14:cNvPr>
              <p14:cNvContentPartPr/>
              <p14:nvPr/>
            </p14:nvContentPartPr>
            <p14:xfrm>
              <a:off x="1655597" y="1188004"/>
              <a:ext cx="9252000" cy="4582440"/>
            </p14:xfrm>
          </p:contentPart>
        </mc:Choice>
        <mc:Fallback xmlns="">
          <p:pic>
            <p:nvPicPr>
              <p:cNvPr id="80" name="Cerneală 79">
                <a:extLst>
                  <a:ext uri="{FF2B5EF4-FFF2-40B4-BE49-F238E27FC236}">
                    <a16:creationId xmlns:a16="http://schemas.microsoft.com/office/drawing/2014/main" id="{9263747F-E693-4890-9E5F-6D162C99B244}"/>
                  </a:ext>
                </a:extLst>
              </p:cNvPr>
              <p:cNvPicPr/>
              <p:nvPr/>
            </p:nvPicPr>
            <p:blipFill>
              <a:blip r:embed="rId42"/>
              <a:stretch>
                <a:fillRect/>
              </a:stretch>
            </p:blipFill>
            <p:spPr>
              <a:xfrm>
                <a:off x="1637597" y="1152364"/>
                <a:ext cx="9287640" cy="4654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3">
            <p14:nvContentPartPr>
              <p14:cNvPr id="81" name="Cerneală 80">
                <a:extLst>
                  <a:ext uri="{FF2B5EF4-FFF2-40B4-BE49-F238E27FC236}">
                    <a16:creationId xmlns:a16="http://schemas.microsoft.com/office/drawing/2014/main" id="{C94769AA-4374-4723-A2EE-594ED856FD65}"/>
                  </a:ext>
                </a:extLst>
              </p14:cNvPr>
              <p14:cNvContentPartPr/>
              <p14:nvPr/>
            </p14:nvContentPartPr>
            <p14:xfrm>
              <a:off x="4619117" y="952924"/>
              <a:ext cx="27000" cy="351000"/>
            </p14:xfrm>
          </p:contentPart>
        </mc:Choice>
        <mc:Fallback xmlns="">
          <p:pic>
            <p:nvPicPr>
              <p:cNvPr id="81" name="Cerneală 80">
                <a:extLst>
                  <a:ext uri="{FF2B5EF4-FFF2-40B4-BE49-F238E27FC236}">
                    <a16:creationId xmlns:a16="http://schemas.microsoft.com/office/drawing/2014/main" id="{C94769AA-4374-4723-A2EE-594ED856FD65}"/>
                  </a:ext>
                </a:extLst>
              </p:cNvPr>
              <p:cNvPicPr/>
              <p:nvPr/>
            </p:nvPicPr>
            <p:blipFill>
              <a:blip r:embed="rId44"/>
              <a:stretch>
                <a:fillRect/>
              </a:stretch>
            </p:blipFill>
            <p:spPr>
              <a:xfrm>
                <a:off x="4601117" y="916924"/>
                <a:ext cx="62640" cy="422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5">
            <p14:nvContentPartPr>
              <p14:cNvPr id="82" name="Cerneală 81">
                <a:extLst>
                  <a:ext uri="{FF2B5EF4-FFF2-40B4-BE49-F238E27FC236}">
                    <a16:creationId xmlns:a16="http://schemas.microsoft.com/office/drawing/2014/main" id="{2743592A-40A1-409F-B3E5-28D2DB016201}"/>
                  </a:ext>
                </a:extLst>
              </p14:cNvPr>
              <p14:cNvContentPartPr/>
              <p14:nvPr/>
            </p14:nvContentPartPr>
            <p14:xfrm>
              <a:off x="4645757" y="983164"/>
              <a:ext cx="231840" cy="306720"/>
            </p14:xfrm>
          </p:contentPart>
        </mc:Choice>
        <mc:Fallback xmlns="">
          <p:pic>
            <p:nvPicPr>
              <p:cNvPr id="82" name="Cerneală 81">
                <a:extLst>
                  <a:ext uri="{FF2B5EF4-FFF2-40B4-BE49-F238E27FC236}">
                    <a16:creationId xmlns:a16="http://schemas.microsoft.com/office/drawing/2014/main" id="{2743592A-40A1-409F-B3E5-28D2DB016201}"/>
                  </a:ext>
                </a:extLst>
              </p:cNvPr>
              <p:cNvPicPr/>
              <p:nvPr/>
            </p:nvPicPr>
            <p:blipFill>
              <a:blip r:embed="rId46"/>
              <a:stretch>
                <a:fillRect/>
              </a:stretch>
            </p:blipFill>
            <p:spPr>
              <a:xfrm>
                <a:off x="4628117" y="947164"/>
                <a:ext cx="267480" cy="378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7">
            <p14:nvContentPartPr>
              <p14:cNvPr id="83" name="Cerneală 82">
                <a:extLst>
                  <a:ext uri="{FF2B5EF4-FFF2-40B4-BE49-F238E27FC236}">
                    <a16:creationId xmlns:a16="http://schemas.microsoft.com/office/drawing/2014/main" id="{157AD792-E319-43C8-B30A-05C5D288EA42}"/>
                  </a:ext>
                </a:extLst>
              </p14:cNvPr>
              <p14:cNvContentPartPr/>
              <p14:nvPr/>
            </p14:nvContentPartPr>
            <p14:xfrm>
              <a:off x="5048237" y="1024204"/>
              <a:ext cx="282960" cy="18360"/>
            </p14:xfrm>
          </p:contentPart>
        </mc:Choice>
        <mc:Fallback xmlns="">
          <p:pic>
            <p:nvPicPr>
              <p:cNvPr id="83" name="Cerneală 82">
                <a:extLst>
                  <a:ext uri="{FF2B5EF4-FFF2-40B4-BE49-F238E27FC236}">
                    <a16:creationId xmlns:a16="http://schemas.microsoft.com/office/drawing/2014/main" id="{157AD792-E319-43C8-B30A-05C5D288EA42}"/>
                  </a:ext>
                </a:extLst>
              </p:cNvPr>
              <p:cNvPicPr/>
              <p:nvPr/>
            </p:nvPicPr>
            <p:blipFill>
              <a:blip r:embed="rId48"/>
              <a:stretch>
                <a:fillRect/>
              </a:stretch>
            </p:blipFill>
            <p:spPr>
              <a:xfrm>
                <a:off x="5030597" y="988204"/>
                <a:ext cx="318600" cy="90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9">
            <p14:nvContentPartPr>
              <p14:cNvPr id="84" name="Cerneală 83">
                <a:extLst>
                  <a:ext uri="{FF2B5EF4-FFF2-40B4-BE49-F238E27FC236}">
                    <a16:creationId xmlns:a16="http://schemas.microsoft.com/office/drawing/2014/main" id="{3EA780CA-669A-42BA-B704-02F0D0CF58AD}"/>
                  </a:ext>
                </a:extLst>
              </p14:cNvPr>
              <p14:cNvContentPartPr/>
              <p14:nvPr/>
            </p14:nvContentPartPr>
            <p14:xfrm>
              <a:off x="5102597" y="1213924"/>
              <a:ext cx="255960" cy="42120"/>
            </p14:xfrm>
          </p:contentPart>
        </mc:Choice>
        <mc:Fallback xmlns="">
          <p:pic>
            <p:nvPicPr>
              <p:cNvPr id="84" name="Cerneală 83">
                <a:extLst>
                  <a:ext uri="{FF2B5EF4-FFF2-40B4-BE49-F238E27FC236}">
                    <a16:creationId xmlns:a16="http://schemas.microsoft.com/office/drawing/2014/main" id="{3EA780CA-669A-42BA-B704-02F0D0CF58AD}"/>
                  </a:ext>
                </a:extLst>
              </p:cNvPr>
              <p:cNvPicPr/>
              <p:nvPr/>
            </p:nvPicPr>
            <p:blipFill>
              <a:blip r:embed="rId50"/>
              <a:stretch>
                <a:fillRect/>
              </a:stretch>
            </p:blipFill>
            <p:spPr>
              <a:xfrm>
                <a:off x="5084957" y="1177924"/>
                <a:ext cx="291600" cy="113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1">
            <p14:nvContentPartPr>
              <p14:cNvPr id="85" name="Cerneală 84">
                <a:extLst>
                  <a:ext uri="{FF2B5EF4-FFF2-40B4-BE49-F238E27FC236}">
                    <a16:creationId xmlns:a16="http://schemas.microsoft.com/office/drawing/2014/main" id="{9C54B7AF-CC55-4D0F-A271-E363B834E406}"/>
                  </a:ext>
                </a:extLst>
              </p14:cNvPr>
              <p14:cNvContentPartPr/>
              <p14:nvPr/>
            </p14:nvContentPartPr>
            <p14:xfrm>
              <a:off x="5574557" y="958324"/>
              <a:ext cx="207000" cy="405720"/>
            </p14:xfrm>
          </p:contentPart>
        </mc:Choice>
        <mc:Fallback xmlns="">
          <p:pic>
            <p:nvPicPr>
              <p:cNvPr id="85" name="Cerneală 84">
                <a:extLst>
                  <a:ext uri="{FF2B5EF4-FFF2-40B4-BE49-F238E27FC236}">
                    <a16:creationId xmlns:a16="http://schemas.microsoft.com/office/drawing/2014/main" id="{9C54B7AF-CC55-4D0F-A271-E363B834E406}"/>
                  </a:ext>
                </a:extLst>
              </p:cNvPr>
              <p:cNvPicPr/>
              <p:nvPr/>
            </p:nvPicPr>
            <p:blipFill>
              <a:blip r:embed="rId52"/>
              <a:stretch>
                <a:fillRect/>
              </a:stretch>
            </p:blipFill>
            <p:spPr>
              <a:xfrm>
                <a:off x="5556557" y="922684"/>
                <a:ext cx="242640" cy="477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3">
            <p14:nvContentPartPr>
              <p14:cNvPr id="86" name="Cerneală 85">
                <a:extLst>
                  <a:ext uri="{FF2B5EF4-FFF2-40B4-BE49-F238E27FC236}">
                    <a16:creationId xmlns:a16="http://schemas.microsoft.com/office/drawing/2014/main" id="{068736BF-A899-4090-AEAB-80A11A84DAD0}"/>
                  </a:ext>
                </a:extLst>
              </p14:cNvPr>
              <p14:cNvContentPartPr/>
              <p14:nvPr/>
            </p14:nvContentPartPr>
            <p14:xfrm>
              <a:off x="5885597" y="1081444"/>
              <a:ext cx="218880" cy="233280"/>
            </p14:xfrm>
          </p:contentPart>
        </mc:Choice>
        <mc:Fallback xmlns="">
          <p:pic>
            <p:nvPicPr>
              <p:cNvPr id="86" name="Cerneală 85">
                <a:extLst>
                  <a:ext uri="{FF2B5EF4-FFF2-40B4-BE49-F238E27FC236}">
                    <a16:creationId xmlns:a16="http://schemas.microsoft.com/office/drawing/2014/main" id="{068736BF-A899-4090-AEAB-80A11A84DAD0}"/>
                  </a:ext>
                </a:extLst>
              </p:cNvPr>
              <p:cNvPicPr/>
              <p:nvPr/>
            </p:nvPicPr>
            <p:blipFill>
              <a:blip r:embed="rId54"/>
              <a:stretch>
                <a:fillRect/>
              </a:stretch>
            </p:blipFill>
            <p:spPr>
              <a:xfrm>
                <a:off x="5867957" y="1045444"/>
                <a:ext cx="254520" cy="304920"/>
              </a:xfrm>
              <a:prstGeom prst="rect">
                <a:avLst/>
              </a:prstGeom>
            </p:spPr>
          </p:pic>
        </mc:Fallback>
      </mc:AlternateContent>
      <p:sp>
        <p:nvSpPr>
          <p:cNvPr id="30" name="Dreptunghi 29">
            <a:extLst>
              <a:ext uri="{FF2B5EF4-FFF2-40B4-BE49-F238E27FC236}">
                <a16:creationId xmlns:a16="http://schemas.microsoft.com/office/drawing/2014/main" id="{9E6520BC-7D0D-446C-BB40-B9B63F5ED1EB}"/>
              </a:ext>
            </a:extLst>
          </p:cNvPr>
          <p:cNvSpPr/>
          <p:nvPr/>
        </p:nvSpPr>
        <p:spPr>
          <a:xfrm>
            <a:off x="335343" y="137196"/>
            <a:ext cx="11429875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o-RO" sz="2000" b="1" dirty="0">
                <a:solidFill>
                  <a:srgbClr val="0000FF"/>
                </a:solidFill>
              </a:rPr>
              <a:t>Aplicație: Ceas digital      </a:t>
            </a:r>
            <a:r>
              <a:rPr lang="en-US" sz="2000" b="1" dirty="0">
                <a:solidFill>
                  <a:srgbClr val="0000FF"/>
                </a:solidFill>
              </a:rPr>
              <a:t> </a:t>
            </a:r>
            <a:endParaRPr lang="ro-RO" sz="2000" b="1" dirty="0">
              <a:solidFill>
                <a:srgbClr val="0000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87494154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>
            <a:extLst>
              <a:ext uri="{FF2B5EF4-FFF2-40B4-BE49-F238E27FC236}">
                <a16:creationId xmlns:a16="http://schemas.microsoft.com/office/drawing/2014/main" id="{ED0061AB-729A-4D12-A028-8B4F238FC2F4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3977" y="1051586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o-RO"/>
          </a:p>
        </p:txBody>
      </p:sp>
      <p:pic>
        <p:nvPicPr>
          <p:cNvPr id="3" name="Imagine 2">
            <a:extLst>
              <a:ext uri="{FF2B5EF4-FFF2-40B4-BE49-F238E27FC236}">
                <a16:creationId xmlns:a16="http://schemas.microsoft.com/office/drawing/2014/main" id="{2C0A3580-2F5B-4100-92E8-24C2248E7341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2538" y="1051586"/>
            <a:ext cx="9052461" cy="4754828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Dreptunghi 1">
            <a:extLst>
              <a:ext uri="{FF2B5EF4-FFF2-40B4-BE49-F238E27FC236}">
                <a16:creationId xmlns:a16="http://schemas.microsoft.com/office/drawing/2014/main" id="{6254AD42-8A6F-491A-AC8C-43FC734A4684}"/>
              </a:ext>
            </a:extLst>
          </p:cNvPr>
          <p:cNvSpPr/>
          <p:nvPr/>
        </p:nvSpPr>
        <p:spPr>
          <a:xfrm>
            <a:off x="609660" y="594391"/>
            <a:ext cx="480131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o-RO" b="1" i="1" dirty="0">
                <a:solidFill>
                  <a:srgbClr val="0000FF"/>
                </a:solidFill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Schema divizorului cu factorul K=60</a:t>
            </a:r>
            <a:r>
              <a:rPr lang="ro-RO" b="1" i="1" dirty="0">
                <a:solidFill>
                  <a:srgbClr val="0000FF"/>
                </a:solidFill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ro-RO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82" name="Cerneală 81">
                <a:extLst>
                  <a:ext uri="{FF2B5EF4-FFF2-40B4-BE49-F238E27FC236}">
                    <a16:creationId xmlns:a16="http://schemas.microsoft.com/office/drawing/2014/main" id="{D56CC871-DA94-4512-B90E-62C49AC69164}"/>
                  </a:ext>
                </a:extLst>
              </p14:cNvPr>
              <p14:cNvContentPartPr/>
              <p14:nvPr/>
            </p14:nvContentPartPr>
            <p14:xfrm>
              <a:off x="6684437" y="4296244"/>
              <a:ext cx="248040" cy="315720"/>
            </p14:xfrm>
          </p:contentPart>
        </mc:Choice>
        <mc:Fallback xmlns="">
          <p:pic>
            <p:nvPicPr>
              <p:cNvPr id="82" name="Cerneală 81">
                <a:extLst>
                  <a:ext uri="{FF2B5EF4-FFF2-40B4-BE49-F238E27FC236}">
                    <a16:creationId xmlns:a16="http://schemas.microsoft.com/office/drawing/2014/main" id="{D56CC871-DA94-4512-B90E-62C49AC69164}"/>
                  </a:ext>
                </a:extLst>
              </p:cNvPr>
              <p:cNvPicPr/>
              <p:nvPr/>
            </p:nvPicPr>
            <p:blipFill>
              <a:blip r:embed="rId20"/>
              <a:stretch>
                <a:fillRect/>
              </a:stretch>
            </p:blipFill>
            <p:spPr>
              <a:xfrm>
                <a:off x="6666463" y="4278604"/>
                <a:ext cx="283628" cy="351360"/>
              </a:xfrm>
              <a:prstGeom prst="rect">
                <a:avLst/>
              </a:prstGeom>
            </p:spPr>
          </p:pic>
        </mc:Fallback>
      </mc:AlternateContent>
      <p:sp>
        <p:nvSpPr>
          <p:cNvPr id="6" name="Dreptunghi 5">
            <a:extLst>
              <a:ext uri="{FF2B5EF4-FFF2-40B4-BE49-F238E27FC236}">
                <a16:creationId xmlns:a16="http://schemas.microsoft.com/office/drawing/2014/main" id="{35BCF7C3-ED7B-4FA4-8F07-66535965D0DC}"/>
              </a:ext>
            </a:extLst>
          </p:cNvPr>
          <p:cNvSpPr/>
          <p:nvPr/>
        </p:nvSpPr>
        <p:spPr>
          <a:xfrm>
            <a:off x="335343" y="137196"/>
            <a:ext cx="11429875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o-RO" sz="2000" b="1" dirty="0">
                <a:solidFill>
                  <a:srgbClr val="0000FF"/>
                </a:solidFill>
              </a:rPr>
              <a:t>Aplicație: Ceas digital      </a:t>
            </a:r>
            <a:r>
              <a:rPr lang="en-US" sz="2000" b="1" dirty="0">
                <a:solidFill>
                  <a:srgbClr val="0000FF"/>
                </a:solidFill>
              </a:rPr>
              <a:t> </a:t>
            </a:r>
            <a:endParaRPr lang="ro-RO" sz="2000" b="1" dirty="0">
              <a:solidFill>
                <a:srgbClr val="0000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29791020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>
            <a:extLst>
              <a:ext uri="{FF2B5EF4-FFF2-40B4-BE49-F238E27FC236}">
                <a16:creationId xmlns:a16="http://schemas.microsoft.com/office/drawing/2014/main" id="{ED0061AB-729A-4D12-A028-8B4F238FC2F4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3977" y="1051586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o-RO"/>
          </a:p>
        </p:txBody>
      </p:sp>
      <p:sp>
        <p:nvSpPr>
          <p:cNvPr id="2" name="Dreptunghi 1">
            <a:extLst>
              <a:ext uri="{FF2B5EF4-FFF2-40B4-BE49-F238E27FC236}">
                <a16:creationId xmlns:a16="http://schemas.microsoft.com/office/drawing/2014/main" id="{6254AD42-8A6F-491A-AC8C-43FC734A4684}"/>
              </a:ext>
            </a:extLst>
          </p:cNvPr>
          <p:cNvSpPr/>
          <p:nvPr/>
        </p:nvSpPr>
        <p:spPr>
          <a:xfrm>
            <a:off x="701099" y="685830"/>
            <a:ext cx="627287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o-RO" b="1" i="1" dirty="0">
                <a:solidFill>
                  <a:srgbClr val="0000FF"/>
                </a:solidFill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Schema de principiu a divizorului cu factorul K=24</a:t>
            </a:r>
            <a:r>
              <a:rPr lang="ro-RO" b="1" i="1" dirty="0">
                <a:solidFill>
                  <a:srgbClr val="0000FF"/>
                </a:solidFill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ro-RO" dirty="0"/>
          </a:p>
        </p:txBody>
      </p:sp>
      <p:pic>
        <p:nvPicPr>
          <p:cNvPr id="5" name="Imagine 4">
            <a:extLst>
              <a:ext uri="{FF2B5EF4-FFF2-40B4-BE49-F238E27FC236}">
                <a16:creationId xmlns:a16="http://schemas.microsoft.com/office/drawing/2014/main" id="{39A954D7-F504-4460-AFE5-129B54C75AA7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5416" y="1325903"/>
            <a:ext cx="6949364" cy="5394901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Dreptunghi 5">
            <a:extLst>
              <a:ext uri="{FF2B5EF4-FFF2-40B4-BE49-F238E27FC236}">
                <a16:creationId xmlns:a16="http://schemas.microsoft.com/office/drawing/2014/main" id="{BD952D1F-596A-41CA-9246-1FD7DAC52C19}"/>
              </a:ext>
            </a:extLst>
          </p:cNvPr>
          <p:cNvSpPr/>
          <p:nvPr/>
        </p:nvSpPr>
        <p:spPr>
          <a:xfrm>
            <a:off x="335343" y="137196"/>
            <a:ext cx="11429875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o-RO" sz="2000" b="1" dirty="0">
                <a:solidFill>
                  <a:srgbClr val="0000FF"/>
                </a:solidFill>
              </a:rPr>
              <a:t>Aplicație: Ceas digital      </a:t>
            </a:r>
            <a:r>
              <a:rPr lang="en-US" sz="2000" b="1" dirty="0">
                <a:solidFill>
                  <a:srgbClr val="0000FF"/>
                </a:solidFill>
              </a:rPr>
              <a:t> </a:t>
            </a:r>
            <a:endParaRPr lang="ro-RO" sz="2000" b="1" dirty="0">
              <a:solidFill>
                <a:srgbClr val="0000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66240356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ine 1">
            <a:extLst>
              <a:ext uri="{FF2B5EF4-FFF2-40B4-BE49-F238E27FC236}">
                <a16:creationId xmlns:a16="http://schemas.microsoft.com/office/drawing/2014/main" id="{094C5DE4-B136-4A4A-A7AB-09B4CA1C488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1098" y="1325903"/>
            <a:ext cx="2651731" cy="4053796"/>
          </a:xfrm>
          <a:prstGeom prst="rect">
            <a:avLst/>
          </a:prstGeom>
        </p:spPr>
      </p:pic>
      <p:sp>
        <p:nvSpPr>
          <p:cNvPr id="3" name="Dreptunghi 2">
            <a:extLst>
              <a:ext uri="{FF2B5EF4-FFF2-40B4-BE49-F238E27FC236}">
                <a16:creationId xmlns:a16="http://schemas.microsoft.com/office/drawing/2014/main" id="{B759A2AB-BABE-4E08-AAE8-9F376EEC425B}"/>
              </a:ext>
            </a:extLst>
          </p:cNvPr>
          <p:cNvSpPr/>
          <p:nvPr/>
        </p:nvSpPr>
        <p:spPr>
          <a:xfrm>
            <a:off x="3810025" y="1143025"/>
            <a:ext cx="7755595" cy="503060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o-RO" sz="2400" b="1" dirty="0"/>
              <a:t>Circuitul 7490 </a:t>
            </a:r>
          </a:p>
          <a:p>
            <a:pPr marL="457200" indent="-457200">
              <a:lnSpc>
                <a:spcPct val="150000"/>
              </a:lnSpc>
              <a:buFontTx/>
              <a:buChar char="-"/>
            </a:pPr>
            <a:r>
              <a:rPr lang="ro-RO" sz="2000" b="1" dirty="0"/>
              <a:t>Numărător BCD asincron;</a:t>
            </a:r>
          </a:p>
          <a:p>
            <a:pPr>
              <a:lnSpc>
                <a:spcPct val="150000"/>
              </a:lnSpc>
            </a:pPr>
            <a:r>
              <a:rPr lang="ro-RO" sz="2000" b="1" dirty="0"/>
              <a:t>       </a:t>
            </a:r>
            <a:r>
              <a:rPr lang="ro-RO" sz="2000" i="1" dirty="0"/>
              <a:t>(Numărător BCD = numărător zecimal = numărător decadic);</a:t>
            </a:r>
          </a:p>
          <a:p>
            <a:pPr marL="457200" indent="-457200">
              <a:lnSpc>
                <a:spcPct val="150000"/>
              </a:lnSpc>
              <a:buFontTx/>
              <a:buChar char="-"/>
            </a:pPr>
            <a:r>
              <a:rPr lang="ro-RO" sz="2000" b="1" dirty="0"/>
              <a:t>Sensibil pe tranziția pozitivă a semnalului de ceas;</a:t>
            </a:r>
          </a:p>
          <a:p>
            <a:pPr marL="457200" indent="-457200">
              <a:lnSpc>
                <a:spcPct val="150000"/>
              </a:lnSpc>
              <a:buFontTx/>
              <a:buChar char="-"/>
            </a:pPr>
            <a:r>
              <a:rPr lang="ro-RO" sz="2000" b="1" dirty="0"/>
              <a:t>Este format dintr-un divizor cu 2 și un divizor cu 5;</a:t>
            </a:r>
          </a:p>
          <a:p>
            <a:pPr marL="457200" indent="-457200">
              <a:lnSpc>
                <a:spcPct val="150000"/>
              </a:lnSpc>
              <a:buFontTx/>
              <a:buChar char="-"/>
            </a:pPr>
            <a:r>
              <a:rPr lang="ro-RO" sz="2000" b="1" dirty="0"/>
              <a:t>Realizarea divizorului cu 10 necesită realizarea unei conexiuni externe între QA și CKB;</a:t>
            </a:r>
          </a:p>
          <a:p>
            <a:pPr marL="457200" indent="-457200">
              <a:lnSpc>
                <a:spcPct val="150000"/>
              </a:lnSpc>
              <a:buFontTx/>
              <a:buChar char="-"/>
            </a:pPr>
            <a:r>
              <a:rPr lang="ro-RO" sz="2000" b="1" dirty="0"/>
              <a:t>Intrările de </a:t>
            </a:r>
            <a:r>
              <a:rPr lang="ro-RO" sz="2000" b="1" dirty="0" err="1"/>
              <a:t>reset</a:t>
            </a:r>
            <a:r>
              <a:rPr lang="ro-RO" sz="2000" b="1" dirty="0"/>
              <a:t> R0(1) și R0(2) sunt active pe unu logic (similar cu circuitul 7493);</a:t>
            </a:r>
          </a:p>
          <a:p>
            <a:pPr marL="457200" indent="-457200">
              <a:lnSpc>
                <a:spcPct val="150000"/>
              </a:lnSpc>
              <a:buFontTx/>
              <a:buChar char="-"/>
            </a:pPr>
            <a:r>
              <a:rPr lang="ro-RO" sz="2000" b="1" dirty="0"/>
              <a:t>Intrările R9(1) și R9(2) sunt active pe unu logic și au rolul de a forța circuitul în starea </a:t>
            </a:r>
            <a:r>
              <a:rPr lang="ro-RO" sz="2000" b="1" dirty="0" err="1"/>
              <a:t>mximă</a:t>
            </a:r>
            <a:r>
              <a:rPr lang="ro-RO" sz="2000" b="1" dirty="0"/>
              <a:t> (starea 1001=9); </a:t>
            </a:r>
          </a:p>
        </p:txBody>
      </p:sp>
      <p:sp>
        <p:nvSpPr>
          <p:cNvPr id="4" name="Dreptunghi 3">
            <a:extLst>
              <a:ext uri="{FF2B5EF4-FFF2-40B4-BE49-F238E27FC236}">
                <a16:creationId xmlns:a16="http://schemas.microsoft.com/office/drawing/2014/main" id="{30EC890E-1D7E-4F2B-95CB-818BDF0C23AA}"/>
              </a:ext>
            </a:extLst>
          </p:cNvPr>
          <p:cNvSpPr/>
          <p:nvPr/>
        </p:nvSpPr>
        <p:spPr>
          <a:xfrm>
            <a:off x="335343" y="137196"/>
            <a:ext cx="11429875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o-RO" sz="2000" b="1" dirty="0">
                <a:solidFill>
                  <a:srgbClr val="0000FF"/>
                </a:solidFill>
              </a:rPr>
              <a:t>Aplicație: Ceas digital      </a:t>
            </a:r>
            <a:r>
              <a:rPr lang="en-US" sz="2000" b="1" dirty="0">
                <a:solidFill>
                  <a:srgbClr val="0000FF"/>
                </a:solidFill>
              </a:rPr>
              <a:t> </a:t>
            </a:r>
            <a:endParaRPr lang="ro-RO" sz="2000" b="1" dirty="0">
              <a:solidFill>
                <a:srgbClr val="0000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66800838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>
            <a:extLst>
              <a:ext uri="{FF2B5EF4-FFF2-40B4-BE49-F238E27FC236}">
                <a16:creationId xmlns:a16="http://schemas.microsoft.com/office/drawing/2014/main" id="{ED0061AB-729A-4D12-A028-8B4F238FC2F4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3977" y="1051586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o-RO"/>
          </a:p>
        </p:txBody>
      </p:sp>
      <p:sp>
        <p:nvSpPr>
          <p:cNvPr id="2" name="Dreptunghi 1">
            <a:extLst>
              <a:ext uri="{FF2B5EF4-FFF2-40B4-BE49-F238E27FC236}">
                <a16:creationId xmlns:a16="http://schemas.microsoft.com/office/drawing/2014/main" id="{6254AD42-8A6F-491A-AC8C-43FC734A4684}"/>
              </a:ext>
            </a:extLst>
          </p:cNvPr>
          <p:cNvSpPr/>
          <p:nvPr/>
        </p:nvSpPr>
        <p:spPr>
          <a:xfrm>
            <a:off x="498282" y="895008"/>
            <a:ext cx="325281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o-RO" b="1" i="1" dirty="0">
                <a:solidFill>
                  <a:srgbClr val="0000FF"/>
                </a:solidFill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Divizor cu factorul K=24</a:t>
            </a:r>
            <a:r>
              <a:rPr lang="ro-RO" b="1" i="1" dirty="0">
                <a:solidFill>
                  <a:srgbClr val="0000FF"/>
                </a:solidFill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ro-RO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9" name="Cerneală 8">
                <a:extLst>
                  <a:ext uri="{FF2B5EF4-FFF2-40B4-BE49-F238E27FC236}">
                    <a16:creationId xmlns:a16="http://schemas.microsoft.com/office/drawing/2014/main" id="{685E17D0-DC66-4327-AFEE-C1311ACAC0F9}"/>
                  </a:ext>
                </a:extLst>
              </p14:cNvPr>
              <p14:cNvContentPartPr/>
              <p14:nvPr/>
            </p14:nvContentPartPr>
            <p14:xfrm>
              <a:off x="2408218" y="1926738"/>
              <a:ext cx="217080" cy="18360"/>
            </p14:xfrm>
          </p:contentPart>
        </mc:Choice>
        <mc:Fallback xmlns="">
          <p:pic>
            <p:nvPicPr>
              <p:cNvPr id="9" name="Cerneală 8">
                <a:extLst>
                  <a:ext uri="{FF2B5EF4-FFF2-40B4-BE49-F238E27FC236}">
                    <a16:creationId xmlns:a16="http://schemas.microsoft.com/office/drawing/2014/main" id="{685E17D0-DC66-4327-AFEE-C1311ACAC0F9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390248" y="1908738"/>
                <a:ext cx="252661" cy="54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10" name="Cerneală 9">
                <a:extLst>
                  <a:ext uri="{FF2B5EF4-FFF2-40B4-BE49-F238E27FC236}">
                    <a16:creationId xmlns:a16="http://schemas.microsoft.com/office/drawing/2014/main" id="{AED8DED0-B239-44FD-8A71-62EDF638D8D3}"/>
                  </a:ext>
                </a:extLst>
              </p14:cNvPr>
              <p14:cNvContentPartPr/>
              <p14:nvPr/>
            </p14:nvContentPartPr>
            <p14:xfrm>
              <a:off x="2467258" y="2029338"/>
              <a:ext cx="193320" cy="12600"/>
            </p14:xfrm>
          </p:contentPart>
        </mc:Choice>
        <mc:Fallback xmlns="">
          <p:pic>
            <p:nvPicPr>
              <p:cNvPr id="10" name="Cerneală 9">
                <a:extLst>
                  <a:ext uri="{FF2B5EF4-FFF2-40B4-BE49-F238E27FC236}">
                    <a16:creationId xmlns:a16="http://schemas.microsoft.com/office/drawing/2014/main" id="{AED8DED0-B239-44FD-8A71-62EDF638D8D3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2449224" y="2011338"/>
                <a:ext cx="229026" cy="48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18" name="Cerneală 17">
                <a:extLst>
                  <a:ext uri="{FF2B5EF4-FFF2-40B4-BE49-F238E27FC236}">
                    <a16:creationId xmlns:a16="http://schemas.microsoft.com/office/drawing/2014/main" id="{B3B682EC-E765-4DE4-B239-6229B8D0110C}"/>
                  </a:ext>
                </a:extLst>
              </p14:cNvPr>
              <p14:cNvContentPartPr/>
              <p14:nvPr/>
            </p14:nvContentPartPr>
            <p14:xfrm>
              <a:off x="792538" y="1783098"/>
              <a:ext cx="1233360" cy="473400"/>
            </p14:xfrm>
          </p:contentPart>
        </mc:Choice>
        <mc:Fallback xmlns="">
          <p:pic>
            <p:nvPicPr>
              <p:cNvPr id="18" name="Cerneală 17">
                <a:extLst>
                  <a:ext uri="{FF2B5EF4-FFF2-40B4-BE49-F238E27FC236}">
                    <a16:creationId xmlns:a16="http://schemas.microsoft.com/office/drawing/2014/main" id="{B3B682EC-E765-4DE4-B239-6229B8D0110C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774538" y="1765084"/>
                <a:ext cx="1269000" cy="509067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26" name="Cerneală 25">
                <a:extLst>
                  <a:ext uri="{FF2B5EF4-FFF2-40B4-BE49-F238E27FC236}">
                    <a16:creationId xmlns:a16="http://schemas.microsoft.com/office/drawing/2014/main" id="{50745CA2-4E1E-4F74-960B-E488644E8AE2}"/>
                  </a:ext>
                </a:extLst>
              </p14:cNvPr>
              <p14:cNvContentPartPr/>
              <p14:nvPr/>
            </p14:nvContentPartPr>
            <p14:xfrm>
              <a:off x="5613298" y="2485818"/>
              <a:ext cx="172800" cy="405360"/>
            </p14:xfrm>
          </p:contentPart>
        </mc:Choice>
        <mc:Fallback xmlns="">
          <p:pic>
            <p:nvPicPr>
              <p:cNvPr id="26" name="Cerneală 25">
                <a:extLst>
                  <a:ext uri="{FF2B5EF4-FFF2-40B4-BE49-F238E27FC236}">
                    <a16:creationId xmlns:a16="http://schemas.microsoft.com/office/drawing/2014/main" id="{50745CA2-4E1E-4F74-960B-E488644E8AE2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5595260" y="2467818"/>
                <a:ext cx="208514" cy="441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27" name="Cerneală 26">
                <a:extLst>
                  <a:ext uri="{FF2B5EF4-FFF2-40B4-BE49-F238E27FC236}">
                    <a16:creationId xmlns:a16="http://schemas.microsoft.com/office/drawing/2014/main" id="{10DAF8DC-9E8F-47D9-A94F-651BE90F9D99}"/>
                  </a:ext>
                </a:extLst>
              </p14:cNvPr>
              <p14:cNvContentPartPr/>
              <p14:nvPr/>
            </p14:nvContentPartPr>
            <p14:xfrm>
              <a:off x="4782778" y="1742418"/>
              <a:ext cx="1301760" cy="635400"/>
            </p14:xfrm>
          </p:contentPart>
        </mc:Choice>
        <mc:Fallback xmlns="">
          <p:pic>
            <p:nvPicPr>
              <p:cNvPr id="27" name="Cerneală 26">
                <a:extLst>
                  <a:ext uri="{FF2B5EF4-FFF2-40B4-BE49-F238E27FC236}">
                    <a16:creationId xmlns:a16="http://schemas.microsoft.com/office/drawing/2014/main" id="{10DAF8DC-9E8F-47D9-A94F-651BE90F9D99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4764773" y="1724428"/>
                <a:ext cx="1337410" cy="6710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30" name="Cerneală 29">
                <a:extLst>
                  <a:ext uri="{FF2B5EF4-FFF2-40B4-BE49-F238E27FC236}">
                    <a16:creationId xmlns:a16="http://schemas.microsoft.com/office/drawing/2014/main" id="{06A6C01C-6621-4988-9A60-C509063E32BB}"/>
                  </a:ext>
                </a:extLst>
              </p14:cNvPr>
              <p14:cNvContentPartPr/>
              <p14:nvPr/>
            </p14:nvContentPartPr>
            <p14:xfrm>
              <a:off x="5479018" y="1360098"/>
              <a:ext cx="140040" cy="227880"/>
            </p14:xfrm>
          </p:contentPart>
        </mc:Choice>
        <mc:Fallback xmlns="">
          <p:pic>
            <p:nvPicPr>
              <p:cNvPr id="30" name="Cerneală 29">
                <a:extLst>
                  <a:ext uri="{FF2B5EF4-FFF2-40B4-BE49-F238E27FC236}">
                    <a16:creationId xmlns:a16="http://schemas.microsoft.com/office/drawing/2014/main" id="{06A6C01C-6621-4988-9A60-C509063E32BB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5461018" y="1342098"/>
                <a:ext cx="175680" cy="263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31" name="Cerneală 30">
                <a:extLst>
                  <a:ext uri="{FF2B5EF4-FFF2-40B4-BE49-F238E27FC236}">
                    <a16:creationId xmlns:a16="http://schemas.microsoft.com/office/drawing/2014/main" id="{65700DD3-1C43-4960-8F9A-81ECC716BA00}"/>
                  </a:ext>
                </a:extLst>
              </p14:cNvPr>
              <p14:cNvContentPartPr/>
              <p14:nvPr/>
            </p14:nvContentPartPr>
            <p14:xfrm>
              <a:off x="5148898" y="1393218"/>
              <a:ext cx="151920" cy="150120"/>
            </p14:xfrm>
          </p:contentPart>
        </mc:Choice>
        <mc:Fallback xmlns="">
          <p:pic>
            <p:nvPicPr>
              <p:cNvPr id="31" name="Cerneală 30">
                <a:extLst>
                  <a:ext uri="{FF2B5EF4-FFF2-40B4-BE49-F238E27FC236}">
                    <a16:creationId xmlns:a16="http://schemas.microsoft.com/office/drawing/2014/main" id="{65700DD3-1C43-4960-8F9A-81ECC716BA00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5130898" y="1375261"/>
                <a:ext cx="187560" cy="185675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">
            <p14:nvContentPartPr>
              <p14:cNvPr id="40" name="Cerneală 39">
                <a:extLst>
                  <a:ext uri="{FF2B5EF4-FFF2-40B4-BE49-F238E27FC236}">
                    <a16:creationId xmlns:a16="http://schemas.microsoft.com/office/drawing/2014/main" id="{393FED55-04A7-492E-AB50-6CAD65A923FA}"/>
                  </a:ext>
                </a:extLst>
              </p14:cNvPr>
              <p14:cNvContentPartPr/>
              <p14:nvPr/>
            </p14:nvContentPartPr>
            <p14:xfrm>
              <a:off x="3057298" y="1359378"/>
              <a:ext cx="1342800" cy="1375920"/>
            </p14:xfrm>
          </p:contentPart>
        </mc:Choice>
        <mc:Fallback xmlns="">
          <p:pic>
            <p:nvPicPr>
              <p:cNvPr id="40" name="Cerneală 39">
                <a:extLst>
                  <a:ext uri="{FF2B5EF4-FFF2-40B4-BE49-F238E27FC236}">
                    <a16:creationId xmlns:a16="http://schemas.microsoft.com/office/drawing/2014/main" id="{393FED55-04A7-492E-AB50-6CAD65A923FA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3039298" y="1341378"/>
                <a:ext cx="1378440" cy="1411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">
            <p14:nvContentPartPr>
              <p14:cNvPr id="41" name="Cerneală 40">
                <a:extLst>
                  <a:ext uri="{FF2B5EF4-FFF2-40B4-BE49-F238E27FC236}">
                    <a16:creationId xmlns:a16="http://schemas.microsoft.com/office/drawing/2014/main" id="{4FCFB2C4-D12A-4B4F-8760-37E7E1389517}"/>
                  </a:ext>
                </a:extLst>
              </p14:cNvPr>
              <p14:cNvContentPartPr/>
              <p14:nvPr/>
            </p14:nvContentPartPr>
            <p14:xfrm>
              <a:off x="4797538" y="1390698"/>
              <a:ext cx="165960" cy="241200"/>
            </p14:xfrm>
          </p:contentPart>
        </mc:Choice>
        <mc:Fallback xmlns="">
          <p:pic>
            <p:nvPicPr>
              <p:cNvPr id="41" name="Cerneală 40">
                <a:extLst>
                  <a:ext uri="{FF2B5EF4-FFF2-40B4-BE49-F238E27FC236}">
                    <a16:creationId xmlns:a16="http://schemas.microsoft.com/office/drawing/2014/main" id="{4FCFB2C4-D12A-4B4F-8760-37E7E1389517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4779499" y="1372698"/>
                <a:ext cx="201677" cy="276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">
            <p14:nvContentPartPr>
              <p14:cNvPr id="42" name="Cerneală 41">
                <a:extLst>
                  <a:ext uri="{FF2B5EF4-FFF2-40B4-BE49-F238E27FC236}">
                    <a16:creationId xmlns:a16="http://schemas.microsoft.com/office/drawing/2014/main" id="{6C11D3D2-47C8-4C2B-AD77-3E73BE633BFE}"/>
                  </a:ext>
                </a:extLst>
              </p14:cNvPr>
              <p14:cNvContentPartPr/>
              <p14:nvPr/>
            </p14:nvContentPartPr>
            <p14:xfrm>
              <a:off x="5923258" y="1366938"/>
              <a:ext cx="206640" cy="208800"/>
            </p14:xfrm>
          </p:contentPart>
        </mc:Choice>
        <mc:Fallback xmlns="">
          <p:pic>
            <p:nvPicPr>
              <p:cNvPr id="42" name="Cerneală 41">
                <a:extLst>
                  <a:ext uri="{FF2B5EF4-FFF2-40B4-BE49-F238E27FC236}">
                    <a16:creationId xmlns:a16="http://schemas.microsoft.com/office/drawing/2014/main" id="{6C11D3D2-47C8-4C2B-AD77-3E73BE633BFE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5905258" y="1348938"/>
                <a:ext cx="242280" cy="244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">
            <p14:nvContentPartPr>
              <p14:cNvPr id="50" name="Cerneală 49">
                <a:extLst>
                  <a:ext uri="{FF2B5EF4-FFF2-40B4-BE49-F238E27FC236}">
                    <a16:creationId xmlns:a16="http://schemas.microsoft.com/office/drawing/2014/main" id="{9BA38D48-4DCA-4FD0-9062-A074F867D261}"/>
                  </a:ext>
                </a:extLst>
              </p14:cNvPr>
              <p14:cNvContentPartPr/>
              <p14:nvPr/>
            </p14:nvContentPartPr>
            <p14:xfrm>
              <a:off x="5225578" y="1065618"/>
              <a:ext cx="654480" cy="167760"/>
            </p14:xfrm>
          </p:contentPart>
        </mc:Choice>
        <mc:Fallback xmlns="">
          <p:pic>
            <p:nvPicPr>
              <p:cNvPr id="50" name="Cerneală 49">
                <a:extLst>
                  <a:ext uri="{FF2B5EF4-FFF2-40B4-BE49-F238E27FC236}">
                    <a16:creationId xmlns:a16="http://schemas.microsoft.com/office/drawing/2014/main" id="{9BA38D48-4DCA-4FD0-9062-A074F867D261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5207588" y="1047579"/>
                <a:ext cx="690100" cy="203477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">
            <p14:nvContentPartPr>
              <p14:cNvPr id="56" name="Cerneală 55">
                <a:extLst>
                  <a:ext uri="{FF2B5EF4-FFF2-40B4-BE49-F238E27FC236}">
                    <a16:creationId xmlns:a16="http://schemas.microsoft.com/office/drawing/2014/main" id="{56BABA70-6234-4EAE-A4D9-D68232117C3D}"/>
                  </a:ext>
                </a:extLst>
              </p14:cNvPr>
              <p14:cNvContentPartPr/>
              <p14:nvPr/>
            </p14:nvContentPartPr>
            <p14:xfrm>
              <a:off x="4193098" y="994338"/>
              <a:ext cx="14760" cy="8280"/>
            </p14:xfrm>
          </p:contentPart>
        </mc:Choice>
        <mc:Fallback xmlns="">
          <p:pic>
            <p:nvPicPr>
              <p:cNvPr id="56" name="Cerneală 55">
                <a:extLst>
                  <a:ext uri="{FF2B5EF4-FFF2-40B4-BE49-F238E27FC236}">
                    <a16:creationId xmlns:a16="http://schemas.microsoft.com/office/drawing/2014/main" id="{56BABA70-6234-4EAE-A4D9-D68232117C3D}"/>
                  </a:ext>
                </a:extLst>
              </p:cNvPr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4175527" y="976338"/>
                <a:ext cx="49551" cy="43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6">
            <p14:nvContentPartPr>
              <p14:cNvPr id="57" name="Cerneală 56">
                <a:extLst>
                  <a:ext uri="{FF2B5EF4-FFF2-40B4-BE49-F238E27FC236}">
                    <a16:creationId xmlns:a16="http://schemas.microsoft.com/office/drawing/2014/main" id="{C1E90749-3207-4A29-8B56-3696BE66A93F}"/>
                  </a:ext>
                </a:extLst>
              </p14:cNvPr>
              <p14:cNvContentPartPr/>
              <p14:nvPr/>
            </p14:nvContentPartPr>
            <p14:xfrm>
              <a:off x="3652018" y="1077498"/>
              <a:ext cx="564840" cy="206640"/>
            </p14:xfrm>
          </p:contentPart>
        </mc:Choice>
        <mc:Fallback xmlns="">
          <p:pic>
            <p:nvPicPr>
              <p:cNvPr id="57" name="Cerneală 56">
                <a:extLst>
                  <a:ext uri="{FF2B5EF4-FFF2-40B4-BE49-F238E27FC236}">
                    <a16:creationId xmlns:a16="http://schemas.microsoft.com/office/drawing/2014/main" id="{C1E90749-3207-4A29-8B56-3696BE66A93F}"/>
                  </a:ext>
                </a:extLst>
              </p:cNvPr>
              <p:cNvPicPr/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3634018" y="1059498"/>
                <a:ext cx="600480" cy="242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8">
            <p14:nvContentPartPr>
              <p14:cNvPr id="59" name="Cerneală 58">
                <a:extLst>
                  <a:ext uri="{FF2B5EF4-FFF2-40B4-BE49-F238E27FC236}">
                    <a16:creationId xmlns:a16="http://schemas.microsoft.com/office/drawing/2014/main" id="{DE01AF5D-0749-4C63-89FC-A08BCE0C7B46}"/>
                  </a:ext>
                </a:extLst>
              </p14:cNvPr>
              <p14:cNvContentPartPr/>
              <p14:nvPr/>
            </p14:nvContentPartPr>
            <p14:xfrm>
              <a:off x="678197" y="3343324"/>
              <a:ext cx="350280" cy="9360"/>
            </p14:xfrm>
          </p:contentPart>
        </mc:Choice>
        <mc:Fallback xmlns="">
          <p:pic>
            <p:nvPicPr>
              <p:cNvPr id="59" name="Cerneală 58">
                <a:extLst>
                  <a:ext uri="{FF2B5EF4-FFF2-40B4-BE49-F238E27FC236}">
                    <a16:creationId xmlns:a16="http://schemas.microsoft.com/office/drawing/2014/main" id="{DE01AF5D-0749-4C63-89FC-A08BCE0C7B46}"/>
                  </a:ext>
                </a:extLst>
              </p:cNvPr>
              <p:cNvPicPr/>
              <p:nvPr/>
            </p:nvPicPr>
            <p:blipFill>
              <a:blip r:embed="rId29"/>
              <a:stretch>
                <a:fillRect/>
              </a:stretch>
            </p:blipFill>
            <p:spPr>
              <a:xfrm>
                <a:off x="660197" y="3325684"/>
                <a:ext cx="385920" cy="45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0">
            <p14:nvContentPartPr>
              <p14:cNvPr id="65" name="Cerneală 64">
                <a:extLst>
                  <a:ext uri="{FF2B5EF4-FFF2-40B4-BE49-F238E27FC236}">
                    <a16:creationId xmlns:a16="http://schemas.microsoft.com/office/drawing/2014/main" id="{694F74A3-D798-4F9D-A427-18C53B51EEE2}"/>
                  </a:ext>
                </a:extLst>
              </p14:cNvPr>
              <p14:cNvContentPartPr/>
              <p14:nvPr/>
            </p14:nvContentPartPr>
            <p14:xfrm>
              <a:off x="874757" y="3436204"/>
              <a:ext cx="690480" cy="291600"/>
            </p14:xfrm>
          </p:contentPart>
        </mc:Choice>
        <mc:Fallback xmlns="">
          <p:pic>
            <p:nvPicPr>
              <p:cNvPr id="65" name="Cerneală 64">
                <a:extLst>
                  <a:ext uri="{FF2B5EF4-FFF2-40B4-BE49-F238E27FC236}">
                    <a16:creationId xmlns:a16="http://schemas.microsoft.com/office/drawing/2014/main" id="{694F74A3-D798-4F9D-A427-18C53B51EEE2}"/>
                  </a:ext>
                </a:extLst>
              </p:cNvPr>
              <p:cNvPicPr/>
              <p:nvPr/>
            </p:nvPicPr>
            <p:blipFill>
              <a:blip r:embed="rId31"/>
              <a:stretch>
                <a:fillRect/>
              </a:stretch>
            </p:blipFill>
            <p:spPr>
              <a:xfrm>
                <a:off x="857117" y="3418204"/>
                <a:ext cx="726120" cy="327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2">
            <p14:nvContentPartPr>
              <p14:cNvPr id="67" name="Cerneală 66">
                <a:extLst>
                  <a:ext uri="{FF2B5EF4-FFF2-40B4-BE49-F238E27FC236}">
                    <a16:creationId xmlns:a16="http://schemas.microsoft.com/office/drawing/2014/main" id="{6F746491-E938-44D4-A985-7D11904831BA}"/>
                  </a:ext>
                </a:extLst>
              </p14:cNvPr>
              <p14:cNvContentPartPr/>
              <p14:nvPr/>
            </p14:nvContentPartPr>
            <p14:xfrm>
              <a:off x="2516717" y="3416404"/>
              <a:ext cx="43200" cy="8280"/>
            </p14:xfrm>
          </p:contentPart>
        </mc:Choice>
        <mc:Fallback xmlns="">
          <p:pic>
            <p:nvPicPr>
              <p:cNvPr id="67" name="Cerneală 66">
                <a:extLst>
                  <a:ext uri="{FF2B5EF4-FFF2-40B4-BE49-F238E27FC236}">
                    <a16:creationId xmlns:a16="http://schemas.microsoft.com/office/drawing/2014/main" id="{6F746491-E938-44D4-A985-7D11904831BA}"/>
                  </a:ext>
                </a:extLst>
              </p:cNvPr>
              <p:cNvPicPr/>
              <p:nvPr/>
            </p:nvPicPr>
            <p:blipFill>
              <a:blip r:embed="rId33"/>
              <a:stretch>
                <a:fillRect/>
              </a:stretch>
            </p:blipFill>
            <p:spPr>
              <a:xfrm>
                <a:off x="2498717" y="3398404"/>
                <a:ext cx="78840" cy="43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4">
            <p14:nvContentPartPr>
              <p14:cNvPr id="76" name="Cerneală 75">
                <a:extLst>
                  <a:ext uri="{FF2B5EF4-FFF2-40B4-BE49-F238E27FC236}">
                    <a16:creationId xmlns:a16="http://schemas.microsoft.com/office/drawing/2014/main" id="{22E59660-6A86-4271-AE06-A138362E07E8}"/>
                  </a:ext>
                </a:extLst>
              </p14:cNvPr>
              <p14:cNvContentPartPr/>
              <p14:nvPr/>
            </p14:nvContentPartPr>
            <p14:xfrm>
              <a:off x="5996477" y="3492724"/>
              <a:ext cx="779400" cy="154440"/>
            </p14:xfrm>
          </p:contentPart>
        </mc:Choice>
        <mc:Fallback xmlns="">
          <p:pic>
            <p:nvPicPr>
              <p:cNvPr id="76" name="Cerneală 75">
                <a:extLst>
                  <a:ext uri="{FF2B5EF4-FFF2-40B4-BE49-F238E27FC236}">
                    <a16:creationId xmlns:a16="http://schemas.microsoft.com/office/drawing/2014/main" id="{22E59660-6A86-4271-AE06-A138362E07E8}"/>
                  </a:ext>
                </a:extLst>
              </p:cNvPr>
              <p:cNvPicPr/>
              <p:nvPr/>
            </p:nvPicPr>
            <p:blipFill>
              <a:blip r:embed="rId35"/>
              <a:stretch>
                <a:fillRect/>
              </a:stretch>
            </p:blipFill>
            <p:spPr>
              <a:xfrm>
                <a:off x="5978837" y="3474724"/>
                <a:ext cx="815040" cy="190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6">
            <p14:nvContentPartPr>
              <p14:cNvPr id="79" name="Cerneală 78">
                <a:extLst>
                  <a:ext uri="{FF2B5EF4-FFF2-40B4-BE49-F238E27FC236}">
                    <a16:creationId xmlns:a16="http://schemas.microsoft.com/office/drawing/2014/main" id="{81DFD1E6-79C7-48BD-BF0C-AA1DEB3D75EA}"/>
                  </a:ext>
                </a:extLst>
              </p14:cNvPr>
              <p14:cNvContentPartPr/>
              <p14:nvPr/>
            </p14:nvContentPartPr>
            <p14:xfrm>
              <a:off x="7418117" y="3209404"/>
              <a:ext cx="2030400" cy="467280"/>
            </p14:xfrm>
          </p:contentPart>
        </mc:Choice>
        <mc:Fallback xmlns="">
          <p:pic>
            <p:nvPicPr>
              <p:cNvPr id="79" name="Cerneală 78">
                <a:extLst>
                  <a:ext uri="{FF2B5EF4-FFF2-40B4-BE49-F238E27FC236}">
                    <a16:creationId xmlns:a16="http://schemas.microsoft.com/office/drawing/2014/main" id="{81DFD1E6-79C7-48BD-BF0C-AA1DEB3D75EA}"/>
                  </a:ext>
                </a:extLst>
              </p:cNvPr>
              <p:cNvPicPr/>
              <p:nvPr/>
            </p:nvPicPr>
            <p:blipFill>
              <a:blip r:embed="rId37"/>
              <a:stretch>
                <a:fillRect/>
              </a:stretch>
            </p:blipFill>
            <p:spPr>
              <a:xfrm>
                <a:off x="7400477" y="3191404"/>
                <a:ext cx="2066040" cy="502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8">
            <p14:nvContentPartPr>
              <p14:cNvPr id="80" name="Cerneală 79">
                <a:extLst>
                  <a:ext uri="{FF2B5EF4-FFF2-40B4-BE49-F238E27FC236}">
                    <a16:creationId xmlns:a16="http://schemas.microsoft.com/office/drawing/2014/main" id="{378ACC9F-AF8A-4395-9B42-E8F9F1EA4CF0}"/>
                  </a:ext>
                </a:extLst>
              </p14:cNvPr>
              <p14:cNvContentPartPr/>
              <p14:nvPr/>
            </p14:nvContentPartPr>
            <p14:xfrm>
              <a:off x="4465757" y="3391564"/>
              <a:ext cx="1033920" cy="311760"/>
            </p14:xfrm>
          </p:contentPart>
        </mc:Choice>
        <mc:Fallback xmlns="">
          <p:pic>
            <p:nvPicPr>
              <p:cNvPr id="80" name="Cerneală 79">
                <a:extLst>
                  <a:ext uri="{FF2B5EF4-FFF2-40B4-BE49-F238E27FC236}">
                    <a16:creationId xmlns:a16="http://schemas.microsoft.com/office/drawing/2014/main" id="{378ACC9F-AF8A-4395-9B42-E8F9F1EA4CF0}"/>
                  </a:ext>
                </a:extLst>
              </p:cNvPr>
              <p:cNvPicPr/>
              <p:nvPr/>
            </p:nvPicPr>
            <p:blipFill>
              <a:blip r:embed="rId39"/>
              <a:stretch>
                <a:fillRect/>
              </a:stretch>
            </p:blipFill>
            <p:spPr>
              <a:xfrm>
                <a:off x="4448117" y="3373924"/>
                <a:ext cx="1069560" cy="347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0">
            <p14:nvContentPartPr>
              <p14:cNvPr id="81" name="Cerneală 80">
                <a:extLst>
                  <a:ext uri="{FF2B5EF4-FFF2-40B4-BE49-F238E27FC236}">
                    <a16:creationId xmlns:a16="http://schemas.microsoft.com/office/drawing/2014/main" id="{2F9EB05E-1E0C-4ADA-9005-3142B83B1EA2}"/>
                  </a:ext>
                </a:extLst>
              </p14:cNvPr>
              <p14:cNvContentPartPr/>
              <p14:nvPr/>
            </p14:nvContentPartPr>
            <p14:xfrm>
              <a:off x="3480077" y="3516484"/>
              <a:ext cx="476640" cy="304920"/>
            </p14:xfrm>
          </p:contentPart>
        </mc:Choice>
        <mc:Fallback xmlns="">
          <p:pic>
            <p:nvPicPr>
              <p:cNvPr id="81" name="Cerneală 80">
                <a:extLst>
                  <a:ext uri="{FF2B5EF4-FFF2-40B4-BE49-F238E27FC236}">
                    <a16:creationId xmlns:a16="http://schemas.microsoft.com/office/drawing/2014/main" id="{2F9EB05E-1E0C-4ADA-9005-3142B83B1EA2}"/>
                  </a:ext>
                </a:extLst>
              </p:cNvPr>
              <p:cNvPicPr/>
              <p:nvPr/>
            </p:nvPicPr>
            <p:blipFill>
              <a:blip r:embed="rId41"/>
              <a:stretch>
                <a:fillRect/>
              </a:stretch>
            </p:blipFill>
            <p:spPr>
              <a:xfrm>
                <a:off x="3462437" y="3498484"/>
                <a:ext cx="512280" cy="340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2">
            <p14:nvContentPartPr>
              <p14:cNvPr id="82" name="Cerneală 81">
                <a:extLst>
                  <a:ext uri="{FF2B5EF4-FFF2-40B4-BE49-F238E27FC236}">
                    <a16:creationId xmlns:a16="http://schemas.microsoft.com/office/drawing/2014/main" id="{AA4691FB-D82F-4064-A469-9232E6446031}"/>
                  </a:ext>
                </a:extLst>
              </p14:cNvPr>
              <p14:cNvContentPartPr/>
              <p14:nvPr/>
            </p14:nvContentPartPr>
            <p14:xfrm>
              <a:off x="2014877" y="3510724"/>
              <a:ext cx="947880" cy="447840"/>
            </p14:xfrm>
          </p:contentPart>
        </mc:Choice>
        <mc:Fallback xmlns="">
          <p:pic>
            <p:nvPicPr>
              <p:cNvPr id="82" name="Cerneală 81">
                <a:extLst>
                  <a:ext uri="{FF2B5EF4-FFF2-40B4-BE49-F238E27FC236}">
                    <a16:creationId xmlns:a16="http://schemas.microsoft.com/office/drawing/2014/main" id="{AA4691FB-D82F-4064-A469-9232E6446031}"/>
                  </a:ext>
                </a:extLst>
              </p:cNvPr>
              <p:cNvPicPr/>
              <p:nvPr/>
            </p:nvPicPr>
            <p:blipFill>
              <a:blip r:embed="rId43"/>
              <a:stretch>
                <a:fillRect/>
              </a:stretch>
            </p:blipFill>
            <p:spPr>
              <a:xfrm>
                <a:off x="1996877" y="3492724"/>
                <a:ext cx="983520" cy="483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4">
            <p14:nvContentPartPr>
              <p14:cNvPr id="97" name="Cerneală 96">
                <a:extLst>
                  <a:ext uri="{FF2B5EF4-FFF2-40B4-BE49-F238E27FC236}">
                    <a16:creationId xmlns:a16="http://schemas.microsoft.com/office/drawing/2014/main" id="{F48E271A-E56D-4365-AC62-5210FDBBF43D}"/>
                  </a:ext>
                </a:extLst>
              </p14:cNvPr>
              <p14:cNvContentPartPr/>
              <p14:nvPr/>
            </p14:nvContentPartPr>
            <p14:xfrm>
              <a:off x="4315997" y="4345204"/>
              <a:ext cx="181440" cy="332640"/>
            </p14:xfrm>
          </p:contentPart>
        </mc:Choice>
        <mc:Fallback xmlns="">
          <p:pic>
            <p:nvPicPr>
              <p:cNvPr id="97" name="Cerneală 96">
                <a:extLst>
                  <a:ext uri="{FF2B5EF4-FFF2-40B4-BE49-F238E27FC236}">
                    <a16:creationId xmlns:a16="http://schemas.microsoft.com/office/drawing/2014/main" id="{F48E271A-E56D-4365-AC62-5210FDBBF43D}"/>
                  </a:ext>
                </a:extLst>
              </p:cNvPr>
              <p:cNvPicPr/>
              <p:nvPr/>
            </p:nvPicPr>
            <p:blipFill>
              <a:blip r:embed="rId45"/>
              <a:stretch>
                <a:fillRect/>
              </a:stretch>
            </p:blipFill>
            <p:spPr>
              <a:xfrm>
                <a:off x="4297997" y="4327564"/>
                <a:ext cx="217080" cy="368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6">
            <p14:nvContentPartPr>
              <p14:cNvPr id="98" name="Cerneală 97">
                <a:extLst>
                  <a:ext uri="{FF2B5EF4-FFF2-40B4-BE49-F238E27FC236}">
                    <a16:creationId xmlns:a16="http://schemas.microsoft.com/office/drawing/2014/main" id="{75814A2C-CF6F-435C-A1CC-F7DC5DC2A4A7}"/>
                  </a:ext>
                </a:extLst>
              </p14:cNvPr>
              <p14:cNvContentPartPr/>
              <p14:nvPr/>
            </p14:nvContentPartPr>
            <p14:xfrm>
              <a:off x="4716317" y="4650484"/>
              <a:ext cx="4320" cy="360"/>
            </p14:xfrm>
          </p:contentPart>
        </mc:Choice>
        <mc:Fallback xmlns="">
          <p:pic>
            <p:nvPicPr>
              <p:cNvPr id="98" name="Cerneală 97">
                <a:extLst>
                  <a:ext uri="{FF2B5EF4-FFF2-40B4-BE49-F238E27FC236}">
                    <a16:creationId xmlns:a16="http://schemas.microsoft.com/office/drawing/2014/main" id="{75814A2C-CF6F-435C-A1CC-F7DC5DC2A4A7}"/>
                  </a:ext>
                </a:extLst>
              </p:cNvPr>
              <p:cNvPicPr/>
              <p:nvPr/>
            </p:nvPicPr>
            <p:blipFill>
              <a:blip r:embed="rId47"/>
              <a:stretch>
                <a:fillRect/>
              </a:stretch>
            </p:blipFill>
            <p:spPr>
              <a:xfrm>
                <a:off x="4698317" y="4632844"/>
                <a:ext cx="39960" cy="3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8">
            <p14:nvContentPartPr>
              <p14:cNvPr id="100" name="Cerneală 99">
                <a:extLst>
                  <a:ext uri="{FF2B5EF4-FFF2-40B4-BE49-F238E27FC236}">
                    <a16:creationId xmlns:a16="http://schemas.microsoft.com/office/drawing/2014/main" id="{65CA026A-216A-471D-AC35-3B7F4EBB9D81}"/>
                  </a:ext>
                </a:extLst>
              </p14:cNvPr>
              <p14:cNvContentPartPr/>
              <p14:nvPr/>
            </p14:nvContentPartPr>
            <p14:xfrm>
              <a:off x="2841437" y="4109044"/>
              <a:ext cx="1274400" cy="745920"/>
            </p14:xfrm>
          </p:contentPart>
        </mc:Choice>
        <mc:Fallback xmlns="">
          <p:pic>
            <p:nvPicPr>
              <p:cNvPr id="100" name="Cerneală 99">
                <a:extLst>
                  <a:ext uri="{FF2B5EF4-FFF2-40B4-BE49-F238E27FC236}">
                    <a16:creationId xmlns:a16="http://schemas.microsoft.com/office/drawing/2014/main" id="{65CA026A-216A-471D-AC35-3B7F4EBB9D81}"/>
                  </a:ext>
                </a:extLst>
              </p:cNvPr>
              <p:cNvPicPr/>
              <p:nvPr/>
            </p:nvPicPr>
            <p:blipFill>
              <a:blip r:embed="rId49"/>
              <a:stretch>
                <a:fillRect/>
              </a:stretch>
            </p:blipFill>
            <p:spPr>
              <a:xfrm>
                <a:off x="2823442" y="4091044"/>
                <a:ext cx="1310030" cy="781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0">
            <p14:nvContentPartPr>
              <p14:cNvPr id="109" name="Cerneală 108">
                <a:extLst>
                  <a:ext uri="{FF2B5EF4-FFF2-40B4-BE49-F238E27FC236}">
                    <a16:creationId xmlns:a16="http://schemas.microsoft.com/office/drawing/2014/main" id="{05524C83-1401-4379-9F70-24C86318545D}"/>
                  </a:ext>
                </a:extLst>
              </p14:cNvPr>
              <p14:cNvContentPartPr/>
              <p14:nvPr/>
            </p14:nvContentPartPr>
            <p14:xfrm>
              <a:off x="3849077" y="5325124"/>
              <a:ext cx="201960" cy="4320"/>
            </p14:xfrm>
          </p:contentPart>
        </mc:Choice>
        <mc:Fallback xmlns="">
          <p:pic>
            <p:nvPicPr>
              <p:cNvPr id="109" name="Cerneală 108">
                <a:extLst>
                  <a:ext uri="{FF2B5EF4-FFF2-40B4-BE49-F238E27FC236}">
                    <a16:creationId xmlns:a16="http://schemas.microsoft.com/office/drawing/2014/main" id="{05524C83-1401-4379-9F70-24C86318545D}"/>
                  </a:ext>
                </a:extLst>
              </p:cNvPr>
              <p:cNvPicPr/>
              <p:nvPr/>
            </p:nvPicPr>
            <p:blipFill>
              <a:blip r:embed="rId51"/>
              <a:stretch>
                <a:fillRect/>
              </a:stretch>
            </p:blipFill>
            <p:spPr>
              <a:xfrm>
                <a:off x="3831437" y="5307124"/>
                <a:ext cx="237600" cy="39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2">
            <p14:nvContentPartPr>
              <p14:cNvPr id="110" name="Cerneală 109">
                <a:extLst>
                  <a:ext uri="{FF2B5EF4-FFF2-40B4-BE49-F238E27FC236}">
                    <a16:creationId xmlns:a16="http://schemas.microsoft.com/office/drawing/2014/main" id="{1AD7889A-B753-4953-88BA-379E29E4B172}"/>
                  </a:ext>
                </a:extLst>
              </p14:cNvPr>
              <p14:cNvContentPartPr/>
              <p14:nvPr/>
            </p14:nvContentPartPr>
            <p14:xfrm>
              <a:off x="3888317" y="5396764"/>
              <a:ext cx="247320" cy="13680"/>
            </p14:xfrm>
          </p:contentPart>
        </mc:Choice>
        <mc:Fallback xmlns="">
          <p:pic>
            <p:nvPicPr>
              <p:cNvPr id="110" name="Cerneală 109">
                <a:extLst>
                  <a:ext uri="{FF2B5EF4-FFF2-40B4-BE49-F238E27FC236}">
                    <a16:creationId xmlns:a16="http://schemas.microsoft.com/office/drawing/2014/main" id="{1AD7889A-B753-4953-88BA-379E29E4B172}"/>
                  </a:ext>
                </a:extLst>
              </p:cNvPr>
              <p:cNvPicPr/>
              <p:nvPr/>
            </p:nvPicPr>
            <p:blipFill>
              <a:blip r:embed="rId53"/>
              <a:stretch>
                <a:fillRect/>
              </a:stretch>
            </p:blipFill>
            <p:spPr>
              <a:xfrm>
                <a:off x="3870317" y="5378764"/>
                <a:ext cx="282960" cy="49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4">
            <p14:nvContentPartPr>
              <p14:cNvPr id="113" name="Cerneală 112">
                <a:extLst>
                  <a:ext uri="{FF2B5EF4-FFF2-40B4-BE49-F238E27FC236}">
                    <a16:creationId xmlns:a16="http://schemas.microsoft.com/office/drawing/2014/main" id="{4F466855-B1A4-4C25-B3EC-3EE49CA0AC71}"/>
                  </a:ext>
                </a:extLst>
              </p14:cNvPr>
              <p14:cNvContentPartPr/>
              <p14:nvPr/>
            </p14:nvContentPartPr>
            <p14:xfrm>
              <a:off x="4802717" y="5461564"/>
              <a:ext cx="20160" cy="15120"/>
            </p14:xfrm>
          </p:contentPart>
        </mc:Choice>
        <mc:Fallback xmlns="">
          <p:pic>
            <p:nvPicPr>
              <p:cNvPr id="113" name="Cerneală 112">
                <a:extLst>
                  <a:ext uri="{FF2B5EF4-FFF2-40B4-BE49-F238E27FC236}">
                    <a16:creationId xmlns:a16="http://schemas.microsoft.com/office/drawing/2014/main" id="{4F466855-B1A4-4C25-B3EC-3EE49CA0AC71}"/>
                  </a:ext>
                </a:extLst>
              </p:cNvPr>
              <p:cNvPicPr/>
              <p:nvPr/>
            </p:nvPicPr>
            <p:blipFill>
              <a:blip r:embed="rId55"/>
              <a:stretch>
                <a:fillRect/>
              </a:stretch>
            </p:blipFill>
            <p:spPr>
              <a:xfrm>
                <a:off x="4785077" y="5443924"/>
                <a:ext cx="55800" cy="50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6">
            <p14:nvContentPartPr>
              <p14:cNvPr id="114" name="Cerneală 113">
                <a:extLst>
                  <a:ext uri="{FF2B5EF4-FFF2-40B4-BE49-F238E27FC236}">
                    <a16:creationId xmlns:a16="http://schemas.microsoft.com/office/drawing/2014/main" id="{EA8F3842-6E95-47B8-897E-7D904B2FA95E}"/>
                  </a:ext>
                </a:extLst>
              </p14:cNvPr>
              <p14:cNvContentPartPr/>
              <p14:nvPr/>
            </p14:nvContentPartPr>
            <p14:xfrm>
              <a:off x="2219717" y="4198324"/>
              <a:ext cx="208080" cy="1642320"/>
            </p14:xfrm>
          </p:contentPart>
        </mc:Choice>
        <mc:Fallback xmlns="">
          <p:pic>
            <p:nvPicPr>
              <p:cNvPr id="114" name="Cerneală 113">
                <a:extLst>
                  <a:ext uri="{FF2B5EF4-FFF2-40B4-BE49-F238E27FC236}">
                    <a16:creationId xmlns:a16="http://schemas.microsoft.com/office/drawing/2014/main" id="{EA8F3842-6E95-47B8-897E-7D904B2FA95E}"/>
                  </a:ext>
                </a:extLst>
              </p:cNvPr>
              <p:cNvPicPr/>
              <p:nvPr/>
            </p:nvPicPr>
            <p:blipFill>
              <a:blip r:embed="rId57"/>
              <a:stretch>
                <a:fillRect/>
              </a:stretch>
            </p:blipFill>
            <p:spPr>
              <a:xfrm>
                <a:off x="2201717" y="4180324"/>
                <a:ext cx="243720" cy="1677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8">
            <p14:nvContentPartPr>
              <p14:cNvPr id="115" name="Cerneală 114">
                <a:extLst>
                  <a:ext uri="{FF2B5EF4-FFF2-40B4-BE49-F238E27FC236}">
                    <a16:creationId xmlns:a16="http://schemas.microsoft.com/office/drawing/2014/main" id="{6CD2A147-035A-4AE8-AF94-E1E170ACFCDC}"/>
                  </a:ext>
                </a:extLst>
              </p14:cNvPr>
              <p14:cNvContentPartPr/>
              <p14:nvPr/>
            </p14:nvContentPartPr>
            <p14:xfrm>
              <a:off x="4301597" y="5203804"/>
              <a:ext cx="183960" cy="287280"/>
            </p14:xfrm>
          </p:contentPart>
        </mc:Choice>
        <mc:Fallback xmlns="">
          <p:pic>
            <p:nvPicPr>
              <p:cNvPr id="115" name="Cerneală 114">
                <a:extLst>
                  <a:ext uri="{FF2B5EF4-FFF2-40B4-BE49-F238E27FC236}">
                    <a16:creationId xmlns:a16="http://schemas.microsoft.com/office/drawing/2014/main" id="{6CD2A147-035A-4AE8-AF94-E1E170ACFCDC}"/>
                  </a:ext>
                </a:extLst>
              </p:cNvPr>
              <p:cNvPicPr/>
              <p:nvPr/>
            </p:nvPicPr>
            <p:blipFill>
              <a:blip r:embed="rId59"/>
              <a:stretch>
                <a:fillRect/>
              </a:stretch>
            </p:blipFill>
            <p:spPr>
              <a:xfrm>
                <a:off x="4283632" y="5186164"/>
                <a:ext cx="219530" cy="322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0">
            <p14:nvContentPartPr>
              <p14:cNvPr id="116" name="Cerneală 115">
                <a:extLst>
                  <a:ext uri="{FF2B5EF4-FFF2-40B4-BE49-F238E27FC236}">
                    <a16:creationId xmlns:a16="http://schemas.microsoft.com/office/drawing/2014/main" id="{0DD75CD3-DEC7-431A-AB94-408B83D5A9BA}"/>
                  </a:ext>
                </a:extLst>
              </p14:cNvPr>
              <p14:cNvContentPartPr/>
              <p14:nvPr/>
            </p14:nvContentPartPr>
            <p14:xfrm>
              <a:off x="2761877" y="4994644"/>
              <a:ext cx="853200" cy="797760"/>
            </p14:xfrm>
          </p:contentPart>
        </mc:Choice>
        <mc:Fallback xmlns="">
          <p:pic>
            <p:nvPicPr>
              <p:cNvPr id="116" name="Cerneală 115">
                <a:extLst>
                  <a:ext uri="{FF2B5EF4-FFF2-40B4-BE49-F238E27FC236}">
                    <a16:creationId xmlns:a16="http://schemas.microsoft.com/office/drawing/2014/main" id="{0DD75CD3-DEC7-431A-AB94-408B83D5A9BA}"/>
                  </a:ext>
                </a:extLst>
              </p:cNvPr>
              <p:cNvPicPr/>
              <p:nvPr/>
            </p:nvPicPr>
            <p:blipFill>
              <a:blip r:embed="rId61"/>
              <a:stretch>
                <a:fillRect/>
              </a:stretch>
            </p:blipFill>
            <p:spPr>
              <a:xfrm>
                <a:off x="2743877" y="4977004"/>
                <a:ext cx="888840" cy="833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2">
            <p14:nvContentPartPr>
              <p14:cNvPr id="122" name="Cerneală 121">
                <a:extLst>
                  <a:ext uri="{FF2B5EF4-FFF2-40B4-BE49-F238E27FC236}">
                    <a16:creationId xmlns:a16="http://schemas.microsoft.com/office/drawing/2014/main" id="{11BCBCD4-ABE3-45D9-912E-0CE49645ADCB}"/>
                  </a:ext>
                </a:extLst>
              </p14:cNvPr>
              <p14:cNvContentPartPr/>
              <p14:nvPr/>
            </p14:nvContentPartPr>
            <p14:xfrm>
              <a:off x="7034717" y="4384084"/>
              <a:ext cx="869400" cy="438840"/>
            </p14:xfrm>
          </p:contentPart>
        </mc:Choice>
        <mc:Fallback xmlns="">
          <p:pic>
            <p:nvPicPr>
              <p:cNvPr id="122" name="Cerneală 121">
                <a:extLst>
                  <a:ext uri="{FF2B5EF4-FFF2-40B4-BE49-F238E27FC236}">
                    <a16:creationId xmlns:a16="http://schemas.microsoft.com/office/drawing/2014/main" id="{11BCBCD4-ABE3-45D9-912E-0CE49645ADCB}"/>
                  </a:ext>
                </a:extLst>
              </p:cNvPr>
              <p:cNvPicPr/>
              <p:nvPr/>
            </p:nvPicPr>
            <p:blipFill>
              <a:blip r:embed="rId63"/>
              <a:stretch>
                <a:fillRect/>
              </a:stretch>
            </p:blipFill>
            <p:spPr>
              <a:xfrm>
                <a:off x="7016717" y="4366444"/>
                <a:ext cx="905040" cy="474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4">
            <p14:nvContentPartPr>
              <p14:cNvPr id="123" name="Cerneală 122">
                <a:extLst>
                  <a:ext uri="{FF2B5EF4-FFF2-40B4-BE49-F238E27FC236}">
                    <a16:creationId xmlns:a16="http://schemas.microsoft.com/office/drawing/2014/main" id="{BFDF26D7-175F-4184-BE04-5E68E04D0955}"/>
                  </a:ext>
                </a:extLst>
              </p14:cNvPr>
              <p14:cNvContentPartPr/>
              <p14:nvPr/>
            </p14:nvContentPartPr>
            <p14:xfrm>
              <a:off x="5702357" y="4671004"/>
              <a:ext cx="482040" cy="289440"/>
            </p14:xfrm>
          </p:contentPart>
        </mc:Choice>
        <mc:Fallback xmlns="">
          <p:pic>
            <p:nvPicPr>
              <p:cNvPr id="123" name="Cerneală 122">
                <a:extLst>
                  <a:ext uri="{FF2B5EF4-FFF2-40B4-BE49-F238E27FC236}">
                    <a16:creationId xmlns:a16="http://schemas.microsoft.com/office/drawing/2014/main" id="{BFDF26D7-175F-4184-BE04-5E68E04D0955}"/>
                  </a:ext>
                </a:extLst>
              </p:cNvPr>
              <p:cNvPicPr/>
              <p:nvPr/>
            </p:nvPicPr>
            <p:blipFill>
              <a:blip r:embed="rId65"/>
              <a:stretch>
                <a:fillRect/>
              </a:stretch>
            </p:blipFill>
            <p:spPr>
              <a:xfrm>
                <a:off x="5684717" y="4653364"/>
                <a:ext cx="517680" cy="325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6">
            <p14:nvContentPartPr>
              <p14:cNvPr id="124" name="Cerneală 123">
                <a:extLst>
                  <a:ext uri="{FF2B5EF4-FFF2-40B4-BE49-F238E27FC236}">
                    <a16:creationId xmlns:a16="http://schemas.microsoft.com/office/drawing/2014/main" id="{4FE2D903-C321-4B3B-B72E-ED9A60575505}"/>
                  </a:ext>
                </a:extLst>
              </p14:cNvPr>
              <p14:cNvContentPartPr/>
              <p14:nvPr/>
            </p14:nvContentPartPr>
            <p14:xfrm>
              <a:off x="8332877" y="4401004"/>
              <a:ext cx="380880" cy="323640"/>
            </p14:xfrm>
          </p:contentPart>
        </mc:Choice>
        <mc:Fallback xmlns="">
          <p:pic>
            <p:nvPicPr>
              <p:cNvPr id="124" name="Cerneală 123">
                <a:extLst>
                  <a:ext uri="{FF2B5EF4-FFF2-40B4-BE49-F238E27FC236}">
                    <a16:creationId xmlns:a16="http://schemas.microsoft.com/office/drawing/2014/main" id="{4FE2D903-C321-4B3B-B72E-ED9A60575505}"/>
                  </a:ext>
                </a:extLst>
              </p:cNvPr>
              <p:cNvPicPr/>
              <p:nvPr/>
            </p:nvPicPr>
            <p:blipFill>
              <a:blip r:embed="rId67"/>
              <a:stretch>
                <a:fillRect/>
              </a:stretch>
            </p:blipFill>
            <p:spPr>
              <a:xfrm>
                <a:off x="8314877" y="4383004"/>
                <a:ext cx="416520" cy="359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8">
            <p14:nvContentPartPr>
              <p14:cNvPr id="125" name="Cerneală 124">
                <a:extLst>
                  <a:ext uri="{FF2B5EF4-FFF2-40B4-BE49-F238E27FC236}">
                    <a16:creationId xmlns:a16="http://schemas.microsoft.com/office/drawing/2014/main" id="{A741117B-A1CB-4D86-91FF-D4DC51693A15}"/>
                  </a:ext>
                </a:extLst>
              </p14:cNvPr>
              <p14:cNvContentPartPr/>
              <p14:nvPr/>
            </p14:nvContentPartPr>
            <p14:xfrm>
              <a:off x="9177797" y="4199764"/>
              <a:ext cx="1194120" cy="488520"/>
            </p14:xfrm>
          </p:contentPart>
        </mc:Choice>
        <mc:Fallback xmlns="">
          <p:pic>
            <p:nvPicPr>
              <p:cNvPr id="125" name="Cerneală 124">
                <a:extLst>
                  <a:ext uri="{FF2B5EF4-FFF2-40B4-BE49-F238E27FC236}">
                    <a16:creationId xmlns:a16="http://schemas.microsoft.com/office/drawing/2014/main" id="{A741117B-A1CB-4D86-91FF-D4DC51693A15}"/>
                  </a:ext>
                </a:extLst>
              </p:cNvPr>
              <p:cNvPicPr/>
              <p:nvPr/>
            </p:nvPicPr>
            <p:blipFill>
              <a:blip r:embed="rId69"/>
              <a:stretch>
                <a:fillRect/>
              </a:stretch>
            </p:blipFill>
            <p:spPr>
              <a:xfrm>
                <a:off x="9160157" y="4182124"/>
                <a:ext cx="1229760" cy="524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0">
            <p14:nvContentPartPr>
              <p14:cNvPr id="126" name="Cerneală 125">
                <a:extLst>
                  <a:ext uri="{FF2B5EF4-FFF2-40B4-BE49-F238E27FC236}">
                    <a16:creationId xmlns:a16="http://schemas.microsoft.com/office/drawing/2014/main" id="{028C252A-BF28-417C-9119-3D8701461AE1}"/>
                  </a:ext>
                </a:extLst>
              </p14:cNvPr>
              <p14:cNvContentPartPr/>
              <p14:nvPr/>
            </p14:nvContentPartPr>
            <p14:xfrm>
              <a:off x="10682597" y="4458964"/>
              <a:ext cx="625320" cy="115200"/>
            </p14:xfrm>
          </p:contentPart>
        </mc:Choice>
        <mc:Fallback xmlns="">
          <p:pic>
            <p:nvPicPr>
              <p:cNvPr id="126" name="Cerneală 125">
                <a:extLst>
                  <a:ext uri="{FF2B5EF4-FFF2-40B4-BE49-F238E27FC236}">
                    <a16:creationId xmlns:a16="http://schemas.microsoft.com/office/drawing/2014/main" id="{028C252A-BF28-417C-9119-3D8701461AE1}"/>
                  </a:ext>
                </a:extLst>
              </p:cNvPr>
              <p:cNvPicPr/>
              <p:nvPr/>
            </p:nvPicPr>
            <p:blipFill>
              <a:blip r:embed="rId71"/>
              <a:stretch>
                <a:fillRect/>
              </a:stretch>
            </p:blipFill>
            <p:spPr>
              <a:xfrm>
                <a:off x="10664597" y="4440964"/>
                <a:ext cx="660960" cy="150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2">
            <p14:nvContentPartPr>
              <p14:cNvPr id="127" name="Cerneală 126">
                <a:extLst>
                  <a:ext uri="{FF2B5EF4-FFF2-40B4-BE49-F238E27FC236}">
                    <a16:creationId xmlns:a16="http://schemas.microsoft.com/office/drawing/2014/main" id="{E7FAFCB1-775D-4287-B7E2-4F125BD1EADA}"/>
                  </a:ext>
                </a:extLst>
              </p14:cNvPr>
              <p14:cNvContentPartPr/>
              <p14:nvPr/>
            </p14:nvContentPartPr>
            <p14:xfrm>
              <a:off x="11270477" y="4343404"/>
              <a:ext cx="327600" cy="255960"/>
            </p14:xfrm>
          </p:contentPart>
        </mc:Choice>
        <mc:Fallback xmlns="">
          <p:pic>
            <p:nvPicPr>
              <p:cNvPr id="127" name="Cerneală 126">
                <a:extLst>
                  <a:ext uri="{FF2B5EF4-FFF2-40B4-BE49-F238E27FC236}">
                    <a16:creationId xmlns:a16="http://schemas.microsoft.com/office/drawing/2014/main" id="{E7FAFCB1-775D-4287-B7E2-4F125BD1EADA}"/>
                  </a:ext>
                </a:extLst>
              </p:cNvPr>
              <p:cNvPicPr/>
              <p:nvPr/>
            </p:nvPicPr>
            <p:blipFill>
              <a:blip r:embed="rId73"/>
              <a:stretch>
                <a:fillRect/>
              </a:stretch>
            </p:blipFill>
            <p:spPr>
              <a:xfrm>
                <a:off x="11252477" y="4325404"/>
                <a:ext cx="363240" cy="291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4">
            <p14:nvContentPartPr>
              <p14:cNvPr id="128" name="Cerneală 127">
                <a:extLst>
                  <a:ext uri="{FF2B5EF4-FFF2-40B4-BE49-F238E27FC236}">
                    <a16:creationId xmlns:a16="http://schemas.microsoft.com/office/drawing/2014/main" id="{C7FE4BAF-170E-42CB-949D-CEE7F14A6464}"/>
                  </a:ext>
                </a:extLst>
              </p14:cNvPr>
              <p14:cNvContentPartPr/>
              <p14:nvPr/>
            </p14:nvContentPartPr>
            <p14:xfrm>
              <a:off x="11566397" y="4398484"/>
              <a:ext cx="50760" cy="60840"/>
            </p14:xfrm>
          </p:contentPart>
        </mc:Choice>
        <mc:Fallback xmlns="">
          <p:pic>
            <p:nvPicPr>
              <p:cNvPr id="128" name="Cerneală 127">
                <a:extLst>
                  <a:ext uri="{FF2B5EF4-FFF2-40B4-BE49-F238E27FC236}">
                    <a16:creationId xmlns:a16="http://schemas.microsoft.com/office/drawing/2014/main" id="{C7FE4BAF-170E-42CB-949D-CEE7F14A6464}"/>
                  </a:ext>
                </a:extLst>
              </p:cNvPr>
              <p:cNvPicPr/>
              <p:nvPr/>
            </p:nvPicPr>
            <p:blipFill>
              <a:blip r:embed="rId75"/>
              <a:stretch>
                <a:fillRect/>
              </a:stretch>
            </p:blipFill>
            <p:spPr>
              <a:xfrm>
                <a:off x="11548397" y="4380844"/>
                <a:ext cx="86400" cy="96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6">
            <p14:nvContentPartPr>
              <p14:cNvPr id="129" name="Cerneală 128">
                <a:extLst>
                  <a:ext uri="{FF2B5EF4-FFF2-40B4-BE49-F238E27FC236}">
                    <a16:creationId xmlns:a16="http://schemas.microsoft.com/office/drawing/2014/main" id="{0E2BF4D2-15B7-450C-99A3-1B304F5177A7}"/>
                  </a:ext>
                </a:extLst>
              </p14:cNvPr>
              <p14:cNvContentPartPr/>
              <p14:nvPr/>
            </p14:nvContentPartPr>
            <p14:xfrm>
              <a:off x="11616797" y="4241164"/>
              <a:ext cx="83520" cy="381240"/>
            </p14:xfrm>
          </p:contentPart>
        </mc:Choice>
        <mc:Fallback xmlns="">
          <p:pic>
            <p:nvPicPr>
              <p:cNvPr id="129" name="Cerneală 128">
                <a:extLst>
                  <a:ext uri="{FF2B5EF4-FFF2-40B4-BE49-F238E27FC236}">
                    <a16:creationId xmlns:a16="http://schemas.microsoft.com/office/drawing/2014/main" id="{0E2BF4D2-15B7-450C-99A3-1B304F5177A7}"/>
                  </a:ext>
                </a:extLst>
              </p:cNvPr>
              <p:cNvPicPr/>
              <p:nvPr/>
            </p:nvPicPr>
            <p:blipFill>
              <a:blip r:embed="rId77"/>
              <a:stretch>
                <a:fillRect/>
              </a:stretch>
            </p:blipFill>
            <p:spPr>
              <a:xfrm>
                <a:off x="11598797" y="4223524"/>
                <a:ext cx="119160" cy="416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8">
            <p14:nvContentPartPr>
              <p14:cNvPr id="130" name="Cerneală 129">
                <a:extLst>
                  <a:ext uri="{FF2B5EF4-FFF2-40B4-BE49-F238E27FC236}">
                    <a16:creationId xmlns:a16="http://schemas.microsoft.com/office/drawing/2014/main" id="{D4DF9066-0025-412F-90DB-9B416A3BED5B}"/>
                  </a:ext>
                </a:extLst>
              </p14:cNvPr>
              <p14:cNvContentPartPr/>
              <p14:nvPr/>
            </p14:nvContentPartPr>
            <p14:xfrm>
              <a:off x="11609957" y="4383364"/>
              <a:ext cx="164520" cy="78120"/>
            </p14:xfrm>
          </p:contentPart>
        </mc:Choice>
        <mc:Fallback xmlns="">
          <p:pic>
            <p:nvPicPr>
              <p:cNvPr id="130" name="Cerneală 129">
                <a:extLst>
                  <a:ext uri="{FF2B5EF4-FFF2-40B4-BE49-F238E27FC236}">
                    <a16:creationId xmlns:a16="http://schemas.microsoft.com/office/drawing/2014/main" id="{D4DF9066-0025-412F-90DB-9B416A3BED5B}"/>
                  </a:ext>
                </a:extLst>
              </p:cNvPr>
              <p:cNvPicPr/>
              <p:nvPr/>
            </p:nvPicPr>
            <p:blipFill>
              <a:blip r:embed="rId79"/>
              <a:stretch>
                <a:fillRect/>
              </a:stretch>
            </p:blipFill>
            <p:spPr>
              <a:xfrm>
                <a:off x="11591957" y="4365364"/>
                <a:ext cx="200160" cy="113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0">
            <p14:nvContentPartPr>
              <p14:cNvPr id="131" name="Cerneală 130">
                <a:extLst>
                  <a:ext uri="{FF2B5EF4-FFF2-40B4-BE49-F238E27FC236}">
                    <a16:creationId xmlns:a16="http://schemas.microsoft.com/office/drawing/2014/main" id="{7C1DA42C-15CC-4E4F-A68D-B379E01E21DD}"/>
                  </a:ext>
                </a:extLst>
              </p14:cNvPr>
              <p14:cNvContentPartPr/>
              <p14:nvPr/>
            </p14:nvContentPartPr>
            <p14:xfrm>
              <a:off x="11736677" y="4487404"/>
              <a:ext cx="68040" cy="118440"/>
            </p14:xfrm>
          </p:contentPart>
        </mc:Choice>
        <mc:Fallback xmlns="">
          <p:pic>
            <p:nvPicPr>
              <p:cNvPr id="131" name="Cerneală 130">
                <a:extLst>
                  <a:ext uri="{FF2B5EF4-FFF2-40B4-BE49-F238E27FC236}">
                    <a16:creationId xmlns:a16="http://schemas.microsoft.com/office/drawing/2014/main" id="{7C1DA42C-15CC-4E4F-A68D-B379E01E21DD}"/>
                  </a:ext>
                </a:extLst>
              </p:cNvPr>
              <p:cNvPicPr/>
              <p:nvPr/>
            </p:nvPicPr>
            <p:blipFill>
              <a:blip r:embed="rId81"/>
              <a:stretch>
                <a:fillRect/>
              </a:stretch>
            </p:blipFill>
            <p:spPr>
              <a:xfrm>
                <a:off x="11719037" y="4469764"/>
                <a:ext cx="103680" cy="154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2">
            <p14:nvContentPartPr>
              <p14:cNvPr id="132" name="Cerneală 131">
                <a:extLst>
                  <a:ext uri="{FF2B5EF4-FFF2-40B4-BE49-F238E27FC236}">
                    <a16:creationId xmlns:a16="http://schemas.microsoft.com/office/drawing/2014/main" id="{74C0CE2B-B41B-4177-ABBF-93C0F13FA2FF}"/>
                  </a:ext>
                </a:extLst>
              </p14:cNvPr>
              <p14:cNvContentPartPr/>
              <p14:nvPr/>
            </p14:nvContentPartPr>
            <p14:xfrm>
              <a:off x="11817317" y="4502884"/>
              <a:ext cx="273600" cy="183600"/>
            </p14:xfrm>
          </p:contentPart>
        </mc:Choice>
        <mc:Fallback xmlns="">
          <p:pic>
            <p:nvPicPr>
              <p:cNvPr id="132" name="Cerneală 131">
                <a:extLst>
                  <a:ext uri="{FF2B5EF4-FFF2-40B4-BE49-F238E27FC236}">
                    <a16:creationId xmlns:a16="http://schemas.microsoft.com/office/drawing/2014/main" id="{74C0CE2B-B41B-4177-ABBF-93C0F13FA2FF}"/>
                  </a:ext>
                </a:extLst>
              </p:cNvPr>
              <p:cNvPicPr/>
              <p:nvPr/>
            </p:nvPicPr>
            <p:blipFill>
              <a:blip r:embed="rId83"/>
              <a:stretch>
                <a:fillRect/>
              </a:stretch>
            </p:blipFill>
            <p:spPr>
              <a:xfrm>
                <a:off x="11799317" y="4484884"/>
                <a:ext cx="309240" cy="219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4">
            <p14:nvContentPartPr>
              <p14:cNvPr id="175" name="Cerneală 174">
                <a:extLst>
                  <a:ext uri="{FF2B5EF4-FFF2-40B4-BE49-F238E27FC236}">
                    <a16:creationId xmlns:a16="http://schemas.microsoft.com/office/drawing/2014/main" id="{BB2413AE-ABB9-4F58-BF8A-44028DAF8512}"/>
                  </a:ext>
                </a:extLst>
              </p14:cNvPr>
              <p14:cNvContentPartPr/>
              <p14:nvPr/>
            </p14:nvContentPartPr>
            <p14:xfrm>
              <a:off x="5605157" y="5176084"/>
              <a:ext cx="4356720" cy="1475640"/>
            </p14:xfrm>
          </p:contentPart>
        </mc:Choice>
        <mc:Fallback xmlns="">
          <p:pic>
            <p:nvPicPr>
              <p:cNvPr id="175" name="Cerneală 174">
                <a:extLst>
                  <a:ext uri="{FF2B5EF4-FFF2-40B4-BE49-F238E27FC236}">
                    <a16:creationId xmlns:a16="http://schemas.microsoft.com/office/drawing/2014/main" id="{BB2413AE-ABB9-4F58-BF8A-44028DAF8512}"/>
                  </a:ext>
                </a:extLst>
              </p:cNvPr>
              <p:cNvPicPr/>
              <p:nvPr/>
            </p:nvPicPr>
            <p:blipFill>
              <a:blip r:embed="rId85"/>
              <a:stretch>
                <a:fillRect/>
              </a:stretch>
            </p:blipFill>
            <p:spPr>
              <a:xfrm>
                <a:off x="5587518" y="5158448"/>
                <a:ext cx="4392357" cy="1511271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6">
            <p14:nvContentPartPr>
              <p14:cNvPr id="180" name="Cerneală 179">
                <a:extLst>
                  <a:ext uri="{FF2B5EF4-FFF2-40B4-BE49-F238E27FC236}">
                    <a16:creationId xmlns:a16="http://schemas.microsoft.com/office/drawing/2014/main" id="{60513192-249B-479B-AB79-91FB15AABE3D}"/>
                  </a:ext>
                </a:extLst>
              </p14:cNvPr>
              <p14:cNvContentPartPr/>
              <p14:nvPr/>
            </p14:nvContentPartPr>
            <p14:xfrm>
              <a:off x="10365797" y="5525284"/>
              <a:ext cx="763200" cy="336240"/>
            </p14:xfrm>
          </p:contentPart>
        </mc:Choice>
        <mc:Fallback xmlns="">
          <p:pic>
            <p:nvPicPr>
              <p:cNvPr id="180" name="Cerneală 179">
                <a:extLst>
                  <a:ext uri="{FF2B5EF4-FFF2-40B4-BE49-F238E27FC236}">
                    <a16:creationId xmlns:a16="http://schemas.microsoft.com/office/drawing/2014/main" id="{60513192-249B-479B-AB79-91FB15AABE3D}"/>
                  </a:ext>
                </a:extLst>
              </p:cNvPr>
              <p:cNvPicPr/>
              <p:nvPr/>
            </p:nvPicPr>
            <p:blipFill>
              <a:blip r:embed="rId87"/>
              <a:stretch>
                <a:fillRect/>
              </a:stretch>
            </p:blipFill>
            <p:spPr>
              <a:xfrm>
                <a:off x="10347797" y="5507644"/>
                <a:ext cx="798840" cy="371880"/>
              </a:xfrm>
              <a:prstGeom prst="rect">
                <a:avLst/>
              </a:prstGeom>
            </p:spPr>
          </p:pic>
        </mc:Fallback>
      </mc:AlternateContent>
      <p:sp>
        <p:nvSpPr>
          <p:cNvPr id="47" name="Dreptunghi 46">
            <a:extLst>
              <a:ext uri="{FF2B5EF4-FFF2-40B4-BE49-F238E27FC236}">
                <a16:creationId xmlns:a16="http://schemas.microsoft.com/office/drawing/2014/main" id="{C4A67B0F-4B47-426B-BF61-99B0F594E9C4}"/>
              </a:ext>
            </a:extLst>
          </p:cNvPr>
          <p:cNvSpPr/>
          <p:nvPr/>
        </p:nvSpPr>
        <p:spPr>
          <a:xfrm>
            <a:off x="335343" y="137196"/>
            <a:ext cx="11429875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o-RO" sz="2000" b="1" dirty="0">
                <a:solidFill>
                  <a:srgbClr val="0000FF"/>
                </a:solidFill>
              </a:rPr>
              <a:t>Aplicație: Ceas digital      </a:t>
            </a:r>
            <a:r>
              <a:rPr lang="en-US" sz="2000" b="1" dirty="0">
                <a:solidFill>
                  <a:srgbClr val="0000FF"/>
                </a:solidFill>
              </a:rPr>
              <a:t> </a:t>
            </a:r>
            <a:endParaRPr lang="ro-RO" sz="2000" b="1" dirty="0">
              <a:solidFill>
                <a:srgbClr val="0000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90837517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>
            <a:extLst>
              <a:ext uri="{FF2B5EF4-FFF2-40B4-BE49-F238E27FC236}">
                <a16:creationId xmlns:a16="http://schemas.microsoft.com/office/drawing/2014/main" id="{ED0061AB-729A-4D12-A028-8B4F238FC2F4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3977" y="1051586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o-RO"/>
          </a:p>
        </p:txBody>
      </p:sp>
      <p:sp>
        <p:nvSpPr>
          <p:cNvPr id="2" name="Dreptunghi 1">
            <a:extLst>
              <a:ext uri="{FF2B5EF4-FFF2-40B4-BE49-F238E27FC236}">
                <a16:creationId xmlns:a16="http://schemas.microsoft.com/office/drawing/2014/main" id="{6254AD42-8A6F-491A-AC8C-43FC734A4684}"/>
              </a:ext>
            </a:extLst>
          </p:cNvPr>
          <p:cNvSpPr/>
          <p:nvPr/>
        </p:nvSpPr>
        <p:spPr>
          <a:xfrm>
            <a:off x="518221" y="685830"/>
            <a:ext cx="325281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o-RO" b="1" i="1" dirty="0">
                <a:solidFill>
                  <a:srgbClr val="0000FF"/>
                </a:solidFill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Divizor cu factorul K=24</a:t>
            </a:r>
            <a:r>
              <a:rPr lang="ro-RO" b="1" i="1" dirty="0">
                <a:solidFill>
                  <a:srgbClr val="0000FF"/>
                </a:solidFill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ro-RO" dirty="0"/>
          </a:p>
        </p:txBody>
      </p:sp>
      <p:pic>
        <p:nvPicPr>
          <p:cNvPr id="5" name="Imagine 4">
            <a:extLst>
              <a:ext uri="{FF2B5EF4-FFF2-40B4-BE49-F238E27FC236}">
                <a16:creationId xmlns:a16="http://schemas.microsoft.com/office/drawing/2014/main" id="{4B72D28D-8338-4546-9FB1-4260989125C4}"/>
              </a:ext>
            </a:extLst>
          </p:cNvPr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2538" y="1234464"/>
            <a:ext cx="10241168" cy="4663389"/>
          </a:xfrm>
          <a:prstGeom prst="rect">
            <a:avLst/>
          </a:prstGeom>
          <a:noFill/>
          <a:ln>
            <a:noFill/>
          </a:ln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8" name="Cerneală 7">
                <a:extLst>
                  <a:ext uri="{FF2B5EF4-FFF2-40B4-BE49-F238E27FC236}">
                    <a16:creationId xmlns:a16="http://schemas.microsoft.com/office/drawing/2014/main" id="{AEC39F8A-75CF-442B-A87D-0EA7E77A4150}"/>
                  </a:ext>
                </a:extLst>
              </p14:cNvPr>
              <p14:cNvContentPartPr/>
              <p14:nvPr/>
            </p14:nvContentPartPr>
            <p14:xfrm>
              <a:off x="3491597" y="1803964"/>
              <a:ext cx="28080" cy="165960"/>
            </p14:xfrm>
          </p:contentPart>
        </mc:Choice>
        <mc:Fallback xmlns="">
          <p:pic>
            <p:nvPicPr>
              <p:cNvPr id="8" name="Cerneală 7">
                <a:extLst>
                  <a:ext uri="{FF2B5EF4-FFF2-40B4-BE49-F238E27FC236}">
                    <a16:creationId xmlns:a16="http://schemas.microsoft.com/office/drawing/2014/main" id="{AEC39F8A-75CF-442B-A87D-0EA7E77A4150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473957" y="1785964"/>
                <a:ext cx="63720" cy="201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11" name="Cerneală 10">
                <a:extLst>
                  <a:ext uri="{FF2B5EF4-FFF2-40B4-BE49-F238E27FC236}">
                    <a16:creationId xmlns:a16="http://schemas.microsoft.com/office/drawing/2014/main" id="{44F56C88-4047-4611-A960-8A1581E2FC6E}"/>
                  </a:ext>
                </a:extLst>
              </p14:cNvPr>
              <p14:cNvContentPartPr/>
              <p14:nvPr/>
            </p14:nvContentPartPr>
            <p14:xfrm>
              <a:off x="3607877" y="1721164"/>
              <a:ext cx="304200" cy="238680"/>
            </p14:xfrm>
          </p:contentPart>
        </mc:Choice>
        <mc:Fallback xmlns="">
          <p:pic>
            <p:nvPicPr>
              <p:cNvPr id="11" name="Cerneală 10">
                <a:extLst>
                  <a:ext uri="{FF2B5EF4-FFF2-40B4-BE49-F238E27FC236}">
                    <a16:creationId xmlns:a16="http://schemas.microsoft.com/office/drawing/2014/main" id="{44F56C88-4047-4611-A960-8A1581E2FC6E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3590237" y="1703524"/>
                <a:ext cx="339840" cy="274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12" name="Cerneală 11">
                <a:extLst>
                  <a:ext uri="{FF2B5EF4-FFF2-40B4-BE49-F238E27FC236}">
                    <a16:creationId xmlns:a16="http://schemas.microsoft.com/office/drawing/2014/main" id="{3FEFD34E-2420-46C0-9221-25A6B79A23C9}"/>
                  </a:ext>
                </a:extLst>
              </p14:cNvPr>
              <p14:cNvContentPartPr/>
              <p14:nvPr/>
            </p14:nvContentPartPr>
            <p14:xfrm>
              <a:off x="3066797" y="1727644"/>
              <a:ext cx="330840" cy="270000"/>
            </p14:xfrm>
          </p:contentPart>
        </mc:Choice>
        <mc:Fallback xmlns="">
          <p:pic>
            <p:nvPicPr>
              <p:cNvPr id="12" name="Cerneală 11">
                <a:extLst>
                  <a:ext uri="{FF2B5EF4-FFF2-40B4-BE49-F238E27FC236}">
                    <a16:creationId xmlns:a16="http://schemas.microsoft.com/office/drawing/2014/main" id="{3FEFD34E-2420-46C0-9221-25A6B79A23C9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3049138" y="1710027"/>
                <a:ext cx="366519" cy="305593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19" name="Cerneală 18">
                <a:extLst>
                  <a:ext uri="{FF2B5EF4-FFF2-40B4-BE49-F238E27FC236}">
                    <a16:creationId xmlns:a16="http://schemas.microsoft.com/office/drawing/2014/main" id="{B8F39E3B-B6C5-4F84-A71A-835782189BA6}"/>
                  </a:ext>
                </a:extLst>
              </p14:cNvPr>
              <p14:cNvContentPartPr/>
              <p14:nvPr/>
            </p14:nvContentPartPr>
            <p14:xfrm>
              <a:off x="9167357" y="2387884"/>
              <a:ext cx="26280" cy="18360"/>
            </p14:xfrm>
          </p:contentPart>
        </mc:Choice>
        <mc:Fallback xmlns="">
          <p:pic>
            <p:nvPicPr>
              <p:cNvPr id="19" name="Cerneală 18">
                <a:extLst>
                  <a:ext uri="{FF2B5EF4-FFF2-40B4-BE49-F238E27FC236}">
                    <a16:creationId xmlns:a16="http://schemas.microsoft.com/office/drawing/2014/main" id="{B8F39E3B-B6C5-4F84-A71A-835782189BA6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9149357" y="2369884"/>
                <a:ext cx="61920" cy="54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20" name="Cerneală 19">
                <a:extLst>
                  <a:ext uri="{FF2B5EF4-FFF2-40B4-BE49-F238E27FC236}">
                    <a16:creationId xmlns:a16="http://schemas.microsoft.com/office/drawing/2014/main" id="{7B6CB7E6-2FB2-4348-9087-33DBEC3A3351}"/>
                  </a:ext>
                </a:extLst>
              </p14:cNvPr>
              <p14:cNvContentPartPr/>
              <p14:nvPr/>
            </p14:nvContentPartPr>
            <p14:xfrm>
              <a:off x="8313077" y="2486164"/>
              <a:ext cx="859680" cy="213480"/>
            </p14:xfrm>
          </p:contentPart>
        </mc:Choice>
        <mc:Fallback xmlns="">
          <p:pic>
            <p:nvPicPr>
              <p:cNvPr id="20" name="Cerneală 19">
                <a:extLst>
                  <a:ext uri="{FF2B5EF4-FFF2-40B4-BE49-F238E27FC236}">
                    <a16:creationId xmlns:a16="http://schemas.microsoft.com/office/drawing/2014/main" id="{7B6CB7E6-2FB2-4348-9087-33DBEC3A3351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8295077" y="2468524"/>
                <a:ext cx="895320" cy="249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">
            <p14:nvContentPartPr>
              <p14:cNvPr id="54" name="Cerneală 53">
                <a:extLst>
                  <a:ext uri="{FF2B5EF4-FFF2-40B4-BE49-F238E27FC236}">
                    <a16:creationId xmlns:a16="http://schemas.microsoft.com/office/drawing/2014/main" id="{9741BF27-ADCC-4262-8926-59760A8F4D53}"/>
                  </a:ext>
                </a:extLst>
              </p14:cNvPr>
              <p14:cNvContentPartPr/>
              <p14:nvPr/>
            </p14:nvContentPartPr>
            <p14:xfrm>
              <a:off x="3233117" y="4333324"/>
              <a:ext cx="1295280" cy="1243080"/>
            </p14:xfrm>
          </p:contentPart>
        </mc:Choice>
        <mc:Fallback xmlns="">
          <p:pic>
            <p:nvPicPr>
              <p:cNvPr id="54" name="Cerneală 53">
                <a:extLst>
                  <a:ext uri="{FF2B5EF4-FFF2-40B4-BE49-F238E27FC236}">
                    <a16:creationId xmlns:a16="http://schemas.microsoft.com/office/drawing/2014/main" id="{9741BF27-ADCC-4262-8926-59760A8F4D53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3215122" y="4315324"/>
                <a:ext cx="1330910" cy="1278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">
            <p14:nvContentPartPr>
              <p14:cNvPr id="65" name="Cerneală 64">
                <a:extLst>
                  <a:ext uri="{FF2B5EF4-FFF2-40B4-BE49-F238E27FC236}">
                    <a16:creationId xmlns:a16="http://schemas.microsoft.com/office/drawing/2014/main" id="{904D601B-695A-47AF-A99B-A56BB53FDD34}"/>
                  </a:ext>
                </a:extLst>
              </p14:cNvPr>
              <p14:cNvContentPartPr/>
              <p14:nvPr/>
            </p14:nvContentPartPr>
            <p14:xfrm>
              <a:off x="1139717" y="4162684"/>
              <a:ext cx="1627920" cy="1476720"/>
            </p14:xfrm>
          </p:contentPart>
        </mc:Choice>
        <mc:Fallback xmlns="">
          <p:pic>
            <p:nvPicPr>
              <p:cNvPr id="65" name="Cerneală 64">
                <a:extLst>
                  <a:ext uri="{FF2B5EF4-FFF2-40B4-BE49-F238E27FC236}">
                    <a16:creationId xmlns:a16="http://schemas.microsoft.com/office/drawing/2014/main" id="{904D601B-695A-47AF-A99B-A56BB53FDD34}"/>
                  </a:ext>
                </a:extLst>
              </p:cNvPr>
              <p:cNvPicPr/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1121721" y="4144684"/>
                <a:ext cx="1663552" cy="1512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">
            <p14:nvContentPartPr>
              <p14:cNvPr id="82" name="Cerneală 81">
                <a:extLst>
                  <a:ext uri="{FF2B5EF4-FFF2-40B4-BE49-F238E27FC236}">
                    <a16:creationId xmlns:a16="http://schemas.microsoft.com/office/drawing/2014/main" id="{816EA3F7-FAEC-45A1-8F11-67B6C9D53426}"/>
                  </a:ext>
                </a:extLst>
              </p14:cNvPr>
              <p14:cNvContentPartPr/>
              <p14:nvPr/>
            </p14:nvContentPartPr>
            <p14:xfrm>
              <a:off x="9459677" y="5348524"/>
              <a:ext cx="28440" cy="68760"/>
            </p14:xfrm>
          </p:contentPart>
        </mc:Choice>
        <mc:Fallback xmlns="">
          <p:pic>
            <p:nvPicPr>
              <p:cNvPr id="82" name="Cerneală 81">
                <a:extLst>
                  <a:ext uri="{FF2B5EF4-FFF2-40B4-BE49-F238E27FC236}">
                    <a16:creationId xmlns:a16="http://schemas.microsoft.com/office/drawing/2014/main" id="{816EA3F7-FAEC-45A1-8F11-67B6C9D53426}"/>
                  </a:ext>
                </a:extLst>
              </p:cNvPr>
              <p:cNvPicPr/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9442037" y="5330884"/>
                <a:ext cx="64080" cy="104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">
            <p14:nvContentPartPr>
              <p14:cNvPr id="83" name="Cerneală 82">
                <a:extLst>
                  <a:ext uri="{FF2B5EF4-FFF2-40B4-BE49-F238E27FC236}">
                    <a16:creationId xmlns:a16="http://schemas.microsoft.com/office/drawing/2014/main" id="{09A03B72-A99E-4CCC-993E-2D6214EDC990}"/>
                  </a:ext>
                </a:extLst>
              </p14:cNvPr>
              <p14:cNvContentPartPr/>
              <p14:nvPr/>
            </p14:nvContentPartPr>
            <p14:xfrm>
              <a:off x="8686397" y="5525284"/>
              <a:ext cx="880560" cy="243360"/>
            </p14:xfrm>
          </p:contentPart>
        </mc:Choice>
        <mc:Fallback xmlns="">
          <p:pic>
            <p:nvPicPr>
              <p:cNvPr id="83" name="Cerneală 82">
                <a:extLst>
                  <a:ext uri="{FF2B5EF4-FFF2-40B4-BE49-F238E27FC236}">
                    <a16:creationId xmlns:a16="http://schemas.microsoft.com/office/drawing/2014/main" id="{09A03B72-A99E-4CCC-993E-2D6214EDC990}"/>
                  </a:ext>
                </a:extLst>
              </p:cNvPr>
              <p:cNvPicPr/>
              <p:nvPr/>
            </p:nvPicPr>
            <p:blipFill>
              <a:blip r:embed="rId20"/>
              <a:stretch>
                <a:fillRect/>
              </a:stretch>
            </p:blipFill>
            <p:spPr>
              <a:xfrm>
                <a:off x="8668750" y="5507644"/>
                <a:ext cx="916215" cy="279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">
            <p14:nvContentPartPr>
              <p14:cNvPr id="84" name="Cerneală 83">
                <a:extLst>
                  <a:ext uri="{FF2B5EF4-FFF2-40B4-BE49-F238E27FC236}">
                    <a16:creationId xmlns:a16="http://schemas.microsoft.com/office/drawing/2014/main" id="{92E2FD74-AF34-4C51-9A93-B4CE31C65643}"/>
                  </a:ext>
                </a:extLst>
              </p14:cNvPr>
              <p14:cNvContentPartPr/>
              <p14:nvPr/>
            </p14:nvContentPartPr>
            <p14:xfrm>
              <a:off x="5594357" y="4301284"/>
              <a:ext cx="2862360" cy="1466280"/>
            </p14:xfrm>
          </p:contentPart>
        </mc:Choice>
        <mc:Fallback xmlns="">
          <p:pic>
            <p:nvPicPr>
              <p:cNvPr id="84" name="Cerneală 83">
                <a:extLst>
                  <a:ext uri="{FF2B5EF4-FFF2-40B4-BE49-F238E27FC236}">
                    <a16:creationId xmlns:a16="http://schemas.microsoft.com/office/drawing/2014/main" id="{92E2FD74-AF34-4C51-9A93-B4CE31C65643}"/>
                  </a:ext>
                </a:extLst>
              </p:cNvPr>
              <p:cNvPicPr/>
              <p:nvPr/>
            </p:nvPicPr>
            <p:blipFill>
              <a:blip r:embed="rId22"/>
              <a:stretch>
                <a:fillRect/>
              </a:stretch>
            </p:blipFill>
            <p:spPr>
              <a:xfrm>
                <a:off x="5576357" y="4283284"/>
                <a:ext cx="2898000" cy="1501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3">
            <p14:nvContentPartPr>
              <p14:cNvPr id="86" name="Cerneală 85">
                <a:extLst>
                  <a:ext uri="{FF2B5EF4-FFF2-40B4-BE49-F238E27FC236}">
                    <a16:creationId xmlns:a16="http://schemas.microsoft.com/office/drawing/2014/main" id="{94EFFDE3-943D-4D6B-A4B6-CA17D4D3F8D9}"/>
                  </a:ext>
                </a:extLst>
              </p14:cNvPr>
              <p14:cNvContentPartPr/>
              <p14:nvPr/>
            </p14:nvContentPartPr>
            <p14:xfrm>
              <a:off x="4769597" y="2821684"/>
              <a:ext cx="854640" cy="187200"/>
            </p14:xfrm>
          </p:contentPart>
        </mc:Choice>
        <mc:Fallback xmlns="">
          <p:pic>
            <p:nvPicPr>
              <p:cNvPr id="86" name="Cerneală 85">
                <a:extLst>
                  <a:ext uri="{FF2B5EF4-FFF2-40B4-BE49-F238E27FC236}">
                    <a16:creationId xmlns:a16="http://schemas.microsoft.com/office/drawing/2014/main" id="{94EFFDE3-943D-4D6B-A4B6-CA17D4D3F8D9}"/>
                  </a:ext>
                </a:extLst>
              </p:cNvPr>
              <p:cNvPicPr/>
              <p:nvPr/>
            </p:nvPicPr>
            <p:blipFill>
              <a:blip r:embed="rId24"/>
              <a:stretch>
                <a:fillRect/>
              </a:stretch>
            </p:blipFill>
            <p:spPr>
              <a:xfrm>
                <a:off x="4751597" y="2803684"/>
                <a:ext cx="890280" cy="222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5">
            <p14:nvContentPartPr>
              <p14:cNvPr id="89" name="Cerneală 88">
                <a:extLst>
                  <a:ext uri="{FF2B5EF4-FFF2-40B4-BE49-F238E27FC236}">
                    <a16:creationId xmlns:a16="http://schemas.microsoft.com/office/drawing/2014/main" id="{D5E4FD0D-C400-42BF-9688-09959F61283B}"/>
                  </a:ext>
                </a:extLst>
              </p14:cNvPr>
              <p14:cNvContentPartPr/>
              <p14:nvPr/>
            </p14:nvContentPartPr>
            <p14:xfrm>
              <a:off x="5540717" y="894604"/>
              <a:ext cx="766440" cy="1833840"/>
            </p14:xfrm>
          </p:contentPart>
        </mc:Choice>
        <mc:Fallback xmlns="">
          <p:pic>
            <p:nvPicPr>
              <p:cNvPr id="89" name="Cerneală 88">
                <a:extLst>
                  <a:ext uri="{FF2B5EF4-FFF2-40B4-BE49-F238E27FC236}">
                    <a16:creationId xmlns:a16="http://schemas.microsoft.com/office/drawing/2014/main" id="{D5E4FD0D-C400-42BF-9688-09959F61283B}"/>
                  </a:ext>
                </a:extLst>
              </p:cNvPr>
              <p:cNvPicPr/>
              <p:nvPr/>
            </p:nvPicPr>
            <p:blipFill>
              <a:blip r:embed="rId26"/>
              <a:stretch>
                <a:fillRect/>
              </a:stretch>
            </p:blipFill>
            <p:spPr>
              <a:xfrm>
                <a:off x="5523085" y="876604"/>
                <a:ext cx="802063" cy="1869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7">
            <p14:nvContentPartPr>
              <p14:cNvPr id="90" name="Cerneală 89">
                <a:extLst>
                  <a:ext uri="{FF2B5EF4-FFF2-40B4-BE49-F238E27FC236}">
                    <a16:creationId xmlns:a16="http://schemas.microsoft.com/office/drawing/2014/main" id="{505A1119-B367-44EC-B451-53A4E7B3AEA1}"/>
                  </a:ext>
                </a:extLst>
              </p14:cNvPr>
              <p14:cNvContentPartPr/>
              <p14:nvPr/>
            </p14:nvContentPartPr>
            <p14:xfrm>
              <a:off x="6445397" y="633604"/>
              <a:ext cx="95040" cy="362520"/>
            </p14:xfrm>
          </p:contentPart>
        </mc:Choice>
        <mc:Fallback xmlns="">
          <p:pic>
            <p:nvPicPr>
              <p:cNvPr id="90" name="Cerneală 89">
                <a:extLst>
                  <a:ext uri="{FF2B5EF4-FFF2-40B4-BE49-F238E27FC236}">
                    <a16:creationId xmlns:a16="http://schemas.microsoft.com/office/drawing/2014/main" id="{505A1119-B367-44EC-B451-53A4E7B3AEA1}"/>
                  </a:ext>
                </a:extLst>
              </p:cNvPr>
              <p:cNvPicPr/>
              <p:nvPr/>
            </p:nvPicPr>
            <p:blipFill>
              <a:blip r:embed="rId28"/>
              <a:stretch>
                <a:fillRect/>
              </a:stretch>
            </p:blipFill>
            <p:spPr>
              <a:xfrm>
                <a:off x="6427397" y="615964"/>
                <a:ext cx="130680" cy="398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9">
            <p14:nvContentPartPr>
              <p14:cNvPr id="97" name="Cerneală 96">
                <a:extLst>
                  <a:ext uri="{FF2B5EF4-FFF2-40B4-BE49-F238E27FC236}">
                    <a16:creationId xmlns:a16="http://schemas.microsoft.com/office/drawing/2014/main" id="{9F7B85CA-A41F-4A49-A7CB-9F13B2323631}"/>
                  </a:ext>
                </a:extLst>
              </p14:cNvPr>
              <p14:cNvContentPartPr/>
              <p14:nvPr/>
            </p14:nvContentPartPr>
            <p14:xfrm>
              <a:off x="7599917" y="431284"/>
              <a:ext cx="5760" cy="1440"/>
            </p14:xfrm>
          </p:contentPart>
        </mc:Choice>
        <mc:Fallback xmlns="">
          <p:pic>
            <p:nvPicPr>
              <p:cNvPr id="97" name="Cerneală 96">
                <a:extLst>
                  <a:ext uri="{FF2B5EF4-FFF2-40B4-BE49-F238E27FC236}">
                    <a16:creationId xmlns:a16="http://schemas.microsoft.com/office/drawing/2014/main" id="{9F7B85CA-A41F-4A49-A7CB-9F13B2323631}"/>
                  </a:ext>
                </a:extLst>
              </p:cNvPr>
              <p:cNvPicPr/>
              <p:nvPr/>
            </p:nvPicPr>
            <p:blipFill>
              <a:blip r:embed="rId30"/>
              <a:stretch>
                <a:fillRect/>
              </a:stretch>
            </p:blipFill>
            <p:spPr>
              <a:xfrm>
                <a:off x="7581917" y="413284"/>
                <a:ext cx="41400" cy="37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1">
            <p14:nvContentPartPr>
              <p14:cNvPr id="113" name="Cerneală 112">
                <a:extLst>
                  <a:ext uri="{FF2B5EF4-FFF2-40B4-BE49-F238E27FC236}">
                    <a16:creationId xmlns:a16="http://schemas.microsoft.com/office/drawing/2014/main" id="{A4748626-83E3-4414-AB8B-C7738C54E654}"/>
                  </a:ext>
                </a:extLst>
              </p14:cNvPr>
              <p14:cNvContentPartPr/>
              <p14:nvPr/>
            </p14:nvContentPartPr>
            <p14:xfrm>
              <a:off x="6727997" y="505804"/>
              <a:ext cx="1055520" cy="733680"/>
            </p14:xfrm>
          </p:contentPart>
        </mc:Choice>
        <mc:Fallback xmlns="">
          <p:pic>
            <p:nvPicPr>
              <p:cNvPr id="113" name="Cerneală 112">
                <a:extLst>
                  <a:ext uri="{FF2B5EF4-FFF2-40B4-BE49-F238E27FC236}">
                    <a16:creationId xmlns:a16="http://schemas.microsoft.com/office/drawing/2014/main" id="{A4748626-83E3-4414-AB8B-C7738C54E654}"/>
                  </a:ext>
                </a:extLst>
              </p:cNvPr>
              <p:cNvPicPr/>
              <p:nvPr/>
            </p:nvPicPr>
            <p:blipFill>
              <a:blip r:embed="rId32"/>
              <a:stretch>
                <a:fillRect/>
              </a:stretch>
            </p:blipFill>
            <p:spPr>
              <a:xfrm>
                <a:off x="6709997" y="488155"/>
                <a:ext cx="1091160" cy="769337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3">
            <p14:nvContentPartPr>
              <p14:cNvPr id="114" name="Cerneală 113">
                <a:extLst>
                  <a:ext uri="{FF2B5EF4-FFF2-40B4-BE49-F238E27FC236}">
                    <a16:creationId xmlns:a16="http://schemas.microsoft.com/office/drawing/2014/main" id="{C6EFB2D5-1877-4896-B6C0-A6313BD3FC6F}"/>
                  </a:ext>
                </a:extLst>
              </p14:cNvPr>
              <p14:cNvContentPartPr/>
              <p14:nvPr/>
            </p14:nvContentPartPr>
            <p14:xfrm>
              <a:off x="7981877" y="239044"/>
              <a:ext cx="316800" cy="560520"/>
            </p14:xfrm>
          </p:contentPart>
        </mc:Choice>
        <mc:Fallback xmlns="">
          <p:pic>
            <p:nvPicPr>
              <p:cNvPr id="114" name="Cerneală 113">
                <a:extLst>
                  <a:ext uri="{FF2B5EF4-FFF2-40B4-BE49-F238E27FC236}">
                    <a16:creationId xmlns:a16="http://schemas.microsoft.com/office/drawing/2014/main" id="{C6EFB2D5-1877-4896-B6C0-A6313BD3FC6F}"/>
                  </a:ext>
                </a:extLst>
              </p:cNvPr>
              <p:cNvPicPr/>
              <p:nvPr/>
            </p:nvPicPr>
            <p:blipFill>
              <a:blip r:embed="rId34"/>
              <a:stretch>
                <a:fillRect/>
              </a:stretch>
            </p:blipFill>
            <p:spPr>
              <a:xfrm>
                <a:off x="7964237" y="221404"/>
                <a:ext cx="352440" cy="596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5">
            <p14:nvContentPartPr>
              <p14:cNvPr id="134" name="Cerneală 133">
                <a:extLst>
                  <a:ext uri="{FF2B5EF4-FFF2-40B4-BE49-F238E27FC236}">
                    <a16:creationId xmlns:a16="http://schemas.microsoft.com/office/drawing/2014/main" id="{8217A437-9A9C-4143-AB81-FE0889C9C085}"/>
                  </a:ext>
                </a:extLst>
              </p14:cNvPr>
              <p14:cNvContentPartPr/>
              <p14:nvPr/>
            </p14:nvContentPartPr>
            <p14:xfrm>
              <a:off x="9894557" y="326524"/>
              <a:ext cx="1894320" cy="2814120"/>
            </p14:xfrm>
          </p:contentPart>
        </mc:Choice>
        <mc:Fallback xmlns="">
          <p:pic>
            <p:nvPicPr>
              <p:cNvPr id="134" name="Cerneală 133">
                <a:extLst>
                  <a:ext uri="{FF2B5EF4-FFF2-40B4-BE49-F238E27FC236}">
                    <a16:creationId xmlns:a16="http://schemas.microsoft.com/office/drawing/2014/main" id="{8217A437-9A9C-4143-AB81-FE0889C9C085}"/>
                  </a:ext>
                </a:extLst>
              </p:cNvPr>
              <p:cNvPicPr/>
              <p:nvPr/>
            </p:nvPicPr>
            <p:blipFill>
              <a:blip r:embed="rId36"/>
              <a:stretch>
                <a:fillRect/>
              </a:stretch>
            </p:blipFill>
            <p:spPr>
              <a:xfrm>
                <a:off x="9876914" y="308524"/>
                <a:ext cx="1929967" cy="2849760"/>
              </a:xfrm>
              <a:prstGeom prst="rect">
                <a:avLst/>
              </a:prstGeom>
            </p:spPr>
          </p:pic>
        </mc:Fallback>
      </mc:AlternateContent>
      <p:sp>
        <p:nvSpPr>
          <p:cNvPr id="22" name="Dreptunghi 21">
            <a:extLst>
              <a:ext uri="{FF2B5EF4-FFF2-40B4-BE49-F238E27FC236}">
                <a16:creationId xmlns:a16="http://schemas.microsoft.com/office/drawing/2014/main" id="{B667CC7A-0ECD-4B27-99C0-F1864491BFA9}"/>
              </a:ext>
            </a:extLst>
          </p:cNvPr>
          <p:cNvSpPr/>
          <p:nvPr/>
        </p:nvSpPr>
        <p:spPr>
          <a:xfrm>
            <a:off x="335343" y="137196"/>
            <a:ext cx="11429875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o-RO" sz="2000" b="1" dirty="0">
                <a:solidFill>
                  <a:srgbClr val="0000FF"/>
                </a:solidFill>
              </a:rPr>
              <a:t>Aplicație: Ceas digital      </a:t>
            </a:r>
            <a:r>
              <a:rPr lang="en-US" sz="2000" b="1" dirty="0">
                <a:solidFill>
                  <a:srgbClr val="0000FF"/>
                </a:solidFill>
              </a:rPr>
              <a:t> </a:t>
            </a:r>
            <a:endParaRPr lang="ro-RO" sz="2000" b="1" dirty="0">
              <a:solidFill>
                <a:srgbClr val="0000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91152957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>
            <a:extLst>
              <a:ext uri="{FF2B5EF4-FFF2-40B4-BE49-F238E27FC236}">
                <a16:creationId xmlns:a16="http://schemas.microsoft.com/office/drawing/2014/main" id="{ED0061AB-729A-4D12-A028-8B4F238FC2F4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3977" y="1051586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o-RO"/>
          </a:p>
        </p:txBody>
      </p:sp>
      <p:sp>
        <p:nvSpPr>
          <p:cNvPr id="2" name="Dreptunghi 1">
            <a:extLst>
              <a:ext uri="{FF2B5EF4-FFF2-40B4-BE49-F238E27FC236}">
                <a16:creationId xmlns:a16="http://schemas.microsoft.com/office/drawing/2014/main" id="{6254AD42-8A6F-491A-AC8C-43FC734A4684}"/>
              </a:ext>
            </a:extLst>
          </p:cNvPr>
          <p:cNvSpPr/>
          <p:nvPr/>
        </p:nvSpPr>
        <p:spPr>
          <a:xfrm>
            <a:off x="518221" y="594391"/>
            <a:ext cx="455124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o-RO" b="1" i="1" dirty="0">
                <a:solidFill>
                  <a:srgbClr val="0000FF"/>
                </a:solidFill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Schema finală a ceasului electronic </a:t>
            </a:r>
            <a:r>
              <a:rPr lang="ro-RO" b="1" i="1" dirty="0">
                <a:solidFill>
                  <a:srgbClr val="0000FF"/>
                </a:solidFill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ro-RO" dirty="0"/>
          </a:p>
        </p:txBody>
      </p:sp>
      <p:pic>
        <p:nvPicPr>
          <p:cNvPr id="5" name="Imagine 4">
            <a:extLst>
              <a:ext uri="{FF2B5EF4-FFF2-40B4-BE49-F238E27FC236}">
                <a16:creationId xmlns:a16="http://schemas.microsoft.com/office/drawing/2014/main" id="{A8819309-395D-425D-A94E-F25E661742A2}"/>
              </a:ext>
            </a:extLst>
          </p:cNvPr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5343" y="1143025"/>
            <a:ext cx="11612753" cy="5212023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Dreptunghi 5">
            <a:extLst>
              <a:ext uri="{FF2B5EF4-FFF2-40B4-BE49-F238E27FC236}">
                <a16:creationId xmlns:a16="http://schemas.microsoft.com/office/drawing/2014/main" id="{ADBD1B5B-D8F2-40AC-BA06-7A4D22FCC31F}"/>
              </a:ext>
            </a:extLst>
          </p:cNvPr>
          <p:cNvSpPr/>
          <p:nvPr/>
        </p:nvSpPr>
        <p:spPr>
          <a:xfrm>
            <a:off x="335343" y="137196"/>
            <a:ext cx="11429875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o-RO" sz="2000" b="1" dirty="0">
                <a:solidFill>
                  <a:srgbClr val="0000FF"/>
                </a:solidFill>
              </a:rPr>
              <a:t>Aplicație: Ceas digital      </a:t>
            </a:r>
            <a:r>
              <a:rPr lang="en-US" sz="2000" b="1" dirty="0">
                <a:solidFill>
                  <a:srgbClr val="0000FF"/>
                </a:solidFill>
              </a:rPr>
              <a:t> </a:t>
            </a:r>
            <a:endParaRPr lang="ro-RO" sz="2000" b="1" dirty="0">
              <a:solidFill>
                <a:srgbClr val="0000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58686633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>
            <a:extLst>
              <a:ext uri="{FF2B5EF4-FFF2-40B4-BE49-F238E27FC236}">
                <a16:creationId xmlns:a16="http://schemas.microsoft.com/office/drawing/2014/main" id="{ED0061AB-729A-4D12-A028-8B4F238FC2F4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3977" y="1051586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o-RO"/>
          </a:p>
        </p:txBody>
      </p:sp>
      <p:sp>
        <p:nvSpPr>
          <p:cNvPr id="2" name="Dreptunghi 1">
            <a:extLst>
              <a:ext uri="{FF2B5EF4-FFF2-40B4-BE49-F238E27FC236}">
                <a16:creationId xmlns:a16="http://schemas.microsoft.com/office/drawing/2014/main" id="{6254AD42-8A6F-491A-AC8C-43FC734A4684}"/>
              </a:ext>
            </a:extLst>
          </p:cNvPr>
          <p:cNvSpPr/>
          <p:nvPr/>
        </p:nvSpPr>
        <p:spPr>
          <a:xfrm>
            <a:off x="335343" y="1234464"/>
            <a:ext cx="597150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o-RO" b="1" i="1" dirty="0">
                <a:solidFill>
                  <a:srgbClr val="0000FF"/>
                </a:solidFill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Schema ceasului – folosind conceptul de MACRO</a:t>
            </a:r>
            <a:endParaRPr lang="ro-RO" dirty="0"/>
          </a:p>
        </p:txBody>
      </p:sp>
      <p:pic>
        <p:nvPicPr>
          <p:cNvPr id="6" name="Imagine 5">
            <a:extLst>
              <a:ext uri="{FF2B5EF4-FFF2-40B4-BE49-F238E27FC236}">
                <a16:creationId xmlns:a16="http://schemas.microsoft.com/office/drawing/2014/main" id="{17EA9D6D-22F5-4913-BA22-F0EC36D324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5343" y="1783098"/>
            <a:ext cx="11490901" cy="4022531"/>
          </a:xfrm>
          <a:prstGeom prst="rect">
            <a:avLst/>
          </a:prstGeom>
        </p:spPr>
      </p:pic>
      <p:sp>
        <p:nvSpPr>
          <p:cNvPr id="61" name="Dreptunghi 60">
            <a:extLst>
              <a:ext uri="{FF2B5EF4-FFF2-40B4-BE49-F238E27FC236}">
                <a16:creationId xmlns:a16="http://schemas.microsoft.com/office/drawing/2014/main" id="{212FDEB9-BA6B-4B8A-9740-E5FC1B001F0B}"/>
              </a:ext>
            </a:extLst>
          </p:cNvPr>
          <p:cNvSpPr/>
          <p:nvPr/>
        </p:nvSpPr>
        <p:spPr>
          <a:xfrm>
            <a:off x="335343" y="137196"/>
            <a:ext cx="11429875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o-RO" sz="2000" b="1" dirty="0">
                <a:solidFill>
                  <a:srgbClr val="0000FF"/>
                </a:solidFill>
              </a:rPr>
              <a:t>Aplicație: Ceas digital      </a:t>
            </a:r>
            <a:r>
              <a:rPr lang="en-US" sz="2000" b="1" dirty="0">
                <a:solidFill>
                  <a:srgbClr val="0000FF"/>
                </a:solidFill>
              </a:rPr>
              <a:t> </a:t>
            </a:r>
            <a:endParaRPr lang="ro-RO" sz="2000" b="1" dirty="0">
              <a:solidFill>
                <a:srgbClr val="0000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91401462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ine 1">
            <a:extLst>
              <a:ext uri="{FF2B5EF4-FFF2-40B4-BE49-F238E27FC236}">
                <a16:creationId xmlns:a16="http://schemas.microsoft.com/office/drawing/2014/main" id="{1525B2D7-115B-4957-971E-B7A3182751D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6782" y="2057415"/>
            <a:ext cx="10759389" cy="4314126"/>
          </a:xfrm>
          <a:prstGeom prst="rect">
            <a:avLst/>
          </a:prstGeom>
        </p:spPr>
      </p:pic>
      <p:sp>
        <p:nvSpPr>
          <p:cNvPr id="3" name="Dreptunghi 2">
            <a:extLst>
              <a:ext uri="{FF2B5EF4-FFF2-40B4-BE49-F238E27FC236}">
                <a16:creationId xmlns:a16="http://schemas.microsoft.com/office/drawing/2014/main" id="{AFE12967-3F94-4312-BE05-F5D5FE2FD58A}"/>
              </a:ext>
            </a:extLst>
          </p:cNvPr>
          <p:cNvSpPr/>
          <p:nvPr/>
        </p:nvSpPr>
        <p:spPr>
          <a:xfrm>
            <a:off x="335343" y="1234464"/>
            <a:ext cx="831670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o-RO" b="1" i="1" dirty="0">
                <a:solidFill>
                  <a:srgbClr val="0000FF"/>
                </a:solidFill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Schema ceasului – folosind conceptul de MACRO și conceptul de BUS</a:t>
            </a:r>
            <a:endParaRPr lang="ro-RO" dirty="0"/>
          </a:p>
        </p:txBody>
      </p:sp>
      <p:sp>
        <p:nvSpPr>
          <p:cNvPr id="4" name="Dreptunghi 3">
            <a:extLst>
              <a:ext uri="{FF2B5EF4-FFF2-40B4-BE49-F238E27FC236}">
                <a16:creationId xmlns:a16="http://schemas.microsoft.com/office/drawing/2014/main" id="{5604E111-6650-4D27-8542-1FD58F7932A5}"/>
              </a:ext>
            </a:extLst>
          </p:cNvPr>
          <p:cNvSpPr/>
          <p:nvPr/>
        </p:nvSpPr>
        <p:spPr>
          <a:xfrm>
            <a:off x="335343" y="137196"/>
            <a:ext cx="11429875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o-RO" sz="2000" b="1" dirty="0">
                <a:solidFill>
                  <a:srgbClr val="0000FF"/>
                </a:solidFill>
              </a:rPr>
              <a:t>Aplicație: Ceas digital      </a:t>
            </a:r>
            <a:r>
              <a:rPr lang="en-US" sz="2000" b="1" dirty="0">
                <a:solidFill>
                  <a:srgbClr val="0000FF"/>
                </a:solidFill>
              </a:rPr>
              <a:t> </a:t>
            </a:r>
            <a:endParaRPr lang="ro-RO" sz="2000" b="1" dirty="0">
              <a:solidFill>
                <a:srgbClr val="0000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83722799"/>
      </p:ext>
    </p:extLst>
  </p:cSld>
  <p:clrMapOvr>
    <a:masterClrMapping/>
  </p:clrMapOvr>
</p:sld>
</file>

<file path=ppt/theme/theme1.xml><?xml version="1.0" encoding="utf-8"?>
<a:theme xmlns:a="http://schemas.openxmlformats.org/drawingml/2006/main" name="Temă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ă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4618</TotalTime>
  <Words>1042</Words>
  <Application>Microsoft Office PowerPoint</Application>
  <PresentationFormat>Ecran lat</PresentationFormat>
  <Paragraphs>157</Paragraphs>
  <Slides>50</Slides>
  <Notes>0</Notes>
  <HiddenSlides>0</HiddenSlides>
  <MMClips>0</MMClips>
  <ScaleCrop>false</ScaleCrop>
  <HeadingPairs>
    <vt:vector size="6" baseType="variant">
      <vt:variant>
        <vt:lpstr>Fonturi utilizate</vt:lpstr>
      </vt:variant>
      <vt:variant>
        <vt:i4>7</vt:i4>
      </vt:variant>
      <vt:variant>
        <vt:lpstr>Temă</vt:lpstr>
      </vt:variant>
      <vt:variant>
        <vt:i4>1</vt:i4>
      </vt:variant>
      <vt:variant>
        <vt:lpstr>Titluri diapozitive</vt:lpstr>
      </vt:variant>
      <vt:variant>
        <vt:i4>50</vt:i4>
      </vt:variant>
    </vt:vector>
  </HeadingPairs>
  <TitlesOfParts>
    <vt:vector size="58" baseType="lpstr">
      <vt:lpstr>Arial</vt:lpstr>
      <vt:lpstr>Calibri</vt:lpstr>
      <vt:lpstr>Calibri Light</vt:lpstr>
      <vt:lpstr>Courier New</vt:lpstr>
      <vt:lpstr>Symbol</vt:lpstr>
      <vt:lpstr>Tahoma</vt:lpstr>
      <vt:lpstr>Times New Roman</vt:lpstr>
      <vt:lpstr>Temă Office</vt:lpstr>
      <vt:lpstr>Prezentare PowerPoint</vt:lpstr>
      <vt:lpstr>Prezentare PowerPoint</vt:lpstr>
      <vt:lpstr>Prezentare PowerPoint</vt:lpstr>
      <vt:lpstr>Prezentare PowerPoint</vt:lpstr>
      <vt:lpstr>Prezentare PowerPoint</vt:lpstr>
      <vt:lpstr>Prezentare PowerPoint</vt:lpstr>
      <vt:lpstr>Prezentare PowerPoint</vt:lpstr>
      <vt:lpstr>Prezentare PowerPoint</vt:lpstr>
      <vt:lpstr>Prezentare PowerPoint</vt:lpstr>
      <vt:lpstr>Prezentare PowerPoint</vt:lpstr>
      <vt:lpstr>Prezentare PowerPoint</vt:lpstr>
      <vt:lpstr>Prezentare PowerPoint</vt:lpstr>
      <vt:lpstr>Prezentare PowerPoint</vt:lpstr>
      <vt:lpstr>Prezentare PowerPoint</vt:lpstr>
      <vt:lpstr>Prezentare PowerPoint</vt:lpstr>
      <vt:lpstr>Prezentare PowerPoint</vt:lpstr>
      <vt:lpstr>Prezentare PowerPoint</vt:lpstr>
      <vt:lpstr>Prezentare PowerPoint</vt:lpstr>
      <vt:lpstr>Prezentare PowerPoint</vt:lpstr>
      <vt:lpstr>Prezentare PowerPoint</vt:lpstr>
      <vt:lpstr>Prezentare PowerPoint</vt:lpstr>
      <vt:lpstr>Prezentare PowerPoint</vt:lpstr>
      <vt:lpstr>Prezentare PowerPoint</vt:lpstr>
      <vt:lpstr>Prezentare PowerPoint</vt:lpstr>
      <vt:lpstr>Prezentare PowerPoint</vt:lpstr>
      <vt:lpstr>Prezentare PowerPoint</vt:lpstr>
      <vt:lpstr>Prezentare PowerPoint</vt:lpstr>
      <vt:lpstr>Prezentare PowerPoint</vt:lpstr>
      <vt:lpstr>Prezentare PowerPoint</vt:lpstr>
      <vt:lpstr>Prezentare PowerPoint</vt:lpstr>
      <vt:lpstr>Prezentare PowerPoint</vt:lpstr>
      <vt:lpstr>Prezentare PowerPoint</vt:lpstr>
      <vt:lpstr>Prezentare PowerPoint</vt:lpstr>
      <vt:lpstr>Prezentare PowerPoint</vt:lpstr>
      <vt:lpstr>Prezentare PowerPoint</vt:lpstr>
      <vt:lpstr>Prezentare PowerPoint</vt:lpstr>
      <vt:lpstr>Prezentare PowerPoint</vt:lpstr>
      <vt:lpstr>Prezentare PowerPoint</vt:lpstr>
      <vt:lpstr>Prezentare PowerPoint</vt:lpstr>
      <vt:lpstr>Prezentare PowerPoint</vt:lpstr>
      <vt:lpstr>Prezentare PowerPoint</vt:lpstr>
      <vt:lpstr>Prezentare PowerPoint</vt:lpstr>
      <vt:lpstr>Prezentare PowerPoint</vt:lpstr>
      <vt:lpstr>Prezentare PowerPoint</vt:lpstr>
      <vt:lpstr>Prezentare PowerPoint</vt:lpstr>
      <vt:lpstr>Prezentare PowerPoint</vt:lpstr>
      <vt:lpstr>Prezentare PowerPoint</vt:lpstr>
      <vt:lpstr>Prezentare PowerPoint</vt:lpstr>
      <vt:lpstr>Prezentare PowerPoint</vt:lpstr>
      <vt:lpstr>Prezentare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Prezentare PowerPoint</dc:title>
  <dc:creator>Ionel Bostan</dc:creator>
  <cp:lastModifiedBy>Ionel Bostan</cp:lastModifiedBy>
  <cp:revision>281</cp:revision>
  <dcterms:created xsi:type="dcterms:W3CDTF">2020-09-24T15:20:51Z</dcterms:created>
  <dcterms:modified xsi:type="dcterms:W3CDTF">2024-11-14T10:25:47Z</dcterms:modified>
</cp:coreProperties>
</file>