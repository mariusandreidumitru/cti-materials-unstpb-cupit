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495" r:id="rId2"/>
    <p:sldId id="389" r:id="rId3"/>
    <p:sldId id="405" r:id="rId4"/>
    <p:sldId id="406" r:id="rId5"/>
    <p:sldId id="501" r:id="rId6"/>
    <p:sldId id="498" r:id="rId7"/>
    <p:sldId id="419" r:id="rId8"/>
    <p:sldId id="420" r:id="rId9"/>
    <p:sldId id="421" r:id="rId10"/>
    <p:sldId id="505" r:id="rId11"/>
    <p:sldId id="423" r:id="rId12"/>
    <p:sldId id="424" r:id="rId13"/>
    <p:sldId id="425" r:id="rId14"/>
    <p:sldId id="436" r:id="rId15"/>
    <p:sldId id="437" r:id="rId16"/>
    <p:sldId id="438" r:id="rId17"/>
    <p:sldId id="439" r:id="rId18"/>
    <p:sldId id="440" r:id="rId19"/>
    <p:sldId id="426" r:id="rId20"/>
    <p:sldId id="427" r:id="rId21"/>
    <p:sldId id="441" r:id="rId22"/>
    <p:sldId id="442" r:id="rId23"/>
    <p:sldId id="443" r:id="rId24"/>
    <p:sldId id="444" r:id="rId25"/>
    <p:sldId id="506" r:id="rId26"/>
    <p:sldId id="428" r:id="rId27"/>
    <p:sldId id="429" r:id="rId28"/>
    <p:sldId id="431" r:id="rId29"/>
    <p:sldId id="432" r:id="rId30"/>
    <p:sldId id="422" r:id="rId31"/>
    <p:sldId id="507" r:id="rId32"/>
    <p:sldId id="433" r:id="rId33"/>
    <p:sldId id="434" r:id="rId34"/>
    <p:sldId id="435" r:id="rId35"/>
    <p:sldId id="445" r:id="rId36"/>
    <p:sldId id="446" r:id="rId37"/>
    <p:sldId id="447" r:id="rId38"/>
  </p:sldIdLst>
  <p:sldSz cx="12192000" cy="6858000"/>
  <p:notesSz cx="6858000" cy="9144000"/>
  <p:defaultTextStyle>
    <a:defPPr>
      <a:defRPr lang="ro-R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țiune implicită" id="{78458B58-CAFE-4B9E-AFF7-4EDC6CF49F22}">
          <p14:sldIdLst>
            <p14:sldId id="495"/>
            <p14:sldId id="389"/>
            <p14:sldId id="405"/>
            <p14:sldId id="406"/>
            <p14:sldId id="501"/>
            <p14:sldId id="498"/>
            <p14:sldId id="419"/>
            <p14:sldId id="420"/>
            <p14:sldId id="421"/>
            <p14:sldId id="505"/>
            <p14:sldId id="423"/>
            <p14:sldId id="424"/>
            <p14:sldId id="425"/>
            <p14:sldId id="436"/>
            <p14:sldId id="437"/>
            <p14:sldId id="438"/>
            <p14:sldId id="439"/>
            <p14:sldId id="440"/>
            <p14:sldId id="426"/>
            <p14:sldId id="427"/>
            <p14:sldId id="441"/>
            <p14:sldId id="442"/>
            <p14:sldId id="443"/>
            <p14:sldId id="444"/>
            <p14:sldId id="506"/>
          </p14:sldIdLst>
        </p14:section>
        <p14:section name="Secțiune fără titlu" id="{E153AAA1-602F-441C-8FF6-69699607B1C7}">
          <p14:sldIdLst>
            <p14:sldId id="428"/>
            <p14:sldId id="429"/>
            <p14:sldId id="431"/>
            <p14:sldId id="432"/>
            <p14:sldId id="422"/>
            <p14:sldId id="507"/>
            <p14:sldId id="433"/>
            <p14:sldId id="434"/>
            <p14:sldId id="435"/>
            <p14:sldId id="445"/>
            <p14:sldId id="446"/>
            <p14:sldId id="44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1" autoAdjust="0"/>
    <p:restoredTop sz="94665" autoAdjust="0"/>
  </p:normalViewPr>
  <p:slideViewPr>
    <p:cSldViewPr>
      <p:cViewPr varScale="1">
        <p:scale>
          <a:sx n="99" d="100"/>
          <a:sy n="99" d="100"/>
        </p:scale>
        <p:origin x="126" y="51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91439" cy="91439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02:02.63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874 67,'-1'-3,"0"0,-1 0,1 0,-1 0,0 0,0 0,0 1,0-1,-1 1,1-1,-1 1,1 0,-1 0,0 0,0 0,0 0,0 1,0 0,0-1,-1 1,1 0,0 0,-1 1,1-1,0 1,-1 0,1-1,-1 2,1-1,-4 1,-3-3,-27-4,0 2,0 1,0 2,0 1,0 2,0 2,0 1,0 2,1 2,1 1,-6 3,18-3,-3-1,0 2,1 1,0 1,1 1,-9 8,22-14,0 0,1 1,0 0,1 1,0-1,0 2,1-1,0 1,1 1,1-1,-1 1,2 0,-4 10,2 3,1 1,1 1,1-1,1 1,2 0,0 8,1 24,-2-40,1-1,0 1,2-1,0 1,1-1,1 0,1 1,1-1,0-1,1 1,5 8,90 101,-95-120,0 3,1-1,0 1,0-1,1-1,0 1,1-1,0-1,0 1,1-2,-1 1,6 1,211 126,-97-75,-95-47,-1 2,0 1,0 1,15 13,69 21,-79-38,19 17,27 7,152-22,-24 1,-82-10,119 41,-70-33,190 36,-264-39,-87-18,-12 2</inkml:trace>
  <inkml:trace contextRef="#ctx0" brushRef="#br0" timeOffset="779.761">701 95,'440'-9,"-126"0,290 31,-411 8,-174-22,-7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03:52.18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347 485,'-10'-16,"-1"1,-1 0,0 1,0 1,-2 0,0 0,0 1,-1 1,0 1,-13-7,24 15,0 0,1 0,-1 1,0-1,0 1,1 0,-1 0,0 0,0 1,0-1,0 1,0 0,0 0,0 0,0 1,0 0,0-1,0 1,0 1,0-1,0 0,1 1,-1 0,0 0,1 0,0 0,-1 1,1-1,0 1,0 0,1 0,-3 3,-4 9,0 0,1 1,0 1,2-1,0 1,1 0,0 1,2-1,0 1,1 0,0-1,2 1,0 4,0-15,1 1,0-1,1 1,-1-1,1 1,1-1,-1 0,1 0,1 0,-1-1,1 1,0-1,2 2,-4-5,0-1,0 0,0 0,0 0,0 0,0 0,1 0,-1-1,1 1,0-1,-1 1,1-1,0 0,0 0,0-1,-1 1,1 0,0-1,0 0,0 0,0 0,0 0,0 0,0 0,0-1,0 1,0-1,0 0,-1 0,1 0,0 0,0-1,-1 1,2-2,5-5,-1 0,0-1,0 0,-1 0,0-1,-1 0,0 0,0 0,-1-1,0 0,-1 0,-1 0,0-1,0 1,-1-1,1-9,14-87,-17 128,1 0,1-1,1 1,1-1,0 1,2-1,0-1,1 1,4 7,-9-20,0-1,0 0,1 0,0 0,0 0,0 0,0-1,1 1,-1-1,1 0,0 0,1 0,-1 0,0-1,1 0,0 0,0 0,0-1,0 1,1-1,-1 0,0-1,1 1,-1-1,1 0,0-1,-1 1,1-1,0 0,-1-1,1 1,0-1,-1 0,1 0,4-2,2-7,-1 0,0-1,0 0,-1-1,-1 0,0 0,0-1,-1 0,-1-1,0 0,-1 0,-1 0,0-1,-1 0,0 0,0-3,11-55,-2-1,-3 0,-4 0,-3-69,3 95,1 47,22 70,-19-14,-1 1,-3 0,-3 0,-2 0,-2 0,-3 0,-3 0,-1-1,-3 1,-3-2,-8 18,-11 29,-5-1,-39 72,-4-14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03:54.77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32 226,'14'22,"-9"6,-1 0,-2 0,0 1,-2-1,-2 16,-48 406,49-444,0-5,1 0,-1 0,0 1,1-1,-1 0,1 1,-1-1,1 0,0 1,-1-1,1 1,0-1,0 1,0-1,0 1,0-1,1 0,-1 1,0-1,1 1,-1-1,1 0,-1 1,1-1,0 0,-1 0,1 1,0-1,0 0,0 0,0 0,0 0,0 0,0 0,0 0,0 0,1-1,-1 1,0 0,1-1,-1 1,0-1,1 1,-1-1,1 0,-1 0,0 1,1-1,0 0,128-49,-111 45,1 1,0 1,0 0,1 2,-1 0,0 1,0 2,0 0,14 4,-13-2</inkml:trace>
  <inkml:trace contextRef="#ctx0" brushRef="#br0" timeOffset="402.95">607 801,'-3'1,"1"-1,-1 1,0 0,1 0,-1 0,1 0,-1 1,1-1,0 1,0-1,-1 1,1 0,0 0,0 0,1 0,-1 0,0 0,1 1,-1-1,1 0,0 1,0-1,0 1,0 0,0-1,0 1,1 0,-1-1,1 1,0 0,0 0,0-1,0 1,0 0,1 0,-1-1,1 1,0 0,0-1,0 1,0-1,0 1,0-1,1 1,-1-1,1 0,1 1,1 4,1 1,0-2,1 1,-1 0,1-1,1 0,-1-1,1 1,0-1,0-1,1 1,-1-1,1 0,0-1,0 0,0 0,7 1,-10-3,1 1,-1-1,1 0,0-1,-1 1,1-1,0 0,-1 0,1-1,0 0,-1 0,1 0,-1-1,1 0,-1 0,0 0,1 0,-1-1,0 0,-1 0,1 0,-1-1,1 0,-1 0,0 0,3-4,-2-1,-1 0,0 0,-1 0,0-1,0 1,-1-1,0 1,0-1,-2 0,1 0,-1 0,0 1,-1-1,0 0,-1 0,0 1,0-1,-1 1,-1-1,1 1,-1 0,-1 1,0-1,0 1,0-1,-1 2,-1-1,1 1,-1 0,0 0,-1 1,0-1,0 2,0-1,0 1,-1 1,0 0,0 0,0 0,-1 1,1 1,-1-1,-1 1,6 2,1-1,-1 1,0 0,0 0,1 1,-1 0,0-1,1 2,-1-1,1 0,-1 1,1 0,0 0,-1 0,1 1,0-1,0 1,1 0,-1 0,1 0,-1 1,1-1,0 1,0 0,1-1,-1 1,1 1,0-1,0 0,0 1,0-1,1 1,0-1,0 1,0 0,0-1,1 1,0 0,0 0,0-1,1 1,-1 0,1-1,0 1,0 0,1-1,0 1,-1-1,1 0,3 4,29 30,7-5</inkml:trace>
  <inkml:trace contextRef="#ctx0" brushRef="#br0" timeOffset="836.043">1383 761,'-13'-14,"-79"-64,87 76,1-1,0 1,0 0,-1 0,1 0,-1 1,0 0,0 0,1 0,-1 0,0 1,0-1,0 1,0 0,1 1,-1-1,0 1,0 0,1 0,-1 1,0 0,-4 1,0 4,0 0,0 0,1 0,0 1,0 0,1 1,0 0,0 0,1 1,0-1,1 1,0 1,1-1,0 1,0-1,1 1,0 0,1 0,1 1,-1 3,2-11,-1 0,1 0,0 0,0 0,1 0,-1 0,1 0,0 0,0 0,0 0,0 0,1-1,-1 1,1 0,0-1,0 1,1-1,-1 0,1 0,-1 0,1 0,0 0,0-1,0 1,1-1,-1 0,1 0,-1 0,1 0,0 0,-1-1,4 1,5 0,0-1,0 0,0 0,0-2,0 1,0-2,0 1,0-2,0 1,0-2,-1 0,1 0,-1-1,0 0,0-1,-1 0,0-1,0 0,0 0,-1-1,0-1,0 0,-3 1,1 0,-2 0,1-1,-1 0,0 0,-1 0,0 0,-1-1,0 0,0 1,-1-1,0 0,-1-1,0 1,0 0,-1 0,-1 0,0 0,0-2,1 12,-1 1,1-1,0 0,0 0,-1 1,1-1,0 0,-1 0,1 0,0 0,-1 1,1-1,0 0,-1 0,1 0,0 0,-1 0,1 0,0 0,-1 0,1 0,0 0,-1 0,1 0,0 0,-1 0,1 0,0-1,-1 1,1 0,0 0,-1 0,1 0,0-1,-1 1,1 0,0 0,0 0,-1-1,1 1,0 0,0-1,0 1,-1 0,1-1,0 1,0 0,0-1,0 1,0 0,0-1,0 1,0 0,0-1,-1 1,2 0,-1-1,0 1,0 0,0-1,0 1,0 0,0-1,-11 29,8-21,0 0,1 1,0-1,1 0,0 1,0-1,0 1,1 0,0-1,1 1,-1-1,2 1,-1-1,1 0,0 1,0-1,1 0,0 0,0 0,1-1,0 1,0-1,0 0,1 0,0 0,0-1,1 1,-1-1,3 0,7 3,1-1,0 0,0-2,1 0,-1-1,1 0,0-2,0 0,10 0,38 3</inkml:trace>
  <inkml:trace contextRef="#ctx0" brushRef="#br0" timeOffset="1286.149">2171 774,'-4'-10,"-1"1,0 0,0 0,-1 0,0 1,-1 0,0 0,0 1,-1 0,-7-6,11 10,0 0,0 1,0-1,0 1,-1 0,1 0,-1 1,1-1,-1 1,0 0,1 0,-1 0,0 1,0 0,0 0,0 0,1 0,-1 1,0 0,0 0,1 0,-1 1,1-1,-2 2,-2 2,0 0,0 1,1 0,0 0,0 1,1 0,-1 0,2 0,-1 1,1 0,0 0,1 0,0 1,0 0,1 0,0 0,0 0,1 0,0 0,1 1,0-1,1 0,-1 1,2-1,-1 1,2-1,0 6,1-6,1 0,0-1,0 1,1-1,0 0,1 0,0 0,0-1,0 0,1 0,0 0,0-1,1 0,0-1,0 1,0-2,0 1,1-1,0 0,0-1,0 0,0 0,1-1,-1-1,1 1,-1-1,1-1,-1 0,1 0,-1-1,1 0,-1-1,1 0,-1 0,0-1,0 0,0-1,8-4,-5 1,1-1,-1 0,-1-1,0 0,0-1,-1 0,0-1,-1 0,0 0,-1-1,0 0,-1-1,0 0,-1 0,1-4,7-19,-2-1,-2 0,-1-1,-2 0,-1-6,3-36,-4 0,-2 0,-5 0,-3 0,-5-14,-15-11,25 105,0-1,0 0,0 1,-1-1,1 0,0 1,0-1,0 0,-1 1,1-1,0 0,-1 1,1-1,-1 1,1-1,0 1,-1-1,1 1,-1-1,0 1,1-1,-1 1,1 0,-1-1,0 1,1 0,-1 0,0-1,1 1,-1 0,0 0,1 0,-1 0,0 0,1 0,-1 0,0 0,1 0,-1 0,0 0,1 0,-1 0,0 1,1-1,-1 0,0 1,1-1,-1 0,0 1,1-1,-1 1,1-1,-1 0,1 1,-1 0,1-1,0 1,-1-1,1 1,0-1,-1 1,1 0,-5 8,0 1,1 0,0-1,0 2,1-1,0 0,1 1,0 2,2-11,-11 59,2 0,3 1,3 0,3 0,2 0,3 0,3 0,9 31,-12-69,2 0,0-1,2 1,0-2,2 0,0 0,2-1,0 0,4 3,25 23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03:57.87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205 174,'-4'-1,"-1"0,0 0,0 0,0 1,0-1,-1 1,1 1,0-1,0 1,0-1,0 1,0 1,1-1,-1 1,0 0,0 0,1 0,0 1,-1-1,1 1,0 0,0 0,0 1,1-1,-1 1,1 0,0 0,0 0,0 1,-6 8,0 1,1 0,1 0,0 1,1 0,0 0,1 0,-1 10,5-22,-1 0,1 0,0 0,0 0,0 0,0 0,0 1,1-1,-1 0,1 0,0 1,0-1,0 0,1 0,-1 0,1 1,-1-1,1 0,0 0,1 0,-1 0,0 0,1 0,-1 0,1-1,0 1,0-1,0 1,1-1,-1 0,0 1,1-1,-1 0,1-1,0 1,0 0,2 0,4-3,-1 0,1 0,0-1,-1 0,1-1,-1 0,0 0,0-1,0 0,0 0,0-1,-1 0,0 0,0-1,-1 0,1 0,-1-1,0 1,-1-1,0 0,0-1,-1 0,1 1,-2-1,1-1,-1 1,1 0,0-1,-1 0,0 0,-1 0,1 0,-2 0,1 0,-2-1,1 1,-1-8,-10 39,8-9,1 1,0-1,1 1,0-1,1 0,0 1,1-1,1 0,0 0,1 0,0-1,1 1,1-1,0 0,0 0,1-1,1 0,0 0,0 0,1-1,0-1,1 1,0-2,0 1,1-1,0-1,10 5,13 0</inkml:trace>
  <inkml:trace contextRef="#ctx0" brushRef="#br0" timeOffset="618.353">874 174,'-20'0,"3"-1,-1 1,1 0,0 1,0 1,0 1,1 0,-1 1,1 1,-11 4,25-8,0 0,1 0,-1 0,0 0,0 0,1 0,-1 1,1-1,-1 0,1 1,0-1,-1 1,1-1,0 1,0 0,0 0,0-1,1 1,-1 0,0 0,1 0,-1 0,1 0,0 0,-1 0,1 0,0 0,0 0,0 0,1 0,-1 0,0 0,1 0,0 0,0 3,2 0,-1 0,0 0,1-1,0 1,0-1,0 0,1 0,-1 0,1 0,0 0,2 1,19 11,0 0,1-2,1-1,0 0,1-3,5 2,124 58,-114-31,-42-38,0 0,0 0,-1 0,1 0,0 0,-1 1,1-1,-1 0,0 0,1 1,-1-1,0 0,0 1,1-1,-1 0,0 0,-1 1,1-1,0 0,0 1,0-1,-1 0,1 0,-1 1,1-1,-1 0,1 0,-1 0,0 0,1 1,-1-1,0 0,0 0,0-1,0 1,0 0,0 0,0 0,0-1,0 1,-1 0,-10 4,1-1,-1 0,0-1,-1 0,1-1,0 0,-1-1,1-1,-1 0,1 0,-1-1,1-1,0 0,-1-1,-3-1,-24-9,39 13,0-1,0 1,1 0,-1 0,0 0,0-1,1 1,-1 0,0-1,1 1,-1-1,0 1,1-1,-1 1,0-1,1 1,-1-1,1 1,-1-1,1 0,0 1,-1-1,1 0,0 1,-1-1,1 0,0 0,0 1,-1-1,1 0,0 0,0 0,0 1,0-1,0 0,0 0,0 0,1 1,-1-1,0 0,0 0,1 1,-1-1,0 0,1 1,-1-1,1 0,4-4,2 0,-1 1,0 0,1 0,0 1,-1-1,2 1,-1 1,0 0,7-2,6-2,33-12,10-2,-1-2,-1-3,54-31,-112 54,-2 1,-1 0,1 0,0 1,-1-1,1 1,-1-1,1 1,0-1,-1 1,1-1,0 1,0-1,-1 1,1 0,0-1,0 1,0 0,0 0,-1 0,1 0,0 0,0 0,0 0,0 0,0 0,-1 0,1 0,0 0,0 1,0-1,-1 0,1 0,0 1,0-1,-1 1,1-1,0 1,-1-1,1 1,0-1,-1 1,1 0,-1-1,1 1,30 148,0-60,-21-70</inkml:trace>
  <inkml:trace contextRef="#ctx0" brushRef="#br0" timeOffset="1121.555">1222 14,'0'0,"1"0,-1 0,0 0,1 0,-1 0,0-1,1 1,-1 0,0 0,1 0,-1 0,0 0,0 0,1-1,-1 1,0 0,1 0,-1 0,0-1,0 1,0 0,1 0,-1-1,0 1,0 0,0 0,1-1,-1 1,0 0,0-1,0 1,0 0,0-1,0 1,0 0,0-1,0 1,0 0,0-1,0 1,0 0,0-1,0 1,0 0,0-1,0 1,-1 0,1 0,0-1,0 1,0 0,0-1,-1 1,1 0,0-1,32 2,1 1,-1 2,0 1,25 7,-51-11,6 0,1 1,-1 0,0 1,1 0,-1 1,-1 0,1 0,-1 2,1-1,-2 2,1-1,-1 1,0 1,0 0,-1 0,0 1,0 0,-1 1,0 0,-1 0,0 1,-1-1,0 2,14 132,-20-126,1-1,0 1,1-1,1 1,1-1,0 0,1 0,1-1,1 1,2 2,-7-15,1 0,0-1,0 0,0 1,0-1,0 0,1-1,-1 1,1 0,0-1,0 0,0 0,0 0,0-1,0 1,0-1,1 0,-1 0,1 0,-1-1,0 1,1-1,-1 0,1-1,-1 1,1-1,-1 0,0 0,1 0,-1 0,0-1,0 0,0 0,0 0,0 0,-1-1,1 1,0-1,-1 0,0 0,0 0,0-1,0 1,11-15,-2 1,0-2,-1 1,-1-2,-1 1,0-1,-2-1,0 1,-1-1,-1 0,-1-1,-1 1,-1-11,-2 26,-4 26,1-10,1 0,1 0,0 0,1 1,0-1,0 0,1 0,0 0,1 0,0 0,1 0,0 0,0-1,1 1,0-1,1 0,0 0,0-1,1 1,0-1,1 0,6 6,1-5,-1-1,1 0,1-1,-1-1,1 0,0-1,1-1,-1 0,1-1,2 0,44 7</inkml:trace>
  <inkml:trace contextRef="#ctx0" brushRef="#br0" timeOffset="2483.663">2813 268,'-22'-6,"-102"-19,120 25,-1 0,1 0,0 1,0-1,0 1,0 0,0 0,0 0,0 1,0-1,1 1,-1 0,0 0,1 0,-1 1,1-1,0 1,0 0,0 0,0 0,1 0,-1 0,1 0,0 1,0 0,0-1,0 1,0 2,-2 2,2 0,-1 0,1 1,0-1,1 1,0-1,0 1,1 0,0 0,0-1,1 1,1 0,-1-1,1 1,1-1,-1 0,1 0,1 0,0 0,0 0,0-1,1 1,0-1,0 0,1-1,0 0,0 1,1-2,2 3,7 1,0 0,1-1,0-1,0-1,1 0,-1-1,1-1,0-1,1 0,-1-1,0-1,1-1,-1-1,0 0,1-2,-1 0,0-1,0 0,-1-2,1 0,-1-1,-1 0,1-2,-1 0,-1-1,0 0,0-1,7-7,-13 9,-1 0,0 0,0-1,0 0,-2 0,1-1,-1 0,-1 0,0 0,0-1,-1 0,-1 0,0 0,0 0,-1 0,-1-1,0 1,-1-1,0 1,-1 0,0-1,-1 1,-3-11,3 18,0 1,0-1,0 1,-1-1,1 1,-1 0,0 0,-1 0,1 0,-1 0,1 1,-1 0,0-1,0 1,-1 1,1-1,0 1,-1-1,0 2,1-1,-1 0,0 1,0 0,0 0,0 0,0 1,0-1,0 1,-1 0,1 1,-2 0,8-1,-1 0,1 0,0 1,-1-1,1 0,-1 0,1 1,0-1,-1 1,1-1,-1 0,1 1,-1-1,1 1,-1-1,0 1,1-1,-1 1,1 0,-1-1,0 1,0-1,1 1,-1 0,0-1,0 1,0 0,0-1,0 1,1 0,-1-1,-1 1,1 0,0 0,0-1,0 1,0 0,0-1,-1 1,1-1,0 1,0 0,-1-1,1 1,-1-1,1 1,0-1,-1 1,1-1,-1 1,1-1,-1 1,1-1,-1 0,0 1,1-1,-1 0,1 1,-1-1,28 6,1-1,-1-2,1-1,0-1,20-2,10 1,-40 1,0-2,0 1,-1 1,1 1,0 0,0 2,-1 0,0 0,8 5,-22-6,1 0,-1 1,0-1,0 1,0 0,0 0,-1 0,0 0,0 1,0-1,0 0,-1 1,1 0,-1-1,0 1,-1 0,1-1,-1 1,0 0,0 0,0 0,-1-1,0 1,0 0,0-1,0 1,-1-1,0 1,-1 2,-2 21,3-19,1 1,0-1,0 1,1-1,1 1,-1 0,1-1,1 1,0-1,1 0,-1 0,2 1,-1-2,1 1,1 0,-1-1,1 0,1 0,0 0,0-1,0 0,1 0,0 0,0-1,1 0,0-1,2 2,1-2,1-1,-1 1,1-2,0 0,0 0,0-1,1-1,-1 0,0 0,1-2,-1 1,1-2,-1 1,0-2,0 1,0-2,0 0,-1 0,1-1,-1 0,0-1,-1 0,1-1,-1 0,0-1,-1 0,0-1,0 1,3-7,14-26,-27 45,0 1,-1-1,2 0,-1 0,0 0,1 1,0-1,0 0,0 1,1-1,-1 0,1 1,0-1,0 0,1 0,-1 0,1 0,0 0,0 0,0 0,0-1,1 1,-1-1,1 0,0 1,0-1,1-1,-1 1,0 0,1-1,0 0,1 1,3 2,1-1,-1 0,1-1,0 0,0 0,0-1,0 0,0-1,0 0,0 0,1-1,-1-1,0 1,1-1,-1-1,0 1,0-2,0 1,8-5,-13 5,-1 0,1-1,-1 0,0 0,0 0,0 0,0 0,-1 0,1-1,-1 1,0-1,0 0,0 0,-1 0,1 0,-1 0,0 0,0 0,0 0,0 0,-1 0,0-1,0 1,0 0,0 0,-1-1,0 1,0 0,0 0,0-2,-3-6,0-1,-1 1,0 0,-1 0,0 1,-1-1,0 1,-1 1,-3-4,-1 0,-1 1,0 1,-1 0,0 0,-1 1,0 1,0 1,-1 0,-1 1,1 1,-1 0,-1 2,-4-2,19 6,1 0,-1 0,0 1,1-1,-1 1,0-1,0 1,1 0,-1 0,0 0,1 0,-1 1,0-1,1 1,-1 0,0 0,1 0,-1 0,1 0,-1 0,1 0,0 1,-1 0,3-1,0 0,0 0,0 0,0-1,0 1,0 0,0 0,1 0,-1 0,0 0,0-1,1 1,-1 0,1 0,-1 0,1-1,-1 1,1 0,-1-1,1 1,0 0,-1-1,1 1,0-1,-1 1,1-1,0 1,0-1,0 0,-1 1,1-1,0 0,0 0,0 1,0-1,14 4,0 1,0-2,0 0,0-1,1 0,-1-2,5 0,0 1,428-8,-446 7,2-2,1 1,-1 0,1 1,-1-1,1 1,-1 0,1 0,0 0,-1 0,1 1,-1 0,1 0,-1 0,0 0,0 1,1 0,-1 0,0 0,0 0,0 1,-1 0,1-1,-1 1,1 0,-1 1,0-1,0 1,-1-1,1 1,-1 0,1 0,0 3,-3 62,-1-63,-1 0,1 0,1 0,-1 0,1 0,0 0,0 0,1 0,0 0,0 0,0 0,1 0,0 0,0-1,0 1,1-1,0 1,0-1,0 0,1 0,-1 0,4 2,-1-5,0 0,0 0,1 0,-1-1,0 0,1 0,-1-1,1 0,-1 0,1-1,-1 1,1-1,-1-1,1 1,-1-1,0 0,0-1,0 1,0-1,-1 0,1-1,-1 1,1-1,-1 0,0-1,3-3,13-13,-2-1,0 0,-1-1,-2-1,0 0,-2-2,8-17,-20 40,13-21,-11 42,-4-9,-1-1,1 1,0 0,1 0,0-1,1 1,-1 0,2-1,-1 0,1 1,0-1,1 0,0 0,0-1,1 1,0-1,0 0,1 0,0-1,0 0,4 4,14 6,0-1,1-2,1 0,0-2,0 0,1-2,1-1,-1-2,1 0,0-2,0-1,1-1,18-1,39-3,-14-5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04:01.98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1,'5'4,"8"2,13 2,14 0,16-2,14-1,11-3,8 0,5-2,-3 1,-5-2,-8 1,-13 0,-15-1,-14 1,-13 2,-12 1,-9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04:03.74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0,'4'3,"11"0,15 2,17 0,19-1,24 2,21-1,17 1,9 0,0 1,-8 0,-14-3,-15 2,-19-1,-19-1,-22-1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04:06.73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0 434,'19'-32,"-1"-1,-2-1,-2 0,-1-2,-1 1,-3-1,0-1,-3 0,1-20,-6 52,-2 4,1 0,0 0,-1 0,1 0,0 0,0 0,-1 0,1 0,0 0,0 0,0-1,0 1,0 0,1 0,-1 0,0 0,0 0,1 0,-1 0,1 0,-1 0,1 0,-1 0,1 0,0 1,-1-1,1 0,0 0,0 0,-1 1,1-1,0 0,0 1,0-1,0 1,0-1,0 1,0-1,0 1,0 0,0 0,0-1,0 1,0 0,0 0,0 0,0 0,1 0,-1 0,0 1,0-1,16 12,-1 1,0 1,-1 1,-1 0,0 0,7 13,-1-4,-10-13,-1 0,0 0,-1 0,0 1,-1 1,0-1,-1 1,-1 0,1 2,-6-14,0 1,0-1,1 1,-1-1,0 1,0 0,-1-1,1 1,0-1,0 1,-1-1,1 1,-1-1,1 1,-1-1,0 0,1 1,-1-1,0 0,0 1,0-1,0 0,0 0,0 0,-1 0,1 0,0 0,0 0,-1 0,1-1,0 1,-1-1,1 1,-1-1,1 1,-1-1,1 1,-1-1,0 0,-62-1,27-21,36 22,0-1,1 1,-1 0,1-1,-1 1,0-1,1 1,-1-1,1 1,-1-1,1 1,0-1,-1 1,1-1,0 0,-1 1,1-1,0 0,-1 1,1-1,0 0,0 1,0-1,0 0,0 1,0-1,0 0,0 0,0 1,0-1,0 0,0 1,1-1,-1 0,0 1,0-1,1 0,-1 1,0-1,1 1,-1-1,1 0,-1 1,1-1,-1 1,1-1,-1 1,1 0,-1-1,1 1,0 0,-1-1,1 1,0 0,-1-1,2 1,111-20,-69 17,-34 1,15 1,-1-1,0-1,0-1,0-1,0-1,-1-2,0 0,0-1,-1-2,0 0,16-12,-35 21,0 0,0 0,0 0,-1 0,1-1,-1 1,1-1,-1 0,0 0,0 0,0 0,0 0,-1 0,1 0,-1-1,0 1,0 0,0-1,0 1,-1-1,1 1,-1-1,0 0,0 1,0-1,-1 1,1-1,-1 1,0-1,0 1,0-1,0 1,-1 0,1-1,-1 1,0 0,0 0,0 0,0 1,-1-1,-1-1,-1 1,0 0,-1 0,1 0,0 1,-1 0,1 0,-1 0,0 1,0-1,0 1,1 1,-1-1,0 1,0 0,0 1,0-1,0 1,0 0,1 1,-1-1,0 1,1 0,-1 1,1-1,0 1,-2 2,2-3,1 0,-1 0,1 1,0 0,0 0,0 0,0 1,1-1,-1 1,1 0,0-1,0 2,0-1,1 0,0 0,-1 1,1 0,1-1,-1 1,1 0,0 0,0 0,0 0,1 0,-1 0,1 0,1 0,-1 0,1 0,-1-1,2 1,0 3,5 3,0-1,1 0,0 0,1 0,1-1,-1 0,1-1,1 0,-1-1,1 0,1-1,-1 0,1 0,0-1,0-1,1 0,-1-1,1 0,0-1,0 0,187 25,-107-21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04:05.26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0 254,'21'0,"20"0,21 0,21 0,14 0,7 0,1 0,-8 0,-13 0,-19 2,-26 3,-18 1</inkml:trace>
  <inkml:trace contextRef="#ctx0" brushRef="#br0" timeOffset="417.12">535 0,'23'7,"23"6,20 7,14 5,8 6,-3 3,-10 1,-17 0,-17 1,-23 3,-28 2,-29 1,-22-3,-18 0,-7-3,5-5,14-6,18-6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04:02.82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68 27,'-42'348,"17"-139,25-207,0 0,0 1,0-1,1 0,-1 0,1 0,-1 1,1-1,0 0,0 0,0 0,0 0,0 0,1 0,-1-1,0 1,1 0,-1-1,1 1,0-1,0 1,0-1,-1 0,1 0,0 1,0-2,1 1,-1 0,0 0,0-1,0 1,0-1,1 1,-1-1,0 0,0 0,1 0,-1 0,0-1,0 1,2-1,370-17,-334 17</inkml:trace>
  <inkml:trace contextRef="#ctx0" brushRef="#br0" timeOffset="355.467">616 81,'0'-12,"2"2,1 8,0 17,-1 14,0 14,-1 14,-1 5,1 2,-1-3,-1-6,1-9,0-11,2-15,4-16,0-16,-1-5</inkml:trace>
  <inkml:trace contextRef="#ctx0" brushRef="#br0" timeOffset="655.343">697 1,'7'18,"2"0,0 0,1 0,0-2,2 1,0-1,1-1,0 0,1-1,1 0,0-1,1-1,10 6,-18-12,68 52,-46-37,-1 0,-1 2,-1 2,-1 0,-1 1,5 10,-28-33,1 0,-1-1,0 1,0 1,0-1,0 0,-1 0,1 1,-1-1,0 0,0 1,0-1,0 1,-1 0,1-1,-1 1,0 0,0-1,-1 1,1-1,-1 1,1 0,-1-1,0 1,-1-1,1 1,0-1,-1 0,0 0,0 0,-2 3,-8 3,-1 0,0-1,0 0,-1-1,0 0,0-1,0-1,-1-1,0 0,0 0,0-2,-1 0,1 0,-13-2,-114-8,80-6</inkml:trace>
  <inkml:trace contextRef="#ctx0" brushRef="#br0" timeOffset="1422.446">1592 241,'14'0,"17"0,18-2,17-3,14-3,8-1,3 2,-6 2,-12 4,-19 5,-18 1</inkml:trace>
  <inkml:trace contextRef="#ctx0" brushRef="#br0" timeOffset="1705.857">1753 456,'22'4,"24"2,23 0,18-4,15-2,4-3,-1-1,-19 0</inkml:trace>
  <inkml:trace contextRef="#ctx0" brushRef="#br0" timeOffset="1955.717">2674 442,'18'14,"0"-1,1-1,0-1,1-1,0 0,1-2,0 0,0-1,1-2,0 0,0-1,0-1,0-1,0-1,0-1,1-1,16-3,-32 4,1 0,0 0,-1-1,1 0,-1 0,1-1,-1 0,1 0,-1 0,0-1,0-1,0 1,-1-1,1 0,-1 0,0-1,0 0,0 0,-1-1,0 1,0-1,0 0,0 0,-1-1,0 0,-1 1,1-4,-1 1,-1-1,0 0,0 0,0 1,-2-1,1 0,-1 0,0 0,-1 0,-1 0,1 0,-1 0,-1 0,0 1,0-1,-1 1,0 0,-1 0,0 1,0-1,-1 1,0 0,0 0,-1 1,0 0,0 0,-1 1,0-1,0 2,-1-1,1 1,-1 1,0-1,0 1,-1 1,1 0,-5-1,-4 3,0 1,1 0,-1 1,0 1,1 1,-1 1,1 0,0 1,0 1,0 0,1 1,0 1,1 1,-1 0,2 1,-1 1,1 0,1 1,0 0,1 1,-1 1,10-10,0-1,-1 1,1-1,1 1,-1 0,1 0,-1 0,1 1,0-1,1 1,-1-1,1 1,0-1,0 1,0 0,1-1,-1 1,1 0,0 0,1-1,-1 1,1 0,0-1,0 1,1-1,-1 1,2 3,19 23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04:11.12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174 325,'0'14,"-2"13,-4 10,-2 6,-2 4,0 0,2-3,3-7,1-7,2-9</inkml:trace>
  <inkml:trace contextRef="#ctx0" brushRef="#br0" timeOffset="450.43">0 72,'7'-3,"0"0,0 1,0 0,0 1,0 0,1 0,-1 0,0 1,0 0,1 1,-1-1,0 1,0 1,0-1,0 1,0 0,2 2,7 1,1 1,-1 0,0 1,0 1,-1 1,0 0,0 1,-1 1,-1 0,0 1,0 0,-1 1,0 0,-2 1,1 0,-2 1,0 0,-1 1,0-1,-1 2,-1-1,0 1,1 13,20 120,-26-148,0 1,0-1,0 0,1 0,-1 0,1 1,-1-2,1 1,0 0,0 0,0 0,0-1,0 1,0-1,0 0,1 0,-1 0,1 0,-1 0,0 0,1 0,-1-1,1 1,0-1,-1 0,1 0,-1 0,1 0,-1 0,2-1,74-23,-68 17,-1 0,-1-1,1 0,-1 0,-1-1,1 0,-1 0,-1-1,0 0,0 0,-1 0,-1-1,1 0,-2 0,0 0,0 0,-1-1,1-10,-6-16,-12 51,12-5,1 0,0 0,0 0,1 0,0 1,0-1,1 0,0 1,0-1,1 0,0 0,1 0,0 1,0-1,1-1,-1 1,2 0,-1-1,1 1,0-1,1 0,0 0,0-1,0 0,1 0,0 0,0 0,1-1,-1 0,1 0,14 8,0-1,1 0,0-2,1 0,0-2,1-1,-1 0,13 0,41 8</inkml:trace>
  <inkml:trace contextRef="#ctx0" brushRef="#br0" timeOffset="1015.439">1551 406,'-27'-9,"0"2,-1 0,1 2,-1 1,0 1,0 1,-5 2,26 0,0 1,0 0,0 0,1 1,-1 0,0 0,0 0,1 1,0 0,-1 0,1 1,-2 1,6-4,0 1,0 0,0-1,1 1,-1 0,0 0,1 0,-1 0,1 0,0 1,0-1,0 0,0 1,0-1,0 0,0 1,1-1,-1 1,1-1,0 1,0 0,0-1,0 1,0-1,1 1,-1-1,1 1,-1-1,1 1,0-1,0 0,0 1,0-1,0 0,1 1,9 9,0 0,0 0,1-1,1 0,0-1,0 0,1-2,0 1,1-2,0 0,0 0,0-2,1 0,7 2,7 3,1-1,0-1,0-1,0-2,1-1,0-2,-1-1,1-1,0-2,27-5,-54 7,1-1,-1 0,1 0,-1-1,1 1,-1-1,0 0,0-1,0 1,0-1,0 0,-1-1,1 1,-1-1,0 0,0 0,0 0,-1 0,1 0,-1-1,0 0,0 0,-1 0,1 0,-1 0,0 0,-1-1,2-4,-3 15,1 0,0 0,0 0,0-1,1 1,-1 0,1-1,0 1,0-1,1 0,0 0,-1 0,1 0,1 0,-1 0,0-1,1 1,1-1,4 3,0-1,1-1,0 0,0-1,0 1,0-2,0 1,1-2,-1 1,1-2,0 1,-1-1,1-1,-1 0,1 0,-1-1,1 0,1-2,-7 3,0 0,0-1,0 0,0 0,-1 0,1-1,0 1,-1-1,0 0,0 0,0-1,0 1,0-1,-1 0,1 0,-1 0,0 0,0-1,-1 1,1-1,-1 0,0 0,0 1,-1-1,0 0,1-1,-2 1,1 0,0 0,-1 0,0-1,-1 1,1 0,-1 0,0 0,0-1,0 1,-1 0,0 1,0-1,0 0,0 0,-1 0,-4-2,0 0,0 1,-1-1,0 1,0 1,0-1,0 1,-1 1,0 0,0 0,-1 0,1 1,0 1,-1 0,0 0,0 1,1 0,-1 0,0 1,0 1,0 0,0 0,1 1,-1 0,0 1,5-3,1 1,-1 1,1-1,0 1,0-1,-1 1,1 0,0 1,1-1,-1 1,0-1,1 1,-1 0,1 1,0-1,0 1,0-1,1 1,-1 0,1 0,0 0,0 0,0 0,0 1,1-1,0 0,0 1,0-1,1 1,-1-1,1 1,0 0,0-1,1 1,-1-1,1 1,0-1,0 1,0-1,1 0,0 0,0 1,0-1,2 3,65 40,-30-32</inkml:trace>
  <inkml:trace contextRef="#ctx0" brushRef="#br0" timeOffset="1660.716">2420 151,'-2'-8,"-1"0,1 0,-1 0,-1 0,1 1,-1-1,-1 1,1 0,-1 0,-1 0,1 1,-1 0,0 0,0 0,-1 1,0 0,0 0,0 1,0-1,-1 2,0-1,1 1,-1 0,-1 1,1 0,-6-1,11 3,-1 0,1 0,-1 1,1 0,-1-1,1 1,0 0,-1 0,1 1,0-1,0 1,0 0,0-1,0 1,0 1,1-1,-1 0,1 1,-1-1,1 1,0 0,0-1,0 1,0 0,1 0,-1 1,1-1,-1 0,1 0,1 1,-1-1,0 1,1-1,-1 2,-1 10,1 1,0-1,1 1,0 0,2-1,0 1,1 1,66 217,-26-107,-40-116,-2-3,0 0,1-1,0 1,0 0,1 0,-1-1,2 0,-1 1,1-1,1-1,-1 1,1 0,0-1,0 0,1 0,0-1,0 0,0 0,1 0,-1-1,1 1,0-2,3 2,0-2,-1-1,1-1,0 1,0-2,0 1,-1-1,1-1,0 0,0 0,0-1,-1 0,1-1,-1 0,0 0,1-1,-2 0,1-1,0 0,-1 0,0-1,0 0,-1 0,1-1,-1 0,-1 0,0-1,0 0,0 0,3-6,-2-1,0-1,-2 0,1 0,-2-1,0 1,-1-1,-1 0,0 1,-2-1,0 0,0 0,-2 0,0 0,-1 0,0 1,-2-1,0 1,-4-10,6 20,0-1,0 1,0 1,-1-1,1 0,-1 1,-1-1,1 1,-1 1,0-1,0 0,0 1,-1 0,1 1,-4-2,15 15,13 1,-1-1,2 0,-1-2,1 0,0-1,1-1,3-1,-11-1,209 53,-219-57,-1 0,1 0,-1 0,0 1,1-1,-1 0,0 1,0-1,0 1,1 0,-1 0,0 0,0 0,0 0,0 0,0 1,-1-1,1 0,0 1,-1 0,1-1,-1 1,1 0,-1 0,0 0,0 0,0 0,0 0,0 0,0 0,0 0,-1 0,1 1,-1-1,0 0,1 0,-1 2,-38 135,38-133,-1 1,1-1,0 0,1 0,0 1,0-1,0 0,1 0,-1 0,2 0,-1 0,0 0,1-1,0 1,1-1,-1 0,1 0,0 0,0 0,1-1,-1 0,1 0,0 0,0 0,0-1,1 0,-1 0,1 0,2 0,19 7,0-3,0 0,1-1,0-2,0-1,0-1,26-2,-54 0,60 1</inkml:trace>
  <inkml:trace contextRef="#ctx0" brushRef="#br0" timeOffset="2824.486">3757 566,'-5'-9,"1"2,-1-1,-1 0,1 1,-1 0,-1 0,1 1,-1-1,0 1,-1 1,1 0,-1 0,0 0,0 1,-1 0,1 0,-1 1,0 1,0-1,0 1,0 1,0 0,0 0,-1 1,1 0,0 0,0 1,-1 0,1 1,5-1,0 0,0 1,0-1,0 1,1 0,-1 0,0 0,1 1,0-1,-1 1,1 0,0 0,0 0,1 0,-1 0,1 1,0-1,-1 1,2 0,-1 0,0-1,1 1,-1 0,1 0,0 0,1 1,-1-1,1 0,0 0,0 0,0 1,0-1,1 0,-1 0,1 0,0 0,1 0,-1 0,1 0,-1 0,1 0,0-1,1 1,11 12,0-2,1 1,1-2,0 0,1-1,0-1,1 0,0-2,1 0,0-1,0 0,1-2,0 0,0-2,0 0,9 0,3 3,0-1,1-2,0-1,0-1,0-2,0-1,0-2,-1-1,1-2,10-3,-32 5,-1 0,1-1,-1 0,0 0,0-1,-1 0,0-1,0 0,0 0,-1-1,0 0,-1 0,0-1,0 0,-1-1,0 1,0-1,-1 0,0-1,1-7,-5 17,-1-1,0 1,0 0,0-1,0 1,0 0,0-1,0 1,0 0,-1-1,1 1,0 0,-1-1,1 1,-1 0,1 0,-1-1,0 1,0 0,1 0,-1 0,0 0,0 0,0 0,0 0,0 0,0 1,0-1,-1 0,1 1,0-1,0 0,-1 1,1 0,0-1,-53-10,47 10,-4-1,0 0,0 1,0 0,0 1,0 0,-1 1,1 0,0 1,0 0,1 1,-1 0,0 0,1 2,0-1,0 1,-1 1,10-5,-1 0,1 0,-1 1,1-1,-1 0,1 1,0 0,0-1,-1 1,1-1,1 1,-1 0,0 0,0 0,1-1,-1 1,1 0,-1 0,1 0,0 0,0 0,-1 0,2 0,-1 0,0 0,0 0,1 0,-1 0,1 0,-1 0,1-1,0 1,0 0,0 0,0-1,0 1,0 0,0-1,0 1,1-1,-1 0,1 1,-1-1,1 0,1 1,7 4,2-1,-1 1,0-2,1 0,0 0,0-1,0-1,1 0,-1 0,0-1,1-1,-1 0,1-1,-1 0,0-1,10-3,-7 1,-14 3,1 0,0 0,0 0,0 0,-1 1,1-1,0 1,0-1,0 1,0 0,0-1,0 1,0 0,0 0,0 1,0-1,0 0,0 1,0-1,0 1,0-1,0 1,-1 0,1 0,0 0,0 0,-1 0,1 0,-1 1,0-1,5 9,0 0,1-1,0 0,0 0,1 0,0-1,0 0,1-1,6 5,-7-8,0 1,0-1,1 0,-1-1,1 0,0 0,0-1,0 0,1-1,1 0,-7 0,0-1,0 0,0 0,0 0,0-1,0 1,0-1,-1 0,1 0,0-1,0 1,-1-1,1 0,-1 0,1 0,-1 0,0 0,0-1,0 1,0-1,0 0,-1 0,1 0,-1 0,0-1,4-9,-2 0,1 0,-2 0,0-1,0 0,-1 1,-1-1,0 0,-1 0,-1-6,1 9,0-20,-1 1,-1-1,-2 1,-2 0,-4-16,9 45,1 1,0-1,0 1,-1-1,1 1,0-1,0 0,0 1,-1-1,1 1,0-1,0 0,0 1,0-1,0 0,0 1,0-1,1 1,-1-1,0 0,0 1,0-1,1 1,-1-1,0 1,0-1,1 1,-1-1,1 1,-1-1,0 1,1-1,-1 1,1 0,-1-1,1 1,-1 0,1-1,-1 1,1 0,0-1,-1 1,1 0,-1 0,1 0,0 0,-1 0,1 0,-1 0,1 0,0 0,-1 0,1 0,0 0,39 11,-31-8,25 7,-1 2,-1 0,0 3,-1 0,12 10,-40-23,0-1,-1 1,0 0,1 0,-1 0,0 0,0 1,0-1,0 0,0 1,0 0,-1-1,1 1,-1 0,0 0,0 0,0 0,0-1,0 1,-1 1,1-1,-1 0,0 0,0 0,0 0,0 0,-1 0,1 0,-1 0,0 2,-2 1,1 0,0 0,1 1,-1-1,1 0,1 1,-1-1,1 1,0-1,0 1,1-1,0 0,0 1,1-1,-1 0,1 0,1 0,-1 0,1 0,0 0,0-1,1 1,0-1,0 0,2 2,6 2,1 0,0-1,1-1,-1 0,2-1,-1 0,1-1,-1 0,1-2,1 0,-1 0,0-1,1-1,-1-1,1 0,-1-1,10-2,-19 2,0 0,1 0,-1-1,0 0,0 0,-1-1,1 0,0 0,-1 0,0 0,0-1,0 0,0 0,0 0,-1-1,0 0,0 1,0-1,0-1,-1 1,0-1,0 1,0-1,-1 0,0 0,0 0,0 0,-1 0,0 0,0-1,-1-4,-1-73,1 81,-1 0,1 1,-1-1,0 0,0 1,0-1,0 0,0 1,-1-1,1 1,-1 0,1-1,-1 1,0 0,0 0,0 0,0 0,-1 1,1-1,0 0,-1 1,1 0,-1-1,1 1,-1 0,0 1,0-1,1 0,-1 1,0 0,0 0,0 0,0 0,0 0,0 1,0 0,0-1,0 1,1 0,-1 0,0 1,1-1,-1 0,1 1,-1 0,1 0,-1-1,1 1,0 1,0-1,0 0,0 0,1 1,-1-1,1 1,-2 1,0 2,1 0,-1-1,1 1,0 0,0 0,0 0,1 0,0 1,0-1,1 0,0 0,0 6,4-1,0-1,0 1,1-1,0 0,1-1,0 1,1-1,0 0,1-1,-1 0,1 0,1 0,0-1,0 0,0-1,1 0,0-1,0 0,0 0,3 0,26 13,1-2,0-1,2-2,-1-2,15 1,21 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04:07.67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1 961,'14'-35,"-2"0,-1 0,-2-1,-1-1,-2 0,-2 0,-1 0,-2-31,-3-16,2 84,0 0,-1 1,1-1,0 0,0 0,0 0,0 1,-1-1,1 0,0 0,0 0,-1 0,1 0,0 0,0 1,-1-1,1 0,0 0,0 0,-1 0,1 0,0 0,0 0,-1 0,1 0,0 0,0 0,-1 0,1 0,0-1,0 1,-1 0,1 0,0 0,0 0,-1 0,1 0,0-1,0 1,0 0,-1 0,1 0,0-1,0 1,0 0,0 0,0 0,-1-1,1 1,0 0,0 0,0-1,0 1,0 0,0 0,0-1,0 1,0 0,0 0,0-1,0 1,0 0,0 0,0-1,0 1,0 0,0-1,-7 21,7-18,0 0,0-1,0 1,0 0,1 0,-1 0,1 0,-1 0,1 0,0-1,-1 1,1 0,0-1,0 1,1 0,-1-1,0 1,0-1,1 0,-1 1,1-1,-1 0,1 0,-1 0,1 0,0 0,0 0,-1-1,1 1,0 0,62 16,-57-16,40 6,-31-5,0-1,-1 2,1 0,-1 1,0 1,0 0,0 1,0 1,-1 0,8 6,-18-9,0 0,-1 0,1 1,-1-1,0 1,0-1,-1 1,1 0,-1 0,0 0,-1 1,1-1,-1 0,0 1,0-1,-1 1,0-1,1 1,-2-1,1 1,-1-1,0 1,0 0,5 72,-3-74,1-1,0 0,0 1,0-1,0 0,0 0,0 0,1-1,0 1,-1 0,1-1,0 0,0 1,0-1,1-1,-1 1,0 0,1-1,-1 1,1-1,0 0,-1-1,1 1,0 0,0-1,95-2,-84-2,1 0,-1 0,0-2,0 0,-1 0,0-1,0-1,0-1,3-3,-11 7,1 0,-1 0,0 0,0-1,-1 0,0-1,0 1,0-1,-1 0,0 0,0 0,-1 0,0-1,0 0,-1 1,0-1,0 0,0-8,-2 12,0 1,0-1,0 1,-1-1,0 0,0 1,0-1,0 1,0 0,-1-1,1 1,-1 0,0 0,0 0,0 0,0 0,-1 0,1 1,-1-1,1 1,-1 0,0 0,0 0,0 0,0 0,-1 0,1 1,0 0,-1-1,1 1,-1 1,1-1,-1 0,1 1,-1 0,0 0,1 0,-1 0,1 0,-1 1,0 0,1 0,-1 0,1 0,0 0,-1 0,1 1,0 0,0 0,-1-1,1 1,-1 0,1 0,-1 0,1 1,0-1,0 1,0 0,0-1,1 1,-1 0,1 1,0-1,0 0,0 1,0-1,0 1,1 0,0 0,0-1,0 1,0 0,0 0,1 0,0 0,-1 0,2 0,-1 0,0 0,1 0,0 0,0 0,0 0,0-1,0 1,1 0,0-1,0 1,0-1,0 0,0 1,1-1,1 1,11 10,1-1,0-1,1 0,0-1,1-1,0 0,0-2,1 0,0-1,1-1,0-1,-1-1,5 0,63 12,-8-6</inkml:trace>
  <inkml:trace contextRef="#ctx0" brushRef="#br0" timeOffset="785.444">1404 814,'-5'-9,"-1"1,-1 0,0 0,0 1,0 0,-1 0,0 0,0 1,-1 1,1-1,-1 1,-1 1,1 0,-1 0,1 1,-1 0,0 0,0 1,0 1,-1 0,1 0,0 1,0 0,-1 1,-3 1,7 0,0 2,0-1,0 1,0 0,0 0,1 1,0 0,0 0,0 0,1 1,0 0,0 0,-4 7,7-11,0 1,0 0,0 0,1 0,-1 0,1 0,-1 0,1 0,0 1,1-1,-1 0,0 1,1-1,0 1,0-1,0 0,0 1,0-1,1 1,-1-1,1 0,0 1,0-1,0 0,1 0,-1 0,1 0,0 0,0 0,0 0,0-1,1 2,6 1,-1-1,1 0,1 0,-1-1,1 0,-1 0,1-1,0-1,-1 0,1 0,0-1,0 0,0-1,0 0,-1 0,1-1,0 0,-1-1,1 0,-1 0,6-4,-3 3,-2 0,1 0,0 0,-1-2,0 1,0-1,0-1,-1 0,0 0,0-1,-1 0,0 0,0-1,-1 0,0 0,1-4,-8 12,1 0,-1 0,1-1,-1 1,0-1,0 1,0 0,0-1,0 1,0 0,0-1,0 1,0 0,0-1,-1 1,1 0,-1-1,1 1,-1 0,1 0,-1-1,0 1,0 0,0 0,1 0,-1 0,0 0,0 0,0 0,-1 0,1 1,0-1,0 0,0 1,0-1,-1 0,1 1,0 0,-1-1,1 1,0 0,-1 0,1-1,0 1,-1 0,1 0,-1 1,1-1,0 0,-1 0,1 1,0-1,-1 1,1-1,0 1,0-1,0 1,-1 0,1 0,0-1,0 1,0 0,0 0,0 0,0 0,0 0,0 1,-1 2,-1-1,1 1,-1 0,1 0,0 1,1-1,-1 0,1 0,0 1,0-1,0 1,0-1,1 1,0-1,0 1,0-1,1 1,-1 0,1-1,0 0,0 1,1-1,-1 0,1 1,0-1,0 0,0 0,1 0,0-1,-1 1,1-1,0 1,1-1,1 1,1 1,1-1,0-1,0 1,1-1,-1 0,0-1,1 0,0 0,-1-1,1 1,0-2,0 1,0-1,0 0,0-1,-1 0,1 0,0-1,0 0,3-1,3-2,0-1,0 0,-1-1,0 0,0-1,-1 0,0-1,0-1,-1 1,4-6,10-16,-1 0,-2-2,-2 0,-1-2,-1 0,-2-1,-1 0,-2-1,-2-1,-2 0,-1-1,-1 1,-3-1,-1-9,0 34,-1-1,-1 1,-1 0,0 0,0-1,-1 1,-1 0,-1 0,0 0,-1 0,0 1,-1-1,0 1,-1 0,-1 1,0-1,-3-2,7 12,1 1,0 0,-1 0,0 0,1 0,-1 0,0 0,0 1,0-1,0 1,0 0,0 0,0 0,-1 1,1-1,0 1,0-1,-1 1,1 0,0 0,0 1,-1-1,1 1,0 0,0-1,0 1,-1 1,1-1,0 0,0 1,1-1,-1 1,-2 2,-2 1,0 1,0 0,1 1,0-1,0 1,0 0,1 1,0 0,0 0,1 0,-2 7,-3 12,1 1,1 0,2 1,1-1,2 1,0 0,2 0,1 0,1 0,2-1,1 1,1-1,1 0,1 0,2-1,12 24,-14-32,0-1,2 0,0 0,1-1,0 0,2-1,0-1,0 0,2 0,0-1,0-1,1-1,1 0,0-1,0-1,1-1,1 0,11 3,-25-10,0-1,1 0,-1 0,1 0,-1-1,0 1,1-1,-1 0,1-1,-1 0,1 0,-1 0,1 0,-1-1,0 0,0 0,0 0,0 0,0-1,-1 0,1 0,-1-1,0 1,1-1,-2 0,1 0,0 0,-1 0,0-1,2-3,4-8,-1 0,0-1,-1 1,-1-1,-1-1,-1 1,0-1,-1 0,-1 0,-3 2,-6 23,-9 25,13-24,-1 0,1 1,0-1,1 1,0 0,0 0,1 0,1-1,-1 1,1 0,1 0,-1 0,2 0,-1 0,1 0,0-1,1 1,0-1,1 1,-1-1,1 0,1 0,0-1,0 1,0-1,1-1,4 5,26 10,0-7</inkml:trace>
  <inkml:trace contextRef="#ctx0" brushRef="#br0" timeOffset="957.253">2247 346,'21'18,"6"6</inkml:trace>
  <inkml:trace contextRef="#ctx0" brushRef="#br0" timeOffset="2006.03">2608 586,'-1'-3,"0"0,0 0,0 0,0-1,1 1,0 0,-1 0,1-1,0 1,1 0,-1 0,1-1,-1 1,1 0,0 0,0 0,0 0,0 0,1 0,-1 0,1 0,0 0,0 1,0-1,0 1,0-1,1 1,-1 0,1 0,0 0,-1 0,1 0,0 1,0-1,0 1,0 0,0 0,0 0,0 0,1 0,0 1,0-1,0 0,1 1,-1 0,0-1,0 2,1-1,-1 0,0 1,0 0,0 0,0 0,0 0,0 1,0 0,0 0,0 0,-1 0,1 0,-1 1,1-1,-1 1,0 0,0 0,-1 0,1 1,0-1,1 4,2 3,0 2,-1-1,0 0,0 1,-2 0,1 0,-1 1,-1-1,0 1,1 34,-2 0,-3 1,-1-1,-2 0,-2 0,-4 8,-17 146,27-180,1-1,1 0,0 0,2 0,0 0,2 0,0 0,5 10,-7-20,1-1,0 1,1-1,0 0,1-1,-1 1,2-1,-1 0,1 0,0-1,1 0,0-1,0 1,0-1,1-1,0 0,6 3,-13-7,0 0,1 1,-1-2,1 1,-1 0,1 0,-1-1,1 0,-1 1,1-1,-1 0,1 0,0-1,-1 1,1 0,-1-1,1 1,-1-1,1 0,-1 0,1 0,-1 0,0-1,0 1,1 0,-1-1,0 0,0 1,-1-1,1 0,0 0,-1 0,1 0,-1 0,1-1,-1 1,0 0,0-1,0 1,0-1,-1 1,1-1,0-1,2-18,0 0,-2 0,0 0,-2 0,0 0,-1 0,-2 0,0 1,-1-1,-1 1,-1 0,-4-5,-4-11,-3 0,-1 1,-1 1,-2 1,-2 1,-1 1,-1 2,-21-20,10 3,37 46,1 0,-1 0,0 0,1 0,-1 0,0 0,1 1,-1-1,1 0,0 0,-1 0,1 1,-1-1,1 0,0 0,0 1,0-1,-1 1,1-1,0 1,0-1,0 1,0-1,0 1,0 0,0 0,0-1,0 1,0 0,0 0,0 0,0 0,0 0,0 0,0 0,0 1,231-1,-202 1,11 1,-1-1,1-3,0-1,0-1,-1-3,7-3,-3-14,-43 23,0 0,0 0,-1 0,1 0,0 0,-1 0,1 0,-1 0,1 0,-1 0,0-1,1 1,-1 0,0 0,0 0,0-1,0 1,0 0,0 0,0 0,0-1,0 1,0 0,-1 0,1 0,-1 0,1 0,-1-1,1 1,-1 0,1 0,-1 0,0 0,0 1,0-1,1 0,-1 0,-1 0,-3-3,-1 0,0 1,1 0,-1 0,0 1,-1 0,1 0,0 0,-1 0,1 1,0 0,-1 1,0 0,1 0,-1 0,1 0,-1 1,1 0,-1 1,1-1,0 1,0 1,-6 2,8-4,0 1,0 0,0 0,0 0,0 0,1 0,-1 1,1 0,0 0,0 0,0 0,0 0,0 0,1 1,-1 0,1-1,0 1,0 0,0 0,1 0,-1 0,1 0,0 1,0-1,1 0,-1 0,1 1,0-1,0 0,0 1,1-1,0 0,0 1,0-1,0 0,0 0,1 0,0 0,0 1,7 4,-1-1,2 1,-1-2,1 1,0-2,1 1,-1-1,1-1,1 0,-1 0,1-1,-1-1,1 0,7 1,41 9,0-2,1-3,0-3,0-3,34-3,-67 1,0-1,0-2,0-1,0-1,0-1,-1-1,17-8,-41 14,0 1,1-1,-1 0,0 0,0 0,0-1,0 1,0-1,0 0,0 1,-1-1,1-1,-1 1,1 0,-1-1,0 1,0-1,0 1,0-1,0 0,-1 0,1 0,-1 0,0 0,0 0,0 0,0-1,0 1,-1 0,0-1,1 1,-1 0,0-1,-1 1,1 0,-1-1,1 1,-1 0,0 0,0 0,0 0,-1-1,1 1,-1-1,-7-4,0 1,-1-1,0 2,0-1,0 1,0 1,-1-1,0 2,-1 0,1 0,0 1,-1 0,0 1,0 1,0 0,1 0,-5 1,13-1,0 0,0 1,0-1,0 1,0 0,0 0,0 0,0 0,-1 0,1 1,0-1,0 1,0 0,0 0,0 0,0 0,1 0,-1 1,0 0,1-1,-1 1,1 0,-1 0,1 0,0 0,0 1,0-1,0 1,0-1,0 1,1 0,-1 0,1-1,0 1,0 0,0 0,0 0,1 0,-1 1,1-1,-1 0,1 0,0 1,4 5,0-1,0 0,1 0,-1 0,2 0,-1-1,1 0,0 0,1-1,0 1,0-1,0-1,0 1,1-2,0 1,0-1,1 0,-1 0,1-1,0 0,-3 0,1 0,-1-1,1 0,0 0,0 0,0-1,0 0,1 0,-1-1,0 0,0 0,0-1,0 0,0 0,0-1,0 0,0 0,0 0,-1-1,1 0,-1 0,1-1,-1 0,-1 0,1 0,0-1,3-3,57-96,-65 104,-1 0,1 0,-1 0,1 0,-1-1,0 1,1 0,-1 0,1 0,-1 0,1 0,-1 0,1 0,-1 0,1 0,-1 1,1-1,-1 0,1 0,-1 0,0 0,1 1,-1-1,1 0,-1 0,0 1,1-1,-1 0,0 1,1-1,-1 0,0 1,0-1,1 1,-1-1,0 0,0 1,1-1,-1 1,0-1,0 1,0-1,0 1,0-1,0 1,0-1,0 1,0-1,0 0,0 1,0-1,0 1,0-1,0 1,-1-1,1 1,0-1,0 1,0 1,5 18,0-1,1 1,1-1,1 0,7 11,-13-25,1 0,0 0,1 0,-1 0,1-1,0 0,0 0,1 0,-1 0,1-1,0 1,0-1,0 0,0-1,0 1,0-1,1 0,-1-1,1 1,0-1,0 0,1 0,50-17,-34-1</inkml:trace>
  <inkml:trace contextRef="#ctx0" brushRef="#br0" timeOffset="2770.104">4399 814,'60'-219,"-60"218,0-1,0 0,0 0,1 1,-1-1,1 0,-1 0,1 1,0-1,-1 1,1-1,0 0,0 1,0 0,0-1,0 1,1-1,-1 1,0 0,1 0,-1 0,1 0,-1 0,1 0,-1 0,1 1,0-1,-1 0,1 1,0-1,-1 1,1 0,0 0,0 0,0-1,-1 2,1-1,0 0,0 0,-1 0,1 1,0-1,0 1,-1 0,1 0,10 7,-1 1,0 1,0 0,-2 1,1 0,-1 0,-1 1,0 0,0 1,-1-1,-1 2,0-1,-1 0,0 5,6 18,-2 2,-2-1,-1 1,-2 1,-1-1,-3 12,5 39,-4-66,2 0,1-1,1 1,1-1,1 0,1-1,1 0,0 0,2-1,0 0,2 0,0-2,1 0,0 0,2-1,0-1,1 0,0-2,2 0,-1-1,21 11,23-3,-60-20,0-1,0 0,-1 0,1 0,0 0,0 0,-1-1,1 1,0-1,0 1,-1-1,1 1,-1-1,1 0,0 0,-1 0,1 0,-1 0,0 0,1 0,-1 0,0-1,0 1,0 0,0-1,0 1,0-1,0 1,0-1,0 1,-1-1,1 0,-1 0,1 0,0-14,0 0,-1 0,0 0,-2 0,0 1,0-1,-2 0,0 1,-1 0,0 0,-1 0,-1 1,-4-8,-6-11,-2-1,-1 2,-1 1,-2 0,-1 2,-1 1,-2 1,-1 1,0 1,-2 1,-23-12,-21-14,73 50,1 0,-1 0,1 0,0 0,-1 0,1-1,-1 1,1 0,-1 0,1 0,0-1,-1 1,1 0,0-1,-1 1,1 0,0-1,-1 1,1 0,0-1,0 1,-1-1,1 1,0 0,0-1,0 1,0-1,-1 1,1-1,0 1,0-1,0 1,0 0,0-1,0 1,0-1,0 1,1-1,-1 1,0-1,0 1,0-1,0 1,1 0,-1-1,0 1,0-1,1 1,-1 0,0-1,0 1,1 0,-1-1,1 1,-1 0,0 0,1-1,-1 1,1 0,-1 0,0 0,1 0,0-1,33-3,-33 4,341 3,-242 2,-99-6,1 1,-1 0,0 0,0 0,1 0,-1 0,0 0,0 0,1 0,-1 0,0 1,0-1,0 0,1 1,-1-1,0 1,0-1,0 1,0 0,0-1,0 1,0 0,0 0,0 0,0 0,-1 0,1 0,0 0,0 0,-1 0,1 0,-1 0,1 0,-1 1,0-1,1 0,-1 0,0 0,0 1,0-1,0 0,0 0,0 1,0 0,-6 20,5-18,-1 0,0 1,1-1,0 1,0 0,0-1,0 1,1 0,0 0,0-1,0 1,1 0,0 0,-1-1,2 1,-1-1,0 1,1-1,0 1,0-1,0 0,1 0,0 2,6 1,0 0,0-1,0 0,1 0,0-1,0 0,1-1,-1 0,1-1,0 0,-1 0,2-1,-1-1,0 0,0 0,0-1,0-1,8 0,-12 1,-1 0,1-1,-1 0,1 0,-1 0,0 0,1-1,-1 0,0-1,0 1,0-1,-1 0,1-1,-1 1,1-1,-1 0,0 0,-1-1,1 0,-1 1,0-1,0-1,0 1,-1-1,0 1,0-1,0 0,-1 0,0 0,0-1,0 1,-1-2,0 0,-1-1,0 0,0 0,-1 1,0-1,0 0,-1 1,-1-1,1 1,-1 0,-1 0,1 0,-1 0,-1 0,1 1,-1 0,-1 0,1 0,-1 0,0 1,-1 0,0 1,1-1,-2 1,1 1,-1-1,1 1,-1 0,0 1,-8-2,7 1,0 1,0 0,0 1,0 0,0 1,0-1,-1 2,1-1,-1 2,1-1,0 1,-1 0,1 1,0 0,0 1,0 0,0 0,1 1,-1 0,1 0,0 1,0 0,0 1,1-1,0 2,0-1,0 1,-4 6,8-9,-1 1,1 0,0 0,1 0,-1 0,1 0,0 0,0 1,1-1,-1 1,1-1,1 1,-1 0,1-1,0 1,0 0,0-1,1 1,0 0,0-1,1 1,-1-1,1 1,0-1,1 0,-1 0,1 0,0 0,0 0,1-1,-1 1,1-1,0 0,0 0,1 0,3 2,3 1,1 0,0-1,0 0,1-1,-1 0,1-1,0 0,1-1,-1-1,0 0,1-1,-1 0,1-1,0-1,-1 0,0 0,1-2,8-2,24-9</inkml:trace>
  <inkml:trace contextRef="#ctx0" brushRef="#br0" timeOffset="3032.467">5669 613,'-2'-20,"-1"0,0 1,-2-1,0 1,-1-1,-1 1,-1 1,-7-13,10 22,0 1,-1 0,0 0,0 0,-1 0,0 1,0 0,-1 1,0-1,0 1,0 1,-1 0,0 0,0 1,0 0,0 0,-1 1,-2 0,7 1,0 1,0 0,0 0,0 0,-1 1,1 0,0 0,0 0,-1 0,1 1,0 0,0 0,0 1,0-1,0 1,0 0,0 1,1-1,-1 1,1 0,-1 0,1 0,0 1,0-1,1 1,-1 0,1 0,0 0,0 0,0 1,0 0,1-1,0 1,0 0,0 0,0 2,-2 18,2 1,0 0,2 0,0-1,2 1,1 0,1-1,1 1,2-1,1 2,-4-8,-4-18,2 12,-1 0,2 0,-1 0,2-1,0 1,0-1,1 0,1 0,0-1,0 1,1-1,1 0,0-1,0 0,1 0,0-1,1 0,0-1,0 0,5 2,14 0,0-2,0 0,1-3,0 0,0-2,1-1,6-1,-22-1,63 3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04:22.07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28 3,'-28'-2,"38"9,102 6,600-1,-242-9,-318 2,-122-4,-30-1,0 0,-1 0,1 0,0 0,0 0,-1 0,1 0,0 0,0 0,-1 0,1 0,0 0,0-1,0 1,-1 0,1 0,0 0,0 0,-1 0,1 0,0-1,0 1,0 0,0 0,-1 0,1-1,0 1,0 0,0 0,0 0,0-1,0 1,0 0,-1 0,1-1,0 1,0 0,0 0,0-1,0 1,0 0,0 0,0-1,0 1,0 0,0 0,1-1,-1 1,0 0,0 0,0-1,0 1,0 0,0 0,1 0,-1-1,0 1,-3-2,-5-3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04:21.19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118 0,'-4'59,"-2"0,-3 0,-2-1,-19 54,-18 99,46-207,1 0,-1 0,1 0,0 0,0 1,0-1,1 0,-1 1,1-1,0 0,1 0,-1 1,1-1,-1 0,1 0,1 1,-1-1,0 0,1 0,0-1,0 1,0 0,1 0,-1-1,1 0,0 1,0-1,0 0,0 0,0-1,1 1,1 1,10-2,-1 0,1-1,-1-1,1 0,-1-1,1-1,-1 0,1-1,-1 0,0-1,0-1,2 0,52-13,-35 8,-1 1,1 1,1 2,-1 1,1 2,27 1,-35 4</inkml:trace>
  <inkml:trace contextRef="#ctx0" brushRef="#br0" timeOffset="538.023">666 214,'-20'-83,"23"259,-18 38,14-184,1-30,0 0,0 0,1 0,-1 0,0 0,0 0,1 0,-1 0,0 0,0 0,1 0,-1 0,0 0,0 0,1 0,-1 0,0 0,0 0,1 0,-1 0,0 0,0 0,1 0,-1 0,0 1,0-1,0 0,1 0,-1 0,0 0,0 1,0-1,0 0,1 0,-1 0,0 1,0-1,0 0,0 0,0 1,0-1,0 0,0 0,1 1,9-27,9-41,-3-1,-3-1,-3 0,-3 0,-2-33,-4 77,-1 25,0 0,0 0,0 0,0 0,0 0,0 1,1-1,-1 0,0 0,0 0,0 0,0 0,1 0,-1 0,0 0,0 0,0 0,0 0,1 0,-1 0,0 0,0 0,0 0,1 0,-1 0,0 0,0 0,0 0,0-1,0 1,1 0,-1 0,0 0,0 0,0 0,0 0,0 0,0-1,1 1,6 25,-6-22,25 69,3-1,3-2,3-1,3-2,5 3,-27-44,-4-8,-1 1,-1-1,-1 2,0-1,-1 1,-1 1,3 17,-9-34,-1 0,1 0,-1 0,0 0,0 0,-1-1,1 1,-1 0,1 0,-1 0,0 0,0 0,0 0,0-1,-1 1,1 0,-1-1,1 0,-1 1,0-1,0 0,0 0,-1 0,1 0,0 0,-1 0,1 0,-1-1,1 0,-1 1,0-1,0 0,1 0,-1-1,0 1,0 0,-2-1,-15 2,1-1,-1 0,0-2,1 0,-1-2,1 0,0-1,0-1,0 0,0-2,1 0,0-1,0-1,1 0,-9-8,-10-5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04:19.55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1138,'49'3,"132"4,89-10,-118-1,240 0,-395 6,0-1,1 1,-1 0,1 0,-1 0,1 1,0-1,0 0,0 1,0-1,0 1,1 0,-1 0,1 0,0-1,0 1,0 0,0 1,0-1,0 0,1 0,-11 46,1 0,3 1,1 13,3-30,1-16,-14 148,5 101,12-230,1-1,1 1,3-1,0 0,3 0,6 15,-15-50,0 0,0 0,0-1,0 1,1 0,-1 0,0-1,0 1,0 0,1 0,-1 0,0-1,0 1,1 0,-1 0,0 0,1 0,-1-1,0 1,0 0,1 0,-1 0,0 0,1 0,-1 0,0 0,1 0,-1 0,0 0,1 0,-1 0,0 0,0 0,1 1,-1-1,0 0,1 0,1-10,-1 4,2 1,-1 0,0 0,1 0,0 0,0 1,1-1,-1 1,1 0,0 0,0 0,0 0,1 1,-1 0,1-1,0 2,-1-1,2 1,-1-1,3 0,112-27,-41 21,0 4,1 3,0 4,-1 2,1 5,44 11,-112-17,-9-2,0 0,0 0,1 0,-1-1,0 1,1-1,-1 0,0 0,1 0,-1 0,1 0,-1-1,0 0,1 0,-1 0,2 0,-4-1,-1 0,1 1,-1-1,1 1,-1-1,0 1,0-1,0 0,0 1,0-1,0 1,0-1,0 0,-1 1,1-1,-1 1,1-1,-1 1,0-1,1 1,-1 0,0-1,0 1,-1-1,-1-6,-2-6,2 0,0 0,1 0,0 0,1 0,0-1,2-8,-3-29,-11-55,-5 0,-5 1,-6-4,3 10,5 21,26 83,-1 0,1 0,0-1,0 0,0 1,0-2,1 1,-1-1,1 0,-1 0,1 0,0-1,0 0,0 0,0 0,0-1,0 0,1 0,4 1,288 27,337-7,-358-7,629 20,1467-33,-1487 29,-344-7,1312-8,-1226-17,814 3,-475 27,-962-28,-4-1,1 0,-1 1,0-1,1 1,-1 0,0 0,0 0,1 0,-1 0,0 0,1 1,-1-1,0 1,0 0,0 0,1-1,-1 1,0 0,0 1,0-1,-1 0,1 1,0-1,0 1,-1-1,1 1,-1 0,1 0,-1 0,0-1,0 1,0 1,0-1,0 0,1 1,-12 119,3-73,-36 372,73-434,99 45,-66-22,0-2,0-3,1-3,28-4,-91 2,0 0,0 0,0 0,1 0,-1 0,0 0,0 0,0 0,1-1,-1 1,0 0,0-1,0 1,0-1,0 0,0 1,0-1,0 0,0 1,0-1,0 0,0 0,0 0,-1 0,1 0,0 0,-1 0,1 0,-1 0,1 0,-1 0,1-1,-1 1,0 0,1 0,-1 0,0 0,0-1,0 1,0 0,0 0,0-1,-1 1,1 0,0 0,-1 0,1-1,-6-198,10-36,0-27,-7 250,3 13,-1-1,1 1,-1-1,1 0,-1 0,1 1,0-1,0 0,-1 1,1-1,0 0,0 0,0 0,0 1,0-1,0 0,0 0,0 1,0-1,0 0,0 0,0 0,0 1,1-1,-1 0,0 1,1-1,-1 0,1 0,-1 1,0-1,1 1,-1-1,1 0,0 1,-1-1,1 1,-1-1,1 1,0 0,0-1,-1 1,1 0,0-1,-1 1,2 0,164 19,1338 142,1014 126,-1930-199,67 42,-562-107,-82-18,-24-7,11 2,-55-9,23 3</inkml:trace>
  <inkml:trace contextRef="#ctx0" brushRef="#br0" timeOffset="3631.042">2207 616,'-25'-28,"-1"0,-1 2,-2 1,0 2,-2 1,0 1,-1 1,-1 2,-1 1,-1 2,0 1,-1 2,0 2,0 1,-21-2,-17 5,0 3,0 3,0 3,0 4,1 3,0 3,1 3,0 3,2 4,0 2,2 4,1 2,-14 13,44-26,2 1,1 3,0 0,2 3,1 0,0 2,2 1,2 2,0 0,2 2,1 1,2 1,2 0,-13 29,14-5,3 2,2 0,3 1,2 0,4 1,2-1,2 1,5 27,-2-14,3 1,4-1,2-1,4 1,3-2,4-1,2 0,4-2,2-1,40 64,-33-75,2-2,2-2,3-1,2-3,3-2,26 20,-45-44,2 0,1-2,0-2,2 0,0-3,1-1,0-2,1-1,1-2,0-1,37 4,-27-11,1-2,-1-2,0-2,0-2,-1-2,1-2,-2-3,1-1,-2-2,0-3,-1-1,0-2,-2-2,-1-2,29-23,-42 27,-2 0,0-2,-2-1,0 0,-2-2,-1-1,-1-1,-1 0,-2-1,0-1,-3-1,12-32,8-53,-5 0,-5-2,6-95,-13 89,-5-2,-5 0,-7-48,-3 139,-1 0,-2-1,-1 1,-1 1,-3 0,0 0,-2 1,-2 0,-1 1,-1 1,-2 1,-1 0,-1 2,-1 0,-2 1,-1 2,0 0,-2 2,-1 1,-1 1,-22-12,11 14,-1 1,-2 3,1 1,-2 1,1 3,-2 2,1 2,-1 1,0 3,0 1,0 3,-44 6,-61 13</inkml:trace>
  <inkml:trace contextRef="#ctx0" brushRef="#br0" timeOffset="4640.088">2915 376,'-2'9,"-4"9,-2 12,-2 7,-2 4,1-1,0-2,2-5,5-13,3-10</inkml:trace>
  <inkml:trace contextRef="#ctx0" brushRef="#br0" timeOffset="5120.056">2714 54,'47'1,"-17"2,1 1,-1 2,1 1,-2 2,1 1,-1 1,-1 1,0 2,-1 0,0 2,22 18,-40-24,0 1,-1-1,0 1,0 1,-1-1,-1 1,0 1,-1-1,0 1,-1 0,0 0,-1 0,0 0,-1 1,-1-1,0 1,-1 0,-1-1,0 1,0-1,-2 1,1-1,-2 1,0 4,-3 40,7-57,0 1,1-1,-1 1,0-1,1 0,-1 1,1-1,-1 0,1 1,0-1,-1 0,1 0,0 1,0-1,0 0,0 0,0 0,0 0,0 0,0-1,1 1,-1 0,0 0,0-1,1 1,-1-1,1 1,-1-1,0 0,1 1,-1-1,1 0,-1 0,0 0,1 0,0 0,13-2,0-1,0 0,0-1,0-1,-1 0,0 0,0-2,-1 0,1-1,-1 0,-1 0,0-2,0 1,-1-2,0 1,5-8,-9 11,-1-1,1 1,-1-1,-1-1,1 1,-1-1,-1 0,0 0,0 0,-1-1,0 1,0-1,-1 0,0 0,-2 8,0 1,0 0,1 0,-1-1,0 1,0 0,0 0,0-1,0 1,-1 0,1 0,0 0,0-1,-1 1,1 0,-1 0,1 0,-1 0,0 0,1 0,-1 0,0 0,0 0,1 0,-1 0,0 0,0 0,0 1,0-1,0 0,0 1,-1-1,1 1,0-1,0 1,0 0,0-1,-1 1,1 0,0 0,0 0,-1 0,1 0,0 0,0 0,-1 0,1 0,0 1,0-1,0 0,0 1,-1-1,1 1,0-1,0 1,0 0,-1 0,-3 3,1 1,-1-1,1 1,0 0,0 0,0 0,1 1,0-1,0 1,0 0,1 0,0 0,0 0,0 0,1 1,0-1,0 0,0 1,1-1,0 1,0-1,1 1,0-1,0 0,1 1,-1-1,1 0,0 0,1 0,0 0,2 4,3 0,0 0,1-1,0 0,1 0,0-1,0 0,0 0,1-2,0 1,1-1,-1-1,1 0,0 0,1-1,-1-1,1 0,-1-1,1 0,0-1,1-1,42 6</inkml:trace>
  <inkml:trace contextRef="#ctx0" brushRef="#br0" timeOffset="5714.732">4051 389,'-6'-2,"0"0,1 0,-2 1,1 0,0 0,0 1,0-1,0 2,0-1,0 0,0 1,-1 0,1 1,1-1,-1 1,0 0,0 1,1-1,-1 1,1 0,0 1,0-1,0 1,0 0,1 0,-1 1,1-1,0 1,1 0,-1 0,1 0,0 1,-2 3,4-5,0 0,0 1,0-1,1 0,0 0,-1 0,2 1,-1-1,0 0,1 0,0 1,0-1,0 0,0 0,1 0,-1 0,1-1,0 1,1 0,-1-1,0 1,1-1,0 0,0 0,0 0,0 0,0 0,1-1,7 6,-1-1,2 0,-1-1,1 0,0-1,0 0,1-1,7 1,-5 0,1-1,-1-1,1 0,0-1,-1-1,1 0,0-2,0 1,0-2,-1 0,1-1,-1 0,1-2,-1 0,0 0,-1-1,1-1,-1 0,-1-2,1 1,-1-1,5-6,-15 11,1 0,-1-1,1 1,-1-1,-1 0,1 0,-1 0,0 0,0 0,0-1,-1 1,1-1,-1 1,-1-1,1 0,-2 30,5-17,-1 1,1-1,0 0,0 0,1-1,-1 0,2 1,-1-1,1-1,0 1,0-1,0 0,1-1,-1 1,1-1,0-1,1 1,-1-1,1-1,-1 1,1-1,0 0,0-1,0 0,0 0,0-1,0 0,0 0,0-1,5-1,-6 2,-1 0,1-1,-1 0,1 0,-1-1,0 1,1-1,-1-1,0 1,0-1,-1 0,1-1,-1 1,1-1,-1 0,0 0,0-1,-1 0,1 1,-1-2,0 1,-1 0,1-1,-1 1,0-1,0 0,-1 0,0-1,0 1,0 0,-1-1,0 1,0 0,-1-1,0 0,0 1,0-3,-1 5,1 0,-1 1,0-1,0 1,0 0,0-1,-1 1,1 0,-1 0,0 0,0 0,0 0,0 0,-1 0,1 1,-1-1,0 1,1 0,-1-1,0 1,0 1,-1-1,1 0,0 1,0 0,-1 0,1 0,-1 0,1 0,-1 0,1 1,-1 0,-1 0,-3-1,0 1,-1 1,1 0,0 0,0 0,0 1,0 0,0 0,0 1,0 0,1 1,-1 0,1 0,-1 2,4-4,0 0,0 1,0 0,1-1,0 1,-1 1,1-1,0 0,1 1,-1 0,0 0,1-1,0 1,0 1,0-1,1 0,-1 0,1 1,0-1,0 1,1-1,-1 1,1-1,0 1,0-1,1 1,-1-1,1 1,0-1,0 0,0 1,1-1,0 0,0 0,0 0,1 2,4 0,0-1,1 0,0 0,0 0,0-1,0 0,1-1,0 0,-1 0,1-1,0 0,0 0,0-1,1-1,-1 1,0-1,3-1,29 0</inkml:trace>
  <inkml:trace contextRef="#ctx0" brushRef="#br0" timeOffset="6345.036">4854 41,'-9'-5,"1"0,0 0,-1 1,0 0,0 0,0 1,-1 0,1 1,-1 0,1 0,-1 1,0 1,1-1,-1 1,0 1,0 0,-5 2,13-2,0 0,0 0,0 0,0 0,0 1,0-1,0 1,0-1,1 1,-1 0,1-1,-1 1,1 0,0 0,0 0,-1 0,1 1,1-1,-1 0,0 0,1 1,-1-1,1 0,-1 0,1 1,0-1,0 1,0-1,1 0,-1 1,0-1,1 1,29 72,111 153,-63 4,-76-227,1 1,1-1,-1 1,1-1,-1 0,1 0,1 0,-1-1,1 0,0 1,1-1,-4-2,-1-1,1 0,-1-1,1 1,0 0,0 0,-1-1,1 1,0-1,0 1,0-1,0 0,0 0,0 0,-1 0,1 0,0 0,0 0,0-1,0 1,0-1,-1 1,1-1,0 0,-1 0,1 0,0 0,-1 0,1 0,-1 0,1 0,-1-1,0 1,1 0,-1-1,0 1,0-1,1-1,4-9,-1 0,0 0,-1-1,0 1,-1-1,-1 0,0 0,0 0,-1 0,-1-1,0 1,-2-8,2-3,-3-69,3 92,0-1,1 1,-1-1,1 1,0-1,-1 1,1-1,0 1,0 0,0-1,0 1,0 0,0 0,0 0,0-1,0 1,1 0,-1 1,0-1,1 0,-1 0,1 1,-1-1,1 0,-1 1,1 0,-1-1,1 1,0 0,-1 0,1 0,-1 0,2 0,56 3,-57-3,14 3,0 0,0 1,0 0,-1 1,1 1,-1 1,6 3,-16-7,1 0,-1 1,0-1,0 1,0 0,-1 0,1 1,-1-1,0 1,0 0,-1 0,1 0,-1 1,0-1,-1 1,1 0,-1 0,0 0,-1 0,2 5,-4 128,3-135,-1-1,1 0,0 1,0-1,0 0,0 0,1 0,-1-1,1 1,0 0,0-1,-1 0,2 0,-1 0,0 0,0 0,1 0,-1-1,1 0,-1 0,1 0,-1 0,1 0,0-1,-1 1,1-1,0 0,0 0,-1-1,1 1,0-1,0 0,96-4,-49-1</inkml:trace>
  <inkml:trace contextRef="#ctx0" brushRef="#br0" timeOffset="7542.817">6017 469,'-5'-6,"1"1,-1 0,0 0,-1 0,1 1,-1 0,0 0,0 0,0 1,0-1,-1 2,1-1,-1 1,0 0,0 0,0 1,1 0,-1 0,-1 0,1 1,0 0,0 1,0 0,0 0,0 0,1 1,-1 0,0 0,-4 2,3 1,0 0,0 0,0 1,1 0,-1 1,2-1,-1 1,1 0,0 1,0 0,-1 4,4-9,1 0,1 0,-1 0,0 1,1-1,0 1,-1-1,2 1,-1 0,0-1,1 1,-1 0,1 0,0-1,0 1,1 0,-1 0,1-1,0 1,0 0,0-1,0 1,1-1,-1 1,1-1,0 0,0 0,0 0,0 0,2 1,7 5,0-1,0-1,1 0,0 0,1-1,-1-1,1 0,0-1,0 0,0-1,1 0,0-1,-1-1,26 6,0-1,0-3,1-1,-1-1,0-3,1-1,-1-2,-1-1,1-3,-1-1,0-1,27-14,-61 24,0 0,0-1,0 0,0 1,0-2,-1 1,1 0,0-1,-1 0,0 1,0-1,0-1,0 1,0 0,-1-1,1 1,-1-1,0 0,0 0,0 0,0-2,-4 2,0 1,0-1,-1 1,1 0,-1 0,0 0,0 0,0 0,0 1,0-1,-1 1,1 0,-1 0,1 0,-1 1,0-1,0 1,0 0,0 0,0 0,0 0,-1 1,2-1,-13-3,0 0,-1 1,1 1,0 1,-1 0,1 1,0 1,-7 1,19-2,-1 1,1 0,-1 0,1 0,0 0,-1 1,1 0,0-1,0 2,0-1,0 0,1 1,-1 0,1 0,-1 0,1 0,0 0,0 1,0-1,1 1,-1 0,1 0,0 0,0 0,0 0,1 0,-1 1,1-1,0 0,0 1,1-1,-1 2,1-2,0 0,0 0,1 0,-1 0,1 0,0 0,0 0,0 0,0 0,1 0,0 0,0-1,0 1,0-1,0 1,1-1,-1 0,1 0,0 0,0 0,0 0,0-1,1 0,-1 1,1-1,-1 0,1-1,0 1,0-1,-1 1,1-1,2 0,6 2,1 0,-1-1,1 0,-1-1,1-1,0 0,-1 0,1-1,-1-1,3 0,-6 0,0 0,0-1,-1 0,1 0,0-1,-1 0,0 0,0-1,0 0,-1-1,1 0,-1 0,-1 0,1-1,-1 0,0 0,-1 0,1-1,-2 0,4-6,-6-1,-8 18,3 2,1 1,-1 0,1-1,1 1,-1 0,1 0,0 1,0-1,1 0,0 0,0 0,0 0,1 1,0-1,0 0,0 0,1 0,0 0,0-1,1 1,0 0,-1-1,2 0,-1 0,1 0,0 0,0 0,0-1,0 1,1-1,0 0,0-1,0 1,0-1,1 0,-1 0,1-1,1 1,-3-2,1-1,-1 0,1 0,-1 0,0-1,1 1,-1-1,0 0,0 0,0 0,0-1,0 0,0 0,0 0,0 0,0 0,-1-1,1 1,-1-1,0 0,0 0,0-1,0 1,0-2,5-4,-2-1,0 0,0-1,0 1,-2-1,1 0,-1 0,1-6,20-155,-25 170,0 0,0-1,1 1,-1 0,1 0,-1 0,1 0,0 0,0 0,0 0,0 0,0 0,0 0,0 0,1 1,-1-1,1 0,0 1,-1-1,1 1,0 0,0 0,0-1,-1 1,1 0,1 1,-1-1,0 0,0 0,0 1,0 0,0-1,1 1,-1 0,0 0,0 0,2 0,10 0,0 0,0 0,1 1,-1 1,0 1,0 0,-1 0,1 2,-1 0,-7-3,-1 0,0 1,0 0,0 0,0 0,0 1,-1-1,1 1,-1 0,0 0,-1 1,1-1,-1 1,1 0,-2 0,1 0,0 1,-1-1,0 0,0 1,-1-1,1 1,-1 1,5 188,-4-189,0-1,0 1,1-1,0 0,0 0,0 0,0 0,1-1,-1 1,1-1,1 0,-1 0,0 0,1-1,0 1,0-1,0 0,0-1,0 1,1-1,-1 0,3 0,12 4,-1-1,1-1,1-1,-1-1,17 0,-18-1,1-1,-1-1,1-1,-1-1,1-1,-1 0,2-2,-15 4,1 0,-1 0,0-1,0 0,-1 0,1 0,-1-1,1 0,-1 0,0 0,-1-1,1 0,-1 1,0-2,0 1,0 0,-1-1,0 0,0 1,0-1,-1 0,2-7,-2 5,-1 0,0 0,0 0,-1 0,0 0,0 0,-1 0,0-1,-1 1,0 0,0 1,0-1,-1 0,0 1,-1-1,1 1,-1 0,-1 0,0 1,0-1,0 1,0 0,-1 0,0 1,0 0,-1 0,0 0,-1 0,6 4,0 0,0 0,1 0,-1 1,0-1,0 1,0 0,0-1,0 1,-1 0,1 0,0 0,0 0,0 1,0-1,0 0,0 1,0 0,1-1,-1 1,0 0,0 0,0 0,0 0,1 0,-1 0,1 1,-1-1,1 1,-1-1,1 1,0-1,0 1,0 0,0-1,0 1,0 0,0 0,0 0,1 0,-1 0,1 0,-1 0,-1 6,0-1,0 1,1 0,0 0,1 0,-1 1,2-1,-1 0,1 0,1 5,1-4,0 1,1-1,0-1,1 1,-1-1,2 1,-1-1,1-1,0 1,1-1,0 0,0 0,0-1,1 0,0 0,15 9,0-1,0-1,1-2,1 0,1 0,101 30,1-7</inkml:trace>
  <inkml:trace contextRef="#ctx0" brushRef="#br0" timeOffset="8491.195">13784 1030,'-19'-25,"-1"1,-1 0,-1 2,-2 0,1 2,-2 0,-1 2,0 1,-23-11,-4 2,-1 1,-2 3,0 3,-1 2,0 3,-1 2,-1 2,0 3,0 3,-42 3,62 0,0 3,0 1,1 1,-1 3,1 1,0 1,1 3,0 0,1 3,1 1,0 2,1 1,1 1,1 2,-3 5,-11 15,3 2,1 1,3 3,1 1,3 2,2 2,3 0,1 2,-12 38,19-45,1 1,3 1,2 1,2 1,3 0,2 0,2 1,2 0,3 0,2 0,2 0,3 0,2 0,2-1,6 12,1-17,2 0,3-1,1-1,3-1,1-2,2 0,2-2,2-1,1-1,2-2,1-2,2-1,1-2,2-1,1-2,1-3,1-1,21 7,-24-12,2-1,0-3,1-1,1-3,0-1,0-2,1-3,0-1,0-2,0-3,0-1,0-2,-1-2,1-3,-2-1,1-2,-1-2,-1-2,-1-2,7-5,1-9,0-1,-3-2,0-3,-3-1,-1-3,-2-1,-2-2,-2-1,-3-2,-1-2,-2-1,-3-1,-2-2,0-6,-9 22,-2 0,-1-2,-2 1,-2-2,-1 0,-3 0,-1 0,-2 0,-1-1,-3 0,-1 1,-3-1,-1 1,-1 0,-3 1,-1 0,-2 0,-2 1,-2 1,-1 0,-5 2,-2 1,-2 1,-1 2,-1 0,-2 2,-1 2,-1 1,-2 1,0 2,-2 1,0 2,-1 2,-2 1,1 2,-2 2,0 1,-1 3,0 1,-25-1,-227-20,7 24</inkml:trace>
  <inkml:trace contextRef="#ctx0" brushRef="#br0" timeOffset="10918.937">14573 683,'0'18,"0"13,0 8,2 4,1-1,0-5,-1-6,0-9</inkml:trace>
  <inkml:trace contextRef="#ctx0" brushRef="#br0" timeOffset="11450.823">14385 268,'31'3,"-1"1,1 1,-1 2,0 1,0 1,-1 2,6 3,-11-6,0 0,-1 2,0 0,0 2,-1 0,-1 1,0 2,-1 0,-1 1,0 1,-1 0,-1 2,1 2,-12-9,-2-1,1 1,-2 0,1 0,-2 0,0 0,0 0,-1 0,0 1,-1-1,-1 1,0-1,-1 0,0 1,0-1,-4 6,-1 23,6-38,1 0,-1 0,0 0,1 0,-1 0,1 0,0 0,0 0,0 1,1-1,-1 0,1 0,-1 0,1 0,0 0,0 0,1 0,-1-1,0 1,1 0,0-1,0 1,0-1,0 1,0-1,0 0,0 0,1 0,-1 0,1 0,0 0,1 0,7 1,1 0,0-1,0 0,0-1,0 0,0-1,0-1,0 0,0 0,0-1,0-1,-1 0,1 0,7-4,-9 2,-1 0,0 0,0 0,0-1,-1-1,0 0,-1 0,1 0,-1-1,0 0,-1 0,0-1,0 1,-1-2,0 1,-1 0,0-1,0 0,-1 0,-1 0,1 0,-2 0,1-1,-1-4,-1 15,-1 0,1 0,0 1,0-1,-1 0,1 0,0 1,-1-1,1 0,0 0,-1 0,1 0,0 1,-1-1,1 0,0 0,-1 0,1 0,0 0,-1 0,1 0,-1 0,1 0,0 0,-1 0,1 0,0 0,-1 0,1-1,0 1,-1 0,1 0,0 0,-1 0,1-1,0 1,-1 0,1 0,0-1,-2 12,1 0,0 0,0-1,1 1,1 0,-1 0,2 0,0-1,0 1,1-1,0 1,1-1,0 0,0 0,1 0,1-1,0 0,0 0,1 0,-1-1,2 0,-1 0,1-1,1 0,-1 0,1-1,0 0,1-1,-1 0,1 0,7 1,35 13,-4-6</inkml:trace>
  <inkml:trace contextRef="#ctx0" brushRef="#br0" timeOffset="12049.004">16030 723,'-8'-10,"-1"1,0 0,-1 0,0 1,0 0,-1 1,0 0,0 1,0 0,-1 1,0 0,0 0,-13-2,22 7,0 0,-1 0,1 0,0 1,0-1,0 1,0-1,-1 1,1 0,0 0,0 1,0-1,1 1,-1-1,0 1,1 0,-1 0,1 0,-1 0,1 1,0-1,0 1,0-1,0 1,0 0,1-1,-1 1,1 0,0 0,0 0,0 2,-1 0,1 0,0 1,0-1,0 0,1 1,-1-1,2 1,-1-1,0 1,1-1,0 0,0 1,1-1,0 0,0 0,0 0,0 0,2 2,7 5,1 0,1-1,-1-1,2 0,-1-1,2 0,-1-1,1-1,0 0,0-1,1 0,0-1,0-1,0-1,0 0,1-2,4 1,-4 2,1-2,0 1,0-2,0-1,0 0,0-1,0-1,-1 0,1-1,0-2,-1 1,0-2,0 0,3-3,-15 5,0 1,0-1,-1 0,1 0,-1-1,0 1,0-1,-1 0,1 0,-1-1,0 1,0 0,-1-1,2-5,-6 47,4-30,0-1,0 1,0-1,0 1,1-1,0 0,0 0,1 0,0-1,-1 1,1-1,1 0,-1 0,1 0,-1 0,1-1,0 0,0 0,1 0,-1-1,0 0,1 0,3 1,6 1,0 0,1 0,-1-2,1 0,0-1,-1-1,1 0,5-1,-12 0,1-1,-1 1,1-2,-1 1,0-1,0-1,0 0,-1 0,1-1,-1 0,7-5,-11 7,0 0,-1 0,0 0,0-1,0 1,0-1,0 1,-1-1,0 0,0 0,0 0,0 0,0 0,-1-1,0 1,0-1,0 1,0 0,-1-1,0 1,0-1,0 1,0-1,-1 1,0-1,0 0,0 0,-1 0,0 0,-1 0,1 1,-1-1,0 1,0-1,0 1,-1 0,1 0,-1 1,0-1,0 1,0 0,-1 0,1 0,-1 0,1 1,-1 0,0 0,0 0,-1 0,-6-2,-1 1,-1 0,1 0,0 2,-1-1,1 2,-1 0,-1 0,6 0,0 1,0 0,0 0,0 1,0 0,0 0,1 1,-1 0,1 1,0 0,0 0,0 1,0 0,1 0,0 1,0-1,1 2,-1-1,1 1,1 0,-1 0,1 1,0-1,1 1,0 0,0 1,1-1,-3 8,7-11,-1 1,1-1,-1 0,2 1,-1-1,0 0,1 0,0 0,0 0,1 0,-1-1,1 1,0-1,0 1,1-1,-1 0,1 0,0-1,0 1,0-1,1 0,-1 0,1 0,-1 0,1-1,0 0,5 2,28 11</inkml:trace>
  <inkml:trace contextRef="#ctx0" brushRef="#br0" timeOffset="13153.029">16498 174,'0'7,"0"7,2 1,6 0,5 0,6-3,8-3,4-3,4-3,3-4,1-4,1-4,-3-2,-7-4,-8 0</inkml:trace>
  <inkml:trace contextRef="#ctx0" brushRef="#br0" timeOffset="13686.031">16644 589,'10'27,"0"0,2-1,0-1,2 1,1-2,1 0,1-1,14 15,-28-35,-1 1,1-1,0 0,0 0,0-1,0 1,1-1,-1 1,1-1,-1 0,1 0,0-1,0 1,0-1,0 0,0 0,0 0,0 0,0-1,0 1,0-1,1-1,-1 1,0 0,0-1,0 0,0 0,0 0,0 0,0-1,0 1,-1-1,1 0,0 0,1-2,5-5,-1 0,-1 0,1-1,-1 0,-1 0,0-1,-1 0,0 0,0-1,-1 0,-1 0,0 0,-1 0,0-1,0 1,-2-1,0 0,0 1,-1-13,0 21,0 0,-1 0,1 0,-1-1,0 1,0 0,0 0,-1 0,1 0,-1 1,0-1,0 0,0 1,-1-1,1 1,-1 0,0 0,0 0,0 0,0 0,-1 0,1 1,-1 0,1 0,-1 0,0 0,0 0,-1 1,5 1,0 0,1 0,-1 0,0 0,0 1,0-1,0 0,0 0,0 0,0 1,0-1,0 0,0 0,0 1,0-1,0 0,0 0,0 0,0 1,0-1,0 0,0 0,0 0,0 1,0-1,0 0,0 0,0 0,-1 1,1-1,0 0,0 0,0 0,0 0,18 9,1-1,1 0,-1-2,1 0,1-2,-1 0,1-1,4 2,17 3,133 35,-173-43,0 1,0-1,-1 0,1 1,0-1,0 1,-1-1,1 1,-1 0,1 0,-1 0,1 0,-1 0,1 0,-1 0,0 0,1 0,-1 1,0-1,0 0,0 1,0-1,0 1,0 0,-1-1,1 1,-1 0,1-1,-1 1,1 0,-1-1,0 1,0 0,0 0,0 0,0-1,0 1,0 0,-1 0,1-1,0 1,-1 0,0-1,1 1,-1 0,0-1,-1 2,-14 21,12-21,1 0,-1 1,1-1,0 1,0 0,1 0,-1 0,1 0,0 1,0-1,0 0,1 1,-1 0,1-1,0 1,0 0,1 0,0-1,-1 1,2 0,-1 0,0-1,1 1,0 0,0 0,1-1,-1 1,1-1,1 3,4 0,0 0,1-1,0 0,1 0,-1 0,1-1,0 0,0-1,0 0,1-1,0 0,0 0,-1-1,8 1,57 12,-3-5</inkml:trace>
  <inkml:trace contextRef="#ctx0" brushRef="#br0" timeOffset="14752.502">17955 709,'-11'-4,"-1"0,1 1,-1 0,0 1,0 0,0 1,0 0,0 1,0 1,0 0,0 0,0 1,-10 3,19-3,-1 0,1 0,0 0,1 1,-1-1,0 1,1 0,-1-1,1 1,0 0,0 1,0-1,0 0,0 0,1 1,-1-1,1 1,0-1,0 1,1 0,-1-1,1 1,0 0,0 0,0-1,0 1,0 0,1-1,0 1,0 0,0-1,0 1,0-1,1 1,0-1,-1 0,1 0,1 0,-1 0,0 0,1 0,0 1,15 11,0 0,1-1,1-1,0-1,1-1,0 0,0-2,1-1,0 0,1-2,0 0,0-1,0-2,1 0,15 4,-1-1,2-2,-1-2,0-2,0-1,1-2,-1-1,-1-3,1-1,3-2,-34 7,1 1,-1-1,0-1,0 1,-1-2,1 1,-1-1,0 0,0 0,-1-1,1 1,-1-2,-1 1,1-1,-1 0,0 0,0 0,0-3,-4 8,-1 1,0-1,0 1,1-1,-1 1,0-1,0 1,0-1,-1 0,1 1,0-1,-1 1,1-1,-1 1,1 0,-1-1,0 1,1-1,-1 1,0 0,0 0,0-1,0 1,0 0,0 0,0 0,-1 0,1 0,0 0,-1 1,1-1,0 0,-1 1,1-1,-1 1,1-1,-1 1,1-1,-62-11,34 9,0 1,0 2,0 0,0 2,0 1,-6 3,33-6,1 0,-1 0,0 0,1 0,-1 0,1 0,-1 1,1-1,-1 0,1 1,-1-1,1 1,0 0,-1-1,1 1,0 0,-1 0,1 0,0 0,0 0,0 0,0 0,0 0,0 0,0 1,0-1,0 0,1 1,-1-1,0 1,1-1,-1 0,1 1,0-1,0 1,-1 0,1-1,0 1,0-1,0 1,0-1,1 1,-1-1,0 1,1-1,-1 1,1-1,-1 1,1-1,0 0,-1 1,1-1,0 0,0 0,1 1,9 7,0 0,0-2,1 1,0-1,1-1,0 0,0-1,0-1,0 0,1 0,-1-1,1-1,13 0,-21 0,0 0,1-1,-1 0,1-1,-1 0,1 1,-1-2,1 1,-1-1,1 0,-1-1,0 1,1-1,-1 0,0-1,0 0,0 0,-1 0,1 0,-1-1,1 0,-1 0,-1-1,5-3,-8 2,-8 23,7-10,0-1,0 0,0 1,1-1,0 0,1 0,-1 0,1 1,1-1,-1-1,1 1,0 0,0-1,0 1,1-1,0 0,0 0,0-1,1 1,-1-1,1 0,0 0,1 0,-1-1,0 0,1 0,0 0,0-1,0 1,0-2,0 1,0-1,0 0,1 0,-1 0,0-1,1 0,-1 0,0-1,1 0,-1 0,0 0,0-1,0 0,0 0,0 0,0-1,0 0,-1 0,1-1,-1 1,0-1,0 0,-1-1,5-3,-2-8,0 1,-1-1,-1 0,0-1,-1 1,-1-1,0 0,-1 0,-1 0,-1-9,2-5,11-84,-12 114,-1 0,0-1,1 1,0 0,-1-1,1 1,0 0,0 0,-1 0,1 0,0 0,0 0,0 0,0 0,1 0,-1 0,0 0,0 1,0-1,1 0,-1 1,0-1,1 1,-1 0,0-1,1 1,-1 0,1 0,-1 0,1 0,-1 0,0 0,1 0,-1 0,1 1,-1-1,1 0,55 24,-42-17,12 6,-6-4,1 0,-2 2,1 1,-1 0,-1 2,15 13,-31-24,0 1,0 0,-1 0,0 1,1-1,-1 0,-1 1,1-1,-1 1,0 0,0 0,0-1,0 1,-1 0,0 0,0 0,0-1,-1 1,1 0,-1 0,-1-1,1 1,0 0,-1-1,-2 4,2-2,0 0,0 1,1-1,-1 1,2-1,-1 1,1 0,-1-1,2 1,-1 0,1-1,0 1,1-1,0 3,1-3,1 0,-1 0,2 0,-1 0,1-1,-1 1,2-1,-1 0,0-1,1 1,0-1,0 0,0-1,1 1,-1-1,1 0,6 1,122 25,-114-26,0-2,1 0,-1-2,1 0,-1-1,0-2,0 0,0-1,5-3,-17 6,-1-1,1-1,-1 0,-1 0,1 0,0-1,-1 0,0-1,0 1,-1-1,1-1,-1 1,-1-1,1 0,-1-1,0 1,-1-1,0 0,0 0,-1 0,0-1,0 1,0-5,-2 9,0-1,0 0,-1 0,1 0,-1 1,-1-1,1 0,0 0,-1 0,0 1,0-1,-1 0,1 1,-1-1,0 1,0-1,-1 1,1 0,-1 0,0 0,0 0,0 1,-1-1,1 1,-1 0,0 0,0 0,0 0,0 1,0 0,0-1,-1 2,1-1,-1 0,0 1,1 0,-1 0,0 0,0 1,0 0,0-1,1 2,-1-1,0 1,0-1,0 1,-3 2,3-1,-1 0,1 0,1 1,-1 0,0 0,1 0,-1 0,1 1,0 0,0 0,0 0,1 0,-1 1,1-1,0 1,1 0,-1 0,1 0,0 0,0 0,0 1,1-1,0 0,0 1,0 0,1-1,-1 1,1-1,1 1,-1-1,1 1,0-1,0 1,1-1,0 0,-1 1,2-1,1 4,7 8,1-1,0-1,1 0,1 0,0-1,1-1,1-1,0 0,0-1,1 0,1-2,0 0,15 6,34 14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04:40.13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411 0,'-18'7,"-16"11,-10 17,-8 15,-3 18,0 17,6 18,6 16,10 12,11 8,16-1,18-4,19-12,19-16,16-16,7-17,-8-20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04:40.92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69 402,'-23'103,"4"1,6 1,0 74,14-149,-1-30,1-1,-1 1,0-1,0 1,0 0,0-1,0 1,0 0,1-1,-1 1,0 0,0-1,1 1,-1 0,0-1,0 1,1 0,-1 0,0-1,1 1,-1 0,0 0,1 0,-1-1,1 1,-1 0,0 0,1 0,-1 0,1 0,-1 0,0 0,1 0,-1 0,1 0,-1 0,0 0,1 0,-1 0,0 0,1 0,-1 1,1-1,-1 0,0 0,1 0,-1 1,0-1,1 0,-1 0,0 1,0-1,1 0,-1 0,0 1,0-1,1 1,-1-1,0 0,0 1,0-1,0 0,1 1,-1-1,0 1,0-1,7-17,0 0,0 0,-2-1,0 0,-1 0,-1 0,-1 0,-1-1,0-3,0 15,3-42,-1 0,-3 0,-2 0,-7-44,3 71,6 21,-1 1,1 0,0 0,-1 0,1 0,0 0,-1 0,1 0,0 0,-1 0,1 0,0 0,-1 0,1 0,-1 0,1 0,0 0,-1 1,1-1,0 0,0 0,-1 0,1 0,0 1,-1-1,1 0,0 0,0 1,-1-1,1 0,0 1,0-1,0 0,0 0,-1 1,1-1,0 0,0 1,0-1,0 0,0 1,0-1,0 0,0 1,0-1,0 1,0-1,0 0,0 1,0-1,0 0,0 1,0-1,0 0,1 1,-1-1,0 0,0 0,0 1,1-1,-1 0,0 1,0-1,1 22,1 0,1 0,1 0,1-1,1 0,0 1,2-2,0 1,2-1,0-1,1 0,11 14,-9-12,1-1,1-1,1 0,0-1,2-1,0 0,1-1,0-2,1 0,1 0,0-2,21 9,-38-20,0 1,-1-1,1 1,0-1,0 0,0-1,0 1,0-1,0 1,0-1,0 0,0-1,0 1,-1-1,1 0,0 0,0 0,0 0,-1-1,1 1,0-1,-1 0,1 0,-1 0,0-1,0 1,0-1,0 0,0 0,-1 0,1 0,-1 0,0 0,0-1,0 1,1-3,7-23,-2 0,-1 0,-1-1,-1 0,-2 0,-1 0,-1-11,0 34,0-633,0 662,2 0,1 0,0 0,2-1,7 21,4 5</inkml:trace>
  <inkml:trace contextRef="#ctx0" brushRef="#br0" timeOffset="366.794">844 456,'0'14,"-2"53,3-1,3 0,3 0,3-1,11 37,-18-91,0 0,1-1,1 1,0-1,0 0,1 0,0 0,1-1,-5-7,0 1,0-1,0 0,0 0,0 0,0 0,1-1,-1 1,0-1,1 1,0-1,-1 0,1 0,0 0,0 0,-1-1,1 1,0-1,0 1,0-1,0 0,0 0,0-1,-1 1,1 0,0-1,0 0,0 0,-1 1,1-2,0 1,-1 0,3-2,8-7,0-1,-1-1,0 0,-1 0,0-1,-1-1,-1 1,0-2,-1 1,0-1,-1-1,-1 1,3-13,52-174,-58 241,-3-35,-2 14,0 0,2-1,0 1,0 0,2 0,1 0,0-1,1 1,0-1,2 0,0 0,1-1,1 0,0 0,1-1,6 9,21 9,-1-9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04:50.29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258 720,'-1'-4,"0"-1,0 1,-1-1,1 1,-1 0,0-1,0 1,-1 0,1 0,-1 0,0 1,0-1,0 1,0-1,-1 1,1 0,-1 0,0 1,0-1,0 1,0 0,0 0,-1 0,1 1,0-1,-1 1,0 0,1 0,-1 1,1-1,-1 1,0 0,1 0,-3 1,-1 1,0 1,0 1,0-1,1 1,-1 1,1-1,0 1,0 0,0 1,1 0,0 0,0 0,0 1,1 0,0 0,0 0,1 0,0 1,0 0,1 0,0 0,0 3,2-9,0 1,1-1,0 0,-1 1,1-1,0 1,0-1,0 1,1-1,-1 1,0-1,1 0,0 1,-1-1,1 0,0 0,0 1,1-1,-1 0,0 0,1 0,-1 0,1 0,-1-1,1 1,0 0,0-1,0 1,0-1,0 0,0 1,0-1,1 0,-1-1,0 1,2 0,4 2,1-1,-1-1,1 0,-1 0,1 0,-1-1,1-1,-1 1,9-3,0-1,0-2,0 0,-1-1,0 0,0-1,-1-1,0-1,0 0,-1-1,-1 0,0-1,0 0,-2-2,1 1,-1-1,-1-1,-1 0,0 0,-1-1,0 0,-2 0,0-1,0 1,-2-1,0-1,0-7,5-26,-1 0,-3-1,-3 0,-1 0,-7-49,5 89,0 0,-1 0,0 1,-1-1,0 1,-1-1,0 1,-1 1,-2-5,6 13,-1 1,1-1,0 0,-1 0,1 0,-1 1,1-1,-1 1,0-1,0 1,0 0,0 0,0 0,0 0,0 0,0 0,0 0,0 1,-1-1,1 1,0-1,0 1,-1 0,1 0,0 0,0 0,-1 1,1-1,0 0,0 1,-1 0,1-1,0 1,0 0,0 0,0 0,0 1,0-1,0 0,-66 66,53-46,1 1,1 0,1 1,1 0,1 1,1 0,2 0,0 1,1 0,1 0,2 1,0 0,2-1,1 1,1 0,1-1,1 1,1-1,2 0,0 0,2 0,1-1,0 0,2-1,7 12,-11-25,0 0,0-1,1 0,0 0,1-1,0 0,0-1,0 0,1 0,0-1,1 0,-1-1,1 0,0 0,1-1,-1-1,0 0,1-1,0 0,0-1,-1 0,1 0,0-2,0 1,0-2,0 1,-1-1,1-1,-1-1,1 1,9-6,-9 2,0-1,0-1,-1 0,0 0,0-1,-1 0,0-1,-1-1,-1 1,1-1,-2 0,0-1,0 0,-1 0,-1-1,0 1,-1-1,0 0,-1-5,-2 18,0-1,-1 1,1 0,-1 0,1-1,-1 1,0-1,1 1,-1 0,0-1,0 1,0-1,0 1,0 0,0-1,-1 1,1 0,0-1,-1 1,1 0,-1-1,1 1,-1 0,0 0,0-1,1 1,-1 0,0 0,0 0,0 0,0 0,0 0,0 0,-1 0,1 1,0-1,0 0,0 1,-1-1,1 1,0-1,-1 1,1 0,-1-1,-3 4,1 0,-1 0,1 0,0 0,0 1,0-1,0 1,1 0,-1 0,1 1,0-1,0 0,1 1,-1 0,1 0,0 0,0 0,1 0,-1 0,1 0,1 1,-1-1,1 0,-1 2,2 0,0 1,1-1,0 1,0-1,0 1,1-1,0 0,0 0,1 0,0-1,0 1,1-1,0 0,0 0,0 0,1-1,-1 0,1 0,1 0,-1-1,0 0,1 0,0-1,0 0,0 0,1 0,4 0,55 22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04:54.13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336 1104,'-3'-3,"-1"0,1 0,0 0,-1 1,0-1,0 1,0 0,0 0,0 0,0 1,0-1,-1 1,1 0,0 0,-1 0,1 1,-1 0,1 0,-1 0,1 0,-1 1,1-1,0 1,-1 0,1 1,0-1,0 1,0 0,0 0,0 0,0 0,0 1,1 0,-1-1,1 1,0 0,0 1,0-1,-2 4,2-3,0 0,1 1,0 0,0-1,0 1,1 0,-1 0,1 0,0 0,1 0,-1 0,1 0,0 0,0 0,0 1,1-1,0 0,0 0,0 0,1 0,0-1,0 1,0 0,0-1,3 5,1-1,-1-1,1 1,1-1,-1 0,1 0,1-1,-1 0,1 0,0-1,0 0,1 0,-1-1,6 2,3 0,-1 0,1-1,0-1,0-1,0 0,1-1,-1-1,0-1,1 0,-1-1,1-1,-1-1,0 0,0-1,0-1,-1 0,1-2,-1 0,1-1,-8 0,0 0,-1 0,0-1,0 0,-1-1,0 0,0 0,-1 0,-1-1,0 0,0 0,-1 0,0 0,-1-1,-1 1,0-1,0 0,-1 0,0 0,-1 0,-1-3,0 11,1 1,-1-1,0 1,0 0,-1 0,1 0,0-1,-1 1,0 0,0 1,0-1,0 0,0 1,-1-1,1 1,-1-1,0 1,1 0,-2 0,-15-16,0-3,1-1</inkml:trace>
  <inkml:trace contextRef="#ctx0" brushRef="#br0" timeOffset="264.181">456 61,'0'-13,"3"-6,2 2,3 5,3 15,3 19,2 27,3 31,3 27,-1 25,2 16,-2 10,-4-1,-5-9,-6-16,-10-19,-8-22,-2-27</inkml:trace>
  <inkml:trace contextRef="#ctx0" brushRef="#br0" timeOffset="679.728">563 1197,'-4'-13,"-9"-12,-9-6,-9-2,-12 2,-9 4,-7 7,-7 6,-5 7,5 7,7 12,15 11,16 7,23 6,26 4,27-1,5-7</inkml:trace>
  <inkml:trace contextRef="#ctx0" brushRef="#br0" timeOffset="1214.763">938 1238,'93'-28,"-84"27,1 0,-1-1,1-1,-1 1,0-2,0 1,0-1,-1 0,1-1,-1 0,0-1,0 0,-1 0,1 0,-2-1,1 0,-1 0,0-1,1-1,-6 6,1 0,-2 1,1-1,0 0,0 1,-1-1,0 0,1 0,-1 0,0 0,0 1,-1-1,1 0,-1 0,1 1,-1-1,0 0,0 0,0 1,0-1,0 1,-1-1,1 1,-1 0,0 0,1-1,-1 1,0 0,-1 0,1 1,0-1,-1 0,-4-3,-1 0,0 0,-1 1,1 0,-1 1,0 0,1 0,-1 0,-2 1,-4 0,0 0,1 1,-1 0,0 1,1 1,-1 0,0 2,1-1,-12 5,20-6,0 1,0 0,0 0,0 1,0 0,1 0,0 0,-1 1,1 0,0 0,0 0,1 0,-1 1,1 0,0 0,1 0,-1 0,1 1,0-1,0 1,1 0,-1 0,0 4,2-4,0-1,1 1,0 0,0-1,0 1,1-1,0 1,0-1,0 1,1-1,0 1,0-1,0 0,0 0,1 0,0 0,0-1,0 1,1-1,0 1,-1-1,1 0,2 0,9 9,1 0,0-1,1 0,0-2,19 9,10 2,1-3,0-1,36 6,28 3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04:51.31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1 967,'61'-139,"13"-64,-74 201,0 0,1 0,-1 0,1 0,0 1,-1-1,1 0,0 0,0 0,0 1,0-1,1 1,-1-1,0 1,1-1,-1 1,1-1,-1 1,1 0,0 0,0 0,-1 0,1 0,0 1,0-1,0 0,0 1,0-1,0 1,0 0,0 0,0-1,0 2,0-1,0 0,0 0,0 0,0 1,0-1,0 1,7 7,0 0,-1 1,0-1,-1 2,1-1,-2 1,0 0,0 0,0 1,-2 0,1 0,-1 1,5 11,-1 1,-2 0,0 1,-1 0,-2 0,1 19,-12 12,8-55,0 1,-1-1,1 0,-1 1,0-1,1 1,-1-1,0 0,0 0,0 1,0-1,0 0,0 0,0 0,0 0,0 0,-1 0,1-1,0 1,-1 0,1-1,0 1,-1-1,1 1,-1-1,1 1,-1-1,1 0,-1 0,1 0,-1 0,1 0,-1 0,1 0,-1-1,-3-2,1 0,0-1,0 0,0 0,0 0,0 0,1 0,0-1,0 0,0 0,1 1,-1-1,1-1,0 1,1 0,-1-1,1 1,0 0,1-1,-1 1,1-1,0 5,-2-2,1 0,0 0,0 0,0 0,0 1,0-2,0 1,1 0,-1 0,1 0,0 0,0 0,0 0,1 0,-1 0,1 0,0 0,-1 0,1 0,1 0,-1 0,0 0,1 1,-1-1,1 0,0 1,0-1,0 1,0 0,0 0,1 0,-1 0,0 0,1 0,0 0,-1 1,1 0,1-1,154 9,-130-5,-13 1,1-2,-1 0,1 0,0-2,0 0,-1-1,1 0,-1-1,0-1,0 0,13-6,-25 8,-1 1,0 0,1-1,-1 1,0-1,0 0,0 0,0 0,-1 0,1 0,0 0,-1 0,0 0,1-1,-1 1,0 0,0-1,0 1,-1-1,1 1,0-1,-1 0,0 1,1-1,-1 0,0 1,-1-1,1 0,0 1,-1-1,1 1,-1-1,0 1,0-1,0 1,0-1,-1 1,1 0,0-1,-1 1,0 0,1 0,-1 0,0 0,0 1,0-1,0 0,-1 1,1 0,0-1,-3 0,0 1,0 0,0 0,0 1,0-1,0 1,0 0,0 0,0 1,0 0,0 0,0 0,0 0,0 1,1 0,-1 0,0 0,1 0,-1 1,1 0,0 0,0 0,0 0,1 1,-1-1,1 1,-1 0,1 0,1 0,-1 1,0-1,1 1,0-1,0 1,0 0,1 0,0 0,0 0,0 0,0 0,1 0,0 0,0 0,0 0,1 0,-1 0,1 0,1 0,-1 0,1 0,0 2,3 2,1 1,0-1,0 0,1-1,0 1,0-1,1-1,0 0,1 0,-1 0,1-1,0 0,1-1,0 0,-1 0,2-1,-1 0,0-1,1-1,-1 1,3-1,30 6</inkml:trace>
  <inkml:trace contextRef="#ctx0" brushRef="#br0" timeOffset="550.949">897 701,'0'0,"-1"0,1 0,0 0,0 0,-1 1,1-1,0 0,0 0,-1 0,1 0,0 0,0 0,-1 0,1 0,0 0,-1 0,1 0,0 0,0 0,-1 0,1 0,0 0,0 0,-1 0,1 0,0-1,0 1,-1 0,1 0,0 0,0 0,-1-1,1 1,0 0,-3 34,3-20,1-1,-1 0,2 0,0 0,1 0,0 0,1 0,0-1,1 1,0-1,1 0,0-1,1 1,1-1,0-1,0 1,1-1,3 2,-10-10,0 0,1-1,-1 1,1-1,0 1,0-1,-1 0,1 0,0 0,0 0,0 0,0-1,0 0,0 1,0-1,0 0,0 0,0-1,0 1,0-1,0 1,0-1,0 0,0 0,0 0,-1-1,1 1,0-1,-1 1,1-1,-1 0,1 0,-1 0,0 0,0 0,1-2,4-5,1 0,-1-1,-1 0,0 0,0-1,-1 1,0-1,2-10,10-67,-18 88,1 0,0 0,0 0,-1 0,1 0,0 0,-1 0,1 0,0 0,-1 0,1 0,0 0,-1 0,1 0,0 0,0-1,-1 1,1 0,0 0,-1 0,1 0,0-1,0 1,0 0,-1 0,1 0,0-1,0 1,0 0,-1 0,1-1,0 1,0 0,0-1,0 1,0 0,0 0,-1-1,1 1,0 0,0-1,0 1,0 0,0-1,0 1,0 0,1-1,-1 1,0 0,0 0,0-1,0 1,0 0,0-1,0 1,1 0,-1 0,0-1,-11 26,10-20,-1 0,1 0,-1 0,2 0,-1 1,0-1,1 0,0 1,0-1,1 0,0 1,0-1,0 0,0 0,1 0,0 0,0 0,0 0,0 0,1 0,0-1,0 0,0 1,1-1,-1 0,1-1,0 1,0-1,0 1,1-1,-1 0,1-1,0 1,0-1,0 0,0 0,0-1,5 2,-5-3,-1 1,1-1,0 0,0-1,0 1,0-1,0 0,-1 0,1 0,0-1,-1 0,1 0,-1 0,0 0,1-1,-1 0,0 0,-1 0,1 0,0 0,-1-1,0 1,0-1,0 0,0 0,-1 0,1-1,0-2,3-6,0 0,-1-1,0 0,-1 0,-1 0,0 0,-1-1,0 1,-1-2,-1 16,0-1,1 0,-1 0,0 0,1 0,-1 0,0 0,0 1,0-1,0 0,0 0,0 0,0 0,0 0,0 0,0 0,-1 0,1 1,0-1,-1 0,1 0,0 0,-1 1,1-1,-1 0,1 0,-1 1,0-1,1 0,-1 1,0-1,1 1,-1-1,0 0,0 1,1 0,-1-1,0 1,0 0,0-1,0 1,-2 4,0 0,1 1,0-1,0 1,0-1,0 1,1 0,-1 0,1 0,1 0,-1-1,1 1,0 0,0 0,0 4,0 0,1 0,1 0,-1-1,1 1,1-1,-1 1,2-1,-1 0,1 0,0 0,1-1,-1 1,2-1,-1 0,1 0,0-1,0 0,1 0,0 0,0-1,0 0,1-1,-1 1,1-1,0-1,0 1,1-2,0 1,31 9</inkml:trace>
  <inkml:trace contextRef="#ctx0" brushRef="#br0" timeOffset="2147.561">1699 647,'-5'10,"-1"-1,2 2,-1-1,1 0,1 1,0-1,1 1,0 0,0 0,1 0,0 0,1 0,1 1,0-1,0 0,1 0,0 0,0-4,-1-1,1 1,0 0,1-1,-1 0,1 0,0 0,1 0,0 0,0-1,0 1,0-1,1 0,0 0,0-1,0 0,1 0,-1 0,1 0,0-1,0 0,0 0,1 0,-1-1,1 0,-1-1,1 1,0-1,-1-1,0 1,0-2,0 1,0 0,0-1,0 0,0-1,-1 1,1-1,0 0,-1-1,0 1,1-1,-1 0,0-1,0 1,-1-1,1 0,-1 0,0 0,0-1,0 1,0-1,1-3,4-5,-1-1,-1 0,0-1,0 0,-2 0,0 0,0 0,0-10,1-60,-6 84,-1 0,1 0,0 1,0-1,-1 0,1 0,-1 0,1 0,-1 0,1 0,-1 1,1-1,-1 0,0 0,1 1,-1-1,0 0,0 1,1-1,-1 1,0-1,0 1,0-1,0 1,0 0,0-1,0 1,0 0,0 0,0 0,0 0,0 0,0 0,0 0,0 0,0 0,0 0,1 0,-1 1,0-1,0 0,0 1,0-1,0 1,0-1,0 1,-37 27,37-25,-1-1,0 0,1 1,0-1,-1 1,1-1,0 1,0 0,1-1,-1 1,0 0,1 0,0-1,0 1,-1 0,2 0,-1 0,0 0,1-1,-1 1,1 0,0 0,0-1,0 1,0-1,0 1,0-1,1 1,-1-1,1 0,0 1,0-1,0 0,0 0,2 1,89 55,-28-33,1-4,1-2,0-4,1-2,1-3,0-3,4-4,-61-2,-4 0,0 0,0 0,0-1,0 0,0 0,0-1,0 0,0-1,0 0,-1 0,1 0,0-1,-1 0,0-1,2 0,-8 2,0 1,0 0,0-1,0 1,0-1,0 0,0 1,0-1,-1 0,1 1,-1-1,1 0,-1 0,0 1,1-1,-1 0,0 0,0 0,0 0,-1 1,1-1,0 0,-1 0,1 0,-1 1,0-1,1 0,-1 1,0-1,0 1,0-1,-35-46,27 39,-1 0,0 1,0 0,-1 0,0 2,0-1,0 1,-2 0,9 4,-1 1,1-1,0 0,-1 1,1 0,-1 0,1 0,-1 1,1 0,-1-1,0 2,1-1,-1 0,1 1,-1 0,1 0,-1 0,1 1,0-1,-1 1,1 0,0 0,0 1,0 0,1 0,0 0,0 0,0 1,0-1,1 1,0 0,0 0,0 0,0 0,0 0,1 0,0 0,0 0,0 1,0-1,0 0,1 1,0-1,0 1,0-1,1 0,0 1,-1-1,2 0,-1 1,0-1,1 0,0 0,0 0,0 0,0 0,0-1,1 1,0-1,0 1,0-1,0 0,0 0,1-1,-1 1,1 0,0-1,-1 0,1 0,0 0,1 0,4 0,-1 1,1-1,-1 0,1-1,0 0,-1-1,1 1,0-2,0 1,-1-1,1-1,0 1,-1-1,1-1,-1 0,0 0,0 0,0-1,0-1,-1 1,1-1,-1 0,0-1,-1 0,0 0,1 0,-2-1,1 1,-1-1,0-1,-1 1,2-4,2 2,-8 25,0-7,0-3,-1 0,1-1,1 1,-1 0,1-1,0 1,0-1,1 1,-1-1,1 1,1-1,-1 0,1 0,0 0,0 0,0-1,0 1,1-1,0 0,0 0,0 0,1 0,-1-1,4 2,5 0,1 0,0-1,0 0,0-2,0 1,0-2,1 0,-1 0,0-2,1 0,-1 0,0-1,1-1,-1 0,-1-1,1-1,0 0,-1-1,0 0,3-3,-2 0,-1-1,0 0,0-1,-1 0,0-1,-1 0,-1-1,0 0,0-1,-2 0,1 0,2-8,6-17,-2-1,-1 0,-2-1,1-13,0 0,-2 0,-3-1,-2 0,-2 0,-3 0,-4-24,2 64,-1 1,-1 0,0 0,-1 0,0 1,-1-1,-5-8,8 18,0 0,0 1,0-1,0 1,-1 0,0-1,1 1,-1 1,0-1,0 0,-1 1,1-1,-1 1,1 0,-1 0,1 0,-1 1,0-1,0 1,0 0,0 0,0 0,0 1,0-1,0 1,-1 0,1 0,-1 1,-6 2,-1 0,1 2,0-1,0 2,0-1,1 1,-1 1,2 0,-1 0,1 1,0 0,0 1,1 0,1 0,-1 1,1 0,-3 7,-2 2,0 0,1 1,1 1,2 0,-1 0,2 1,1 0,1 0,1 0,0 1,2-1,1 1,1 0,0 0,2 0,1-1,0 1,2-1,1 0,0 0,2-1,0 1,1-2,2 1,11 16,-7-13,0-2,2 0,1-1,0-1,2-1,0 0,1-2,1 0,0-1,1-1,1-2,0 0,26 9,-44-20,0 0,0 0,0 0,0-1,1 0,-1 0,0-1,1 0,-1 0,0 0,1-1,-1 0,0 0,0-1,0 1,0-1,0-1,0 1,0-1,0 0,-1 0,0-1,0 1,0-1,0-1,11-13,-2-1,0 0,-1-2,-1 1,-1-1,4-12,-20 45,0 1,0 1,1-1,1 1,0-1,1 1,1 4,0-15,1 1,0 0,0 0,0 0,1-1,-1 1,1 0,0 0,0-1,0 1,0-1,1 1,0-1,-1 1,1-1,0 0,1 0,-1 0,1 0,-1 0,1 0,0-1,0 0,0 1,0-1,0 0,1 0,-1-1,1 1,9 2,1-1,0-1,0 0,0-1,0 0,0-1,0-1,0 0,0-1,0 0,0-1,-1-1,1 0,-1-1,0 0,12-7,-17 8,0-1,0 1,-1-1,0-1,0 1,0-1,0 0,-1-1,0 1,-1-1,0-1,0 1,0-1,-1 0,0 0,0 0,0-3,-3-6,-8 20,4 3,0 1,1 0,0 0,0 0,1 0,0 0,0 1,0-1,1 0,0 0,1 1,0-1,0 0,0 0,1 0,0 1,0-2,1 1,0 0,0-1,0 1,1-1,0 0,0 0,1 0,0-1,0 1,4 2,-1-2,1 0,-1-1,2 0,-1 0,0-1,1 0,0-1,0 0,0-1,0 0,1 0,-1-1,0 0,1-1,-1 0,1-1,-1 0,0-1,0 0,0 0,2-2,3-1,1 0,-1-2,0 1,0-2,-1 0,0-1,0-1,-1 0,0 0,-1-1,0-1,-1 0,0-2,14-26,-1 0,-3-2,-1-1,-3-1,-1 0,-2-1,-2-1,3-29,-3 27,-2 0,-2 0,-2-1,-1-44,-5 86,0 0,0 0,0 0,-1 0,0 0,-1 0,1 1,-1-1,-1 0,1 1,-1 0,0-1,-1 1,1 0,-1 0,-1 1,1-1,-1 1,1 0,-2 0,1 1,0 0,-1-1,0 2,-1-2,-5 1,0 1,0 0,0 1,0 0,0 0,0 2,-1-1,1 2,0 0,0 0,-1 1,1 0,0 1,1 1,-1 0,1 0,-1 1,1 1,1 0,-1 0,1 1,0 0,0 1,1 0,0 0,1 1,0 1,0-1,1 1,0 0,1 1,-5 11,4-7,2 1,0 0,1 0,1 0,0 1,1-1,1 1,0 0,1-1,1 1,1-1,0 1,4 11,3 8,2-1,1-1,1 0,2 0,15 23,-1-9,2-1,2-2,1-1,3-2,11 9,23 16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04:46.23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255 1012,'-10'-6,"0"1,0 0,-1 0,0 1,0 0,0 1,0 0,0 1,-1 0,-8 1,14 0,1 1,-1 0,1 1,-1-1,1 1,0 0,-1 1,1-1,0 1,0 0,0 1,0-1,0 1,0 0,1 0,0 0,-1 0,1 1,0 0,1 0,-1 0,1 0,-2 4,3-5,0 0,1 0,-1 0,1 1,0-1,0 0,1 1,-1-1,1 1,-1-1,1 1,0-1,0 1,1-1,-1 1,1-1,-1 1,1-1,0 0,1 1,-1-1,0 0,1 0,0 0,0 0,0 0,0 0,0-1,1 1,-1-1,1 1,-1-1,1 0,0 0,0 0,0 0,0-1,0 1,3 0,17 7,0-2,0 0,0-2,1 0,0-2,0 0,0-2,0 0,0-2,0-1,8-2,-1 2,-1-2,1-1,-1-2,0-1,-1-1,0-1,0-2,17-9,4-22,-49 42,0 0,0 0,0 0,0 0,0 0,0 0,0 0,0-1,-1 1,1 0,0-1,-1 1,0-1,1 1,-1 0,0-1,1 1,-1-1,0 1,0-1,0 1,0-1,-1 1,1-1,0 1,0 0,-1-1,1 1,-1-1,0 1,1 0,-1-1,0 1,0 0,0 0,1 0,-1 0,-1-1,1 1,0 0,-1 0,0 1,0-1,0 1,0-1,0 1,1 0,-1-1,0 1,0 0,0 0,0 1,0-1,0 0,0 1,0-1,0 1,1-1,-1 1,0 0,0 0,1 0,-1 0,0 0,1 0,-1 0,1 1,0-1,-1 1,1-1,0 1,0-1,0 1,0 0,0-1,0 1,0 0,1 0,-1 0,0-1,1 1,0 0,-1 0,1 0,0 0,0 0,0 0,1 0,-1 0,0 0,1 0,-1 0,1-1,-1 1,1 0,0 0,1 3,0 1,0-1,1-1,-1 1,1 0,0-1,0 1,1-1,-1 0,1 0,0 0,0-1,0 1,1-1,-1 0,1 0,0 0,0-1,5 2,101 28,-91-28,0-1,1 0,0-2,-1 0,1-1,0-2,0 0,19-4,-39 6,1-1,0 1,0 0,-1-1,1 1,0-1,0 0,-1 1,1-1,-1 0,1 0,0 0,-1 0,0 0,1-1,-1 1,0 0,0-1,1 1,-1 0,0-1,-1 0,1 1,0-1,0 1,-1-1,1 0,0 0,-1 1,0-1,0 0,1 0,-1 0,0 1,0-1,0 0,-1 0,1 0,0 1,-1-1,1 0,-1 0,0 1,1-1,-1 0,0 1,0-1,0 1,0-1,0 1,-1 0,0-2,-11-9,0 1,-1 0,-1 1,1 0,-2 2,1-1,-1 2,0 0,-1 1,-10-2,-43-20,70 28,0 0,0 0,0 0,1-1,-1 1,0 0,0 0,0 0,0 0,1 0,-1-1,0 1,0 0,0 0,0 0,0-1,0 1,0 0,0 0,0 0,0-1,0 1,0 0,0 0,0 0,0-1,0 1,0 0,0 0,0 0,0-1,0 1,0 0,0 0,0 0,0-1,0 1,0 0,0 0,-1 0,1-1,0 1,0 0,0 0,0 0,-1 0,1 0,0 0,0-1,0 1,0 0,-1 0,1 0,0 0,0 0,0 0,-1 0,1 0,0 0,0 0,23-4,-18 3,78-9,1 3,-1 4,36 5,-110-3,0 2,0-1,1 1,-1 1,0-1,0 2,0-1,0 1,-1 0,1 1,-1 0,0 1,0 0,0 0,-1 0,1 1,-2 0,1 0,0 1,-1 0,0 0,-1 1,5 7,6 31,-16-41,1-1,0 1,0 0,0 0,0-1,1 1,0-1,0 1,0-1,0 0,1 0,-1 0,1 0,0 0,1 0,-1-1,0 0,1 1,0-1,0-1,0 1,0 0,0-1,1 0,-1 0,0 0,1-1,0 1,2-1,5-3,0 0,0-1,0 0,0-1,-1-1,1 1,-1-2,0 0,-1 0,0-1,0 0,0-1,-1 0,0 0,0-1,-1 0,0-1,-1 0,4-7,59-104,-73 166,2-38,1 1,0-1,1 0,0 0,0 0,0 0,1 0,0 0,1 0,-1 0,1-1,0 1,1-1,0 0,0 0,0 0,1-1,-1 1,1-1,1 0,-1-1,1 1,1 0,11 5,1 0,0-2,0 0,1-1,0-1,0-1,1-1,-1 0,14-1,44 6</inkml:trace>
  <inkml:trace contextRef="#ctx0" brushRef="#br0" timeOffset="604.114">2635 999,'-13'0,"-5"-2,-1 1,0 1,1 1,-1 0,0 2,1 0,0 0,0 2,0 1,0 0,1 1,0 0,0 2,-4 3,19-11,0 1,0-1,0 0,1 1,-1-1,0 1,1 0,-1-1,1 1,0 0,0 0,0 0,0 0,0 0,0 0,0 0,0 1,1-1,-1 0,1 0,0 1,0-1,-1 0,2 0,-1 1,0-1,0 0,1 0,-1 1,1-1,-1 0,1 0,0 0,0 0,0 0,0 0,1 0,-1 0,0 0,1-1,-1 1,1 0,0-1,0 1,-1-1,1 0,2 1,7 4,0-2,0 0,0 0,1-1,-1 0,1-1,0 0,0-1,0 0,0-1,0 0,0-1,0-1,0 1,-1-2,1 0,-1 0,1-1,-1-1,0 0,-1 0,1-1,-1 0,0-1,0 0,-1-1,0 0,6-7,-5 3,0 0,-1-1,-1 0,0 0,-1-1,0 0,-1-1,-1 1,0-1,-1 0,-1 0,1-3,1-22,-1-1,-1 0,-3 0,-1-1,-1-7,-2 0,-2 1,-2 0,-12-40,18 84,2 0,-1 1,0-1,0 0,0 1,-1 0,1-1,-1 1,0 0,0 0,0 0,0 0,-1 0,1 0,-3-1,4 4,-1 0,1 0,0 0,0 0,-1 1,1-1,0 0,0 1,0-1,0 1,0 0,0-1,0 1,0 0,0-1,0 1,0 0,0 0,0 0,0 0,1 0,-1 0,0 0,1 0,-1 0,1 1,-1-1,1 0,0 0,-1 0,1 1,0-1,0 0,-8 28,1 1,1 0,2 0,1 0,2 0,1 25,0-40,-1 21,1 0,1-1,3 1,0-1,3 1,0-1,3-1,1 0,1 0,2-1,1-1,3 3,-14-27,1 0,0 0,0 0,1-1,0 0,0 0,0-1,1 1,0-2,1 1,-1-1,1 0,0 0,0-1,0 0,1-1,0 1,-1-2,1 1,0-1,0-1,1 0,-1 0,0 0,0-1,0-1,0 0,1 0,-1 0,0-1,0-1,-1 0,1 0,0 0,1-2,1-4,0-1,-1 1,0-2,-1 1,0-1,-1-1,0 1,-1-1,0-1,-1 1,0-1,-1 0,0-1,-2 1,1-1,-1 0,-1 0,-1-1,-1 15,0 0,0 0,0 0,0 1,0-1,-1 0,1 0,0 0,0 0,0 0,0 0,-1 0,1 0,0 0,0 1,0-1,0 0,-1 0,1 0,0 0,0 0,0 0,-1 0,1 0,0 0,0 0,0 0,0 0,-1-1,1 1,0 0,0 0,0 0,-1 0,1 0,0 0,0 0,0 0,0 0,0-1,-1 1,1 0,0 0,0 0,0 0,0 0,0-1,-11 21,5-7,2 0,-1 1,2-1,0 1,0 0,1 0,1 0,0 0,1 0,1 5,0-13,0 0,0 0,0 0,0-1,1 1,0 0,0-1,1 0,-1 1,1-1,1 0,-1 0,0 0,1-1,0 1,0-1,1 0,-1 0,1-1,0 1,0-1,0 0,0 0,0-1,5 2,26 4,-4-7</inkml:trace>
  <inkml:trace contextRef="#ctx0" brushRef="#br0" timeOffset="909.814">3143 559,'30'15,"29"9,6-1</inkml:trace>
  <inkml:trace contextRef="#ctx0" brushRef="#br0" timeOffset="1275.731">3718 224,'0'-93,"30"600,-9-242,-6-90,-15-173,0 0,0 1,0-1,0 0,0 1,1-1,-1 1,1-1,0 0,-1 0,1 1,0-1,0 0,1 0,-1 0,0 0,1 0,-1 0,1-1,0 1,-1 0,1-1,0 1,0-1,0 0,0 1,0-1,0 0,0 0,1-1,-1 1,0 0,1-1,-1 1,0-1,1 0,-1 0,0 0,2 0,14-5,-1-1,-1-1,1 0,-1-2,0 0,-1 0,0-2,0 1,-1-2,9-9,-11 10,-1-1,0 1,-1-2,0 0,-1 0,0 0,0-4,-33 69,21-45,0 0,1 0,0 0,0 1,0-1,1 0,0 1,1-1,0 1,0-1,0 1,1-1,0 0,1 1,-1-1,2 0,-1 0,1 0,0 0,0 0,1-1,-1 1,2-1,-1 0,1 0,4 4,3-1,0 0,0-1,1-1,0 0,1-1,-1 0,1-1,0 0,1-1,5 0,33 7</inkml:trace>
  <inkml:trace contextRef="#ctx0" brushRef="#br0" timeOffset="1559.457">4319 746,'-13'-5,"-8"-1,1-2,1-2,4 0</inkml:trace>
  <inkml:trace contextRef="#ctx0" brushRef="#br0" timeOffset="1842.175">3598 424,'23'-4,"29"0,35 4,28 5,23 8,8 3,-20-1</inkml:trace>
  <inkml:trace contextRef="#ctx0" brushRef="#br0" timeOffset="3032.043">4506 946,'5'11,"0"-1,0 1,1-1,0 0,1 0,0-1,1 0,0 0,0-1,1 0,0 0,0-1,1 0,-1-1,2 0,-1 0,1-1,0-1,0 0,0 0,0-1,1 0,3-1,-11 0,0-1,1 0,-1-1,0 1,1-1,-1 0,1 0,-1 0,1 0,-1-1,0 0,1 0,-1 0,0 0,0-1,0 0,0 0,0 0,0 0,0 0,0-1,-1 0,0 0,1 0,-1 0,0 0,0-1,-1 1,1-1,-1 0,0 1,0-1,0 0,0-1,-1 1,1 0,-1 0,0-3,-1 1,-1 0,0 0,0-1,0 1,0 0,-1 0,0 0,-1 1,1-1,-1 0,0 1,0 0,-1-1,0 1,0 1,0-1,0 0,-1 1,1 0,-1 0,0 1,-1-1,1 1,-3-1,-6-4,-1 2,1-1,-1 2,0 0,-1 1,1 0,-1 1,0 1,-1 0,13 2,1-1,-1 1,0-1,1 1,-1 0,0 1,1-1,-1 1,0-1,1 1,-1 0,1 0,-1 1,1-1,0 1,-1 0,1 0,0 0,2-1,1-1,0 1,0 0,0-1,0 1,0 0,0-1,0 1,0 0,1 0,-1-1,0 1,0 0,1-1,-1 1,0-1,1 1,-1 0,0-1,1 1,-1-1,1 1,-1-1,1 1,-1-1,1 1,-1-1,1 0,-1 1,1-1,0 0,-1 1,1-1,0 0,-1 0,1 0,0 0,-1 0,1 1,0-1,25 7,0 0,1-2,0 0,-1-2,24-1,-34 0,296 4,-310-6,-1 0,1 0,0 0,-1 0,1 0,-1 0,1 0,-1 0,1 1,-1-1,1 1,-1-1,1 1,-1 0,0-1,1 1,-1 0,0 0,0 0,1 0,-1 0,0 0,0 0,0 1,0-1,-1 0,1 1,0-1,0 0,-1 1,1-1,-1 1,1-1,-1 1,0-1,1 1,-1-1,0 1,0-1,0 1,0-1,-1 2,1 24,-1-23,0 0,0 0,1 0,-1 0,1 0,0 0,0 0,1 0,-1 0,1 0,0 0,0 0,0 0,0-1,1 1,-1 0,1-1,0 1,0-1,1 1,-1-1,1 0,-1 0,1 0,0 0,0-1,0 1,1-1,-1 0,0 0,3 1,1-1,1 0,0 0,-1-1,1 0,0 0,0-1,0 0,0 0,-1-1,1 0,0-1,0 1,-1-1,1-1,-1 0,0 0,1 0,-2-1,1 0,0 0,0-1,3-3,1 0,-1-1,0 0,-1-1,0 0,-1 0,0-1,0-1,-1 1,-1-1,5-12,5-12,-18 43,2 0,-1 0,1 1,0-1,1 0,-1 0,1 1,1-1,0 0,0 0,0 0,0-1,1 1,1 0,-1-1,1 0,0 0,0 0,1 0,-1-1,1 1,1-1,-1 0,3 1,14 7,1 0,0-1,1-1,0-1,1-2,0 0,1-1,-1-2,1-1,0-1,0-1,16-1,-26 1,1-1,0 0,0-2,0 0,0-1,-1 0,1-1,-1-1,1-1,-1 0,-1-1,1-1,1-2,-14 7,1 0,-1-1,0 1,0-1,0 0,0 0,-1 0,1 0,-1-1,0 1,0-1,0 1,0-1,-1 0,1 0,-1 0,0 1,0-1,0 0,-1-1,0 1,1 0,-2 0,1 0,0 0,-1 0,1 0,-1 0,0 0,-1 0,1 0,-1 1,1-1,-1 0,0 1,0-1,-1 1,1 0,-1 0,-1-1,-3-2,0 0,0 0,0 1,-1 1,0-1,0 1,0 0,-1 1,1 0,-1 0,0 1,1 0,-1 1,0 0,0 0,0 1,0 0,0 0,0 1,0 1,0-1,0 1,0 1,1 0,-1 0,1 0,0 1,-5 3,11-5,-1-1,1 1,0 0,0-1,0 1,0 0,1 0,-1 0,0 1,1-1,0 0,-1 1,1-1,0 1,0-1,0 1,0-1,1 1,-1 0,1-1,0 1,0 0,0-1,0 1,0 0,0-1,1 1,-1 0,1-1,0 1,-1-1,1 1,1-1,-1 1,0-1,1 1,-1-1,1 0,-1 0,1 0,0 0,0 0,0 0,0-1,0 1,1-1,-1 1,3 0,4 2,1 0,-1 0,1-1,0-1,0 0,0 0,1-1,-1 0,0-1,0 0,1-1,-1 0,0 0,0-1,0 0,0-1,0 0,0-1,-1 0,0 0,0-1,0 0,0-1,-1 0,0 0,0-1,0 0,-1-1,5-5,-7 79,-3-60,1 0,0 0,1 0,-1 0,1-1,0 0,1 1,-1-1,1-1,0 1,0-1,1 0,-1 0,1 0,0-1,0 0,0 0,0-1,0 1,1-1,-1-1,1 1,0-1,-1 0,3-1,2 1,0 0,0-1,0 0,0 0,0-2,-1 1,1-1,0-1,0 0,-1-1,0 0,0 0,0-1,0 0,1-2,-3 1,-1-1,0 0,-1 0,1 0,-1 0,-1-1,1 0,-2 0,1-1,-1 0,0 1,-1-1,0-1,1-4,19-137,-22 140,40-676,-48 552,7 134,1 0,-1 0,0 0,0 1,-1-1,1 0,0 0,0 0,0 0,0 1,-1-1,1 0,0 0,-1 0,1 1,-1-1,1 0,-1 1,1-1,-1 0,1 1,-1-1,0 0,1 1,-1-1,0 1,1 0,-1-1,0 1,0-1,1 1,-1 0,0 0,0-1,0 1,0 0,1 0,-1 0,0 0,0 0,0 0,0 0,0 0,1 0,-1 1,0-1,0 0,0 1,1-1,-1 0,0 1,0-1,1 1,-1-1,-32 40,13 0,1 1,3 1,1 0,2 1,2 1,2-1,1 2,3-1,1 8,2-16,1 0,2 0,1 1,2-1,2-1,1 1,1-1,3 0,0-1,2 0,2-1,1 0,7 9,-20-36,0 1,0-1,0 0,1 0,0 0,0 0,1-1,-1 0,1 0,0 0,0 0,1-1,0 0,-1 0,1-1,1 1,-1-1,0 0,1-1,-1 0,1 0,0 0,0-1,0 0,0 0,0-1,0 0,0 0,0 0,0-1,2-1,9-7,0-1,0-1,-1-1,-1 0,0-1,-1-1,0 0,-1-1,5-8,-12 15,9-7,-24 49,7-31,-37 103,38-101,-1-1,0 1,1 0,0-1,0 1,1 0,-1 0,1-1,0 1,0-1,0 1,1-1,0 1,0-1,0 0,0 0,1 0,-1 0,1 0,0 0,0-1,3 3,2 1,1-2,-1 1,1-1,0 0,0-1,1 0,-1 0,1-1,0-1,0 1,0-2,7 1,29 3</inkml:trace>
  <inkml:trace contextRef="#ctx0" brushRef="#br0" timeOffset="3282.47">7114 812,'-14'-4,"-9"-5,0 1</inkml:trace>
  <inkml:trace contextRef="#ctx0" brushRef="#br0" timeOffset="3470.949">6204 438,'23'0,"25"3,28 2,28 3,23 2,23 2,14 2,-20-3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04:43.58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1093,'11'-53,"4"1,57-153,-71 201,0 1,0-1,1 1,0-1,-1 1,1 0,0 0,1 0,-1 0,0 0,1 0,0 1,-1-1,1 1,0 0,0-1,1 2,-1-1,0 0,1 1,-1-1,1 1,-1 0,1 0,0 0,-1 1,1-1,0 1,7 3,1 1,-1 1,0 0,0 0,-1 1,1 0,-1 1,-1 0,9 8,-5-5,-7-6,6 4,0 0,-1 1,0 0,0 1,-1 0,0 1,-1 0,0 1,-1-1,-1 2,6 10,-12-19,-1 0,0-1,-1 1,1 0,0 0,-1-1,0 1,0 0,0-1,0 1,-1-1,0 0,1 1,-1-1,0 0,0 0,-1 0,1 0,-1 0,0-1,1 1,-1-1,0 1,0-1,-1 0,1 0,0-1,-1 1,1-1,-1 1,1-1,-1 0,0-1,1 1,-1-1,0 1,0-1,1 0,-1 0,0-1,0 1,1-1,-1 0,-2-1,3 0,0 0,0-1,0 0,0 1,0-1,1 0,-1-1,1 1,0 0,0-1,0 1,0-1,0 0,1 1,0-1,0 0,0 0,0 0,1 0,-1 0,1 0,0 0,0 0,1 0,-1 0,1 0,0 0,0 0,0 0,0 1,1-1,0 0,1-2,3-6,0 0,1 0,0 1,1 0,1 1,-1-1,1 2,1-1,0 1,0 1,1 0,0 0,0 1,1 0,0 1,0 1,1 0,-1 0,1 1,0 1,0 0,8 0,-16 2,-1 1,1 0,0 0,0 0,0 0,0 1,-1 0,1 0,0 0,-1 1,1-1,-1 1,1 0,-1 0,0 1,0-1,0 1,0 0,0 0,-1 0,1 1,-1-1,0 1,0 0,0 0,-1 0,1 0,-1 0,0 1,0-1,-1 1,1-1,-1 1,0 0,0 2,7 58,-8-55,1 1,0 0,0-1,1 1,1-1,0 1,0-1,4 7,-6-15,1 1,-1-1,1 1,0-1,0 0,0 0,0 0,0 0,0 0,1 0,-1 0,1-1,-1 1,1-1,0 0,-1 0,1 0,0 0,0 0,0-1,0 1,0-1,-1 0,1 0,0 0,0 0,0 0,0-1,0 1,0-1,0 0,5-1,0-1,1 0,-2 0,1-1,0 0,-1 0,1-1,-1 0,-1 0,2-2,7-9,-1-1,-1 0,-1-1,0-1,-1 0,-1-1,-1 0,-1 0,2-9,-3 11,2 1,-5 35,-5 12,4 118,-2-141,1 0,0 1,0-1,1 0,0 0,0 0,1 0,0 0,0-1,0 0,1 0,0 0,0 0,0-1,1 0,0 0,0 0,3 1,2 0,0 0,1-1,0 0,0-1,0-1,0 0,0 0,1-1,0 0,-1-2,12 1,24-4</inkml:trace>
  <inkml:trace contextRef="#ctx0" brushRef="#br0" timeOffset="811.863">1377 720,'-2'12,"0"0,0 1,2-1,0 1,0 0,1-1,0 1,1-1,1 1,0-1,1 0,0 0,1-1,0 1,0-1,2 0,-1 0,1-1,1 0,0 0,0 0,1-1,0-1,1 0,0 0,0 0,1-1,-6-5,0 0,0 0,0-1,0 1,0-1,0-1,1 1,-1-1,0 1,1-1,-1-1,0 1,1-1,-1 0,0 0,0-1,0 1,0-1,0 0,0-1,-1 1,1-1,-1 0,1 0,-1 0,0-1,0 1,0-1,-1 0,0 0,1-2,9-11,-2-2,0 1,-1-2,0 1,-2-1,-1-1,0 1,-1-1,-2 0,0-1,0-4,0 143,-2-110,0 0,0 0,1 0,0 0,0 0,0-1,1 1,0-1,0 0,1 0,0-1,0 1,0-1,1 0,0 0,-1-1,2 0,-1 0,0 0,1-1,0 0,0 0,0-1,0 1,0-2,4 2,4 0,1-1,-1-1,0 0,0 0,0-2,1 0,-1-1,0 0,0-1,0-1,-1 0,10-5,-6 1,-1-1,0-1,0-1,-1-1,-1 0,0 0,0-2,-2 0,0-1,0 0,-1 0,-1-2,-1 1,0-1,-1-1,-1 0,1-4,8-26,-2 0,-2-1,-2 0,-2-1,-2-1,-3-4,1 15,-2 0,-2 0,-2 0,-1-1,-2 1,-8-35,-12 31,23 43,0 1,0-1,0 0,0 1,0-1,0 1,0-1,0 1,-1-1,1 1,0 0,0 0,-1 0,1 0,0 0,0 0,0 0,-1 0,1 0,0 0,0 1,-1-1,1 0,0 1,0-1,0 1,0-1,0 1,0 0,0 0,0-1,0 1,0 0,0 0,0 0,1 0,-1 0,-9 11,0 1,1 1,1 0,1 0,-1 0,2 1,0 0,1 0,1 0,0 1,-1 10,5-26,-10 41,1 0,2 0,1 1,3 0,1 0,3 0,1 0,1 0,3 0,9 34,-10-61,0 0,1 0,0-1,1 1,1-2,1 1,-1-1,2 0,0-1,0 0,1 0,1-1,0-1,0 0,1-1,1 0,-1-1,1 0,0-1,1-1,0 0,0-1,0-1,1 0,14 1,-23-4,0 0,1 0,-1-1,0 0,1 0,-1-1,0 0,1 0,-1-1,0 0,0 0,0-1,0 0,-1 0,1-1,-1 1,0-1,0-1,0 1,0-1,-1 0,0 0,0-1,0 1,-1-1,0 0,0-1,3-5,-3 4,0 0,-1-1,0 0,-1 1,1-1,-1 0,-1 0,0-1,0 1,-1 0,0 0,-1 0,0 0,0 0,-1 0,0 0,-1 0,-1-3,4 11,0 1,-1-1,1 0,-1 0,1 0,-1 0,1 0,-1 1,0-1,1 0,-1 1,0-1,0 0,0 1,1-1,-1 1,0-1,0 1,0 0,0-1,0 1,0 0,0-1,0 1,0 0,0 0,0 0,0 0,0 0,0 0,0 0,0 0,0 1,1-1,-1 0,0 0,0 1,0-1,0 1,0-1,0 1,0-1,0 1,-27 37,23-29,0 1,1 0,0 0,1 0,0 1,1-1,0 1,0 0,1 0,1-1,0 1,0 0,1 0,1-1,-1 1,2 0,0-1,0 0,1 1,0-1,0-1,1 1,1-1,-1 1,2-2,-1 1,1-1,4 4,3-3,0 0,1-1,-1 0,2-1,-1-1,1 0,0-1,0-1,0-1,1 0,-1-1,1-1,0 0,11-2,26-3</inkml:trace>
  <inkml:trace contextRef="#ctx0" brushRef="#br0" timeOffset="1470.586">2260 398,'105'2,"-1"5,0 5,0 4,77 23,-144-31,-1 2,0 1,-1 2,0 1,-1 2,-1 1,0 2,-2 1,0 1,8 9,-31-21,0 1,-1-1,0 1,-1 1,0-1,-1 1,0 0,-1 0,0 1,0-1,-1 1,-1 0,0-1,-1 1,0 0,-1 0,0 0,-1 0,0 4,7 64,-5-78,0 0,0 1,0-1,0 0,0 0,0 0,0 0,1 0,-1 0,1 0,-1 0,1-1,0 1,0-1,0 1,0-1,0 0,0 1,0-1,0 0,0-1,1 1,-1 0,0 0,1-1,-1 0,0 1,1-1,-1 0,0 0,3 0,4-3,0 0,1 0,-1-1,-1 0,1 0,0-1,-1 0,0-1,-1 0,1 0,-1 0,0-1,0 0,-1-1,0 1,0-1,-1 0,0-1,-1 1,0-1,0 0,0 0,0-6,17-61,-24 94,0 1,0 0,2-1,1 1,0 0,1 0,3 12,-4-26,1 1,0-1,0 0,1 0,0 0,-1-1,2 1,-1 0,0-1,1 1,0-1,0 0,0 0,1 0,-1 0,1-1,0 1,0-1,0 0,0 0,1 0,-1-1,1 0,0 0,0 0,-1 0,1-1,0 1,1-1,0 0,2-1,-1 0,1 0,-1-1,1 0,-1 0,0-1,1 0,-1 0,0-1,0 0,-1 0,1 0,0-1,-1 0,0 0,0-1,0 0,-1 0,0 0,0-1,5-5,2-5,-1 0,0 0,-1-1,-1-1,0 0,-1 0,3-16,-7 25,-1-1,0 0,-1 0,0 0,0-1,-2 1,1 0,-1-6,0 15,0 1,0-1,0 0,0 1,0-1,0 1,0-1,0 1,0-1,0 0,0 1,-1-1,1 1,0-1,0 1,-1-1,1 1,0-1,-1 1,1-1,0 1,-1 0,1-1,-1 1,1-1,0 1,-1 0,1-1,-1 1,1 0,-1 0,1 0,-1-1,0 1,1 0,-1 0,1 0,-1 0,1 0,-1 0,0 0,1 0,-1 0,1 0,-1 0,1 0,-1 0,0 1,1-1,-1 0,1 0,-1 0,1 1,-1-1,1 0,-1 1,1-1,0 1,-1-1,1 0,0 1,-1 0,-26 28,23-24,0 1,0-1,1 1,0 0,0-1,0 1,1 1,0-1,0 0,1 0,0 1,0-1,0 1,1-1,0 1,0 0,0-1,1 1,0-1,0 0,1 1,0-1,0 0,0 0,1 0,0 0,0 0,1-1,-1 1,4 2,2 0,2-1,-1 0,1 0,0-1,1-1,-1 1,1-2,0 0,1 0,10 1,43 8,1-3,49 1,18-3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04:56.65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281 771,'-20'-7,"1"0,-1 1,-1 2,1 0,-1 1,-3 0,19 3,0-1,-1 1,1 0,-1 1,1-1,0 1,-1 0,1 0,0 1,0-1,0 1,0 1,0-1,0 0,0 1,1 0,0 0,-1 1,1-1,0 1,0 0,1 0,-1 0,1 1,-2 2,3-3,0 0,1 0,-1 0,1 0,0 0,0 0,0 1,1-1,-1 0,1 0,0 1,0-1,1 0,-1 0,1 1,0-1,0 0,0 0,1 0,-1 0,1 0,0 0,0-1,0 1,1-1,-1 1,1-1,2 2,3 4,2 0,-1-1,1 0,0 0,1-1,0-1,0 0,0 0,2 0,4 1,1 0,0-1,0 0,0-2,0 0,1-1,-1-1,1-1,0 0,-1-2,1 0,0-1,2-1,-13 1,-1-1,0 0,0 0,0-1,-1 1,1-2,-1 1,0-1,0 1,0-2,0 1,-1-1,0 0,-1 0,1 0,-1 0,0-1,0 0,-1 0,0 0,-1 0,1-2,-1 4,-2 6,0-1,1 0,-1 0,0 0,0 0,1 0,-1 0,0 0,0 1,1-1,-1 0,0 0,1 0,-1 0,0 0,0 0,1 0,-1-1,0 1,1 0,-1 0,0 0,0 0,1 0,-1 0,0 0,0-1,1 1,-1 0,0 0,0 0,0-1,1 1,-1 0,0 0,0 0,0-1,0 1,0 0,1-1,-1 1,0 0,0 0,0-1,1 7,0-1,0 1,1-1,0 1,0-1,0 0,1 0,0 0,0 0,0 0,0-1,1 1,0-1,0 0,0 0,0 0,0-1,1 1,0-1,0 0,0-1,0 1,0-1,0 0,6 1,4 1,0 0,0-2,0 1,0-2,1 0,-1-1,1-1,2-1,-14 2,0 0,1-1,-1 0,0 0,0 0,0 0,0-1,0 1,0-1,0 0,0-1,-1 1,1 0,-1-1,1 0,-1 0,0 0,0 0,0-1,-1 1,1-1,-1 1,0-1,0 0,0 0,-1 0,1 0,-1 0,0 0,1-4,-2 5,0 0,0 0,0 0,0 0,0 0,0 0,-1 0,0 0,1 0,-1 0,0 0,-1 0,1 1,0-1,-1 0,1 1,-1-1,0 1,0 0,0-1,0 1,0 0,-1 0,1 1,-1-1,1 0,-1 1,1-1,-1 1,0 0,0 0,-2-1,-7-3</inkml:trace>
  <inkml:trace contextRef="#ctx0" brushRef="#br0" timeOffset="368.676">482 744,'1'-6,"-1"1,2 0,-1 0,1 0,-1 0,1 0,1 0,-1 0,1 1,0-1,0 1,0-1,0 1,1 0,0 1,0-1,0 1,0-1,0 1,1 0,-1 1,1-1,0 1,0 0,0 0,0 1,0-1,0 1,0 0,1 0,-1 1,0 0,1 0,-1 0,2 0,-3 1,-1 0,1 0,-1 0,1 1,-1-1,1 1,-1 0,0 0,0 0,0 0,0 1,0-1,0 1,-1-1,1 1,-1 0,0 0,0 0,0 1,0-1,0 0,-1 1,0-1,1 1,-1-1,-1 1,1 0,0-1,-1 1,0 0,0 0,0-1,0 1,0 0,-1-1,0 1,0 0,0-1,0 1,0-1,-1 1,0-1,1 0,-2 2,-9 9,-1 1,0-1,-2-1,1 0,-1-2,-1 1,-12 5,-8 8,11-7</inkml:trace>
  <inkml:trace contextRef="#ctx0" brushRef="#br0" timeOffset="948.929">1016 931,'2'-4,"-1"0,0 0,0 0,0 0,0 1,-1-1,0 0,1 0,-2 0,1 0,0 0,-1 0,0 0,0 0,0 0,0 0,0 1,-1-1,0 0,0 1,0-1,0 1,0 0,-1 0,1 0,-1 0,0 0,0 0,-1 0,-2 1,1 0,-1 1,1 0,-1 0,0 0,1 1,-1 0,0 0,1 0,-1 1,1-1,-1 1,0 1,1-1,0 1,-1 0,1 0,0 1,0-1,0 1,0 1,1-1,-1 0,1 1,0 0,0 0,0 0,0 1,1-1,0 1,0 0,0 0,1 0,-1 0,1 0,0 1,1-1,-1 1,1-1,0 1,1-1,-1 1,1 0,0-1,0 1,1 0,0-1,0 1,0-1,1 1,0 1,0-4,0 0,1 0,0 0,-1 0,1 0,0-1,0 1,0-1,1 0,-1 0,0 0,1 0,0-1,-1 0,1 1,0-1,-1 0,1-1,0 1,0-1,0 1,0-1,0 0,0-1,0 1,-1-1,1 0,0 0,0 0,0 0,-1 0,1-1,-1 0,1 0,-1 0,0 0,0 0,0-1,0 1,0-1,2-3,26-36,-27 84,-4-36,1 1,1-1,-1 0,1 0,0 0,1-1,-1 1,1 0,0-1,0 0,1 0,0 0,0 0,0 0,0-1,1 1,-1-1,1-1,0 1,1-1,-1 1,1-2,-1 1,2 0,13 3</inkml:trace>
  <inkml:trace contextRef="#ctx0" brushRef="#br0" timeOffset="1269.351">1457 864,'-12'-8,"0"0,0 1,-1 0,0 1,-1 1,1 0,-1 1,0 0,0 1,0 1,0 0,-4 0,16 2,0 0,0 0,0 0,0 0,0 0,0 0,0 0,0 1,1-1,-1 1,0-1,0 1,0 0,1 0,-1 0,0 0,1 0,-1 0,1 0,-1 0,1 1,0-1,-1 1,1-1,0 1,0-1,0 1,0 0,0-1,0 1,1 0,-1 0,1 0,-1-1,1 1,-1 0,1 0,0 0,0 0,0 0,0 0,1 0,-1 0,0 0,1-1,-1 1,1 0,0 0,-1 0,1-1,0 1,0 0,1 0,9 15,0-1,2 0,0-1,0-1,2 0,-1-1,10 6,22 22,6 15,-51-55,0 0,-1 0,1-1,0 1,-1 0,1 0,0 0,-1 0,1 0,-1 0,1 0,-1 0,0 0,1 0,-1 0,0 0,0 1,0-1,0 0,0 0,0 0,0 0,0 0,0 0,0 1,-1-1,1 0,0 0,-1 0,1 0,-1 0,1 0,-1 0,0 0,1 0,-1-1,0 1,0 0,1 0,-1 0,0-1,0 1,0-1,0 1,0 0,0-1,0 0,0 1,0-1,0 0,-1 1,1-1,-15 4,0-1,0-1,0 0,0-1,0-1,0 0,0-2,0 1,0-2,-2 0,-10-4</inkml:trace>
  <inkml:trace contextRef="#ctx0" brushRef="#br0" timeOffset="1536.685">1403 48,'0'-13,"5"-5,10 3,12 13,15 18,12 21,8 19,0 23,-4 23,-11 24,-14 22,-14 18,-25 15,-27 8,-33 0,-5-33</inkml:trace>
  <inkml:trace contextRef="#ctx0" brushRef="#br0" timeOffset="2396.731">535 797,'0'23,"-2"21,-6 14,-1-2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06:48.39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123 461,'0'19,"0"16,0 17,2 11,4 7,0 7,-1 3,-1-2,-1-6,-2-13,-2-16,-2-18,-3-22,1-12</inkml:trace>
  <inkml:trace contextRef="#ctx0" brushRef="#br0" timeOffset="266.2">56 715,'-8'-47,"-11"-65,5 0,1-77,12 187,1 0,0 0,0 0,0 0,-1-1,2 1,-1 0,0 0,0 0,1 0,-1 0,1 0,0 0,0 0,-1 0,1 0,0 0,1 0,-1 0,0 1,0-1,1 0,-1 1,1-1,0 1,-1 0,1 0,0-1,0 1,0 0,1 0,10-3,1 2,-1 0,1 0,0 1,0 1,-1 0,10 1,-10 0,34 1,-1 3,0 1,0 3,-1 1,0 3,-1 1,15 9,-52-21,-1 1,1 0,-1 1,0-1,0 1,0 0,0 1,-1-1,1 1,-1 0,0 1,-1-1,1 1,-4-4,-1 0,1 0,-1 0,1 1,-1-1,0 0,1 0,-1 0,0 1,-1-1,1 0,0 0,-1 0,1 0,-1 0,1 1,-1-1,0 0,0 0,0-1,0 1,-1 0,1 0,0 0,-1-1,1 1,-1-1,1 1,-1-1,0 0,0 1,-1-1,-17 13,-1-1,0-2,-1 0,0-1,-1-1,0-1,-20 3,22-4,-292 69,273-69</inkml:trace>
  <inkml:trace contextRef="#ctx0" brushRef="#br0" timeOffset="2458.325">952 1009,'-11'-16,"0"0,-1 1,-1 0,0 1,-1 0,0 1,-1 1,-1 0,0 1,0 1,-1 0,-1 1,1 1,-1 1,-13-3,27 9,0 0,0 0,-1 0,1 1,0 0,-1 0,1 0,0 0,-1 1,1-1,0 1,-1 0,1 1,0-1,0 1,0 0,0 0,0 0,1 0,-1 1,1-1,-1 1,1 0,0 0,0 0,0 1,0-1,1 1,-1-1,1 1,-1 3,0-1,0 1,0 0,1 0,0 0,0 0,0 0,1 1,0-1,1 0,0 1,0-1,0 0,1 1,0-1,1 0,0 0,0 0,0 0,1 0,0 0,0 0,0-1,1 0,0 0,1 0,-1 0,1 0,0-1,0 0,1 0,0 0,0-1,0 0,0 0,1-1,-1 1,1-1,0-1,0 1,0-1,0 0,0-1,2 0,-3 0,-1-1,1-1,-1 1,1-1,-1 0,0 0,1 0,-1-1,0 0,0 0,0 0,0-1,-1 0,1 0,-1 0,1 0,-1-1,0 1,0-1,-1 0,1 0,-1-1,0 1,0-1,0 0,0 1,-1-1,1-5,4-7,-2-1,0 0,-2 0,0-1,0 1,-2-1,0-14,11 66,-8-20,1-1,1 1,-1-1,2 0,0 0,0-1,1 0,1 0,-1-1,2 0,-1-1,2 1,4 2,-14-11,0-1,0 1,0 0,0 0,0-1,1 1,-1-1,0 1,0-1,1 1,-1-1,0 0,1 1,-1-1,1 0,-1 0,0 0,1 0,-1 0,0-1,1 1,-1 0,0-1,1 1,-1-1,0 1,0-1,1 1,-1-1,0 0,0 0,0 0,0 0,0 0,0 0,0 0,0 0,-1 0,1 0,0 0,0 0,-1 0,1-1,-1 1,1 0,-1-1,0 1,1-1,8-69,-9 69,2-199,-2 198,0 0,1 1,-1-1,1 1,0-1,-1 1,1-1,1 1,-1 0,0-1,0 1,1 0,-1 0,1 0,0 0,-1 0,1 0,0 1,0-1,0 1,1-1,-1 1,0 0,0-1,1 1,-1 0,1 1,-1-1,1 0,-1 1,1 0,-1-1,1 1,0 0,1 0,175 32,32 9,-208-41,0 1,1-1,-1 1,0 0,0 1,0-1,0 0,0 1,0 0,0-1,-1 1,1 0,-1 1,1-1,-1 0,0 1,0-1,0 1,0 0,0 0,0-1,-1 1,1 0,-1 1,0-1,0 0,0 0,-1 0,1 1,-1-1,0 0,1 1,-2 0,-33 94,28-88,1 1,0 1,0-1,1 1,1 0,0 0,1 0,0 0,1 0,0 9,1-17,1 0,0-1,0 1,0 0,0 0,1 0,0-1,-1 1,1 0,0-1,1 0,-1 1,1-1,-1 0,1 0,0-1,0 1,0-1,1 1,-1-1,1 0,-1 0,3 1,94 25,-24-20,2-3,-1-3,66-8,-113 6,1-2,-1-1,0-1,0-2,0-1,-1-1,0-1,-1-2,16-9,-40 19,-1 0,0-1,0 1,0-1,0 0,0 0,0-1,0 1,-1 0,1-1,-1 1,0-1,0 0,0 0,0 0,0 0,0 0,-1 0,0-1,1 1,-1-1,0 1,-1 0,1-1,-1 1,1-1,-1 0,0 1,-1-1,1 1,0-1,-1 1,0-1,0 1,0 0,0-1,-1 1,1 0,-1 0,0 0,0 0,-1-2,-8-3,0 1,0 0,-1 1,0 0,0 1,0 0,0 1,-1 1,0 0,0 0,0 1,0 1,0 0,0 1,-10 1,11-2,-1 1,1 0,0 0,-1 1,1 1,0 0,0 1,0 0,0 0,0 2,1-1,0 2,0-1,0 1,0 1,1 0,0 1,-7 7,15-13,0 1,1 0,-1 0,0 0,1 0,0 0,0 0,0 0,0 0,0 0,1 1,-1-1,1 0,0 0,0 1,0-1,0 0,1 1,0-1,-1 0,1 0,0 0,0 0,1 0,-1 0,1 0,-1 0,1 0,0 0,0-1,0 1,0-1,1 1,-1-1,1 0,-1 0,1 0,0-1,0 1,0 0,0-1,0 0,0 0,1 0,9 3,1-2,0 1,0-2,-1 0,1-1,0 0,0-1,0 0,0-1,-1-1,1 0,-1-1,0-1,0 0,0 0,-1-1,1-1,-2 0,1-1,-1 0,0-1,7-7,-17 15,-1 0,1 1,-1-1,1 0,-1 1,1-1,0 0,-1 1,1-1,0 1,-1-1,1 1,0-1,0 1,0 0,-1-1,1 1,0 0,0-1,0 1,0 0,0 0,-1 0,1 0,0 0,0 0,0 0,0 0,0 0,0 1,-1-1,1 0,0 1,0-1,0 0,-1 1,1-1,0 1,0-1,-1 1,1-1,0 1,-1 0,1-1,-1 1,1 0,-1-1,1 1,-1 0,1 0,-1-1,0 1,1 1,12 39,22 45,-30-79,0 0,1-1,0 1,0-1,1 0,0-1,0 1,0-2,1 1,-1-1,1 0,0 0,0-1,0 0,1 0,-1-1,1 0,0-1,-1 0,1 0,0-1,0 0,3-1,6-1,1 0,-1-2,0 0,0-1,-1-1,0-1,0 0,0-1,-1-1,11-8,-6 3,-1-1,0-2,-2 0,0-1,-1 0,-1-2,0 0,-2-1,0 0,-2-1,0 0,-1-1,-1-2,3-13,-1 1,-2-2,-1 1,-2-1,-2-1,-2 1,-1-40,-17-61,14 132,-1 1,0 0,-1 0,0 0,0 0,0 0,-1 1,0-1,0 1,0 0,-1 0,0 1,0-1,-1 1,1 0,-1 1,-3-3,3 5,0 1,0-1,0 1,-1 0,1 0,0 1,0 0,-1 0,1 1,0-1,-1 1,1 1,0-1,0 1,0 0,0 0,0 1,1 0,-1 0,1 0,0 1,0-1,0 1,0 1,0-1,1 1,0-1,0 1,0 1,1-1,0 0,0 1,0 0,0 1,-11 19,2 1,1 1,1 0,2 0,0 1,2 0,1 0,2 1,1-1,1 1,1-1,2 1,0-1,5 13,-4-21,2-1,0 0,1 0,1 0,0-1,2 0,0-1,1 1,1-2,1 0,0 0,2-1,-1-1,2 0,0 0,1-2,0 0,1-1,0-1,1 0,1-1,-1-1,2-1,-2-1,1-1,0-1,0 0,0-2,0 0,0-1,1-1,-1-1,1-1,0 0,-10 0,0-1,0 0,-1 0,1-1,-1 0,0 0,0-1,0 0,0-1,-1 0,1-1,-1 1,-1-2,1 1,-1-1,0 0,0 0,-1-1,0 0,2-5,0-2,0 0,-2-1,0-1,0 1,-2-1,0 1,-1-1,0 0,-2-1,0 1,-1 0,-2-15,-5 4,7 27,0 1,0-1,0 1,0 0,-1-1,1 1,0-1,0 1,0-1,-1 1,1 0,0-1,-1 1,1-1,0 1,-1 0,1 0,0-1,-1 1,1 0,-1-1,1 1,0 0,-1 0,1 0,-1 0,1-1,-1 1,1 0,-1 0,1 0,-1 0,1 0,0 0,-1 0,1 0,-1 0,1 0,-1 1,1-1,-1 0,1 0,-1 0,1 1,0-1,-1 0,1 0,-1 1,1-1,0 0,-1 1,1-1,0 0,-1 1,1-1,-4 7,-1 0,2 1,-1-1,1 1,0-1,0 1,1 0,0 0,1 0,0 0,0 8,-1-8,0 3,-1 0,2 0,-1 0,1 0,1 0,0 0,1 0,0 0,1 0,0 0,0 0,1 0,1-1,0 0,0 1,1-1,0-1,1 1,0-1,0 0,1 0,0-1,5 5,2-6,0-1,0 0,1-1,-1 0,1-1,0-1,1-1,-1 0,0-1,1 0,-1-1,0-1,1 0,-1-1,0-1,0-1,0 0,0-1,-1 0,0-1,11-6,-4 2,0-1,0 0,-1-2,0-1,-1 0,-1-1,0-1,-2-1,1 0,-2-1,0-1,-2 0,0-1,-1-1,-1 0,0 0,-2-1,3-14,7-34,-3 0,-4-1,-2-1,-4 0,-3 0,-3-4,2 20,-3-1,-2 0,-3 0,-11-49,-14 35,30 69,0 1,-1-1,1 1,0 0,-1-1,1 1,-1 0,1 0,-1 0,1 0,-1 0,0 0,0 0,1 1,-1-1,0 0,0 1,0 0,0-1,0 1,0 0,0 0,0 0,0 0,1 1,-1-1,0 0,0 1,0-1,0 1,0 0,1 0,-1-1,0 1,1 0,-2 1,-7 6,1 0,1 0,-1 1,1 0,1 0,-1 1,2 0,-1 1,2-1,-1 1,1 2,-14 29,2 2,2 0,2 0,2 1,2 1,2 0,2 0,2 1,2 10,0-34,1 1,1-1,1 1,0-1,2 1,1-1,1-1,1 1,1-1,1 0,1 0,0-1,2-1,0 0,2-1,0 0,1-1,1 0,0-1,18 13,-15-19,0 0,0-1,1-1,1-1,-1-1,1 0,0-2,1 0,0-2,-1 0,1-2,0 0,0-1,0-1,0-2,-1 0,1-1,-1-1,0-1,17-7,-29 10,-1-1,0 1,-1-2,1 1,-1-1,1 0,-1 0,-1-1,1 0,-1-1,0 1,-1-1,1 0,-1 0,-1-1,0 1,1-2,-6 10,1-1,0 0,-1 0,1 1,0-1,-1 0,1 0,0 0,-1 0,1 1,-1-1,1 0,0 0,-1 0,1 0,-1 0,1 0,0 0,-1 0,1 0,0 0,-1 0,1 0,-1-1,1 1,0 0,-1 0,1 0,0 0,-1-1,1 1,0 0,-1 0,1-1,0 1,-1 0,1-1,0 1,0 0,0-1,-1 1,1 0,0-1,0 1,0 0,0-1,0 1,-1-1,-1 8,0-1,0 1,0 0,1-1,0 1,0 0,1 0,0 0,0 0,0-1,1 1,0 0,1 0,-1-1,1 1,0-1,1 1,0-1,0 0,0 0,1 0,0 0,0-1,0 1,1-1,-1 0,1 0,0-1,1 0,-1 0,1 0,0 0,0-1,0 0,1 0,3 1,1 0,0-1,0 0,0 0,1-1,-1-1,1 0,-1 0,0-1,1-1,-1 0,1 0,-1-1,0-1,0 0,1 0,-6 1,0 0,-1-1,1 0,0 0,-1 0,1-1,-1 1,0-1,0 0,-1-1,1 1,-1-1,0 0,0 0,-1 0,1-1,-1 1,0-1,-1 0,1 0,-1 0,0 0,-1 0,1-1,-1 1,-1 0,1-4,-1 2,0 0,0 0,-1 0,0 0,-1 1,0-1,0 0,0 1,-1-1,0 1,-1 0,1 0,-1 0,-1 0,0 1,1-1,-2 1,1 0,-1 1,0 0,0 0,0 0,-1 0,0 1,-4-2,1 1,0 0,0 1,-1 1,1-1,-1 2,0-1,0 2,0-1,0 1,0 1,0 0,0 1,0 0,0 0,0 2,0-1,0 1,-1 1,3 0,0-1,0 1,0 1,1 0,-1 0,1 1,1 0,-1 0,1 1,0-1,0 2,1-1,0 1,1 0,-1 0,2 1,-1-1,1 1,0 0,1 0,0 1,0-1,1 1,1-1,-2 10,4-15,-1 1,1-1,0 0,0 0,1 0,-1 0,1 0,0 0,0-1,0 1,0 0,1-1,-1 0,1 1,0-1,0 0,0 0,0-1,1 1,-1-1,1 0,0 0,-1 0,1 0,0 0,0-1,3 1,5 1,-1 0,1 0,0-1,0-1,0 0,0-1,1 0,-1-1,3-1,46-12,-6-6</inkml:trace>
  <inkml:trace contextRef="#ctx0" brushRef="#br0" timeOffset="2717.569">5003 461,'-5'-13,"-5"-16,-9-8,-7 0,-9 7,-5 12,-5 17,1 17,3 15,9 14,9-1</inkml:trace>
  <inkml:trace contextRef="#ctx0" brushRef="#br0" timeOffset="2900.481">4962 1063,'16'14,"12"6,13 0,11-3,9-7,12-12,5-12,-9-4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06:43.58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77 109,'0'16,"-2"16,-1 17,-2 14,-3 11,-2 10,-1 4,-2 0,2-5,3-10,2-18</inkml:trace>
  <inkml:trace contextRef="#ctx0" brushRef="#br0" timeOffset="765.129">465 229,'-8'88,"2"-12,-4 0,-3 0,-15 48,16-95,12-29,0-1,0 1,0 0,0-1,0 1,0 0,0-1,0 1,0 0,0-1,0 1,0 0,-1-1,1 1,0 0,0 0,0-1,0 1,-1 0,1-1,0 1,0 0,-1 0,1 0,0-1,-1 1,1 0,0 0,-1 0,1 0,0-1,-1 1,1 0,0 0,-1 0,1 0,0 0,-1 0,1 0,0 0,-1 0,1 0,0 0,-1 0,1 0,0 1,-1-1,1 0,0 0,-1 0,1 0,0 1,0-1,-1 0,1 0,0 0,-1 1,1-25,0 0,1 1,1-1,1 1,2-1,2-5,-4 10,44-171,-41 170,-5 20,-1 0,1 0,-1 0,1 0,-1 1,1-1,-1 0,1 0,-1 0,1 0,-1 0,1 1,-1-1,0 0,1 1,-1-1,1 0,-1 0,0 1,1-1,-1 1,0-1,0 0,1 1,-1-1,0 1,0-1,1 0,-1 1,0-1,0 1,0-1,0 1,0-1,0 1,0-1,0 1,0-1,0 1,0-1,0 1,0-1,0 1,0-1,0 1,0-1,-1 1,7 26,-3 2,2 0,1 0,1 0,1-1,2 0,1-1,1 0,1-1,2 0,0-1,14 16,-23-35,0 0,0-1,1 1,0-1,0 0,0-1,1 0,0 0,0-1,3 2,-8-4,0 0,0-1,0 1,0 0,0-1,0 0,0 0,0 0,0 0,0 0,0-1,0 1,0-1,0 0,0 0,0 0,0 0,0-1,0 1,-1-1,1 1,-1-1,1 0,-1 0,0 0,1 0,-1-1,0 1,-1-1,1 1,5-13,0 0,-2-1,1 0,-2 1,0-2,-1 1,-1 0,-1 0,0-1,-1 1,0-1,-2-4,-20-284,21 303,1-1,-1 1,1-1,-1 1,1-1,0 1,0-1,0 1,0-1,1 1,-1-1,1 1,-1-1,1 1,0 0,0-1,0 1,0 0,0 0,1 0,-1-1,1 1,-1 1,1-1,0 0,0 0,0 1,0-1,0 1,0-1,0 1,0 0,1 0,-1 0,0 0,1 0,-1 1,0-1,1 1,-1-1,1 1,1 0,21 6</inkml:trace>
  <inkml:trace contextRef="#ctx0" brushRef="#br0" timeOffset="1452.241">1401 336,'1'-3,"-1"-1,0 0,0 0,0 1,-1-1,1 0,-1 1,0-1,0 0,0 1,0-1,-1 1,1 0,-1-1,0 1,0 0,0 0,-1 0,1 0,0 1,-1-1,0 1,0-1,0 1,0 0,0 0,0 0,-1 0,1 1,0 0,-1-1,0 1,-9 0,-1 0,1 1,0 1,-1 0,1 1,0 0,0 1,0 0,1 1,-1 1,1 0,0 0,0 2,1-1,-1 1,-3 4,0 0,0 0,0 0,2 2,-1-1,2 2,0 0,0 0,-3 7,10-12,-1-1,2 0,-1 1,1 0,1 0,-1 0,1 0,1 1,0-1,0 1,1 0,0 0,1-1,0 1,1 0,1 6,-1-9,1 0,1-1,-1 1,1-1,0 1,1-1,-1 0,1 0,1 0,-1-1,1 0,0 0,0 0,0 0,1-1,-1 0,1 0,0 0,6 2,7 3,0-1,1-1,-1-1,1 0,1-1,4-1,4 2,0-2,0-1,0-1,0-2,1 0,-1-2,0-2,0 0,0-2,-1-1,0-2,0 0,-1-2,12-7,-31 14,-1-1,0 0,0 0,0-1,-1 0,0 0,0 0,0-1,-1 0,0 0,-1 0,1-1,-1 0,-1 0,1 0,-1 0,-1 0,0-1,0 1,0-1,-1 1,-1-1,1 0,-1 1,-1-1,1 0,-2 1,1-1,-1 1,-2-5,-4-6,8 19,0 0,0 1,0-1,0 0,0 0,0 0,0 1,0-1,0 0,0 0,0 0,0 0,0 1,0-1,0 0,-1 0,1 0,0 0,0 1,0-1,0 0,0 0,0 0,0 0,-1 0,1 1,0-1,0 0,0 0,0 0,-1 0,1 0,0 0,0 0,0 0,-1 0,1 0,0 0,0 0,0 0,0 0,-1 0,1 0,0 0,0 0,0 0,-1 0,1 0,0 0,0 0,0 0,0 0,-1 0,2 24,-1-22,3 30,-1 0,-2 1,-2 0,0-1,-2 0,-2 0,-1 0,-10 27,98-220,-24 41,-17 31,5 3,22-31,-23 63,-44 54,1 0,-1-1,1 1,-1 0,1 0,-1 0,1-1,-1 1,1 0,0 0,-1 0,1 0,-1 0,1 0,-1 0,1 0,-1 0,1 0,-1 0,1 1,-1-1,1 0,-1 0,1 0,-1 1,1-1,-1 0,1 1,-1-1,0 0,1 1,-1-1,1 1,-1-1,0 0,1 1,-1-1,0 1,0-1,1 1,-1-1,0 1,0-1,0 1,0-1,0 1,0-1,0 1,0 0,0-1,0 1,0-1,0 1,0-1,0 1,3 25,-2-1,0 1,-2 0,-1-1,-3 16,2-11,0-2,-8 82,4 0,6 84,4-160</inkml:trace>
  <inkml:trace contextRef="#ctx0" brushRef="#br0" timeOffset="2156.033">1655 577,'16'4,"0"-1,0 0,1-1,-1-1,1-1,-1 0,0-1,1-1,5-1,0 0,68-7,-1-4,0-4,-1-4,-1-4,73-32,-69 8,-78 30,-29 16,8 9,0 0,0 1,1 0,0 0,0 1,1-1,-1 1,2 1,-1-1,1 1,0 0,1 1,-1-1,2 1,-1 0,1-1,-1 8,-5 15,2-1,0 1,3 1,0-1,2 1,1 0,2-1,1 1,2-1,1 1,2 3,-7-35,0 0,0 0,1 0,-1 0,0 0,0 0,1 0,-1 0,0 0,0 0,1 0,-1 0,0 0,0 0,0 0,1 0,-1 1,0-1,0 0,0 0,1 0,-1 0,0 0,0 1,0-1,1 0,-1 0,0 0,0 0,0 1,0-1,0 0,0 0,0 1,1-1,-1 0,0 0,0 0,0 1,0-1,3-25,-3 23,7-130,-8 78,3 1,3 0,1 1,3-1,3 1,1 1,3 0,2 0,-15 43,1-1,0 1,0 0,1 0,0 1,0-1,1 1,0 0,0 0,1 1,0 0,0 0,0 0,1 1,-1 0,1 1,0 0,1 0,-1 0,1 1,0 1,8-2,-2 3,0 2,1 0,-1 0,0 2,0 0,0 0,0 2,-1 0,1 0,-1 1,-1 1,1 1,-1 0,0 0,6 6,-13-9,0 0,0 1,0 0,0 0,-1 0,0 0,0 1,-1 0,0 0,0 0,1 3,-4-7,0 0,0 0,-1-1,1 1,-1 0,1 0,-1 0,0 0,0 0,0 0,0 0,-1-1,1 1,-1 0,1 0,-1 0,0 0,0-1,-1 1,1-1,0 1,-1-1,0 1,1-1,-1 0,0 1,0-1,-1 0,1 0,0-1,0 1,-2 0,-11 5,0 0,-1-2,1 0,-1-1,0 0,0-1,0-1,-1 0,1-2,0 0,-14-1,18 1,-109 0,118 1,0-1,0 1,0 0,0 0,0 0,0 0,1 0,-1 1,0-1,1 1,-1 0,1 0,-1 0,1 0,0 0,0 1,0-1,0 0,0 1,1 0,-1-1,1 1,-1 0,1 0,0 0,0 0,1 0,-1 0,0 0,1 0,0 1,-1 7,0 1,1-1,1 0,0 0,0 0,1 0,1 0,1 3,0-3,0 0,1 0,0 0,1 0,0-1,1 0,0 0,1-1,0 0,0 0,1-1,0 0,1 0,-1-1,1-1,1 1,-1-2,1 1,0-2,0 1,1-1,3 0,20 5,1-2,0-1,0-1,1-2,-1-2,31-3,30-5,-10-2</inkml:trace>
  <inkml:trace contextRef="#ctx0" brushRef="#br0" timeOffset="2883.549">3848 429,'-10'-27,"-1"1,-1 0,-2 0,0 2,-6-7,14 22,-1 1,0 0,0 0,-1 1,0 0,0 0,-1 1,0 0,0 0,0 1,-1 0,0 1,1 0,-2 0,-6 0,8 2,0 1,0 0,0 0,0 1,0 1,0-1,0 1,1 1,-1 0,0 0,0 1,1 0,-1 0,1 1,0 0,0 0,1 1,-1 0,1 1,0 0,1 0,-1 0,-1 2,-7 9,1 1,0 0,1 1,1 0,0 1,2 1,1 0,-5 14,8-19,1 0,1 1,0-1,1 1,1-1,1 1,0 0,1 0,1 5,0-14,0 0,1 1,0-1,0 0,1-1,0 1,0 0,1-1,0 0,0 0,1 0,0 0,0-1,0 1,1-1,0-1,0 1,1-1,-1 0,1-1,19 9,0-2,1-1,0-1,0-1,1-2,0 0,0-2,0-1,1-2,-1 0,1-2,3-2,18 3,1-3,-1-2,0-2,0-3,-1-1,0-3,-1-1,-1-3,-1-2,0-2,24-17,-56 31,-1-1,0-1,-1 0,0-1,-1 0,0-1,0 0,-1-1,-1 0,0 0,-1-1,-1 0,0 0,-1-1,0 0,-1 0,2-10,-7 23,1 1,-1 0,1 0,-1-1,1 1,-1 0,0 0,0-1,0 1,1 0,-1-1,0 1,-1 0,1-1,0 1,0 0,-1-1,1 1,0 0,-1 0,1-1,-1 1,0 0,1 0,-1 0,0 0,0 0,0 0,0 0,0 0,0 0,0 0,0 0,0 1,0-1,0 0,0 1,-1-1,1 1,0-1,0 1,-1 0,1-1,0 1,-1 0,1 0,0 0,-1 0,1 0,0 0,-1 0,1 1,0-1,0 0,-1 1,0 0,-4 4,1 0,-1 1,1 0,0 0,0 1,0 0,1-1,0 1,0 1,1-1,0 0,0 2,1-4,-120 339,246-577,75-187,-171 377,-21 51,13 118,-4-31,4-1,4 0,4-1,33 69,-47-133,-3-13</inkml:trace>
  <inkml:trace contextRef="#ctx0" brushRef="#br0" timeOffset="3741.513">4610 483,'27'6,"0"-1,1-1,-1-2,1 0,0-2,1-1,-28 1,43 0,-1-2,0-2,1-1,-2-3,1-1,-1-2,-1-2,0-2,-1-1,-1-3,0-1,-2-1,21-17,-13-8,-59 61,-1 15,2 1,0 0,2 1,2 0,1 1,1 0,2 0,1 1,2-1,1 9,-5 109,-5-118,11-32,0-1,-1 0,1 1,-1-1,1 0,-1 1,1-1,-1 0,1 0,-1 0,1 0,-1 1,1-1,-1 0,1 0,-1 0,1 0,-1 0,1 0,-1 0,1 0,-1 0,1-1,-1 1,1 0,-1 0,1 0,-1-1,1 1,-1 0,1 0,-1-1,1 1,0 0,-1-1,1 1,0-1,-1 1,1 0,0-1,-1 1,1-1,0 1,0-1,-1 1,1-1,0 1,0-1,0 1,0-1,0 1,0-1,0 1,0-1,0 1,0-1,0 1,0-1,0 0,-7-23,1 0,1 0,1-1,1 0,1 0,2 0,0-2,0-9,1 1,2-1,2 0,1 1,2 0,1 0,1 1,3 0,0 0,2 2,2 0,0 1,7-6,-19 29,0 0,0 1,1 0,0 0,0 0,1 1,0-1,0 2,1-1,-1 1,1 0,0 1,0 0,1 0,-1 1,1 0,0 0,0 1,0 0,0 1,0 0,1 0,-1 1,0 0,7 1,-4 3,1 1,-1 1,0-1,0 2,0 0,-1 0,0 1,0 1,-1 0,0 0,-1 1,0 0,2 3,-9-11,0 1,0-1,0 1,0-1,-1 1,1 0,-1 0,1 0,-1-1,0 1,0 0,-1 0,1 1,0-1,-1 0,0 0,0 0,0 0,0 0,0 0,-1 1,1-1,-1 0,0 0,0 0,0 0,0-1,-1 1,1 0,-1 0,0-1,0 1,0-1,0 2,-143 117,132-109,1 1,1 0,0 1,1 0,0 1,2 0,-1 1,-2 9,8-19,1 1,-1 0,1 0,1 0,-1 0,1 0,1 0,-1 0,1 0,0 1,1-1,0 0,0 0,0 0,1 0,0 0,1 0,-1 0,1-1,0 1,5 5,2-1,2 0,-1-1,1-1,1 0,0 0,0-1,1-1,0 0,0-1,0 0,1-1,0-1,0-1,0 0,0 0,1-2,-1 0,0-1,1 0,7-2,-11 2,1-1,-1-1,1 0,-1 0,0-1,0-1,0 0,-1 0,1-1,-1-1,0 0,-1-1,1 0,-1 0,-1-1,1 0,-1-1,-1 0,1 0,-2-1,1 0,-2 0,1-1,-1 0,2-7,5-18,-3-1,-1-1,-1 0,-2 0,-2 0,-1-27,4-24,-4 66,2 64,-12 124,3-108,2-1,3 1,3 16,-4-65,1 1,1 0,-1-1,1 0,1 1,-1-1,1 0,1 0,0 0,0-1,0 1,1-1,0 0,0-1,1 1,0-1,0 0,1 0,-1-1,1 0,0 0,1 0,-1-1,1 0,0-1,0 1,6 0,1 0,0-1,1-1,0 0,-1-1,1-1,0 0,-1-1,1-1,-1-1,1 0,-1 0,0-2,13-5,19-10</inkml:trace>
  <inkml:trace contextRef="#ctx0" brushRef="#br0" timeOffset="4030.08">6093 483,'20'7,"21"2,19 0,16-2,10-2,4-5,-3-6,-11-9,-18-2</inkml:trace>
  <inkml:trace contextRef="#ctx0" brushRef="#br0" timeOffset="4312.82">6320 42,'-16'-7,"2"-2,14 0,21 2,26 2,24 2,21 2,13 0,5 1,-17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06:41.26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174 170,'-35'199,"27"-132,-49 270,48-312,3-24,1-62,17-320,-14 88,1 285,1 7,-1 0,0-1,1 1,-1 0,1-1,0 1,-1-1,1 1,0-1,0 1,0-1,0 1,0-1,0 1,1-1,-1 1,0-1,1 1,-1 0,1-1,-1 1,1 0,0-1,0 1,-1 0,1 0,0-1,0 1,0 0,0 0,1 0,-1 0,0 1,0-1,0 0,1 0,-1 1,1-1,-1 1,0-1,1 1,-1-1,1 1,-1 0,1 0,143 33,228 2,-331-25,-14 1</inkml:trace>
  <inkml:trace contextRef="#ctx0" brushRef="#br0" timeOffset="516.149">1 357,'97'23,"-84"-21,88 5,0-4,0-4,0-5,0-4,29-10,-93 14,-2-1,1-2,-1-2,27-12,-24-2,-63 27,12 8,0 1,0 1,1 0,1 0,0 2,1-1,0 1,1 0,1 1,0 0,1 1,1-1,-2 7,-10 19,2 2,1 0,3 0,-3 20,15-63,0 0,1 0,-1 0,0 0,0 0,0 0,1 0,-1 0,0 0,0 0,0 0,1 0,-1 0,0 0,0 0,1 0,-1 0,0 0,0 0,0 0,1 0,-1 0,0 1,0-1,0 0,0 0,1 0,-1 0,0 0,0 1,0-1,0 0,0 0,0 0,0 1,1-1,12-25,289-631,-287 630,-15 27,0-1,0 0,0 1,0-1,0 0,0 1,0-1,0 0,0 1,0-1,0 0,0 1,0-1,1 1,-1-1,0 0,0 0,0 1,0-1,1 0,-1 1,0-1,0 0,0 1,1-1,-1 0,0 0,1 0,-1 1,0-1,1 0,-1 0,0 0,1 0,-1 1,0-1,1 0,-1 0,0 0,1 0,-1 0,0 0,1 0,-1 0,0 0,1 0,-1 0,1 0,-1-1,0 1,1 0,-1 0,0 0,0 0,1 0,-1-1,0 1,1 0,-1 0,0-1,1 1,-1 218,-1-162,2 0,3-1,3 1,1-2,3 1,12 31,9-17,-18-50</inkml:trace>
  <inkml:trace contextRef="#ctx0" brushRef="#br0" timeOffset="782.713">843 344,'-16'-2,"-12"-1,1 2,12 4,25 1,28 1,30-2,30-1,22 0,14-4,4-5,-21-2</inkml:trace>
  <inkml:trace contextRef="#ctx0" brushRef="#br0" timeOffset="1049.971">2060 117,'-31'-7,"-1"2,0 2,0 0,0 2,0 2,0 1,0 1,0 2,0 1,10-4,0 2,0 0,1 2,-1 0,1 1,1 1,-1 1,2 1,-1 1,1 0,1 2,0 0,1 1,0 1,1 0,-4 7,15-16,1 1,1 0,-1-1,1 2,0-1,1 0,-1 1,1-1,1 1,0 0,0-1,0 1,1 0,0 0,1-1,-1 1,2 0,-1-1,1 1,0 0,0-1,1 0,0 0,1 0,-1 0,1 0,1-1,-1 1,1-1,0 0,3 2,7 6,1 0,0 0,1-2,1 0,0-1,0-1,1 0,0-2,1 0,7 1,22 6,1-2,1-3,32 2,7-2</inkml:trace>
  <inkml:trace contextRef="#ctx0" brushRef="#br0" timeOffset="1316.101">2434 291,'18'-105,"-18"104,0 1,0-1,0 0,0 0,1 1,-1-1,-1 0,1 0,0 1,0-1,0 0,0 0,0 1,-1-1,1 0,0 1,-1-1,1 0,-1 1,1-1,0 0,-1 1,1-1,-1 1,0-1,1 1,-1-1,1 1,-1 0,0-1,1 1,-1-1,0 1,1 0,-1 0,0 0,0-1,1 1,-1 0,0 0,0 0,1 0,-1 0,0 0,0 0,1 0,-1 1,0-1,0 0,1 0,-1 1,0-1,1 0,-1 1,0-1,1 1,-1-1,0 1,1-1,-1 1,1 0,-41 33,27-21,2 0,0 1,0 0,2 1,-1 0,2 0,0 1,1 0,1 1,0 0,1 0,1 1,1-1,0 1,1 0,1 0,1 13,2-22,2 0,-1 0,1 0,0 0,1 0,0-1,0 1,1-1,0 0,0-1,1 1,0-1,0 0,1 0,0-1,0 0,0 0,1-1,0 0,4 2,13 7,1-2,0-1,0-1,1-1,0-1,7 0,-4-2,1 0,-1-2,1-2,0-1,-1-1,12-2,11-5</inkml:trace>
  <inkml:trace contextRef="#ctx0" brushRef="#br0" timeOffset="1317.101">2461 491,'-16'0,"-1"2,15 3,20 4,23-1,21-1,14-2,7-2,-2-3,-7-7,-16-2</inkml:trace>
  <inkml:trace contextRef="#ctx0" brushRef="#br0" timeOffset="1583.476">2528 37,'27'2,"27"6,28 3,22 2,18 2,7-3,-5 0,-23-3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06:40.17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376 27,'-12'-5,"0"0,-1 1,1 1,-1 0,0 0,0 1,0 1,0 0,0 1,-1 1,1 0,0 0,0 1,0 1,1 0,-1 1,1 0,-1 1,1 0,1 1,-1 1,1 0,0 0,-1 2,8-7,0 0,0 0,0 0,1 0,-1 1,1 0,-1 0,1 0,0 0,0 0,0 1,1-1,-1 1,1 0,0-1,0 1,0 0,0 1,1-1,-1 0,1 0,0 1,1-1,-1 0,1 1,0-1,0 1,0-1,0 0,1 1,0-1,0 1,0-1,2 3,5 2,0-1,1 0,0-1,0 0,1 0,0-1,0-1,1 1,0-2,-1 1,2-1,2 0,8 4,59 22,-29-11,0 1,-1 3,12 10,-52-27,-2 1,1-1,-1 2,0-1,0 2,-1-1,0 1,5 7,-11-13,0 0,0 0,0 0,0 0,-1 1,1-1,-1 1,0-1,0 1,0-1,-1 1,1 0,-1-1,0 1,0 0,0-1,-1 1,1 0,-1-1,0 1,0-1,0 1,0-1,0 1,-1-1,0 0,0 0,0 0,-1 2,-3 2,-1 0,0 0,0-1,-1 0,1-1,-1 0,0 0,-1 0,1-1,-1 0,0-1,0 0,0 0,0-1,-5 0,-13 3,-1-2,1-1,0-1,-23-3,32 2,0-2,0 0,0-1,0-1,0 0,-15-7,32 11,0 0,0 0,1 0,-1-1,0 1,0 0,1 0,-1 0,0-1,1 1,-1 0,0-1,1 1,-1-1,1 1,-1-1,0 1,1-1,-1 1,1-1,0 1,-1-1,1 0,-1 1,1-1,0 0,-1 1,1-1,0 0,0 1,0-1,-1 0,1 0,0 1,0-1,0 0,0 0,0 1,1-1,-1 0,0 0,0 1,0-2,28-16,8 6</inkml:trace>
  <inkml:trace contextRef="#ctx0" brushRef="#br0" timeOffset="267.558">684 227,'-1'19,"0"-1,1 1,0-1,2 0,0 1,4 15,0 0,19 202,-25-229,0 0,0 1,1-1,0 0,0 0,1 1,0-1,0 0,1-1,-1 1,2 0,-1-1,1 1,0-1,0 0,0-1,1 1,0-1,0 0,1 0,-1 0,1-1,0 1,0-1,1-1,4 3,3-3,1-1,-1 0,1 0,0-2,0 0,-1 0,1-1,0-1,-1-1,1 0,-1-1,0 0,0-1,0-1,-1 0,1-1,5-5,26-15</inkml:trace>
  <inkml:trace contextRef="#ctx0" brushRef="#br0" timeOffset="550.693">644 468,'18'7,"20"2,17 0,12-5,5-4,-1-7,-9-7,-12-6,-14 1</inkml:trace>
  <inkml:trace contextRef="#ctx0" brushRef="#br0" timeOffset="833.987">871 174,'-18'-5,"-15"-3,-7-3,-1-2,5 2,10 2,16 3,24 2,28 2,31 4,29 1,26 0,-9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06:38.83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231 175,'-4'21,"-4"22,-6 20,-4 17,-6 14,-6 6,-4 0,-2-8,6-12,8-19,12-23,12-28,7-15</inkml:trace>
  <inkml:trace contextRef="#ctx0" brushRef="#br0" timeOffset="307.467">138 389,'-3'8,"1"1,0 0,0-1,0 1,1 0,1 0,0 0,0 0,0 0,1 0,1 0,-1 0,2 0,-1 0,1-1,0 1,1-1,2 3,7 19,2-1,1-1,1 0,2-1,0-1,2-1,1-1,1-1,1-1,0-1,2-1,1-1,0-1,1-2,7 3,-30-16,0 1,0-1,0 0,1 0,-1-1,1 0,0 0,0 0,0 0,0-1,0 0,0-1,0 1,0-1,0 0,0-1,0 1,0-1,0 0,0-1,0 1,0-1,-1 0,1-1,-1 0,1 1,-1-2,0 1,0-1,0 1,-1-1,1-1,-1 1,5-13,-1 1,-1-2,-1 1,0-1,-2 0,0 0,-1-1,0 1,-1-17,22-609,-10 575,-13 69,-1 0,1-1,-1 1,1 0,0 0,-1 0,1 0,0 0,-1 0,1 0,0 0,-1 0,1 0,0 1,-1-1,1 0,0 0,-1 0,1 1,-1-1,1 0,-1 1,1-1,-1 1,1-1,-1 1,1-1,-1 1,1-1,-1 1,0-1,1 1,-1-1,0 1,1 0,-1-1,0 1,0-1,0 1,1 0,-1-1,0 1,0 0,0 0,0 0,11 24</inkml:trace>
  <inkml:trace contextRef="#ctx0" brushRef="#br0" timeOffset="857.777">1034 215,'-24'49,"3"1,3 1,1 0,3 1,2 1,2 1,3-1,1 14,5-61,0 104,1-105,0 0,1 0,0 0,0 0,1 0,-1 0,1 0,0-1,0 1,1-1,-1 1,1-1,0 0,0 0,1 0,-1 0,1-1,0 1,1 0,3-1,1-1,-1 0,0-1,1 0,-1 0,1 0,-1-1,1-1,-1 0,1 0,-1 0,1-1,-1 0,0-1,0 0,0 0,0-1,-1 0,0 0,1-1,-1 0,-1 0,2-1,9-7,-1 0,0-1,-1-1,-1-1,0 0,-1 0,-1-1,0-1,-2 0,0-1,-1 0,0 0,-2-1,0 0,1-11,6-31,-3 0,-3-1,-2-1,-2-32,-5-116,-3 194,-5 33,-10 56,3 1,3 0,0 34,13-102,-8 58,2 0,4 59,2-103,2 0,0-1,1 1,0 0,2-1,0 0,1 0,1-1,0 1,1-2,1 1,6 8,28 27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07:31.79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156 92,'-7'20,"-9"21,-6 19,-2 15,1 11,2 7,2-2,5-6,4-18</inkml:trace>
  <inkml:trace contextRef="#ctx0" brushRef="#br0" timeOffset="563.672">356 158,'3'22,"-1"0,-1 0,-1 0,0 0,-2-1,-3 12,3-9,-44 340,48-291,-2-74,1 1,-1-1,0 1,0-1,1 1,-1 0,0-1,1 1,-1-1,1 1,-1 0,0-1,1 1,-1 0,1-1,-1 1,1 0,-1 0,1-1,-1 1,1 0,-1 0,1 0,-1 0,1 0,-1 0,1 0,-1 0,1 0,0 0,-1 0,1 0,-1 0,1 0,-1 0,1 0,-1 1,1-1,-1 0,1 0,-1 1,1-1,-1 0,0 1,1-1,-1 0,1 1,-1-1,0 1,0-1,1 1,-1-1,0 1,1-1,-1 1,0-1,0 1,0-1,0 1,0-1,0 1,1-1,-1 1,0-1,0 1,-1-1,1 1,0-1,0 1,0 0,20-40,-7-9,-2 0,-2-1,-2 0,-2 0,-3-1,-3-47,1 17,2 53,-1 27,-1-1,0 1,0 0,1 0,-1 0,0-1,1 1,-1 0,0 0,1 0,-1 0,1 0,-1 0,0 0,1 0,-1 0,0 0,1 0,-1 0,0 0,1 0,-1 0,1 0,-1 0,0 0,1 0,-1 1,0-1,1 0,-1 0,0 0,0 1,1-1,-1 0,0 0,1 1,-1-1,0 0,0 1,0-1,1 0,-1 1,0-1,0 0,0 1,0-1,0 0,0 1,0-1,1 0,-1 1,0-1,0 1,0-1,-1 0,1 1,0-1,0 0,0 1,0-1,0 0,0 1,0-1,-1 0,1 1,0-1,0 1,16 44,3 0,1-1,3-1,1-1,22 28,-33-52,2 0,0-1,0 0,2-1,0-1,0 0,2-2,-1 0,2-1,0-1,0 0,9 1,-24-10,0 0,0 0,0-1,1 0,-1 0,0 0,1-1,-1 1,0-1,1-1,-1 1,0-1,0 0,1 0,-1 0,0-1,0 0,0 0,0 0,-1 0,1-1,0 0,-1 0,0 0,0-1,0 1,1-2,4-11,-1 0,-1 0,0-1,-1 1,-1-2,0 1,-2 0,0-1,-1 0,0 1,-2-1,0 0,-1 0,-3-14,-3-42,-5 0,-2 0,-21-59,36 133,-1 0,1 0,-1 0,0 0,1 1,-1-1,0 0,1 0,-1 0,0-1,1 1,-1 0,1 0,-1 0,0 0,1 0,-1 0,0 0,1-1,-1 1,0 0,0 0,1 0,-1-1,0 1,1 0,-1-1,0 1,0 0,0 0,1-1,-1 1,0 0,0-1,0 1,0 0,0-1,1 1,-1 0,0-1,0 1,0-1,0 1,0 0,25 22,4 6</inkml:trace>
  <inkml:trace contextRef="#ctx0" brushRef="#br0" timeOffset="1256.476">1786 158,'-15'-9,"0"1,0 0,-1 0,0 2,-1 0,1 1,-1 1,0 0,-1 1,1 1,0 0,-1 2,-6 0,12 1,1 0,0 0,-1 1,1 1,0 0,0 0,0 1,0 1,1 0,-1 0,1 1,1 0,-1 1,1 0,0 0,1 1,0 0,0 1,0-1,-2 6,4-5,1 1,-1 0,2 1,-1-1,1 1,1 0,0 0,1 0,0 0,0 0,1 1,1-1,0 0,0 1,2-1,-1 0,1 1,1-1,0 0,0 0,1-1,0 1,1-1,0 0,2 1,8 10,0 0,2-2,0 0,1-1,1-1,1 0,0-2,1 0,1-1,0-1,1-2,0 0,1-1,0-1,1-2,-1 0,1-2,1 0,-1-2,0-1,13-1,-24-1,1 0,-1-1,1-1,-1 0,0-1,0-1,0 0,-1-1,1-1,-1 0,0 0,-1-1,0-1,0 0,0-1,-1 0,0-1,-1 0,6-8,14-22,-2-2,-2-1,-2-2,-1-2,3-4,-188 329,151-243,11-34,0-1,0 1,0-1,0 1,0-1,0 1,-1-1,2 1,-1-1,0 1,0-1,0 1,0-1,0 1,0-1,0 1,1-1,-1 1,0-1,0 0,1 1,-1-1,0 1,1-1,-1 0,0 1,1-1,-1 0,1 1,-1-1,0 0,1 1,-1-1,1 0,-1 0,1 0,-1 1,1-1,-1 0,1 0,-1 0,1 0,-1 0,1 0,-1 0,1 0,-1 0,1 0,-1 0,1-1,-1 1,1 0,-1 0,1 0,-1-1,1 1,-1 0,0-1,1 1,-1 0,1-1,-1 1,0 0,1-1,11-8,0 0,0-1,-1 0,0-1,-1 0,0-1,-1 0,0-1,-1 0,5-9,36-68,-4-3,-4-1,-4-2,0-15,-23 70,-5 15,-9 27,1-1,-1 0,0 0,0 0,0 0,1 0,-1 0,0 0,0 0,0 1,0-1,1 0,-1 0,0 0,0 0,0 0,1 0,-1 0,0 0,0 0,0 0,1 0,-1-1,0 1,0 0,0 0,1 0,-1 0,0 0,0 0,0 0,0 0,1-1,-1 1,0 0,0 0,0 0,-1 24,-8 52,3 0,4 0,3 0,4 0,2 0,4 0,4-2,2 1,11 21,4-26,-23-61,-5-11</inkml:trace>
  <inkml:trace contextRef="#ctx0" brushRef="#br0" timeOffset="1911.695">2294 519,'-92'-64,"90"54,20 10,-18 0,306 22,-261-21,1-2,-1-2,0-2,-1-2,1-2,-1-2,27-11,-42 10,-29 12,0 1,0-1,0 0,-1 1,1-1,0 0,0 1,0-1,0 0,0 1,-1-1,1 0,0 1,0-1,0 0,0 1,0-1,0 0,0 1,0-1,1 1,-1-1,0 0,0 1,0-1,0 0,0 1,0-1,1 0,-1 0,0 1,0-1,1 0,-1 1,0-1,0 0,1 0,-1 0,0 1,1-1,-1 0,0 0,1 0,-1 0,0 1,1-1,-1 0,0 0,1 0,-1 0,0 0,1 0,-1 0,0 0,1 0,-1 0,0 0,1 0,-1-1,-11 32,-63 192,53-84,19-129,2-22,0 11,5-185,22-146,-22 299,1-1,1 1,2 0,1 1,4-7,-12 35,-1-1,1 1,0-1,1 1,-1 0,1 0,0 0,0 0,0 0,0 1,1 0,-1-1,1 1,0 0,0 1,0-1,0 1,0-1,1 1,-1 1,1-1,0 1,-1-1,1 1,0 1,0-1,-1 1,1 0,1 0,16 3,-1 1,1 1,-1 1,0 1,-1 0,0 2,0 1,-1 0,0 1,1 2,-11-8,-1-1,0 1,0 1,-1-1,1 1,-1 1,-1-1,1 1,-1 1,0-1,-1 1,0 0,0 0,0 0,0 4,-5-10,1 1,-1 0,0-1,0 1,-1 0,1-1,0 1,-1-1,0 1,1-1,-1 1,0-1,0 1,-1-1,1 0,0 1,-1-1,1 0,-1 0,0 0,0 0,0 0,0-1,0 1,0-1,0 1,0-1,-1 0,-1 1,-75 30,75-31,-45 13,28-9,-1 1,1 0,0 2,1 0,0 2,1 0,-1 1,-6 7,21-14,0 1,1-1,0 1,0 0,0 0,1 1,-1-1,1 1,0 0,1 0,0 0,0 0,0 0,1 0,-1 1,2-1,-1 0,1 1,0-1,0 1,0-1,1 0,0 1,0-1,1 0,0 0,0 0,0 0,1 0,0 0,0-1,1 1,-1-1,3 3,13 13,0-2,2 0,0-1,1-1,0-2,2 0,-1-1,2-1,0-1,0-2,1 0,1-2,19 4,46 13,-9-7</inkml:trace>
  <inkml:trace contextRef="#ctx0" brushRef="#br0" timeOffset="3528.489">4233 373,'1'-10,"0"1,-1-1,0 1,0-1,-1 1,0 0,0-1,-1 1,-1 0,1 0,-1 0,-1 0,0 0,0 1,-1 0,0 0,0 0,-1 0,0 1,0 0,-1 0,0 1,0 0,0 0,-1 0,0 1,-3-1,-3 3,1 0,-1 1,0 1,0 0,0 1,0 0,0 1,0 1,0 0,0 1,1 1,-1 0,1 1,0 0,0 1,1 0,0 1,0 0,0 1,1 1,0 0,1 0,0 1,0 0,1 1,0 0,1 0,1 1,-1 0,0 4,4-7,1 0,0 1,0-1,1 1,0 0,1 0,0 0,1 0,0 0,0 0,1 0,0 0,1 0,0-1,1 1,0 0,0-1,1 0,0 0,0 0,1 0,1-1,0 0,0 0,4 5,8 7,1-1,0 0,2-2,0 0,0-1,2-2,0 0,1-1,2 0,8 2,1-1,0-1,0-2,2-2,-1-1,1-2,0-1,0-2,1-2,17-2,-41 0,1 0,0-2,0 0,-1 0,0-1,0-1,0-1,0 0,-1-1,0 0,0-1,0 0,-1-1,-1 0,0-1,0 0,-1-1,0-1,0 1,7-15,-1-1,-2 0,0-1,-2 0,8-29,-19 47,-13 33,11-21,-144 275,132-249,14-28,-1 0,0 0,0 0,1 0,-1 0,0 0,0 0,1 0,-1 0,0 0,0 0,1 0,-1 0,0 0,0 0,1 1,-1-1,0 0,0 0,1 0,-1 0,0 0,0 1,0-1,1 0,-1 0,0 0,0 1,0-1,0 0,1 0,-1 0,0 1,0-1,0 0,0 1,30-38,-2-1,-2-1,-2-1,-1-2,-2 0,-1-4,2 2,146-305,-150 319,-18 31,0-1,1 0,-1 0,0 1,0-1,0 0,1 0,-1 1,0-1,0 0,1 0,-1 1,0-1,0 0,1 0,-1 0,0 0,1 0,-1 1,0-1,0 0,1 0,-1 0,0 0,1 0,-1 0,0 0,1 0,-1 0,0 0,1 0,-1 0,0 0,1-1,-1 1,0 0,1 0,-1 0,0 0,0 0,1-1,-1 1,0 0,0 0,1 0,-1-1,-28 210,24-163,2 1,2 0,2-1,3 1,1-1,2 0,3-1,1 0,13 29,-6-24,-22-48,-61-75,0 4,-2 4,-20-11,87 76,0 0,-1 0,1 0,0 0,-1 0,1 0,0 0,0 0,-1 0,1-1,0 1,-1 0,1 0,0-1,-1 1,1 0,-1-1,1 1,0 0,-1-1,1 1,-1-1,1 1,-1-1,1 1,-1-1,0 0,1 1,-1-1,0 0,1 1,-1-1,0 1,0-1,0 0,1 0,-1 1,0-1,0 0,0 1,0-1,0 0,0 0,-1 1,1-1,0 0,0 1,0-1,-1 0,1 1,0-1,-1 1,1-1,0 0,-1 1,1-1,-1 1,1-1,-1 1,1-1,-1 1,276-34,21-40,-290 72,-4 1,-1 0,1 0,-1 0,1 1,-1-1,1 0,0 0,-1 1,1-1,0 1,0 0,-1-1,1 1,0 0,0 0,0 0,-1 0,1 0,0 1,0-1,-1 0,1 1,0-1,0 1,-1 0,1 0,-1-1,1 1,-1 0,1 0,-1 1,1-1,-1 0,0 0,0 1,0-1,0 0,0 1,0-1,0 1,-13 72,-48 175,57-236,3-9,0 0,-1-1,1 1,-1 0,0-1,0 1,0-1,-1 1,0-1,1 0,-1 1,0-1,0 0,-2 1,-9-23,10-13,0 0,3 0,0 0,3 0,0 0,2 0,7-22,-5 13,3 1,1 0,2 0,1 2,3 0,1 0,1 2,2 0,26-31,-42 60,1 1,-1 1,1-1,1 1,-1 0,1 1,-1-1,1 1,1 1,-1-1,0 1,1 0,0 1,-1 0,1 0,0 1,0 0,0 0,0 1,0 0,1 0,-1 1,0 0,-1 1,1-1,0 1,0 1,4 1,0 1,1 0,-1 0,0 1,0 1,-1 0,0 1,0 0,0 0,7 9,-17-16,1 0,-1 0,0 0,0 1,1-1,-1 0,0 1,0-1,0 1,-1-1,1 1,0-1,0 1,-1-1,1 1,-1 0,0-1,1 1,-1 0,0 0,0-1,0 1,0 0,0-1,-1 1,1 0,0 0,-1-1,1 1,-1-1,0 1,1 0,-1-1,0 1,0-1,0 0,0 1,-1 0,-11 8,0 1,-1-2,0 0,0-1,-1 0,0-1,-14 4,-5 4,21-9,-1-2,1 1,0 1,0 0,0 0,1 1,0 1,1 0,0 1,0 0,1 1,0 0,0 0,1 1,1 1,-8 11,14-17,1 0,-1-1,1 1,1 0,-1 1,1-1,0 0,0 0,1 0,-1 0,2 0,-1 0,0-1,1 1,0 0,1-1,-1 1,1-1,0 1,0-1,1 0,0-1,-1 1,4 2,4 5,1 0,0-1,1-1,0 0,1 0,0-2,1 1,7 2,-11-5,1 0,0-1,0 0,0 0,1-2,-1 1,1-2,0 1,0-2,0 0,0 0,0-1,0-1,0 0,0-1,0-1,0 0,0 0,-1-1,0-1,0 0,0-1,0 0,-1 0,0-1,4-4,9-17,-2-2,0 0,-2-1,-1-1,-2-1,-1 0,-1-1,4-20,14-29,-28 74,-9 21,-10 22,2 2,2-1,1 1,1 1,2 0,2 0,1 0,2 0,4 32,0-55,1-1,1 0,0-1,1 1,0-1,1 0,0-1,1 1,0-1,1-1,0 0,0 0,1 0,1-2,0 1,0-1,0-1,1 0,0 0,0-2,1 1,0-1,0-1,0 0,0-1,1-1,-1 0,1-1,0 0,-1-1,1 0,0-1,-1-1,1 0,5-3,-13 4,0 0,0-1,0 0,-1 0,1-1,0 0,-1 0,0 0,0 0,0-1,0 0,0 0,-1 0,1-1,-1 0,-1 0,1 0,-1 0,1 0,-1 0,0-2,8-28</inkml:trace>
  <inkml:trace contextRef="#ctx0" brushRef="#br0" timeOffset="3884.027">6091 532,'17'12,"0"0,1-2,1 0,-1-1,2-1,-1-1,1 0,15 2,10 4,1-2,1-2,0-2,0-2,46-1,-86-4,0-1,1 0,-1 0,0 0,0-1,1 0,-2 0,1-1,0 0,2-2,-7 4,0 0,0-1,0 1,0-1,0 1,0-1,-1 0,1 0,-1 0,0 0,1 0,-1 0,0 0,0 0,0 0,0-1,-1 1,1 0,-1-1,1 1,-1 0,0-1,0 1,0-1,0 1,0 0,0-1,-1 1,1-1,-1 1,0 0,0-1,-7-13,-1 1,-1-1,0 2,-1-1,-1 1,0 1,-1 0,0 1,-1 1,0 0,-1 0,0 2,-7-4,-270-165,269 161,23 17,0-1,0 1,0-1,-1 1,1-1,0 1,0-1,0 0,0 1,0-1,0 1,0-1,0 1,0-1,0 1,0-1,0 0,0 1,0-1,1 1,-1-1,0 1,0-1,1 1,-1-1,0 1,1 0,-1-1,0 1,1-1,-1 1,1 0,-1-1,1 1,-1 0,1-1,-1 1,1 0,-1 0,1 0,-1-1,1 1,-1 0,1 0,-1 0,1 0,-1 0,1 0,-1 0,1 0,0 0,-1 0,1 0,-1 1,1-1,-1 0,1 0,-1 0,1 1,-1-1,1 0,-1 1,1-1,-1 0,60-2,0 2,-1 3,22 5,-8-1,349 28,-358-31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07:29.56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202 160,'-7'13,"-4"15,-3 12,-1 12,-1 8,3 8,3 1,4 0,3-5,1-8,2-12,0-13</inkml:trace>
  <inkml:trace contextRef="#ctx0" brushRef="#br0" timeOffset="278.625">108 253,'-7'-18,"-2"-13,-1-6,-3-1,7 4,13 8,16 7,19 6,15 4,12 5,8 1,1 3,-4 5,-11 7,-17 1</inkml:trace>
  <inkml:trace contextRef="#ctx0" brushRef="#br0" timeOffset="810.512">1 360,'37'10,"0"-2,1-2,0-1,0-2,17-1,-39-1,84 3,0-3,0-5,0-4,-1-5,87-23,-164 31,0-1,-1-1,0-1,-1 0,1-2,-2 0,1-2,0-1,-19 12,1 1,-1-1,1 0,-1 0,0 1,0-1,1 0,-1 0,0-1,0 1,0 0,0 0,0 0,-1-1,1 1,0 0,0-1,-1 1,1-1,-1 1,1-1,-1 1,0-1,0 1,0-1,1 1,-2-2,0 2,0 0,0 0,-1 1,1-1,-1 1,1-1,0 1,-1-1,1 1,-1 0,1-1,-1 1,1 0,-1 0,1 0,-1 1,1-1,-1 0,1 0,-1 1,1-1,-1 1,1-1,-1 1,1 0,-1 0,-13 7,1 1,0 0,0 1,0 0,1 2,1-1,0 2,1-1,0 1,1 1,0 0,1 1,1 0,0 0,-1 5,-11 26,1 0,3 1,1 1,3 1,-3 21,18-52,11-45,43-95,14-30,-6-2,38-139,-115 458,19-104,2-1,3 0,3-1,2 0,2-2,3 0,3-1,2-1,4 2,-21-38,10 23,-6-10</inkml:trace>
  <inkml:trace contextRef="#ctx0" brushRef="#br0" timeOffset="1052.509">816 400,'-15'-2,"-9"-1,4 3,13 2,21 5,30 0,32 1,29 0,26-2,17-2,-17-1</inkml:trace>
  <inkml:trace contextRef="#ctx0" brushRef="#br0" timeOffset="1328.678">2207 186,'-45'-11,"-1"1,1 3,-2 2,1 1,0 3,-18 3,42-2,0 2,1 0,-1 2,1 0,0 1,0 1,-6 4,20-8,0 2,0-1,1 1,-1 0,1 0,0 0,0 1,1 0,-1 0,1 1,0 0,0-1,1 2,0-1,0 0,0 1,1 0,0 0,0 0,1 0,0 0,-1 5,2-2,0 0,1-1,0 1,0 0,1 0,0 0,1-1,0 1,1-1,0 1,0-1,1 0,0 0,1 0,0-1,0 1,1-1,2 2,6 8,1-2,1 0,0 0,1-2,1 0,0-1,13 7,2-3,0 0,1-2,1-2,0-1,1-2,0-1,0-2,1-1,0-2,0-2,0-1,0-2,0-1,0-2,0-2,29-9,15-11</inkml:trace>
  <inkml:trace contextRef="#ctx0" brushRef="#br0" timeOffset="1612.326">2756 186,'-7'0,"1"-1,-1 1,1 1,0-1,-1 1,1 0,0 1,-1-1,1 1,0 1,0-1,0 1,1 0,-1 0,1 1,0-1,-1 1,2 0,-1 1,0-1,1 1,0 0,0 0,0 0,-1 4,-6 6,0 1,2 0,0 0,0 1,2 0,0 0,1 0,1 1,0 0,2 0,0 1,1-1,1 1,0-1,1 1,2 0,0-1,0 0,2 1,3 7,0-13,0 1,2-1,-1-1,2 0,0 0,0-1,1 0,0-1,1 0,0-1,1 0,0-1,0-1,1 0,0 0,0-2,0 1,1-2,-1 0,1-1,0 0,1-1,-1-1,0 0,11-2,-13 1,-1-1,1 0,-1 0,0-1,0-1,0 0,0-1,0 0,26-15</inkml:trace>
  <inkml:trace contextRef="#ctx0" brushRef="#br0" timeOffset="1862.081">2515 507,'21'5,"22"1,22-1,16 0,10-2,-1-3,-9-6,-15-7,-17-2</inkml:trace>
  <inkml:trace contextRef="#ctx0" brushRef="#br0" timeOffset="1863.081">2876 199,'-23'-11,"-19"-9,-11-2,-1-3,4 1,12 2,23 5,27 6,29 4,31 3,28 3,22 1,16 1,-17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07:28.27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564 13,'-38'-5,"0"1,0 1,0 3,-1 1,1 1,0 3,0 1,1 1,0 2,-12 6,38-13,0 1,1 1,-1-1,1 2,0-1,0 2,0-1,0 1,1 0,0 1,-4 5,11-11,1 1,0-1,0 1,0 0,0 0,0-1,1 1,-1 0,0 0,1 0,-1 0,1 0,0 0,0 0,-1 0,1 0,1 0,-1 0,0 0,0 0,1 0,-1 0,1-1,0 1,-1 0,1 0,0 0,0-1,0 1,0 0,1-1,-1 1,0-1,1 1,-1-1,1 0,-1 0,2 1,67 43,170 46,-83-35,-137-49,-4-2,1 1,-1 0,-1 2,1-1,-1 2,-1 0,1 1,-1 0,-1 1,0 1,1 2,-13-12,1-1,-1 1,0 0,0 0,0 0,0-1,0 1,0 0,-1 0,1 0,0 1,-1-1,0 0,1 0,-1 0,0 0,0 0,-1 0,1 0,0 1,0-1,-1 0,0 0,1 0,-1 0,0 0,0 0,0-1,0 1,0 0,0 0,-1-1,1 1,-1-1,1 1,-1-1,0 1,-71 34,45-32,-1 0,1-2,-1-1,1-1,-1-1,1-2,0-1,0-1,0-1,0-2,1-1,0-1,-18-10,45 20,0 0,0 0,0 0,0-1,0 1,0 0,1 0,-1 0,0-1,0 1,0 0,0 0,0 0,0-1,0 1,0 0,0 0,0 0,0-1,0 1,0 0,0 0,0 0,0-1,0 1,-1 0,1 0,0 0,0-1,0 1,0 0,0 0,0 0,0 0,-1-1,1 1,0 0,0 0,0 0,0 0,-1 0,1 0,0 0,0-1,0 1,-1 0,25 0,-21 0,28 1</inkml:trace>
  <inkml:trace contextRef="#ctx0" brushRef="#br0" timeOffset="283.994">844 174,'-22'153,"20"-140,-3 13,1-1,1 1,2-1,0 1,2 0,0 0,2-1,1 1,1-1,1 0,2 0,4 10,-7-27,0 0,1 0,0 0,1-1,0 0,0 0,0-1,0 0,1 0,0-1,1 0,-1 0,1-1,0 0,0-1,0 0,0 0,1-1,-1 0,9 0,0 0,0-1,0 0,0-2,0 0,0-1,-1-1,1 0,-1-1,1-1,13-7,-21 8,-1-1,1 0,-1 0,0-1,-1 0,0-1,0 0,0 0,3-5,16-23</inkml:trace>
  <inkml:trace contextRef="#ctx0" brushRef="#br0" timeOffset="551.538">831 415,'-21'0,"-15"0,-7 2,3 1,7 2,14 1,20-2,25 0,26-2,25-1,20-3,9-1,0-2,-17-1</inkml:trace>
  <inkml:trace contextRef="#ctx0" brushRef="#br0" timeOffset="833.848">925 161,'-19'-7,"-14"-2,-7-2,0 1,7 2,20 3,25 1,32 3,30-2,30-2,23-3,-11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07:39.04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14 25,'9'39,"-1"0,-3 0,-1 0,-2 1,-1-1,-3 1,-1-1,-1 1,-3-1,-5 15,9-37,0-7,1 0,0-1,0 1,0 0,2 0,-1 0,1 0,0 1,1-1,1 0,-1 0,2-1,-1 1,1 0,1-1,-1 0,2 1,-1-1,1-1,1 1,2 2,6 0,1-1,1-1,0 0,0-2,1 1,0-2,0 0,1-1,-1-1,1-1,0 0,0-1,0-1,4-1,143-3,-94-6</inkml:trace>
  <inkml:trace contextRef="#ctx0" brushRef="#br0" timeOffset="266.647">789 186,'-15'18,"-9"18,1 13,2 13,4 6,5 7,5-2,8-3,10-8,11-6,10-12,9-8,9-10,8-9,0-11,-3-10,-6-9,-11-3</inkml:trace>
  <inkml:trace contextRef="#ctx0" brushRef="#br0" timeOffset="533.439">562 493,'25'5,"22"3,19 1,14-1,5-3,-3-1,-11-6,-17-4</inkml:trace>
  <inkml:trace contextRef="#ctx0" brushRef="#br0" timeOffset="799.526">804 79,'46'-11,"2"2,-1 2,1 2,46 2,-56 1,-16 2,76-5,0 5,57 8,-152-7,77 15,-77-15,0 0,-1 0,1 0,0 1,-1-1,1 0,-1 1,0 0,1 0,-1 0,0 0,0 0,0 0,0 0,-1 1,1-1,-1 0,1 1,-1 0,0-1,0 1,0 0,0-1,-1 1,1 2,-1 5,0 1,-1-1,0 1,-1-1,-1 0,1 1,-1-1,-1 0,0-1,-6 19,-7 22,3 0,1 1,3 1,2-1,2 2,2 33,3-79,1-1,0 0,1 1,-1-1,1 1,0-1,1 0,-1 1,1-1,1 0,-1 0,1-1,0 1,0 0,1-1,0 0,0 0,0 0,0 0,1 0,0-1,0 0,0 0,0 0,1-1,-1 0,1 0,2 1,16 0,0 0,0-1,0-1,0-1,1-2,-1 0,0-2,0 0,0-2,-1 0,1-2,18-8,20-6</inkml:trace>
  <inkml:trace contextRef="#ctx0" brushRef="#br0" timeOffset="1149.773">2274 426,'-21'33,"1"0,2 2,1-1,2 2,1 0,2 1,-1 15,10-44,-5 21,8-29,0 0,0 0,1 0,-1 1,0-1,0 0,0 0,1 0,-1 0,0 0,0 0,0 1,1-1,-1 0,0 0,0 0,0 0,0 1,0-1,1 0,-1 0,0 0,0 1,0-1,0 0,0 0,0 1,0-1,0 0,0 0,0 1,0-1,0 0,0 0,0 1,13-23,24-71,-3-2,-5-1,-4-1,-1-17,8-28,-1 52,-31 89,1-1,-1 1,1 0,0 0,0 0,-1 0,1 1,0-1,0 0,0 0,0 0,0 1,0-1,0 0,0 1,1-1,-1 1,0-1,0 1,0 0,0 0,1-1,-1 1,0 0,0 0,1 0,-1 0,0 0,0 1,1-1,-1 0,0 0,0 1,0-1,1 1,-1-1,0 1,0 0,0-1,0 1,0 0,0 0,0-1,0 1,-1 0,2 1,37 50,4 31,-3 1,-4 2,-3 1,-3 9,-26-86,15 43,-2 1,-3 1,-2 0,-2 1,0 33,-11-61,-2-8</inkml:trace>
  <inkml:trace contextRef="#ctx0" brushRef="#br0" timeOffset="1432.767">2167 453,'29'0,"38"2,36 6,29 3,-9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07:36.64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247 233,'0'19,"-2"21,-6 20,-5 18,-6 14,-2 7,-1 1,0-6,5-18</inkml:trace>
  <inkml:trace contextRef="#ctx0" brushRef="#br0" timeOffset="315.747">59 514,'-21'-107,"-8"-104,26 177,-2-75,5 106,0 1,0 0,1-1,0 1,-1-1,1 1,0 0,0 0,0 0,0-1,1 1,-1 0,1 0,-1 1,1-1,0 0,-1 0,1 1,0-1,0 1,0 0,0-1,0 1,1 0,-1 0,0 0,0 1,1-1,-1 1,1-1,-1 1,1 0,82 10,-43 3,0 2,-1 2,0 1,-2 2,0 2,-1 2,-2 1,24 22,7 32,-66-76,0-1,1 1,-1-1,0 1,0 0,0-1,-1 1,1 0,-1 0,1-1,-1 1,0 0,0 0,0 0,-1-1,1 1,-1 0,1 0,-1-1,0 1,0 0,0-1,0 1,-1-1,1 1,-1-1,1 0,-1 0,0 0,0 1,0-2,0 1,0 0,-2 1,-9 4,-1-1,-1 1,1-2,-1 0,0-1,0-1,0 0,0-1,-1 0,1-1,-9-1,-23 1,0-2,0-1,0-3,-22-6,53 6,28 0,28 3,10 0</inkml:trace>
  <inkml:trace contextRef="#ctx0" brushRef="#br0" timeOffset="749.732">942 394,'-26'36,"3"1,0 2,3 0,1 1,3 1,0 0,3 1,2 1,-4 30,6-40,4-14,-1-56,12-27,2 0,3 0,18-56,-25 105,31-119,5 2,7 0,-13 65,-34 67,1-1,-1 1,1 0,-1 0,1 0,-1 0,1 0,0-1,-1 1,1 0,-1 0,1 1,-1-1,1 0,0 0,-1 0,1 0,-1 0,1 1,-1-1,1 0,-1 0,1 1,-1-1,1 0,-1 1,1-1,-1 0,1 1,-1-1,0 1,1-1,-1 1,0-1,0 1,1-1,-1 1,0-1,0 1,1-1,-1 1,0 0,0-1,0 1,0-1,0 1,0 0,0-1,0 1,0-1,0 1,-1-1,1 1,0 0,0 0,0-1,28 247,-11-125,6-1,5-1,7 5,-28-102</inkml:trace>
  <inkml:trace contextRef="#ctx0" brushRef="#br0" timeOffset="1378.54">662 501,'157'1,"0"-7,-1-7,53-16,-94 7,-114 21,1 0,-1 1,0-1,1 1,-1-1,0 1,1-1,-1 1,1 0,-1 0,1-1,-1 1,1 0,-1 0,1 1,-1-1,0 0,1 0,-1 1,1-1,-1 1,0-1,1 1,-1-1,0 1,1 0,-1 0,0 0,0 0,0 0,0 0,0 0,0 0,0 0,0 0,0 1,-1-1,1 0,0 0,-1 1,1-1,-1 1,0-1,1 0,-1 1,0-1,0 1,0-1,0 2,-49 201,0 45,49-241,2-18,5-81,-4 1,-4 0,-6-35,-1-28,8 144,4-90,-4 95,1 0,0 0,0 0,0 0,1 0,-1 0,1 0,0 1,0-1,0 0,0 1,1 0,-1 0,1-1,0 2,0-1,0 0,0 0,1 1,-1 0,3-2,6 1,0 1,-1 0,1 0,0 1,0 0,0 1,0 1,0 0,0 1,-1 0,13 3,-20-4,43 8,0 1,-1 3,-1 1,0 3,15 8,-59-25,1 0,-1 1,1-1,-1 1,0-1,1 1,-1-1,1 1,-1 0,0-1,1 1,-1 0,0 0,0 0,0 0,0 0,0 0,0 0,0 1,0-1,0 0,-1 1,1-1,0 0,-1 1,1-1,-1 1,1-1,-1 1,0-1,0 1,0-1,0 1,0-1,0 1,0-1,0 1,0-1,-1 1,1-1,-1 1,1-1,-1 1,-6 4,1-1,-1 1,0-2,-1 1,1-1,-1 0,0-1,0 0,0 0,-1 0,-10 4,9-3,-22 7,1 3,1 0,0 2,-13 9,35-19,0-1,1 1,-1 1,2-1,-1 1,1 1,0-1,0 1,1 0,0 0,0 1,1-1,0 1,1 0,-1 0,2 0,0 1,0-1,1-1,0 0,1 0,0 0,0 0,1 0,0 0,1-1,0 1,0 0,0-1,1 1,0-1,1 0,-1 0,1 0,1-1,-1 1,1-1,0 0,1 0,-1-1,1 1,4 1,6 6,1-2,0 0,1 0,0-2,0 0,1-2,0 0,13 3,131 15,-91-23</inkml:trace>
  <inkml:trace contextRef="#ctx0" brushRef="#br0" timeOffset="1815.876">2345 341,'4'22,"0"2,-2-1,-1 0,-1 0,-1 1,0-1,-2 0,-1 0,-1 0,-1-1,-1 1,-1-1,0-1,-2 0,-1 0,0 0,-64 108,69-120,12-15,-3 3,40-52,-3-1,-2-2,-3-2,-2-1,-4-2,-2-1,-2-1,5-31,-1 9,-21 78,-4 24,15 299,21 83,-37-373</inkml:trace>
  <inkml:trace contextRef="#ctx0" brushRef="#br0" timeOffset="2114.669">2265 594,'14'2,"20"1,25 0,23-1,17 0,-7-1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06:30.62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F6630D"/>
      <inkml:brushProperty name="ignorePressure" value="1"/>
    </inkml:brush>
    <inkml:brush xml:id="br2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5949 10575,'14'-3,"0"1,0 0,0 1,0 0,0 2,0-1,0 2,0 0,0 0,0 2,-1-1,1 2,-1 0,0 0,-1 2,1-1,-1 1,0 1,-1 0,0 1,0 0,-1 1,0 0,-1 0,4 6,43 95,-36-65,-20-44,0-1,1 0,-1 0,1 0,0 0,-1 0,1 0,0 0,-1 0,1-1,0 1,0 0,0 0,0-1,0 1,0 0,0-1,0 1,0-1,0 1,0-1,1 0,-1 1,0-1,0 0,0 0,0 0,1 0,-1 0,0 0,0 0,0 0,0 0,1-1,-1 1,0 0,0-1,0 1,1-1,40-28,-10 0,-1-2,-2-2,0-1,-3-1,7-13,-31 46,17-24,-18 26,-1 0,1 0,-1 0,1 0,-1 0,1 0,-1 0,0 0,1 1,-1-1,1 0,-1 0,0 0,1 0,-1 1,1-1,-1 0,0 0,1 1,-1-1,0 0,1 1,-1-1,0 0,0 1,1-1,-1 0,0 1,0-1,0 0,1 1,-1-1,0 1,0-1,0 1,0-1,0 0,0 1,0-1,0 1,0-1,0 1,0-1,0 1,0-1,0 0,0 1,-1-1,1 1,0-1,0 0,0 1,-1-1,1 0,0 1,0-1,-1 0,1 1,0-1,-1 0,1 1,-1-1,-1 8,1 1,-1-1,1 1,1-1,0 1,0-1,1 1,0 0,0-1,1 0,0 1,0-1,1 0,0 0,1 0,0-1,0 1,1-1,-1 0,1 0,1 0,0-1,0 0,0 0,0 0,1-1,0 0,0 0,0-1,1 0,4 2,-5-5,0 0,1-1,-1 0,0 0,0 0,0-1,0 0,0-1,-1 1,1-1,0-1,-1 1,1-1,-1 0,0-1,0 1,0-1,0 0,-1-1,1 1,-1-1,0-1,-1 1,1 0,-1-1,0 0,-1 0,1 0,-1-1,0 1,-1-1,0 1,0-1,1-4,40-121,-43 132,0 0,0 1,1-1,-1 0,0 0,0 0,0 0,0 0,1 0,-1 0,0 0,0 0,0 0,1 0,-1 0,0 0,0 0,0 0,1 0,-1 0,0 0,0 0,0 0,0 0,1 0,-1-1,0 1,0 0,0 0,0 0,1 0,-1 0,0 0,0-1,0 1,0 0,1 29,-1-21,1 11,0 0,1 0,1 0,1 0,1-1,2 5,-5-17,0-1,0 1,0-1,1 0,0 1,0-1,0 0,1-1,0 1,0-1,0 0,0 0,1 0,0 0,-1-1,1 1,0-1,1-1,-1 1,0-1,1 0,1 0,-2-1,0 0,0-1,0 0,0 0,0 0,1-1,-1 1,0-1,0-1,0 1,0-1,-1 0,1 0,0 0,-1 0,1-1,-1 0,0 0,0 0,2-2,65-81,-64 75,-1 0,-1 0,0-1,0 1,-2-1,1 0,-1 0,-1-1,0 1,-1 0,0-3,-1 15,0 1,-1-1,1 1,0-1,0 1,-1-1,1 0,0 1,-1-1,1 1,-1-1,1 0,0 1,-1-1,1 0,-1 0,1 1,-1-1,1 0,-1 0,1 0,-1 1,1-1,-1 0,1 0,-1 0,1 0,-1 0,1 0,-1 0,1 0,-1 0,1-1,-1 1,1 0,-1 0,1 0,-1-1,1 1,-1 0,1 0,-1-1,1 1,0 0,-1-1,1 1,0 0,-1-1,1 1,0-1,-1 1,1-1,0 1,0 0,-1-1,1 1,0-1,0 1,0-1,0 0,-3 7,0-1,0 1,1 0,-1 0,1 0,1 0,-1 0,1 0,0 0,1 0,0 1,0-1,0 0,0 1,1-1,0 0,1 0,-1 0,1 0,0 0,0 0,1 0,0-1,0 1,0-1,1 0,0 0,0 0,9 5,0 0,1-1,0 0,1-1,0-1,0 0,0-1,1-1,0-1,0 0,0-1,9 1,63 12</inkml:trace>
  <inkml:trace contextRef="#ctx0" brushRef="#br0" timeOffset="489.53">8717 10615,'-8'-7,"-1"1,0 0,0 0,0 1,-1 0,0 1,0 0,0 0,0 1,-1 1,1 0,-4 0,9 1,0 0,0 1,0 0,0 0,0 1,0-1,0 1,0 0,0 0,1 1,-1 0,0 0,1 0,-1 0,1 0,0 1,0 0,0 0,0 0,0 0,1 1,-1-1,1 1,0 0,0 0,0 0,0 2,2-3,-1 1,0 0,1 0,-1 0,1 1,0-1,1 0,-1 0,1 0,0 1,0-1,0 0,0 0,1 1,0-1,0 0,0 0,0 0,1 0,-1 0,1 0,0 0,0-1,1 1,-1 0,1-1,-1 0,1 0,0 0,1 0,-1 0,0-1,1 1,3 2,0 0,0 0,0-1,0 0,1 0,-1-1,1 0,0 0,0-1,0 0,0 0,1-1,-1 0,0-1,1 0,6 0,-10-1,-1-1,0 1,1 0,-1-1,0 0,0 0,0 0,-1-1,1 1,0-1,-1 0,0 0,0 0,1-1,-2 1,1-1,0 1,-1-1,0 0,0 0,0 0,0 0,-1 0,1-1,-1 1,1-4,10-118,-12 122,-2-80,2 152,0-57,0 1,1-1,1 1,0-1,0 1,1-1,1 0,-1 0,2-1,0 1,0-1,1 0,0 0,0-1,1 1,1-2,-1 1,2-1,-1 0,2 0,17 7</inkml:trace>
  <inkml:trace contextRef="#ctx0" brushRef="#br0" timeOffset="1057.12">9065 10495,'-7'7,"1"0,0 1,1 0,0 0,0 0,1 1,0-1,0 1,1 0,0 0,0 1,1-1,1 0,-1 1,2-1,-1 1,1 0,1-1,-1 1,2-1,-1 1,1-1,1 0,0 0,1 1,-2-6,0 0,0-1,1 0,-1 1,1-1,0 0,0-1,0 1,0 0,1-1,-1 0,1 1,-1-1,1-1,0 1,0-1,0 1,0-1,0 0,0 0,0-1,0 1,0-1,1 0,-1 0,0-1,0 1,2-1,3-1,0 0,0 0,0-1,-1-1,1 1,-1-1,0 0,0-1,0 0,-1-1,1 1,2-4,-2 0,0-1,0 0,-1 0,0-1,-1 0,0 0,-1 0,0-1,-1 1,0-1,-1-1,0 1,-1 0,-1-1,0 1,0-1,-1 1,-2-12,3 23,-1 1,0-1,0 1,1 0,-1-1,0 1,0-1,0 1,1-1,-1 1,0-1,0 1,0-1,0 1,0-1,0 1,0-1,0 1,0-1,0 1,0-1,0 1,0-1,-1 1,1-1,0 1,0-1,-1 1,1-1,0 1,0 0,-1-1,1 1,0-1,-1 1,1 0,-1-1,1 1,-1 0,1 0,0-1,-1 1,1 0,-1 0,1 0,-1-1,1 1,-1 0,1 0,-1 0,1 0,-1 0,1 0,-1 0,1 0,-1 0,1 0,-1 1,1-1,-1 0,-3 10,1-1,0 1,1 0,0 0,1 0,0 1,0-1,1 0,0 1,0-3,1 1,-1-1,2 0,-1 0,1 0,0 0,0 0,1 0,0 0,1-1,0 0,4 7,-6-11,0 0,1 0,-1 0,1 0,-1-1,1 1,0 0,0-1,1 0,-1 0,0 0,1 0,-1-1,1 1,0-1,-1 0,1 0,0 0,0 0,-1-1,1 0,0 1,0-1,0-1,0 1,0-1,-1 1,3-2,5-3,1-1,-1 0,-1-1,1-1,-1 0,-1 0,1 0,-1-2,-1 1,0-1,0 0,-1 0,0-1,-1 0,0 0,-1-1,0 0,-1 0,2-8,12-41,-22 52,-7 26,7-11,1 1,0 1,1-1,-1 0,1 1,1-1,-1 1,1-1,1 1,-1-1,1 1,1 0,0-1,0 1,0 0,1-1,0 0,0 1,1-1,0 0,0 0,0 0,1-1,0 1,1-1,-1 0,1 0,1 0,-1-1,2 1,14 7,0-1,1 0,0-2,1-1,0-1,0-1,1-1,-1-1,2-1,-1-1,17 0,39 0,-12-5</inkml:trace>
  <inkml:trace contextRef="#ctx0" brushRef="#br0" timeOffset="-1580.04">3624 10829,'-2'-5,"1"-1,-2 1,1 0,0 0,-1 0,0 0,0 0,-1 1,1-1,-1 1,0 0,0 0,-1 0,1 0,-1 1,0 0,1 0,-1 0,-1 1,1-1,0 1,-1 1,1-1,-1 1,1 0,-1 0,0 0,1 1,-1 0,0 0,0 0,1 1,-1 0,0 0,1 0,-1 1,1 0,0 0,-2 1,1 0,0 1,1 0,-1 0,1 1,0 0,0 0,1 0,0 0,-1 1,2-1,-1 1,1 0,0 0,0 1,0-1,1 0,0 1,0 0,1-3,0 0,1 0,-1 0,1 0,0 0,0 0,0 0,1 0,-1 0,1 0,0 0,0 0,0-1,1 1,-1 0,1-1,0 1,0-1,0 1,1-1,-1 0,1 0,0 0,-1 0,1-1,0 1,1-1,-1 1,0-1,1 0,0 0,3 1,-1-1,0 1,1-1,0-1,-1 1,1-1,0 0,0-1,-1 1,1-1,0-1,0 1,0-1,0 0,-1-1,1 0,-1 0,1 0,-1-1,0 0,0 0,0 0,0-1,2-2,3-2,-1-1,0 0,0 0,-1-1,-1 0,1 0,-2-1,1 0,-2-1,1 0,-2 0,2-4,3-24,-2 0,-1-1,-3 1,-1-1,-2 0,-1 0,-3 0,-1 0,-2 1,-2-1,-5-12,-10-28,23 81,0 1,0-1,0 1,0-1,1 0,-1 1,0-1,0 1,0-1,0 1,0-1,0 1,0-1,0 1,0-1,-1 0,1 1,0-1,0 1,0-1,0 1,-1-1,1 0,0 1,0-1,-1 0,1 1,0-1,-1 0,1 1,0-1,-1 0,1 1,0-1,-1 0,1 0,-1 0,1 1,-1-1,1 0,0 0,-1 0,1 0,-1 0,1 0,-1 0,1 0,-1 0,1 0,-1 0,1 0,0 0,-1 0,1 0,-1-1,1 1,-1 0,1 0,0 0,-1-1,1 1,-1 0,1-1,0 1,-1 0,1-1,-8 46,3-1,1 1,2 41,2-44,-1-15,-2 6,2 0,1-1,1 1,2 0,2-1,0 0,2 0,2 0,11 26,4-16</inkml:trace>
  <inkml:trace contextRef="#ctx0" brushRef="#br0" timeOffset="-917.343">4172 10802,'-1'-6,"0"1,0-1,0 1,-1-1,0 1,0-1,0 1,-1 0,0 0,0 0,0 1,0-1,-1 1,0-1,0 1,0 0,0 1,-1-1,1 1,-1 0,0 0,0 0,0 0,0 1,-1 0,1 0,-1 1,1-1,-1 1,1 1,-1-1,0 1,1 0,-1 0,0 0,0 1,1 0,-1 0,-1 1,1 0,-1 1,1 1,0-1,0 1,0 0,1 0,-1 1,1-1,0 1,0 0,1 1,0-1,0 1,0 0,-2 5,4-8,0 0,0 1,1-1,-1 0,1 1,0-1,0 1,0-1,0 1,1 0,0-1,0 1,0-1,0 1,0 0,0-1,1 1,0 0,0-1,0 1,0-1,1 0,-1 1,1-1,0 0,0 0,0 0,0 0,0 0,3 2,2-1,0 1,0-1,1-1,0 1,0-1,0-1,0 1,0-1,0-1,0 1,1-1,-1-1,1 0,-1 0,0-1,1 0,-1 0,0-1,1 0,-1 0,0-1,-1 0,1 0,0-1,-1 0,0 0,0-1,0 0,-1 0,1-1,1-2,-2 1,-1 1,0-1,0 0,0-1,-1 1,0-1,0 0,-1 0,0 0,-1-1,2-5,-6 26,1-1,1 1,0 0,1 0,0-1,1 1,0-1,1 1,0-1,1 0,0 0,1 0,5 10,-9-19,0-1,0 1,0 0,1 0,-1-1,0 1,1-1,-1 1,1-1,-1 1,1-1,0 0,-1 0,1 0,0 0,0 0,0 0,0 0,0-1,0 1,0-1,0 0,0 1,0-1,0 0,0 0,0 0,0 0,0-1,0 1,0 0,0-1,0 0,0 1,0-1,0 0,0 0,0 0,0 0,-1 0,1-1,-1 1,1 0,-1-1,1 1,-1-1,1 0,6-15,0 0,-2 0,0-1,-1 1,0-1,-1-1,-2 1,1-10,-1 13,1-5,-2 4,2-1,0 1,1-1,0 1,1 0,6-11,-10 25,0 0,0 0,0 1,0-1,1 0,-1 0,1 1,-1-1,1 1,-1-1,1 1,0 0,0 0,0 0,0 0,0 0,0 0,0 0,0 1,0-1,0 1,0-1,1 1,-1 0,0 0,0 0,0 0,0 0,1 1,-1-1,0 0,1 1,66 31,-61-27,-2-3,-1 0,1 0,-1 1,0-1,0 1,0 0,0 1,0 0,-1-1,0 1,0 1,0-1,0 1,0-1,-1 1,0 0,0 0,-1 0,1 1,-1-1,0 1,0-1,-1 1,0 0,0 0,0-1,-1 1,1 1,-21 65,-1 28,21-97,0 0,1 1,0-1,0 0,0 0,0 1,0-1,1 0,-1 0,1 0,0-1,0 1,0 0,0-1,0 1,1-1,-1 0,1 1,-1-1,1 0,0-1,0 1,0 0,0-1,0 0,0 0,3 1,94 17,67-21,-80-6</inkml:trace>
  <inkml:trace contextRef="#ctx0" brushRef="#br0" timeOffset="2040.105">3463 11203,'0'108,"-5"-1,-8 28,5-77,-1-5,3 1,2 1,2 14,2-62,0 1,0-1,1 1,0-1,1 1,0-1,0 0,0 0,1 0,0 0,0 0,1 0,0-1,0 0,0 0,1 0,0 0,0-1,1 1,-1-1,1-1,0 1,0-1,1 0,0 0,-1-1,1 0,0 0,0-1,2 1,-2-2,0 1,0-1,-1-1,1 1,0-1,0 0,0-1,0 1,0-1,0-1,0 1,-1-1,1-1,-1 1,1-1,-1 0,0 0,0-1,0 0,-1 0,4-3,13-16</inkml:trace>
  <inkml:trace contextRef="#ctx0" brushRef="#br0" timeOffset="2207.265">3196 11497,'-19'0,"-7"0,-2 0,8 0,16 3,26 0,27-1,29 1,25-4,20-3,10-1,-19 0</inkml:trace>
  <inkml:trace contextRef="#ctx0" brushRef="#br0" timeOffset="2719.285">3837 11993,'14'-31,"-3"-1,0 0,-2 0,-1-1,-2 0,-1 0,-2-1,-1 0,-2-21,0 51,1 0,-1 1,0-1,0 0,0 1,-1-1,1 1,-1-1,0 0,1 1,-2 0,1-1,0 1,-1 0,1-1,-1 1,0 0,-1-1,2 4,0 0,0-1,0 1,0 0,0 0,0 0,0 0,0 0,0 0,1 0,-1 0,0 0,0 0,0 1,0-1,0 0,0 1,0-1,0 0,0 1,1-1,-1 1,0-1,0 1,0 0,1-1,-1 1,0 0,1 0,-1-1,1 1,-1 0,1 0,-1 0,1 0,0 0,-1 0,1-1,0 1,0 0,0 0,-1 0,1 0,0 0,0 0,0 0,1 0,-1 0,0 0,0 0,1 0,1 4,1 0,1-1,-1 0,1 0,-1 0,1 0,0 0,1-1,-1 0,0 0,1 0,0 0,0-1,0 0,0 0,0 0,0-1,0 1,0-1,1 0,0-1,168 32,-171-32,0 0,0 1,0-1,0 1,0 0,0 0,0 0,-1 0,1 0,0 1,-1-1,1 1,-1 0,1-1,-1 1,0 0,0 0,0 1,0-1,0 0,0 1,-1-1,1 1,-1 0,0-1,0 1,0 0,0 0,0 0,0 0,-1 0,1 0,-1 1,-42 149,42-150,0-1,0 1,1 0,-1 0,1-1,0 1,-1 0,1-1,1 1,-1-1,0 0,0 1,1-1,0 0,-1 0,1 1,0-2,0 1,0 0,0 0,0 0,1-1,-1 0,0 1,1-1,1 1,74 19,-12-14,0-3</inkml:trace>
  <inkml:trace contextRef="#ctx0" brushRef="#br0" timeOffset="3463.867">4827 11872,'-17'-12,"0"1,-1 0,0 1,0 1,-1 1,-1 0,1 2,-1 0,0 1,0 1,-6 1,23 2,0 1,-1-1,1 1,0 0,-1 0,1 0,0 1,0-1,0 1,-1-1,1 1,0 0,0 1,0-1,0 0,0 1,1 0,-1-1,0 1,1 0,-1 1,1-1,0 0,-1 1,1-1,0 1,1 0,-1-1,0 1,1 0,0 0,-1 0,1 0,0 0,1 1,-1-1,0 0,1 0,0 1,0 3,1-1,-1 0,1 0,1 0,-1 0,1 0,0 0,1 0,-1-1,1 1,0-1,0 0,1 1,0-1,0-1,0 1,0-1,1 1,0-1,-1-1,2 1,-1-1,0 0,1 0,-1 0,1-1,0 1,0-2,0 1,0-1,0 1,0-2,0 1,0-1,1 0,-1 0,0 0,0-1,0 0,0-1,0 1,5-3,-1 0,-1 0,1-1,-1-1,-1 0,1 0,-1 0,0-1,-1 0,1-1,-1 0,-1 0,0 0,0-1,0 0,-1 0,-1 0,1-1,-1 1,-1-1,0 0,0 0,-1 0,-1-1,0 1,0-1,0 1,-2 0,1-2,0-8,-13 51,12-30,-2 10,-1 0,2 1,-1-1,1 1,1 0,0-1,1 1,0 0,1 0,1-1,-1 1,2-1,-1 1,2-1,0 0,0 0,5 9,-6-17,1 0,-1 0,1 0,0-1,-1 1,1-1,1 0,-1 0,0 0,0-1,1 1,-1-1,1 0,-1-1,1 1,-1-1,1 0,-1 0,1 0,0 0,-1-1,1 0,-1 0,3-1,6-2,0 0,-1 0,0-2,0 1,-1-2,1 1,-1-1,1-2,-1-1,0 0,0 0,-1-1,0-1,0 0,-2 0,1 0,-2-1,0-1,0 1,-1-1,-1 0,0 0,-1-1,2-14,-6 28,1 1,-1 0,1-1,-1 1,1-1,-1 1,0 0,1-1,-1 1,0-1,0 1,1-1,-1 1,0-1,0 1,0-1,0 0,1 1,-1-1,0 1,0-1,0 1,0-1,0 0,0 1,0-1,-1 1,1-1,0 1,0-1,0 1,-1-1,1 1,0-1,0 1,-1-1,1 1,0-1,-1 1,1-1,-1 1,1 0,-1-1,1 1,-1 0,1-1,-1 1,1 0,-1 0,1-1,-1 1,1 0,-1 0,1 0,-1 0,1 0,-1 0,0 0,1 0,-1 0,1 0,-1 0,1 0,-1 0,0 1,-5 8,0 1,1 0,0 0,0 0,1 1,1-1,0 1,0 0,1 0,0 0,1 1,0-1,1 0,0 2,1-7,-1 1,2 0,-1-1,0 1,1-1,0 0,1 1,-1-1,1 0,1-1,-1 1,1 0,0-1,0 0,0 0,1 0,0 0,0-1,0 0,0 0,1 0,-1-1,1 1,0-1,0-1,0 1,1-1,-1 0,1-1,-1 1,1-1,-1-1,1 1,0-1,-1 0,1-1,3 0,-2 0,-1-1,0 0,0-1,0 1,0-1,-1-1,1 1,-1-1,0 0,0-1,0 0,-1 0,1 0,-1 0,0-1,-1 0,1 0,-1 0,3-6,49-135,-46 114,-26 149,14-108,0 0,1 1,0-1,1 1,0-1,0 1,1-1,0 1,1-1,-1 0,2 0,-1 1,1-1,0-1,1 1,0 0,0-1,1 0,-1 0,2 0,-1-1,3 3,18 9</inkml:trace>
  <inkml:trace contextRef="#ctx0" brushRef="#br0" timeOffset="4053.696">5843 11752,'15'-57,"-14"56,-1 0,1-1,-1 1,1 0,-1 0,1-1,0 1,0 0,0 0,0 0,0 0,0 0,0 0,0 0,0 0,0 0,0 1,0-1,1 0,-1 1,0-1,1 1,-1-1,0 1,1-1,-1 1,0 0,1 0,-1 0,1 0,-1 0,1 0,-1 0,0 1,1-1,-1 0,0 1,2-1,5 7,0 0,-1 0,0 0,0 1,0 0,-1 0,0 0,-1 1,1 0,-2 0,1 1,-2-1,1 1,-1 0,1 7,9 38,-2 0,-3 1,-2 0,-2 1,-5 55,2-92,-3 83,0-41,3 1,2-1,3 0,3 0,27 31,-35-90,1 0,0 0,0-1,0 1,0-1,0 1,1-1,-1 0,1 0,0 0,-1 0,1 0,0-1,0 1,0-1,0 0,0 0,0 0,0 0,1 0,-1-1,0 0,1 1,-1-1,0 0,0-1,1 1,1-1,2-3,-1 0,0 0,0-1,0 0,-1 0,1 0,-1-1,-1 0,1 0,-1 0,0-1,0 1,-1-1,0 0,0 0,-1 0,1 0,-2 0,1-1,-1 1,0-1,0-4,6-35,-2-1,-2 1,-2-1,-2 1,-2 0,-3-1,-1 1,-2 1,-3 0,-2-1,9 29,-1 1,-1 0,0 0,-1 0,-1 1,-1 1,0 0,-1 0,-1 1,0 0,-1 1,-3-3,17 10,19 9,-15-2,238 20,-179-19,-62-2,-1-1,1 1,0 0,0 0,-1 0,1 0,0 0,0 0,-1 0,1 0,0 1,0-1,-1 1,1-1,0 1,-1-1,1 1,-1 0,1 0,-1 0,1 0,-1 0,0 0,1 1,-1-1,0 0,0 1,0-1,0 1,0-1,0 1,0-1,-1 1,1 0,0-1,-1 1,0 0,1-1,-1 1,0 0,0 0,0 0,0 5,-1 0,1-1,0 1,1-1,-1 1,1 0,1-1,-1 1,1-1,0 0,0 0,1 0,0 0,0 0,1 0,-1-1,1 1,0-1,1 0,-1 0,1-1,0 1,0-1,1 0,-1-1,2 2,28-11,-18-5</inkml:trace>
  <inkml:trace contextRef="#ctx0" brushRef="#br0" timeOffset="4324.384">6524 11591,'16'16,"6"5</inkml:trace>
  <inkml:trace contextRef="#ctx0" brushRef="#br0" timeOffset="4622.668">7019 11190,'-31'-90,"31"90,0 0,0 0,0 0,-1 0,1 0,0 1,0-1,0 0,0 0,-1 0,1 0,0 0,0 0,0 0,-1 0,1 0,0 0,0 0,0 0,-1 0,1 0,0 0,0 0,0 0,-1 0,1 0,0 0,0 0,0 0,-1 0,1 0,0 0,0 0,0 0,-1 0,1-1,0 1,0 0,0 0,0 0,0 0,-1 0,1-1,0 1,0 0,-2 26,2-25,-25 719,25-716,-2 7,1 0,1 0,0 0,0 0,1 0,0 0,1 0,0 0,1-1,0 1,1-1,0 1,1-1,0-1,0 1,1-1,0 0,1 0,6 7,-10-14,0-1,0 1,0-1,0 1,0-1,0 0,1 0,-1-1,0 1,1-1,-1 1,0-1,1 0,-1 0,0-1,1 1,-1-1,0 1,1-1,-1 0,0 0,0-1,0 1,0 0,0-1,0 0,0 0,0-1,66-71,-9-61,-53 115,-12 42,0 0,2 0,0 0,1 0,2 1,1 10,-1-27,1 0,1-1,-1 1,1-1,0 0,0 0,1 1,0-1,-1-1,2 1,-1 0,0-1,1 1,0-1,0 0,0-1,1 1,-1-1,1 1,0-1,0-1,0 1,0-1,0 0,5 2,26 6</inkml:trace>
  <inkml:trace contextRef="#ctx0" brushRef="#br0" timeOffset="4907.596">7460 11591,'-16'-7,"-12"-2,-3-2,1 1,6 0,6 0,7-4,6 1</inkml:trace>
  <inkml:trace contextRef="#ctx0" brushRef="#br0" timeOffset="5174.393">6979 11190,'11'-4,"20"0,26 1,24 4,18 5,8 7,-15 1</inkml:trace>
  <inkml:trace contextRef="#ctx0" brushRef="#br0" timeOffset="5457.936">7541 11993,'9'3,"0"1,1-1,-1 0,1-1,0 0,0 0,0-1,0-1,0 1,0-2,0 1,0-2,-1 1,1-1,0-1,-1 1,1-2,-1 1,0-1,0-1,0 0,-1 0,1 0,-1-1,-1-1,1 1,-1-1,0 0,3-5,-4 5,0-1,0-1,-1 1,0-1,0 0,-1 0,0 0,-1-1,0 1,0-1,-1 0,0 0,-1 0,0 0,-1 0,0 0,0 0,-1 0,-1-4,1 11,0 0,0 0,0 1,-1-1,1 0,-1 0,0 1,1 0,-1-1,0 1,-1 0,1 0,0 0,-1 0,1 0,-1 0,1 1,-1-1,0 1,0 0,1 0,-1 0,0 0,0 0,0 1,0-1,0 1,0 0,-1 0,1 0,0 0,0 0,0 1,0-1,0 1,0 0,0 0,1 0,-1 0,0 1,0-1,1 1,-2 1,-2 1,1 0,0 0,0 0,0 1,0 0,1 0,0 0,0 1,0-1,1 1,0 0,0 0,0 0,1 0,0 1,0-1,1 1,-1-1,1 1,1-1,-1 1,1 0,0 0,1-1,0 1,0-1,0 1,1-1,0 1,0-1,0 0,1 0,0 0,1 0,-1 0,1 0,0-1,0 0,1 0,-1 0,5 3,20 12,1-2,1-1,0-2,1 0,0-3,1 0,1-2,0-2,0-1,0-2,9 0,81 13</inkml:trace>
  <inkml:trace contextRef="#ctx0" brushRef="#br0" timeOffset="5973.804">9305 11738,'-14'26,"1"1,0 1,3 0,0 1,2 0,0 0,3 0,0 1,2 0,0 16,0-18,-1 14,-1 15,-2 0,-3-1,-2 0,-10 24,9-52,13-29,0 1,0 0,0-1,0 1,0 0,0-1,0 1,0-1,0 1,0 0,0-1,0 1,0 0,0-1,-1 1,1 0,0-1,0 1,0 0,-1-1,1 1,0 0,0 0,-1-1,1 1,0 0,-1 0,1-1,0 1,0 0,-1 0,1 0,-1 0,1-1,0 1,-1 0,1 0,0 0,-1 0,1 0,-1 0,1 0,0 0,-1 0,1 0,0 0,-1 0,1 1,-1-1,1 0,0 0,-1 0,1 0,0 1,-1-1,1 0,0 0,0 1,-1-1,1 0,0 0,0 1,-1-1,-5-140,5 56,4 1,3 0,3 0,5 1,2 0,5-1,-19 80,-1-5,1 1,0 0,0 0,1 0,0 0,0 0,1 1,0-1,0 1,0 0,1 0,0 0,0 1,1 0,-1 0,2-1,-4 6,0-1,0 1,0 0,-1 1,1-1,0 0,-1 1,1-1,0 1,-1 0,1 0,0 0,-1 0,1 1,-1-1,0 1,0-1,1 1,-1 0,0 0,0 0,-1 0,1 0,0 0,-1 0,1 1,-1-1,0 1,1-1,-1 3,8 9,0 1,-1 0,-1 0,-1 1,0 0,-1 0,-1 0,0 0,-2 1,1 0,-2-1,0 3,-2-14,1-1,-1 1,0-1,0 0,0 1,-1-1,0 0,1 0,-1 0,-1 0,1 0,-1 0,1-1,-1 1,0-1,0 0,-1 0,1 0,-1 0,1-1,-1 1,0-1,0 0,0 0,0 0,0-1,-1 1,1-1,0 0,-1 0,1-1,-1 1,1-1,0 0,-1 0,1 0,-4-1,7 1,0 0,-1 0,1-1,0 1,0 0,-1 0,1 0,0-1,0 1,-1-1,1 1,0-1,0 1,0-1,0 0,0 0,0 1,0-1,0 0,0 0,0 0,0 0,0 0,1 0,-1 0,0-1,1 1,-1 0,1 0,0 0,-1-1,1 1,0 0,-1 0,1-1,0 1,0 0,0-1,0 1,0 0,1 0,-1-1,0 1,1 0,-1 0,1-1,-1 1,1 0,4-2,0 0,0 0,0 0,1 1,-1 0,1 0,0 0,-1 1,1 0,0 0,0 1,0-1,5 1,-8 0,133 3,41-5,-173 2,0 0,1-1,-1 0,0 0,0 0,1 0,-1 0,0-1,0 0,0 0,-1 0,1 0,0-1,-1 0,1 1,-1-1,0 0,0-1,0 1,-1 0,1-1,-1 0,1 1,-1-1,-1 0,1 0,0 0,-1 0,0-1,0 1,0-2,0-1,-1-1,-1 1,1-1,-1 1,-1-1,1 1,-1 0,0 0,-1 0,0 0,0 0,0 0,-1 1,0 0,0 0,-1 0,0 0,0 0,0 1,0 0,-1 0,0 1,0-1,-2 0,5 4,1 0,0 0,-1 0,1 0,0 0,-1 0,1 1,-1-1,1 1,-1 0,0 0,1 0,-1 0,1 0,-1 0,1 1,-1 0,1-1,-1 1,1 0,-1 0,1 0,0 0,0 0,-1 1,1-1,0 1,0 0,0-1,1 1,-1 0,0 0,1 0,-1 0,1 0,0 1,-1-1,1 0,0 1,0-1,-3 8,1-1,-1 0,1 1,1 0,0-1,0 1,1 0,0 0,1 10,1-10,1 1,-1-1,2 1,-1-1,1 0,1 0,0 0,0-1,1 1,0-1,1 0,0 0,1-1,-1 0,1 0,1 0,0-1,0 0,0-1,7 4,5 3,1-2,0 0,1-2,0 0,1-1,-1-1,1-2,16 2,32 4</inkml:trace>
  <inkml:trace contextRef="#ctx0" brushRef="#br0" timeOffset="6322.318">10482 11684,'1'-5,"0"-1,0 0,-1 0,0 1,0-1,0 0,-1 0,1 1,-1-1,-1 0,1 1,-1-1,0 1,0-1,-1 1,1 0,-1 0,0 0,-1 0,1 1,-1-1,0 1,0 0,0 0,-1 1,1-1,-1 1,0 0,0 0,0 0,-7 2,1 0,0 1,-1 0,1 1,0 0,-1 1,1 1,0-1,0 2,0-1,1 2,-1-1,1 1,0 1,0 0,1 0,0 1,0 0,1 1,-1 0,1 0,1 1,0 0,0-2,1 1,0-1,0 1,1 0,0 1,0-1,1 1,0 0,1 0,-1 0,2 0,0 1,0-1,0 1,1 0,1-1,0 1,0 0,1 0,0-1,0 1,1-1,1 1,0-1,0 0,0 0,2 1,7 8,2-1,-1-1,2 0,0-1,1 0,0-2,1 0,1 0,0-2,1 0,0-1,0-1,1-1,0-1,0-1,1 0,0-1,14 0,-14-2,0 0,-1-2,1-1,0 0,0-1,-1-2,34-7</inkml:trace>
  <inkml:trace contextRef="#ctx0" brushRef="#br0" timeOffset="6574.339">10842 11618,'-6'6,"-8"13,-5 15,-2 14,2 10,5 7,5-2,6-4,6-7,4-11,6-12,1-11</inkml:trace>
  <inkml:trace contextRef="#ctx0" brushRef="#br0" timeOffset="6840.267">11177 11752,'-60'8,"31"0,1 2,0 1,0 2,1 0,1 2,0 1,1 1,-10 9,30-22,0-1,0 1,0 0,1 1,-1-1,1 1,0 0,0 0,1 0,-1 0,1 0,1 1,-1 0,1 0,-1-1,2 1,-1 0,1 1,0-1,0 0,1 0,-1 0,1 1,1-1,-1 0,1 0,0 1,1-1,-1 0,1 0,1 0,-1-1,1 1,1 1,9 7,2-1,0 0,0-2,1 0,0 0,1-2,0 0,1-1,0 0,0-2,0 0,1-1,0-1,0 0,12-1,108 14,-85-14</inkml:trace>
  <inkml:trace contextRef="#ctx0" brushRef="#br1" timeOffset="37590.634">15856 10040,'-5'16,"-1"8,1 1,0-1,2-4</inkml:trace>
  <inkml:trace contextRef="#ctx0" brushRef="#br1" timeOffset="37591.634">15763 10469,'-9'18,"-4"10,2 6,4-4,5-4,9-7,4-7,1-4</inkml:trace>
  <inkml:trace contextRef="#ctx0" brushRef="#br1" timeOffset="37873.789">15748 10922,'-6'19,"-3"9,0 4,5-2,2-4,2-7</inkml:trace>
  <inkml:trace contextRef="#ctx0" brushRef="#br1" timeOffset="41024.24">17875 10268,'18'0,"17"0,19-3,14 0,9 0,2 1,-4 3,-14 3,-17 1</inkml:trace>
  <inkml:trace contextRef="#ctx0" brushRef="#br1" timeOffset="41291.034">17941 10441,'25'14,"25"6,21 1,19-2,17-4,9-4,-16-4</inkml:trace>
  <inkml:trace contextRef="#ctx0" brushRef="#br2" timeOffset="-78720.932">1257 535,'12'273,"-11"-216,-3 1,-2 0,-2 0,-4 2,11-103,0 27,0 1,2-1,0 1,0-1,2 1,0 0,0 0,2 1,0 0,0 0,1 0,8-9,-13 21,-1-1,1 1,-1 0,1 1,0-1,0 0,0 1,0-1,0 1,0 0,0 0,0 0,0 1,1-1,-1 1,0 0,1 0,-1 0,0 0,0 0,1 1,-1-1,0 1,0 0,0 0,0 0,0 0,0 1,2 0,77 61,-70-51,-1 0,0 1,0 0,-2 0,1 1,-2 1,0-1,-1 1,0 0,0 2,-7-14,1 0,0 0,-1 1,1-1,-1 0,0 0,0 0,0 0,-1 1,1-1,-1 0,0 0,1 0,-1 0,-1 0,1 0,0 0,-1-1,1 1,-1 0,0-1,0 1,0-1,0 1,-1-1,1 0,0 0,-1 0,0-1,1 1,-1 0,0-1,0 0,0 1,0-1,0-1,-2 2,-21 4,1-1,-1-1,0-2,0 0,0-1,0-2,-24-4,25 2,35 4,12 2,2 0</inkml:trace>
  <inkml:trace contextRef="#ctx0" brushRef="#br2" timeOffset="-78476.022">1766 402,'0'-16,"0"-8,2 1,5 11,5 18,5 23,6 26,5 24,1 24,-3 17,-6 14,-11 8,-15 5,-22 1,-20-5,-22-8,-16-16,6-28</inkml:trace>
  <inkml:trace contextRef="#ctx0" brushRef="#br2" timeOffset="-76114.531">2822 428,'-14'-45,"13"46,0 0,0 0,0 0,0 0,0 0,0 1,0-1,0 0,1 0,-1 1,0-1,1 1,-1-1,1 0,-1 1,1-1,0 1,0-1,0 1,0-1,0 1,0-1,0 1,0-1,0 1,1 0,-38 482,35-463,0-3,1-1,1 1,0 0,1-1,1 1,1-1,0 1,6 15,-7-29,1 0,-1-1,1 0,0 1,0-1,0 0,0 0,0-1,1 1,-1-1,1 0,0 0,0 0,-1 0,1 0,1-1,-1 0,0 0,0 0,0 0,0-1,1 1,-1-1,0 0,1-1,-1 1,0-1,0 0,1 0,-1 0,0 0,0-1,0 1,-1-1,3-1,33-4,0 3,1 0,-1 3,35 3,-10 0,-32-2</inkml:trace>
  <inkml:trace contextRef="#ctx0" brushRef="#br2" timeOffset="-75692.591">3450 977,'-3'-1,"-1"1,0 0,0 1,0-1,1 1,-1-1,0 1,1 0,-1 0,1 1,-1-1,1 1,0 0,-1 0,1 0,0 0,0 1,0-1,1 1,-1-1,1 1,-1 0,1 0,0 0,0 1,0-1,1 0,-1 1,1-1,-1 1,1-1,0 1,1 0,-1-1,1 1,0 0,-1 0,2 0,-1-1,0 1,1 2,4 2,-1 0,2-1,-1 0,1 0,0 0,0-1,1 0,-1 0,2 0,-1-1,0 0,1-1,0 1,0-2,0 1,1-1,-1 0,1-1,0 0,0 0,-1-1,1 0,0-1,0 0,0 0,0-1,0 0,0 0,0-1,-1 0,8-3,-10 1,0 1,0-1,0-1,0 1,0-1,-1 0,0 0,0 0,-1-1,1 1,-1-1,0 0,-1-1,1 1,-1-1,0 1,-1-1,0 0,0 0,-1 0,1 0,-1 0,-1-1,0 1,0 0,0 0,-1 0,0-1,0 1,0 0,-1 0,0 0,-1 1,0-1,0 0,0 1,-1 0,0 0,0 0,0 0,-1 1,0-1,0 1,0 0,-6-3,4 3,-1 1,1 0,-1 1,0 0,0 0,0 0,0 1,0 0,0 1,-1 0,1 0,0 1,-1 0,1 0,-1 1,1 0,0 1,-1 0,1 0,0 1,0 0,1 0,-1 0,1 1,-1 1,1-1,0 1,1 0,-1 1,1-1,0 1,1 1,-1-1,1 1,0 0,1 0,0 0,0 1,0-1,1 1,0 1,2-6,1 0,-1 1,1-1,-1 1,1-1,0 0,1 1,-1-1,0 1,1-1,0 0,0 1,0-1,0 0,0 0,1 0,-1 0,1 0,0 0,0 0,0 0,0-1,1 1,-1-1,1 0,-1 1,3 0,85 37,-27-26</inkml:trace>
  <inkml:trace contextRef="#ctx0" brushRef="#br2" timeOffset="-75260.176">4212 1016,'-9'-13,"-1"0,-1 1,0 1,0-1,-1 2,0 0,-1 0,0 1,-3-1,10 7,0 0,0 0,-1 0,1 1,-1 0,1 0,-1 1,1 0,-1 0,0 0,0 1,0 0,1 0,-1 1,0 0,0 0,1 1,-1 0,1 0,-1 0,1 1,-3 1,2 0,1 0,-1 1,1 0,0 0,1 0,-1 1,1-1,0 1,1 1,-1-1,1 1,0-1,1 1,0 0,-2 5,4-9,0 1,0-1,0 1,0-1,1 1,-1-1,1 1,0-1,0 1,0 0,1-1,-1 1,1-1,0 1,0-1,0 1,0-1,1 0,-1 1,1-1,0 0,0 0,0 0,1 0,-1-1,0 1,1 0,0-1,0 0,0 0,0 0,0 0,3 1,2 0,1 0,1-1,-1 0,0 0,0-1,1 0,-1-1,0 0,1-1,-1 0,0 0,1-1,-1 0,0-1,0 1,0-2,-1 1,1-2,-1 1,0-1,0 0,-1 0,1-1,-1 0,0-1,-1 0,1 0,-1 0,-1 0,0-1,5-8,-2 4,-1 0,0 0,-1-1,0 0,-1-1,0 1,-1-1,-1 0,1-6,-4 20,0 0,0 0,0 1,-1-1,1 0,0 0,0 0,0 0,0 0,0 0,0 0,-1 0,1 0,0 0,0 0,0 0,0 0,0 0,0 0,-1-1,1 1,0 0,0 0,0 0,0 0,0 0,0 0,0 0,-1 0,1 0,0 0,-6 16,5-11,-1 1,1-1,1 1,-1 0,1 0,0 0,0-1,0 1,1 0,0 0,0-1,1 1,-1-1,1 1,0-1,1 1,-1-1,1 0,0 0,1 0,-1-1,1 1,0-1,0 0,0 0,0 0,1-1,3 3,12 4,1 0,0-1,1-1,0-1,1-2,-1 0,1-1,0-1,0-1,11-1,36 3</inkml:trace>
  <inkml:trace contextRef="#ctx0" brushRef="#br2" timeOffset="-74810.088">5014 883,'-8'-5,"1"1,-1 0,1 1,-1-1,0 2,0-1,0 1,-1 0,1 1,0 0,-1 0,1 1,-1 0,1 0,-1 1,1 0,0 1,0 0,-1 0,1 1,0 0,1 0,-1 1,1 0,-1 0,1 1,0 0,1 0,-1 0,1 1,0 0,0 0,1 1,-1 1,3-4,0 0,1-1,0 1,0 0,0 0,0 0,0 0,1 1,0-1,0 0,0 1,0-1,1 0,0 1,0-1,0 1,0-1,1 1,-1-1,1 0,0 1,1-1,-1 0,1 0,0 0,0 0,0 0,0 0,1 0,0-1,-1 1,1-1,0 0,1 0,-1 0,1 0,-1-1,2 1,0 0,1-1,0 0,0 0,0 0,0-1,0 0,0 0,1 0,-1-1,0 0,0 0,1-1,-1 0,0 0,0 0,0-1,0 0,0 0,0 0,0-1,-1 0,1 0,-1 0,0-1,1 0,2-4,1 1,-1-2,0 1,0-1,-1 0,0 0,-1-1,0 0,-1 0,0-1,0 0,-1 1,1-6,7-45,-2 0,-2 0,-4-1,-2 0,-3-7,1 2,-2 1,-4-1,-12-53,-8 44,25 75,0 0,0 0,0 0,0 1,0-1,0 0,0 1,0-1,0 1,-1-1,1 1,0-1,0 1,0 0,-1 0,1-1,0 1,0 0,0 0,-1 0,1 0,0 1,0-1,-1 0,1 0,0 1,0-1,0 1,0-1,-1 1,1-1,0 1,0 0,0 0,0-1,0 1,1 0,-1 0,0 0,0 0,0 0,1 0,-1 0,1 0,-1 0,1 0,-1 1,1-1,0 0,-1 0,1 0,0 1,0-1,-11 28,1-1,2 1,1 1,1-1,1 1,2 0,0 15,-3 15,2 0,2 1,3-1,3 0,3 0,2 0,2-1,6 11,-11-54,1 0,1 0,0 0,0-1,2 0,0-1,2 2,25 24</inkml:trace>
  <inkml:trace contextRef="#ctx0" brushRef="#br2" timeOffset="-73920.065">6485 1150,'6'-1,"-1"0,1-1,0 0,-1 0,1 0,-1 0,0-1,0 0,0 0,0-1,-1 0,1 1,-1-1,0-1,0 1,0-1,-1 1,1-1,-1 0,0 0,-1 0,3-5,1-7,0-1,0 1,-2-1,0 0,-1-1,0-10,-1 6,-1 8,0 0,1 0,1 0,0 1,1 0,0-1,3-3,-7 16,1 1,-1 0,1-1,0 1,0 0,-1 0,1 0,0 0,0 0,0 0,0 0,0 0,0 0,0 0,1 0,-1 1,0-1,0 0,1 1,-1-1,0 1,1-1,-1 1,0 0,1 0,-1 0,1-1,-1 1,1 1,-1-1,0 0,1 0,-1 0,1 1,-1-1,0 1,1-1,-1 1,46 33,-24-12,-2 2,0 0,-2 1,-1 1,-1 1,-1 0,4 11,-18-33,0-2,-1-1,1 1,-1 0,0 0,1 0,-1 0,-1 0,1 0,0 0,-1 0,1 0,-1 0,0 1,0-1,0 0,-1 0,1 0,-1 1,0-3,0-1,0 1,0-1,-1 0,1 1,0-1,0 0,0 0,-1 1,1-1,0 0,0 0,-1-1,1 1,0 0,0 0,0 0,-1-1,1 1,0-1,0 1,0-1,0 1,0-1,0 0,0 1,0-1,0 0,0 0,0 0,0 0,1 0,-1 0,0 0,0 0,-3-4,0 1,-1-1,2 0,-1 0,0 0,1 0,0 0,0-1,1 1,-1-1,1 0,1 0,-1 0,1 0,0 0,0 0,1 0,-1-1,1 1,1 0,-1 0,1 0,0 0,1 0,0 0,0 0,0 0,0 0,1 1,0-1,0 1,0 0,1 0,0 0,0 0,0 1,0-1,1 1,0 0,0 1,0-1,0 1,5-2,3 0,2 0,-1 2,0-1,1 2,-1 0,1 1,0 0,0 1,-1 1,1 0,1 1,-11-1,0 0,-1 1,1 0,0 0,-1 0,1 0,-1 1,0-1,0 1,0 0,0 1,0-1,-1 1,1-1,-1 1,0 0,0 0,-1 1,1-1,-1 1,0-1,0 1,0 0,-1-1,0 1,0 0,0 0,0 5,3 8,-4-13,1 0,-1 0,1-1,0 1,0 0,0-1,1 1,-1-1,1 1,0-1,1 0,-1 0,1 0,0 0,-1 0,2 0,-1-1,0 0,1 1,0-1,-1-1,1 1,0 0,1-1,-1 0,4 2,17-2,-2-3</inkml:trace>
  <inkml:trace contextRef="#ctx0" brushRef="#br2" timeOffset="-73410.58">7006 468,'62'0,"10"-1,1 3,36 7,-88-6,1 1,-2 1,1 0,-1 2,0 0,0 2,0 0,-2 1,1 0,11 10,-20-11,-1 0,0 0,0 1,-1 0,0 0,-1 1,0 0,-1 0,0 0,-1 1,0 0,-1 0,0 1,-1-1,-1 1,1 0,-2-1,0 1,-1 13,1-13,-2-6,0 0,1 1,0-1,0 0,1 0,0 0,0 1,1-1,-1 0,2 0,-1-1,1 1,0 0,0-1,1 0,0 0,0 0,0 0,1 0,0-1,0 0,0 0,3 2,2-4,0 0,1 0,-1-1,0 0,1-1,0 0,-1-1,1 0,-1 0,1-1,-1-1,1 0,-1 0,0-1,0 0,0-1,0 0,-1-1,1 0,-1 0,0-1,4-4,-7 5,0-1,0 1,0-1,-1-1,0 1,0-1,-1 0,0 0,0 0,0-1,-1 1,-1-1,1 0,-1 0,0 0,-1 0,0 0,0 0,-1-1,0 1,-1-8,-8 0,-2 37,10-15,0 1,0-1,0 1,1 0,0-1,0 1,1 0,0-1,0 1,0-1,1 1,0-1,0 0,1 1,0-1,0 0,0-1,1 1,0-1,0 1,0-1,1 0,-1-1,1 1,0-1,1 0,-1 0,1-1,0 1,0-1,2 1,12 4,1-1,1-1,-1-1,1-1,-1-1,1 0,9-2,35 3</inkml:trace>
  <inkml:trace contextRef="#ctx0" brushRef="#br2" timeOffset="-72125.176">8864 762,'-11'-5,"0"-1,0 2,0-1,0 1,-1 1,1 0,-1 1,0 0,0 1,0 0,0 1,0 0,0 1,0 1,-9 1,16 0,1-1,-1 1,1-1,0 1,0 1,0-1,0 0,1 1,-1 0,1 0,0 0,0 0,0 1,1-1,-1 1,1-1,0 1,1 0,-1 0,1 0,0 0,0 0,0 0,1 0,0 0,0 0,0 0,1 0,0 1,-1-1,2 0,-1-1,1 1,-1 0,1 0,1-1,-1 1,1-1,0 1,0-1,7 6,0-1,1 0,0-1,0 0,1 0,0-1,0-1,1 0,0-1,0-1,0 1,1-2,-1 0,1-1,0 0,-1-1,1 0,0-1,0-1,0-1,0 1,6-3,-7 2,0 0,0-1,-1 0,1-1,-1 0,1-1,-1 0,-1-1,1 0,-1-1,0-1,-1 0,1 0,-2-1,1 0,-1 0,-1-1,1-1,-2 1,0-1,0 0,-1-1,0 0,-1 0,3-8,-5 5,-1 0,0 0,-1 0,0 0,-2 0,0 0,-2-10,3 20,-1 0,0 0,0 0,0 0,-1 1,0-1,0 0,0 1,0-1,-1 1,0 0,1 0,-2 0,1 0,0 1,-1-1,0 1,1 0,-2 0,1 0,0 0,0 1,-1 0,-2-2,-16 6,34 14,4-12,0 0,0 0,0-1,0-1,0-1,1 0,4-1,10 1,0 0,-18-1,1 0,0 0,-1 1,1 1,-1 0,1 0,-1 2,0-1,0 2,0-1,0 2,3 2,-12-4,0 0,0 0,-1 1,1 0,-1-1,0 1,0 0,0 0,-1 0,1 0,-1 1,-1-1,1 0,-1 0,0 1,0-1,0 0,-1 0,0 1,0 0,0 15,1-1,0 1,2-1,0 0,2 0,0 0,1-1,1 3,-4-15,1-1,0 1,0-1,0 1,0-1,1 0,0 0,1 0,-1-1,1 0,0 0,0 0,1 0,0-1,-1 0,1 0,1 0,-1-1,0 0,1 0,5 1,-2-2,1 0,0 0,0-2,0 1,0-1,0-1,0 0,0 0,-1-1,1 0,0-1,-1 0,0-1,0 0,0-1,0 0,-1-1,1 1,-1-2,-1 1,1-1,-1-1,0 0,-1 0,0 0,0-1,-1 0,0 0,-1-1,0 1,1-4,-8 18,1 1,-1 0,1 0,1 0,-1 0,1 0,0 0,0 0,0 0,1 0,0 0,1 2,1-2,0 0,1 0,-1-1,1 1,1-1,-1 0,1 0,0 0,0-1,0 0,0 0,1 0,0-1,0 1,0-1,0-1,0 1,0-1,1 0,-1 0,1-1,0 0,-1 0,1-1,0 0,0 0,-1 0,1-1,5-1,-8 1,-1 0,1 1,-1-1,0-1,1 1,-1 0,0-1,0 0,0 0,0 0,0 0,-1 0,1-1,-1 1,1-1,-1 1,0-1,0 0,0 0,0 0,0 0,-1 0,0-1,1 1,-1 0,0-1,-1 1,1-1,0 1,-1-1,0 1,0-1,0 1,0-1,-1 1,1-1,-1 1,0 0,0-1,0 1,-1 0,1-1,-1 1,0 0,1 0,-2-1,-8-11,-1 0,-1 0,0 1,0 1,-1 1,-1 0,0 0,-1 2,0 0,-1 0,1 2,-2 0,1 1,-1 1,-14-3,-44-10,77 19,-1-1,0 1,0 0,0 0,0-1,0 1,0 0,0 0,0 0,0-1,0 1,0 0,0 0,-1-1,22 1,120 1,0 7,0 5,-134-12,96 22,-99-21,0-1,1 1,-1 0,0 1,0-1,0 1,-1 0,1 0,0 0,-1 0,0 0,0 1,0-1,0 1,-1 0,1 0,-1 0,0 0,0 1,-1-1,1 1,2 80,-5-75,0 1,1-1,0 0,1 0,0 0,0 1,1-1,3 6,-4-13,0-1,0 1,1-1,-1 1,1-1,-1 0,1 1,0-1,0 0,0 0,0 0,0 0,1-1,-1 1,0-1,1 1,-1-1,1 0,0 0,-1 0,1 0,0-1,0 1,-1-1,1 1,0-1,0 0,0 0,0 0,-1-1,1 1,0-1,0 1,0-1,8-2,-1 0,1 0,-1-1,0-1,0 0,0 0,-1 0,2-3,5-4,-2-1,1 0,-2-1,0-1,-1 0,0 0,-1-1,-1-1,0 0,-2 0,0-1,0 0,-2 0,0-3,0 4,-2 50,-5-22,1 0,0 0,1-1,0 1,1 0,0-1,1 1,0-1,0 0,1 0,1 0,-1 0,1-1,6 8,6-1,0 0,1-1,0-1,1-1,1 0,0-2,1 0,0-2,0 0,1-1,0-1,0-1,1-1,0-1,17 0,37 7</inkml:trace>
  <inkml:trace contextRef="#ctx0" brushRef="#br2" timeOffset="-68281.064">12821 722,'-2'-4,"0"1,0-1,-1 1,1-1,-1 1,0 0,1 0,-1 0,-1 1,1-1,0 1,-1 0,1-1,-1 2,0-1,0 0,1 1,-1-1,0 1,0 0,-1 1,1-1,0 1,0 0,0 0,0 0,0 0,0 1,-1-1,1 1,0 0,0 0,1 1,-1-1,-1 1,-2 3,-1 0,1 1,0 0,1 0,-1 0,1 1,0 0,1 0,0 0,0 1,0 0,1 0,1 0,-3 6,4-10,1 0,0-1,0 1,0-1,1 1,-1 0,1 0,0 0,0-1,0 1,0 0,1 0,-1-1,1 1,0 0,0-1,0 1,1-1,-1 1,1-1,0 0,0 1,0-1,1 0,-1 0,1-1,-1 1,1 0,0-1,0 0,0 0,0 1,0-2,1 1,2 1,9 2,1 0,0-2,0 1,0-2,0 0,0-1,1-1,-1 0,0-1,0-1,1-1,-1 0,-1-1,1 0,-1-2,1 0,-1 0,13-9,-19 11,0-1,-1 0,0-1,0 0,-1 0,1-1,-1 0,0 0,-1 0,0-1,0 0,-1 0,0-1,0 1,-1-1,0 0,-1 0,0-1,0 1,-1-1,0 1,0-1,-1 0,-1 0,0-4,14 78,-9-49,0-1,1 1,1-1,1-1,0 1,0-1,1-1,1 0,0 0,1-1,0 0,1 0,0-2,3 2,-14-10,1 0,-1 0,1-1,0 1,-1-1,1 1,0-1,0 0,0 1,-1-1,1 0,0 0,0 0,0-1,-1 1,1 0,0-1,0 1,-1-1,1 1,0-1,-1 0,1 0,0 0,-1 0,0 0,1 0,-1 0,1 0,-1 0,0-1,0 1,0-1,0 1,0-1,0 1,0-1,0 0,-1 1,1-1,-1 0,1 1,-1-1,1-1,14-31,-1-1,-2 0,-1-1,-1-5,-8 96,-2-47,0 1,1-1,-1 0,2 0,-1 0,1 0,1 0,0 0,0-1,0 1,1-1,0 0,0 0,1 0,-1-1,2 1,-1-1,1 0,0-1,5 4,7 3,1-2,0 0,1-1,0-1,0 0,1-2,-1-1,2 0,15 0,45 7</inkml:trace>
  <inkml:trace contextRef="#ctx0" brushRef="#br2" timeOffset="-64244.584">21738 990,'-19'-13,"-1"1,-1 1,0 1,0 1,-1 0,-10-1,24 8,1 0,-1 0,0 1,0 0,1 0,-1 1,0 0,0 0,0 1,0 0,1 0,-1 1,0 0,1 1,0-1,-1 1,1 1,0 0,0 0,-3 2,7-4,1-1,-1 1,1 0,-1-1,1 1,0 0,-1 0,1 1,0-1,0 0,1 1,-1-1,0 1,1 0,0-1,-1 1,1 0,0 0,0 0,1 0,-1 0,1 0,-1 0,1 0,0 0,0 0,1 0,-1 0,0 0,1 0,0 0,0 0,0 0,0-1,0 1,0 0,1-1,-1 1,1 0,0-1,0 0,0 1,0-1,0 0,0 0,1 0,1 1,6 0,1-1,-1 0,0-1,1 0,-1-1,0 0,1-1,-1 0,0 0,1-1,-1 0,0-1,0 0,0-1,-1 0,1 0,-1-1,6-4,-2 1,0-1,-1 0,1-1,-2 0,1-1,-2 0,1-1,-2 0,1 0,-2-1,0-1,0 1,-1-1,-1 0,0-1,-1 0,-1 0,0 0,1-15,3-24,-3-1,-2 1,-2-1,-6-37,-14-16,19 106,0 0,0 1,-1-1,1 1,0-1,-1 0,1 1,-1-1,1 1,-1-1,0 1,0 0,0-1,0 1,0 0,0 0,0-1,0 1,0 0,0 0,-1 0,1 0,0 0,-1 1,1-1,-1 0,1 1,-1-1,1 1,-1-1,1 1,-1 0,0-1,1 1,-1 0,1 0,-1 0,0 0,1 1,-1-1,1 0,-1 1,1-1,-1 1,1-1,-1 1,1 0,-1 0,1 0,-1 0,-9 11,2-1,0 2,0-1,1 1,1 0,0 1,1 0,0 0,1 0,1 0,0 1,1 0,1 0,0 1,-2 7,2 1,0-1,2 1,0-1,2 0,0 1,2-1,0 0,2 0,1-1,0 1,8 13,-8-20,1-1,0 0,1 0,1-1,0 0,1-1,0 0,1 0,1-1,0-1,1 0,-1-1,2-1,0 0,0-1,0 0,11 3,-16-8,1 0,-1 0,0 0,1-2,0 1,-1-1,1-1,0 0,0 0,-1-1,1-1,0 0,-1 0,1-1,-1 0,0-1,0 0,0 0,-1-1,1-1,-1 0,-1 0,1 0,-1-1,0-1,0 1,-1-1,0 0,-1-1,1 0,-2 0,1 0,-1-1,2-7,-4 13,-1 0,0 0,-1 0,1 0,-1-1,0 1,0 0,0-1,0 1,-1 0,1-1,-1 1,-1-1,1 1,0-1,-1 1,0 0,0-1,-1 1,1 0,-1 0,0 0,0 0,0 0,0 0,-1 1,1-1,-1 1,0-1,0 1,0 0,-1 0,1 0,-1 1,0-1,0 1,-2-1,2 2,-1 1,1-1,-1 1,0 0,1 0,-1 1,1-1,-1 1,0 0,1 1,0-1,-1 1,1-1,0 1,0 0,0 1,0-1,0 1,0 0,1 0,-1 0,1 0,0 1,0-1,0 1,1 0,-1 0,1 0,0 0,0 0,0 0,0 1,1-1,0 1,0-1,0 1,0-1,1 1,0 0,0-1,0 1,1-1,-1 1,1 0,0-1,0 1,3 3,0 0,1-1,-1 1,2-1,-1 0,1 0,0 0,0-1,0 0,1 0,0-1,1 0,-1 0,1-1,2 1,128 49,-36-30,-4-7</inkml:trace>
  <inkml:trace contextRef="#ctx0" brushRef="#br2" timeOffset="-63617.926">24131 829,'-11'-5,"1"0,-1 1,0 0,0 1,-1 0,1 1,0 0,-1 1,0 0,1 1,-1 0,0 1,1 0,-1 1,1 0,0 1,-1 0,1 1,1 0,-1 1,0 0,1 1,0 0,1 0,-1 1,-1 2,8-5,0-1,0 1,1 0,0 0,0 0,0 0,0 0,0 1,1-1,0 1,0-1,0 1,0-1,1 1,-1-1,1 1,1 0,-1-1,1 1,-1-1,1 1,1-1,-1 1,0-1,1 0,0 1,0-1,1 0,-1 0,1-1,-1 1,1 0,1-1,-1 0,0 1,2-1,12 9,2-1,-1 0,2-2,-1 0,1-1,0-1,1-1,0-1,0 0,0-2,0-1,1 0,-1-2,1 0,-1-1,3-2,7 1,-1-2,0-1,0-1,0-2,-1 0,5-5,-23 9,0 0,-1-1,0-1,1 0,-2 0,1-1,-1 0,0-1,0 0,-1 0,0-1,-1 0,0-1,0 1,-1-1,0-1,1-3,-5 11,0 1,0-1,-1 0,0 0,1 1,-1-1,0 0,0 0,0 0,-1 0,1 0,-1-1,0 1,0 0,0 0,0 0,0 0,-1 0,1 0,-1 0,0 0,0 0,0 0,0 0,-1 0,1 1,-1-1,1 0,-1 1,0-1,0 1,0 0,0 0,-1-1,1 1,-1 1,1-1,-1 0,0 1,1-1,-1 1,0 0,-1 0,-1 0,-1 1,1 0,-1 1,1-1,0 1,-1 0,1 0,0 1,0 0,-1 0,1 0,1 0,-1 1,0 0,1 0,-1 0,1 0,0 1,-1 0,3-2,0 0,-1 1,1-1,0 0,1 1,-1 0,0-1,1 1,-1 0,1 0,0-1,0 1,0 0,0 0,0 1,1-1,-1 0,1 0,0 0,0 0,0 0,1 0,-1 1,1-1,-1 0,1 0,0 0,0 0,0-1,1 1,-1 0,1 0,1 2,7 5,0-1,0 0,1 0,0-1,0 0,1-1,0-1,0 0,1 0,0-1,-1-1,10 2,44 15,1-4,1-3,0-2,25-2,-17-3</inkml:trace>
  <inkml:trace contextRef="#ctx0" brushRef="#br2" timeOffset="-62920.057">25254 990,'0'-6,"1"1,-1-1,0 1,0-1,0 1,-1-1,1 1,-2-1,1 1,0-1,-1 1,0 0,0 0,-1 0,0 0,1 0,-2 1,1-1,0 1,-1 0,0 0,0 0,0 0,0 1,-1 0,1 0,-5-2,0 2,-1 0,0 1,0 0,0 1,0 0,0 0,0 1,0 1,0-1,0 2,0-1,0 1,0 1,0 0,1 0,-1 1,1 1,0-1,1 1,-1 1,1-1,0 1,0 1,0 0,1 0,0 0,-3 5,8-8,1-1,-1 1,1 0,-1 0,1 0,0-1,0 1,1 0,-1 1,1-1,0 0,0 0,0 0,0 0,1 0,0 0,0 0,0 0,0-1,1 1,-1 0,1 0,0-1,0 1,0-1,1 0,-1 1,1-1,0 0,-1-1,2 1,-1 0,0-1,0 0,1 0,-1 0,1 0,0 0,-1-1,1 1,2-1,3 4,2-1,-1 0,0-1,1 0,-1-1,1 0,0-1,0 0,0 0,-1-1,1-1,0 0,0 0,0-1,-1-1,1 0,-1 0,0-1,0 0,0 0,0-1,-1-1,1 0,-2 0,1-1,-1 0,0 0,0-1,-1 0,0 0,1-3,12-20,-13 49,-7-13,1 1,0-1,1 0,-1 0,1 0,0 0,0-1,1 1,-1 0,1-1,0 0,0 1,1-1,-1-1,1 1,0 0,0-1,0 0,0 0,1 0,-1 0,1-1,0 0,4 2,-1 0,1-1,-1-1,1 1,-1-1,1-1,0 1,0-2,0 1,0-1,0-1,-1 1,1-1,0-1,5-1,-5-2,-1 0,1-1,-1 0,0-1,-1 0,0 0,0 0,0-1,-1 0,0 0,-1-1,1 1,-2-1,1 0,-1-1,-1 1,0-1,0 0,0-1,7-16,-4 11,1-2,0 0,1 1,1-1,1 2,0-1,7-7,-15 22,0 0,0 0,0 0,0 0,0 1,1-1,-1 0,0 1,1 0,-1 0,1 0,0 0,-1 0,1 0,0 1,-1-1,1 1,0 0,0 0,0 0,-1 0,1 0,0 1,0-1,-1 1,1-1,2 2,68 39,-66-35,17 10,6 3,-1 2,0 2,-2 0,0 2,19 23,-20 0,-25-47,-1 0,1 0,-1 1,0-1,1 0,-1 1,0-1,0 0,0 0,0 1,0-1,0 0,0 1,-1-1,1 0,0 0,-1 1,1-1,-1 0,1 0,-1 0,0 0,1 0,-1 0,0 0,0 0,0 0,0 0,0 0,0 0,0 0,0-1,0 1,0 0,0-1,-1 1,1-1,0 1,-1-1,-13 3,-1 0,1-1,-1-1,0 0,0-1,0-1,-10-1,16 1,-97-15,99 11,10 1</inkml:trace>
  <inkml:trace contextRef="#ctx0" brushRef="#br2" timeOffset="-62732.018">26524 1084,'4'0,"0"-3,-1 0</inkml:trace>
  <inkml:trace contextRef="#ctx0" brushRef="#br2" timeOffset="-67304.008">14773 990,'-9'11,"6"-35,6-44,4 1,2 0,9-27,-18 93,3-14,-3 11,0 0,0 0,1 0,0 0,0 1,0-1,0 0,1 0,-1 1,1-1,0 1,0-1,0 1,1-1,-1 4,0 1,0-1,-1 1,1-1,0 1,-1 0,1-1,-1 1,1 0,-1 0,1 0,-1 1,0-1,1 0,-1 0,0 1,0-1,0 0,0 1,0-1,0 1,-1 0,1-1,0 1,-1 0,1-1,-1 1,2 1,1 4,22 37,-3 1,-1 1,4 18,-24-59,0-3,0 0,0 1,0-1,0 0,-1 1,1-1,-1 1,1-1,-1 1,0-1,0 1,0-1,-1 1,1-1,0 1,-1-1,0 1,0 0,0-3,0 0,0 0,0 0,0 0,0-1,0 1,0 0,0-1,0 1,1-1,-1 1,0-1,0 1,0-1,1 0,-1 1,0-1,0 0,1 0,-1 1,1-1,-1 0,1 0,-1 0,1 0,0 0,-1 0,1 0,0 0,-1 0,0 0,0 0,0 0,1-1,-1 1,1 0,-1 0,1 0,-1-1,1 1,0 0,-1 0,1-1,0 1,0 0,0 0,0-1,0 1,0 0,0-1,1 1,-1 0,0 0,1-1,-1 1,1 0,-1 0,1 0,0 0,-1 0,1 0,0 0,0 0,0 0,0 0,0 0,0 0,0 0,0 1,0-1,0 0,0 1,0-1,1 1,-1-1,0 1,1 0,159-25,-36-9,-118 32,-1-1,1 0,-1 0,0 0,0-1,-1 0,1 0,-1-1,0 1,0-1,0 0,-1-1,1 1,-1-1,-1 0,1 0,1-3,-4 7,0-1,0 0,-1 0,1 1,-1-1,1 0,-1 0,0 0,0 0,0 0,0 0,-1 0,1 0,-1 1,1-1,-1 0,0 0,0 1,-1-1,1 0,0 1,-1-1,0 1,0 0,1-1,-1 1,0 0,-1 0,1 0,0 0,-1 1,1-1,-1 1,1-1,-1 1,-1 0,0-1,0 0,-1 0,1 1,-1-1,0 1,1 0,-1 1,0-1,1 1,-1 0,0 0,0 1,1-1,-1 1,0 0,1 0,-1 1,1-1,-1 1,1 0,0 0,-2 2,2-1,1 0,0 1,0 0,0 0,0 0,0 0,1 1,0-1,0 1,0-1,1 1,-1 0,1-1,0 1,0 0,1 0,-1 0,1 0,0 0,1 0,-1 0,1 0,0-1,0 1,1 0,-1 0,1-1,0 1,0-1,1 0,-1 1,1-1,0 0,1 0,10 11,0 0,1-2,1 0,0-1,1 0,0-1,1-1,0-1,1-1,-1 0,2-1,13 2,-22-5,1-1,0 0,0-1,-1-1,2 0,-1 0,0-1,0 0,1-2,12-3</inkml:trace>
  <inkml:trace contextRef="#ctx0" brushRef="#br2" timeOffset="-66727.802">15628 682,'14'35,"-11"-25,-2 0,1 1,0-1,0 1,1-1,1 0,0 0,0 0,1-1,0 1,0-1,1 0,1-1,0 0,0 0,0 0,1-1,0 0,0 0,1-1,0 0,0 0,-4-4,1 0,-1-1,1 1,-1-1,1 0,-1-1,1 0,0 1,-1-2,1 1,0-1,-1 1,1-2,-1 1,1-1,-1 1,0-1,0-1,0 1,0-1,0 0,0 0,-1 0,1-1,-1 0,0 0,0 0,0 0,-1 0,1-1,-1 0,0 0,-1 1,2-6,0 3,-1-1,0-1,-1 1,0 0,-1-1,1 1,-1-1,-1 1,0-1,0 0,-1 1,0-1,-2-6,-3 12,3 18,4-5,-1-1,1 0,0 1,1-1,0 0,1 0,0 0,0 0,1-1,0 1,0-1,1 0,0 0,1-1,0 1,4 4,-6-8,0 0,0 0,0-1,0 1,1-1,0 1,-1-2,1 1,0 0,0-1,1 0,-1 0,0-1,1 1,-1-1,1 0,-1 0,1-1,0 0,-1 0,1 0,-1-1,1 0,-1 0,1 0,-1-1,1 1,1-2,3-3,0 0,-1 0,0-1,0 0,-1-1,1 0,-2 0,1 0,-1-1,0 0,-1-1,0 0,-1 0,0 0,0 0,-1-1,-1 0,0 0,0 0,-1 0,0 0,-1-1,0 1,-1-6,-10 45,11-18,0 0,0 1,0-1,2 0,-1 0,1-1,1 1,-1 0,2-1,-1 0,1 0,1 0,0-1,0 0,0 0,1 0,0-1,1 0,0 0,0-1,0 0,1 0,-1-1,1 0,1-1,-1 0,1 0,-1-1,1-1,0 1,0-1,6 0,30 6</inkml:trace>
  <inkml:trace contextRef="#ctx0" brushRef="#br2" timeOffset="-65098.302">16765 602,'-5'26,"6"-5,1 0,2-1,0 0,1 0,0 0,2 0,1-1,0 0,1 0,2 1,-9-17,0 1,0 0,0 0,0-1,1 0,-1 1,1-1,0 0,0 0,0 0,0-1,1 1,-1-1,1 0,-1 1,1-2,0 1,0 0,0-1,0 0,0 0,0 0,0 0,0-1,0 1,1-1,-1 0,0-1,0 1,0-1,0 1,1-1,-1-1,0 1,-1 0,1-1,0 0,0 0,0 0,5-6,-1-1,-1 1,0-1,0 0,0-1,-1 0,-1 0,0 0,0-1,-1 0,0 1,-1-1,0-1,0 1,-2 0,1-1,-2 1,1-1,-1 1,-2-8,2 17,1-1,-1 0,0 1,-1-1,1 1,0-1,-1 0,1 1,-1-1,0 1,0-1,0 1,0 0,0-1,-1 1,1 0,-1 0,1 0,-1 0,-1-1,2 4,-1-1,1 1,0 0,-1-1,1 1,0 0,-1 0,1 0,0 0,0 0,0 0,0 1,0-1,0 0,0 1,0-1,1 0,-1 1,0-1,1 1,-1-1,1 1,0-1,-1 1,1-1,0 1,0-1,0 1,0 0,0-1,0 1,1-1,-1 1,0-1,1 2,2 5,0-1,0 0,1-1,0 1,0 0,0-1,1 0,0 0,0 0,1-1,-1 0,1 0,0 0,1-1,-1 0,1 0,0 0,0-1,0 0,0 0,1-1,47 17,1-2,1-2,1-4,0-1,0-3,1-3,58-3,-94 0,1-1,-1-1,0-1,0-1,0-1,19-6,-40 10,1-1,0 0,-1 0,1 0,0 0,-1 0,1 0,-1-1,0 1,1-1,-1 0,0 1,0-1,0 0,0 0,0-1,-1 1,1 0,-1 0,1-1,-1 1,0-1,0 0,0 1,0-1,0 0,-1 1,1-1,-1 0,0 0,0 1,0-1,0 0,0 0,-1 0,1 1,-1-1,1 0,-2-1,-1-2,0 0,-1-1,0 2,0-1,-1 0,1 1,-1 0,0 0,-1 0,1 1,-1 0,0 0,0 0,0 1,0 0,-1 0,1 0,-1 1,0 0,0 1,0-1,0 1,0 0,0 1,0 0,0 0,0 0,0 1,0 0,0 1,0-1,0 1,1 1,-1-1,1 1,-1 0,1 1,-2 1,1 0,-1 1,1 0,1 0,-1 1,1 0,0 0,1 0,-1 1,-1 4,5-9,0 0,0 1,0-1,1 1,-1 0,1 0,0-1,0 1,0 0,1 0,-1 0,1 0,0 0,0 0,0 0,1 0,-1 0,1 0,0 0,0 0,1-1,-1 1,1 0,0-1,0 1,1 0,0-1,0 0,0 0,1 0,-1 0,1-1,0 1,0-1,0 0,0 0,0 0,0-1,0 0,0 1,1-1,-1-1,1 1,-1-1,1 1,-1-1,1-1,1 1,4-1,0 0,0-1,0 0,-1 0,1-1,0 0,-1-1,0 0,5-3,-6 2,-1 0,1-1,-1 0,0 0,0 0,-1-1,0 0,0 0,0-1,-1 0,0 0,-1 0,0 0,3-9,-5 9,-6 21,2-7,1 0,1 0,-1 1,1-1,0 0,0 1,1-1,0 0,0 0,0 0,1 0,0 0,0 0,0 0,1 0,0-1,0 1,1-1,-1 0,1 0,0 0,0-1,1 1,0-1,-1 0,1 0,1-1,-1 1,5 1,7 2,0-2,1 0,-1-1,1-1,0 0,0-1,0-1,0-1,0-1,0 0,0-1,0-1,-1-1,1-1,7-3,-11 3,0 0,-1-2,1 0,-2 0,1-1,-1-1,0 0,0-1,-1 0,-1 0,0-1,0-1,-1 0,-1 0,0 0,0-1,-1-1,-1 1,0-1,-1 0,1-8,6-28,-2 0,-2-1,-3 0,-1-1,-4 1,-1-8,1 29,-1 0,-2 0,0 1,-2-1,-2 1,0 0,-2-1,8 26,0 0,-1 0,1 1,-1-1,1 0,-1 1,0-1,0 1,-1 0,1-1,-1 1,0 0,1 0,-1 1,-1-1,1 1,0-1,-1 1,1 0,-1 1,1-1,-1 0,0 1,0 0,0 0,0 0,0 0,0 1,0-1,0 1,-2 0,-2 4,0-1,0 1,1 0,-1 0,1 1,0 0,1 0,-1 1,1 0,0 0,0 1,1-1,0 1,0 0,1 1,0-1,0 1,0 0,1 0,0 0,-10 23,1 0,2 0,1 1,1 1,2 0,1 0,2 0,1 0,1 0,2 1,2-1,1 0,1 0,2-1,1 1,1-1,2-1,2 0,13 24,-17-38,0-1,1 0,1 0,1-1,0-1,1 0,0-1,1 0,0-1,1 0,1-1,0-1,0-1,1 0,0-1,1-1,0 0,-10-6,0 0,-1-1,1 0,0 0,0-1,0 1,-1-2,1 1,-1-1,1 0,-1-1,1 0,-1 0,0 0,-1-1,1 0,0-1,-1 1,0-1,0 0,-1-1,1 1,-1-2,10-9,-1-2,-1 0,-1 0,-1-1,0 0,-1-1,2-10,-12 30,0 0,0-1,0 1,0 0,0 0,-1 0,1 0,0 0,0 0,0 0,0 0,0 0,-1 0,1 0,0 0,0 0,0 0,0-1,0 1,0 0,0 0,0 0,-1 0,-9 17,6-12,1-1,0 2,1-1,-1 0,1 1,0-1,1 1,-1-1,1 1,0 0,0 0,1-1,0 1,0 0,0 0,1 0,0 0,0-1,0 1,1 0,0-1,0 1,0-1,0 0,1 0,0 0,0 0,1 0,-1 0,1-1,1 1,3-1,0 1,1-1,0-1,0 1,0-2,0 1,1-1,-1 0,0-1,1 0,-1-1,1 0,-1-1,1 1,-1-2,1 1,-1-2,0 1,0-1,0 0,0-1,0 0,-1 0,0-1,0 0,0-1,0 0,-1 0,0 0,0-1,-1 0,1-1,6-12,0 0,-2-1,0 0,-1 0,4-17,-8 24,-6 14,-1 0,1 1,0-1,0 0,0 1,0-1,0 1,0-1,0 0,0 1,0-1,0 0,0 1,0-1,1 1,-1-1,0 0,0 1,0-1,0 0,1 1,-1-1,0 0,0 0,0 1,1-1,-1 0,0 0,1 1,-1-1,0 0,1 0,-1 0,0 1,1-1,-1 0,0 0,1 0,-1 0,0 0,1 0,-1 0,0 0,1 0,-1 0,1 0,-1 0,0 0,1 0,-1 0,0 0,1 0,-1 0,0-1,1 1,-1 0,0 0,1 0,-1-1,0 1,1 0,0 3,2 9,1 1,0-1,1 0,1-1,0 1,0-1,1 0,1 0,-1-1,2 0,-1-1,2 0,-1 0,1 0,0-2,1 1,7 3,-3-4,1-1,0 0,0-1,0-1,1 0,-1-2,1 1,0-2,-1-1,1 0,0-1,0 0,-1-2,1 0,-1 0,0-2,0 0,0-1,-1-1,1 0,-2-1,1 0,-1-1,0-1,-1 0,0-1,8-10,3-10,-2 0,-2-1,-1-1,-1-1,-2 0,-2-2,0 1,-3-2,-1 0,-2 0,2-23,-2 22,-2 1,-1-1,-2 0,-2 0,-1 0,-2 0,-3-11,4 42,0-1,-1 0,0 1,0-1,0 1,-1 0,0 0,-1 0,1 0,-1 0,-1 1,1-1,-1 1,0 0,0 1,-1-1,0 1,0 0,0 1,0-1,-1 1,0 1,0-1,0 1,-1 0,-1 1,1 0,0 1,-1 0,1 0,0 1,-1 1,1-1,-1 1,1 0,0 1,0 0,0 1,0-1,0 1,0 1,1 0,-1 0,1 0,0 1,0 0,0 1,-6 5,1 0,1 0,0 1,1 1,0 0,1 0,0 1,1 0,0 0,-2 11,3-6,0 1,2 0,1 0,0 0,2 0,0 1,1-1,1 1,1 0,1-1,1 0,0 1,2-1,0 0,2-1,0 1,1-2,0 1,2-1,0 0,1-1,1 0,6 5,7 7,1-2,1 0,2-2,1-2,1 0,0-2,2-1,0-2,1-1,33 11,17 2</inkml:trace>
  <inkml:trace contextRef="#ctx0" brushRef="#br2" timeOffset="-60840.276">1365 3490,'-9'35,"17"-43,-6 2,-1 1,1-1,-1-1,0 1,-1 0,0 0,0 0,0 0,0 0,-1-1,0 1,-1 0,1 0,-1 1,0-1,-1 0,1 0,-1 1,0 0,0-1,-1 1,0 1,0-1,0 0,0 1,-1 0,0 0,1 0,-2 1,1-1,0 1,-1 0,1 1,-1-1,0 1,0 0,1 1,-2-1,1 1,0 1,0-1,0 1,0 0,0 0,0 1,-1-1,0 2,-3 0,-1 1,1 0,-1 1,1 0,0 1,1 0,-1 1,1-1,0 2,0-1,1 1,0 1,0 0,1 0,0 0,0 1,1 0,-4 6,2-1,0 1,1 0,1 0,0 0,1 1,0 0,2 0,0 0,1 1,0-1,1 0,1 4,0-12,1 0,0 0,0 0,1 0,0 0,0 0,1-1,0 1,0-1,1 1,0-1,0 0,1 0,0-1,0 0,0 1,1-2,0 1,0-1,1 0,-1 0,1 0,0-1,0 0,1-1,-1 0,1 0,0 0,5 0,5 1,1-1,0-1,0-1,-1 0,1-2,0 0,0-1,-1-1,1 0,-1-2,0 0,0-1,0-1,-1-1,0 0,-1-1,1-1,3-4,-7 3,-2-1,0 0,0-1,-1 0,0-1,-2 0,1 0,-2-1,0 0,-1 0,0-1,-1 0,-1 0,0 0,-1 0,-1-1,-1-6,3 2,5-18,-13 59,-6 37,2 1,2 1,3-1,3 7,-1-32</inkml:trace>
  <inkml:trace contextRef="#ctx0" brushRef="#br2" timeOffset="-60509.351">1966 3356,'-50'49,"-2"-2,-3-3,-1-2,-8 1,57-38,-32 26,38-31,0 1,1 0,-1 0,1 0,-1 0,1 0,-1 0,1 0,0 0,-1 0,1 0,0 0,0 1,0-1,0 0,0 0,0 0,0 0,0 0,0 0,1 0,-1 0,0 0,1 0,-1 0,1 0,-1 0,1 0,-1 0,1 0,0 0,-1 0,1 0,0-1,0 1,-1 0,1-1,0 1,0 0,0-1,1 1,18 11,1-2,1 0,-1-1,1-1,1-1,0-1,18 3,-23-5,230 34,-198-35</inkml:trace>
  <inkml:trace contextRef="#ctx0" brushRef="#br2" timeOffset="-51447.967">3330 3837,'340'18,"-275"-15,-4-1,0 3,-1 3,48 12,-71-7,-42-21,-1 1,1-1,0 1,1-1,0-1,0 1,0-1,1 1,1-1,-1 0,2 0,-1 0,1 0,0-1,1 1,0 0,1 0,0 0,0-1,1 1,0 0,2-3,1-31,-2-7,-1 0,-3 0,-1 0,-3 1,-2-1,-3 1,-1 1,-8-18,0 8,-3 2,-3 1,-1 0,-3 2,-3 1,-11-13,16 24,28 40,0 1,0-1,0 0,0 1,0-1,0 1,1-1,-1 1,0 0,0-1,1 1,-1 0,0 0,0 0,1 0,-1 0,0 0,0 0,1 0,-1 1,0-1,0 0,1 1,-1-1,0 1,0-1,0 1,0 0,1 0,1 0,63 16,1-2,63 4,113 29,21 2,-246-49,35 10,-53-10,1 0,-1 0,0 0,0 0,0 0,0 0,0 0,0 0,-1 0,1 0,0 0,0 0,-1 0,1 0,-1 0,1-1,0 1,-1 0,0 0,1 0,-1-1,1 1,-1 0,0-1,0 1,1 0,-1-1,0 1,0-1,0 1,0-1,1 0,-2 1,-1 2,-6 7,1 1,0 0,0 1,1 0,1 0,0 1,1-1,0 1,1 0,0 1,1-1,1 1,0-1,1 1,0 0,1-1,0 1,2 0,0 5,-2 49,-24 350,26-297,-3-120,1-1,0 1,0 0,0 0,0 0,0 0,0 0,0 0,0-1,0 1,0 0,1 0,-1 0,0 0,1-1,-1 1,0 0,1 0,-1-1,1 1,-1 0,1 0,-1-1,1 1,0-1,-1 1,1-1,0 1,0-1,-1 1,1-1,0 1,0-1,0 0,-1 1,1-1,0 0,0 0,0 0,0 0,0 0,0 0,34-17,-19 7,-7 7,1 0,0 0,0 1,0 1,0-1,0 2,0-1,0 1,9 2,9-2,569 2,-506-8,0-3,21-9,165-14,195 36,-197 3,443-7,-267-13,-367 5,-82 6,0 0,-1 0,1-1,0 1,-1 0,0-1,1 1,-1-1,0 0,0 1,-1-1,1 0,0 0,-1 1,0-1,1 0,-1 0,0 0,-1 1,1-1,0 0,-1 0,0 0,0 0,0-9,-3-189,5 100,-5 0,-4 0,-5 1,-11-34,20 118,0 1,-1-1,-1 1,0 0,-1 0,-1 1,0 0,-1 0,-1 1,-10-12,20 25,0 0,1 0,-1 0,0 0,1 0,-1 0,0 0,0 0,1-1,-1 1,0 0,0 0,1 0,-1 0,0-1,0 1,1 0,-1 0,0-1,0 1,0 0,1 0,-1-1,0 1,0 0,0 0,0-1,0 1,0 0,0-1,0 1,1 0,-1 0,0-1,0 1,0 0,0-1,-1 1,1 0,0-1,0 1,0 0,0 0,0-1,0 1,0 0,0-1,-1 1,1 0,0 0,29 10,-29-10,153 66,-62-46,1-4,54 0,59 10,-201-26,-2 0,1 0,-1 0,0 0,0 0,0 0,0 0,0 1,0-1,0 1,0-1,0 1,0 0,0 0,0 0,0 0,0 0,0 0,-1 1,1-1,0 0,-1 1,1-1,-1 1,0 0,0 0,1-1,-1 1,0 0,-1 0,1 0,0 0,0 0,-1 0,1 2,-9 144,11 183,36-134,-20-120,-14-35,10 28,-12-68,1 1,0-1,0 0,0 0,1 0,-1-1,0 0,1 0,-1 0,0 0,1 0,-1-1,1 0,-1 0,1 0,-1-1,1 1,-1-1,1 0,-1 0,1-1,105-36,-94 30,1 1,0 1,0 1,0 0,1 1,-1 1,8-1,69 4,0 4,26 7,-24-3,734 40,233 37,-73 20,-833-91,-156-14,-1 1,1-1,0 1,0-1,0 0,-1 1,1-1,0 0,0 0,0 0,0 0,0 0,0 0,0 0,-1 0,1 0,0 0,0 0,0 0,0-1,0 1,0 0,-1-1,1 1,0 0,0-1,0 1,-1-1,1 1,0-1,-1 0,1 1,0-1,-1 0,1 1,-1-1,1 0,-1 0,0 0,1 1,-1-1,0 0,1 0,-1 0,0 0,0 0,0 0,0 1,0-1,0 0,0-1,-7-37,-26-131,-43-129,36 178,-6 3,-4 1,-29-40,9 50,70 106,-1 0,0 0,0 0,0 0,1 0,-1 0,0-1,1 1,-1 0,1 0,0-1,-1 1,1 0,0 0,0-1,0 1,0 0,0-1,0 1,0 0,0 0,0-1,1 1,-1 0,0 0,1-1,-1 1,1 0,-1 0,1 0,0 0,0 0,-1 0,1 0,0 0,0 0,0 0,0 0,0 0,0 1,0-1,0 0,1 1,-1-1,0 1,0-1,1 1,-1 0,0-1,0 1,1 0,0 0,58 26,11-6,1-3,1-4,0-3,1-3,0-3,24-3,255 10,-307-2,-45-8,0 0,-1 0,1 0,-1 0,0 0,1 0,-1 0,0 0,0 0,0 0,1 0,-1 0,0 0,0 0,-1 0,1 0,0 0,0 0,0 0,-1 0,1 0,0 0,-1 0,1 0,-1 0,1 0,-1 0,0 0,1-1,-1 1,0 0,0 0,1-1,-1 1,-1 0,-1 4,-4 5,1 0,1 1,0-1,1 1,0 0,0 1,1-1,1 1,0-1,1 1,0 0,0-1,1 1,1 3,33 165,-18-117,19 132,19 76,-51-262,22 52,-24-59,0-1,0 1,0-1,0 0,1 1,-1-1,1 0,-1 0,1 1,-1-1,1-1,-1 1,1 0,0 0,0 0,-1-1,1 1,0-1,0 0,0 1,0-1,0 0,-1 0,1 0,0 0,0-1,0 1,0 0,0-1,-1 1,1-1,0 0,8-3,0-1,0-1,-1 0,0 0,0-1,0 0,-1-1,0 1,3-6,49-40,-52 50,0 0,1 0,-1 1,0 0,1 1,-1-1,1 2,-1-1,1 1,-1 0,1 1,5 1,15-1,991 2,-585 26,-136-6,144 11,-144 11,-289-43,-6-1,1 0,-1-1,0 1,1-1,-1 0,0 0,0 0,1 0,-1-1,0 0,0 0,1 0,-1 0,0-1,2 0,-5 0,0 0,-1 0,1 0,0 0,0 0,-1-1,1 1,-1 0,0 0,0 0,0 0,0 0,0-1,0 1,0 0,-1 0,1 0,-1 0,0 0,0-2,0 0,-58-239,21 44,16 63,-7 1,-5 1,-7 2,-5 1,35 106,2 6,1 0,0-1,2 0,0 0,1 0,1-1,1 0,0-4,4 31,0 0,0-1,1 1,0 0,0 0,0-1,0 1,1-1,0 1,1-1,-1 0,1-1,0 1,0 0,0-1,0 0,1 0,0 0,0-1,0 0,0 0,1 0,-1 0,1-1,-1 0,3 1,33 8,1-1,0-2,0-2,1-1,42-2,-22 0,103 3,-67-4,-1 4,52 12,-145-17,-2-1,0 0,0-1,-1 1,1 0,0 1,0-1,-1 0,1 1,0-1,-1 1,1 0,-1 0,1 0,-1 0,1 1,-1-1,0 1,1-1,-1 1,0 0,0 0,0 0,-1 0,1 0,0 0,-1 0,1 1,-1-1,0 1,0-1,0 1,0-1,0 1,0-1,-1 1,1 2,-48 104,44-83,1 0,1 0,1 0,1 1,2-1,0 0,2 0,1-1,1 0,3 5,8 42,-9-32,1 10,2-1,2 0,3-2,1 1,5 3,-21-47,-1 0,1 0,0 0,1 0,-1 0,1 0,0-1,0 1,0-1,0 0,0 0,1 0,-1 0,1-1,0 1,0-1,0 0,0 0,0-1,1 1,-1-1,0 0,1 0,-1 0,1 0,3-1,246-17,309 35,-374-8,-188-10,691 47,-508-27,396 32,574-25,-965-28,-189 1,2 0,-1 1,1-1,0 1,-1-1,1 0,0 0,0 0,-1 0,1 0,0-1,0 1,-1 0,1-1,0 1,-1-1,1 1,-1-1,1 0,-1 0,1 0,-1 0,1 0,-1 0,0 0,0 0,0-1,1 1,-1 0,0-1,0 1,-1-1,1 1,0-1,0 0,-1 1,1-1,-1 1,0-1,-22-91,-49-427,-26 37,50 242,52 245,0 0,0 0,1 0,-1-1,1 0,0 0,0-1,0 0,0 0,0 0,5 0,52 12,1-4,0-2,0-3,1-2,27-5,-49 2,380-2,-421 1,0 1,1-1,-1 1,0-1,1 1,-1 0,0 0,1 0,-1 1,0-1,1 1,-1-1,0 1,0 0,1-1,-1 1,0 0,0 1,0-1,0 0,0 0,0 1,-1-1,1 1,0 0,-1 0,1-1,-1 1,0 0,1 0,-1 0,0 0,0 1,0-1,-1 0,1 1,2 109,29 320,-27-339,4 0,5 0,3-2,6 5,-23-94,1-1,-1 0,1 1,-1-1,1 0,0 0,0 1,0-1,0 0,0 0,0 0,0 0,0 0,0 0,0 0,0 0,1-1,-1 1,0 0,1-1,-1 1,1-1,-1 1,0-1,1 0,-1 0,1 1,-1-1,1 0,-1 0,1-1,-1 1,1 0,-1 0,0-1,1 1,0-1,51-22,-16-5,-25 19,0 0,0 1,1 0,0 1,0 0,1 1,0 0,1 1,52-8,0 3,0 3,1 3,60 4,-74 0,772 25,299 73,-926-80,412 49,-90 46,-505-110,0 1,-1-1,1-1,0 0,0-1,0 0,13-2,-27 0,-1 0,1 0,-1 0,1-1,-1 1,1 0,-1-1,0 1,0-1,0 1,1-1,-2 1,1-1,0 0,0 1,0-1,-1 0,1 0,-1 0,1 1,-1-1,0 0,0 0,0 0,0 0,0 0,0 0,0 0,-1 1,1-1,-1 0,1 0,-1 0,0 1,0-1,0 0,0 1,0-1,0 1,0-1,-1 0,-2-10,-90-283,16 58,10-3,-20-161,60 243,29 157,-1 0,0 0,1 0,-1 0,0 0,1 0,-1 0,1 0,0 0,-1 1,1-1,0 0,-1 0,1 1,0-1,0 0,0 1,0-1,-1 1,1-1,0 1,0-1,0 1,0 0,0-1,0 1,0 0,0 0,0 0,1 0,-1 0,0 0,0 0,0 0,0 0,0 0,0 1,0-1,0 0,0 1,0-1,0 1,0-1,0 1,-1-1,1 1,0 0,0-1,0 1,241 69,-60-24,3-8,0-8,2-9,80-4,-255-17,-9-1,-1 1,1-1,0 0,0 1,0 0,0 0,0 0,0 0,0 0,0 0,0 1,0 0,0-1,-1 1,1 0,0 0,0 1,-1-1,1 1,-1-1,1 1,-1 0,0 0,1 0,-1 0,0 0,0 0,-1 1,1-1,0 1,-1-1,0 1,1-1,-1 1,0 0,0 3,-5 187,5-58,6 0,5-1,19 69,-28-183,1-1,1 1,1-2,1 1,0-1,2 0,0 0,0-1,2 0,0-1,10 11,-17-23,1 0,0 0,-1-1,1 1,1-1,-1 0,0-1,1 1,0-1,-1 0,1-1,0 1,0-1,0 0,0 0,0-1,0 0,1 0,110-16,-111 14,89-18,1 5,1 3,92 1,-53 19,0 6,-1 6,62 21,41 4,-218-41,142 25,1-7,1-8,13-6,-145-6,-1 0,1 3,-1 0,0 2,12 5,-42-11,1 0,-1-1,0 1,0 0,0-1,1 1,-1-1,0 0,1 1,-1-1,0 0,1 0,-1 1,1-1,-1 0,0-1,1 1,-1 0,0 0,1-1,-1 1,0 0,1-1,-1 1,0-1,0 0,0 1,1-1,-1 0,0 0,0 0,0 0,0 0,0 0,-1 0,1 0,0 0,0 0,-1 0,1-1,0 1,-1 0,0 0,1-1,-1 1,0 0,1-1,-1 0,-3-163,-7-63,-10 1,-42-188,18 100,24 220,21 95,-1-1,1 0,0 0,0 0,0 0,-1 1,1-1,0 0,0 1,0-1,0 1,0-1,0 1,0-1,0 1,1 0,-1 0,0-1,0 1,0 0,0 0,0 0,0 0,0 0,1 1,-1-1,0 0,0 0,0 1,0-1,0 0,0 1,0-1,0 1,0 0,0-1,0 1,0 0,-1-1,1 1,0 0,0 0,0 0,13 4,370 76,82-1,-439-74,0 1,0 1,-1 2,-1 0,1 2,13 9,-37-21,1 1,-1 0,1 0,-1 1,0-1,0 0,0 1,0 0,0-1,0 1,0 0,0 0,-1 0,1 0,-1 0,1 0,-1 1,0-1,0 0,0 1,0-1,0 1,0-1,-1 1,1-1,-1 1,0-1,0 1,0 0,0-1,0 1,-1-1,1 1,-1-1,1 1,-1-1,0 1,0-1,-1 1,-16 21,5-8,1 0,1 1,0 0,2 1,0 0,-2 7,0 18,1 1,3 0,1 1,2 0,3 0,3 40,-2-45,2-1,1 0,2 0,2 0,2 0,1-1,2-1,1 0,8 12,-16-39,2-1,-1 0,1 0,0-1,0 0,1 0,1-1,-1 0,1 0,0-1,0 0,1 0,0-1,0-1,0 0,1 0,-1-1,1 0,2 0,29 4,0-1,0-3,0-1,16-2,11-3,1-3,-2-3,1-3,52-18,-90 22,-15 3,0 0,0 1,0 1,0 1,0 0,0 1,16 1,-5 17,-27-6</inkml:trace>
  <inkml:trace contextRef="#ctx0" brushRef="#br2" timeOffset="-49638.397">3918 3155,'17'-23,"-23"40,-42 61,-31 68,107-186,92-190,-119 229,-1 0,0-1,0 1,1 0,-1 0,1-1,-1 1,1 0,-1 0,1 0,0 0,-1 0,1 0,0 0,0 0,0 0,0 0,0 0,0 1,0-1,0 0,0 1,0-1,1 1,-1-1,0 1,0 0,0-1,1 1,-1 0,0 0,1 0,-1 0,0 0,0 0,1 0,-1 0,0 0,0 1,1-1,-1 0,1 1,44 73,116 141,-160-213,-1-1,1 1,0 0,-1 0,1 0,-1 0,0 0,1 0,-1 0,0 0,0 0,-1 1,1-1,0 0,-1 1,1-1,-1 0,0 1,0-1,0 1,0-1,0 1,-1-1,1 0,-1 1,1-1,-1 0,0 1,0-1,0 0,0 0,0 0,0 0,-1 0,1 0,-1 0,0 0,-5 1,-1-1,1 0,0 0,-1-1,0 0,1-1,-1 0,1 0,-1 0,1-1,-1 0,1 0,-5-2,2 1,-132-26,71 12</inkml:trace>
  <inkml:trace contextRef="#ctx0" brushRef="#br2" timeOffset="-48296.131">7835 2995,'-29'32,"1"2,2 1,1 2,2 0,1 1,-11 30,28-58,4-10,0 1,0 0,0-1,0 1,0 0,1 0,-1-1,0 1,0 0,0 0,1 0,-1 0,1 0,-1 0,1 0,-1 0,1 1,0-1,-1 0,1 0,0 0,0 0,0 0,0 1,0-1,0 0,0 0,0 0,0 0,0 1,1-1,-1 0,1 0,-1 0,1 0,-1 0,1 0,-1 0,1 0,0 0,0 0,-1 0,1 0,0-1,0 1,0 0,0-1,0 1,0 0,0-1,0 1,0-1,0 0,1 1,229-3,-218 4,-7-1,-1 0,1 0,-1 0,1 0,-1-1,1 0,0-1,-1 1,1-1,-1 0,1 0,-1-1,0 1,5-3,-8 1,1 0,-2 0,1-1,0 1,-1-1,1 1,-1-1,0 1,0-1,-1 1,1-1,-1 0,1 0,-1 1,0-1,-1 0,1 1,-1-1,0 0,1 1,-1-1,-1 1,1-1,-2-2,-1-7,0-1,-1 1,0 0,-1 1,-1-1,0 1,-1 1,0-1,0 1,-1 1,-1-1,0 1,0 1,-1 0,0 1,-1 0,0 0,0 2,0-1,-1 1,-12-3,23 8,-1 0,0 1,0-1,1 1,-1-1,0 1,0 0,1 0,-1 0,0 0,0 1,0-1,1 1,-1 0,0 0,1 0,-1 0,1 0,-1 0,1 1,-1-1,0 2,1 5</inkml:trace>
  <inkml:trace contextRef="#ctx0" brushRef="#br2" timeOffset="-47230.565">12140 3262,'0'-12,"0"4,0 14,-2 18,-1-1,-1 0,-1 1,-1-2,-1 1,-2-1,-2 7,-23 69,33-97,1 0,-1-1,0 1,1 0,-1 0,1 0,0-1,-1 1,1 0,0 0,-1 0,1 0,0 0,0 0,0 0,0 0,0 0,0 0,0 0,0-1,0 1,0 0,0 0,1 0,-1 0,0 0,1 0,-1 0,1-1,-1 1,1 0,-1 0,1 0,0-1,-1 1,1 0,0-1,-1 1,1-1,0 1,0-1,0 1,-1-1,1 0,0 1,0-1,0 0,0 1,0-1,0 0,0 0,0 0,0 0,0 0,0 0,-1 0,1 0,0-1,0 1,0 0,0 0,0-1,0 1,0-1,-1 1,1-1,1 0,123-46,-102 45,0 1,1 0,-1 2,0 0,1 2,21 5,62 6,-106-14,1 1,-1-1,1 0,0 1,-1-1,1 0,-1 0,1 0,0 0,-1 0,1-1,-1 1,1 0,-1-1,1 1,-1-1,1 1,-1-1,1 0,-1 0,0 1,1-1,-1 0,0 0,0-1,0 1,0 0,0 0,0 0,0-1,0 1,0 0,0-1,-1 1,1-1,-1 1,1-1,-1 1,1-1,-1 0,0 1,0-1,0 1,0-1,0 1,0-1,0 0,-1 1,1-1,0 0,-7-11,0-1,-1 1,0 1,0-1,-2 1,1 1,-2 0,1 0,-1 1,-1 1,0-1,-13-6,4 0,-1 2,0 0,-1 2,-1 0,0 1,0 2,-1 0,-11-1,15 8,21 2,1 0,-1 0,0 0,0 0,1 0,-1 0,0 0,0 0,1 0,-1 0,0 0,0 0,1 1,-1-1,0 0,0 0,0 0,1 0,-1 0,0 1,0-1,0 0,1 0,-1 0,0 1,0-1,0 0,0 0,0 0,0 1,0-1,1 0,-1 0,0 1,0-1,0 0,0 0,0 1,0-1,0 0,0 0,0 1,0-1,-1 0,1 0,0 1,0-1,0 0,0 0,0 1,0-1,0 0,-1 0,21 7</inkml:trace>
  <inkml:trace contextRef="#ctx0" brushRef="#br2" timeOffset="-46047.751">16016 3102,'0'-34,"-11"42,-103 221,74-141,70-104,-14 10,1 1,0 1,0 1,1 0,-1 2,0-1,1 2,13 2,-5-2,56 0,-81-1,1 0,0 0,0 0,-1 0,1-1,-1 1,1-1,-1 1,0-1,0 1,1-1,-1 0,0 0,-1 0,1 0,0 1,0-1,-1 0,1 0,-1 0,0 0,1 0,-1-1,0 1,0 0,0 0,-1 0,1 0,0 0,-1 0,0 0,1 0,-1 0,0 1,0-1,0 0,0 0,-1 0,-8-27,-2 2,-1-1,-2 2,0 0,-2 0,0 2,-16-16,-1 11,34 29,0 0,0-1,-1 1,1 0,0 0,0 0,-1 0,1 0,0 0,0 0,0 0,-1 0,1 0,0 0,0 0,-1 0,1 0,0 0,0 0,-1 0,1 0,0 0,0 0,0 0,-1 0,1 0,0 1,0-1,0 0,-1 0,1 0,0 0,0 0,0 1,0-1,-1 0,1 0,0 0,0 1,0-1,0 0,0 0,0 0,0 1,0-1,0 0,0 0,0 1,0-1,-1 0,1 0,1 0,-1 1,0-1,0 0,0 0,0 1,0-1,0 0,0 0,0 0,0 1,0-1,0 0,1 0,-1 0,0 1,0-1,0 0,0 0,6 10</inkml:trace>
  <inkml:trace contextRef="#ctx0" brushRef="#br2" timeOffset="-44706.777">20829 2981,'-1'-1,"0"0,0 0,0 0,0 0,0 0,0 0,-1 0,1 0,0 0,-1 1,1-1,-1 0,1 1,-1-1,1 1,-1 0,1 0,-1-1,1 1,-1 0,1 0,-1 0,1 0,-1 1,0-1,1 0,-1 1,1-1,0 1,-1-1,1 1,-1 0,1 0,0-1,-1 1,1 0,0 0,0 0,0 0,-1 1,-37 58,33-49,-158 244,164-254,-9 14,16-16,1-4,1-1,0 1,0 0,0 0,0 1,1 1,0 0,-1 0,1 1,0 0,1 0,-1 1,8 0,163 1,-180 1,1-1,-1 1,1-1,-1 1,1-1,-1 0,1 0,-1 0,1 0,0 0,-1 0,1 0,-1-1,1 1,-1 0,1-1,-1 1,0-1,1 0,-1 1,0-1,1 0,-1 0,0 0,0 0,1 0,-1 0,0 0,0 0,0-1,-1 1,1 0,0 0,0-1,-1 1,1-1,-1 1,1-1,-1 1,1-1,-1 1,0-1,0 1,0-1,0 1,0-2,-5-12,-1-1,-1 1,0 0,-1 0,-1 1,-3-5,-6-9,-92-164,99 174</inkml:trace>
  <inkml:trace contextRef="#ctx0" brushRef="#br2" timeOffset="-43369.49">25708 2888,'-24'41,"-123"217,146-255,0-2,1 1,0-1,-1 1,0-1,1 0,-1 1,0-1,0 0,0 1,1-1,-1 0,-1 0,1 0,0 0,0 0,0 0,-1 0,1 0,0 0,-1-1,1 1,0 0,-1-1,1 1,-1-1,1 0,-1 1,1-1,-2 0,3-1,0 1,0-1,0 0,0 0,0 1,0-1,0 0,0 1,0-1,0 0,1 1,-1-1,0 0,1 1,-1-1,0 0,1 1,-1-1,1 1,-1-1,1 1,-1-1,1 1,-1-1,1 1,0 0,-1-1,1 1,-1 0,1-1,0 1,-1 0,1 0,0 0,0 0,-1-1,1 1,0 0,-1 0,2 0,120-5,-80 6,-29-1,0 1,-1 0,1 0,0 1,-1 1,0 0,1 1,-1 0,-1 1,1 0,3 3,-52-36,0-2,3-2,0 0,2-3,-3-6,-29-46,63 86,1-1,-1 1,1-1,-1 1,1-1,-1 1,1-1,0 1,0-1,0 1,0-1,0 1,0-1,1 0,-1 1,0-1,1 1,-1-1,1 1,-1-1,1 1,0 0,0-1,-1 1,1 0,0 0,0-1,1 1,-1 0,0 0,0 0,0 0,1 0,-1 1,0-1,1 0,-1 1,1-1,20-11</inkml:trace>
  <inkml:trace contextRef="#ctx0" brushRef="#br2" timeOffset="-42000.649">29545 3022,'-45'29,"-182"177,220-200,-28 39,61-50,-10 2,1 0,0 2,0 0,0 1,-1 1,1 0,0 1,0 1,-1 0,0 2,1 0,11 5,12 2,138 39,-177-51,0 1,0 0,0-1,0 1,0-1,0 1,0-1,0 1,0-1,0 0,0 1,0-1,0 0,0 0,0 0,0 0,0 0,0 0,0 0,1 0,-1 0,0 0,0-1,0 1,0 0,0-1,0 1,0-1,0 1,0-1,-1 1,1-1,0 0,0 0,0 1,-1-1,1 0,0 0,-1 0,1 0,0 0,-1 0,1 0,-1 0,0 0,1 0,-1 0,0 0,0 0,0 0,1 0,-1 0,0 0,0 0,-1 0,1 0,0-1,0 1,0 0,-1 0,1 0,-1-1,-9-14,0 0,-2 0,1 1,-2 0,0 1,-12-10,-24-27,29 26,2-1,0-1,2-1,2 0,-2-5,-2-3,18 34,-1 0,0 1,0-1,0 0,0 1,0-1,0 1,0-1,0 1,-1 0,1-1,-1 1,1 0,-1 0,1 0,-1 0,0 0,1 0,-1 0,0 1,0-1,0 1,0-1,-11 1</inkml:trace>
  <inkml:trace contextRef="#ctx0" brushRef="#br2" timeOffset="-33443.755">0 6351,'3'-5,"7"-1,15 2,20 3,21 0,21 2,21-3,15 0,9-1,3 1,-8 1,-26 0</inkml:trace>
  <inkml:trace contextRef="#ctx0" brushRef="#br2" timeOffset="-34268.286">309 6658,'-1'-16,"0"31,0 17,-68 424,66-440,2-10,-1 0,1 1,1-1,-1 1,1 0,0-1,1 1,-1-1,1 1,2 5,-2-11,0 0,1 1,-1-1,0 0,1 0,-1 0,0 0,1-1,-1 1,1 0,0 0,-1-1,1 1,0-1,-1 0,1 1,0-1,-1 0,1 0,0 0,0 0,-1 0,1-1,0 1,-1 0,1-1,0 1,-1-1,1 0,-1 1,1-1,-1 0,1 0,-1 0,0 0,1-1,5 0,19-8,2 1,-1 1,1 2,1 0,-1 2,1 2,-1 0,1 2,0 1,-1 1,6 2,-12 0</inkml:trace>
  <inkml:trace contextRef="#ctx0" brushRef="#br2" timeOffset="-33696.068">884 6819,'-3'-70,"0"72,-15 90,-36 227,75-375,-10 7,-2 0,-3-1,-1 0,-3 0,-4-48,-1-5,3 102,0 1,1-1,-1 0,0 1,1-1,-1 1,1-1,-1 0,1 1,-1-1,1 1,-1 0,1-1,0 1,-1-1,1 1,0 0,-1 0,1-1,0 1,-1 0,1 0,0 0,0 0,-1 0,1 0,0 0,0 0,-1 0,1 0,0 0,-1 0,1 0,0 0,-1 1,1-1,0 0,-1 1,1-1,0 0,-1 1,1-1,-1 1,1 0,25 13,-1 2,0 1,-1 0,-1 2,18 19,-40-36,22 18,-2 1,0 1,-2 1,-1 1,11 17,-24-32,0-1,0 1,-1 0,0 1,0-1,-1 1,0-1,-1 1,0 0,-1 0,0 0,0 0,-1 0,-1 0,1 0,-2 0,1 0,-3 8,1-11,-1 1,1-1,-1 1,0-1,-1-1,0 1,0-1,0 1,-1-1,0-1,0 1,-1-1,1 0,-1-1,0 1,0-2,0 1,-1-1,0 0,1 0,-1-1,0 0,0 0,0-1,-1 0,1 0,0-1,0 0,0-1,-1 0,-35-9,5-4</inkml:trace>
  <inkml:trace contextRef="#ctx0" brushRef="#br2" timeOffset="-23463.749">2447 6177,'0'1,"0"0,0 1,0-1,1 0,-1 0,0 0,1 1,-1-1,1 0,-1 0,1 0,-1 0,1 0,0 0,0 0,0 0,-1 0,1 0,0 0,0-1,0 1,0 0,0-1,0 1,1-1,-1 1,0-1,0 1,0-1,0 0,1 1,-1-1,0 0,0 0,1 0,0 0,42 10,0-1,1-3,0-1,5-2,-6 0,365 13,111-22,-207 1,448 23,-547-3,0-10,103-15,-210 14,-89-1,-17-3,1-1,0 1,-1 0,1 0,0 1,-1-1,1 0,-1 0,1 1,0-1,-1 1,1-1,-1 1,1 0,-1 0,1 0,-1-1,0 1,1 1,-1-1,0 0,0 0,0 0,0 1,0-1,0 0,0 1,0-1,0 1,-1-1,1 1,-1-1,1 1,0 1,-11 105,6-84,-15 80,-13 61,7 2,8 0,4 103,15-192,26-107,-16 23,1 0,-1 1,1 0,1 1,-1 1,0 0,1 0,0 1,-1 1,1 1,0 0,5 1,-18-1,243 20,-207-16,65 6,-100-11,-1 0,1 0,-1 0,0-1,1 1,-1 0,0-1,0 1,0-1,0 1,0-1,0 0,0 1,-1-1,1 0,-1 0,1 0,-1 1,1-1,-1 0,0 0,0 0,0 0,0 0,0 1,-1-1,1 0,-1 0,0-1,1-6,-13-454,-28-64,33 460,7 67,1 0,-1 0,1 0,-1 0,1 0,0 0,-1 0,1 0,-1 0,1 0,0 0,-1 0,1 0,-1 1,1-1,0 0,-1 0,1 0,0 0,-1 1,1-1,0 0,-1 1,1-1,0 0,0 0,-1 1,1-1,0 0,0 1,-1-1,1 1,0-1,0 0,0 1,0-1,0 1,0-1,0 0,-1 1,1-1,0 1,0-1,1 0,-1 1,0-1,0 1,0-1,0 0,0 1,0-1,0 1,1-1,-1 0,0 1,0-1,1 0,-1 1,0-1,1 0,0 4,0-1,0 0,0 0,1 0,-1-1,1 1,0 0,0 0,0-1,0 1,1-1,-1 0,1 0,-1 0,1 0,0 0,0 0,0-1,-1 1,2-1,-1 0,0 0,0 0,0 0,0-1,1 1,-1-1,0 0,0 0,1 0,-1 0,0-1,1 1,-1-1,0 0,24 3,46 4,1-3,39-4,-21 0,190 7,152-4,-92-23,261-7,1465 29,-1143 7,93-2,-622-7,655 1,-772-14,76 15,-204 12,73 1,160-15,-265-12,-89 8,-41 32,-8 37,2 1,4 1,2 0,3 1,2 6,-11 82,12-112,-10 64,4 1,5 31,-3-41,7 33,2-131,-1 1,1 0,0-1,0 1,0-1,0 1,0-1,1 1,-1 0,0-1,0 1,0-1,0 1,1-1,-1 1,0-1,0 1,1-1,-1 1,0-1,1 1,-1-1,1 0,-1 1,1-1,-1 1,0-1,1 0,-1 0,1 1,0-1,-1 0,1 0,-1 0,1 1,-1-1,1 0,-1 0,1 0,0 0,-1 0,1 0,-1 0,1 0,-1 0,1-1,0 1,-1 0,1 0,31-19,-15 8,-4 6,1 2,0 0,-1 1,1 0,0 1,0 0,0 1,12 2,5-1,979 1,-584 11,-94 11,-330-23,0 0,-1 0,1-1,0 1,0-1,-1 0,1 0,0 1,0-1,0 0,-1 0,1-1,0 1,0 0,0 0,-1-1,1 1,0-1,-1 0,1 0,0 1,-1-1,1 0,-1 0,1 0,-1-1,0 1,1 0,-1 0,0-1,0 1,0-1,0 1,0-1,0 1,0-1,-1 0,1 1,0-1,-1 0,0 0,1 1,-1-1,0 0,0 0,0 0,-29-164,-9-267,15 124,9 192,4 39,2-1,4-1,5-53,14 59,-12 72,0 0,1 0,-1 0,0 0,1 1,-1-1,1 1,0 0,-1 0,1 0,0 0,0 1,-1 0,1-1,0 1,0 1,0-1,-1 0,1 1,0 0,0 0,-1 0,3 1,-2-1,223 35,5-27,-17-3,70 6,38 24,-88-30,-146-7,110-13,65 14,-106 14,22 0,216 25,-229-28,-112 0,1-3,0-2,22-1,-6-4,0 3,67 14,451 53,-552-68,249 17,141-3,-49 21,-157-24,26 0,133-14,-263-25,-92 19,-2-1,1 2,-1 1,1 0,1 2,-1 1,14 2,-36 0,0 1,0-1,0 1,-1 0,1 0,-1 1,1-1,-1 0,0 1,0 0,0-1,0 1,0 0,-1 0,1 0,-1 0,0 0,0 0,0 0,0 1,-1-1,1 0,-1 0,0 1,0-1,0 0,0 1,-1-1,1 0,-1 0,0 1,-1 1,-58 315,42-43,6-41,6-202,-1 0,-2-1,-1 0,-6 10,5-13,10-29,1-1,-1 1,0-1,1 1,-1 0,0-1,1 1,-1 0,1 0,-1 0,1-1,-1 1,1 0,0 0,0 0,-1 0,1 0,0 0,0 0,0 0,0-1,0 1,0 0,0 0,0 0,0 0,0 0,1 0,-1 0,0 0,1 0,-1-1,0 1,1 0,-1 0,1 0,0-1,-1 1,1 0,0-1,-1 1,1 0,0-1,-1 1,1-1,0 1,0-1,0 0,0 1,0-1,-1 0,1 1,0-1,0 0,0 0,0 0,0 0,0 0,0 0,0 0,0 0,0 0,0 0,-1-1,1 1,0 0,4-3,0 1,-1-1,1 0,-1 0,0-1,0 1,0-1,-1 0,1 0,-1 0,0 0,3-5,34-35,-32 41,1 1,0-1,0 2,0-1,0 1,0 0,0 1,0 0,0 1,0-1,0 2,0-1,-1 1,1 1,8 2,-5-2,8 2,21 6,1-2,0-2,1-2,9-1,-50-4,-1 0,1 1,0-1,-1-1,1 1,0 0,-1 0,1-1,-1 1,1-1,0 1,-1-1,1 1,-1-1,0 0,1 0,-1 0,0 0,1 0,-1 0,0 0,0 0,0-1,0 1,0 0,0-1,0 1,0-1,-1 1,1-1,-1 1,1-1,-1 1,1-1,-1 0,0 1,0-1,0 1,0-1,0 0,0-1,-1-16,0 0,-1 0,-1 0,-1 1,-1-1,0 1,-3-4,-19-89,20 24,5-1,4-24,0 11,-14-280,11 376,1 4,-1-1,1 1,-1 0,1 0,0-1,0 1,-1-1,1 1,0 0,0-1,0 1,0 0,1-1,-1 1,0 0,1-1,-1 1,0 0,1 0,0-1,-1 1,1 0,0 0,-1 0,1 0,0 0,0 0,0 0,0 0,0 0,0 0,0 0,0 0,1 1,-1-1,0 1,0-1,1 1,-1-1,0 1,0 0,1-1,-1 1,1 0,106 25,-53-15,0-3,0-2,3-3,0 1,679 62,468 44,150-65,-616-45,-264-12,299-19,-334 24,-168 7,27-12,-267 12,0 0,0-3,-1 0,1-2,24-9,-56 15,0 0,-1 0,1 0,0 0,0-1,0 1,-1 0,1 0,0 0,0-1,0 1,0 0,0 0,-1-1,1 1,0 0,0 0,0-1,0 1,0 0,0-1,0 1,0 0,0 0,0-1,0 1,0 0,0 0,0-1,0 1,0 0,1-1,-1 1,0 0,0 0,0 0,0-1,0 1,1 0,-1 0,0-1,0 1,0 0,1 0,-1 0,0 0,0-1,1 1,-1 0,0 0,0 0,1 0,-1 0,0 0,0 0,1 0,-1 0,0 0,1 0,-1 0,0 0,0 0,1 0,-1 0,0 0,0 0,1 0,-1 0,0 0,1 0,-10-4</inkml:trace>
  <inkml:trace contextRef="#ctx0" brushRef="#br0" timeOffset="-8331.38">5829 2728,'-31'14,"0"2,2 1,-1 1,-20 19,45-34,-41 34,2 2,2 1,-14 19,4-5,-9 15,3 3,3 2,3 2,-37 77,20-17,7 2,5 5,-18 39,38-93,4 2,-10 47,-13 62,19-76,6 2,-12 103,0 192,28 131,10 287,6-772,2 0,4 0,2-1,4 0,2 0,3-2,12 26,37 78,31 47,-83-186,1 0,1-1,1-1,1-1,2 0,0-2,2 0,1-2,0 0,2-2,0-1,15 8,-6-8,2-2,0-2,0-1,2-1,-1-3,2-1,-1-2,32 2,-36-5,-10 0,0 0,0-2,0-1,1 0,-1-2,0-1,1-2,-1 0,-1-1,11-5,11-10,-2-3,0-2,15-13,56-31,-72 42,-1-2,-1-2,-2-1,32-35,2 1,-41 39,-1-1,-1-1,-2-2,-1 0,-1-2,20-34,1-30,-4-3,25-88,-53 146,9-46,-3-1,-4-1,-4 0,-5-1,-2-88,17-640,-24-1184,1 1948,-2 0,-2 0,-3 1,-2 0,-3 0,-8-23,-52-164,67 216,-2 2,-1-1,0 1,-2 0,-1 1,0 0,-2 1,0 0,-2 1,0 0,-2 1,-14-15,-2 2,-2 1,-1 2,0 1,-30-15,42 31,0 1,0 1,-1 1,0 2,-1 0,0 2,1 1,-18-1,-21-5,36 4,0 1,0 2,0 0,-1 2,1 1,0 2,-1 0,1 2,0 1,0 1,1 2,0 0,0 2,1 1,-12 7,-111 87,80-50</inkml:trace>
  <inkml:trace contextRef="#ctx0" brushRef="#br0" timeOffset="-6734.463">3865 8997,'-1'-7,"0"17,-1 7,-12 49,-4-1,-3-1,-12 25,7-21,3 2,-12 58,35-126,-1-1,0 0,1 1,-1-1,1 0,0 1,-1-1,1 1,0-1,0 1,0-1,0 1,0-1,0 1,0-1,0 1,1-1,-1 1,1-1,-1 1,1-1,-1 0,1 1,0-1,0 0,0 0,-1 1,1-1,0 0,1 0,-1 0,0 0,0 0,0 0,1-1,-1 1,0 0,1-1,-1 1,0-1,1 1,-1-1,1 1,-1-1,1 0,0 0,171 6,76 9,-225-15</inkml:trace>
  <inkml:trace contextRef="#ctx0" brushRef="#br0" timeOffset="-6193.294">4266 9158,'-9'32,"2"39,-4-1,-2 0,-8 16,-14 24,87-290,8-113,-42 240,-18 52,1 1,0 0,0 0,-1 0,1 0,0 0,0 0,0 0,-1 0,1 0,0 0,0 1,-1-1,1 0,0 1,0-1,-1 0,1 1,0-1,-1 1,1-1,0 1,-1-1,1 1,-1-1,1 1,-1 0,1-1,-1 1,0 0,1-1,-1 1,0 0,1-1,-1 1,0 0,0 0,2 2,56 77,4-3,16 12,-48-54,-25-30,8 9,0-1,-1 2,0 0,-1 0,-1 1,-1 0,0 1,-1 0,-1 0,6 18,-13-32,0 1,1-1,-1 0,0 0,-1 1,1-1,0 0,-1 0,0 0,0 0,0 0,0 0,0 0,-1 0,1 0,-1 0,0 0,0-1,0 1,0-1,0 0,0 1,-1-1,1 0,-1 0,0-1,1 1,-1 0,0-1,0 0,-7 4,0-1,-1-1,1 0,-1 0,1-1,-1 0,0-1,-4 0,0-1,0-1,0 0,0-1,0-1,1 0,-1-1,1-1,0 0,0-1,0 0,1-1,-1 0,2-2,-1 1,1-1,-8-10,-16-15</inkml:trace>
  <inkml:trace contextRef="#ctx0" brushRef="#br0" timeOffset="-5942.63">3650 8596,'-2'-11,"13"-4,22 3,29 3,26 6,26 4,21 3,14 1,7 0,-23-1</inkml:trace>
  <inkml:trace contextRef="#ctx0" brushRef="#br0" timeOffset="-5443.613">5081 9025,'16'0,"16"0,15 0,10 0,7 0,0 0,-8 2,-12 3,-14 1</inkml:trace>
  <inkml:trace contextRef="#ctx0" brushRef="#br0" timeOffset="-5159.663">5108 9265,'16'11,"16"4,19 0,17-1,12-3,7-3,0-3,-16-2</inkml:trace>
  <inkml:trace contextRef="#ctx0" brushRef="#br0" timeOffset="-4892.774">5949 9291,'14'13,"0"-1,1 0,0-1,1-1,0 0,1-1,-1-1,2-1,-1 0,1-1,0-1,0-1,1 0,-1-2,1 0,0-1,0-1,-1 0,9-2,-18-1,-2 1,1-1,0-1,0 1,-1-1,0 0,0-1,0 0,0 0,-1-1,0 1,0-1,-1-1,1 1,-1-1,-1 0,1 0,-1 0,0-1,-1 1,0-1,0 0,-1 0,1 0,-2 0,1-1,-1 1,-1 0,0-1,0 1,0 0,-1-1,0 1,-1-1,1-1,0 1,-1-1,0 1,0 0,-1 0,-1 0,1 0,-1 1,-1-1,0 1,0 0,0 0,-1 1,0 0,-1 0,0 0,0 1,0-1,-1 2,1-1,-2 1,1 1,0-1,-1 1,0 1,0-1,0 2,0-1,0 1,-1 1,1-1,-1 2,1-1,-4 2,1 1,0 1,0 1,0 0,1 1,0 0,0 0,0 1,1 1,0 0,0 0,0 1,1 0,0 1,1 0,0 0,1 1,-1 0,2 0,0 1,0 0,0 0,2 0,-1 1,-2 11,-2 26</inkml:trace>
  <inkml:trace contextRef="#ctx0" brushRef="#br0" timeOffset="-4475.715">6725 9398,'14'23,"4"16,-3 11,-9 6,-12 3,-14 0,-10-3,-5-7,3-11</inkml:trace>
  <inkml:trace contextRef="#ctx0" brushRef="#br0" timeOffset="-3927.282">7554 9238,'0'-9,"0"0,-1 1,0-1,-1 1,0-1,0 1,-1 0,0 0,0 0,-1 0,0 0,2 5,1 0,-1 0,0 1,0-1,-1 1,1-1,0 1,-1 0,1 0,-1 0,0 0,0 0,0 1,0-1,0 1,0 0,0 0,0 0,-1 0,1 1,0-1,0 1,-1 0,1 0,0 0,-1 0,1 1,0-1,-3 1,-3 2,-1 0,1 1,0 0,0 0,0 1,1 0,0 0,0 1,0 0,1 1,0-1,0 1,0 1,1-1,0 1,1 0,-1 1,2-1,-1 1,1 0,1 0,-1 1,0 6,4-13,-1 0,1 0,0 1,0-1,0 0,1 1,-1-1,1 0,0 0,0 1,0-1,0 0,1 0,-1 0,1 0,0 0,0-1,0 1,0-1,0 1,0-1,1 1,-1-1,1 0,0 0,-1-1,1 1,0 0,0-1,0 0,3 1,3 2,1-1,0 0,0-1,0 0,1-1,-1 0,0 0,1-1,6-1,-8 0,-1 0,0 0,0-1,0 0,0 0,0-1,0 0,0-1,-1 0,0 0,0 0,0-1,0 0,0 0,-1 0,0-1,-1 0,1-1,-1 1,0-1,0 0,-1 0,0-1,-1 1,1-1,-1 0,-1 1,2-8,-2 7,0-1,0 1,-1-1,0 0,-1 1,0-1,0 0,-1 0,0 1,-1-1,0 1,-2-8,4 15,0 0,-1 1,1-1,0 0,0 1,0-1,-1 1,1-1,0 0,0 1,-1-1,1 1,-1-1,1 1,0-1,-1 1,1-1,-1 1,1-1,-1 1,1 0,-1-1,0 1,1 0,-1 0,1-1,-1 1,0 0,1 0,-1 0,0 0,1 0,-1 0,0 0,1 0,-1 0,0 0,1 0,-1 0,1 0,-1 0,0 1,1-1,-1 0,0 1,-17 26,16-20,-1 1,2-1,-1 1,1 0,1-1,-1 1,1 0,1 0,-1 0,1-1,1 1,-1-1,1 1,1-1,-1 1,1-1,1 0,-1 0,1 0,0-1,1 1,0-1,0 0,0-1,0 1,1-1,0 0,0 0,1-1,0 1,36 21,0-5</inkml:trace>
  <inkml:trace contextRef="#ctx0" brushRef="#br0" timeOffset="-3266.675">8209 9118,'-8'-3,"0"2,0-1,0 1,0 0,0 1,0 0,0 0,0 1,0 0,0 0,0 1,0 0,1 1,-1-1,0 1,1 1,0-1,0 1,0 1,0-1,1 1,0 0,0 1,0 0,1-1,-1 2,1-1,1 1,-1 1,2-2,1 0,0 0,0 0,1 0,-1 0,1 1,1-1,-1 0,1 1,0-1,1 0,0 1,0-1,0 0,0 0,1 1,0-1,1 0,-1-1,1 1,0 0,1-1,-1 0,1 0,2 2,1 1,0 0,1-1,-1 0,1 0,1-1,0 0,0-1,0 0,0 0,1-1,-1 0,1-1,0 0,0 0,4-1,-2 0,0-1,0-1,0 0,0-1,1 0,-1-1,-1 0,1-1,0 0,-1-1,1 0,-1-1,0-1,0 1,-1-2,0 1,0-1,0-1,-1 0,0 0,-1-1,3-4,9-11,-1 0,-2-2,-1 0,0 0,-2-2,-1 0,-2 0,3-13,14-54,-5-2,-4 0,-4-2,-3-5,-7-32,-12 105,-4 29,-22 67,16-10,3 1,2 0,3 1,2 0,3 0,2 0,4 22,-1-43,2 0,2-1,1 0,1 0,2 0,2-1,3 5,-12-33,0 0,0 0,1-1,0 1,0-1,0 1,1-1,-1 0,1 0,1 0,-1-1,1 0,-1 1,1-2,1 1,-1 0,0-1,1 0,-1 0,1-1,0 0,0 0,0 0,0-1,1 1,-1-2,0 1,0-1,4 0,3-4,-1-2,0 1,-1-2,1 1,-1-2,-1 1,1-2,-1 1,-1-1,0-1,0 0,-1 0,0 0,0-1,-2-1,1 1,-1-1,-1 0,2-6,0-1,-22 40,10-9,1 0,0 1,0-1,2 1,0 0,0-1,1 1,0 8,1-16,1 0,-1 0,1 0,0 0,0 0,1-1,-1 1,1 0,0-1,0 1,1-1,-1 1,1-1,0 0,0 0,0-1,1 1,-1-1,1 1,0-1,0 0,0 0,2 0,22 11</inkml:trace>
  <inkml:trace contextRef="#ctx0" brushRef="#br0" timeOffset="-2993.018">9198 9038,'-18'-9,"-8"-6,-5-2,1 0,4 0,3 1,6 2</inkml:trace>
  <inkml:trace contextRef="#ctx0" brushRef="#br0" timeOffset="-2709.481">8423 8557,'7'-3,"18"3,25 2,27 6,21 4,14 4,4 4,-18-1</inkml:trace>
  <inkml:trace contextRef="#ctx0" brushRef="#br0" timeOffset="-2426.382">9346 9091,'-2'15,"0"0,1 0,1-1,0 1,1 0,1 0,0 0,1-1,1 1,0-1,1 0,0 0,1 0,1-1,0 0,1 0,0-1,1 0,0-1,10 10,-15-18,0 0,0 0,0 0,1 0,-1-1,1 1,-1-1,1-1,0 1,-1-1,1 1,0-1,0-1,0 1,0-1,0 0,0 0,0 0,0-1,0 1,0-1,0-1,0 1,0-1,-1 1,1-1,0-1,-1 1,0-1,0 1,1-1,-2-1,1 1,0 0,-1-1,1 0,17-21,-1-2,-1 0,-2-1,0-1,-2-1,9-24,-17 38,69-163,-63 143</inkml:trace>
  <inkml:trace contextRef="#ctx0" brushRef="#br1" timeOffset="33803.687">17540 2273,'-4'-11,"-2"0,1 1,-1-1,-1 1,0 0,0 1,-1 0,0 0,0 0,-1 1,-7-5,-150-139,122 118,-1 1,-1 3,-1 2,-2 2,-1 2,-1 2,0 3,-2 1,-38-6,76 19,-116-37,24 6,-2 5,-46-5,93 27,-1 2,1 4,-1 2,-58 7,80 1,1 3,-1 1,2 1,0 3,0 1,2 2,-35 22,-6 8,2 3,2 3,-52 51,33-28,52-43,1 1,2 3,1 0,2 3,-11 19,-9 23,3 2,5 2,3 2,4 2,5 2,3 1,5 1,-1 23,20-80,-34 151,-17 33,54-207,-24 71,4 1,4 0,4 2,0 37,9 33,-14 134,6-191,-7 46,7 1,4 36,14 442,1-512,5-1,5 0,26 108,65 304,-34-68,-60-398,2 0,3-2,3 1,2-2,2-1,3 0,3 0,173 258,-126-199,6-3,4-3,5-4,4-5,5-3,3-5,56 34,-116-99,2-2,2-2,0-2,0-2,2-3,0-1,1-2,1-3,30 3,83 9,2-8,22-6,-107-8,0-3,0-4,-1-4,0-3,35-12,-83 18,-1-1,0-2,-1-1,0-1,-1-1,-1-2,0-1,-1-1,0-1,-2-1,-1-1,0-1,-1-1,9-15,188-273,-121 192,-33 42,-3-4,47-79,-17-19,-7-3,39-133,-112 282,72-207,-10-3,-11-3,9-115,25-302,-3-421,-86 920,-7 1,-7-1,-7 1,-22-90,-58-257,92 504,-8-78,-4 0,-3 0,-4 1,-18-41,-30-36,-7 2,-15-12,47 101,-3 1,-3 2,-34-32,74 87,-12-9,0 2,-1 0,-1 2,0 0,-2 2,1 1,-2 0,0 2,-16-4,37 13,-35-14,-1 2,0 2,0 2,-1 1,0 2,-1 2,-3 2,36 4,0-1,0 2,0-1,0 1,0 1,0 0,0 0,1 1,0 0,-8 5,-17 8</inkml:trace>
  <inkml:trace contextRef="#ctx0" brushRef="#br1" timeOffset="34822.455">16110 4385,'0'14,"0"9,0 7,-2 3,-1 3,-3 2,-1 0,-3-1,1-2,1-1,3-6,2-6</inkml:trace>
  <inkml:trace contextRef="#ctx0" brushRef="#br1" timeOffset="35090.619">15990 5094,'-5'15,"-1"11,-2 5,0-1,2 0,2-1,1-4,2-3,0-3,3-3,1-3</inkml:trace>
  <inkml:trace contextRef="#ctx0" brushRef="#br1" timeOffset="35358.518">16016 5576,'0'15,"-2"11,-1 7,0 3,-1-1,-1 1,1-1,-1-2,0-3,1-3,1-2,1-3,1-5</inkml:trace>
  <inkml:trace contextRef="#ctx0" brushRef="#br1" timeOffset="35640.596">16029 6257,'-4'13,"-2"10,0 5,4 0,4 0,4-2,3-4,1-6</inkml:trace>
  <inkml:trace contextRef="#ctx0" brushRef="#br1" timeOffset="35907.117">16070 6805,'-7'14,"-2"9,0 4,4 1,6-2,2-6</inkml:trace>
  <inkml:trace contextRef="#ctx0" brushRef="#br1" timeOffset="35908.117">16016 7246,'0'0</inkml:trace>
  <inkml:trace contextRef="#ctx0" brushRef="#br1" timeOffset="36190.748">16003 7486</inkml:trace>
  <inkml:trace contextRef="#ctx0" brushRef="#br1" timeOffset="36473.929">16003 7995,'0'13,"5"10,5 3,6-1,1-5</inkml:trace>
  <inkml:trace contextRef="#ctx0" brushRef="#br1" timeOffset="36757.219">16123 7808,'-11'20,"-6"17,-3 8,2 5,5 4,3-1,7 0,6-2,2-1,1-2,-1 0,-2-4,-3-5,-2-8</inkml:trace>
  <inkml:trace contextRef="#ctx0" brushRef="#br1" timeOffset="36940.176">16003 8744,'-5'16,"-1"7,0 3,4-2,2-4</inkml:trace>
  <inkml:trace contextRef="#ctx0" brushRef="#br1" timeOffset="37121.431">15909 9238,'2'14,"4"4,2 1,0-2</inkml:trace>
  <inkml:trace contextRef="#ctx0" brushRef="#br1" timeOffset="37301.71">15922 9626,'-2'16,"-1"10,0 2,1-1,0-4</inkml:trace>
  <inkml:trace contextRef="#ctx0" brushRef="#br1" timeOffset="40740.942">16578 9759,'18'0,"20"3,19 4,18 5,17 1,11 2,8-1,6 1,-17-3</inkml:trace>
  <inkml:trace contextRef="#ctx0" brushRef="#br1" timeOffset="39941.647">16417 10107,'7'-12,"-3"31,-4 29,-1 0,-2 0,-9 42,4-38,3-1,2 1,2 13,1-59,-1-1,2 0,-1 0,0 0,1 0,0 1,0-1,1 0,-1 0,1-1,0 1,0 0,1-1,-1 1,1-1,0 1,1-1,-1 0,1-1,-1 1,1-1,0 1,0-1,1 0,-1 0,1-1,-1 0,1 1,0-1,0-1,0 1,1-1,13 1,-1-2,1 0,0-2,-1 0,1-1,-1 0,0-2,4-1,66-13,-28 15,-47 4</inkml:trace>
  <inkml:trace contextRef="#ctx0" brushRef="#br1" timeOffset="40491.198">17059 10295,'8'-89,"-8"89,0 0,0 0,1 0,-1 0,0 0,0 0,0 0,0 0,0 0,1 0,-1 0,0 0,0 0,0 0,0 0,1 0,-1 0,0 0,0 24,-7 59,-3 0,-3-1,-15 41,98-363,-29 63,-40 174,-2 2,1-1,0 1,0 0,0-1,1 1,-1 0,0-1,1 1,-1 0,0 0,1-1,-1 1,1 0,0 0,-1 0,1 0,0-1,0 1,0 0,0 0,0 1,0-1,0 0,0 0,0 0,0 1,0-1,1 1,-1-1,0 1,0-1,1 1,-1-1,0 1,1 0,-1 0,0 0,1 0,0 0,5 5,-1 0,0 0,0 1,0-1,-1 1,0 1,0-1,0 1,-1 0,1 2,5 6,13 20,-2 1,-1 1,-2 1,-2 1,-1 0,-2 1,-2 0,-2 2,-7-32,0 1,-1-1,0 1,-1-1,0 1,-1-1,0 1,-1-1,0 3,1-10,0 0,0 1,0-1,-1 0,1 0,-1 0,0 0,0 0,0 0,0 0,-1-1,1 1,0-1,-1 1,0-1,0 0,0 0,0 0,0-1,0 1,0-1,0 0,-1 0,1 0,0 0,-1 0,1-1,-1 1,0-1,-71-13,38-1</inkml:trace>
  <inkml:trace contextRef="#ctx0" brushRef="#br1" timeOffset="43883.454">19104 10107,'-10'8,"-1"0,1 1,0 0,1 1,0 0,0 0,1 1,0 0,1 0,1 1,0 0,0 0,1 1,1-1,0 1,0 0,2 1,-1-1,2 0,0 1,0-1,1 1,2 4,0-6,0 0,1 0,1-1,0 1,1-1,0 0,0 0,1-1,1 1,0-1,0-1,1 1,0-1,1 0,-1-1,2 0,-1-1,1 0,1 0,-1-1,1 0,0-1,0 0,1-1,-1 0,1-1,0 0,0-1,0-1,0 0,0 0,7-1,-14-1,1 1,-1-2,0 1,1 0,-1-1,0 0,0 0,0-1,0 1,-1-1,1 0,-1 0,0-1,0 0,0 1,0-1,0 0,-1-1,0 1,0-1,0 1,0-1,-1 0,0 0,0 0,0 0,0 0,-1-1,0 1,0 0,-1-1,1 0,0-14,0 0,-1 0,-1 0,-1 0,-1 1,0-1,-2 0,0 1,-1 0,-1 0,-1 1,0 0,-2 0,0 1,-1 0,0 1,-2 0,-2-2,12 14,1 0,-1 0,0 1,0-1,0 1,-1 0,1 0,-1 0,1 1,-1-1,0 1,0 0,0 0,-1 0,1 1,0-1,-1 1,1 0,-1 0,1 1,-1-1,1 1,-1 0,1 0,-1 1,1-1,-1 1,1 0,-1 0,1 1,0-1,0 1,-1 0,-3 2,3 3,1 1,-1-1,1 1,0 0,1 0,0 0,0 0,1 1,0-1,0 1,1-1,0 1,1 0,0-1,0 1,1 0,0-1,0 1,1-1,0 1,1-1,0 0,2 5,16 46</inkml:trace>
  <inkml:trace contextRef="#ctx0" brushRef="#br1" timeOffset="44157.022">19800 10575,'4'16,"5"16,2 15,-1 10,1 7,-2 4,-5 2,-9-4,-14-7,-14-8,-2-14</inkml:trace>
  <inkml:trace contextRef="#ctx0" brushRef="#br1" timeOffset="44722.85">21203 10334,'-12'-12,"-1"1,0 0,-1 0,-1 2,1-1,-1 2,-1 0,0 1,-15-5,25 10,0 0,0 1,0-1,0 1,0 1,0-1,-1 1,1 0,0 0,0 1,0 0,-1 0,1 0,0 1,1 0,-1 0,0 0,0 1,1 0,0 0,-1 1,1-1,0 1,1 0,-1 0,1 1,0-1,-3 5,3-5,1 0,0 0,0 0,0 1,1-1,0 1,0-1,0 1,0 0,1 0,-1 0,1 0,1 0,-1 0,1 0,-1 0,2 0,-1 0,0 1,1-1,0 0,0 0,1 0,-1-1,1 1,0 0,0-1,1 1,0-1,-1 1,1-1,1 0,-1 0,0-1,1 1,0-1,0 0,0 1,0-2,1 1,-1 0,4 0,-1 0,0-1,1 1,-1-2,1 1,0-1,0 0,-1-1,1 0,0 0,0 0,0-1,-1-1,1 1,0-1,-1 0,0-1,1 0,-1 0,0 0,0-1,-1 0,1-1,-1 1,0-1,0-1,0 1,-1-1,0 0,0 0,0 0,-1-1,0 1,0-1,-1 0,0 0,0-1,-1 1,1-4,1-3,-2 0,0-1,0 1,-1-1,-1 1,0-1,-2-5,2 20,0 0,0 0,0 1,0-1,0 0,0 0,0 0,-1 1,1-1,0 0,0 0,0 0,0 0,0 1,0-1,-1 0,1 0,0 0,0 0,0 0,0 0,-1 1,1-1,0 0,0 0,0 0,0 0,-1 0,1 0,0 0,0 0,0 0,-1 0,1 0,0 0,0 0,0 0,-1 0,1 0,0 0,0 0,0 0,-1 0,-3 24,2-11,1 0,0 1,1-1,1 0,0 0,0 0,2 0,0 0,0 0,1 0,0-1,1 1,1-1,0-1,1 1,5 7,18 16</inkml:trace>
  <inkml:trace contextRef="#ctx0" brushRef="#br1" timeOffset="45413.685">21858 10121,'-6'-3,"0"0,-1 0,0 0,1 1,-1 0,0 1,0 0,0 0,0 0,0 1,0-1,0 2,0-1,0 1,0 0,0 1,0 0,0 0,0 0,1 1,-1 0,1 0,0 0,0 1,0 0,0 0,1 1,0 0,0 0,0 0,0 0,1 1,0 0,0 0,0 0,2 1,-1 0,1-1,0 1,1 1,-1-1,2 0,-1 0,1 0,0 1,0-1,1 0,0 0,0 0,1 0,0 0,0 0,0 0,1 0,0-1,1 1,-1-1,1 0,0 0,1 0,0-1,0 1,0-1,0 0,1-1,-1 1,1-1,1-1,-1 1,0-1,1 0,0 0,5 1,-2-1,1-1,0 0,0-1,-1 0,1-1,0 0,0 0,0-1,0-1,0 0,-1 0,1-1,-1-1,0 1,1-2,-2 1,4-3,6-4,-1-1,0 0,-1-1,-1-1,0 0,-1-1,0-1,5-8,-1-3,-1-1,-1 0,-2-1,-1-1,-1 0,-1-1,-2 0,4-23,0-17,-2 0,-4 0,-1-31,-7 89,2-8,-1 0,-1 0,-1 0,0 0,-2 0,-1 1,-2-9,6 28,0-1,0 1,-1-1,1 1,0-1,-1 1,1-1,-1 1,1-1,-1 1,0 0,1-1,-1 1,0 0,0 0,0 0,0-1,0 1,0 0,0 0,-1 0,1 1,0-1,0 0,-1 0,1 1,-1-1,1 1,0-1,-1 1,1-1,-1 1,1 0,-1 0,1 0,-1 0,0 0,1 0,-1 0,1 0,-1 1,1-1,0 1,-1-1,1 1,-1-1,1 1,0 0,-1 0,0 0,-8 10,1 0,1 0,0 0,0 1,1 0,0 1,1-1,1 1,0 0,1 1,0-1,1 1,1 0,0 2,-6 46,3 1,2 0,4 0,2 0,3 0,2 0,4-1,2-1,3 1,-12-35,2 1,1-1,2 0,0 0,2-1,0-1,2 0,4 3,-16-24,1 0,0-1,0 1,0-1,1 0,-1 0,1 0,0-1,0 1,-1-1,2 0,-1 0,0 0,0-1,1 1,-1-1,1 0,-1 0,1-1,-1 1,1-1,0 0,-1 0,1-1,-1 1,1-1,-1 0,1 0,-1-1,0 1,1-1,-1 0,0 0,0 0,0-1,0 1,2-4,13-8,-2-2,0 1,-1-2,-1 0,0-1,-1-1,-1 0,5-11,-10 10,-8 20,0 0,0-1,-1 1,1 0,0-1,0 1,0 0,-1 0,1-1,0 1,0 0,-1 0,1-1,0 1,-1 0,1 0,0 0,0 0,-1-1,1 1,0 0,-1 0,1 0,0 0,-1 0,1 0,0 0,-1 0,1 0,-1 0,1 0,0 0,-1 0,1 0,0 0,-1 0,1 1,0-1,0 0,-1 0,1 0,0 0,-1 1,1-1,0 0,0 0,-1 1,1-1,0 0,0 0,0 1,-1-1,1 0,0 1,0-1,0 0,0 1,0-1,0 0,0 1,-1-1,1 0,0 1,0-1,-6 6,-1-1,1 1,0 1,1-1,0 1,0 0,0 1,1-1,0 1,0-1,1 1,0 0,0 1,1-1,0 0,0 1,1 0,0-1,1 1,0-1,0 1,1 0,0-1,0 1,2 2,1-6,0-1,0 1,0-1,1 0,0 0,0 0,0-1,0 1,0-1,1-1,0 1,-1-1,1 0,0 0,0 0,0-1,0 0,0 0,2-1,38 6</inkml:trace>
  <inkml:trace contextRef="#ctx0" brushRef="#br1" timeOffset="45708.259">22807 10121,'-14'-5,"-10"-1,-9-2,-4 0,1 0,4-2,1-3,5 0</inkml:trace>
  <inkml:trace contextRef="#ctx0" brushRef="#br1" timeOffset="45956.246">22059 9746,'16'-4,"23"-2,28 4,30 6,21 6,8 6,-16 0</inkml:trace>
  <inkml:trace contextRef="#ctx0" brushRef="#br1" timeOffset="46240.289">23049 10214,'-1'27,"2"0,0 0,2-1,6 27,-7-46,1 1,-1-1,1 0,0 1,1-1,0-1,0 1,0 0,1-1,0 0,0 0,1-1,-1 1,1-1,1 0,-1-1,0 1,1-1,2 0,-1 1,1-1,-1 0,1-1,0 0,0 0,1-1,-1 0,1-1,-1 0,1 0,-1-1,1 0,-1-1,1 0,-1-1,0 0,1 0,-1-1,0 0,0 0,-1-1,1 0,-1-1,0 0,0 0,3-3,3-9,-2-1,0 0,0-1,-2 0,0 0,-2-1,0-1,-1 1,-1-1,-1 0,2-15,26-149,-30 148</inkml:trace>
  <inkml:trace contextRef="#ctx0" brushRef="#br1" timeOffset="48512.306">19198 11925,'-16'-6,"0"1,-1 0,1 2,-1 0,0 1,0 0,0 2,-11 0,21 0,0 1,0 0,0 0,0 1,0 0,0 0,0 0,1 1,-1 0,1 0,0 1,0 0,0 0,0 0,1 1,-1 0,1 0,1 0,-1 1,1-1,-2 4,3-5,1 0,0-1,1 1,-1 0,1 0,0 0,0 0,0 0,0 1,1-1,-1 0,1 0,0 0,1 1,-1-1,1 0,-1 0,1 0,1 0,-1 0,0 0,1 0,0 0,0 0,0-1,0 1,1-1,0 1,-1-1,1 0,0 0,0 0,1-1,-1 1,1-1,0 0,4 3,1 0,-1-1,1-1,0 0,1 0,-1-1,1 0,-1 0,1-1,-1 0,1-1,0 0,-1-1,1 1,-1-2,1 0,-1 0,1 0,-1-1,0-1,0 0,-1 0,1 0,-1-1,2-2,-1 2,0-1,0 0,-1 0,0-1,-1 0,0-1,0 1,0-1,-1 0,0-1,0 0,-1 0,-1 0,1 0,-1-1,-1 0,0 0,0 0,-1 0,0 0,-1 0,0 0,-1-7,-4 0,-3 24,5 4,0 0,1 0,0 0,1 0,0 1,0-1,2 0,-1 0,1 0,1 0,0 0,1 0,0 0,0-1,1 0,0 0,1 0,0-1,1 0,0 0,0 0,1-1,0 0,8 5,-14-11,0-1,-1 0,1 0,0 0,0 0,0 0,0-1,0 1,0-1,0 1,1-1,-1 0,0 1,0-1,0 0,0-1,0 1,0 0,1-1,-1 1,0-1,0 1,0-1,0 0,0 0,0 0,-1 0,1 0,0 0,0-1,-1 1,1-1,-1 1,1-1,-1 1,0-1,0 0,1 0,-1-1,30-82,-27 61,0 0,-2-1,-1 1,-1-1,-1 1,-1-1,-1 1,-1 0,-7-21,-2 20,19 47,4-13,0-1,0 1,1-2,0 1,1-1,0-1,0 0,0-1,0 0,1-1,0-1,0 0,0 0,0-1,6-1,159 29,-176-29,1 1,-1-1,0 1,0 0,0 0,0 0,0 0,0 0,0 0,0 0,-1 1,1-1,-1 1,0-1,0 1,0-1,0 1,0 0,0 0,-1-1,0 1,1 0,-1 0,0 0,0-1,0 1,-1 0,1 0,-1 0,1-1,-1 1,0 0,0-1,0 1,-1-1,1 1,-1-1,1 1,-1-1,0 0,-6 24,6-21,0 0,1 0,0 0,0 0,1 0,-1 0,1 0,0 0,0 0,1 0,-1 0,1 0,0 0,1 0,-1-1,1 1,0 0,0-1,1 1,-1-1,1 0,0 1,0-2,0 1,1 0,-1 0,1-1,0 0,0 0,0 0,0 0,1-1,1 1,4 1,0 0,0-1,0-1,1 0,-1 0,1-1,0 0,-1-1,1-1,0 1,-1-1,1-1,-1 0,1-1,-1 0,0 0,0-1,0 0,-1-1,1 0,-1-1,0 0,-1 0,0-1,0 0,0 0,0-1,-1 0,-1-1,0 1,0-1,0 0,-1-1,0 1,-1-1,-1 2,0 0,0 0,-1 0,0 0,-1-1,1 1,-2-1,1 1,-1-1,-1 1,1 0,-1-1,-1 1,0-1,0 1,0 0,-3-5,4 12,0-1,1 1,-1 0,0-1,0 1,0 0,0 0,0-1,0 1,0 0,0 0,-1 0,1 1,0-1,-1 0,1 0,0 1,-1-1,1 1,-1-1,1 1,-1-1,1 1,-1 0,1 0,-1 0,0 0,1 0,-1 0,1 0,-1 1,1-1,-1 0,1 1,-1-1,1 1,-1 0,1-1,0 1,-1 0,1 0,0 0,0 0,-1 0,-42 58,40-52,1 1,0 0,0 0,1 0,0 0,1 0,0 1,0-1,0 0,1 1,1-1,-1 1,1-1,1 0,-1 0,1 1,1-1,0-1,0 1,0 0,1-1,0 1,1-1,-1 0,1-1,1 1,-1-1,1 0,6 4,7 2,1-1,0-1,1-1,0-1,0 0,1-2,0 0,0-2,1-1,5 0,67 10</inkml:trace>
  <inkml:trace contextRef="#ctx0" brushRef="#br1" timeOffset="52940.858">27526 11912,'-7'-12,"-1"1,0 0,-1 1,0 0,-1 1,0-1,-1 2,0 0,0 0,-2 0,7 4,0 1,0 0,-1 0,1 0,-1 1,0 0,0 1,1-1,-1 1,0 1,0-1,0 1,0 0,0 1,0 0,0 0,0 0,0 1,0 0,-2 1,4 0,-1 0,1 0,0 1,-1-1,1 1,1 0,-1 1,1-1,-1 1,2 0,-1 0,0 0,1 1,0-1,0 1,0 0,1 0,0 0,0 0,1 0,0 0,0 0,0 1,0-1,1 0,0 1,1-1,-1 0,1 1,1-1,-1 0,1 0,0 0,0 0,1 0,-1 0,2-1,-1 0,0 1,1-1,0 0,0 0,1-1,-1 1,1-1,5 3,-5-3,1-1,0 0,-1 0,1 0,0-1,1 0,-1 0,0-1,1 0,-1 0,1 0,-1-1,1 0,-1 0,0-1,1 0,-1 0,1 0,-1-1,0 0,0 0,0 0,0-1,0 0,0 0,-1-1,0 1,1-1,-1 0,-1-1,1 1,-1-1,1 0,-1 0,-1 0,1-1,-1 1,0-1,1-3,5-11,-2 0,0-1,-2 0,0 0,-1-1,-1 1,-1-2,-7 66,7-33,0-1,1 1,0-1,0 0,1 0,1 0,-1-1,1 1,0-1,1 0,0-1,0 1,1-1,0 0,0-1,1 0,7 6,27 16</inkml:trace>
  <inkml:trace contextRef="#ctx0" brushRef="#br1" timeOffset="53584.35">27994 11765,'-14'-3,"0"1,0 1,0 0,0 0,0 2,0 0,0 0,0 1,-5 2,13-2,-1-1,0 1,1 1,0-1,-1 1,1 0,0 1,1-1,-1 1,1 0,-1 0,1 1,0 0,1 0,-1 0,1 0,0 1,0 0,-2 5,4-7,1 0,-1 1,1-1,0 0,0 1,1-1,-1 1,1-1,0 0,0 1,1-1,-1 1,1-1,0 0,0 1,1-1,-1 0,1 0,0 0,0 0,0 0,0 0,1 0,0-1,-1 0,3 2,3 4,1-1,0 0,0-1,0 0,1-1,0 0,0 0,1-1,7 3,-8-4,0 0,0-1,0 1,1-2,-1 0,1 0,0-1,0 0,-1-1,1 0,0-1,0 0,0 0,-1-1,1-1,-1 0,0 0,0-1,0 0,0-1,0 0,-1-1,0 0,0 0,-1-1,0 0,0 0,0-1,-1 0,0-1,0-1,8-20,0-2,-3 0,0 0,-2-1,-2-1,-1 1,1-24,0 17,30-173,11-209,-52 329,2 92,1 0,-1 0,1 0,-1 0,0 0,1 1,-1-1,0 0,0 0,0 0,0 1,0-1,0 0,0 1,0-1,0 1,0-1,0 1,0-1,0 1,0 0,0 0,0 0,0-1,-1 1,1 0,0 0,0 0,0 1,0-1,0 0,-1 0,1 1,0-1,0 0,0 1,0-1,0 1,0 0,0-1,0 1,0 0,1-1,-1 1,0 0,0 0,1 0,-1 0,0 0,1 0,-1 0,1 0,-1 0,1 0,-1 0,1 1,-12 16,1 0,0 0,2 1,0 1,1 0,1 0,1 0,0 1,2 0,1 0,-1 7,-3 26,2-1,3 1,2 0,2 0,2-1,3 1,2-1,3-1,1 0,3 0,20 40,-32-78,2-1,0 0,0 0,1 0,1-1,0 0,1-1,0 0,1 0,0-1,0 0,1 0,10 6,-17-15,-1 1,1-1,0 0,-1 0,1 0,0 0,0 0,-1-1,1 0,0 0,0 0,0 0,0-1,-1 1,1-1,0 0,0 0,-1 0,1-1,-1 1,1-1,-1 0,0 0,0 0,1-1,-1 1,-1-1,1 1,0-1,-1 0,1 0,-1 0,0 0,0-1,8-11,-1 0,0-1,-1 0,-1-1,-1 1,4-14,-3-21,-8 50,1 0,-1 1,0-1,0 0,0 1,0-1,0 1,0-1,0 1,0 0,-1-1,1 1,0 0,0 0,0 0,0 0,0 0,0 0,0 0,-1 0,1 0,0 0,0 1,0-1,0 0,0 1,0-1,0 1,0 0,0-1,0 1,0-1,0 1,1 0,-1 0,0 0,0-1,1 1,-1 0,0 0,1 0,-1 0,1 1,-4 1,0 1,0 0,1 1,0-1,0 1,0-1,0 1,1 0,0 0,0 0,0 0,0 1,1-1,0 0,0 1,1-1,-1 1,1-1,0 0,1 1,-1-1,1 1,0-1,1 0,-1 1,1-1,0 0,0 0,1 0,-1 0,1-1,0 1,2 2,25 10,2-5</inkml:trace>
  <inkml:trace contextRef="#ctx0" brushRef="#br1" timeOffset="53850.186">28957 11658,'-16'-5,"-12"-5,-8-4,-5 0,1 1,3 3,5 0,3-1,6 3</inkml:trace>
  <inkml:trace contextRef="#ctx0" brushRef="#br1" timeOffset="54108.174">28101 11244,'16'-5,"24"-1,27 5,27 7,21 7,9 6,-1 4,-21-2</inkml:trace>
  <inkml:trace contextRef="#ctx0" brushRef="#br1" timeOffset="54391.001">29024 11698,'-1'31,"2"0,2 0,0-1,2 0,3 8,-5-29,0 1,0 0,1-1,0 0,1 0,0 0,0 0,1-1,0 0,1 0,0-1,0 0,0 0,1 0,0-1,0 0,7 3,-10-6,1 0,-1 0,1-1,0 1,0-1,0-1,0 1,0-1,0 0,0 0,1-1,-1 0,0 0,0-1,0 1,1-1,-1 0,0-1,0 0,0 0,0 0,-1-1,1 1,-1-1,1-1,-1 1,0-1,0 0,-1 0,1 0,-1-1,2-2,8-14,0 0,-2-1,0-1,-1 0,-2-1,0 0,-2-1,-1 1,1-9,24-75,-30 106,-1 0,0 1,0-1,0 1,0 0,1-1,-1 1,1-1,-1 1,1 0,-1-1,1 1,0 0,-1 0,1-1,0 1,0 0,0 0,0 0,0 0,0 0,0 0,0 1,1-1,-1 0,0 0,0 1,1-1,-1 1,1-1,-1 1,0 0,1-1,-1 1,1 0,-1 0,0 0,1 0,15 11,-1 3</inkml:trace>
  <inkml:trace contextRef="#ctx0" brushRef="#br1" timeOffset="54674.342">29652 11872,'0'5,"0"1,0-1,0 0,1 0,-1 0,1 0,0 0,1 0,-1 0,1 0,0 0,0 0,1-1,0 1,-1-1,1 0,1 0,-1 0,0 0,1 0,0-1,0 1,0-1,0 0,1-1,-1 1,1-1,0 1,-1-2,1 1,0 0,0-1,0 0,1 0,-1 0,4-1,-2 2,-1 0,0-1,1 0,-1 0,1-1,-1 0,1 0,-1 0,1-1,-1 0,0 0,1-1,-1 0,0 0,0 0,0-1,0 1,-1-2,1 1,-1 0,1-1,-1 0,0-1,-1 1,1-1,-1 0,0 0,0 0,0 0,-1-1,0 1,0-1,0 0,-1-1,1-1,-1 1,0 0,0 0,-1-1,0 1,0-1,-1 1,0 0,0-1,-1 1,0-1,0 1,-1-1,0 1,0 0,-1 0,1 0,-2 0,1 1,-1-1,0 1,0 0,-1 0,0 0,0 0,0 1,0 0,-1 0,0 1,0-1,-1 1,1 1,-1-1,0 1,1 0,-1 1,-1-1,1 1,-1 1,2 0,-1 2,1-1,-1 1,0-1,1 2,-1-1,1 1,0 0,-1 0,1 1,0 0,0 0,1 0,-1 1,1 0,-1 0,1 0,1 1,-1 0,1 0,-1 0,1 0,1 1,-1-1,1 1,0 0,-1 2,1 0,-1 0,1 0,0 1,1-1,0 1,1 0,0-1,0 1,0 0,1 0,1-1,0 1,0 0,0 0,1-1,0 1,1-1,0 0,0 1,3 3,0-4,0 1,0-1,0 0,1-1,1 0,-1 0,1 0,0-1,1 0,0-1,-1 1,2-2,7 4,26 8</inkml:trace>
  <inkml:trace contextRef="#ctx0" brushRef="#br1" timeOffset="54990.574">30227 11551,'0'-21,"-2"-10,-8-6,-9 2,-8 7,-6 8,-4 10,-1 13,4 13,8 13,8 10,7-1</inkml:trace>
  <inkml:trace contextRef="#ctx0" brushRef="#br1" timeOffset="54991.574">30174 12032,'16'9,"12"5,10 1,8-1,5-1,3-5,0-2,-11-3</inkml:trace>
  <inkml:trace contextRef="#ctx0" brushRef="#br1" timeOffset="49039.89">21658 11993,'65'-335,"-47"238,-5-1,-1-50,-21 88,8 60,-1-1,1 1,-1 0,1 0,-1 0,1 0,-1 0,1 0,0 0,-1 1,1-1,-1 1,1-1,-1 1,1-1,0 1,-1 0,1-1,0 1,0 0,0 0,-1 0,1 0,0 0,0 0,0 0,1 1,-1-1,0 0,0 0,1 1,-1-1,1 0,-1 1,1-1,-1 1,1-1,0 2,-11 22,2 0,1 0,1 1,1 1,1-1,2 1,0 0,2 11,-3 9,1 0,3 1,2-1,2 0,2 0,2 0,2-1,6 14,-12-47,1-1,0-1,0 1,1-1,1 0,0 0,0-1,1 0,1 0,-1-1,2 0,-1-1,1 0,0 0,1-1,0 0,0-1,0 0,1-1,0 0,0-1,8 2,22-1</inkml:trace>
  <inkml:trace contextRef="#ctx0" brushRef="#br1" timeOffset="49307.68">21551 11604,'-16'-4,"-10"-4,-2-1,5 1,16 2,23 3,24-2,27 1,21 1,17 3,4 9,-6 11,-19 3</inkml:trace>
  <inkml:trace contextRef="#ctx0" brushRef="#br1" timeOffset="50558.972">22072 12166,'10'-5,"-1"-1,0-1,0 0,-1 0,0-1,0 0,-1 0,0 0,0-1,-1 0,0-1,-1 0,0 1,0-2,-1 1,0 0,-1-1,0 0,-1 0,0 1,-1-1,0-1,-1 1,0 0,-1 0,0 0,0 0,-1 0,-1 1,0-1,-1 0,-3-7,6 16,0-1,-1 0,0 1,1-1,-1 1,0 0,0-1,-1 1,1 0,0 0,-1 0,1 1,-1-1,1 1,-1-1,0 1,0 0,1 0,-2 0,3 1,1 0,0 1,-1-1,1 0,0 1,-1-1,1 1,0-1,0 1,-1-1,1 1,0-1,0 1,0-1,0 1,-1-1,1 1,0-1,0 1,0-1,0 1,0-1,0 1,1-1,-1 1,0-1,0 1,0-1,0 1,1-1,-1 1,0-1,0 1,1-1,-1 1,0-1,1 0,-1 1,0-1,1 1,-1-1,1 0,-1 0,1 1,-1-1,0 0,1 0,-1 1,1-1,-1 0,1 0,0 0,-1 0,1 0,-1 0,1 0,-1 0,1 0,-1 0,1 0,-1 0,20 9,1-2,0 0,0-1,1-1,-1-1,1-1,1-1,29 6,-44-6,79 20,-84-20,0-1,0 1,0-1,0 1,-1 0,1 0,-1 0,1 1,-1-1,0 1,1-1,-1 1,-1 0,1-1,0 1,-1 0,1 0,-1 0,0 1,0-1,0 0,0 0,-1 1,1-1,-1 1,0 24,-1-24,1 0,0 0,-1 1,1-1,1 0,-1 0,1 1,-1-1,1 0,0 0,1 0,-1 0,1 0,0 0,0 0,0-1,0 1,1 0,-1-1,1 0,0 0,0 0,3 3,7 0,0 0,0-1,0 0,1-1,0-1,-1 0,1-1,1 0,-1-1,0 0,0-2,14-1,-13 3,0-2,0 1,0-2,0 0,-1-1,1-1,0 0,-1-1,0 0,0-1,-1-1,1 0,-2-1,1 0,-1-1,0 0,-1-1,0 0,0-1,-1-1,5-6,-13 15,-1-1,1 1,0-1,-1 0,0 1,0-1,0 0,0 0,-1 1,1-1,-1 0,0 0,0 0,0 0,-1 0,1 1,-1-1,0 0,0 0,0 1,-1-1,1 1,-1-1,0 1,0-1,0 1,-1 0,1 0,-1 0,1 0,-1 1,0-1,0 1,0 0,0-1,-1 1,1 1,-1-1,1 0,-1 1,-2-1,0 0,0-1,-1 1,1 1,0-1,-1 1,1 0,-1 1,0-1,1 1,-1 0,1 1,-1 0,1 0,-1 0,1 1,0 0,-1 0,1 1,0 0,0 0,1 0,-1 1,1-1,0 1,0 1,0-1,0 1,1 0,-1 0,1 0,0 0,1 1,0-1,0 1,0 0,0 0,1 1,0-1,0 0,1 1,0-1,0 3,1-4,1 0,0 0,0 0,0-1,1 1,-1 0,1-1,0 1,1-1,-1 1,1-1,0 0,0 0,0 0,1 0,-1-1,1 1,0-1,0 0,0 0,0-1,0 1,1-1,-1 0,2 1,3 0,0 1,0-1,0-1,0 1,0-2,0 1,1-1,-1-1,0 1,1-2,-1 1,1-1,1-1,-1-2,0 0,0 0,-1-1,1-1,-1 0,0 0,-1 0,1-1,-1 0,-1-1,1 0,-2 0,1-1,-1 0,0 0,0 0,-1-1,-1 1,0-1,0 0,-1-1,0 1,0-1,-1 1,-1-1,0 0,0-9,-8 48,4 77,4-102,-1 1,1-1,0 1,0-1,1 1,-1-1,1 0,-1 0,1 1,0-1,0 0,0-1,1 1,-1 0,1-1,0 1,-1-1,1 0,0 0,0 0,1 0,-1-1,0 1,0-1,1 0,-1 0,4 1,-2 0,0-1,0 0,0 0,0 0,1-1,-1 1,0-1,0-1,1 1,-1-1,0 1,0-2,0 1,0 0,0-1,0 0,0 0,0-1,-1 1,1-1,-1 0,0 0,0-1,0 1,0-1,0 0,-1 0,0 0,0 0,0 0,0-1,-1 0,1 1,-1-1,0 0,0-4,1-75,-3 84,-1 0,1 0,0 0,0 1,-1-1,1 0,0 0,0 0,-1 0,1 0,0 0,0 0,-1 0,1 0,0 0,-1 0,1 0,0 0,0 0,-1 0,1 0,0 0,0 0,-1 0,1 0,0 0,0-1,-1 1,1 0,0 0,0 0,0 0,-1-1,1 1,0 0,0 0,0 0,-1-1,1 1,0 0,0 0,0-1,0 1,0 0,0 0,0-1,0 1,0 0,0-1,0 1,0 0,0 0,0-1,0 1,0 0,0 0,0-1,0 1,0 0,0 0,0-1,-9 23,7-12,-1 1,2 0,-1-1,2 1,-1 0,2 0,-1-1,1 1,1 0,0 1,-1-8,0 0,0-1,0 1,1 0,0-1,-1 1,1-1,0 1,1-1,-1 0,1 0,-1 0,1 0,0 0,0-1,0 1,0-1,1 0,-1 0,1 0,-1 0,1-1,0 1,-1-1,1 0,0 0,0 0,4 0,-1-2,0 0,1 0,-1-1,0 0,0 0,0-1,0 0,-1 0,1-1,-1 1,0-1,0-1,0 1,0-1,-1 0,0 0,0-1,0 0,-1 1,0-2,0 1,0 0,-1-1,0 0,0 1,0-1,-1 0,0-1,0-2,22-144,-7 328,-15-164,0 1,1-1,0 1,0-1,2 0,-1-1,1 1,0-1,5 6,-8-13,0-1,1 1,-1-1,1 0,-1 1,1-1,0 0,-1 0,1-1,0 1,0 0,-1-1,1 0,0 0,0 0,0 0,0 0,-1 0,1-1,0 1,0-1,-1 0,1 0,0 0,-1 0,1-1,-1 1,1 0,-1-1,0 0,1 0,-1 1,0-1,0-1,-1 1,2-2,6-4</inkml:trace>
  <inkml:trace contextRef="#ctx0" brushRef="#br1" timeOffset="51201.276">23837 11791,'9'-3,"0"-1,1 1,-1 0,1 1,0 0,-1 1,1 0,0 1,0-1,0 2,0 0,0 0,-1 0,1 2,0-1,-1 1,1 0,-1 1,0 0,0 1,-1-1,1 2,-1-1,0 1,-1 1,1-1,-1 1,-1 0,3 4,-4-1,0 0,-1 0,0 1,-1-1,0 1,-1 0,0 0,-1 0,0 0,-1 0,0 0,-1 0,-1 7,-33 142,34-158,-10 36,-2 4,1 2,2-1,2 2,0 25,7-58,1-1,0 0,0 1,1-1,1 0,0 1,1-1,0 0,0-1,1 1,1-1,-1 1,2-1,0 0,0-1,0 0,1 0,1 0,0-1,3 3,-5-6,-1 0,1-1,0 0,0-1,1 1,-1-1,1-1,0 1,-1-1,1 0,0 0,0-1,2 0,-6-1,0 1,0-1,0 0,1-1,-1 1,0-1,0 1,0-1,1 0,-1 0,0 0,0-1,-1 1,1-1,0 0,0 1,-1-1,1 0,-1-1,0 1,1 0,-1-1,0 1,0-1,-1 0,1 1,0-1,-1 0,1-2,2-12,0 0,-1 0,-1-1,0 1,-2-1,0 1,-1 0,0-1,-2 1,0 0,-1 0,0 0,-2 0,-4-10,-2-3,-2 0,0 1,-2 1,-1 0,-2 1,0 1,-2 1,-1 1,0 0,-2 2,-1 1,-1 0,0 2,-4 0,6 2,24 17,0 0,1 0,-1 0,0 0,1 0,-1 0,0-1,1 1,-1 0,0 0,1 0,-1 0,0 0,1-1,-1 1,0 0,0 0,1 0,-1-1,0 1,0 0,1 0,-1-1,0 1,0 0,0-1,0 1,1 0,-1-1,0 1,0 0,0-1,0 1,0 0,0-1,0 1,0 0,0-1,0 1,0 0,0-1,0 1,0 0,0-1,0 1,-1 0,1-1,0 1,0 0,0 0,0-1,-1 1,1 0,0 0,0-1,-1 1,1 0,0 0,212 3,46-19,-257 16,0 1,0 0,0-1,0 1,0 0,0-1,0 1,0 0,0 0,0 0,-1 0,1 0,0 0,-1 0,1 0,0 0,-1 0,1 0,-1 0,0 0,1 1,-1-1,0 0,0 0,0 0,0 1,0-1,0 0,0 0,0 0,0 1,-1-1,1 0,0 0,-1 0,1 0,-1 1,1-1,-1 0,0 0,1 0,-1 0,0 0,-1 0,-1 16,2-10,1 1,0 0,0 0,1 0,0 0,1-1,-1 1,1 0,1-1,0 0,0 1,0-1,1 0,0-1,1 2,-3-4,1-1,-1 0,1 0,-1 0,1 0,0 0,0-1,1 1,-1-1,0 0,1 0,0 0,-1 0,1-1,0 1,0-1,0 0,0 0,-1 0,2-1,-1 0,0 1,0-1,0-1,0 1,0-1,0 1,0-1,3-1,16-8</inkml:trace>
  <inkml:trace contextRef="#ctx0" brushRef="#br1" timeOffset="51490.854">24492 11658,'-16'-5,"-5"4,5 3,13 7,15 2,16-2,2-2</inkml:trace>
  <inkml:trace contextRef="#ctx0" brushRef="#br1" timeOffset="51790.462">24746 11070,'-11'-96,"8"115,0 144,8 1,6-2,7 1,27 101,-42-251,39 116,-41-128,-1 0,0 0,1 1,0-1,-1 0,1 0,0 1,-1-1,1 0,0 0,0 0,0 0,0 0,0 0,0 0,0-1,0 1,0 0,1-1,-1 1,0 0,0-1,1 0,-1 1,0-1,1 0,-1 1,0-1,1 0,-1 0,0 0,1 0,-1 0,1-1,-1 1,0 0,1-1,-1 1,0-1,0 1,1-1,-1 0,0 1,1-2,15-11,-1-1,0-1,-1 0,-1-2,0 1,-1-2,0 0,4-5,43-63,-60 86,0 0,0 0,0 1,0-1,0 0,0 0,1 0,-1 1,0-1,0 0,0 0,0 0,1 0,-1 0,0 1,0-1,0 0,1 0,-1 0,0 0,0 0,1 0,-1 0,0 0,0 0,1 0,-1 0,0 0,0 0,0 0,1 0,-1 0,0 0,0 0,1 0,-1 0,0 0,0-1,0 1,1 0,-1 0,0 0,0 0,0 0,0-1,1 1,-1 0,-6 30,4-23,-1 1,1 0,1-1,-1 1,1 0,1 0,0 0,0 0,0 0,1 0,0 0,0-1,1 1,0 0,1-1,-1 1,1-1,1 0,0 0,0 0,0 0,0-1,1 0,3 4,2-3,-1 0,1-1,0 0,0-1,0 1,1-2,0 0,0 0,0-1,0 0,6 0,27 4</inkml:trace>
  <inkml:trace contextRef="#ctx0" brushRef="#br1" timeOffset="52090.759">25374 11431,'-14'-12,"-11"-5,-6-3,1 0,2 4,4 4,4 4,5 4</inkml:trace>
  <inkml:trace contextRef="#ctx0" brushRef="#br1" timeOffset="52357.532">24920 11390,'25'12,"26"7,23 4,20 2,6 4,1 3,-17-3</inkml:trace>
  <inkml:trace contextRef="#ctx0" brushRef="#br1" timeOffset="52639.924">25588 11858,'0'3,"-1"1,1-1,0 1,1-1,-1 0,0 1,1-1,0 0,0 0,0 1,0-1,0 0,1 0,-1 0,1 0,0 0,0-1,0 1,0 0,1-1,-1 0,1 1,-1-1,1 0,0 0,0-1,0 1,0 0,0-1,0 0,0 0,3 1,-1 0,0-1,1 0,-1 0,1-1,-1 1,1-1,-1-1,1 1,-1-1,1 0,-1 0,1 0,-1-1,0 1,0-2,0 1,0 0,0-1,0 0,-1 0,1 0,-1-1,0 0,0 1,0-1,-1-1,1 1,-1 0,0-1,0 0,-1 0,1 0,-1 0,0 0,0 0,-1 0,0-1,0 1,0-1,0 1,-1-1,0 1,0-1,-1 1,1-2,-2 3,1 0,-1 0,0 0,1 0,-2 1,1-1,0 1,-1-1,0 1,1 0,-1 0,-1 0,1 0,0 1,-1-1,1 1,-1 0,0 0,0 0,0 0,1 1,-2 0,1 0,0 0,0 0,-4 0,0 0,1 1,-1-1,1 2,-1-1,1 1,-1 0,1 0,0 1,-1 0,1 1,0-1,1 1,-1 1,-6 3,8-4,1 0,-1 1,1-1,0 1,0 0,0 0,1 0,-1 1,1 0,0-1,0 1,1 0,-1 0,1 0,0 1,1-1,-1 0,1 1,0-1,0 1,1-1,0 1,0-1,0 1,0 0,1-1,0 1,0-1,1 0,0 1,0-1,3 5,0-1,1 1,1-1,0-1,0 0,0 0,1 0,0-1,1 0,0 0,0-1,0 0,1-1,2 1,150 56,120 2,-140-39</inkml:trace>
  <inkml:trace contextRef="#ctx0" brushRef="#br1" timeOffset="46980.198">16645 11805,'6'29,"-6"-29,0 1,0-1,1 1,-1-1,0 0,0 0,1 1,-1-1,0 0,0 1,1-1,-1 0,0 0,1 1,-1-1,1 0,-1 0,0 0,1 0,-1 0,0 1,1-1,-1 0,1 0,-1 0,0 0,1 0,-1 0,1 0,-1 0,0 0,1-1,-1 1,1 0,-1 0,0 0,1 0,-1 0,0-1,1 1,-1 0,0 0,1-1,-1 1,0 0,1-1,-1 1,0 0,0-1,1 1,-1 0,0-1,0 1,0 0,0-1,0 1,1 0,-1-1,0 1,0-1,0 1,0-1,0 1,0 0,0-1,0 1,0-1,-1 1,1 0,0-1,2-5,0-1,-1 0,0 1,0-1,0 0,-1 0,0 0,0 0,-1 0,0 1,0-1,-1 0,0 1,0-1,0 1,-1-1,0 1,0 0,-1 0,0 0,0 1,0-1,0 1,-1 0,0 0,0 1,0-1,-1 1,1 0,-1 1,0-1,0 1,-1 0,1 1,-1 0,1 0,-1 0,0 0,1 1,-1 0,0 1,0 0,0 0,-2 0,-2 5,1-1,0 2,1-1,-1 1,1 1,0-1,1 2,0-1,0 1,0 0,1 1,0 0,1 0,0 0,0 1,1 0,1 0,-1 0,2 1,-1-1,1 1,1 1,-2-3,0 1,1 0,0 0,1 1,0-1,1 1,0-1,0 1,1-1,1 1,0-1,0 1,1-1,0 1,1-1,0 0,1 0,0 0,0-1,1 1,0-1,1 0,0-1,0 1,1-1,7 6,3-2,1-2,1 0,-1-1,2 0,-1-2,1 0,0-1,1-2,-1 0,1 0,0-2,0-1,0-1,0 0,0-2,-1 0,20-5,-16 1,0 0,-1-1,0-1,-1-2,1 0,-2-1,1-1,7-7,21-19</inkml:trace>
  <inkml:trace contextRef="#ctx0" brushRef="#br1" timeOffset="47258.25">17166 11551,'0'16,"0"16,0 15,0 10,0 7,0 4,0 0,-2-4,-1-4,0-12,0-12</inkml:trace>
  <inkml:trace contextRef="#ctx0" brushRef="#br1" timeOffset="47523.83">17727 11564,'-93'69,"33"-23,-3-2,-50 25,-25-4,137-65,1 0,-1 0,1 0,-1 0,1 0,-1 0,1 0,0 0,-1 0,1 0,-1 1,1-1,-1 0,1 0,0 0,-1 1,1-1,-1 0,1 0,0 1,-1-1,1 0,0 1,0-1,-1 1,1-1,0 0,0 1,-1-1,1 1,0-1,0 0,0 1,0-1,0 1,0-1,0 1,0-1,0 1,0-1,0 1,0-1,0 0,0 1,0-1,0 1,0-1,1 1,-1-1,0 0,0 1,0-1,1 1,23 8,-21-8,32 9,-2 1,1 2,-1 1,-1 1,-1 2,9 7,-8-2,-11-6,1-1,0-1,2 0,-1-2,2-1,0-1,0-1,6 1,103-1,-72-14</inkml:trace>
  <inkml:trace contextRef="#ctx0" brushRef="#br1" timeOffset="73385.415">15936 2286,'-17'-6,"0"1,-1 0,1 2,-1 0,0 0,0 2,-8 0,21 3,-1 0,1 0,0 0,0 1,0-1,0 1,0 1,1-1,-1 1,1-1,0 1,0 0,0 1,1-1,-1 1,1 0,0-1,1 2,-2 2,-9 11,-16 22,1 1,3 1,1 2,2 0,3 1,-10 35,0 45,6 2,5 0,6 2,6-1,7 84,1-129,2-1,13 57,-12-107,2-1,2 0,0-1,2 0,2 0,1-1,1-1,6 7,-14-23,1-1,1-1,0 0,0 0,1 0,0-2,1 1,0-1,1-1,0 0,0 0,1-1,0-1,0 0,0-1,1-1,-1 0,1 0,0-1,0-1,1-1,-1 0,0 0,1-2,-1 0,0 0,6-2,1-4,1-1,-1-1,-1-1,1-1,-2 0,0-2,0 0,-1-1,-1-1,0 0,-1-2,-1 1,0-2,-1 0,-1-1,-1 0,-1-1,-1-1,0 1,-2-1,3-10,9-45,-2-1,-5-1,-2-1,-4 1,-3-47,-1-731,-3 784,-1 19,2-21,-3 1,-3 0,-3 0,-4 0,-5-10,15 72,-1 1,1 0,-1-1,-1 1,0 1,-1-1,0 1,0-1,-1 1,0 1,0-1,-1 1,0 0,-1 1,1 0,-2 0,1 0,-1 1,0 0,0 1,0 0,-1 1,0 0,0 0,0 1,-2-1,1 4,1 1,-1 0,1 0,0 1,-1 0,1 1,0 0,1 0,-1 1,0 1,1 0,0 0,0 0,1 1,-1 1,1 0,0 0,-21 20,2 1,0 1,-17 27,-24 35</inkml:trace>
  <inkml:trace contextRef="#ctx0" brushRef="#br1" timeOffset="74892.429">15976 2848,'-14'-9,"7"30,-8 235,-7-105,-39 142,5-33,44-165,18-72,10-31,-8-9,-1-1,-2 0,1 0,-2 0,0 0,-2-1,0 1,0-20,-2 30,8-431,-3 52,14 36,-21 308,-3 44,-14 62,-3 63,6 1,5 0,6 1,10 108,41 253,-50-452,-2-44,-6-120,22-397,1 45,-18 379,0 79,6 21,1 0,-1 0,0 0,1 0,-1 0,1 1,-1-1,0 0,1 0,-1 0,1 0,-1 1,1-1,-1 0,1 1,-1-1,1 0,-1 1,1-1,-1 1,1-1,0 1,-1-1,1 0,0 1,-1 0,1-1,0 1,0-1,-1 1,1-1,0 1,0-1,0 1,0 0,0-1,0 1,0-1,0 1,0 0,0-1,0 1,0-1,0 1,0 0,1-1,-1 1,-9 209,26 540,-11-585,-1-9,0-363,21-107,-9 135,14-298,-33 444,-5 30,-23 84,3 56,7 0,5 1,6 20,-15 392,23-535,1-4,-1-1,0 1,0 0,-1-1,0 1,-1-1,0 0,0 1,-2-2,1 1,-5 7,-11-1,1-11</inkml:trace>
  <inkml:trace contextRef="#ctx0" brushRef="#br1" timeOffset="76439.909">15776 3115,'-62'91,"-4"-3,-15 9,74-88,4-7,0 0,1 1,-1-1,1 1,0 0,0-1,0 1,0 0,1 0,-1 0,1 1,0-1,-1 0,2 1,-2 2,3-5,0 1,0-1,0 0,0 0,0 0,0 0,0 0,1 0,-1 0,0 0,1 0,-1 0,0-1,1 1,-1-1,1 1,-1-1,1 1,-1-1,1 0,0 0,-1 0,1 0,-1 0,1 0,-1 0,1 0,1 0,285-3,-56-6,-194 0,-38 9,0 0,0-1,0 1,0 0,0-1,0 1,0 0,0-1,0 1,0-1,0 1,0 0,0-1,0 1,0 0,-1-1,1 1,0 0,0-1,0 1,-1 0,1 0,0-1,0 1,-1 0,1 0,0-1,-1 1,1 0,0 0,-1 0,1 0,0-1,-1 1,1 0,0 0,-1 0,1 0,0 0,-1 0,1 0,0 0,-1 0,1 0,-1 0,1 0,0 0,-1 0,1 1,0-1,-1 0,1 0,0 0,-1 0,1 1,0-1,-274-4,139-43,134 44,15 2,-12 1,352 1,-319 1,-50 6,-247 23,308-23,57-12,-99 4,-1-1,1 0,-1 0,1 0,-1 0,1 0,-1-1,1 0,-1 0,0 0,0 0,0 0,0 0,-1-1,1 1,0-1,-1 0,0 0,0 0,0 0,0 0,0-1,-1 1,1 0,-1-1,1-1,-1-9,-1-1,0 1,-1 0,-1-1,0 1,-1 0,0 0,-1 0,-1 0,-6-11,6 11,-33-83,38 97,0-1,0 0,-1 1,1-1,0 1,0-1,0 0,-1 1,1-1,0 1,-1-1,1 1,0-1,-1 1,1-1,-1 1,1-1,-1 1,1-1,-1 1,1 0,-1-1,1 1,-1 0,1-1,-1 1,0 0,1 0,-1 0,0-1,1 1,-1 0,1 0,-1 0,0 0,1 0,-1 0,0 1,1-1,-1 0,0 0,1 0,-1 0,0 1,-9 29,8-5,0 0,2 0,1 0,0 0,2 0,1 0,2-1,0 1,1-1,1-1,2 1,0-2,1 1,1-1,2-1,10 14,-23-34,18 19,-19-20,0 0,0 0,0-1,0 1,0 0,0-1,0 1,0 0,0-1,0 1,0 0,0-1,0 1,0 0,0 0,0-1,0 1,0 0,0-1,0 1,1 0,-1 0,0-1,0 1,0 0,0 0,1-1,-1 1,0 0,0 0,1-1,-1 1,0 0,0 0,1 0,-1 0,0 0,0-1,1 1,-1 0,0 0,1 0,-1 0,0 0,1 0,-1 0,0 0,1 0,-1 0,0 0,0 0,1 0,-1 0,0 0,1 1,-1-1,0 0,0 0,1 0,-1 0,0 1,0-1,1 0,-4-11,0 0,-1 0,0 0,-1 0,0 1,-1-1,0 1,-2-2,0-1,-220-361,215 358,13 17,0-1,0 0,0 0,0 0,0 0,0 1,0-1,0 0,0 0,-1 0,1 0,0 0,0 0,0 1,0-1,0 0,0 0,-1 0,1 0,0 0,0 0,0 0,0 0,-1 0,1 0,0 0,0 0,0 0,0 0,-1 0,1 0,0 0,0 0,0 0,0 0,-1 0,1 0,0 0,0 0,0 0,0 0,-1 0,1-1,0 1,0 0,7 18,1 0,0-1,1 0,1 0,1-1,7 8,-14-18,171 196,-147-164,-29-37,1-1,0 1,-1-1,1 0,0 1,-1-1,1 0,-1 0,1 1,-1-1,1 0,-1 0,1 1,0-1,-1 0,1 0,-1 0,1 0,-1 0,1 0,-1 0,1 0,-1 0,0 0,1 0,0 0,-1 0,1-1,-1 1,1 0,-1 0,1 0,-1-1,1 1,-1 0,1 0,0-1,-1 1,1 0,0-1,-1 1,1-1,-1 1,-18-14,0-1,0-1,1 0,1-2,1 0,-3-5,5 6,-67-85,70 90</inkml:trace>
  <inkml:trace contextRef="#ctx0" brushRef="#br1" timeOffset="76989.151">15869 2567,'-1'0,"1"0,-1 0,1-1,-1 1,1 0,-1-1,1 1,-1 0,1-1,-1 1,1 0,-1-1,1 1,0-1,-1 1,1-1,0 1,-1-1,1 1,0-1,0 1,0-1,-1 1,1-1,0 1,0-1,0 0,0 1,0-1,0 1,0-1,0 0,0 1,0-1,0 1,1-1,-1 1,0-1,0 1,0-1,1 1,-1-1,0 1,1-1,-1 1,0-1,1 1,-1-1,1 1,-1 0,1-1,-1 1,1 0,-1-1,1 1,-1 0,38-3,460 76,-345-62,-320-15,-183-21,497 25,-124 0</inkml:trace>
  <inkml:trace contextRef="#ctx0" brushRef="#br1" timeOffset="80399.638">15829 3022,'-29'42,"1"1,2 1,3 1,1 1,-9 30,30-74,-1 0,1 0,0 0,-1 0,1 1,0-1,0 0,0 1,1-1,-1 1,1-1,-1 1,1-1,0 1,0-1,0 1,0 0,0-1,1 1,-1-1,1 1,0-1,-1 0,1 1,0-1,0 0,1 1,-1-1,0 0,1 0,0 0,-1 0,1 0,0-1,0 1,0 0,0-1,0 1,0-1,0 0,1 0,1 1,130 3,-89-7,42 0,0 4,65 12,-97-14,-55-1,0 0,0 0,0-1,0 1,-1 0,1 0,0-1,-1 1,1 0,-1 0,1 0,-1 0,1-1,-1 1,0 0,0 0,1 0,-1 0,0 1,0-1,0 0,0 0,0 0,0 1,0-1,-1 1,1-1,0 1,-176-110,158 93,1 0,0-1,1-1,1 0,1-2,0 1,2-2,-9-19,-16-16,43 79,11 4,2 0,0-2,2 0,1-1,9 7,1-11,-32-35,-77-79,78 96,0-1,0 1,0-1,0 1,0 0,0-1,0 1,0-1,0 1,0-1,-1 1,1-1,0 1,0-1,-1 0,1 1,0-1,0 1,-1-1,1 1,-1-1,1 0,0 1,-1-1,1 0,-1 1,1-1,-1 0,1 0,-1 0,1 1,-1-1,1 0,-1 0,1 0,-1 0,1 0,-1 0,1 0,-1 0,1 0,-1 0,1 0,-1 0,1 0,-1 0,1-1,-1 1,1 0,-1 0,1-1,-1 1,1 0,-1 0,1-1,0 1,-1-1,1 1,0 0,-1-1,1 1,0-1,-1 1,1-1,0 1,0-1,0 1,-1-1,1 1,0-1,6 41,-1-14,-1 0,-1 0,-1 0,-2 1,-1-1,0 0,-2 1,-1-1,-2-1,0 1,-2 2,5-17,-28 212,28-172,-3-1,-2 1,-2-2,-2 1,-10 23,13-54,9-20,0 1,0 0,-1 0,1 0,0 0,0-1,0 1,0 0,0 0,0 0,0 0,-1 0,1-1,0 1,0 0,0 0,0 0,-1 0,1 0,0 0,0 0,0 0,-1 0,1 0,0 0,0 0,0 0,0 0,-1 0,1 0,0 0,0 0,0 0,-1 0,1 0,0 0,0 0,0 0,0 0,-1 0,1 0,0 0,0 0,0 1,0-1,-1 0,1 0,0 0,0 0,0 0,0 1,0-1,0 0,0 0,-1 0,18-130,-13 98,-1 0,-2 0,-1 0,-1 0,-2 0,-6-25,-2 31,11 27,1-1,-1 0,0 1,0-1,0 0,0 0,0 1,1-1,-1 0,0 1,0-1,0 0,0 1,0-1,0 0,0 1,0-1,0 0,0 1,0-1,-1 0,1 1,0-1,0 0,0 1,0-1,0 0,-1 1,1-1,0 0,0 0,0 1,-1-1,1 0,0 0,0 1,-1-1,1 0,0 0,-1 0,1 0,0 0,-1 1,1-1,0 0,-1 0,1 0,0 0,-1 0,1 0,0 0,-1 0,1 0,0 0,-1 0,1 0,0 0,-1 0,1-1,0 1,0 0,-1 0,1 0,0 0,-1-1,17 179,-7-30,-4-127,0-33,-4 9,-1 0,0 0,1 0,-1 0,0 0,0 0,-1 0,1 0,-1 0,1 0,-1 0,0 0,0 0,0 0,0 1,-1-1,1 0,-1 1,0-1,0 1,0 0,0 0,0-1,0 1,0 0,-1 1,1-1,-1 0,1 1,-1-1,0 1,0 0,-2-1,-18-3,0 2,1 0,-1 1,0 2,0 0,0 1,0 1,0 2,0 0,-41 4,48-7,-15 4,1-2,-1-1,1-1,-1-2,1-1,0-2,-1-1,-21-6,39 7,44 14,85 15,0-6,1-5,54-3,-71-4,-12-1,-77-5,-17 0,-19-1,22 0,-164-3,0-7,-148-30,55-10,317 59,155 16,80-4,-74-8,65 19,-243-25,-27-2,-20-2,-24-1,-269-16,214 5,1 5,-1 3,0 4,-23 6,55 8,58-6,80 6,30-15,0-5,0-5,105-21,-120 14,-99 14,0 1,0 0,0 0,0-1,0 1,0 0,0-1,-1 1,1 0,0 0,0-1,1 1,-1 0,0 0,0-1,0 1,0 0,0-1,0 1,0 0,0 0,0-1,-60 0,0 3,0 2,-17 6,65-9,8-1,0 0,0 1,0-1,0 1,0 0,0 0,0 0,0 1,0-1,0 1,1 0,-1 0,-3 3,7-5,0 1,-1 0,1-1,0 1,0 0,0-1,0 1,0 0,0-1,0 1,0 0,0-1,1 1,-1 0,0-1,0 1,0 0,1-1,-1 1,0-1,1 1,-1 0,1-1,-1 1,0-1,1 1,-1-1,1 1,0-1,-1 0,1 1,-1-1,1 0,0 1,-1-1,1 0,-1 0,1 1,0-1,14 5,-1 0,1-1,0 0,0-1,0-1,0 0,0-1,12-1,-12 1,11 0,-10 1,1-1,-1-1,0 0,1-2,-1 1,11-4,-28 5,1 0,0 0,0 0,-1 0,1 0,0 0,-1 0,1 0,0-1,-1 1,1 0,0 0,0 0,-1 0,1 0,0-1,0 1,-1 0,1 0,0 0,0-1,0 1,-1 0,1 0,0-1,0 1,0 0,0 0,0-1,-1 1,1 0,0 0,0-1,0 1,0 0,0-1,0 1,0 0,0-1,0 1,0 0,0 0,0-1,0 1,1 0,-1-1,0 1,0 0,0 0,0-1,0 1,1 0,-1 0,0-1,0 1,0 0,1 0,-1-1,0 1,0 0,1 0,-1 0,0 0,0 0,1-1,-1 1,0 0,1 0,-26-11,24 11,-5-2,6 2,-1 0,0 0,1 0,-1 0,1 0,-1 0,0 0,1 0,-1 0,1-1,-1 1,1 0,-1 0,0-1,1 1,-1 0,1-1,-1 1,1 0,0-1,-1 1,1-1,-1 1,1-1,0 1,-1-1,1 1,0-1,-1 1,1-1,0 1,0-1,0 0,0 1,0-1,-1 1,1-1,0 0,0 1,0-1,0 1,1-1,-1 0,0 1,0-1,0 1,0-1,1 1,-1-1,0 0,1 1,5-19,-1 0,0 0,-2 0,0 0,-1-1,-1 1,-1-1,0 1,-2-1,-2-15,3 33,-56-459,61 366,-18 149,3 0,3 0,1 0,3 1,3 0,2 0,2 0,3-1,10 44,4-32,-13-84,-8-129,1 161,0-45,-25-421,9-165,14 548,2 68,0 0,-1 0,1 1,0-1,0 0,0 0,-1 0,1 1,0-1,0 0,0 0,0 0,1 0,-1 1,0-1,0 0,0 0,1 0,-1 1,0-1,1 0,-1 0,0 1,1-1,-1 0,1 1,0-1,-1 0,1 1,-1-1,1 1,0-1,-1 1,1 0,0-1,0 1,-1-1,1 1,0 0,0 0,0 0,-1-1,1 1,0 0,0 0,0 0,0 0,-1 0,1 0,0 0,0 1,0-1,-1 0,1 0,0 1,183 24,224-6,-358-9,-50-10,0 1,1-1,-1 0,0 1,0-1,0 1,1-1,-1 1,0-1,0 0,0 1,0-1,0 1,0-1,0 1,0-1,0 1,0-1,0 0,-1 1,1-1,0 1,0-1,0 1,0-1,-1 0,1 1,0-1,0 0,-1 1,1-1,0 0,-1 1,1-1,0 0,-1 1,1-1,-1 0,1 0,0 0,-1 1,1-1,-1 0,1 0,0 0,-1 0,1 0,-1 0,1 0,-1 0,1 0,-1 0,1 0,-19 5,0-1,0-1,-1 0,1-2,-1 0,-14-2,21 1,-50-3,1-3,-62-14,-6 0,74 17,56 3,0 0,-1 0,1 0,0 0,-1 0,1 0,-1 0,1 0,0 0,-1 0,1 0,0 0,-1 1,1-1,0 0,-1 0,1 0,0 0,-1 1,1-1,0 0,-1 0,1 1,0-1,0 0,-1 1,1-1,0 0,0 1,0-1,-1 0,1 1,0-1,0 0,0 1,0-1,0 0,0 1,0-1,0 1,0-1,0 0,0 1,0-1,0 1,0-1,0 0,0 1,0-1,1 0,-1 1,0-1,0 0,0 1,1-1,-1 0,0 1,0-1,1 0,-1 0,0 1,1-1,-1 0,0 0,1 1,23 15,5-4,1-2,0-2,1 0,0-2,0-2,0 0,16-2,11 2,0-2,-1-3,49-7,-75 2,-31 6,0 0,-1 0,1 0,0 0,-1 0,1-1,0 1,-1 0,1 0,0 0,0-1,-1 1,1 0,0 0,0-1,-1 1,1 0,0-1,0 1,0 0,0 0,-1-1,1 1,0 0,0-1,0 1,0 0,0-1,0 1,0-1,0 1,0 0,0-1,0 1,0 0,0-1,0 1,0 0,0-1,0 1,1 0,-1-1,0 1,0 0,0-1,0 1,1 0,-1 0,0-1,1 1,-170-12,77 11,-1 4,-55 9,101-3,37-3,31-5,18-3</inkml:trace>
  <inkml:trace contextRef="#ctx0" brushRef="#br1" timeOffset="87653.727">3169 1578,'0'1,"1"-1,-1 1,0 0,0-1,1 1,-1 0,0-1,1 1,-1-1,0 1,1 0,-1-1,1 1,-1-1,1 1,-1-1,1 1,0-1,-1 0,1 1,-1-1,1 0,0 1,-1-1,1 0,0 0,0 0,-1 0,1 1,0-1,-1 0,1 0,0 0,0-1,-1 1,1 0,0 0,-1 0,1 0,0-1,-1 1,1 0,1 0,338 7,1116 84,408 0,-563-44,-15-40,-771-9,533 2,-827-13,-218 13,0 0,-1 0,1-1,-1 1,1-1,-1 1,1-1,-1 0,1 0,-1 0,0 0,1-1,-1 1,0 0,0-1,0 0,0 1,0-1,-1 0,1 0,0 0,0-2,2-11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08:26.87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0,'0'14,"2"6,1 5,0 0,-1-3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08:27.16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0,'12'16,"5"5,0 1,-2-2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08:27.54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7,'27'2,"30"1,27 0,28-1,25-2,20-2,12-3,3 0,-28 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08:24.69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471 776,'13'36,"-13"-36,0 1,1-1,-1 1,0-1,0 1,1-1,-1 1,0-1,1 0,-1 1,1-1,-1 0,1 1,-1-1,0 0,1 0,-1 1,1-1,-1 0,1 0,-1 0,1 0,-1 0,1 1,0-1,-1 0,1 0,-1 0,1-1,-1 1,1 0,-1 0,1 0,-1 0,1 0,-1-1,1 1,-1 0,1 0,-1-1,1 1,-1 0,0-1,1 1,-1 0,0-1,1 1,-1-1,0 1,1 0,-1-1,0 1,0-1,1 1,-1-1,0 1,0-1,0 1,0-1,0 0,0 1,0-1,0 1,0-1,0 1,0-1,0 1,4-14,-1 1,0-1,-1 0,-1 0,0 0,-1 0,0 0,-1 1,-1-1,0 0,-1 0,-3-9,0 1,0 0,-2 1,0-1,-1 2,-1-1,-1 1,-1 1,-1 0,0 1,-2 0,0 1,0 0,-2 2,-17-14,28 26,1-1,-1 1,0 0,0 1,-1-1,1 1,0 1,-1-1,1 1,-1 0,0 0,1 1,-1 0,0 0,1 1,-1 0,1 0,-1 0,1 1,-1 0,1 0,0 1,0-1,0 2,0-1,0 0,1 1,0 0,-1 0,2 1,-2 0,-7 11,0 1,1 0,1 0,0 2,2-1,0 1,1 0,1 1,0 0,2 0,0 1,2-1,0 1,1 0,1 0,1 0,1 0,1 0,1-1,0 1,2-1,3 10,-2-11,0 0,1-1,1 0,1-1,0 0,1 0,1-1,1 0,0-1,13 13,-17-20,1 0,-1-1,1-1,0 1,0-1,1-1,0 0,0 0,0-1,1 0,-1-1,1 0,0-1,0 0,0 0,0-1,0-1,0 0,9-1,-7-1,0-1,0-1,0 0,-1 0,0-1,0-1,0 0,0-1,-1 0,0-1,-1 0,1 0,-2-1,1-1,-1 1,-1-2,0 1,7-12,-13 18,-2 4,0-1,0 1,0-1,0 0,0 1,0-1,0 1,0-1,0 1,0-1,0 1,0-1,0 0,1 1,-1-1,0 1,0-1,1 1,-1-1,0 1,1 0,-1-1,0 1,1-1,-1 1,0 0,1-1,-1 1,1 0,-1-1,1 1,-1 0,1 0,-1-1,1 1,-1 0,1 0,0 0,-1 0,1 0,-1 0,1 0,-1 0,1 0,-1 0,1 0,0 0,-1 0,1 0,-1 1,1-1,-1 0,1 0,-1 1,1-1,-1 0,1 1,1 11,0 2,1 0,1 0,0 0,0 0,1 0,1-1,0 0,1 0,1-1,0 0,3 4,-5-10,0 0,0 0,0-1,1 0,-1 0,1-1,0 1,1-1,5 2,-11-5,1 0,-1-1,1 1,0 0,-1-1,1 1,0-1,0 0,-1 0,1 0,0 0,0 0,-1-1,1 1,0-1,0 0,-1 0,1 0,-1 0,1 0,-1 0,0-1,1 1,-1-1,0 0,0 0,0 0,0 0,0 0,0 0,2-4,-1 0,1-1,-1 1,-1-1,1 1,-1-1,0 0,-1 0,1 0,-2 0,1 0,-1 0,0 0,0 0,0 0,-1-1,-1 1,1 1,-1-1,0 0,-1 0,1 1,-1-1,-1 1,1 0,-1 0,0 0,0 0,-1 1,0-1,0 1,0 1,0-1,-1 1,0 0,0 0,0 0,0 1,-2-1,-19 3,36 9,145 2,-113-10,-35 0,1-2,0 1,0 0,0 1,0 0,0 0,0 0,0 1,0 0,0 0,-1 1,1 0,0 0,-1 0,1 1,-1 0,0 1,0-1,0 1,-1 0,1 0,-1 1,0 0,0 0,0 0,-1 0,0 1,3 4,1 10,23 42,-30-60,1-1,-1 1,0-1,1 0,0 0,-1 1,1-1,0 0,0 0,-1-1,1 1,0 0,0-1,0 1,0-1,0 1,0-1,0 0,0 0,0 0,0 0,0 0,0 0,0-1,0 1,0-1,0 1,0-1,0 0,0 0,0 0,0 0,14-9,1-1,-2-1,1 0,-2-1,0-1,0 0,-1-1,-1 0,0-1,6-12,-1 18,-12 37,-6-17,0 0,1 0,1 1,0-1,0 0,1 0,0 0,0 0,2 0,-1 0,1-1,0 1,1-1,0 0,1 0,0-1,0 0,0 0,1 0,1-1,-1 0,1 0,6 1,1 1,0-2,0 0,1-1,0-1,0 0,0-1,0-1,2 0,34 4</inkml:trace>
  <inkml:trace contextRef="#ctx0" brushRef="#br0" timeOffset="859.253">2115 963,'-5'-6,"-1"0,-1 0,1 1,-1 0,1 0,-2 1,1 0,0 0,-1 0,1 1,-1 0,0 1,0 0,0 0,-1 1,1 0,0 0,0 1,-1 0,1 0,0 1,-1 0,1 0,0 1,0 1,0-1,0 1,1 0,-1 1,1 0,0 0,0 0,0 1,-5 5,9-8,1 0,0 0,0 1,0-1,0 1,0 0,0-1,0 1,1 0,0 0,0 0,-1 0,2 0,-1 0,0 0,1 0,-1 1,1-1,0 0,0 0,0 1,0-1,1 0,-1 0,1 0,0 0,0 0,0 0,0 0,1 0,-1 0,1 0,0 0,0-1,0 1,0-1,0 0,0 1,1-1,-1 0,1 0,9 3,1 0,-1 0,1-2,0 0,0 0,1-1,-1 0,0-2,1 1,-1-2,1 1,-1-2,0 0,0-1,0 0,8-3,3 0,-1-2,-1 0,1-1,-2-2,1 0,-1-1,-1-1,0-1,-1-1,0 0,-2-2,0 0,0-1,-2 0,0-1,-1-1,-1-1,-1 0,-1 0,-1-1,-1 0,5-18,-2-3,-3-1,-1 1,-1-2,-3 1,-2 0,-2-1,-1 0,-3 1,-8-41,10 69,-1 1,0 0,-1-1,-1 1,0 1,-1-1,-1 1,0 0,0 0,-2 1,0 0,-5-5,12 16,0 0,0 0,0 0,0 0,-1 0,1 1,-1-1,1 1,-1 0,1 0,-1 0,0 0,1 0,-1 0,0 1,0 0,0-1,0 1,0 0,1 0,-1 0,0 1,0-1,0 1,1 0,-1-1,0 1,0 0,1 1,-1-1,-1 2,-2 1,-1 1,1 0,1 0,-1 0,1 1,0 0,0 0,1 1,-1-1,1 1,0 2,-5 10,1 1,1 0,0 0,2 1,0 0,2 0,0 0,1 0,1 0,2 0,0 1,1-1,0 0,2 0,5 16,4 7,3 0,1 0,2-2,2 0,2-1,19 25,-30-47,30 44,2-1,47 50,-89-109,-1 0,1-1,0 0,0 0,0 1,0-1,0 0,1 0,-1-1,0 1,1 0,0-1,-1 0,1 0,0 1,-1-1,1-1,0 1,0 0,0-1,0 1,0-1,0 0,0 0,0 0,0-1,0 1,0-1,-1 1,1-1,0 0,2-1,5-7,-1-1,0-1,0 1,-1-1,0-1,-1 0,0 0,-1 0,0-1,-1 1,0-1,1-9,10-36,-15 51,-4 12,-4 12,5-9,-1-1,1 1,0-1,1 1,0 0,0-1,0 1,1 0,0 0,1 0,0-1,0 1,1 0,0-1,0 1,0-1,1 0,0 0,1 0,0 0,0 0,0-1,1 1,0-1,0 0,0-1,1 0,6 5,-8-7,0 0,0 0,1-1,-1 1,1-1,0 0,-1 0,1-1,0 0,0 1,0-2,0 1,0-1,0 1,1-1,-1-1,0 1,0-1,0 0,0 0,0 0,0-1,-1 1,1-1,0 0,-1-1,1 1,-1-1,0 0,0 0,0 0,0-1,0 0,-1 1,0-1,0-1,4-7,-1 0,0 0,-1-1,-1 0,0 0,-1-1,0 1,-1-1,-1 0,0 1,-1-10,-3 4,-5 23,-6 30,11-25,1-1,-1 1,2 0,-1 0,1 0,0 0,1 0,0 0,1 0,0 0,0 0,1 0,0-1,0 1,1 0,0-1,1 0,0 1,0-1,1-1,0 1,0-1,1 0,0 0,0 0,0-1,1 0,0 0,6 3,34 10,-1-6</inkml:trace>
  <inkml:trace contextRef="#ctx0" brushRef="#br0" timeOffset="1461.503">3399 762,'19'9,"1"2,-1 0,-1 1,0 1,0 0,-2 1,0 1,0 1,-1 1,-1 0,-1 0,-1 1,0 1,-1 0,-1 1,-1 0,-1 0,-1 1,0 0,-2 0,0 1,-1 5,-2 24,-1 1,-4 0,-1-1,-3 0,-2 0,-2-1,-9 23,-1 18,16-72,3-12,-1 0,2 0,-1 1,1-1,0 1,1-1,0 1,0-1,0 1,1 0,2 6,-2-12,0-1,0 0,0 0,0 1,0-1,0 0,1 0,-1 0,0 0,1 0,-1 0,1-1,-1 1,1 0,-1-1,1 1,-1-1,1 0,0 1,-1-1,1 0,0 0,-1 0,1 0,0 0,-1-1,1 1,-1 0,1-1,0 1,-1-1,1 1,-1-1,1 0,-1 0,0 0,1 0,-1 0,0 0,1 0,-1 0,0 0,0-1,0 1,0 0,0-1,-1 1,1-1,7-10,-1 0,0-1,-1 1,-1-1,0-1,0 1,-2-1,0 1,0-1,-1 0,-1 0,0 0,-1 0,-1-1,0 1,0 0,-4-12,-2-9,-1 1,-2-1,-1 2,-2-1,-1 1,-1 1,-2 1,-1 0,-2 2,-1 0,-1 1,-1 1,-1 1,-2 1,-2 0,-27-15,56 40,-1 0,0 0,0 0,1 0,-1 0,0 0,0 0,1 0,-1 0,0 0,0 0,1 0,-1 0,0 0,0-1,1 1,-1 0,0 0,0 0,0 0,1-1,-1 1,0 0,0 0,0 0,0-1,0 1,1 0,-1 0,0-1,0 1,0 0,0 0,0-1,0 1,0 0,0 0,0-1,0 1,0 0,0 0,0-1,0 1,0 0,0 0,0-1,-1 1,1 0,0 0,0-1,0 1,0 0,0 0,-1-1,1 1,0 0,0 0,0 0,0 0,-1-1,1 1,0 0,0 0,-1 0,1 0,0 0,0 0,-1 0,1 0,0 0,27-3,-20 2,561-62,-559 62,-7 0,1 0,-1 0,0 0,0 1,1-1,-1 1,0-1,1 1,-1 0,0 0,1 0,-1 0,0 0,1 1,-1-1,0 1,1-1,-1 1,0 0,0 0,0 0,0 0,0 0,0 1,0-1,0 1,0-1,-1 1,1 0,0-1,-1 1,1 0,-1 0,0 0,0 0,0 0,0 1,2 42,-3-38,0-1,0 1,0-1,1 0,0 1,0-1,1 0,0 1,0-1,0 0,1 0,0-1,2 5,-2-6,-1 0,1 0,0-1,0 0,0 1,1-1,-1 0,1 0,0-1,-1 1,1-1,0 0,1 0,-1 0,0 0,1-1,-1 0,0 0,1 0,-1 0,1-1,0 0,-1 0,1 0,-1 0,1-1,-1 0,1 0,-1 0,3-1,12-11</inkml:trace>
  <inkml:trace contextRef="#ctx0" brushRef="#br0" timeOffset="1703.905">4081 548,'-9'0,"3"5,11 8,10 6,12 7,2-1</inkml:trace>
  <inkml:trace contextRef="#ctx0" brushRef="#br0" timeOffset="1934.178">4362 989,'6'3,"1"-1,1 0,-1 0,0 0,0-1,1 0,-1 0,0-1,1 0,-1 0,1-1,-1 0,0-1,1 1,-1-1,0 0,0-1,-1 0,1 0,0-1,-1 1,0-1,0-1,0 1,0-1,-1 0,1 0,-1-1,-1 0,1 1,-1-2,0 1,0 0,-1-1,0 0,0 1,-1-1,0-1,1-3,-2 8,-1-1,1 1,-1-1,0 1,0 0,-1-1,1 1,-1 0,0-1,1 1,-1 0,-1 0,1 0,0-1,-1 1,0 1,1-1,-1 0,0 0,-1 1,1-1,0 1,-1-1,1 1,-1 0,0 0,0 0,0 1,0-1,0 1,0 0,0-1,0 1,-1 0,1 1,0-1,-1 1,1-1,0 1,-1 0,-1 1,-2-1,0 1,0 0,0 1,0 0,0 0,0 1,1-1,-1 1,1 1,0-1,0 1,0 0,0 1,1-1,-1 1,1 0,1 0,-1 1,1 0,-1-1,2 2,-1-1,1 0,0 1,0-1,1 1,-1 0,2 0,-1 0,1 0,0 0,0 0,1 0,0 0,0 1,1-1,0 0,0 0,1 0,1 5,1 1,0-1,0 0,1 0,0 0,1-1,1 1,0-2,0 1,1-1,1 0,-1 0,2-1,-1 0,1-1,1 0,-1-1,1 0,0 0,1-1,0-1,0 0,0 0,0-2,1 1,-1-1,1-1,0-1,0 1,0-2,12 0,35-8,-5-4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08:34.18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1,'18'7,"-1"0,1-1,0-2,0 1,0-2,0 0,1-2,6 1,-4-1,415 17,-163-11,-266-7,126 6,-1 5,48 14,-115-6,-84-9,-62-1,75-4,5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08:31.48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0 602,'24'-39,"-3"-2,-1 0,-2-1,0-6,15-34,-4 29,-28 52,0 1,-1-1,1 0,0 1,0-1,0 1,-1-1,1 1,0-1,0 1,0 0,0 0,0-1,0 1,0 0,0 0,0 0,0 0,0 0,0 0,0 0,0 0,0 0,0 0,0 1,0-1,0 0,0 1,0-1,-1 1,1-1,0 1,0-1,0 1,-1 0,1-1,0 1,0 0,0 0,28 37,-25-32,117 192,-114-186,-4-8,0 0,-1 0,1 0,-1 1,0-1,0 1,-1 0,1 0,-1-1,0 1,0 0,-1 3,-1-6,0 0,0-1,-1 1,1-1,-1 0,1 1,-1-1,0 0,1 0,-1 0,0 0,0 0,0-1,0 1,0-1,0 1,0-1,0 1,0-1,0 0,0 0,0 0,0 0,0 0,0-1,0 1,0-1,0 1,0-1,1 0,-1 1,0-1,0 0,0 0,0-1,-6-1,1 0,0 0,0-1,0 0,0 0,1-1,-1 0,1 0,0 0,1-1,0 0,-1 0,2 0,-1-1,1 1,0-1,0 0,1 0,0-1,-1-2,4 8,0-1,0 1,0-1,0 0,1 1,-1-1,1 1,-1-1,1 1,0-1,0 1,0 0,0-1,1 1,-1 0,1 0,-1 0,1 0,0 0,-1 0,1 0,0 0,0 1,0-1,3 0,58-30,-23 18,0 2,1 2,1 1,32-2,-72 11,0-1,0 1,-1-1,1 1,0-1,-1 1,1-1,0 1,0 0,0 0,-1 0,1 0,0 0,0 0,-1 1,1-1,0 1,-1-1,1 1,0-1,-1 1,1 0,0 0,-1 0,0 0,1 0,-1 0,1 0,-1 1,0-1,0 0,0 1,0-1,0 1,0-1,0 1,0-1,-1 1,1 1,2 94,-4-85,0 1,0-1,2 1,-1-1,2 1,0-1,0 0,1 0,1 0,1 3,-4-12,0-1,0 1,0-1,1 1,0-1,-1 1,1-1,0 0,0 0,0 0,0 0,1 0,-1 0,0-1,1 1,-1-1,1 1,0-1,-1 0,1 0,0 0,0-1,0 1,2 0,16-2</inkml:trace>
  <inkml:trace contextRef="#ctx0" brushRef="#br0" timeOffset="475.118">335 1,'173'28,"-168"-27,199 42,-190-39,0 1,-1 0,0 1,0 0,0 2,-1-1,0 1,0 1,-1 0,0 1,-1 0,0 1,2 3,-5-2,0 0,-1 1,-1-1,0 1,-1 0,0 0,-1 1,0-1,-1 1,-1 0,0 11,12 65,-13-86,1 0,0 0,0 0,1 0,-1 0,1-1,0 1,0 0,0-1,0 1,1-1,-1 0,1 0,0 0,0 0,0 0,0-1,0 1,1-1,-1 0,1 0,0 0,0 0,-1-1,1 0,0 1,0-2,0 1,0 0,1-1,-1 1,0-1,0 0,0-1,0 1,0-1,0 0,0 0,0 0,2-1,5-3,1 0,-1-1,-1-1,1 0,-1 0,-1-1,1 0,-1-1,-1 0,1 0,-2-1,1 0,-1 0,-1-1,0 0,0 0,-1 0,-1-1,0 0,2-11,-4 7,-5 17,-1 11,1 0,1 1,0-1,1 1,1 0,-1-1,2 1,0 0,1-1,0 2,0-8,0 0,1 0,-1-1,1 1,1-1,-1 0,1 1,0-2,0 1,0 0,1-1,-1 0,1 0,0 0,0-1,1 0,-1 0,1 0,-1 0,1-1,0 0,0 0,0-1,3 1,35 8</inkml:trace>
  <inkml:trace contextRef="#ctx0" brushRef="#br0" timeOffset="1729.12">1873 349,'-44'-9,"29"5,0 0,1 1,-1 1,-1 1,1 0,0 1,0 0,0 1,-9 3,21-3,0 0,0 0,0 0,1 1,-1-1,0 1,1 0,-1 0,1 0,0 0,-1 0,1 0,0 1,0-1,1 1,-1-1,1 1,-1 0,1 0,0-1,0 1,0 0,0 0,0 0,1 0,-1 1,1-1,0 2,0 3,0 1,0 0,1 0,0 0,1 0,-1-1,2 1,-1-1,4 6,0-2,0 0,1 0,1-1,0 0,0-1,1 1,1-2,-1 1,2-1,-1-1,1 0,0 0,1-1,0-1,0 0,1 0,-1-1,1-1,0 0,11 1,-6-1,1-1,0 0,-1-2,1 0,0-1,0-1,0-1,-1-1,1 0,-1-1,1-2,-1 1,-1-2,13-6,-19 7,1 0,-1-1,-1 0,1-1,-1 0,-1 0,1-1,-1-1,-1 0,0 0,0 0,-1-1,-1 0,1 0,-2-1,0 0,0 0,-1 0,0 0,-1-1,-1 0,0 1,-1-1,0 0,-1 0,0 0,-1 0,0 0,-1 1,-1-1,1 7,0 0,0 0,0 0,-1 1,0-1,0 1,0-1,-1 1,0 0,0 0,0 1,0-1,-1 1,0 0,0 0,0 1,0-1,-1 1,1 0,-1 1,0-1,-3 0,9 4,1-1,-1 0,0 1,0-1,0 0,0 1,1-1,-1 0,0 1,0-1,0 0,0 1,0-1,0 0,0 1,0-1,0 1,0-1,0 0,0 1,0-1,0 0,0 1,0-1,-1 0,1 1,0-1,0 0,0 1,-1-1,1 0,0 1,0-1,-1 0,1 0,0 1,0-1,-1 0,1 0,0 0,-1 1,1-1,0 0,-1 0,15 6,1-1,0-1,0 0,0-1,0-1,1 0,-1-1,9 0,-10-1,195 13,-206-13,1 0,-1 0,1 1,-1 0,1 0,-1 0,1 0,-1 0,0 1,0-1,0 1,1 0,-2 0,1 0,0 0,0 1,-1-1,1 1,-1 0,0-1,0 1,0 0,0 0,0 1,-1-1,1 0,-1 0,0 1,0-1,0 1,-1-1,1 1,-1-1,1 1,-2 2,-15 78,13-75,0 1,0-1,1 1,1 0,-1 0,1-1,1 1,0 0,0 0,1 0,0-1,3 9,-2-14,0 0,0 0,0-1,0 1,1-1,0 1,0-1,0 0,0 0,0 0,1-1,-1 1,1-1,0 0,-1 0,1 0,0 0,0-1,0 1,1-1,-1 0,0-1,0 1,2 0,106-4,-98 1,-1 0,0-1,0 0,0-2,0 1,-1-1,1-1,-1 0,0-1,-1-1,0 1,0-2,5-5,-15 14,0-1,-1 1,1-1,0 0,0 1,-1-1,1 0,-1 1,1-1,0 0,-1 0,1 0,-1 1,0-1,1 0,-1 0,0 0,0 0,1 0,-1 0,0 0,0 0,0 0,0 0,0 0,0 1,0-1,0 0,-1 0,1 0,0 0,-1 0,1 0,0 0,-1 0,1 0,-2 3,0-1,0 0,0 0,1 1,-1-1,1 1,-1-1,1 1,-1 0,1-1,0 1,0 0,0 0,0 0,0 0,0 0,1 0,-1 0,1 0,-1 1,1-1,0 0,0 0,0 2,1 1,1 0,0 0,1 1,-1-1,1-1,0 1,0 0,0-1,1 0,0 1,0-1,0-1,0 1,0-1,1 1,0-1,-1-1,1 1,0-1,1 1,-1-1,0-1,0 1,1-1,-1 0,1 0,0-1,16 6,0-2,0 0,0-1,0-1,1-2,-1 0,7-2,-26 2,-1 0,1 0,0 0,-1 0,1-1,0 1,-1-1,1 0,-1 0,1 0,-1 0,0 0,1 0,-1-1,0 1,0-1,0 0,0 0,0 1,0-1,0 0,-1-1,1 1,-1 0,1 0,-1-1,0 1,0-1,0 1,0-1,0 1,-1-1,1 1,-1-1,0 0,0 1,0-1,0 0,0 1,-1-3,-3-7,-1 0,-1 0,0 1,0 0,-1 0,-1 1,0 0,0 0,-1 1,0 0,0 0,-1 1,-1 0,1 1,-1 0,0 1,-1 0,-3-1,-2-3,0 1,-1 1,0 1,0 0,0 2,-1 0,0 0,0 2,0 1,-9-1,17 10,29 1,20-2,0-1,0-2,35-2,-35-1,277 2,-218 11,-93-12,-1 0,0 1,0-1,0 0,0 1,0 0,0 0,-1 0,1 0,-1 0,1 1,-1-1,0 1,0 0,0-1,0 1,0 0,0 0,-1 0,0 0,0 0,1 1,-2-1,1 0,0 1,-1-1,1 1,-6 62,3-61,0 1,1-1,-1 0,1 1,1-1,-1 0,1 1,0-1,0 1,1-1,-1 1,1-1,0 0,1 1,-1-1,1 0,0 0,1 0,-1 0,1-1,0 1,0 0,0-1,1 0,-1 0,5 4,-4-6,0 0,0 0,0-1,1 1,-1-1,0 0,1 0,-1 0,1-1,-1 0,1 1,-1-2,1 1,0 0,-1-1,0 0,1 0,-1 0,0-1,1 1,-1-1,3-2,82-61,-73 45,0 0,-2-1,0-1,-1 0,-2-1,3-8,21-36,-40 129,4-54,0 1,0-1,1 0,0 1,1-1,0 0,0 0,1 1,0-1,0 0,1 0,0-1,1 1,-1 0,1-1,1 0,-1 0,1 0,1-1,-1 0,1 0,0 0,0-1,1 1,0-1,3 1,15 6,1-1,0-2,1 0,0-2,0-1,0-1,1-2,-1 0,13-2,27 3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08:28.57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57 178,'7'50,"-3"0,-2 0,-2 1,-3-1,-1 0,-3 0,-2-1,-9 27,2 9,14-77,-8 103,10-107,0 0,1 0,-1 0,1 1,0-1,1 0,-1 0,1 0,0 0,0 0,0-1,0 1,0-1,1 1,0-1,0 0,0 0,0 0,0 0,0 0,1-1,-1 0,1 1,2 0,11 1,0 1,1-2,0 0,0-1,-1-1,1-1,0-1,0 0,0-1,0-1,9-3,-21 5,136-14,-123 15</inkml:trace>
  <inkml:trace contextRef="#ctx0" brushRef="#br0" timeOffset="628.198">538 766,'-4'2,"-1"-1,1 1,0 0,-1 0,1 0,0 1,0-1,1 1,-1 0,0 0,1 0,0 1,0-1,0 1,0-1,1 1,-1 0,1 1,0-1,0 0,0 0,1 1,-1-1,1 1,0-1,1 1,-1 0,1-1,0 1,0 0,0-1,1 1,0 0,0-1,0 1,0-1,0 1,1-1,0 0,0 0,0 1,1-1,1 1,4 7,1-1,0-1,1 1,0-1,1-1,0 0,0-1,1 0,0 0,0-1,1-1,0 0,0-1,1-1,-1 0,1 0,0-1,0-1,6 0,-16-2,-1 0,1 0,0 0,-1 0,1-1,-1 1,1-1,-1 0,1 0,-1-1,0 1,1-1,-1 0,0 1,0-1,0-1,0 1,-1 0,1-1,0 1,-1-1,0 0,0 0,0 0,0 0,0 0,0 0,-1-1,1 0,0-4,1-1,-1 1,-1-1,1 0,-2 1,1-1,-1 0,-1 0,1 1,-1-1,-2-6,0 2,-1 0,0 0,-1 0,-1 0,0 1,0 0,-1 0,-1 1,0 0,0 0,-1 0,0 2,-2-2,6 6,0 1,0 0,-1 0,1 0,-1 1,0-1,0 1,0 1,0-1,0 1,-1 0,1 0,-1 1,1 0,-1 0,1 1,-1-1,0 2,1-1,-1 1,0 0,1 0,-1 0,1 1,0 0,-1 1,-1 0,2 0,1 0,-1 0,1 0,0 0,0 1,0 0,1 0,0 0,-1 0,1 1,1 0,-1-1,1 2,-1-1,1 0,1 1,-1-1,1 1,0 0,0-1,1 1,0 0,0 0,0 0,1 0,0 1,0-1,1 6,17 30,9-6</inkml:trace>
  <inkml:trace contextRef="#ctx0" brushRef="#br0" timeOffset="1050.022">1340 820,'1'-7,"-2"1,1 0,-1-1,0 1,-1-1,1 1,-1 0,0 0,-1 0,1 0,-1 0,-1 1,1-1,-1 1,0 0,0 0,0 0,-1 1,1-1,-1 1,0 0,-1 0,1 1,-1 0,1 0,-1 0,0 0,0 1,0 0,-1 0,1 1,0 0,-7-1,1 1,0 0,0 1,0 0,0 1,0 1,0 0,0 0,0 1,0 1,1 0,-1 0,-2 3,7-4,-1 1,2 0,-1 0,0 0,1 1,0 0,0 0,0 0,1 1,0 0,0 0,0 1,1-1,0 1,0 0,0 0,1 0,0 0,1 1,-2 6,3-8,1-1,0 1,0-1,0 1,1-1,0 1,0-1,0 0,1 1,-1-1,1 0,1 0,-1 0,1 0,-1 0,1-1,1 1,-1-1,1 0,0 0,0 0,0-1,0 1,0-1,1 0,0 0,3 1,2 2,-1-1,1-1,1 0,-1 0,0-1,1 0,0-1,0 0,0-1,0 0,0-1,0 0,5-1,-8 0,-1-1,0 0,0 0,0 0,-1-1,1 0,0-1,-1 1,0-1,0 0,0-1,0 1,-1-1,0 0,0-1,0 1,-1-1,1 0,-1 0,-1-1,1 1,-1-1,0 0,-1 1,1-5,3-8,-1-1,-1 1,-1-1,-1 0,-1 0,0 0,-2 0,-2-16,0 21,-7 27,7-2,0-1,1 1,0 0,1 0,0-1,1 1,0 0,0 0,1 0,0 0,1 0,0 0,1-1,0 1,0-1,1 1,0-1,0-1,1 1,1 0,-1-1,2 0,-1-1,1 1,2 1,5 1,1 0,0-1,1-1,-1 0,1-1,1-1,0 0,-1-1,1-1,1-1,-1 0,54 7</inkml:trace>
  <inkml:trace contextRef="#ctx0" brushRef="#br0" timeOffset="1499.886">2102 700,'-30'-5,"0"1,0 2,0 1,0 2,-1 1,-28 5,53-6,1 0,-1 0,1 0,-1 1,1 0,0 0,0 0,0 1,0 0,0 0,0 0,1 0,-1 1,1 0,0-1,0 2,0-1,1 0,0 1,0 0,0 0,0 0,1 0,0 0,0 0,0 1,0-1,1 1,0-1,0 1,1-1,-1 1,1 0,1-1,-1 3,3 0,-1 0,1 1,1-1,0 0,0-1,0 1,1-1,0 0,0 0,1 0,0-1,0 0,1 0,0 0,0-1,0 0,0-1,1 1,0-1,0-1,0 1,0-2,1 1,-1-1,1 0,-1-1,1 0,0 0,-1-1,1 0,0 0,0-1,-1 0,1-1,-1 0,1 0,1-2,-1-1,-1 0,0 0,0-1,-1-1,0 1,0-1,0 0,-1-1,0 1,0-1,-1-1,0 1,-1-1,0 0,0 0,0 0,0-5,4-17,-1 1,-2-1,-1 0,1-29,-2-77,-5 0,-20-130,5 166,3 84,2 43,-1 28,3 1,2-1,3 1,2 1,3 37,0-72,0 1,2-1,0 0,1 0,2-1,0 1,1-1,1 0,0 0,2-1,0 0,2 0,0-1,1-1,0 1,2-2,0 0,0-1,2 0,0-1,0-1,15 9,-8-11,0 0,1-1,0-2,0 0,5-1,37 7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08:36.45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224 176,'-2'2,"0"0,-1 0,1 0,-1 0,1 0,-1-1,0 1,1-1,-1 0,0 1,0-1,0-1,0 1,0 0,0-1,0 1,-1-1,1 0,0 0,0-1,0 1,0 0,0-1,0 0,0 0,0 0,0 0,0 0,0 0,1-1,-1 0,0 1,1-1,-1 0,1 0,0 0,0-1,0 1,0 0,0-1,0 1,0-1,1 0,-2-2,2 0,1-1,-1 1,1 0,0 0,0 0,0 0,1 0,0 0,0 0,0 0,1 0,-1 0,1 0,1 0,-1 1,0-1,1 1,0 0,0 0,0 0,1 0,-1 0,1 1,0-1,0 1,0 0,1 0,-1 1,1-1,-1 1,3-1,0 0,-1 0,1 0,0 1,-1 0,1 0,0 0,0 1,1 0,-1 1,0-1,0 1,0 1,1-1,-1 1,0 1,0-1,0 1,0 0,-1 1,1 0,-1 0,4 2,-7-3,0 1,0-1,0 1,0 0,0-1,-1 1,0 0,1 1,-1-1,0 0,-1 1,1-1,-1 1,1-1,-1 1,0 0,0 0,-1-1,1 1,-1 0,0 0,0 0,0 0,0 0,-1-1,1 1,-2 3,-1 4,-1 0,0 0,-1 0,0-1,-1 0,1 0,-2 0,-6 6,-35 38,-2-2,-3-3,-2-2,-48 31,88-66,42-16,-20 1,0 1,0-1,1 1,-1 1,0-1,1 1,-1 1,1-1,0 1,-1 0,1 1,-1 0,1 0,-1 1,6 2,104 45,-95-45,1 0,-1-2,1-1,0 0,0-2,0-1,0 0,-1-2,0-1,1 0,-1-2,-1 0,0-2,0 0,7-5,-16 7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08:37.51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314 1001,'-7'-6,"0"0,0 1,-1 0,0 0,0 0,0 1,0 1,-1-1,1 1,-1 1,0 0,0 0,0 0,0 1,0 1,0-1,0 2,0-1,0 1,0 0,0 1,0 0,0 1,0 0,1 0,0 1,-1 0,-4 3,8-3,0 0,0-1,1 2,-1-1,1 0,0 1,1 0,-1 0,1 0,0 0,0 1,0-1,1 1,0 0,0 0,0 0,1 0,0 0,0 0,0 0,1 0,0 0,0 0,1 0,0 0,0 0,0 0,1 0,0 0,0 0,0 0,0-1,1 1,0-1,2 2,6 2,1-1,0 0,0-1,1 0,0-1,0-1,1 0,-1 0,1-2,0 1,0-2,0 0,0-1,1 0,-1-1,0-1,0 0,9-2,-1 2,-1-2,0 0,0-2,0 0,-1-1,0-1,0-1,0 0,-1-2,0 0,-1-2,16-12,-29 20,0-1,-1 0,1 0,-1 0,0 0,0-1,-1 0,1 0,-1 0,-1 0,1 0,-1-1,0 1,-1-1,1 1,-1-1,-1 34,4-18,1-1,0 0,1 0,0 0,0-1,1 0,-1 0,2-1,-1 0,1 0,0-1,0 0,0 0,1-1,-1 0,1 0,0-1,1 0,-1-1,0 0,1 0,7 0,-16-2,1 1,0 0,0-1,-1 1,1-1,0 0,0 0,0 1,-1-1,1 0,0-1,0 1,0 0,0 0,-1-1,1 1,0-1,0 0,-1 1,1-1,-1 0,1 0,0 0,-1 0,0 0,1 0,-1-1,0 1,1 0,-1-1,0 1,0-1,0 1,0-1,0 0,-1 1,1-1,-1 0,1 0,-1 1,1-1,-1 0,0 0,0 0,0 1,0-1,0 0,0 0,0 0,-1 0,1 1,-1-1,0-1,-6-10,-1 0,0 1,-1 0,-1 1,0 0,0 0,-1 1,-1 0,0 1,0 0,0 1,-1 1,0 0,-1 0,-11-3,-13-5,59 11,-11 4,106-1,0 6,43 9,-156-14,0 0,1 0,0 0,0 0,0 0,0 0,-1 1,1 0,0 0,0 0,-1 0,1 0,0 1,-1 0,0-1,1 1,-1 1,0-1,0 0,0 1,0-1,-1 1,1 0,-1 0,1 0,-1 0,0 1,0-1,-1 1,1-1,-1 1,1 1,-2 21,-1-24,0 1,1 0,0-1,-1 1,1-1,0 1,0 0,0-1,1 1,-1-1,1 1,-1-1,1 1,0-1,0 1,0-1,0 1,1-1,-1 0,0 0,1 0,0 0,-1 0,1 0,0 0,0 0,0-1,0 1,1-1,0 1,8 1,0 0,0-1,0 0,0 0,1-2,-1 1,1-1,-1-1,1 0,-1-1,0 0,0 0,0-1,0-1,0 0,0-1,-1 1,0-2,0 0,4-3,-5 2,-1 0,0 0,0-1,-1 0,0 0,0-1,-1 0,0 0,0 0,-1-1,-1 0,0 0,0 0,-1 0,23 99,-16-77,0-1,0-1,1 0,1 0,0-1,0 0,0-1,1-1,0 0,1 0,0-2,0 1,0-2,0 0,1-1,0 0,-1-1,14 0,38 6</inkml:trace>
  <inkml:trace contextRef="#ctx0" brushRef="#br0" timeOffset="626.819">2185 974,'-19'-5,"-1"2,0 1,0 0,1 2,-1 0,0 1,-4 1,16-1,-1 1,1 0,-1 0,1 0,0 1,0 1,0-1,0 1,1 0,-1 1,1 0,0 0,1 1,-1 0,1 0,0 0,-2 4,6-7,0-1,0 0,0 1,0-1,1 1,0-1,-1 1,1 0,0 0,0-1,1 1,-1 0,0 0,1 0,0 0,0 0,0 0,0 0,0 0,0 0,1 0,-1 0,1-1,0 1,0 0,0 0,0 0,1-1,-1 1,1-1,0 1,-1-1,1 0,0 1,0-1,1 0,-1 0,0-1,3 2,3 1,1 0,1-1,-1 0,0 0,1-1,-1-1,1 1,0-2,-1 1,1-1,0-1,0 0,-1 0,1-1,-1 0,1-1,-1 0,0 0,0-1,0 0,-1 0,1-1,-1-1,0 1,-1-1,1-1,-1 1,0-1,-1 0,1-1,-2 0,5-5,2-15,0 0,-2 0,-1-1,-2 0,0-1,-2 0,-1 0,-2 0,-1 0,-2-18,1-256,-1 289,2 8,-1 1,0 0,-1-1,1 1,-1-1,0 1,-1 0,0 0,0 0,0 0,-1 0,-1-3,2 8,1 1,-1 0,1 0,-1 0,1 0,-1 0,1 0,-1 0,1 1,-1-1,1 0,0 1,-1-1,1 1,0 0,-1-1,1 1,0 0,0 0,-1 0,1 0,0 0,0 0,0 0,0 0,0 0,1 1,-1-1,0 0,0 0,1 1,-1-1,1 1,-1-1,1 0,0 1,-1 1,-8 21,0 2,1-1,2 1,0 1,2-1,1 1,1-1,1 1,2 0,2 15,0-14,1 1,1-1,1-1,2 1,1-1,1 0,1-1,12 21,-15-33,1 0,0 0,1 0,0-1,1-1,0 0,1 0,1-1,0-1,0 0,1-1,0 0,1-1,-1-1,14 5,-23-9,1-1,-1 0,1 0,0-1,0 1,0-1,0 0,0-1,0 0,0 0,0 0,0 0,0-1,0 0,0 0,0-1,-1 0,1 0,0 0,-1-1,1 0,-1 0,0 0,0 0,0-1,-1 0,1 0,-1 0,2-3,1-3,-2 0,1-1,-2 0,1 0,-1 0,-1 0,0-1,-1 1,0-1,-1 0,0-1,-11 66,8-47,1 0,0 0,0 0,1-1,0 1,0 0,0 0,0 0,1 0,0 0,0 0,1 0,0-1,0 1,0-1,1 1,-1-1,1 0,0 0,1 0,-1 0,1-1,0 1,0-1,1 0,-1 0,1-1,0 1,0-1,0 0,0 0,1-1,-1 1,1-1,0-1,4 2,16-4</inkml:trace>
  <inkml:trace contextRef="#ctx0" brushRef="#br0" timeOffset="907.834">2694 533,'11'-2,"4"-2</inkml:trace>
  <inkml:trace contextRef="#ctx0" brushRef="#br0" timeOffset="1247.552">2975 51,'-6'-50,"4"70,39 247,-7-86,-15-5,-7 109,-8-247,0-35,-1 0,1-1,0 1,-1 0,2 0,-1-1,0 1,0 0,1-1,-1 1,1 0,0-1,0 1,0-1,0 1,1-1,-1 1,0-1,1 0,0 0,0 0,-1 0,1 0,0 0,0 0,1 0,-1-1,0 1,1-1,-1 0,1 0,-1 0,3 1,11-1,0 0,1 0,-1-2,1 0,-1-1,0-1,0 0,0-1,0-1,0 0,-1-1,0-1,-5 4,1-2,-1 1,-1-1,1 0,-1-1,1 0,-2-1,1 0,-1 0,0 0,0-1,-1-1,0 1,-1-1,6-9,-13 19,1-1,-1 0,1 0,0 1,-1-1,1 0,-1 0,1 0,-1 0,1 0,-1 1,1-1,0 0,-1 0,1 0,-1 0,1 0,-1 0,1 0,-1-1,1 1,-1 0,1 0,0 0,-1 0,1-1,-1 1,1 0,0 0,-1-1,1 1,-1 0,1-1,0 1,-1 0,1-1,0 1,0 0,-1-1,1 1,0-1,0 1,0 0,0-1,-1 1,1-1,0 1,0-1,0 1,0-1,0 1,0-1,0 1,0-1,0 1,0 0,0-1,1 1,-1-1,0 1,0-1,0 1,1-1,-6 6,1-1,0 1,0 0,0 0,1 0,0 0,0 0,0 1,0 0,1-1,0 1,0 0,1 0,0 0,0 0,0 0,1 1,-1-1,1 0,1 0,0 0,-1 0,2 1,-1-1,1-1,0 1,0 0,1 1,2 0,1 0,0-1,0 1,1-2,-1 1,1-1,0 0,1 0,-1-1,1 0,0 0,0-1,0 0,0 0,1-1,-1 0,1 0,0-1,3 0,34 3</inkml:trace>
  <inkml:trace contextRef="#ctx0" brushRef="#br0" timeOffset="1533.276">3536 666,'-14'-4,"-6"-5,-3 1,1-2,2-1,4 1</inkml:trace>
  <inkml:trace contextRef="#ctx0" brushRef="#br0" timeOffset="1815.701">2881 385,'13'-2,"21"4,25 3,28 4,23 2,16 2,-13-2</inkml:trace>
  <inkml:trace contextRef="#ctx0" brushRef="#br0" timeOffset="1816.701">3964 840,'-2'14,"-2"11,1 8,1 5,5 2,4-1,6-1,3-3,1-8,-1-8,-2-7</inkml:trace>
  <inkml:trace contextRef="#ctx0" brushRef="#br0" timeOffset="2099.158">4018 452,'-14'-16,"-4"-2,2 5,8 8,4 4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08:50.51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0,'18'0,"22"0,27 0,27 0,25 0,19 0,12 0,2 2,-1 4,-27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08:42.13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13376 95,'-2'-16,"-1"-7,4-1,10 5,16 7,23 11,30 8,27 6,26 4,17 0,10-2,3-1,-3-3,-11 0,-30-3</inkml:trace>
  <inkml:trace contextRef="#ctx0" brushRef="#br0" timeOffset="2957.685">15341 2153,'18'-2,"18"-1,16 3,10 3,4 3,-2 4,-10-1,-14-1</inkml:trace>
  <inkml:trace contextRef="#ctx0" brushRef="#br0" timeOffset="3114.513">15368 2327,'20'9,"23"3,23 2,22-1,17-4,-10-3</inkml:trace>
  <inkml:trace contextRef="#ctx0" brushRef="#br0" timeOffset="3813.397">16945 2381,'705'-12,"-581"2,-122 10,0 0,0 0,0 0,0 0,0-1,0 1,0-1,0 1,0-1,0 0,0 1,0-1,0 0,0 0,0-1,-1 1,1 0,-1-1,1 1,-1-1,1 1,-1-1,0 1,0-1,1 0,-1 0,-1 0,1 0,0 0,0 0,-1 0,1 0,-1 0,0 0,1 0,-1 0,0-1,-40-81,21 54,1-5,1-2,1 0,2-1,2 0,2-1,1 0,2-1,2 0,-1-31,5-37,4 1,5-1,6-3,-14 52,0 58,0-1,0 1,1 0,-1 0,1 0,-1 0,1 0,-1 0,1 0,0 0,-1 0,1 0,0 0,0 0,0 0,-1 1,1-1,0 0,0 0,0 1,0-1,0 1,1-1,-1 1,0 0,0-1,0 1,0 0,0 0,1 0,-1-1,0 1,0 0,0 1,1-1,-1 0,0 0,0 0,0 1,0-1,0 1,0-1,0 1,1-1,5 1,489 47,-65-1,-404-41,-21-2,-12-1</inkml:trace>
  <inkml:trace contextRef="#ctx0" brushRef="#br0" timeOffset="5343.589">17707 1739,'-100'158,"48"-71,53-87,-1 0,0 0,0 0,0 0,0 0,0-1,1 1,-1 0,0 0,0 0,0 0,0 0,1 0,-1 1,0-1,0 0,0 0,0 0,0 0,1 0,-1 0,0 0,0 0,0 0,0 0,0 0,1 0,-1 1,0-1,0 0,0 0,0 0,0 0,0 0,0 0,0 1,1-1,13-15,87-108,-100 122,0 0,0 0,0 0,0 0,1 0,-1 0,0 1,0-1,1 0,-1 1,0-1,1 1,-1 0,0-1,1 1,-1 0,1 0,-1 0,1 0,-1 0,0 0,1 0,-1 0,1 1,-1-1,0 1,1-1,-1 1,0-1,1 1,-1 0,0-1,0 1,0 0,0 0,1 0,-1 0,-1 0,1 0,1 1,33 50,-34-50,-1 1,1 0,-1 0,0-1,0 1,0 0,-1 0,1 0,-1 0,1-1,-1 1,0 0,0-1,0 1,0 0,-1-1,1 0,-1 1,1-1,-1 0,0 1,0-1,0 0,0-1,0 1,-1 0,1-1,-1 1,1-1,-1 1,1-1,-1 0,0 0,1 0,-1-1,-2 1,-21 14,-30 25,56-41,1 1,-1 0,0 0,1 0,-1-1,0 1,1 0,-1 0,0 0,1 0,-1 0,0 0,1 0,-1 0,1 0,-1 0,0 0,1 0,-1 0,1 0,-1 0,0 0,1 0,-1 0,0 0,1 0,-1 1,0-1,1 0,-1 0,0 1,1-1,-1 0,0 0,0 1,1-1,-1 0,0 1,0-1,1 0,-1 1,0-1,0 0,0 1,0-1,0 0,0 1,0-1,1 1,-1-1,0 0,0 1,0-1,-1 0,1 1,0-1,0 1,0-1,0 0,0 1,0-1,0 0,-1 1,1-1,129 1,-85-3,0 3,-1 1,1 2,2 3,-26 2,-24-11,0 0,0 0,0 0,1 0,-1-1,1 1,0-1,-1 0,1 0,0 0,1 0,-1 0,1-1,-1 0,0-2,-4-3,-166-207,68 107,102 101,19 27,-7-1,-1 0,-1 1,0 0,-2 0,0 1,-1-1,-1 1,-1 0,-1 0,-1 0,-1 11,2 5,3-25,0-31,-3-8,0 0,-2 0,-1 0,-1 1,-2-1,-1 1,2 12,-2 33,8-3,0 1,0 0,1-1,1 0,1 0,0 0,1 0,1-1,4 8,-16-25,-6-5</inkml:trace>
  <inkml:trace contextRef="#ctx0" brushRef="#br0" timeOffset="2292.313">13884 2087,'8'-1,"0"-1,0 0,-1 0,1-1,0 0,-1 0,0 0,0-1,6-4,-12 7,1 0,-1-1,1 1,-1 0,1-1,-1 1,0-1,1 1,-1-1,0 0,0 1,0-1,0 0,-1 0,1 0,0 0,-1 1,1-1,-1 0,0 0,0 0,0 0,0 0,0 0,0 0,0 0,-1 0,1 0,0 0,-1 0,0 0,0 0,1 0,-1 1,0-1,0 0,-1 1,1-1,0 1,0-1,-1 0,-6-5,0 1,-1 0,1 0,-1 0,0 1,-1 1,1-1,-1 1,0 1,0 0,0 1,0 0,-1 0,1 1,0 0,-1 1,1 0,-1 1,1 0,-1 0,1 1,-7 3,9-3,-1 1,1 1,0 0,0 0,1 0,-1 1,1 0,0 1,1 0,-1 0,1 0,0 1,0 0,1 0,0 0,0 1,1-1,0 1,0 0,1 0,0 1,1-1,-1 1,2 0,-1-1,1 1,0 0,1 0,0 0,1 0,0-1,0 1,0 0,1-1,1 1,0-1,0 1,1 1,4 5,1-1,0 0,0 0,2-1,-1-1,2 1,0-2,0 1,1-2,0 0,1 0,0-2,1 1,-1-2,2 0,-1-1,1 0,0-1,0-1,0-1,0 0,1-1,0-1,8 0,-11-2,0-1,0 0,0-1,0 0,-1-2,0 1,0-2,0 1,0-2,-1 0,0 0,0-1,-1-1,0 1,-1-2,6-5,22-26</inkml:trace>
  <inkml:trace contextRef="#ctx0" brushRef="#br0" timeOffset="2505.303">14352 1900,'-4'9,"-3"14,1 15,4 12,6 12,5 6,1 1,1-5,-1-6,-3-11,-2-11,-2-12</inkml:trace>
  <inkml:trace contextRef="#ctx0" brushRef="#br0" timeOffset="2785.848">14887 1926,'-353'224,"300"-188,-23 19,75-55,0 1,0-1,0 0,1 0,-1 1,0-1,0 0,0 1,0-1,1 1,-1-1,0 1,1-1,-1 1,0 0,1-1,-1 1,0 0,1-1,-1 1,1 0,0 0,-1 0,1-1,0 1,-1 0,1 0,0 0,0 0,0 0,0 0,-1 0,1-1,1 1,-1 0,0 0,0 0,0 0,0 0,1 0,-1 0,0-1,1 1,-1 0,1 0,-1 0,1-1,-1 1,1 0,-1-1,1 1,0 0,-1-1,1 1,0-1,0 1,-1-1,1 1,0-1,0 0,0 1,0-1,-1 0,1 0,155 28,-118-23,284 32,-274-34</inkml:trace>
  <inkml:trace contextRef="#ctx0" brushRef="#br0" timeOffset="1583.567">11785 1672,'2'208,"9"-1,10 3,-10-166,-4-51,22-89,-26 80,1 0,0 0,2 0,0 1,0-1,2 1,2-3,-9 15,1 0,0 0,0 0,1 1,-1-1,1 1,-1-1,1 1,-1 0,1 0,0 0,0 0,0 1,1-1,-1 1,0 0,0 0,1 0,-1 0,0 0,1 1,-1 0,1-1,-1 1,1 1,-1-1,1 0,-1 1,1 0,-1 0,0 0,0 0,1 0,-1 1,0-1,0 1,5 4,-1-1,0 1,0 0,0 1,-1-1,0 1,0 1,-1-1,0 1,0 0,-1 0,0 0,-1 1,1-1,-2 1,1 0,-1 0,0 0,-1 0,0 0,-1 0,0 0,0 1,-1-1,0 0,0 0,-1 0,-1 0,1 0,-2-1,1 1,-1-1,0 0,-1 0,1 0,-4 3,-1-1,0 0,-1-1,0 0,0-1,-1 0,0 0,0-2,-1 1,0-1,0-1,-1 0,1 0,-1-2,-1 1,-35-5,48 1,0-1,0 1,0-1,0 1,0-1,0 1,0-1,0 0,0 1,0-1,1 0,-1 0,0 0,1 0,-1 0,1 0,-1 0,1 0,-1 0,1 0,-1 0,1 0,0 0,0 0,0 0,0 0,0 0,0-1,0 1,0 0,0 0,0 0,0 0,1 0,-1 0,0 0,1 0,-1 0,1 0,-1 0,1-1,16-26,6-1</inkml:trace>
  <inkml:trace contextRef="#ctx0" brushRef="#br0" timeOffset="1874.521">12387 1672,'22'19,"20"18,11 21,6 17,-3 15,-11 9,-15 7,-24 4,-27 0,-23-3,-20-8,0-20</inkml:trace>
  <inkml:trace contextRef="#ctx0" brushRef="#br0" timeOffset="224.625">15408 522,'16'0,"21"0,20 0,14 0,9 3,0 2,-10 3,-16 1</inkml:trace>
  <inkml:trace contextRef="#ctx0" brushRef="#br0" timeOffset="404.514">15569 763,'18'7,"22"4,24 1,25-2,15-3,8-2,-15-3</inkml:trace>
  <inkml:trace contextRef="#ctx0" brushRef="#br0" timeOffset="674.711">16411 803,'4'8,"1"0,0-1,1 1,-1-1,1-1,1 1,0-1,-1 0,2 0,-1-1,1 0,0-1,0 1,0-1,9 2,7 2,0-1,1-1,-1-1,2-1,2-1,-7-1,0 0,0-2,0 0,0-1,0-1,0-1,13-4,-26 4,0 1,0-1,0 0,0-1,-1 0,1 0,-1-1,0 0,-1 0,1 0,-1-1,0 0,0 0,-1-1,0 0,0 0,0 0,-1 0,0-1,1-2,-1-3,1 0,-2-1,0 1,-1-1,0 0,-1 0,0 0,-1 1,-1-1,0 0,-1 0,0 0,-1 1,-1-1,0 1,-1 0,0 0,-5-6,6 10,-1 0,0 1,0-1,-1 1,-1 0,1 1,-1-1,0 1,-1 1,0-1,0 1,0 0,-1 1,1 0,-1 1,-1 0,1 0,0 1,-1 0,0 0,0 1,0 1,0-1,0 2,-8 0,4 1,0 1,0 0,0 2,0-1,1 2,0 0,-1 0,2 2,-1-1,1 1,0 1,0 0,1 1,-4 5,-8 7,1 1,1 2,1 0,1 1,2 1,0 0,-26 48</inkml:trace>
  <inkml:trace contextRef="#ctx0" brushRef="#br0" timeOffset="-792.437">13590 295,'-8'441,"7"-436,0 0,1 0,0-1,0 1,0 0,0 0,1 0,0 0,0 0,0 0,0-1,1 1,0-1,0 1,0-1,1 1,-1-1,1 0,0 0,0 0,0-1,2 2,5 0,0-1,0 1,1-2,0 1,-1-2,1 1,1-2,-1 1,0-1,0-1,0 0,1-1,8-1,-12 2,340-34,-318 30</inkml:trace>
  <inkml:trace contextRef="#ctx0" brushRef="#br0" timeOffset="-508.04">14325 469,'0'-16,"0"-3,0 9,2 15,3 16,4 17,1 15,0 11,-2 6,-2 0,-3-4,-1-9,-4-13,-1-15,0-13</inkml:trace>
  <inkml:trace contextRef="#ctx0" brushRef="#br0" timeOffset="-242.959">14378 415,'12'21,"12"15,14 11,11 7,7 1,3 0,-1-1,-10-1,-11-7,-18-3,-20-5,-24-4,-24-6,-19-7,-17-8,-9-10,11-6</inkml:trace>
  <inkml:trace contextRef="#ctx0" brushRef="#br0" timeOffset="-1601.17">12065 576,'-6'-5,"0"1,0 0,-1 0,0 1,0 0,0 0,0 1,0-1,-1 2,1-1,-1 1,1 0,-1 0,1 1,-1 0,1 1,-1-1,1 1,-1 1,1 0,-1 0,1 0,0 1,0 0,0 0,1 1,-7 3,6-2,0 0,0 0,0 0,1 1,-1 0,2 0,-1 0,1 1,-1 0,2 0,-1 1,1-1,0 1,1 0,0 0,0 0,1 0,-1 6,3-12,-1 0,1 0,1 1,-1-1,0 0,1 0,-1 1,1-1,-1 0,1 0,0 0,0 0,0 0,0 0,1 0,-1 0,0 0,1-1,-1 1,1-1,0 1,-1-1,1 1,0-1,0 0,0 0,0 0,0 0,0 0,0 0,0-1,1 1,-1-1,0 1,0-1,1 0,81-6,-73 3,0-2,0 1,0-2,-1 1,0-1,-1-1,1 0,-1 0,0-1,-1 0,0 0,0-1,-1 0,0-1,0 0,-1 0,-1 0,0 0,0-1,-1 0,0 0,-1 0,0-1,-1 1,0-1,-1 1,0-1,-1-6,-2 79,5-45,0-1,1 0,0 0,1 0,0-1,2 1,0-1,0-1,1 1,1-1,0-1,1 1,0-2,1 1,0-2,1 1,0-2,1 1,-1-2,2 0,-1 0,1-1,1-1,-1 0,1-1,4 0,17 1</inkml:trace>
  <inkml:trace contextRef="#ctx0" brushRef="#br0" timeOffset="-1358.919">12440 135,'14'23,"11"23,6 22,-1 18,-4 14,-12 11,-17 7,-22 4,-22-3,-17-8,2-23</inkml:trace>
  <inkml:trace contextRef="#ctx0" brushRef="#br0" timeOffset="7200.366">10876 82,'-5'-4,"-1"1,1 0,-1 0,0 1,0-1,0 1,0 0,0 1,-1 0,1 0,0 0,-1 1,1-1,0 2,-1-1,1 1,0 0,-1 0,1 0,0 1,0 0,0 1,0-1,1 1,-1 0,1 0,-1 1,1 0,0 0,-3 3,-6 12,0 1,1 1,1 0,1 1,1 0,1 1,1 0,1 0,1 1,1 0,-2 23,-2 10,3 0,2 0,2 0,3 1,3-1,2 0,2-1,3 1,11 30,3-13,-14-45,-1 1,-2 0,-1 1,3 26,-10-51,0 1,-1 0,0 0,0 0,0-1,-1 1,0-1,0 1,-1-1,1 1,-1-1,-1 0,1-1,-1 1,0 0,-1-1,1 0,-1 0,0 0,0-1,0 0,-1 0,0 0,0 0,0-1,0 0,0 0,0-1,-4 1,-13 6,1-1,-1-2,0 0,-1-1,1-2,-1 0,0-1,0-2,0 0,0-2,-15-3,13-3,27 8,-1 0,0 0,1 0,-1 0,1 0,-1 0,0 0,1 0,-1 0,1 0,-1 0,0 0,1 0,-1 0,0 0,1 0,-1 0,1-1,-1 1,0 0,1 0,-1-1,0 1,0 0,1 0,-1-1,0 1,1 0,-1-1,0 1,0 0,0-1,1 1,-1 0,0-1,0 1,0 0,0-1,0 1,0-1,0 1,0 0,0-1,0 1,0 0,0-1,0 1,0-1,0 1,0 0,0-1,0 1,-1-1,1 1,0 0,0-1,0 1,-1 0,1 0,0-1,0 1,-1 0,1-1,0 1,-1 0,1 0,0 0,-1-1,1 1,12-2,0 0,0 1,0 0,0 1,0 0,0 1,0 1,0 0,0 0,-1 1,1 0,-1 1,1 1,-1 0,0 0,-1 1,3 2,-7-3,0 0,0 0,-1 0,1 0,-1 1,-1 0,1 0,-1 1,0-1,0 1,-1 0,0 0,0 0,-1 0,1 0,-2 1,1-1,-1 1,0-1,-1 1,0 0,0-1,0 1,-1-1,0 1,-2 3,-7 26,-1 0,-2-1,-2-1,-1 0,-20 29,-5 15,26-52,0 2,2-1,1 2,2 0,1 0,1 1,1 0,2 0,1 0,2 1,1-1,1 1,2 0,2 8,20 42,4-12</inkml:trace>
  <inkml:trace contextRef="#ctx0" brushRef="#br1" timeOffset="33056.343">1518 1419,'-2'-6,"-55"-120,53 118,-1 1,0 0,0 0,0 1,-1-1,0 1,0 1,0-1,-1 1,0 0,0 0,-1 1,1 0,-1 0,0 1,2 2,1 0,0 0,-1 1,1 0,-1 0,1 0,-1 0,1 1,-1 0,1 0,0 1,0 0,0-1,0 2,0-1,0 1,0-1,0 1,1 0,0 1,0-1,0 1,0 0,0 0,1 0,-1 1,1-1,0 1,1 0,-1-1,1 1,0 0,0 1,0-1,1 0,-1 3,-10 97,13-101,-1 0,0-1,1 1,0-1,0 1,0-1,0 1,1-1,-1 1,1-1,0 0,0 0,0 0,0 0,0 0,1 0,-1-1,1 1,0-1,0 0,0 0,0 0,0 0,0 0,1-1,-1 1,2 0,1-1,-1 0,1-1,-1 1,1-1,0 0,-1 0,1-1,-1 1,1-1,-1-1,1 1,-1-1,1 0,-1 0,0 0,0-1,0 0,-1 0,3-1,76-76,-67 58,-1-1,0 0,-2-1,-1 0,-1-1,-2 0,0-1,-1 0,-2 0,-1-1,0 1,-2-1,-2 0,0-1,-3-17,2 40,0-1,0 1,0-1,-1 1,0-1,0 1,-1-1,0 1,0 0,0 0,0 0,-1 0,0 0,0 1,0-1,0 1,-1 0,0-1,-1 0,2 5,0 0,1 0,-1 0,0 0,1 1,-1-1,0 1,1-1,-1 1,0 0,1 0,-1 0,1 0,0 1,-1-1,1 1,0-1,0 1,0 0,0 0,0 0,0 0,1 0,-1 0,0 1,1-1,0 0,0 1,0-1,0 1,0 0,0 0,-11 24,1 0,1 1,2 1,1 0,1 0,1 0,1 0,2 1,1 0,3 16,-2-30,1 1,1-1,1 1,0-1,1 0,0 0,2-1,0 1,6 11,-8-20,1 0,-1 0,1-1,0 1,0-1,1 0,0 0,0-1,0 0,1 0,0-1,-1 1,2-1,-1-1,0 1,1-1,0-1,-1 0,1 0,6 1,-2-2,0-1,0 0,0 0,0-1,0-1,0 0,0-1,0 0,-1-1,1 0,-1-1,0 0,-1-1,1 0,-1 0,0-1,0-1,-1 0,0 0,-1-1,0 0,0 0,-1-1,0 0,0 0,-1 0,-1-1,0 0,0 0,-1-1,-1 1,0-1,0 0,-1 0,-1 0,0 0,0-2,-12-32,11 45,0 0,0 0,-1 0,1 0,-1 0,1 0,-1 0,1 1,-1-1,1 0,-1 0,0 0,1 1,-1-1,0 0,0 1,1-1,-1 1,0-1,0 1,0-1,0 1,0 0,0-1,0 1,0 0,0 0,0 0,0 0,0 0,0 0,0 0,0 0,0 0,0 0,0 0,0 1,0-1,1 0,-1 1,0-1,0 1,0-1,-3 4,0 1,0-1,1 0,-1 1,1 0,0 0,1 0,-1 0,1 0,0 0,1 1,-1-1,1 1,0-1,0 1,0 5,0 0,0 1,0-1,1 1,0-1,1 1,1-1,0 1,0-1,1 0,0 0,1 0,0 0,1-1,0 0,1 0,0 0,1 0,0-1,0 0,1-1,0 1,0-2,1 1,0-1,1 0,-1-1,1 0,0-1,1 0,-1 0,1-1,9 2,32-1,-4-6</inkml:trace>
  <inkml:trace contextRef="#ctx0" brushRef="#br1" timeOffset="33687.721">2293 1218,'-11'96,"5"1,3 43,10 432,-14-504,0-74,-20-139,7-10,6-1,7-80,15 114,-8 119,0 1,0 0,0-1,1 1,-1 0,1 0,0-1,-1 1,1 0,0 0,0 0,0 0,1 0,-1 0,0 0,1 0,0 0,-1 0,1 1,0-1,0 1,-1 0,1-1,0 1,1 0,-1 0,0 0,0 0,0 0,1 1,-1-1,0 1,0-1,1 1,-1 0,0 0,2 0,9 3,0 1,-1 0,1 1,-1 1,0-1,0 2,-1 0,0 0,0 1,-1 0,0 1,-1 0,1 1,-2 0,4 5,22 54,-33-67,-1 0,0 0,1 1,-1-1,0 0,-1 1,1-1,0 0,-1 1,1-1,-1 0,0 0,1 1,-1-1,0 0,-1 0,1 0,0 0,0 0,-1 0,1-1,-1 1,0 0,1-1,-1 1,0-1,0 0,0 1,0-1,0 0,-1 0,-2 2,-1-1,0 1,1-1,-1 0,0 0,0-1,0 0,0 0,0-1,-1 1,1-1,0 0,0-1,0 0,0 0,0 0,0-1,0 1,0-1,0-1,1 1,-1-1,1 0,0 0,0-1,0 0,0 0,0 0,1 0,0 0,-2-4,5 5,0 0,0 0,0 0,1 0,-1 0,1 0,0 0,0 0,0 0,0-1,1 1,-1 0,1 0,0 0,0 0,0 0,0 0,0 1,1-1,-1 0,1 1,0-1,0 0,1 0,58-53,-35 39,0 0,1 2,1 1,1 2,0 1,0 0,1 3,0 0,0 2,13 0,-41 5,0 0,-1 1,1-1,0 1,0-1,0 1,0 0,0 0,0 0,-1 0,1 0,0 0,0 1,0-1,0 0,0 1,-1 0,1-1,0 1,0 0,-1 0,1 0,-1 0,1 0,-1 0,1 1,-1-1,0 0,1 1,-1-1,0 1,0 0,0-1,0 1,0 0,-1-1,1 1,0 0,-1 0,0 0,1-1,-1 1,0 0,0 0,0 0,-6 51,1 33,5-83,1 1,-1-1,1 0,0 0,1 0,-1 0,0 0,1 0,0 0,0-1,0 1,0 0,0-1,0 1,1-1,-1 0,1 0,-1 0,1 0,0 0,0-1,0 1,0-1,2 1,24 5,-2-3</inkml:trace>
  <inkml:trace contextRef="#ctx0" brushRef="#br1" timeOffset="34124.826">2601 977,'72'18,"-29"-10,-1 2,0 2,-1 1,0 3,-2 1,0 2,10 8,-39-20,0 1,-1 0,0 0,0 1,-1 1,0-1,0 1,-1 0,-1 1,0 0,0 0,-1 0,0 1,-1 0,-1 0,0 0,0 0,-1 0,-1 0,0 1,0-1,-2 6,1 2,-1-17,0 0,0 0,0 0,1 1,0-1,-1 0,1 1,1-1,-1 0,0 0,1 1,-1-1,1 0,0 0,0 0,0 0,1 0,-1 0,1 0,-1 0,1-1,0 1,0 0,0-1,1 0,-1 1,1-1,-1 0,1 0,0 0,-1-1,1 1,0-1,3 2,5-3,1-1,-1 0,1-1,-1 0,0 0,0-1,0-1,0 0,0 0,-1-1,1 0,-1-1,-1 0,1-1,-1 0,0 0,-1-1,5-6,-3 6,-1-2,-1 1,1-2,-1 1,-1-1,0 0,0 0,-1-1,-1 0,0 0,-1 0,0-1,-1 0,2-11,-5 25,-1 0,1-1,-1 1,0 0,1-1,-1 1,1 0,-1-1,0 1,0-1,1 1,-1-1,0 0,0 1,0-1,0 0,1 1,-1-1,0 0,0 0,0 0,0 0,0 0,0 0,1 0,-1 0,0 0,0 0,0 0,0-1,0 1,1 0,-1-1,0 1,0-1,0 1,1-1,-1 1,0-1,1 1,-1-1,0 0,1 1,-1-1,1 0,-1 1,1-1,-1 0,1 0,0 0,-1 1,1-1,0 0,0 0,-1 0,1 0,0 0,0 1,0-1,0 0,0 0,0 0,0 0,1 0,-1 0,0 0,0 1,1-1,-1 0,1 0,-5 6,0 0,1 1,0-1,0 1,1 0,0-1,0 1,0 0,1 0,-1 1,2-1,-1 0,1 0,-1 0,2 1,-1-1,1 0,0 0,0 0,1 1,-1-1,1-1,1 1,-1 0,1 0,0-1,0 0,1 0,0 1,-1-2,2 1,-1 0,0-1,4 2,39 24,2-5</inkml:trace>
  <inkml:trace contextRef="#ctx0" brushRef="#br1" timeOffset="34524.826">4032 1245,'-130'14,"124"-13,1 1,-1 0,0 0,0 0,1 1,0 0,-1 0,1 0,0 1,1 0,-1 0,1 0,-1 0,1 1,1-1,-1 1,0 0,1 1,-2 4,4-8,0 1,0 0,0-1,0 1,1 0,-1-1,1 1,0 0,0 0,0-1,0 1,0 0,1 0,-1-1,1 1,0 0,-1-1,1 1,1-1,-1 1,0-1,0 1,1-1,0 0,-1 0,1 1,0-1,0-1,0 1,0 0,0 0,1 0,4 2,0 0,0 0,0 0,0-1,1 0,-1 0,1-1,-1 0,1-1,6 1,-4-1,0-1,0-1,0 0,0 0,0-1,0 0,-1-1,1 0,-1 0,1-1,-1 0,-1-1,1 0,0-1,-1 1,0-2,-1 1,1-1,-1 0,0-1,-1 1,0-1,0-1,-1 1,0-1,0 0,-1 0,0 0,-1-1,0 1,0-5,8-36,-2-2,-3 0,-1 0,-4 0,-1 0,-7-49,-14-103,7 169,13 34,1 1,-1 0,1-1,-1 1,0 0,1-1,-1 1,1 0,-1-1,0 1,1 0,-1 0,0 0,0 0,1 0,-1 0,0 0,1 0,-1 0,0 0,1 0,-1 0,0 0,1 1,-1-1,0 0,1 0,-1 1,0-1,1 1,-1-1,1 0,-1 1,1-1,-1 1,1-1,-1 1,1-1,-1 1,1 0,0-1,-1 1,1 0,0-1,0 1,-1 0,1 0,-8 14,0 0,1 1,0 0,1 0,1 1,1-1,0 1,1 4,1-13,-8 39,2 0,2 0,2 1,2 0,2 0,2-1,8 42,-7-74,1 0,0 0,1 0,1-1,0 0,1 0,1 0,0-1,1 0,0 0,1-1,0 0,3 1,35 29</inkml:trace>
  <inkml:trace contextRef="#ctx0" brushRef="#br1" timeOffset="35221.115">5328 1271,'-8'-5,"0"0,-1 1,0 0,1 1,-1-1,-1 2,1-1,0 1,-1 1,1-1,-1 2,1-1,-1 1,1 1,-1 0,1 0,-1 1,1 0,0 1,0 0,0 0,0 1,1 0,-1 0,-2 3,10-6,-1 0,0 0,1 1,-1-1,1 1,-1-1,1 1,-1-1,1 1,0 0,0 0,0 0,0 0,0 0,1 0,-1 0,0 0,1 0,0 0,-1 0,1 0,0 0,0 0,0 1,0-1,1 0,-1 0,0 0,1 0,0 0,-1 0,1 0,0 0,0 0,0 0,0 0,1-1,-1 1,0 0,1-1,-1 1,1-1,-1 1,1-1,0 0,0 0,-1 0,3 1,8 1,0 0,0 0,0-1,0-1,0 0,0-1,0 0,1-1,-1 0,0-1,0 0,0-1,-1-1,1 0,-1 0,0-1,0 0,0-1,0 0,-1-1,1-1,0-1,0 0,0 0,-1-1,0-1,-1 1,0-2,-1 1,0-1,-1 0,0-1,-1 0,-1 0,0 0,0-1,-1 1,-1-1,0-3,4-31,-2-1,-2 0,-2 0,-3-15,2 50,0-6,-1-1,0 0,-2 1,0-1,-1 1,-6-17,10 36,0 0,0 0,-1 0,1 0,0 1,0-1,0 0,-1 0,1 0,-1 0,1 0,-1 0,1 0,-1 1,1-1,-1 0,0 0,1 1,-1-1,0 0,0 1,0-1,1 1,-1-1,0 1,0-1,0 1,0 0,0-1,0 1,0 0,0 0,0 0,0 0,0-1,0 1,0 1,0-1,0 0,0 0,0 0,0 0,0 1,1-1,-1 1,0-1,0 0,0 1,0-1,0 1,1 0,-1-1,0 1,0 0,1-1,-1 1,1 0,-1 0,0 0,-33 56,24-23,0 0,2 1,2 0,1 1,1-1,3 1,0-1,3 1,4 25,-5-42,1 0,1-1,0 1,2-1,0 1,1-1,1-1,1 1,0-1,1-1,1 1,0-2,2 1,-1-2,2 1,1-1,-7-9,0-2,0 1,0-1,1 0,-1-1,1 0,-1 0,1 0,0-1,0 0,0-1,0 0,0 0,0-1,-1 0,1 0,0 0,0-1,-1-1,1 1,-1-1,0 0,0-1,0 0,0 0,0 0,-1-1,0 0,0 0,0-1,-1 0,0 0,0 0,0 0,-1-1,0 0,0 0,-1 0,0 0,1-4,1 3,-1-1,0 0,-1-1,0 1,-1-1,0 1,0-1,-1 0,0 0,0 0,-1 0,-1 1,0-1,0 0,-1 0,0 1,-2-3,4 10,-1 0,1 0,-1 0,0 1,0-1,0 0,0 1,0-1,0 0,-1 1,1-1,0 1,-1 0,1 0,-1-1,0 1,1 0,-1 0,0 0,1 1,-1-1,0 0,0 1,0-1,0 1,0 0,0-1,0 1,0 0,1 0,-1 0,0 0,0 1,0-1,0 0,0 1,0 0,0-1,1 1,-1 0,-1 0,-2 2,-1 1,1-1,0 1,0 0,0 1,1-1,-1 1,1 0,0 0,0 0,1 0,-1 3,0-1,2 1,-1 0,1 0,0 0,1 0,0 0,0 0,0 0,1 0,1 0,-1 1,1-1,1 0,0 0,0 0,0 0,1-1,0 1,0-1,1 1,0-1,1 0,-1-1,1 1,1-1,-1 0,1 0,0 0,0-1,1 0,-1 0,1-1,0 0,2 1,65 33,1-9</inkml:trace>
  <inkml:trace contextRef="#ctx0" brushRef="#br1" timeOffset="35690.185">6758 1177,'-10'-2,"0"0,1 1,-1 0,0 1,0 0,0 1,0-1,0 2,0 0,1 0,-1 0,-9 5,14-6,0 1,0 1,0-1,0 0,0 1,1 0,-1 0,1 1,0-1,0 1,0 0,0 0,0 0,1 1,0-1,0 1,0 0,1 0,0 0,0 0,0 0,0 0,0 5,1-6,1-1,0 1,0 0,1 0,-1 0,1 0,0-1,0 1,0 0,0-1,1 1,0-1,-1 1,1-1,0 0,1 1,-1-1,0 0,1-1,0 1,0 0,0-1,0 1,82 42,-55-36,1-1,0-1,0-2,1-1,-1-2,1-1,0-1,-1-2,1-1,-1-1,17-6,-32 7,-1-2,0 0,0-1,-1-1,0 0,0 0,0-2,-1 0,2-2,-10 7,1-1,-1 0,0 0,0 0,-1 0,0-1,0 0,0 0,0 0,-1 0,0 0,-1-1,1 1,-1-1,0 0,-1 0,0 0,0 1,0-1,-1-1,0-2,-1 6,0 0,-1 0,1 0,-1 0,0 1,0-1,0 0,0 1,-1 0,1 0,-1 0,0 0,0 0,0 0,0 1,0-1,-1 1,1 0,-1 0,0 0,0 1,1-1,-1 1,0 0,0 0,0 0,0 0,0 1,-1 0,1 0,0 0,0 0,0 1,0-1,0 1,0 0,0 0,0 1,0-1,1 1,-1 0,0 0,1 0,0 0,-1 1,0 0,-1 0,1-1,-1 1,1 0,0 0,0 0,0 0,0 1,1 0,-1-1,1 1,0 1,0-1,0 0,1 1,-1 0,1-1,0 1,1 0,-1 0,1 0,0 0,0 0,0 0,1 1,0-1,0 0,0 0,1 0,0 0,0 1,0-1,0 0,1 0,0-1,0 1,0 0,0-1,4 5,6 3,2-1,-1 0,1-1,1 0,0-1,0-1,1 0,0-1,0-1,1-1,0 0,-1-1,2 0,-1-2,5 0,59 9,-7-5</inkml:trace>
  <inkml:trace contextRef="#ctx0" brushRef="#br1" timeOffset="36074.824">7747 1271,'-10'-6,"0"0,-1 1,1 0,-1 0,-1 2,1-1,0 1,-1 1,0 0,1 0,-1 1,0 1,0 0,0 1,1 0,-1 1,0 0,1 0,-7 4,15-5,0 1,0 0,0 0,0 0,1 0,-1 0,1 1,0-1,0 1,0 0,0-1,0 1,0 0,1 0,0 0,-1 0,1 1,0-1,0 0,1 0,-1 1,1-1,0 0,-1 1,2-1,-1 0,0 1,1-1,-1 0,1 1,0-1,0 0,0 0,0 0,1 0,-1 0,1 0,0 0,0 0,0-1,0 1,1-1,-1 1,2 0,2 3,1 0,0 0,0-1,1 0,0 0,-1-1,2 0,-1 0,0-1,1 0,-1-1,1 0,0 0,0-1,0 0,1 0,-4-1,-1 0,1 0,-1 0,1-1,-1 0,0 0,1 0,-1-1,0 1,0-1,0-1,0 1,0-1,-1 0,1 0,-1 0,1 0,-1-1,0 0,-1 0,1 0,-1 0,0-1,0 1,0-1,0 0,-1 0,2-3,-1 0,-1-1,1 1,-1-1,-1 0,0 0,0 1,0-1,-1 0,-1-2,-5 6,-1 22,4-9,1 0,-1 0,1 0,1 1,0-1,0 1,0-1,1 1,1 0,-1-1,1 1,1-1,-1 1,2-1,-1 0,1 0,0 0,1 0,0 0,0-1,0 0,1 0,0 0,1 0,0-1,0 0,0 0,1 0,-1-1,1 0,1 0,34 13,-3-6</inkml:trace>
  <inkml:trace contextRef="#ctx0" brushRef="#br1" timeOffset="36408.276">8457 1138,'-56'-10,"0"2,-1 3,-21 2,30 7,47-4,0 0,0 1,0-1,0 0,0 0,0 1,0-1,0 0,0 1,0-1,0 1,0 0,0-1,0 1,0-1,1 1,-1 0,0 0,0 0,1-1,-1 1,1 0,-1 0,1 0,-1 0,1 0,-1 0,1 0,0 0,-1 0,1 0,0 0,0 0,0 0,0 1,0-1,0 0,0 0,0 0,1 1,2 4,1 0,0 0,1 0,-1 0,1-1,0 0,0 0,1 0,-1 0,1-1,0 0,0 0,2 0,3 3,63 39,-43-27,0 0,-1 3,-1 0,6 8,-32-29,-1 0,0 1,0-1,0 1,0-1,-1 1,1 0,0 0,-1-1,1 1,-1 0,1 0,-1 1,0-1,0 0,0 0,0 1,-1-1,1 0,0 1,-1-1,0 1,0-1,1 1,-1-1,-1 1,1-1,0 0,-1 1,1-1,-1 1,0-1,1 0,-1 1,-2 1,-6 2,-1 1,0-1,-1-1,1 0,-1-1,0 0,0 0,0-1,-1-1,1 0,-7 0,-5 2,-13 4,5-2</inkml:trace>
  <inkml:trace contextRef="#ctx0" brushRef="#br1" timeOffset="37864.806">9018 630,'25'56,"-3"1,-2 2,-2 0,-3 1,-3 0,4 54,-9-53,-2 1,-3-1,-3 1,-2-1,-12 58,10-90,-2 1,-1-1,-1 0,-2 0,-1-2,0 1,-3-1,0-1,-1-1,-2 0,0-1,-2-1,-2 1,-6 1,0-1,-2-2,0-1,-2-1,0-2,-1-1,-1-1,-21 6,-21 3,-2-3,1-3,-40 3,-141 6,-1-11,0-11,-14-12,267 6,-2108-21,1664 21,-1680-23,1677 12,-389-22,714 23,0-5,2-6,0-5,-63-25,149 38,0-3,1-1,1-2,0-2,2-1,0-2,2-1,1-2,1-1,1-2,1 0,-3-9,20 22,1-1,1-1,1 0,0 0,2-1,0 0,1 0,1-1,1 0,1 0,1 0,1-1,0 1,2 0,0-1,2 1,0-1,2 1,0 0,1 0,1 0,7-15,7-13,2 1,2 1,3 2,1 0,2 2,2 1,2 1,1 2,2 2,2 1,24-16,-1 6,2 2,2 3,1 4,2 2,2 3,0 4,47-12,21 3,1 7,1 5,124-5,435 5,-633 24,2203-3,-1606 19,366 64,-502-10,383 37,-597-81,-267-18,-50-4,-9-1</inkml:trace>
  <inkml:trace contextRef="#ctx0" brushRef="#br1" timeOffset="39390.424">6571 2153,'31'52,"3"-2,2-1,2-2,1-2,3-2,2-1,1-2,11 4,77 69,5-6,5-6,4-6,3-7,5-6,30 5,70 3,5-11,2-11,213 24,148-3,3-27,571-20,-936-43,-1-10,168-33,324-106,-429 62,195-86,-505 168,1 0,-1-1,0 0,0-1,-1-1,0 0,-1-1,0 0,0 0,-1-1,0-1,-1 1,6-11,-5 7,-7 9,0 0,1 1,0-1,0 1,0 0,1 1,0-1,-1 1,2 0,-1 0,0 0,1 1,0 0,-1 0,1 0,6-1,1-1,-1-1,0 0,0 0,-1-1,0-1,0 0,-1 0,5-6,39-27,40-35,-94 76,0-1,0 1,0-1,0 1,0-1,0 1,0-1,0 0,0 1,-1-1,1 1,0-1,0 1,-1-1,1 1,0-1,0 1,-1-1,1 1,0 0,-1-1,1 1,-1-1,1 1,-1 0,1-1,-1 1,1 0,-1 0,1-1,-1 1,1 0,-1 0,1 0,-1 0,1 0,-1-1,1 1,-1 0,0 0,1 0,-1 1,1-1,-1 0,1 0,-1 0,1 0,-1 0,1 1,-1-1,1 0,-1 0,1 1,-1-1,1 0,-1 1,1-1,0 1,-1-1,1 0,0 1,-109 14,-104 1,19-17,179-6,35-3,31-3,2 2,0 2,44-1,-80 9,-5-1,0 0,0 1,1 0,-1 1,0 1,1 0,-1 0,0 1,0 1,0 0,10 4,-17-3,0 0,0 1,0-1,0 1,-1 0,1 0,-1 0,-1 1,1-1,-1 1,0 0,0 0,-1 0,1 1,-2-1,1 0,-1 1,1-1,-2 1,1 0,-1-1,0 1,0 0,-1-1,0 1,0-1,-1 1,0-1,0 1,0-1,-1 0,0 0,-1 3,-16 26,-1 0,-2-2,-1 0,-2-2,0 0,-5 0,-21 23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08:51.19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74 382,'6'89,"-5"0,-3 0,-5 0,-3-1,-4 0,-6 8,11-53,4-22,0 1,2 0,0-1,1 1,2 0,1 17,-1-37,0-1,0 1,0 0,1-1,-1 1,1-1,-1 1,1-1,-1 1,1-1,0 1,0-1,0 0,0 0,0 1,0-1,0 0,0 0,0 0,1 0,-1 0,0 0,1 0,-1 0,1-1,-1 1,1-1,-1 1,1-1,-1 1,1-1,-1 0,1 0,0 0,-1 0,1 0,1 0,64-19,-47 12,29-9,2 3,-1 2,2 2,-1 3,1 2,0 2,45 4,-15 4,-54-3</inkml:trace>
  <inkml:trace contextRef="#ctx0" brushRef="#br0" timeOffset="330.061">716 1131,'-1'4,"0"0,1 0,-1 0,1 0,0 0,0 0,0 0,1 0,0 0,-1 0,1 0,0 0,1 0,-1 0,1 0,0-1,0 1,0-1,0 1,1-1,-1 0,1 0,0 0,0 0,0-1,0 1,0-1,1 1,-1-1,1 0,-1-1,1 1,0 0,0-1,0 0,0 0,0 0,0-1,0 1,0-1,0 0,0 0,2-1,1 0,0-1,0-1,0 1,0-1,0 0,-1-1,1 0,-1 0,0 0,0-1,-1 0,1 0,-1 0,0-1,-1 1,1-1,-1 0,0-1,-1 1,1-1,-1 1,-1-1,1 0,-1 0,0-1,0-4,-1 6,0 0,0 0,0 1,-1-1,0 0,0 0,0 0,-1 0,0 0,0 0,0 0,-1 1,0-1,0 0,-1 1,1 0,-1 0,0-1,-1 1,1 1,-1-1,0 1,0-1,0 1,-1 0,0 1,1-1,-1 1,-1 0,1 0,0 0,-1 1,0 0,0 0,-1 0,1 1,-1 0,0 0,0 1,1 0,-1 0,0 1,0-1,1 2,-1-1,1 1,-1 0,1 0,-1 0,1 1,0 0,0 0,1 1,-1 0,0 0,1 0,0 1,0-1,1 1,-1 0,1 1,0-1,0 1,1 0,0 0,0 0,0 0,1 0,0 1,-1 4,2-7,1 0,0 1,0-1,0 0,1 0,0 1,0-1,0 0,0 0,0 0,1 0,0 0,0 0,0 0,0 0,0-1,2 2,22 26</inkml:trace>
  <inkml:trace contextRef="#ctx0" brushRef="#br0" timeOffset="746.853">1492 1050,'-4'-7,"0"1,0-1,-1 1,0 0,0 0,-1 0,1 1,-1 0,0 0,-1 0,1 1,-1 0,0 0,0 1,0 0,0 0,-1 1,1 0,-1 0,0 0,0 1,1 0,-1 1,0 0,0 0,0 1,1 0,-1 0,-6 2,6-1,-1 1,1-1,0 1,0 1,0 0,0 0,1 1,-1-1,1 2,0-1,1 1,0 0,0 0,0 1,0 0,1 0,0 0,1 0,-1 1,1 0,1 0,-3 7,6-12,0-1,0 1,0 0,0 0,0 0,0-1,1 1,-1 0,1 0,0-1,0 1,0 0,0-1,0 1,1-1,-1 0,1 1,-1-1,1 0,0 0,0 0,0 0,0 0,1 0,-1-1,0 1,1-1,-1 1,1-1,-1 0,1 0,0 0,5 2,1 0,0 0,0-1,0-1,1 1,-1-1,0-1,1 0,1 0,-3 0,0-1,1 0,-1 0,0 0,0-1,0-1,0 1,0-1,-1 0,1-1,-1 0,0 0,0-1,0 0,-1 0,1 0,-1-1,-1 0,1 0,-1 0,0-1,0 0,-1 0,0 0,0 0,-1-1,0 0,0 0,-1 1,0-1,0-1,-1 1,0 0,0-1,-11-18,10 27,0 0,-1-1,1 1,0 0,-1 0,1 0,0-1,-1 1,1 0,0 0,-1 0,1 0,0 0,-1 0,1 0,-1-1,1 1,0 0,-1 0,1 0,0 1,-1-1,1 0,-1 0,1 0,0 0,-1 0,1 0,0 0,-1 1,1-1,0 0,-1 0,1 0,0 1,0-1,-1 0,1 0,0 1,0-1,-1 0,1 1,0-1,0 0,0 1,0-1,-1 0,1 1,0-1,0 0,0 1,0-1,0 1,0-1,0 0,0 1,0-1,0 0,0 1,0-1,0 1,1-1,-1 0,0 1,0-1,0 0,0 1,1-1,-1 0,-1 7,1-1,-1 1,2-1,-1 1,1-1,-1 1,2-1,-1 1,1-1,0 0,0 0,1 0,-1 0,2 0,-1-1,0 1,1-1,0 0,0 0,3 3,3 2,1-1,-1 0,2 0,-1-1,1 0,0-1,1-1,0 0,2 1,59 16,-1-7</inkml:trace>
  <inkml:trace contextRef="#ctx0" brushRef="#br0" timeOffset="1213.322">2308 850,'-1'-2,"-35"-76,35 76,-1 0,1 1,0-1,-1 0,1 1,-1-1,1 1,-1-1,0 1,0 0,0 0,1 0,-1 0,0 0,0 0,-1 1,1-1,0 0,0 1,0 0,0 0,0-1,-1 1,1 0,0 1,0-1,0 0,0 1,0-1,-1 1,1 0,0-1,0 1,0 0,1 0,-3 2,-9 7,1 1,0 1,1 0,1 0,-1 1,2 0,0 1,1 0,0 1,1-1,1 2,-3 7,2-9,1 0,0 1,1-1,1 1,0 1,1-1,1 0,0 1,1-1,1 1,0 0,2-1,1 10,-3-22,1 0,0 0,0 0,1-1,-1 1,1 0,-1-1,1 1,0-1,0 0,0 1,0-1,0 0,0 0,1 0,-1-1,1 1,-1 0,1-1,0 0,0 1,0-1,-1-1,1 1,0 0,0 0,0-1,0 0,0 0,0 0,0 0,3 0,3-2,-1 1,1-1,0 0,-1-1,0 0,0-1,0 1,0-2,0 1,5-5,3-3,-1-1,0-1,-1-1,-1 0,0-1,-1 0,-1 0,-1-2,0 1,-1-1,-1-1,0 1,-2-1,0-1,2-12,4-32,-3-1,-2-1,-3 1,-4-12,1-56,-6 0,-19-108,15 200,1 35,-3 101,-3 523,14-564,3 0,3 0,1 0,4 0,-6-32,1-1,1 1,1-1,0-1,2 0,0 0,2 0,0-2,1 1,15 15,25 17</inkml:trace>
  <inkml:trace contextRef="#ctx0" brushRef="#br0" timeOffset="9945.974">19151 88,'27'188,"-15"-119,-3 0,-3 1,-3-1,-3 1,-3 0,-3 0,-4 7,-29 110,38-184,1 0,-1 0,1 0,0 0,0 0,0 1,0-1,0 0,1 0,-1 0,1 0,0 0,0 0,0 0,0 0,1 0,-1-1,1 1,0 0,-1-1,1 1,1-1,-1 0,0 1,0-1,1 0,-1-1,1 1,0 0,-1-1,1 1,0-1,0 0,0 0,0 0,0 0,0-1,0 1,0-1,0 1,4-1,7 0,1 0,0-1,0-1,-1 0,1-1,-1-1,0 0,0-1,0 0,0-1,-1-1,0 0,0-1,-1 0,0-1,-1 0,0-1,0 0,-1-1,0 0,-1 0,0-1,-1-1,0 1,-1-7,-7 19,0 1,0-1,0 0,-1 0,1 0,0 0,0 1,0-1,0 0,0 0,-1 0,1 0,0 0,0 0,0 0,-1 0,1 0,0 1,0-1,0 0,-1 0,1 0,0 0,0 0,0 0,-1 0,1 0,0 0,0-1,0 1,-1 0,1 0,0 0,0 0,0 0,0 0,-1 0,1 0,0 0,0-1,0 1,-5 10,1 0,0 0,1 1,0-1,0 1,1-1,1 1,0 0,0 0,1 0,1 0,0-1,1 8,0-12,0-1,0 1,0-1,1 0,-1 0,1 0,1 0,-1 0,1-1,-1 1,1-1,0 0,1 0,-1-1,1 1,0-1,0 0,0 0,0-1,0 1,1-1,-1 0,1-1,-1 1,1-1,0 0,-1-1,1 1,0-1,0 0,31 1</inkml:trace>
  <inkml:trace contextRef="#ctx0" brushRef="#br0" timeOffset="10213.864">19686 649,'-16'-5,"-10"-3,-2-3,1 1,5-1,4 0,5 1</inkml:trace>
  <inkml:trace contextRef="#ctx0" brushRef="#br0" timeOffset="10480.425">19218 328,'14'0,"20"3,25 2,23 5,15 6,-8 0</inkml:trace>
  <inkml:trace contextRef="#ctx0" brushRef="#br0" timeOffset="10720.664">19927 1064,'13'1,"0"0,0-1,0 0,0-1,-1-1,1 0,0-1,-1 0,0-1,1 0,-1-1,-1-1,1 1,-1-2,0 0,-1 0,1-1,-1 0,-1-1,7-7,-10 8,0 0,0 0,-1 0,-1 0,1-1,-1 0,-1 0,0 0,0 0,0 0,-1-6,-1 12,0-1,-1 1,0-1,0 1,0-1,0 1,0-1,-1 1,0-1,1 1,-1-1,-1 1,1 0,0-1,-1 1,0 0,1 0,-1 0,0 0,-1 1,1-1,0 0,-1 1,0 0,1-1,-1 1,0 0,0 0,0 1,0-1,-1 1,0-1,-2 0,-1 1,1 0,-1 0,1 0,-1 1,0 0,1 0,-1 0,0 1,1 0,-1 1,1-1,0 1,-1 0,1 1,0 0,0 0,0 0,1 0,-1 1,1 0,0 0,0 1,0-1,0 1,1 0,0 1,0-1,0 1,1-1,0 1,0 0,0 0,1 0,0 1,0-1,0 1,1-1,0 1,1 0,-1-1,1 1,0-1,1 1,0 0,0-1,0 1,1-1,0 1,0-1,0 0,3 5,7 5,1-1,0 0,0-1,2 0,0-1,0-1,1 0,1-1,0-1,0 0,1-2,0 0,1-1,-1 0,1-2,1 0,5 0,7 1,0-1,0-2,0-1,0-1,30-3,-20-2</inkml:trace>
  <inkml:trace contextRef="#ctx0" brushRef="#br0" timeOffset="10871.587">20823 1184,'4'-6,"2"-4</inkml:trace>
  <inkml:trace contextRef="#ctx0" brushRef="#br0" timeOffset="8699.516">16103 1117,'0'-3,"0"0,0 0,-1 0,0 0,1 0,-1 1,0-1,-1 0,1 1,0-1,-1 0,1 1,-1 0,0-1,0 1,0 0,0 0,0 0,-1 0,1 0,0 1,-1-1,1 1,-1-1,0 1,1 0,-1 0,0 0,0 1,0-1,0 0,-95-4,88 5,0 1,0 1,0 0,1 0,-1 1,0 0,1 1,0 0,0 0,0 1,0 0,1 0,0 1,0 1,1-1,-1 1,1 0,1 1,-1 0,1 0,-3 6,8-10,1 0,-1 1,1-1,-1 0,1 1,1-1,-1 1,1-1,-1 0,1 1,0-1,1 0,-1 0,1 0,0 0,0 0,0 0,0 0,1-1,0 1,-1-1,1 0,0 1,1-2,-1 1,1 0,-1 0,1-1,0 0,0 0,0 0,0 0,0-1,0 1,0-1,1 0,0 0,27 8,0 0,1-3,0 0,0-2,0-2,1-1,-1-1,0-2,1-1,23-6,75-29,-125 35,0 0,0-1,0 1,-1-2,1 1,-1-1,0 1,0-2,-1 1,0-1,0 1,0-2,0 1,-1 0,0-1,1-3,-3 5,-2 4,0 1,0-1,0 1,0-1,0 1,0-1,0 0,0 1,0-1,0 1,0-1,1 1,-1-1,0 1,0 0,0-1,1 1,-1-1,0 1,1-1,-1 1,0 0,1-1,-1 1,1 0,-1-1,0 1,1 0,-1 0,1-1,-1 1,1 0,-1 0,1 0,-1 0,1-1,-1 1,1 0,-1 0,1 0,-1 0,1 0,-1 0,1 1,-1-1,1 0,-1 0,1 0,-1 0,1 1,-1-1,1 0,-1 0,141 104,-131-97,0-1,-1 0,2-1,-1 0,1-1,0 0,0 0,0-1,0-1,0 0,1 0,-1-1,1-1,2 0,-12 0,1-1,-1 0,0 0,1 0,-1-1,0 1,0 0,0-1,0 0,0 1,0-1,0 0,0 0,-1 0,1 0,-1 0,1-1,-1 1,0 0,0-1,0 1,0 0,0-1,-1 1,1-1,-1 0,0 1,0-1,0 0,1-3,-1-1,0 0,-1 1,0-1,0 0,0 1,-1-1,0 1,0-1,-3-4,-2 0,0 1,-1 0,-1 1,1 0,-1 0,-1 1,0 0,0 1,0 0,-1 0,0 1,-1 1,1-1,-1 2,0 0,0 0,0 1,0 1,-1 0,1 1,-1 0,0 1,1 0,-2 1,-7 2,34 4,293 0,-146-2,-158-5,0 0,1 0,-1 0,0 1,0-1,0 1,0-1,0 1,0 0,0 0,0 0,0 0,0 0,-1 0,1 1,0-1,-1 1,1-1,-1 1,1 0,-1-1,0 1,0 0,0 0,0 0,0 0,0 0,0 0,-1 0,1 0,-1 0,1 0,-1 0,0 0,0 2,0-2,0 0,0 1,0-1,0 0,0 1,0-1,0 0,1 1,-1-1,1 0,0 1,0-1,0 0,0 0,0 0,0 0,1 0,-1 0,1 0,-1 0,1 0,0-1,-1 1,1-1,0 1,0-1,0 0,0 0,0 0,1 0,-1 0,0 0,0 0,2-1,11 2,0-1,0-1,0 0,0-1,-1-1,1-1,0 0,-1 0,1-1,-1-1,0-1,-1 0,1-1,-1 0,-1-1,1 0,-1-1,-1 0,0-1,0-1,-1 1,0-2,0 1,3-9,2 4,-9 32,-7-11,1 0,0 0,0 0,0 0,0 0,1 0,0 0,0 0,0 0,1 0,0-1,-1 1,2 0,-1-1,0 0,1 1,0-1,0 0,0-1,1 1,-1 0,2 0,14 7,0-1,1-1,0 0,1-2,0 0,0-2,0 0,1-1,0-1,-1-1,14-1,-35-1,79 6</inkml:trace>
  <inkml:trace contextRef="#ctx0" brushRef="#br0" timeOffset="9338.837">18149 970,'-6'-3,"0"1,0 0,0 0,-1 0,1 1,0-1,-1 2,1-1,-1 1,1 0,-1 0,1 1,-1-1,1 1,0 1,-1 0,1-1,0 2,0-1,0 1,0 0,1 0,-1 1,1-1,0 1,0 0,0 1,0-1,1 1,0 0,-2 3,4-3,0-1,0 0,1 0,0 1,0-1,0 1,0-1,1 1,0 0,0-1,0 1,0-1,1 1,0-1,0 1,0-1,0 1,1-1,0 0,0 0,0 0,0 0,0 0,1 0,0 0,0-1,0 0,0 1,1-1,-1 0,1 0,-1-1,1 1,0-1,0 0,1 0,-1 0,0-1,0 1,1-1,-1 0,1 0,-1-1,1 1,0-1,2 0,2-1,0 0,0 0,0-1,-1 0,1 0,0-1,-1 0,0-1,0 1,0-2,0 1,-1-1,0 0,1-1,-2 0,1 0,-1 0,0-1,0 0,-1 0,3-5,5-8,-1-1,-1-1,-1 0,-1-1,0 0,-2 0,1-11,4-23,-3-1,-2 0,-3 0,-2 0,-6-46,4 102,0-8,0 1,-1-1,0 0,-1 0,1 0,-2 1,0-1,0 1,-1 0,0 0,0 0,-1 0,0 1,4 6,0 1,0 0,-1 0,1 0,0 0,0 0,0 1,-1-1,1 0,-1 0,1 1,0-1,-1 1,1-1,-1 1,1 0,-1 0,1 0,-1-1,1 1,-1 1,1-1,-1 0,1 0,-1 0,1 1,-1-1,1 1,-1-1,1 1,0 0,-1 0,1-1,0 1,-1 0,1 0,0 0,0 0,-1 1,-36 51,28-30,2 0,1 1,0 0,2 1,1-1,1 1,1 0,1 0,1 0,1 0,2-1,1 5,-1-10,1 0,1-1,0 0,2 0,0-1,1 0,1 0,0 0,1-1,1-1,0 0,1 0,1-1,0-1,1 0,1-1,0 0,0-1,1-1,0-1,1 0,0-1,1-1,-1 0,2-1,9 1,-22-5,-1-1,1 0,0 0,0-1,0 1,0-1,0-1,0 1,0-1,0 0,0 0,-1-1,1 0,0 0,-1 0,1 0,-1-1,0 0,0 0,0-1,0 1,-1-1,1 0,-1 0,0-1,0 1,-1-1,1 0,-1 0,4-8,0-1,-2 0,1 0,-2 0,0 0,0-1,-2 0,1 0,-2 0,-6 57,1-25,2 0,0 0,0 0,2 1,0-1,1 0,1 0,1 0,0 0,4 13,-5-26,0-1,0 1,0-1,1 0,-1 1,1-1,0-1,-1 1,1 0,0-1,1 1,-1-1,0 0,1 0,-1 0,1-1,0 1,0-1,-1 0,1 0,0 0,3 0,23 2</inkml:trace>
  <inkml:trace contextRef="#ctx0" brushRef="#br0" timeOffset="9613.417">18790 462,'5'7,"1"2</inkml:trace>
  <inkml:trace contextRef="#ctx0" brushRef="#br0" timeOffset="6897.215">14312 1358,'20'-41,"-3"-2,-1 0,-1-1,-3 0,-2-1,-2 0,1-21,-5 45,-4 21,0 0,0 1,0-1,0 0,0 0,0 0,0 1,0-1,0 0,0 0,0 0,0 1,1-1,-1 0,0 0,0 0,0 0,0 1,0-1,1 0,-1 0,0 0,0 0,0 0,0 1,1-1,-1 0,0 0,0 0,0 0,1 0,-1 0,0 0,0 0,0 0,1 0,-1 0,0 0,0 0,1 0,-1 0,0 0,0 0,0 0,1 0,-1 0,0 0,0 0,0-1,1 1,-1 0,0 0,0 0,0 0,0 0,1 0,-1-1,7 26,-7-24,16 57,-3 1,-2 0,-3 1,-3 0,-2 0,-5 48,1-95,-1 0,0 0,-1 0,0-1,-1 1,-1-1,0 0,-5 11,-5-1</inkml:trace>
  <inkml:trace contextRef="#ctx0" brushRef="#br0" timeOffset="7197.199">14378 1571,'16'0,"17"0,14 3,12 0,8 0,2 0,-7-2,-13 0</inkml:trace>
  <inkml:trace contextRef="#ctx0" brushRef="#br0" timeOffset="6080.574">11425 1211,'25'0,"28"0,31 2,28 1,22 2,16 1,3-2,-9 0,-17-2,-27-1,-29 2,-29 0,-29 0,-17-1</inkml:trace>
  <inkml:trace contextRef="#ctx0" brushRef="#br0" timeOffset="6380.816">12159 957,'31'15,"0"-1,0-1,1-2,1-1,25 4,-43-10,370 92,-374-93,-1 0,1 1,-1 1,0 0,0 0,0 1,-1 0,1 0,3 5,-12-10,0 0,0 1,1-1,-1 1,0-1,-1 1,1-1,0 1,0-1,-1 1,1 0,-1 0,1-1,-1 1,0 0,1 0,-1-1,0 1,0 0,0 0,-1 0,1-1,0 1,-1 0,1 0,-1-1,0 1,1 0,-1-1,0 1,0-1,0 1,0-1,0 1,-49 42,-170 79,158-93,2 3,1 3,0 3,19-8</inkml:trace>
  <inkml:trace contextRef="#ctx0" brushRef="#br0" timeOffset="2470.889">4647 1050,'-16'-5,"-1"1,1 1,-1 1,0 0,0 1,0 1,0 0,1 1,-1 1,0 1,1 0,-1 1,1 1,0 1,0 0,1 1,0 0,0 2,0-1,1 2,1 0,0 1,0 0,1 1,0 0,-3 5,12-13,0-1,0 0,0 1,1-1,0 1,-1 0,1 0,0 0,1 0,-1 0,1 0,0 1,0-1,0 0,0 1,1-1,0 0,0 1,0-1,0 1,1-1,0 0,0 1,0-1,0 0,1 0,-1 1,1-1,0-1,0 1,3 2,1-1,1 0,-1-1,1 0,0 0,1-1,-1 0,1 0,-1-1,1 0,0-1,0 1,0-1,0-1,0 1,0-1,0-1,0 0,0 0,-1 0,1-1,0 0,0-1,-1 0,0 0,8-4,-6 0,0 0,0-1,-1 0,0-1,-1 0,0 0,0-1,0 1,-2-2,1 1,-1 0,-1-1,0 0,0 0,-1 0,0-1,-1 1,-1-1,0 0,0 1,-1-9,-3-7,3 26,0 1,0-1,0 1,1 0,-1-1,0 1,0-1,0 1,0 0,0-1,-1 1,1-1,0 1,0 0,0-1,0 1,0 0,0-1,-1 1,1-1,0 1,0 0,-1 0,1-1,0 1,0 0,-1-1,1 1,0 0,-1 0,1-1,0 1,-1 0,1 0,0 0,-1 0,1 0,-1-1,1 1,0 0,-1 0,1 0,-1 0,1 0,0 0,-1 0,1 0,-1 0,1 0,0 1,-1-1,1 0,0 0,-1 0,1 0,0 1,-1-1,1 0,-4 6,0-1,1 1,0 0,0 0,1 0,0 0,0 0,0 1,1-1,-1 0,2 1,-1 4,0-3,-3 5,1 1,1-1,0 1,1-1,1 1,0-1,1 1,0 0,1-1,0 0,1 1,1-1,0 0,1-1,0 1,1-1,1 0,0 0,0-1,1 1,0-2,1 1,2 0,-2-4,1-1,0 0,0 0,0-1,1 0,0 0,0-2,0 1,4-1,42 8</inkml:trace>
  <inkml:trace contextRef="#ctx0" brushRef="#br0" timeOffset="2863.079">5261 1011,'-19'-6,"-1"1,0 1,0 0,0 2,0 0,0 2,-1 0,1 1,0 1,0 1,0 1,0 1,1 0,-1 2,-16 7,32-13,1 0,0 0,1 0,-1 0,0 0,0 1,0-1,1 1,-1 0,1 0,-1 0,1 0,0 0,-1 1,1-1,0 0,1 1,-1 0,0-1,1 1,0 0,-1 0,1 0,0 0,1 0,-1 0,0 0,1 0,0 0,0 1,0-1,0 0,0 3,5-1,-1 0,1 0,0-1,0 1,0-1,1 0,-1-1,1 1,0-1,0 0,0-1,1 0,-1 0,1 0,-1 0,1-1,0 1,109 28,78 27,-190-57,-1 1,1 0,0 0,0 1,-1-1,1 1,-1 0,1 0,-1 0,0 0,0 0,0 1,0-1,0 1,-1 0,1 0,-1 0,1 0,-1 0,0 1,-1-1,1 1,0-1,-1 1,0 0,0 0,0-1,0 1,-1 0,1 0,-1 3,-6 1,0-1,0 0,0 0,-1 0,0-1,0 0,-1-1,0 1,0-2,0 1,0-1,-1 0,0-1,0 0,0 0,0-1,-6 1,-11 5,0-2,-1-1,0-1,1-1,-1-2,0 0,0-2,-20-3,26-1,18 0,9 0</inkml:trace>
  <inkml:trace contextRef="#ctx0" brushRef="#br0" timeOffset="3459.999">5489 1011,'0'15,"0"16,0 10,0 6,2 3,3 1,1-5,2-7,1-10,0-11</inkml:trace>
  <inkml:trace contextRef="#ctx0" brushRef="#br0" timeOffset="3947.265">5463 743,'62'-10,"-41"10,0 2,0 0,0 2,0 0,-1 1,1 1,-1 1,0 0,-1 2,0 1,0 0,-8-3,0 0,0 0,0 1,-1 1,-1-1,0 2,0-1,0 2,-1-1,-1 1,0 0,0 0,-1 1,-1 0,0 0,0 0,-1 1,1 5,-2 11,0-1,-2 1,-2-1,0 1,-4 15,0 29,4-70,1 0,-1-1,1 1,0 0,0-1,1 1,-1 0,0 0,1-1,-1 1,1-1,0 1,0-1,0 1,0-1,1 1,-1-1,1 0,-1 0,1 1,0-1,0 0,0-1,0 1,0 0,0-1,0 1,0-1,1 1,-1-1,1 0,-1 0,1 0,-1-1,1 1,0 0,-1-1,1 0,0 0,-1 1,1-2,2 1,9-2,0 0,0-1,0-1,0 0,-1-1,0 0,0-1,0-1,-1 0,0-1,0 0,-1 0,0-2,0 1,-1-1,0-1,-1 0,0 0,-1-1,0 0,-1 0,0-1,3-9,-7 15,0 0,0 1,-1-1,0-1,0 1,0 0,-1-1,0 1,-1 0,1-1,-2 0,1 7,0 1,-1-1,1 1,0-1,-1 1,1 0,-1-1,1 1,-1-1,1 1,-1 0,1-1,-1 1,1 0,-1 0,0 0,1-1,-1 1,1 0,-1 0,0 0,1 0,-1 0,1 0,-1 0,0 0,1 0,-1 0,1 0,-1 1,0-1,1 0,-1 0,1 1,-1-1,1 0,-1 0,1 1,-1-1,1 1,-1-1,1 0,0 1,-1-1,1 1,-1-1,1 1,0-1,0 1,-1 0,1-1,0 1,0-1,0 1,0 0,-1-1,1 1,0-1,0 1,0 0,0-1,1 1,-6 9,1-1,1 1,0-1,0 1,1 0,0 0,1 0,0 1,0-1,1 0,1 0,0 0,0 1,1-1,0 0,0 0,2-1,-1 1,1-1,0 1,1-1,0 0,1-1,-1 1,2-1,-1 0,1-1,0 0,1 0,0 0,8 4,0-1,0 0,1-1,0-1,1-1,0-1,0 0,0-1,17 2,29 3</inkml:trace>
  <inkml:trace contextRef="#ctx0" brushRef="#br0" timeOffset="5167.502">7066 1090,'-17'-3,"-1"1,0 1,0 0,0 1,0 1,0 1,0 0,1 1,-1 1,1 1,0 0,0 2,0 0,1 0,0 2,1 0,0 1,-14 11,25-18,0 1,0 0,1 0,-1 0,1 0,0 1,0-1,0 1,1 0,0 0,0 0,0 0,0 0,1 0,0 0,0 1,0-1,1 0,0 1,0-1,0 1,0-1,1 0,0 0,0 1,1-1,-1 0,1 0,0 0,1 0,-1 0,1-1,0 1,0-1,0 0,1 1,0-1,1 1,11 5,0 0,0-1,1-1,0 0,1-1,0-1,0-1,0-1,1 0,0-1,-1-1,1-1,0-1,0 0,0-1,18-4,-17 2,-1-1,1 0,-1-2,0 0,0-1,0-1,-1 0,-1-2,1 0,-1-1,-1 0,0-2,-1 0,0 0,-1-2,-1 0,0 0,-1-1,-1-1,0 0,-1 0,-1-1,-1 0,0-1,-1 0,-2 0,1 0,-2-5,-2 21,-1-1,-1 1,1-1,0 0,-1 1,0-1,0 0,0 1,0-1,-1 0,1 1,-1-1,0 0,0 1,0-1,-1 1,1 0,-1-1,0 1,0 0,0 0,0 0,0 0,-1 0,1 1,-1-1,0 1,0 0,0 0,0 0,0 0,-3-1,-2 0,-10-2,27 1,71 2,0 4,57 8,-41 15,-92-23,0-1,0 1,0 0,-1 1,1-1,-1 1,1 0,-1-1,0 1,0 1,0-1,-1 0,1 1,-1-1,1 1,-1 0,-1 0,1 0,0 0,-1 0,1 3,-1 4,-1 0,0 0,-1-1,0 1,0 0,-1 0,0 0,-1-1,-2 4,-11 76,17-86,-1 0,1-1,-1 1,1 0,0 0,1-1,-1 1,1 0,-1-1,1 0,0 1,1-1,-1 0,0 0,1 0,0 0,-1-1,1 1,0-1,0 1,1-1,-1 0,0 0,1-1,0 1,-1-1,5 2,1 0,1-1,0 0,0 0,0 0,0-2,0 1,0-1,1-1,-1 1,3-2,2-2,0-1,0 0,-1-1,0 0,0-1,0-1,10-8,-18 12,-4 3,1 0,-1 1,0-1,0 0,1 1,-1-1,0 1,1 0,-1 0,1 0,-1 0,0 0,1 0,-1 1,0-1,0 1,1 0,-1 0,0-1,0 1,0 1,0-1,0 0,0 0,0 1,0-1,0 1,-1 0,1-1,0 2,23 14,-6-9,1-2,0 0,0-1,0-1,1-1,-1-1,1-1,-1-1,1 0,0-2,-1 0,8-3,72-22,-97 26,0 0,0-1,0 0,0 0,0 0,0 0,0 0,-1-1,1 1,-1-1,0 0,0 1,0-1,0 0,0 0,-1 0,1-1,-1 1,0 0,0-1,0 1,0 0,0-1,-1 1,0-1,0 1,0-4,-2-2,-1 0,-1-1,0 1,0 1,-1-1,1 1,-2-1,1 2,-1-1,-1 0,1 1,-1 0,-1 1,1 0,-1 0,0 0,0 1,-1 0,0 1,1 0,-9-2,6 0,-1 1,0 1,0 0,0 0,0 1,0 1,-1 0,0 1,1 0,-1 1,1 0,-1 1,1 1,-1 0,1 0,-1 1,1 1,0 0,1 1,-1 0,1 1,0 0,0 1,1 0,0 0,-4 4,11-7,0 0,0-1,0 1,0 1,0-1,1 0,-1 1,1-1,1 1,-1 0,0 0,1-1,0 1,0 0,1 0,0 0,-1 0,2 0,-1 0,0 0,1 0,0 0,0 0,1 0,-1 0,3 4,25 31,8-5</inkml:trace>
  <inkml:trace contextRef="#ctx0" brushRef="#br0" timeOffset="5595.859">8671 996,'5'-1,"-1"1,1-1,-1 0,1 1,0 0,-1 0,1 1,0-1,-1 1,1 0,-1 0,1 0,-1 1,1 0,-1 0,0 0,0 0,0 0,0 1,0 0,-1 0,1 0,-1 0,0 0,0 1,0 0,0-1,-1 1,1 0,-1 1,0-1,0 0,0 0,0 4,84 245,-86-251,1 1,-1-1,1 0,0 1,0-1,0 0,0 0,0 0,0 0,0 0,1 0,-1 0,1 0,0 0,-1-1,1 1,0 0,0-1,0 0,0 1,0-1,1 0,-1 0,0 0,0-1,1 1,-1 0,0-1,1 0,-1 1,1-1,-1 0,0 0,1 0,-1-1,1 1,-1-1,0 1,1-1,-1 0,0 0,1 0,-1 0,13-11,-1 0,0-1,-1-1,0 0,-2-1,1 0,-2-1,0 0,-1-1,-1 0,0 0,-1-2,19-41,-30 69,0 0,2 0,-1 0,1 0,0 0,1 1,0-1,0 1,1-1,1 1,-1-1,2 1,-1-1,1 0,0 1,1-1,0 0,1 0,0-1,0 1,1-1,0 0,5 6,4-3,1-1,0-1,1 0,0-1,1 0,-1-2,1 0,1-1,-1 0,1-2,-1 0,4 0,74 12</inkml:trace>
  <inkml:trace contextRef="#ctx0" brushRef="#br0" timeOffset="13143.871">18483 2655,'23'-2,"21"1,16 3,15 2,5 1,-1 4,-10 3,-17 1</inkml:trace>
  <inkml:trace contextRef="#ctx0" brushRef="#br0" timeOffset="13396.884">18550 2908,'20'5,"24"1,23 0,24-1,19-2,14-1,3-5,-5-5,-25-1</inkml:trace>
  <inkml:trace contextRef="#ctx0" brushRef="#br0" timeOffset="13680.025">19552 2801,'-3'2,"0"0,-1 0,1 0,0 0,0 0,0 1,1-1,-1 1,0 0,1 0,0 0,0 0,0 0,0 0,0 1,0-1,1 1,0-1,0 1,0 0,0-1,0 1,1 0,0-1,-1 1,2 0,-1 0,0 0,1-1,-1 1,1 0,0-1,0 1,1 0,4 4,0-1,1 0,0 0,1-1,-1 1,1-2,0 1,1-1,-1 0,1-1,0 0,0 0,0-1,1 0,8 1,5 3,0-1,0-1,1 0,0-2,0-1,0-1,0-1,0-1,-1-1,1-1,4-2,-22 3,0 1,0-1,-1-1,1 1,-1-1,1 0,-1 0,0 0,0-1,0 1,-1-1,0 0,1-1,-1 1,-1-1,1 0,-1 0,1 0,-1 0,-1-1,1 1,-1-1,0 0,0 1,-1-1,0 0,0 0,0 0,-1 0,1 0,-2 0,1 0,-1 0,0 0,-2-11,-1 1,-1 1,0-1,-1 1,-1-1,0 2,-1-1,-1 1,0 0,-1 1,0 0,-1 1,-1 0,0 1,0 0,-1 0,0 2,-1 0,0 0,-1 1,0 1,0 0,0 1,-1 1,0 1,-9-2,14 5,-1 1,1 1,0 0,-1 0,1 1,0 0,0 1,1 1,-1-1,0 2,1-1,0 2,0-1,1 1,-1 1,1-1,1 2,-1-1,0 3,-45 44</inkml:trace>
  <inkml:trace contextRef="#ctx0" brushRef="#br0" timeOffset="11862.696">16505 2588,'-6'-28,"6"28,0 0,0 0,0 0,0 0,0 1,0-1,0 0,0 0,-1 0,1 0,0 0,0 0,0 0,0 0,0 0,-1 0,1 0,0 1,0-1,0 0,0 0,0 0,-1 0,1 0,0 0,0 0,0 0,0-1,-1 1,1 0,0 0,0 0,0 0,0 0,0 0,-2 22,-11 257,12-271,0 0,0 1,1-1,0 1,1-1,-1 1,2-1,-1 0,1 0,0 1,1-1,0 0,0-1,1 1,0-1,0 1,1-1,-1 0,2-1,-1 1,1-1,0 0,0 0,1-1,0 0,-1 0,8 3,11-2,2 0,-1-2,1 0,-1-2,1-1,0-2,0 0,-1-2,1 0,9-4,121-24,-120 23</inkml:trace>
  <inkml:trace contextRef="#ctx0" brushRef="#br0" timeOffset="12129.904">17240 2548,'-4'2,"0"12,3 13,7 16,4 11,1 6,-2 4,-2-1,-3-4,-4-4,-6-7,-5-9,-3-12,2-10</inkml:trace>
  <inkml:trace contextRef="#ctx0" brushRef="#br0" timeOffset="12396.983">17226 2387,'12'14,"14"13,17 9,18 8,13 7,8 7,2 2,-5 3,-10-3,-19-3,-18-3,-25-7,-24-7,-26-8,-21-7,-16-8,6-7</inkml:trace>
  <inkml:trace contextRef="#ctx0" brushRef="#br0" timeOffset="12663.72">16411 2254,'18'-5,"20"-1,24 1,24 0,24 2,22 1,17 3,10 4,2 3,-9 2,-16 0,-32-2</inkml:trace>
  <inkml:trace contextRef="#ctx0" brushRef="#br1" timeOffset="35671.941">3257 4660,'-8'-3,"0"1,0 1,0 0,0 0,0 0,-1 1,1 0,0 0,0 1,0 0,0 1,0 0,0 0,0 1,1 0,-1 0,1 1,0-1,0 2,0-1,0 1,0 1,-4 3,0 0,0 1,1 0,1 1,0 0,0 0,1 1,1 0,0 0,0 1,1 0,0 3,4-13,1 0,0 0,0 0,0 0,0 0,0 0,0 0,1 0,0 0,-1 1,1-1,0 0,1 0,-1 0,1 0,-1 1,1-1,0 0,0 0,0 0,0 0,1-1,-1 1,1 0,0-1,0 1,0-1,0 1,0-1,0 0,1 0,-1 0,1 0,-1 0,1 0,1 0,2-1,1 0,-1 0,0-1,0 0,1 0,-1 0,0-1,1 0,-1 0,0-1,0 0,0 0,0 0,-1-1,6-2,12-8,-1 0,0-1,-2-2,1 0,-2-1,0-1,-1 0,-1-2,-1 0,-1-1,0 0,-2-1,0-1,-2 0,0-1,-2 0,0 0,-2-1,-1 0,-1 0,-1-1,0-14,-2-1,-1 0,-3 0,-1 0,-2 0,-2 0,-2 1,-1 0,9 38,0-4,0 0,-1 1,0-1,0 1,0 0,0 0,-1-1,0 2,0-1,0 0,-1 1,0-1,-1-1,3 6,1-1,0 1,-1 0,1 0,-1 0,1-1,0 2,-1-1,1 0,0 0,-1 0,1 1,0-1,-1 0,1 1,0-1,0 1,-1 0,1-1,0 1,0 0,0 0,0 0,0 0,0 0,0 0,0 0,0 0,0 0,1 0,-1 0,0 1,1-1,-1 0,1 0,0 1,-1-1,1 0,0 1,-8 19,1 0,1 1,1-1,1 1,1 0,1 1,1 13,0-21,-2 39,2 1,2-1,2 0,3 0,3 0,1-1,5 7,-10-45,0 1,1-1,1 0,0-1,1 0,1 0,7 10,-13-21,-1 0,1 1,0-1,0 0,0 0,1-1,-1 1,1-1,-1 1,1-1,0 0,0-1,0 1,0-1,0 1,0-1,0-1,0 1,0 0,1-1,-1 0,0 0,1 0,-1-1,0 1,0-1,0 0,0 0,1 0,-1-1,1 0,9-7,0-1,-1 0,0 0,-1-1,0-1,-1 0,0 0,-1-1,-1-1,0 0,0 0,-2 0,0-1,0 0,-1-1,-1 0,-1 0,0 0,-1-3,-3 19,2-7,0 1,0-1,-1 0,0 0,0 0,-1 0,1 0,-2 0,1 0,-1 0,0 0,-1 0,1 0,-1 1,-3-7,3 12,1 0,-1 0,0 0,0 0,0 0,1 0,-1 1,0-1,0 1,0 0,0-1,0 1,0 0,0 0,0 0,0 0,0 1,0-1,0 1,0-1,0 1,0-1,0 1,1 0,-1 0,0 0,0 0,1 0,-1 0,1 1,-1-1,1 1,-1-1,1 1,0-1,0 1,0 0,0-1,0 1,0 1,-5 3,0 1,1 0,0 1,0 0,1-1,0 1,0 0,1 1,0-1,1 1,0 0,0-1,0 1,1 0,1 0,0 0,0 0,0 0,1 0,1-1,-1 1,2 0,-1-1,1 1,0-1,1 0,0 0,0 0,5 7,5-3,0-1,1-1,0 0,0-1,1-1,0 0,1-1,0-1,0-1,0 0,0-1,1-1,0 0,1-2,87 14</inkml:trace>
  <inkml:trace contextRef="#ctx0" brushRef="#br1" timeOffset="33269.955">5154 3016,'-10'-6,"0"0,0 1,-1 1,1 0,-1 0,0 1,0 1,-1 0,1 0,0 1,-1 1,1-1,-1 2,1 0,-1 0,1 1,0 1,0-1,0 2,0 0,0 0,1 1,0 0,0 1,0 0,1 0,0 1,-6 6,12-11,2 0,-1 1,0-1,0 1,1 0,-1-1,1 1,0 0,0 0,0 0,0 0,0 0,1 0,-1 0,1 0,0 0,0 0,0 0,0 0,1 0,-1 0,1 0,0 0,-1 0,2 0,-1 0,0-1,0 1,1 0,0-1,-1 1,1-1,0 1,0-1,0 0,1 0,-1 0,0 0,1 0,-1-1,1 1,0-1,-1 1,1-1,0 0,1 0,9 2,0 0,1-1,-1 0,1-1,-1-1,1 0,0-1,-1-1,1 0,-1 0,0-2,0 1,0-2,0 0,-1 0,1-1,-1 0,-1-2,1 1,-1-1,-1-1,0 0,0 0,0-1,-1 0,-1-1,4-4,0-7,-2 1,0-2,-1 1,-1-1,-1 0,-2-1,0 0,-1 1,-1-2,-2 1,0 0,-2 0,0 0,-2 0,0 0,-2 0,-4-10,-25-66,33 99,1-1,0 1,-1 0,1 0,-1 0,1 0,-1-1,1 1,-1 0,0 0,0 0,1 0,-1 0,0 1,0-1,0 0,0 0,0 0,0 1,0-1,0 1,-1-1,1 1,0-1,0 1,0 0,-1-1,1 1,0 0,0 0,-1 0,1 0,0 0,0 0,-1 0,1 0,0 1,0-1,0 0,-1 1,1-1,0 1,0 0,0-1,0 1,0 0,0-1,0 1,0 0,0 0,0 0,0 0,1 0,-1 0,0 0,1 0,-1 0,1 0,-1 1,0 0,-5 14,1 0,0 0,1 1,1 0,0 0,1 0,1 0,1 12,0-15,-3 21,1 0,2 0,2 0,1 0,2-1,1 1,1-1,3 0,0-1,2 0,2-1,14 25,-24-49,1-1,0 1,0-1,0 0,1 0,1-1,-1 0,1 0,0 0,0-1,0 0,1-1,0 1,0-1,0-1,0 0,1 0,-1 0,1-1,0-1,-1 1,1-1,0-1,0 0,0 0,0 0,0-1,8-3,-7 1,0-2,0 0,0 0,-1-1,1 0,-2 0,1-1,-1 0,0-1,0 0,-1 0,0-1,0 0,-1 0,0 0,-1-1,0 0,-1 0,0 0,0-1,-1 1,0-1,-1 0,0-2,-1 12,-1-1,1 0,-1 0,1 1,-1-1,0 0,0 0,1 0,-1 1,-1-1,1 0,0 0,0 0,-1 0,1 1,-1-1,1 0,-1 0,0 1,0-1,0 1,0-1,0 0,0 1,0 0,0-1,0 1,-1 0,1 0,-1-1,1 1,-1 0,1 0,-1 1,0-1,1 0,-1 0,0 1,0-1,1 1,-1 0,0-1,0 1,0 0,0 0,1 0,-1 0,0 1,0-1,-1 1,-3 4,0 0,0 0,1 1,0 0,0 0,0 0,1 1,0-1,0 1,1 0,-1 0,2 1,-1-1,1 1,0-1,0 1,1 0,0-1,1 1,0 7,0-7,0 1,1-1,0 0,1 1,0-1,0 0,1 0,0 0,0 0,0-1,1 1,1-1,-1 0,1 0,0 0,1-1,0 0,0 0,0 0,0-1,1 0,0 0,0-1,1 1,-1-2,7 3,50 17,-4-9</inkml:trace>
  <inkml:trace contextRef="#ctx0" brushRef="#br1" timeOffset="33892.399">6077 2989,'-13'56,"3"1,2 0,3 0,2 0,3 11,-1-26,-1 486,-2-468,-1-83,2-540,4 240,-1 313,11-39,-10 49,1-1,-1 1,1-1,0 1,-1 0,1-1,0 1,-1 0,1 0,0 0,-1 0,1 1,-1-1,1 0,0 1,-1-1,1 1,-1-1,1 1,-1 0,1 0,-1 0,1 0,-1 0,0 0,1 0,1 1,35 23,-1 1,-1 2,19 21,-36-32,2 1,-10-10,-1 0,0 1,0 1,-1 0,-1 0,0 1,5 7,-12-17,-1 0,1 0,-1 0,1 0,-1 1,1-1,-1 0,0 0,1 0,-1 0,0 0,0 1,0-1,0 0,0 0,0 0,0 0,0 1,-1-1,1 0,0 0,-1 0,1 0,-1 0,1 0,-1 0,1 0,-1 0,0 0,0 0,1 0,-1 0,0 0,0-1,0 1,0 0,0-1,0 1,0 0,0-1,0 1,0-1,-2 1,-51 9,45-9,1-1,-1 0,1 0,-1-1,1 0,-1 0,1-1,0 0,0-1,-1 1,2-2,-1 1,0-1,1 0,-1-1,1 1,-2-4,7 7,1-1,0 1,0-1,-1 1,1-1,0 0,1 1,-1-1,0 0,0 0,1 0,-1 0,1 0,-1 1,1-1,0 0,0 0,0 0,0 0,0 0,1 0,-1 0,0 0,1 0,-1 0,1 0,0 1,0-1,0 0,0 0,0 1,0-1,1 0,50-47,-29 36,0 0,1 2,0 0,0 2,1 0,0 2,1 1,0 1,26-2,-50 6,1 1,-1-1,1 1,-1 0,1 0,-1 0,1 0,-1 0,0 0,1 1,-1-1,1 1,-1 0,0-1,1 1,-1 0,0 0,0 1,0-1,0 0,0 1,0-1,0 1,0 0,0 0,-1-1,1 1,-1 0,0 1,1-1,-1 1,19 130,-19-127,0 1,1-1,0 0,1 0,-1 1,1-1,0-1,1 1,-1 0,1-1,0 0,0 0,1 0,0 0,0-1,0 0,0 0,0 0,1-1,0 1,0-1,0-1,0 1,0-1,0 0,1-1,-1 1,1-1,-1 0,3-1,17-5</inkml:trace>
  <inkml:trace contextRef="#ctx0" brushRef="#br1" timeOffset="34346.96">6478 2762,'-62'20,"60"-19,1-1,0 1,0-1,0 1,0 0,0-1,0 1,0 0,0 0,0 0,0 0,0 0,0 0,1 0,-1 0,0 0,1 1,-1-1,1 0,0 0,-1 0,1 1,0-1,-1 0,1 1,0-1,0 0,0 1,0-1,0 0,1 0,-1 1,0-1,1 0,-1 0,1 1,-1-1,1 0,-1 0,1 0,0 0,-1 0,1 0,0 0,0 0,0 0,0 0,8 6,1 0,0-1,0-1,1 1,-1-2,1 1,0-2,0 1,1-1,-1-1,10 1,-3 1,126 22,-75-15,-1 2,55 20,-117-32,0 1,0 0,0 0,0 0,-1 1,1 0,-1 0,1 0,-1 0,0 1,0 0,-1 0,1 1,-1-1,0 1,0 0,0 0,-1 0,0 1,0-1,0 1,0 0,-1-1,0 4,6 54,11 37,-17-96,0 1,0-1,0 0,1 0,0-1,0 1,0 0,0-1,0 0,1 1,-1-1,1-1,0 1,0 0,0-1,0 0,1 0,-1 0,0-1,5 2,-1-2,1 1,-1-1,1-1,-1 1,1-2,-1 1,1-1,-1 0,0-1,1 0,-1 0,0-1,0 0,0 0,-1-1,1 0,-1 0,0-1,0 0,0 0,-1-1,0 0,0 0,0 0,-1-1,0 0,0 0,-1 0,0 0,0-1,0 0,-1 0,0 0,-1 0,0 0,0 0,-1-4,4-42,-5 62,0-1,1 1,0-1,0 1,0-1,1 0,0 1,0-1,1 0,0 0,0-1,1 1,4 6,1-1,1 0,0-1,1 0,0-1,0 0,1-1,1 0,-1-1,1 0,1-1,-1-1,1 0,1-1,-1 0,3 0,46 12</inkml:trace>
  <inkml:trace contextRef="#ctx0" brushRef="#br1" timeOffset="34713.578">8083 3216,'-12'-9,"0"1,-1 1,0 0,0 1,-1 0,0 1,0 0,0 1,-13-1,21 4,-1 0,1 1,-1 0,0 0,1 0,-1 1,1 0,-1 0,1 1,-1 0,1 0,0 0,0 1,0 0,0 0,1 1,-1-1,1 1,0 1,0-1,0 1,-3 3,5-5,-1 1,0 0,1-1,0 2,0-1,0 0,0 1,1-1,-1 1,1 0,1 0,-1 0,1 0,-1 0,1 0,1 0,-1 0,1 1,0-1,0 0,0 0,1 0,0 1,0-1,0 0,1 0,0 0,0 0,0-1,0 1,1 0,0-1,-1 0,2 0,-1 0,0 0,2 1,0-1,1-1,0 1,0-1,0 0,0 0,0-1,1 0,-1 0,1-1,-1 1,1-1,0-1,0 1,-1-1,1 0,0-1,0 0,-1 0,1 0,-1-1,1 0,-1 0,1 0,1-2,2-1,-1 0,0-1,0 0,0 0,-1 0,0-1,0-1,-1 1,0-1,0-1,-1 1,0-1,0 0,-1 0,1-4,5-19,-2 0,-2-1,-1 1,-1-1,-2 0,-1-1,-2 1,-1-2,1 25,-4-409,-6 297,10 122,-1 0,1 0,0 1,0-1,0 0,-1 0,1 0,0 0,0 0,-1 1,1-1,0 0,-1 0,1 0,0 0,0 0,-1 0,1 0,0 0,-1 0,1 0,0 0,0 0,-1 0,1 0,0 0,-1 0,1 0,0-1,0 1,-1 0,1 0,0 0,0 0,-1 0,1-1,0 1,0 0,0 0,-1-1,1 1,0 0,0 0,0-1,0 1,0 0,-1 0,1-1,0 1,0 0,0 0,0-1,0 1,0 0,0-1,0 1,0 0,0-1,0 1,0 0,0 0,0-1,0 1,1 0,-1 0,0-1,0 1,0 0,-8 23,-5 46,4 1,2 0,4 1,3 0,3 61,7 1,10 35,-9-89</inkml:trace>
  <inkml:trace contextRef="#ctx0" brushRef="#br1" timeOffset="31781.858">2521 2815,'0'23,"0"16,0 16,0 9,0 5,-2 3,-1-2,0-6,-2-10,1-11,0-13</inkml:trace>
  <inkml:trace contextRef="#ctx0" brushRef="#br1" timeOffset="32196.648">2508 2908,'16'26,"16"30,3-1,2-2,3-2,2-1,46 42,-87-91,0 0,-1 1,1-1,-1 0,1-1,0 1,0 0,0 0,-1 0,1 0,0-1,0 1,0 0,0-1,0 1,1-1,-1 1,0-1,0 1,0-1,0 0,0 0,1 1,-1-1,0 0,0 0,0 0,1 0,-1 0,0-1,0 1,0 0,0-1,1 1,-1 0,0-1,0 0,0 1,0-1,0 1,0-1,0 0,0 0,-1 0,1 0,0 1,0-1,0 0,-1 0,1 0,-1 0,1-1,-1 1,1 0,-1-1,4-17,-1 0,0-1,-2 1,0-1,-1 0,-1 1,-3-15,1 7,-24-366,25 367,-1 13</inkml:trace>
  <inkml:trace contextRef="#ctx0" brushRef="#br1" timeOffset="32562.66">3070 3016,'0'12,"-3"9,2 0,0 0,2 0,0 0,1 0,2 0,0-1,1 1,1-1,0 0,2 0,0-1,2 0,0-1,1 0,2 1,-12-16,0-1,1 0,-1 0,1-1,0 1,0 0,0 0,-1-1,2 1,-1-1,0 0,0 0,0 0,0 0,1 0,-1 0,1 0,-1-1,0 1,1-1,-1 0,1 1,-1-1,1 0,-1-1,1 1,-1 0,1-1,-1 1,0-1,1 0,-1 0,0 0,1 0,-1 0,0-1,0 1,0 0,5-10,0 0,0 0,-1 0,-1 0,0-1,0 0,-1 0,-1-1,0 1,0-1,-2 1,1-1,-2-12,4-71,0 108,0 0,1-1,0 1,1-1,0 0,1 0,0-1,1 0,0 0,0-1,5 4,4 0,0 0,1-1,0-1,1-1,0 0,0-2,1 0,1-1,4 1,51 12</inkml:trace>
  <inkml:trace contextRef="#ctx0" brushRef="#br1" timeOffset="36244.84">5502 4606,'-6'-3,"-1"0,0 0,0 1,1 0,-1 0,0 1,-1 0,1 0,0 0,0 1,0 0,0 1,-1 0,1 0,0 0,0 1,0 0,1 0,-1 0,0 1,1 0,-1 1,1 0,0 0,0 0,1 0,-1 1,1 0,0 0,0 1,-3 4,6-6,0-1,0 1,1 0,-1 0,1 0,0 0,0 0,0 1,1-1,-1 0,1 0,0 0,0 1,1-1,-1 0,1 0,0 0,0 0,0 0,1 0,-1 0,1 0,0 0,0-1,1 1,-1-1,1 1,-1-1,5 5,1 0,0 0,0-1,0 0,1-1,0 0,0 0,1-1,-1 0,7 1,15 5,2-2,-1-2,1 0,0-3,0 0,0-2,0-2,1-1,-1-1,0-2,0-2,0-1,-1-1,0-1,12-7,-31 12,-1-1,0 0,0 0,0-1,0-1,-1 0,0-1,-1 0,0 0,0-1,0 0,-1-1,-1 0,0-1,0 0,5-10,-12 19,0 0,-1 0,1 0,0-1,-1 1,1 0,-1-1,0 1,0-1,0 1,0 0,0-1,0 1,-1 0,1-1,-1 1,1 0,-1 0,0-1,0 1,0 0,0 0,-1 0,1 0,-1 0,1 0,-1 1,1-1,-1 0,0 1,0-1,0 1,0 0,0-1,0 1,-1 0,-2-1,1 0,-1 0,0 1,0 0,0 0,0 0,0 0,0 1,0 0,-1 0,1 0,0 1,0 0,0 0,0 0,-3 2,3-1,1 0,0 0,0 1,0-1,0 1,1 0,-1 0,1 1,0-1,-1 1,2 0,-1-1,0 1,1 0,0 1,0-1,0 0,0 1,1-1,0 1,-1-1,2 1,-1 0,1-1,-1 1,1 0,0 0,1-1,-1 1,1 0,0-1,0 1,1-1,-1 1,1-1,1 1,5 7,1-1,1 0,0-1,0 0,1-1,0 0,1 0,0-1,0-1,0 0,1-1,0 0,1-1,-1-1,1 0,7 1,23 6,0-2,0-2,1-2,33 0,-2-5</inkml:trace>
  <inkml:trace contextRef="#ctx0" brushRef="#br1" timeOffset="36595.987">6785 4687,'-13'-4,"-1"0,0 1,0 0,0 1,-1 1,1 0,0 1,0 1,-1 0,1 1,0 0,0 1,0 1,1 0,-1 1,1 0,0 1,0 1,-6 4,17-9,-1-1,1 0,0 1,0 0,1-1,-1 1,0 0,0 0,1 0,-1 0,1 0,0 0,-1 1,1-1,0 0,1 1,-1-1,0 0,1 1,-1-1,1 1,0 0,-1-1,1 1,0-1,1 1,-1-1,0 1,1-1,0 1,-1-1,1 0,0 1,0-1,0 0,1 1,-1-1,1 0,-1 0,2 1,5 3,1 0,1-1,-1 0,1 0,0-1,0 0,0-1,0 0,1-1,0 0,-1 0,1-1,0-1,-1 0,1 0,0-1,9-2,-14 3,-1-1,0 1,1-1,-1 0,1-1,-1 1,0-1,0 0,0-1,0 1,0-1,-1 0,1 0,-1 0,1-1,-1 1,0-1,-1 0,1 0,-1-1,0 1,0-1,0 0,0 1,-1-1,0 0,0-1,0 1,-1 0,1-1,-2 6,-1 0,1 0,0 0,0 0,-1 0,1 0,0 0,-1 0,1 0,0 1,0-1,-1 0,1 0,0 0,0 0,-1-1,1 1,0 0,-1 0,1 0,0 0,0 0,-1 0,1 0,0 0,0-1,0 1,-1 0,1 0,0 0,0 0,-1-1,0 8,1-1,-1 1,1-1,0 1,1 0,-1-1,1 1,1-1,-1 0,1 1,0-1,0 0,1 0,0 0,0 0,0-1,1 1,0-1,0 0,0 0,1 0,3 2,5 5,0-1,1 0,0-2,1 1,0-2,1 0,-1-1,5 1,123 29,-76-28</inkml:trace>
  <inkml:trace contextRef="#ctx0" brushRef="#br1" timeOffset="36997.289">7775 4593,'-22'3,"1"1,0 1,0 1,1 1,0 1,0 1,0 0,18-8,0-1,0 1,0-1,0 1,0 0,0 0,0 0,1 0,-1 0,0 0,1 0,-1 1,0-1,1 1,0-1,-1 1,1-1,0 1,0 0,0 0,0-1,0 1,0 0,0 0,1 0,-1 0,1 0,-1 0,1 0,0 0,0 1,0-1,0 0,0 0,0 0,1 1,3 1,0-1,0 1,0-1,1 0,-1 0,1 0,0-1,0 1,0-1,0 0,0-1,5 2,117 30,56 21,-182-54,40 23,-40-23,0 1,0-1,0 1,0 0,0-1,0 1,0 0,0 0,-1 0,1-1,0 1,-1 0,1 0,-1 0,1 0,-1 0,1 1,-1-1,0 0,1 0,-1 0,0 0,0 0,0 0,0 1,0-1,0 0,0 0,0 0,-1 0,1 0,0 0,-1 0,1 1,-1-1,0 0,-3 3,0 0,0 0,0-1,-1 0,0 0,1 0,-1 0,0-1,-1 0,1 0,0 0,-1 0,-2-1,8-1,-47 12,-1-2,0-2,-48 1,10-3</inkml:trace>
  <inkml:trace contextRef="#ctx0" brushRef="#br1" timeOffset="39466.39">9459 2936,'-2'-27,"-1"1,-1 0,-2 0,0 0,-2 0,-1 1,-1 1,0-1,-2 2,-1 0,-13-17,-11-1,-2 1,-1 3,-2 1,-1 2,-2 2,-1 2,-22-10,-206-117,-177-68,280 149,-4 9,-3 7,-2 8,-95-11,-75 9,-1 15,-2 16,-2 15,-128 12,1 22,1 20,-165 50,455-60,2 8,-97 39,197-52,2 4,2 3,1 5,2 3,3 3,-22 21,58-37,2 3,1 1,2 1,2 3,1 1,3 1,1 2,2 1,2 1,-5 18,-2 19,3 2,5 0,3 2,4 1,4 0,4 1,4 1,4 68,4-87,4 0,2 0,4 0,3-1,3-1,3 0,3-2,3 0,29 53,-2-25,5-2,3-3,5-3,3-2,4-4,4-3,52 41,10-5,4-6,5-7,4-6,50 18,72 21,7-12,4-12,5-13,287 57,-343-104,1-11,2-9,138-4,-206-25,0-7,-1-7,0-7,-1-8,72-24,-91 11,-2-7,-2-5,98-53,-158 62,-2-3,-2-4,-2-3,-2-3,-3-4,43-47,-42 27,-4-3,-3-4,-4-2,-4-3,-5-3,-3-1,-4-3,-5-3,19-62,-7-3,-8-3,-7-1,8-108,-27 139,-6-2,-7 0,-5 0,-7 0,-6 0,-27-124,32 234,-1 0,-1 0,-2 0,-1 1,-2 1,-1 0,-14-24,-2 18,6 17</inkml:trace>
  <inkml:trace contextRef="#ctx0" brushRef="#br1" timeOffset="40732.339">8884 4152,'0'27,"1"-1,2 0,0 0,2 0,1-1,0 0,2 0,1 0,2 1,23 38,2-2,3-2,2-2,3-1,2-3,3-1,1-3,37 26,7 6,4-5,3-4,4-5,2-4,3-5,2-5,74 23,-85-45,1-4,2-5,0-4,2-5,12-4,101-1,211-19,-186-5,-1-11,-2-10,-1-11,-3-10,37-23,158-83,45-44,-126 54,443-210,-695 312,29-16,2 6,33-6,8 5,-134 32,102-84,-85 67,1 2,2 3,3 2,32-15,-6 16,-87 39,1 0,0 0,0 0,-1 0,1-1,0 1,-1 0,1 0,0 0,0 0,-1 0,1 0,0 0,0-1,-1 1,1 0,0 0,0 0,-1-1,1 1,0 0,0 0,0-1,0 1,-1 0,1 0,0-1,0 1,0 0,0-1,0 1,0 0,0 0,0-1,0 1,0 0,0-1,0 1,0 0,0 0,0-1,0 1,0 0,0-1,0 1,0 0,0 0,1-1,-1 1,0 0,0 0,0-1,0 1,1 0,-1 0,0-1,0 1,1 0,-1 0,0 0,0 0,1-1,-1 1,0 0,0 0,1 0,-1 0,1 0,-28-4,26 4,-291 4,172 2,76-4,19 1,0-2,1-2,-1 0,0-1,-13-3,38 5,-1 0,0 0,1 1,-1-1,0 0,0 0,1 0,-1 0,0 0,0 0,1 0,-1 0,0 0,0-1,1 1,-1 0,0 0,0-1,1 1,-1 0,0-1,1 1,-1 0,1-1,-1 1,1-1,-1 1,0-1,1 0,0 1,-1-1,1 1,-1-1,1 0,0 1,-1-1,1 0,0 0,0 1,0-1,-1 0,1 0,0 1,0-1,0 0,0 0,0 1,0-1,1 0,-1 0,0 1,0-1,0 0,1 1,-1-1,0 0,1 1,-1-1,1 0,-1 1,1-1,-1 1,1-1,-1 1,1-1,-1 1,1-1,11-4,0 0,0 1,1 0,-1 1,1 0,-1 1,1 1,9-1,-1 0,25-3,1 2,0 2,0 3,0 1,32 7,-72-10,1 1,0 0,0 1,-1 0,1 0,-1 1,0-1,0 2,0-1,0 1,0 0,-1 0,1 1,-1 0,-1 0,1 0,-1 1,1 0,-2 0,1 0,-1 1,4 6,-7-5,0 0,0 0,0 0,-1 1,0-1,-1 0,0 0,0 1,-1-1,0 0,0 0,-1 0,0-1,0 1,-1-1,0 1,0-1,-3 2,-65 94,-14-1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09:55.43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287 231,'1'-9,"0"-1,-1 1,-1-1,1 0,-2 1,1-1,-1 1,-1 0,1-1,-2 1,1 0,-1 1,-1-1,1 1,-2-1,1 1,-1 1,0-1,0 1,-1 0,0 1,-1 0,1 0,-5-3,9 7,-1 0,0-1,1 1,-1 1,0-1,0 0,0 1,0 0,0 0,0 0,0 1,0-1,0 1,0 0,-1 0,1 0,0 1,0-1,0 1,0 0,0 0,0 1,0-1,0 1,0 0,1 0,-1 0,1 0,-1 1,1-1,0 1,0 0,0 0,0 0,-4 9,0-1,0 1,1 0,1 1,0 0,1 0,0 0,1 0,0 0,1 1,1-1,0 1,1-1,0 1,1 0,1-1,0 1,0-1,2 0,0 0,0 0,1 0,1-1,0 0,0 0,1 0,5 4,-3-2,0 0,1-1,1-1,0 1,1-2,0 1,0-2,2 0,-1 0,1-1,0-1,16 7,-26-14,1 0,0 0,-1 0,1 0,0-1,0 1,0-2,0 1,-1 0,1-1,0 0,0 0,-1 0,1-1,-1 1,1-1,-1 0,1 0,-1-1,0 1,0-1,0 0,-1 0,1-1,74-92,-53 59,-2-2,-2 0,-2-2,-1 0,-2-1,-2-1,-2 0,3-28,-14 52,-6 34,-1 49,2 0,3 0,5 41,0-14,7 94,-5-148</inkml:trace>
  <inkml:trace contextRef="#ctx0" brushRef="#br0" timeOffset="346.929">890 17,'-148'341,"120"-300,28-42,-1 1,1 0,-1 0,1 0,-1 0,0-1,1 1,-1 0,1 0,-1-1,1 1,-1 0,1-1,0 1,-1-1,1 1,-1-1,1 1,0 0,-1-1,1 1,0-1,0 0,-1 1,1-1,0 1,0-1,0 1,0-1,-1 0,1 1,0-1,0 1,0-1,0 1,1-1,-1 0,0 1,0-1,0 1,0-1,1 1,-1-1,0 1,0-1,1 0,-1 1,0 0,1-1,-1 1,1-1,-1 1,1-1,-1-1,0 0,0 0,0 0,0 0,1 0,-1 0,1 0,0 0,0 0,-1 0,1 1,0-1,1 0,-1 0,0 1,0-1,1 1,-1-1,1 1,-1 0,1-1,0 1,-1 0,1 0,0 0,0 0,0 0,0 1,0-1,0 1,0-1,0 1,0 0,0-1,53 81,-45-69,0 0,1 0,0-1,0-1,1 0,0 0,1-2,0 1,0-1,1-1,0-1,0 0,0 0,0-1,8 0,18 3,0-2,0-2,0-2,0-1,5-2,51-6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0:01.31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174 3049,'160'8,"117"-11,-147 0,-26-2,-102 5,0 0,0 0,0 0,0-1,0 1,0-1,0 1,0-1,0 0,-1 0,1 0,0 0,0 0,-1 0,1 0,-1 0,1-1,-1 1,0-1,1 1,-1-1,0 1,0-1,0 0,0 0,0 1,0-1,-1 0,1 0,-1 0,1 0,-1 0,0 0,0 0,1 0,-1 0,-1 0,1 0,0 0,0 0,-1 0,1 1,-1-1,0 0,0-2,-13-87,4-1,3 0,6-28,0 18,-4 0,-4 0,-5 1,-5 0,-3 2,-5 0,-28-64,-41-17,96 180,-1-1,0 1,1-1,-1 1,1-1,-1 0,1 1,-1-1,1 0,-1 1,1-1,0 0,0 1,-1-1,1 0,0 0,0 0,0 1,0-1,0 0,0 0,0 0,0 1,0-1,0 0,0 0,0 0,0 1,1-1,-1 0,0 1,1-1,-1 0,1 0,-1 1,0-1,1 0,0 1,-1-1,1 1,-1-1,1 1,0-1,-1 1,1-1,0 1,-1 0,1-1,0 1,0 0,-1 0,1 0,0-1,0 1,0 0,-1 0,1 0,0 0,0 0,156 13,150 10,-154-12,-151-11,0 1,0-1,0 1,0 0,0-1,-1 1,1 0,0 0,0 1,-1-1,1 0,0 0,-1 1,0-1,1 1,-1-1,0 1,1 0,-1-1,0 1,0 0,-1 0,1 0,0 0,-1 0,1 0,-1 0,1 0,-1 0,0 0,0 0,0 0,0 0,0 0,-1 0,1 0,0 0,-1 0,0 0,1 0,-1 0,0 0,0 0,-10 33,5-20,1 0,1 0,1 1,0 0,1 0,0-1,1 9,6 23,1-1,3-1,10 32,7 34,-17-52,-1 1,-4 0,-2 1,-3-1,-6 39,-17 132,24-223,0 0,1 0,0 0,0 0,1 0,0 0,0 0,1 0,0 0,0-1,1 0,0 0,0 0,1 0,0 0,0-1,0 0,1 0,2 1,-1-3,1-2,0 1,-1-1,1 0,0 0,1-1,-1 0,0-1,0 0,0 0,0 0,6-2,13 1,231-5,94-19,192-15,393 26,-45 4,-658 0,520-6,317 26,-367-8,-319 8,132 30,-85-4,-431-35,1-1,-1 1,0-1,0 1,0-1,0 0,1 0,-1 1,0-1,0 0,0 0,1 0,-1 0,0 0,0-1,1 1,-1 0,0-1,0 1,0 0,0-1,0 1,0-1,0 0,0 1,0-1,0 0,0 0,0 0,0 1,0-1,0 0,-1 0,1 0,0 0,-1-1,1 1,-1 0,1 0,-1 0,0 0,1 0,-1-1,0 1,0 0,0 0,0-1,0 1,0 0,0 0,0-1,-22-170,13-243,9 209,-24-165,-24 86,43 271,5 14,1 0,-1 0,0 0,0 0,1 0,-1 0,0 0,0 0,1 0,-1 0,0 0,0 0,1 0,-1 0,0 0,0 0,1 0,-1 0,0-1,0 1,1 0,-1 0,0 0,0 0,0 0,1-1,-1 1,17 15,2-1,0-1,0 0,1-2,1 0,0-1,0-1,1-1,0-1,0-1,18 2,-38-8,0 0,1 0,0 0,0 0,0 1,0-1,-1 0,1 1,0 0,0 0,-1 0,1 0,0 0,-1 0,1 1,-1-1,0 1,0 0,1 0,-1 0,0 0,0 0,-1 0,1 0,0 1,-1-1,1 1,-1-1,0 1,0-1,0 1,0 0,0-1,-1 1,1 0,-1 0,0 0,0 0,0-1,0 2,-64 144,60-127,1 0,1 0,1 0,0 0,2 0,1-1,0 1,2 0,4 16,7 49,-5 0,-2 0,-5 1,-4-1,-5 27,3-63,1 166,5-200,1-1,0 1,1-1,0 0,1-1,1 1,5 7,-5-10,6 60,-12-53,-1-15,0-1,1 0,0 0,-1 0,1 0,0 0,1 0,-1 0,1 0,-1 0,1 0,0-1,0 1,0-1,0 1,0-1,1 0,-1 0,1 0,-1 0,1 0,0-1,0 1,0-1,0 0,0 1,0-1,2 0,92 11,659-7,196 82,-342-23,629 50,581 17,-661-2,-1007-113,-150-16,-1 0,0 1,1-1,-1-1,0 1,1 0,-1 0,0 0,1-1,-1 1,0-1,0 1,1-1,-1 1,0-1,0 0,0 0,0 1,0-1,0 0,0 0,0 0,0 0,0 0,0 0,-1 0,1-1,0 1,-1 0,1 0,-1-1,1 1,-1 0,0-1,1 1,-1 0,0-1,0 1,0 0,0-1,0 1,0 0,-1-1,1 1,0 0,-1-1,1 1,-1-1,-36-125,19 79,-58-208,12-2,11-3,-9-182,40 293,-29-98,51 248,0-1,0 0,0 1,0-1,0 0,0 1,0-1,0 1,1-1,-1 0,0 1,0-1,1 1,-1-1,0 0,1 1,-1-1,0 1,1-1,-1 1,1-1,-1 1,1 0,-1-1,1 1,-1-1,1 1,-1 0,1 0,0-1,-1 1,1 0,-1 0,1 0,0 0,-1-1,1 1,0 0,-1 0,1 0,0 1,-1-1,1 0,-1 0,1 0,0 0,-1 0,1 1,-1-1,1 0,0 1,-1-1,1 0,-1 1,1-1,-1 1,1-1,-1 1,0-1,1 1,-1-1,1 1,12 2,243 14,192 18,164 45,-592-78,46 17,-65-17,0-1,-1 0,1 1,0-1,-1 1,0 0,1-1,-1 1,0-1,0 1,1-1,-1 1,-1 0,1-1,0 1,0-1,-1 1,1 0,0-1,-1 1,0-1,1 0,-1 1,0-1,0 1,0-1,0 0,0 0,0 1,0-1,0 0,0 0,-1 0,-3 6,-7 17,1 1,2 0,0 0,2 1,0 0,2 0,1 0,1 1,1 0,2-1,1 14,-3 11,7 678,-5-667,11 89,-9-147,-1 0,1 0,0-1,0 1,0 0,0-1,1 1,-1-1,1 1,0-1,0 0,0-1,1 1,-1 0,1-1,-1 0,1 1,0-2,0 1,0 0,0-1,0 0,0 1,0-2,0 1,0 0,1-1,-1 0,0 0,1 0,-1-1,0 1,0-1,0 0,0 0,1 0,1-2,37-6,0 2,1 2,0 2,0 1,24 4,-28-1,796 41,-537-21,891 80,223 106,-1407-206,-5-1,0 1,0-1,0 1,-1-1,1 0,0 1,0-1,0 0,0 0,0 0,0 1,0-1,1 0,-1 0,0 0,0-1,0 1,0 0,0 0,0-1,0 1,0 0,-1-1,1 1,0-1,0 1,0-1,0 1,0-1,-1 0,1 1,0-1,-1 0,1 0,0 0,-1 0,1 1,-1-1,1 0,-1 0,0 0,1 0,-1 0,0 0,15-254,10-456,-29 589,-5 0,-5 0,-5 2,-30-98,41 191,-7-54,28 87,5 0,1-2,0 0,0-2,0 0,0 0,10-2,-3 0,308 3,127-22,-370 18,-89 2,0-1,-1 1,1 0,-1 0,1 0,-1 0,0 0,1 1,-1-1,0 0,0 1,0-1,0 1,0-1,0 1,0-1,0 1,-1 0,1-1,-1 1,1 0,-1 0,0-1,1 1,-1 0,0 0,0-1,0 1,-1 0,1 0,0-1,-1 1,1 0,-1 0,1-1,-1 1,0 0,0-1,0 1,0-1,0 1,0-1,0 0,-1 1,-4 16,1 13,1 1,1 0,1 0,2 0,2 0,1 3,1 44,-19 311,0-122,14-227,1-1,3 1,1-1,1 1,3-2,4 12,-8-36,1-1,0 0,1 0,1-1,0 0,1 0,0 0,1-1,0 0,1-1,0 0,1-1,0 0,0 0,1-1,1-1,0 0,6 3,24 5,1-2,1-2,0-1,0-3,1-2,0-2,15-1,-43-2,638 15,-257-14,-361-1,4-1,-1 2,-1 2,1 1,19 7,-27 1,-32-12,-1-1,1 1,-1-1,0 1,1 0,-1-1,0 1,0 0,1-1,-1 1,0-1,0 1,0 0,0-1,0 1,0 0,0-1,0 1,0 0,0-1,0 1,0 0,-1-1,1 1,0 0,0-1,-1 1,1-1,0 1,-1 0,1-1,-1 1,1-1,0 1,-1-1,1 1,-1-1,0 0,1 1,-1-1,1 0,-1 1,0-1,1 0,-1 0,1 0,-1 1,0-1,1 0,-1 0,0 0,1 0,-1 0,0 0,1 0,-1 0,0-1,1 1,-1 0,0 0,-33 8</inkml:trace>
  <inkml:trace contextRef="#ctx0" brushRef="#br0" timeOffset="1557.071">361 15,'0'18,"0"20,0 14,0 13,0 8,0 3,0-1,2-6,6-9,8-10,8-12,7-10,7-10,4-9,4-12,-1-10,-9-2</inkml:trace>
  <inkml:trace contextRef="#ctx0" brushRef="#br0" timeOffset="1853.37">0 362,'25'-4,"25"-5,21-4,19-3,11-1,3 1,-15 2</inkml:trace>
  <inkml:trace contextRef="#ctx0" brushRef="#br0" timeOffset="2135.877">722 590,'18'-21,"13"-13,6-8,-1-4,-5 0,-7 5,-8 7,-9 14,-8 17,-6 21,-2 18,1 15,4 10,11 5,14 2,4-12</inkml:trace>
  <inkml:trace contextRef="#ctx0" brushRef="#br0" timeOffset="2966.802">8182 0,'4'23,"2"17,0 14,-1 11,-4 7,-4 5,-2 1,0-2,1-4,8-8,10-8,10-9,9-10,11-11,7-11,3-7,1-10,-11-4</inkml:trace>
  <inkml:trace contextRef="#ctx0" brushRef="#br0" timeOffset="3216.399">7874 416,'23'-5,"30"-3,31-1,24 1,12 3,-15 1</inkml:trace>
  <inkml:trace contextRef="#ctx0" brushRef="#br0" timeOffset="3469.866">8516 562,'46'-13,"1"2,0 1,47-2,-33 13,-59-1,-1 0,0 0,0 0,1 1,-1-1,0 0,0 1,0-1,1 1,-1-1,0 1,0 0,0-1,0 1,0 0,0 0,0 0,0 0,-1-1,1 1,0 1,0-1,-1 0,1 0,-1 0,1 0,-1 0,1 0,-1 1,0-1,1 0,-1 0,0 1,0-1,0 0,0 0,0 1,0-1,-1 0,1 0,0 1,-1-1,1 0,-1 1,-3 7,-1 0,0-1,0 1,-1-1,0 0,-1-1,0 1,0-1,0-1,-1 1,0-1,-8 8,-19 17,13-14,1 2,1 0,1 2,1 0,-5 9,21-29,1 1,-1 0,1 0,0-1,-1 1,1 0,0 0,1 0,-1 0,0 0,0 0,1 1,-1-1,1 0,0 0,0 0,-1 0,2 1,-1-1,0 0,0 0,1 0,-1 0,1 1,-1-1,1 0,0 0,0 0,0 0,0 0,0-1,1 1,-1 0,0 0,1-1,-1 1,1-1,0 1,0-1,-1 0,1 0,0 0,0 0,0 0,2 1,13 4,0-1,1 0,-1-2,1 0,0 0,0-2,4 0,242 0,-122-6</inkml:trace>
  <inkml:trace contextRef="#ctx0" brushRef="#br0" timeOffset="4126.609">15107 388,'19'59,"-2"0,-3 0,-2 2,-3-1,-3 2,-2-1,-4 47,-38 166,37-269,1 0,0 0,0 0,0 0,1 0,-1-1,1 1,0 0,1 0,-1 0,1-1,0 1,0-1,0 1,1-1,-1 0,1 0,0 0,1 0,-1-1,0 1,1-1,0 0,0 0,0 0,0 0,1-1,-1 1,0-1,1-1,0 1,-1 0,4 0,11 1,-1 0,0-1,1-1,0-1,-1 0,1-2,-1 0,18-4,22-7</inkml:trace>
  <inkml:trace contextRef="#ctx0" brushRef="#br0" timeOffset="4386.719">14800 843,'18'-2,"24"-1,28 0,27 1,19 0,14 1,-3 1,-22-1</inkml:trace>
  <inkml:trace contextRef="#ctx0" brushRef="#br0" timeOffset="4687.084">15521 897,'66'8,"-13"-2,-1 2,-1 3,23 8,-73-19,1 0,0 0,0 0,0 1,0-1,0 0,0 1,0 0,0-1,0 1,-1 0,1 0,0 0,0 0,-1 0,1 0,0 1,-1-1,1 0,-1 1,0-1,0 1,1 0,-1-1,0 1,0 0,0 0,-1 0,1 0,0-1,-1 1,1 0,-1 0,0 0,1 0,-1 1,-4 1,-1 1,1-1,-1 0,1 0,-1-1,0 0,-1 0,1 0,0 0,-1-1,0 0,-4 2,-6 2,-119 51,135-57,-1 1,1-1,-1 1,1 0,0-1,-1 1,1-1,0 1,-1 0,1-1,0 1,0 0,-1-1,1 1,0 0,0-1,0 1,0 0,0 0,0-1,0 1,0 0,0-1,0 1,1 0,-1-1,0 1,0 0,1-1,-1 1,0 0,1-1,-1 1,1-1,-1 1,1-1,-1 1,1-1,-1 1,1-1,-1 1,1-1,0 0,-1 1,1-1,0 0,-1 1,1-1,0 0,-1 0,1 0,0 0,-1 0,1 0,0 0,-1 0,1 0,0 0,0 0,-1 0,1 0,0-1,-1 1,1 0,0 0,143 24,-111-21,0 2,0 1,0 2,-1 1,0 1,13 8,-43-18,0 0,0 1,0-1,0 1,0 0,0 0,0-1,0 1,-1 0,1 1,0-1,0 0,-1 0,1 1,-1-1,1 1,-1 0,0-1,1 1,-1 0,0 0,0-1,0 1,-1 0,1 0,0 0,-1 0,1 0,-1 0,0 0,1 1,-1-1,0 0,0 0,-1 0,1 0,0 0,-1 0,1 0,-1 0,0 0,1 0,-2 2,-8 4,1 1,-1-2,-1 1,1-2,-1 1,-1-1,1-1,-1 0,0-1,0 0,-6 1,2 0,-204 58,165-51</inkml:trace>
  <inkml:trace contextRef="#ctx0" brushRef="#br0" timeOffset="5438.472">20949 468,'-16'35,"-1"219,-46 64,62-312,-1 0,1 0,0 0,0 0,1 0,0 0,0 0,0 0,1 0,0 0,0 0,1 0,-1 0,1 0,1 0,-1-1,1 1,0-1,0 0,0 0,1 0,0 0,0 0,4 3,-1-3,0-1,1 0,-1 0,1-1,-1 0,1 0,0-1,1 1,-1-2,0 0,0 0,1 0,-1-1,0 0,1 0,-1-1,3-1,18-6</inkml:trace>
  <inkml:trace contextRef="#ctx0" brushRef="#br0" timeOffset="5704.185">20695 910,'16'-2,"19"-1,21 0,18 1,11 0,4 1,-14 0</inkml:trace>
  <inkml:trace contextRef="#ctx0" brushRef="#br0" timeOffset="5986.446">21270 910,'-10'104,"5"1,5 15,0-119,0 1,0 0,-1-1,1 1,0 0,0-1,1 1,-1 0,0-1,0 1,1-1,-1 1,1 0,0-1,-1 1,1-1,0 0,0 1,0-1,0 1,0-1,0 0,0 0,0 0,1 0,-1 0,0 0,1 0,-1 0,1 0,-1 0,1-1,-1 1,1-1,-1 1,1-1,0 0,-1 1,2-1,9-1,1-1,-1 0,0 0,0-1,0-1,0 0,-1-1,1 0,-1-1,0 0,-1 0,0-1,0-1,0 0,-1 0,0-1,1-1,-7 7,-3 4,0-1,0 1,0 0,0-1,0 1,1-1,-1 1,0-1,0 1,1-1,-1 1,0-1,1 0,-1 1,0-1,1 1,-1-1,1 0,-1 1,0-1,1 0,-1 1,1-1,-1 0,1 0,-1 1,1-1,-1 0,1 0,0 0,-1 0,1 0,-1 0,1 0,-1 0,1 0,-1 0,1 0,0 0,-1 0,1 0,-1-1,1 1,-1 0,1 0,-1-1,1 1,-1 0,0-1,1 1,-1 0,1-1,-1 1,0-1,1 1,-1 0,0-1,1 1,-1-1,0 1,0-1,1 1,-1-1,0 1,0-1,0 0,-25 247,23-146,2-5</inkml:trace>
  <inkml:trace contextRef="#ctx0" brushRef="#br0" timeOffset="6612.872">21043 2554,'-147'267,"130"-216,18-51,-1 0,0 1,1-1,-1 1,1-1,-1 0,0 1,1-1,-1 0,1 0,-1 1,1-1,-1 0,1 0,-1 0,1 1,-1-1,1 0,-1 0,1 0,-1 0,1 0,0 0,-1 0,1 0,-1 0,1-1,-1 1,1 0,-1 0,1 0,-1-1,1 1,-1 0,1 0,-1-1,0 1,1 0,-1-1,1 1,-1-1,0 1,1 0,-1-1,0 1,1-1,14-13,0 0,0-1,-1-1,-1 0,-1-1,0 0,-2-1,0 0,0-2,2-1,52-93,-64 114,0 0,-1 1,1-1,0 0,0 1,0-1,0 1,0-1,0 0,0 1,0-1,0 0,0 1,0-1,0 0,0 1,1-1,-1 1,0-1,0 0,0 0,0 1,1-1,-1 0,0 1,0-1,0 0,1 0,-1 1,0-1,1 0,-1 0,0 1,1-1,-1 0,0 0,1 0,-1 0,0 0,1 0,-1 1,0-1,1 0,-1 0,0 0,1 0,-1 0,0 0,1 0,-1-1,1 1,-1 0,0 0,1 0,-1 0,0 0,1 0,-1-1,0 1,0 0,1 0,-1 0,3 23,1 0,2-1,0 0,1 0,1 0,1-1,1 0,1-1,5 6,23 29,3-1,36 34,-35-41</inkml:trace>
  <inkml:trace contextRef="#ctx0" brushRef="#br0" timeOffset="7730.683">15267 2327,'1'-1,"0"1,-1-1,1 1,0 0,-1-1,1 1,0 0,0 0,-1 0,1-1,0 1,0 0,-1 0,1 0,0 0,0 0,-1 0,1 1,0-1,-1 0,1 0,0 0,0 1,-1-1,1 0,0 1,-1-1,1 1,-1-1,1 1,0-1,-1 1,1-1,-1 1,1-1,-1 1,0 0,1-1,-1 1,0 0,1-1,-1 1,0 0,0-1,1 1,-1 0,0 0,0 0,-8 38,-72 88,34-63,36-36,10-28,0 1,0-1,0 1,0-1,1 0,-1 1,0-1,1 0,-1 1,0-1,0 0,1 1,-1-1,1 0,-1 1,0-1,1 0,-1 0,0 0,1 0,-1 1,1-1,-1 0,1 0,-1 0,1 0,-1 0,0 0,1 0,-1 0,1 0,-1 0,1 0,-1 0,1 0,-1-1,0 1,1 0,-1 0,1 0,-1-1,0 1,1 0,-1 0,0-1,1 1,-1 0,0-1,1 1,-1 0,0-1,0 1,1-1,-1 1,0 0,0-1,0 1,0-1,0 1,12-11,-1 1,0-2,-1 0,-1 0,0 0,0-1,-1-1,-1 0,0 0,-1 0,-1 0,3-12,33-68,-40 92,0-1,0 1,0 0,1-1,-1 1,1 0,-1 0,1 0,0 0,0 0,0 0,0 1,0-1,0 1,1-1,-1 1,0 0,1 0,-1 0,1 0,-1 0,1 0,0 1,-1-1,1 1,0 0,-1 0,1 0,0 0,-1 0,1 1,0-1,-1 1,1 0,-1 0,1 0,1 0,43 22,0 1,-2 2,41 31,-70-46,20 12,-1 2,-2 1,0 2,-2 1,17 21,-18-11</inkml:trace>
  <inkml:trace contextRef="#ctx0" brushRef="#br0" timeOffset="8789.558">8503 1792,'-21'45,"-2"-1,-2-2,-2 0,-4 1,10-13,14-18,12-17,12-17,61-98,-76 116,-2 3,1-1,-1 1,0 0,1 0,-1 0,1-1,-1 1,1 0,-1 0,1 0,0 0,0 0,0 0,-1 0,1 0,0 0,0 0,0 1,0-1,1 0,-1 1,0-1,0 0,0 1,0 0,1-1,-1 1,0 0,0-1,1 1,-1 0,0 0,1 0,-1 0,1 1,27 41,-8-16,2-1,0-1,2-1,0-1,2-1,0-2,2 0,27 12,-6 0,-1 0</inkml:trace>
  <inkml:trace contextRef="#ctx0" brushRef="#br0" timeOffset="9929.691">709 1940,'-76'105,"41"-59,-56 87,91-120,17-27,11-20,-1-1,-1-1,-2-1,-2-1,-2-1,5-15,-23 49,-2 5,0-1,0 0,0 0,0 0,0 0,0 1,0-1,0 0,0 0,1 0,-1 0,0 1,0-1,1 0,-1 0,1 1,-1-1,1 0,-1 1,1-1,-1 0,1 1,-1-1,1 1,0-1,-1 1,1-1,0 1,0-1,-1 1,1 0,0-1,0 1,0 0,-1 0,1 0,0-1,0 1,0 0,0 0,-1 0,1 0,0 1,0-1,0 0,0 0,-1 0,1 1,0-1,0 1,88 126,-55-95,2-1,1-2,37 22,82 69,-121-85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0:16.94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1 536,'42'-93,"3"2,5 2,8-5,-52 85,-3 5,-1-1,1 1,0 0,0 0,0 0,0 0,1 1,0-1,0 1,0 0,0 0,0 0,5-1,-8 4,1 1,0-1,0 1,0 0,0 0,-1 0,1 0,-1 0,1 0,0 1,-1-1,0 0,1 1,-1-1,0 1,0-1,0 1,0 0,0 0,0-1,0 1,-1 0,1 0,-1 0,1 0,-1 0,2 3,85 197,-83-191,14 63,-18-73,-1 1,0-1,1 0,-1 1,0-1,0 0,0 0,0 0,0 0,0 0,-1 0,1 0,0 0,0 0,-1 0,1-1,0 1,-1 0,1-1,-1 1,1-1,-1 0,1 1,-1-1,1 0,-1 0,1 0,-1 0,1 0,-1-1,1 1,-1 0,1-1,-1 1,1-1,-1 1,1-1,0 0,-1 1,1-1,0 0,0 0,0 0,-1 0,1 0,0-1,-4-2,1 1,0-1,0 0,0-1,0 1,1-1,0 0,0 0,0 0,0 0,1 0,0-1,0 1,1-1,-1 1,1-1,0 0,1 1,-1-1,1 0,0 0,0 1,1-1,0 0,0 1,0-1,1 0,0 1,0 0,0-1,1 1,0 0,0 0,0 0,0 1,2-3,6-1,0 0,0 0,0 1,1 1,0 0,1 0,-1 2,1-1,0 1,0 1,0 1,1-1,-1 2,0 0,1 1,-1 0,1 1,0 0,-8-1,1 1,-1-1,1 1,-1 0,1 1,-1-1,0 1,1 0,-1 1,0 0,-1 0,1 0,0 1,-1-1,0 1,0 1,0-1,0 1,-1-1,1 1,-1 1,-1-1,1 1,-1-1,0 1,0 0,0 0,-1 0,0 1,6 102,-7-46,-2-61,1 0,0 0,0 0,0 0,1 1,-1-1,0 0,1 0,-1 0,1 0,0 0,0 0,-1 0,2-1,-1 1,0 0,0 0,0-1,1 1,-1 0,1-1,-1 0,1 1,0-1,-1 0,1 0,0 0,0 0,0 0,0 0,0 0,0-1,0 1,0-1,0 1,0-1,1 0,16-2</inkml:trace>
  <inkml:trace contextRef="#ctx0" brushRef="#br0" timeOffset="431.782">442 1,'169'30,"-111"-22,0 3,0 2,48 18,-97-28,1 1,-1 0,0 1,0-1,0 2,0-1,-1 1,0 0,0 1,-1 0,0 0,0 1,0 0,-1 0,0 0,-1 1,0 0,0 0,-1 0,0 1,0 2,0 11,-1 0,-1 0,-1 1,-1-1,-1 0,-2 12,1-3,1-30,1-1,-1 1,1 0,0 0,0 0,-1-1,1 1,0 0,1 0,-1 0,0 0,0-1,1 1,-1 0,1 0,0-1,-1 1,1 0,0-1,0 1,0-1,0 1,0-1,0 1,1-1,-1 0,0 0,1 1,-1-1,1 0,-1 0,1 0,0-1,-1 1,1 0,0-1,-1 1,1-1,0 1,0-1,0 0,2 0,1-1,-1 1,0-1,1-1,-1 1,0 0,0-1,0 0,0 0,0 0,0 0,-1-1,1 0,-1 1,1-1,-1 0,0-1,0 1,-1-1,1 1,-1-1,2-3,35-93,-35 82,-1 0,-1 0,0 0,-1 0,-1 0,0-1,-3-7,3 26,0 1,0-1,-1 0,1 1,0-1,-1 0,1 0,-1 0,1 0,0 1,-1-1,1 0,0 0,-1 0,1 0,-1 0,1 0,0 0,-1 0,1 0,-1 0,1 0,0 0,-1 0,1 0,-1 0,1-1,0 1,-1 0,1 0,0 0,-1-1,1 1,0 0,-1 0,1-1,0 1,-1 0,1 0,0-1,0 1,0 0,-1-1,1 1,0-1,0 1,0 0,0-1,0 1,-1-1,1 1,0 0,0-1,0 1,0-1,0 1,0 0,0-1,1 1,-1-1,-12 36,10-25,1-1,1 1,0 0,0 0,1-1,0 1,0 0,1-1,1 1,0-1,0 0,0 0,1 0,1 0,0-1,0 1,0-1,1-1,0 1,1-1,-1 0,1 0,1-1,0 0,1 1,53 29,1-8</inkml:trace>
  <inkml:trace contextRef="#ctx0" brushRef="#br0" timeOffset="2389.478">2032 202,'-7'-2,"0"1,-1-1,1 1,-1 1,1-1,-1 1,1 1,-1-1,1 1,-1 1,1-1,0 1,-1 1,1-1,0 1,1 0,-1 1,0 0,1 0,0 0,0 1,-1 0,0 3,1-1,-1 1,1 1,1-1,0 1,0 0,1 0,0 1,-3 7,6-14,0 1,0-1,0 1,0 0,1-1,-1 1,1 0,0-1,0 1,0 0,1-1,-1 1,1 0,0-1,0 1,0-1,1 1,-1-1,1 0,-1 1,1-1,0 0,1 0,-1 0,0-1,1 1,0 0,0 0,9 3,-1 0,1-1,1 0,-1-1,0 0,1-1,0-1,0 0,0 0,0-2,8 1,-16-1,30 3,0-1,0-2,-1-1,1-2,0-2,-1-1,1-1,-2-2,1-1,-1-2,10-6,-37 15,0 0,0 0,-1-1,1 0,-1 0,0 0,0 0,-1-1,1 0,-1 0,0 0,0 0,2-5,-6 10,-1 0,1 0,0 0,-1 0,1 0,0 0,-1 0,1 0,0 0,-1 0,1 0,0 0,0 0,-1 0,1-1,0 1,-1 0,1 0,0 0,0 0,-1-1,1 1,0 0,0 0,0-1,-1 1,1 0,0 0,0-1,0 1,0 0,-1-1,1 1,0 0,0 0,0-1,0 1,0 0,0-1,0 1,0 0,0-1,-2 6,0 0,0 0,0 0,0 0,1 0,0 0,0 0,1 1,-1-1,1 0,0 0,1 1,-1-1,1 0,0 0,0 1,1-1,-1 0,1 0,0-1,1 1,-1 0,1-1,0 1,0-1,0 0,1 0,-1 0,1 0,0-1,0 1,1-1,-1 0,0-1,1 1,0-1,0 1,0-2,0 1,0 0,3 1,0 1,0-1,0-1,0 0,0 0,1 0,-1-1,1-1,-1 1,1-1,-1-1,1 1,-1-1,0-1,1 0,-1 0,0-1,0 1,0-2,-1 1,8-5,-13 5,1 1,-1-1,0 1,0-1,-1 0,1 0,-1 0,1 0,-1 0,0 0,0 0,0 0,0-1,-1 1,1 0,-1 0,0-1,0 1,0 0,-1-1,1 1,-1 0,1 0,-1-1,0 1,0 0,-1 0,1 0,-1 0,1 0,-1 1,-1-3,-5-6,-1 0,1 0,-2 1,1 0,-2 0,1 1,-4-2,-15-8,-1 1,0 1,-2 2,1 1,-3 1,27 10,3-1,16 3,-10 1,341 7,-335-6,13-2,-1 1,0 2,1 0,-1 1,0 1,-1 0,1 2,-1 0,0 2,0 0,8 5,-20-6,0 0,-1 0,0 1,0-1,-1 1,0 0,-1 1,1-1,-2 1,1 0,-1 0,-1 0,1 0,-2 1,1-1,-1 1,-1-1,1 1,-2 5,38-154,-25 101,2-1,2 2,2 0,12-18,-29 53,0 0,0 0,0 0,0 0,0 0,0 0,1 0,-1 0,1 0,0 1,-1-1,1 1,0-1,0 1,0 0,0 0,0-1,0 1,0 1,0-1,1 0,-1 1,0-1,1 1,-1-1,0 1,0 0,1 0,-1 0,0 0,1 1,-1-1,0 1,1-1,-1 1,0 0,116 82,-112-79,0 1,-1-1,1 1,-1 0,0 1,-1-1,0 1,1 0,-2 0,1 0,-1 1,0-1,0 1,-1 0,0 0,0 0,0 4,-8 197,6-203,1-1,0 0,-1 1,2-1,-1 0,0 0,1 0,0 0,-1 0,2 0,-1-1,0 1,1 0,0-1,-1 0,1 0,1 0,-1 0,0 0,1-1,-1 1,1-1,0 0,0 0,0 0,0-1,0 1,0-1,0 0,1 0,2 0,11 2,0-1,0 0,0-2,0 0,0 0,1-2,-1-1,17-4,22-7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0:16.14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0 992,'31'-12,"0"-1,-1-1,-1-2,0-1,-1-2,-1 0,-1-2,-1-1,20-22,-39 38,-1 0,1 0,-1-1,-1 1,1-1,-1 0,0 0,-1-1,1 1,-2-1,1 1,-1-1,0 0,1-8,-3 14,-1 0,1-1,0 1,-1 0,1 0,-1 0,0 0,0 0,0 0,0 0,0 0,0 0,0 0,-1 0,1 1,-1-1,1 1,-1-1,0 1,1-1,-1 1,0 0,0 0,0 0,0 0,0 0,0 0,0 1,0-1,-1 1,1-1,0 1,-1 0,-3-1,0 1,0-1,0 1,0 0,0 1,0 0,0 0,0 0,0 0,1 1,-5 2,4 0,-1-1,1 2,1-1,-1 1,1 0,-1 0,1 0,1 1,-1-1,1 1,0 0,0 1,1-1,0 1,0-1,1 1,-1 0,1 0,1 0,0 1,0-1,0 0,1 0,0 1,0-1,0 0,1 0,1 1,-1-1,1 0,0 0,1-1,-1 1,1 0,1-1,-1 1,3 1,3 3,0 0,1-1,0-1,1 1,0-2,0 1,1-2,-1 0,2 0,-1-1,1 0,0-1,1-1,-1 0,1-1,-1 0,1-1,0-1,0 0,0-1,0 0,0-1,7-2,-15 3,0-2,0 1,0 0,-1-1,1 0,0-1,-1 1,1-1,-1 0,0-1,0 1,0-1,0 0,-1 0,0 0,0-1,0 0,0 1,-1-1,1-1,-1 1,-1 0,1-1,-1 1,0-1,0-1,9-117,-12 86,1 37,0-1,-1 0,1 0,0 0,0 0,0 0,0 0,0 1,1-1,-1 0,1 0,-1 0,1 0,-1 1,1-1,0 0,0 1,0-1,0 0,0 1,0-1,1 1,-1 0,0-1,1 1,-1 0,1 0,-1 0,1 0,0 0,-1 0,1 0,0 1,0-1,9 2,0 1,0 0,-1 1,1 0,-1 1,1 0,-1 1,0 0,-1 0,1 1,-1 0,0 1,3 3,-9-8,10 6,0 1,0 1,-1 0,0 0,-1 1,0 1,0 0,-2 0,1 1,-2 0,1 1,-2 0,1 3,-7-15,0 0,-1 0,0 0,1 0,-1 1,0-1,0 0,0 0,0 0,-1 0,1 0,-1 0,1 0,-1 1,0-1,1 0,-1-1,0 1,0 0,-1 0,1 0,0-1,0 1,-1 0,1-1,-1 1,0-1,1 0,-1 0,0 1,0-1,0 0,0 0,0-1,0 1,0 0,-78 14,78-15,0 1,0-1,0 1,0-1,1 0,-1 0,0 0,0 0,0 0,0 0,0 0,0-1,0 1,0-1,1 1,-1-1,0 0,0 0,1 1,-1-1,0-1,1 1,-1 0,1 0,-1 0,1-1,0 1,-1-1,1 1,0-1,0 0,0 1,0-1,1 0,-1 0,0 1,1-1,-1 0,1 0,0 0,-1 0,1 0,0 0,0 0,4-7,0 1,1-1,-1 1,2 0,-1 0,1 1,0-1,1 1,0 0,2-1,9-10,23-24,-2-2,-2-2,-2-2,-2-1,-2-1,-2-2,-3 0,-1-3,-6 2,-2 0,-2-1,-3-1,5-48,-19 27,2 75,0 1,0-1,0 1,0-1,0 1,0-1,0 1,0-1,0 1,0-1,0 1,-1-1,1 1,0 0,0-1,-1 1,1-1,0 1,-1 0,1-1,0 1,-1-1,1 1,0 0,-1 0,1-1,-1 1,1 0,-1 0,1-1,0 1,-1 0,1 0,-1 0,1 0,-1 0,1 0,-1 0,1 0,-1 0,1 0,-1 0,1 0,-1 0,1 0,-1 0,1 0,-1 1,1-1,-1 0,1 0,-1 1,1-1,0 0,-1 1,1-1,-1 1,-18 25,8 5,2 0,0 1,2 0,2 0,1 0,1 1,2 22,-1-6,2-1,2 1,2-1,5 14,-5-40,1-1,0 0,2 0,1 0,0-1,1 0,1-1,1 0,1-1,10 12,-17-22,1-1,-1-1,1 1,1-1,-1 0,1 0,0-1,0 0,1 0,0-1,-1 0,1 0,1-1,-1 0,0 0,1-1,0 0,-1-1,1 0,0 0,0-1,0 0,0 0,-1-1,1 0,0-1,-1 0,1 0,-1-1,1 0,-1 0,0-1,6-4,-5 1,-2 1,1-1,-1-1,0 1,-1-1,1 0,-2-1,1 1,-1-1,0-1,-1 1,0 0,-1-1,0 0,0 0,-1 0,0 0,-1 0,0 0,-1-1,0 1,-1-4,1 12,0 1,1 0,-2-1,1 1,0 0,0-1,0 1,-1 0,1-1,0 1,-1 0,1 0,-1-1,0 1,1 0,-1 0,0 0,0 0,0 0,1 0,-1 0,0 0,-1 0,1 0,0 0,0 1,0-1,0 0,-1 1,1-1,0 1,0-1,-1 1,1 0,0 0,-1 0,1-1,0 1,-1 0,1 0,-1 1,1-1,0 0,-1 0,1 1,0-1,0 1,-1-1,1 1,0-1,0 1,0 0,0 0,-1 0,1-1,0 1,1 0,-2 1,-3 6,0-1,1 1,0 0,0 1,1-1,0 1,0-1,1 1,1 0,-1 0,1 0,1 0,-1 0,2 0,-1 0,1 0,1 3,0-2,1-1,1 1,0 0,0-1,1 0,0 0,0 0,1-1,0 0,1 0,-1 0,2-1,-1 0,1 0,0-1,0 0,1 0,0-1,0 0,0-1,1 1,-1-2,1 0,0 0,5 0,32 9</inkml:trace>
  <inkml:trace contextRef="#ctx0" brushRef="#br0" timeOffset="249.31">962 351,'27'0,"39"2,40 3,36 1,32 2,-12-1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0:13.43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49 258,'-1'-2,"-19"-23,20 24,0 1,0 0,0-1,-1 1,1 0,0-1,0 1,-1 0,1-1,0 1,0 0,-1 0,1-1,0 1,-1 0,1 0,0-1,-1 1,1 0,0 0,-1 0,1 0,-1 0,1 0,0 0,-1 0,1 0,-1 0,1 0,0 0,-1 0,1 0,-1 0,1 0,0 0,-1 0,1 0,0 1,-1-1,1 0,0 0,-1 0,1 1,0-1,-1 0,1 0,0 1,-1-1,1 0,0 1,0-1,0 0,-1 1,1-1,0 0,0 1,0-1,0 1,0-1,0 0,0 1,0-1,0 1,0-1,2 143,1 22,-16 119,11-262,6 52,-3-73,0 0,0 0,1 1,-1-1,1 0,-1 0,1 0,-1 0,1-1,0 1,-1 0,1-1,0 1,0-1,-1 0,1 1,0-1,0 0,0 0,-1 0,1 0,0 0,0-1,0 1,-1-1,1 1,0-1,-1 1,1-1,0 0,3 0,51-13,1 4,0 1,0 4,1 1,2 4,-15 2</inkml:trace>
  <inkml:trace contextRef="#ctx0" brushRef="#br0" timeOffset="393.579">718 847,'0'5,"1"0,-1-1,1 1,0-1,0 1,1-1,-1 0,1 1,0-1,0 0,1 0,-1 0,1 0,0-1,0 1,0-1,0 1,0-1,1 0,0-1,-1 1,1 0,0-1,0 0,1 0,1 1,1 1,1 1,-1-1,1-1,-1 1,1-1,0-1,0 1,1-1,-1-1,0 0,1 0,-1 0,1-1,-1 0,1-1,-1 0,0 0,3-2,-6-1,0-1,-1 0,0 0,0 0,-1 0,1-1,-1 1,0-1,-1 0,1 0,-1 0,0 0,-1 0,0-1,0 1,0 0,0-1,-1 1,0-1,-1 1,1-1,-1 1,-1 0,1-1,-1-7,-1 1,0 0,0 0,-2 0,1 0,-2 0,1 1,-2 0,-1-1,6 9,0 0,-1 0,1 1,-1-1,0 1,0 0,0 0,-1 0,1 0,-1 0,1 1,-1-1,0 1,0 0,0 0,-1 1,1-1,0 1,0 0,-1 0,1 0,-1 1,1 0,-1-1,1 1,-1 1,1-1,-1 1,1 0,-1 1,0-1,0 1,1 1,-1-1,1 1,0 0,-1 0,1 0,1 0,-1 1,0 0,1 0,0 0,0 0,0 0,0 0,1 1,-1-1,1 1,0 0,1 0,-1 0,1 0,0 0,0 0,1 0,-1 0,1 0,1 0,-1 0,0 1,1-1,0 0,0 0,1 0,0-1,-1 1,1 0,2 3,28 30,6-6</inkml:trace>
  <inkml:trace contextRef="#ctx0" brushRef="#br0" timeOffset="826.696">1521 807,'-2'-8,"-1"0,1 0,-1 0,-1 1,0-1,0 1,0 0,-1 0,1 0,-2 1,1 0,-1 0,0 0,0 0,-1 1,1 0,-1 1,0-1,-1 1,1 1,-1-1,0 1,0 1,-1-1,1 1,0 0,1 1,-1 0,0 0,0 1,0 0,0 0,0 1,0 0,0 0,1 1,-1 0,0 0,1 1,0 0,-1 0,1 1,0 0,1 0,-1 1,1 0,0 0,0 0,0 1,1-1,0 1,0 1,0-1,1 1,0 0,1 0,-1 0,1 0,0 1,1 0,1-4,1 1,-1-1,1 1,0-1,1 1,-1-1,1 0,0 1,0-1,0 1,0-1,1 0,0 0,0 0,0 0,0 0,0 0,1-1,0 1,0-1,0 0,0 1,0-1,1-1,0 1,-1 0,1-1,0 0,0 0,0 0,0 0,2 0,6 2,-1 0,1-1,0 0,0 0,1-2,-1 1,0-2,0 1,1-2,-1 1,7-3,-11 2,1-1,-1-1,1 1,-1-1,0-1,0 1,0-1,-1-1,1 1,-1-1,0-1,-1 1,1-1,-1-1,0 1,0-1,-1 0,0 0,0 0,-1-1,0 0,0 0,-1 0,0 0,0 0,-1-1,1-5,-1 6,0-1,0 0,-1 0,-1 0,1 0,-1 0,-1 0,0 0,0 0,0 0,-1 1,-2-5,4 12,0 1,0-1,0 1,0-1,-1 0,1 1,0-1,0 1,-1-1,1 1,0-1,0 1,-1-1,1 1,-1-1,1 1,0-1,-1 1,1 0,-1-1,1 1,-1 0,1-1,-1 1,0 0,1 0,-1-1,1 1,-1 0,0 0,1 0,-1 0,1 0,-1 0,0 0,1 0,-1 0,1 0,-1 0,0 0,1 0,-1 1,1-1,-1 0,1 0,-1 1,0-1,1 0,-15 29,13-21,1-1,0 1,1 0,0 0,0 0,0-1,1 1,1 0,-1 0,1-1,0 1,1-1,0 0,0 1,0-1,1-1,0 1,0 0,1-1,0 0,0 0,1-1,2 3,5 4,1-1,1 0,0 0,0-2,1 0,0-1,0 0,1-2,13 4,48 9,-6-7</inkml:trace>
  <inkml:trace contextRef="#ctx0" brushRef="#br0" timeOffset="1243.369">2416 700,'-6'-5,"0"1,-1 0,1 0,-1 1,0-1,0 1,0 1,0 0,0 0,-1 0,1 1,-1 0,1 0,-1 1,1 0,-1 0,1 1,-1 0,1 0,-1 0,1 1,0 1,0-1,-4 3,1-1,1 1,0 0,0 0,0 1,0 0,1 1,0-1,0 2,1-1,0 1,1 0,-1 1,1-1,1 1,0 1,0-1,-1 5,4-10,1 0,0 0,0 0,0 0,0 0,1 0,0 0,0 0,0 0,0 1,0-1,1 0,0 0,0 0,0 0,0 0,1 0,-1 0,1-1,0 1,0 0,1-1,-1 0,1 1,-1-1,1 0,0 0,0-1,1 1,-1 0,0-1,1 0,0 0,-1 0,1 0,0-1,0 1,0-1,3 0,6 1,0-1,1 0,-1-1,0-1,0 0,0-1,0 0,0-1,0 0,0-1,-1-1,0 0,0-1,0 0,-1 0,1-1,-2-1,1 0,-1-1,0 0,-1 0,0-1,0 0,-1 0,-1-1,0 0,4-8,3-14,-1-1,-2-1,-1 0,-2-1,-1 1,-2-1,-2-1,-1 1,-1 0,-3-1,0 1,-6-19,3-6,-3 0,-2 0,-11-30,11 66,10 25,-1 0,1-1,-1 1,0 0,1 0,-1 0,1 0,-1 0,1 0,-1 0,1 0,-1 0,0 0,1 1,-1-1,1 0,-1 0,1 0,-1 1,1-1,-1 0,1 0,-1 1,1-1,0 1,-1-1,1 0,-1 1,1-1,0 1,-1-1,1 1,0-1,0 1,-1-1,1 1,0-1,0 1,0-1,0 1,0-1,-1 1,1 0,0-1,0 1,1-1,-1 1,0-1,0 1,0-1,0 1,0-1,0 1,1 0,-1-1,-6 46,2 0,2 0,3 34,-1-41,-1 4,2 1,1-1,3 0,1 0,2 0,2 0,8 17,24 23,3-12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0:22.81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417 132,'-7'-9,"1"0,-2 0,1 1,-1-1,0 2,-1-1,1 1,-2 0,1 1,-1 0,0 1,0 0,0 0,-1 1,1 0,-1 1,0 0,0 1,-1 0,1 1,0 0,-1 1,1 0,0 1,0 0,-1 1,1 0,0 1,0 0,1 1,-1 0,1 1,0 0,0 0,0 1,-5 4,12-8,0 0,0 0,0 0,1 0,-1 0,0 1,1 0,0-1,0 1,-1 0,2 0,-1 0,0 0,1 0,-1 1,1-1,0 0,0 1,0-1,0 1,1-1,0 1,-1 0,1-1,1 1,-1-1,0 1,1-1,0 1,0-1,0 1,0-1,0 0,1 0,-1 1,1-1,0 0,0 0,0 0,0-1,1 1,-1-1,2 2,8 2,0 0,0 0,1-1,0 0,0-1,0-1,0 0,0-1,1-1,-1 0,1 0,0-1,-1-1,1 0,7-3,-14 4,1-1,-1 0,1 0,-1 0,1-1,-1-1,0 1,0-1,0 0,0-1,-1 0,1 0,-1 0,0-1,0 1,0-1,-1-1,0 1,0-1,0 0,-1 0,0-1,0 1,0-1,-1 0,0 0,-1 0,1 0,0-8,-2 5,-1 16,-3 21,4 48,3 0,10 41,4 79,-16-161,-2-1,-1 1,-1-1,-2 0,-2 0,-1 0,-1-1,-2 0,-1 0,-6 10,-29 18,27-49</inkml:trace>
  <inkml:trace contextRef="#ctx0" brushRef="#br0" timeOffset="350.419">524 306,'68'-20,"-1"-3,45-24,-98 42,0-1,-1-1,1 0,-2-1,1-1,-1 0,-1 0,1-1,-2-1,1 1,-1-2,-1 0,0 0,2-5,-10 15,0 0,0 0,0 0,0 1,-1-1,1 0,-1 0,1 0,-1 0,0 0,1 0,-1 0,0 0,-1 0,1 0,0 0,0 0,-1 0,1 0,-1 0,0 0,0 0,0 0,1 1,-2-1,1 0,0 1,0-1,0 0,-1 1,1 0,-1-1,1 1,-1 0,0 0,1 0,-1 0,0 0,0 0,0 0,1 0,-1 1,0-1,0 1,0 0,0-1,0 1,0 0,0 0,0 0,-2 1,-2-1,0 1,0 1,1-1,-1 1,0 0,1 0,0 0,-1 1,1 0,0 0,0 0,0 1,1 0,-1 0,1 0,0 0,0 0,1 1,-1 0,1 0,0 0,0 0,-1 5,-1-1,1 1,0 0,1 0,0 0,1 0,0 0,0 0,1 1,1-1,0 1,0-1,1 0,0 4,3-4,-1 0,1 0,1 0,0 0,0-1,1 1,0-2,0 1,1-1,0 1,1-2,0 1,0-1,0-1,1 1,0-1,1-1,-1 0,1 0,0-1,0 0,0-1,1 0,-1 0,2-1,41 9</inkml:trace>
  <inkml:trace contextRef="#ctx0" brushRef="#br0" timeOffset="1836.743">1205 93,'0'14,"0"0,1 0,1 0,0-1,1 1,0 0,1-1,1 0,0 0,1 0,0-1,1 0,0 0,1 0,3 3,-4-5,1 1,0-1,0-1,1 1,1-1,-1-1,2 0,-1 0,1-1,0 0,0-1,1-1,-1 1,4-1,-12-5,0 1,0-1,0 0,0 0,1 0,-1-1,0 1,0-1,0 0,0 0,0 0,0 0,0 0,0-1,-1 1,1-1,0 0,-1 0,1 0,-1 0,0 0,0 0,0-1,0 1,2-3,40-74,-39 68,74-182,-80 263,0-62,1 1,0-1,0 0,1 0,0 0,0 0,1 0,0 0,0 0,1-1,0 1,0-1,1 0,0 1,0-2,1 1,-1 0,2-1,-1 0,1 0,0-1,0 1,0-1,1-1,4 3,5 1,0-1,0-1,0 0,1-1,0-1,0-1,0 0,1-2,-1 0,0 0,1-2,-1 0,1-1,-1-1,0 0,0-1,14-6,-22 6,-1 1,0-1,0-1,0 0,0 0,-1 0,1-1,-2 0,1 0,-1-1,0 0,0 0,0-1,-1 1,0-1,-1 0,0 0,0-1,-1 1,0-1,0 0,-1 0,0 0,-1 0,0-3,0 11,-1-1,0 0,1 1,-1-1,0 0,0 1,0-1,0 0,0 1,0-1,0 0,-1 1,1-1,-1 0,1 1,-1-1,0 1,1-1,-1 1,0-1,0 1,0 0,0-1,0 1,0 0,-1 0,1 0,0 0,-1 0,1 0,-1 0,1 0,-1 0,1 1,-1-1,1 1,-1-1,0 1,1-1,-1 1,0 0,1 0,-1 0,0 0,1 0,-1 0,0 1,1-1,-1 0,0 1,1-1,-1 1,1 0,-1-1,1 1,-1 0,0 1,-2 2,1 0,-1 1,1-1,1 1,-1 0,1-1,-1 1,2 0,-1 1,0-1,1 0,0 0,0 1,0-1,1 0,0 1,0-1,0 1,1-1,0 0,0 1,0-1,1 0,-1 0,1 0,1 0,-1 0,1 0,-1-1,2 2,7 7,0 0,0 0,2-1,-1-1,2 0,-1-1,2 0,-1-1,1-1,0 0,1-1,0 0,0-2,0 0,1 0,0-2,0 0,7 0,-18-2,0 0,0 0,0-1,0 1,0-1,0 0,0-1,0 0,0 0,0 0,0-1,0 1,0-1,-1-1,1 1,-1-1,1 0,-1 0,0-1,0 1,-1-1,1 0,-1-1,0 1,0-1,0 0,-1 0,1 0,0-3,5-17,-1-1,-2-1,0 1,-2-1,-1 0,-1 0,-1-15,-1 36,1 0,-1 0,0 0,0 0,-1 0,0 0,0 0,0 0,-1 0,0 1,0-1,-1 1,0-2,4 7,-1 1,0-1,0 0,0 1,1-1,-1 0,0 0,0 1,1-1,-1 0,0 0,0 0,1 1,-1-1,0 0,1 0,-1 0,0 0,1 0,-1 0,0 0,1 0,-1 0,0 0,1 0,-1 0,1 0,-1 0,0 0,1 0,-1 0,0 0,1 0,-1 0,0-1,0 1,1 0,-1 0,0 0,1-1,-1 1,0 0,0 0,1-1,-1 1,0 0,0 0,0-1,0 1,1 0,-1-1,0 1,0 0,0-1,0 1,0 0,0-1,0 1,0 0,0-1,0 1,0 0,0-1,0 1,0 0,0-1,5 2,88 18,-44-10,0 1,0 3,-1 2,4 4,-48-18,1 1,-1-1,0 1,0 0,0 0,0 1,0-1,0 1,-1 0,1-1,-1 2,0-1,0 0,0 1,0-1,-1 1,1 0,-1 0,0 0,0 0,0 0,-1 1,1-1,-1 0,0 1,-1-1,1 4,-7 32,5-36,-1 1,1 0,0 0,1-1,-1 1,1 0,0 0,0 0,1 0,-1 0,1 0,0-1,0 1,1 0,-1-1,1 1,0-1,5 4,0-2,0 1,1-1,-1 0,1-1,1 0,-1 0,1 0,0-1,0-1,0 0,0 0,1 0,-1-1,1-1,-1 0,9 1,7 2,0 0,0-2,0 0,1-2,-1-1,0 0,0-2,0-1,0-2,0 0,-1-1,0-1,6-5,-26 11,1 0,0-1,-1 0,0 0,0 0,0-1,0 1,0-1,-1 0,1 0,-1 0,0-1,-1 1,1-1,-1 1,1-1,-2 0,1 0,0 0,-1 0,0 0,0 0,0-1,-1 1,0-2,-1 6,1 0,-1 0,1 1,-1-1,0 0,1 1,-1-1,0 1,0-1,0 1,0-1,1 1,-1 0,0-1,0 1,0 0,0 0,0-1,0 1,0 0,0 0,0 0,0 0,0 0,1 1,-1-1,0 0,0 0,0 0,0 1,0-1,0 1,0-1,1 1,-1-1,0 1,0-1,1 1,-1-1,0 1,1 0,-1 0,0-1,1 1,-1 0,1 0,0 0,-1 0,1-1,-1 1,1 0,0 0,0 0,0 0,0 0,-1 0,1 0,0 0,1 0,-1 3,0 0,1 0,-1 0,1 0,0 0,1 0,-1-1,1 1,-1 0,1-1,0 1,1-1,-1 0,0 1,1-1,0 0,0 0,0-1,0 1,0-1,0 1,1-1,-1 0,1-1,0 1,1 0,37 20,0-3,2-1,0-2,1-2,1-3,0-1,7-1,-11 0,0-1,0-3,1-2,0-1,-1-2,8-3,-46 3,0 0,0 0,0 0,0-1,0 0,0 0,0 0,0 0,-1 0,1-1,0 0,-1 0,1 0,-1 0,0 0,0-1,0 1,0-1,0 0,0 0,-1 0,0 0,1 0,-1-1,0 1,0-1,-1 1,1-1,-1 0,0 0,0 0,0 1,0-1,-1 0,0 0,0-2,-2-1,0 0,0-1,-1 1,0 0,-1 1,1-1,-1 1,-1-1,1 1,-1 1,0-1,-1 1,1-1,-1 1,0 1,0-1,-3-1,-6-3,1 1,-1 1,-1 0,1 0,-1 2,-1 0,-6-1,16 3,-1 1,0 0,1 1,-1-1,0 2,0-1,0 1,1 0,-1 0,0 1,0 0,0 1,1 0,-1 0,1 0,-1 1,1 0,0 1,0-1,0 1,1 1,0-1,-1 1,1 0,1 1,-1-1,1 1,0 0,-3 6,6-9,0 1,0 0,0 0,0 0,1 0,0 0,0 0,0 1,0-1,1 0,0 1,0-1,0 0,0 1,0-1,1 0,0 0,0 1,0-1,1 0,-1 0,1 0,0 0,0 0,0-1,1 1,-1-1,1 1,0-1,0 0,0 0,0 0,1 0,-1-1,1 0,-1 1,2-1,5 3,0-1,1 0,-1-1,1 0,0-1,0 0,0 0,0-1,0-1,0 0,0-1,0 0,0 0,0-1,0 0,-1-1,1-1,-1 1,0-2,0 1,0-2,0 1,-1-1,0-1,0 1,-1-1,0-1,0 0,0 0,-1 0,0-1,-1 0,0-1,3-7,-9 0,-8 35,7-13,1-1,0 0,1 1,-1-1,1 0,-1 1,2-1,-1 0,0 0,1 0,-1 0,1 0,0 0,1-1,-1 1,0 0,1-1,0 0,0 0,0 0,0 0,3 1,85 50,-57-42,0 0,1-3,1-1,-1-1,1-2,1-2,-1-1,0-2,28-3,-10-4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0:21.07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283 694,'0'20,"-3"21,0 21,0 16,1 14,1 8,0 4,0-3,1-4,0-10,0-13,-2-17,-1-17</inkml:trace>
  <inkml:trace contextRef="#ctx0" brushRef="#br0" timeOffset="585.292">2 961,'-1'-46,"8"-81,-7 123,1 1,0 0,0-1,1 1,-1 0,1 0,-1 0,1 0,0 1,0-1,0 0,1 1,-1-1,1 1,-1 0,1 0,0 0,0 0,-1 0,1 1,1-1,-1 1,0 0,0 0,0 0,1 0,-1 0,0 1,3 0,7-1,-1 1,0 1,1 0,-1 1,0 0,0 1,8 3,11 4,1 1,-2 1,0 1,0 2,-1 2,-1 0,-1 2,0 1,13 14,-2 20,-37-52,-1-1,1 1,-1-1,0 1,1 0,-1 0,0-1,0 1,0 0,0 0,-1-1,1 1,0 0,-1-1,1 1,-1 0,0-1,1 1,-1-1,0 1,0-1,0 1,0-1,0 0,0 1,0-1,-1 0,1 0,0 0,-1 0,1 0,-1 0,1 0,-1-1,0 1,-5 3,-1-1,1 0,-1-1,0 0,0 0,0 0,-1-1,1 0,0-1,0 0,0 0,-1-1,1 0,0 0,0-1,0 0,0-1,0 0,1 0,-1 0,0-1,6 3,1 0,-1-1,0 1,0 0,1-1,-1 1,1-1,-1 0,1 1,0-1,-1 0,1 0,0 0,0 0,0 0,1 0,-1 0,0 0,1 0,-1 0,1 0,0 0,0-1,0 1,0 0,0 0,0 0,1 0,-1-1,1 1,-1 0,1 0,0-2,2 0,0-1,0 1,0-1,0 1,0 0,1 0,0 0,0 1,0-1,0 1,1 0,-1 0,3-1,4-1,0 0,0 1,1 0,-1 1,1 0,0 1,-1 0,1 1,0 0,0 1,0 0,0 1,0 0,0 1,0 0,-1 1,1 1,-1-1,0 2,0 0,0 0,-1 1,1 0,-1 1,-1 0,1 0,-1 1,-1 1,0-1,0 1,0 1,-1-1,0 2,-4-5,0-1,0 0,1 0,0 0,0 0,0-1,0 0,1 1,-1-1,1-1,0 1,1-1,-1 0,0 0,1 0,0-1,-1 0,1 0,0-1,0 1,0-1,6 0,0 0,0-1,-1 0,1-1,0 0,0-1,0 0,-1-1,1 0,-1-1,0 0,11-6,-17 7,0 0,1 0,-1-1,0 1,-1-1,1 0,-1 0,0-1,0 1,0-1,0 0,-1 0,0 0,0-1,0 1,-1-1,1 1,-1-1,-1 0,1 0,-1 0,0 0,-1 0,1-1,-1 2,0 1,-1 0,1 0,-1 0,0 0,0 0,0 0,0 0,-1 0,0 0,0 0,0 1,0-1,0 1,-1 0,1-1,-1 1,0 0,0 0,0 1,-1-1,1 1,-1-1,1 1,-1 0,0 1,1-1,-3 0,-2-1,-1 0,0 1,0 0,0 1,0 0,0 0,0 1,0 0,0 0,0 1,0 0,-6 2,6 0,0 0,0 0,1 1,-1 0,1 1,0 0,0 0,0 1,1 0,0 0,0 1,-6 6,10-10,1 0,0 0,-1 0,1 0,0 1,1-1,-1 0,0 1,1-1,0 1,0 0,0-1,0 1,1 0,-1 0,1 0,0-1,0 1,1 0,-1 0,1 0,-1-1,1 1,0 0,1-1,-1 1,1-1,-1 1,1-1,0 0,0 0,1 0,0 1,35 30,6-6</inkml:trace>
  <inkml:trace contextRef="#ctx0" brushRef="#br0" timeOffset="953.476">1298 1068,'3'-52,"3"0,1 0,3 1,9-24,4-22,-1-7,-4-1,-5-1,-5 0,-4-23,-16 23,-4 76,15 29,1 1,-1 0,0-1,1 1,-1 0,0 0,0 0,1-1,-1 1,0 0,0 0,1 0,-1 0,0 0,0 0,1 0,-1 1,0-1,0 0,1 0,-1 1,0-1,1 0,-1 1,0-1,1 0,-1 1,1-1,-1 1,0-1,1 1,-1 0,1-1,0 1,-1-1,1 1,-1 0,1-1,0 1,-1 0,1 0,0 0,-6 11,1 0,0 0,1 1,1 0,0 0,0 0,1 0,1 0,1 1,-1 0,0 4,-6 123,5 0,7 0,9 26,-13-146,0 1,2 0,1 0,0-1,2 0,0 0,2 0,0-1,1 0,1-1,8 12,-15-27,1 0,-1 0,1 0,0-1,0 1,0-1,0 0,0 0,1-1,0 1,-1-1,1 0,0 0,0-1,0 1,0-1,0 0,1 0,-1-1,0 0,0 0,1 0,-1 0,0-1,0 0,0 0,0 0,0-1,0 0,0 0,0 0,-1 0,1-1,-1 0,1 0,-1 0,0 0,0-1,0 1,-1-1,1 0,-1 0,0-1,1-1,11-35,-7-2</inkml:trace>
  <inkml:trace contextRef="#ctx0" brushRef="#br0" timeOffset="1221.527">1365 573,'-16'-9,"-21"-7,-20-7,-14-2,-7-1,4 5,12 6,18 6,26 3,33 6,38 3,42 3,41 3,36 2,23 4,8-1,-30-3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0:20.24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1 254,'16'0,"23"0,30 0,31 3,26 0,18 2,7 0,-3 2,-13-1,-24 0,-27-1,-31 1,-29-2,-22-2,-15 0,-7-1,0 1,3 1</inkml:trace>
  <inkml:trace contextRef="#ctx0" brushRef="#br0" timeOffset="300.57">683 1,'25'9,"21"7,16 9,7 5,2 6,-10 3,-12 2,-15 0,-19 1,-25-1,-21 0,-20 0,-13-2,-7-2,1-2,5-3,14-6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0:29.08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282 670,'-14'-5,"-1"1,1 0,-1 2,0-1,0 2,0 0,0 1,-14 1,23 0,-1 0,1 0,-1 0,1 1,-1 0,1 1,0-1,0 1,0 0,0 1,1-1,-1 1,1 0,0 1,0-1,1 1,-1 0,1 0,0 1,0-1,0 1,3-4,-1 0,1 0,-1 0,1 0,0 1,0-1,0 0,0 1,0-1,1 1,-1-1,1 1,-1-1,1 1,0-1,0 1,0-1,0 1,1-1,-1 1,0-1,1 1,0-1,0 0,0 1,0-1,0 0,0 1,0-1,1 0,-1 0,1 0,0 0,0-1,-1 1,1 0,0-1,0 1,1-1,-1 0,2 2,6-3,0 0,1 0,-1-1,0-1,0 0,0 0,-1 0,1-2,0 1,-1-1,0 0,0-1,0 0,-1-1,1 1,-1-2,0 1,-1-1,1-1,12-11,0-1,-1-2,-1 1,-1-2,-1 0,-1-1,-1-1,-1 0,-2-1,0 0,-2-1,0 0,-2-1,-2 1,0-1,-2 0,0 0,-2-1,-2 1,0 0,-2 0,-1-1,-7-21,-25-31,35 79,-1 1,1-1,-1 0,1 0,-1 1,0-1,1 1,-1-1,0 1,0 0,0 0,0-1,0 2,0-1,-1 0,1 0,0 1,0-1,-1 1,1-1,0 1,0 0,-1 0,1 0,0 0,-1 1,1-1,0 1,0-1,-1 1,1 0,0 0,0 0,0 0,-1 1,-6 5,0 1,1 0,0 1,0 0,1 0,0 1,0 0,1 0,1 0,0 1,0 0,1 0,0 0,0 7,-5 6,1 1,2 0,0 0,2 0,1 1,1 0,1-1,1 1,1 0,1 0,2-1,1 0,0 1,2-2,1 1,1-1,1 0,1-1,1 0,1-1,7 9,-15-24,1 1,1-1,-1 0,1-1,0 1,0-1,1-1,0 1,0-1,0-1,1 1,-1-2,1 1,0-1,0 0,0-1,1 0,-1 0,0-1,1-1,-1 1,1-2,-1 1,1-1,-1 0,0-1,1 0,-1-1,0 0,0 0,7-5,-6 0,1-1,-1-1,-1 0,0 0,0-1,-1 0,0-1,-1 0,-1 0,0 0,0-1,-1 0,-1 0,0 0,-1-1,0 1,-1-1,-1 1,0-1,-1-11,-7-26,7 50,0 0,0 0,0 0,-1 1,1-1,0 0,-1 0,1 1,0-1,-1 0,1 0,-1 1,1-1,-1 0,0 1,1-1,-1 1,0-1,1 1,-1-1,0 1,1 0,-1-1,0 1,0 0,0-1,1 1,-1 0,0 0,0 0,0 0,0 0,1 0,-1 0,0 0,0 0,0 0,0 0,1 0,-1 1,0-1,0 0,0 1,1-1,-1 1,0-1,1 1,-1-1,0 1,1-1,-1 1,1-1,-1 1,1 0,-1 0,-4 4,1 1,0-1,0 1,1 0,0 1,0-1,0 1,1-1,0 1,0 0,0-1,1 1,0 0,1 0,-1 0,1 0,1 0,-1 0,1 0,0 0,1 0,0 0,0-1,0 1,1-1,0 1,0-1,1 0,0 0,0 0,3 3,8 6,1-1,1-1,0 0,0-2,2 0,-1 0,1-2,1 0,-1-1,1-1,1-1,10 1,80 22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0:34.79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1,'152'10,"-15"-4,53 1,52 1,44 3,1342 48,-1368-45,-51 1,44 14,-202-17,-51-12,0 0,1 0,-1 0,0 0,1 0,-1 0,0 0,1 0,-1 0,0 0,1 0,-1 0,0 0,0 0,1 0,-1 0,0 0,1 0,-1 0,0 1,1-1,-1 0,0 0,0 0,1 1,-1-1,0 0,0 0,1 1,-1-1,0 0,0 1,0-1,0 0,0 0,1 1,-1-1,0 0,0 1,0-1,0 0,0 1,0-1,0 0,0 1,0-1,0 0,0 1,0-1,0 0,0 1,-1-1,1 0,0 1,0-1,0 0,0 0,0 1,-1-1,1 0,0 1,0-1,-1 0,1 0,0 1,-22 7,-257 30,211-30,45-6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0:29.36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201 526,'0'18,"0"13,0 8,0 4,0 2,0-5,0-6,-2-10,-1-9</inkml:trace>
  <inkml:trace contextRef="#ctx0" brushRef="#br0" timeOffset="332.633">0 366,'1'-3,"0"0,-1 1,1-1,0 0,0 1,1-1,-1 1,1-1,-1 1,1 0,0-1,0 1,0 0,0 0,0 0,0 0,0 1,1-1,7-7,12-11,-1 0,-2-1,0-2,-1 1,-1-2,-1-1,-2 0,0 0,-2-2,0 0,0-7,-8 14,-14 27,5 9,0-1,2 1,-1 0,2 0,0 0,1 0,0 0,2 0,0 1,0-1,2 0,0 0,1 2,46 89,-19-64</inkml:trace>
  <inkml:trace contextRef="#ctx0" brushRef="#br0" timeOffset="749.163">509 579,'82'194,"-81"-192,0 0,0 0,0 0,0 0,1 0,-1 0,1-1,0 1,-1-1,1 1,0-1,0 1,0-1,0 0,0 0,0 0,0 0,0 0,1-1,-1 1,0-1,0 1,1-1,-1 0,0 0,1 0,-1 0,0 0,1 0,-1-1,0 1,0-1,1 0,-1 1,0-1,0 0,0 0,0 0,0-1,0 1,0-1,-1 1,13-12,0 0,-1 0,-1-1,0-1,-1 0,-1-1,0 0,-1-1,-1 0,0-1,12-21,-12 29,-10 25,0-6,0-1,0 0,1 0,0 1,0-1,1 1,0-1,1 1,0-1,0 0,1 1,0-1,0 0,1 0,0 0,0 0,1-1,0 1,2 2,2-2,1 0,0-1,0 0,1 0,0-1,0 0,1-1,-1 0,1-1,0 0,0-1,1 0,6 1,44 9</inkml:trace>
  <inkml:trace contextRef="#ctx0" brushRef="#br0" timeOffset="1265.025">1631 714,'-22'-6,"-1"1,-1 0,1 2,0 1,-1 1,1 1,-1 1,-15 3,37-4,0 0,-1 0,1 0,0 1,-1-1,1 1,0-1,0 1,-1 0,1-1,0 1,0 0,0 1,0-1,0 0,0 0,0 1,1-1,-1 1,0 0,1 0,-1-1,1 1,0 0,0 0,-1 0,1 0,1 0,-1 1,0-1,0 0,1 0,-1 1,1-1,0 0,0 1,0-1,0 0,0 1,0-1,0 0,1 1,-1-1,1 0,0 0,1 3,5 2,0 0,0 0,1 0,0-1,1 0,-1-1,1 0,0 0,0-1,1 0,-1 0,1-1,0-1,6 2,37 8,1-1,-1-3,2-3,-1-1,14-4,-66 0,11 2,1-2,0 1,-1-2,1 0,0-1,-1 0,1-1,-1 0,0-1,0-1,0 0,-1-1,0 0,2-1,-13 6,0-1,1 1,-1 0,0 0,0 0,0-1,0 1,0 0,0-1,0 1,0-1,-1 0,1 1,0-1,-1 1,0-1,1 0,-1 1,0-1,0 0,0 1,0-1,0 0,0 0,0 1,-1-1,1 0,-1-1,-7 7,10 2,-1 0,1-1,0 1,0-1,1 0,-1 0,1 0,0 0,1 0,-1-1,1 1,0-1,0 0,0 0,1 0,-1-1,2 1,4 4,1-1,0 0,0-1,0-1,1 1,0-2,0 0,0 0,1-1,-1-1,1 0,1 0,-6-1,0 0,0-1,0 0,0-1,0 0,0 0,-1 0,1-1,0 0,-1-1,1 1,-1-2,0 1,0-1,0 0,-1 0,1-1,-1 0,0 0,0 0,-3 1,0 0,0 0,0-1,-1 1,1-1,-1 1,-1-1,1 0,0 1,-1-1,0 0,0 0,-1 0,1 0,-1 0,0 0,0 0,-1 0,0 0,1 0,-2 0,1 0,0 0,-1 1,0-1,0 1,-1-1,1 1,-1 0,0-1,0 2,0-1,-1 0,1 1,-1-1,0 1,0 0,0 0,0 0,-4-1,-3-1,0 0,0 1,-1 0,1 1,-1 0,0 1,0 0,0 1,0 0,-1 1,1 0,0 1,0 1,0 0,0 0,0 1,1 1,-1 0,1 0,0 1,0 1,0 0,1 0,-4 4,10-8,1 0,0 1,0-1,0 1,0-1,1 1,-1 0,1 0,-1 0,1 0,0 1,0-1,1 1,-1-1,1 1,-1 0,1-1,1 1,-1 0,0 0,1 0,0 0,0-1,0 1,0 0,0 0,1 0,0 0,0-1,0 1,0 0,1-1,-1 1,1-1,0 1,0-1,1 2,3 0,0 0,0-1,1 0,-1 0,1 0,0-1,0 0,0 0,0-1,5 1,33 8</inkml:trace>
  <inkml:trace contextRef="#ctx0" brushRef="#br0" timeOffset="1893.117">2554 405,'-8'-10,"-1"-1,0 1,0 1,-1-1,-1 2,1-1,-1 2,-1-1,1 1,-1 1,-2 0,8 3,0 0,0 1,0 0,0 1,-1-1,1 1,0 0,-1 1,1-1,-1 1,1 0,-1 1,1 0,-1 0,1 0,0 1,-1 0,1 0,0 1,0-1,1 1,-1 1,-3 2,5-3,0 1,0-1,0 1,1 0,-1 0,1 0,0 1,0-1,1 1,-1-1,1 1,0 0,1 0,-1 0,1 0,0 0,0 0,0 1,1-1,0 0,0 1,0-1,1 0,-1 0,1 0,1 1,-1-1,1 0,1 2,6 16,0-1,2 0,1-1,0-1,14 17,205 266,-221-290,-9-9,0-1,0 0,1 0,0 1,0-1,0 0,0-1,0 1,0 0,1-1,0 1,-1-1,1 0,0 0,0 0,0 0,0 0,0-1,1 1,-1-1,0 0,1 0,-1 0,1 0,-1-1,1 0,-1 1,1-1,-1 0,1-1,-1 1,1-1,0 1,4-5,-1 0,1 0,-1 0,0-1,0 0,-1 0,1-1,-1 0,-1 0,1 0,-1-1,-1 0,1 0,-2 0,1 0,-1-1,2-6,3-12,-2 0,-1 0,-1 0,-1-1,-2-5,0 22,0 2,0 1,0-1,-1 1,0 0,-1-1,0 1,0 0,-1-1,0 1,0 0,-1 0,0 0,-2-3,5 11,-1-1,1 1,0 0,-1-1,1 1,0 0,-1-1,1 1,0 0,-1-1,1 1,-1 0,1 0,0 0,-1 0,1-1,-1 1,1 0,-1 0,1 0,-1 0,1 0,-1 0,1 0,-1 0,1 0,0 0,-1 0,1 0,-1 1,1-1,-1 0,1 0,-1 0,1 1,0-1,-1 0,1 0,0 1,-1-1,1 0,0 1,-1-1,1 0,0 1,-1-1,1 1,0-1,0 1,0-1,0 0,-1 1,1-1,0 1,0-1,0 1,0-1,0 1,0-1,0 1,0-1,0 1,0-1,0 0,0 1,1-1,-1 1,1 3,1 0,0 0,0 0,0 0,0 0,1 0,-1-1,1 0,0 1,0-1,0 0,0 0,1-1,-1 1,1-1,0 1,0-1,0 0,0-1,0 1,0-1,0 1,0-1,2 0,32 9,1-1,1-2,-1-2,1-1,2-3,-39 0,47 7,-49-8,-1 1,1 0,-1 0,1 0,-1-1,0 1,1 0,-1 0,0 0,0 0,1 0,-1-1,0 1,0 0,0 0,0 0,0 0,0 0,0 0,-1 0,1-1,0 1,0 0,-1 0,1 0,0 0,-1 0,1-1,-1 1,1 0,-1-1,0 1,1 0,-1-1,0 1,1 0,-1-1,0 1,1-1,-1 1,0-1,-3 5,-40 74,44-76,-1 0,0 0,1 0,0 0,0 0,0 0,0 0,0 1,0-1,1 0,-1 0,1 0,0-1,0 1,0 0,1 0,-1 0,1-1,-1 1,1-1,0 1,0-1,0 0,0 1,0-1,0 0,1-1,2 3,9 3,0 1,0-2,1 0,0-1,0 0,1-2,-1 1,1-2,0 0,4-1,-17 0,171 6,-94-10</inkml:trace>
  <inkml:trace contextRef="#ctx0" brushRef="#br0" timeOffset="2963.889">4065 607,'-9'-5,"0"1,1 0,-1 1,-1 0,1 0,0 1,-1 0,1 1,-1 0,0 0,1 1,-1 0,0 1,1 0,-1 1,1 0,-1 0,1 1,0 0,0 1,0 0,1 0,-1 1,-4 3,10-6,1 1,0-1,0 0,0 1,0-1,0 1,0 0,1-1,-1 1,1 0,0 0,0 0,0 0,0 0,0 1,1-1,-1 0,1 0,0 0,0 1,0-1,1 0,-1 0,1 0,-1 0,1 0,0 1,0-1,1 0,2 5,0-1,0 0,1-1,0 1,0-1,1 0,-1 0,2 0,-1-1,0 0,4 1,24 14,2-2,0-2,1-1,1-2,0-2,0-1,1-2,0-2,19 0,-20 0,1-1,1-2,-1-2,0-1,0-2,0-2,0-2,9-3,-40 6,1 0,-1 0,-1-1,1 0,0 0,-1-1,0 0,0 0,4-5,-9 9,-1-1,1 0,0 1,-1-1,0 0,1 0,-1 0,0 0,0 0,0 0,0 0,0 0,0 0,-1 0,1 0,-1-1,0 1,1 0,-1 0,0-1,0 1,0 0,-1-1,1 1,-1 0,1 0,-1 0,0-1,1 1,-1 0,0 0,-1 0,1 0,0 0,0 1,-1-1,-1-1,-5-3,0 0,-1 1,0 0,0 0,0 1,-1 0,1 1,-1 0,0 0,0 1,0 0,0 1,0 0,0 1,-7 1,15-2,-10 0,1 0,0 0,-1 1,1 0,0 1,0 0,-1 1,1 1,0-1,1 2,-1-1,-3 3,12-5,1 0,0 1,0-1,0 0,0 1,0-1,0 1,0-1,0 1,1-1,-1 1,1 0,-1-1,1 1,-1 0,1 0,0-1,0 1,0 0,0-1,0 1,0 0,1 0,-1-1,1 1,-1 0,1-1,-1 1,1-1,0 1,0-1,0 1,0-1,0 1,0-1,0 0,0 1,0-1,1 0,-1 0,0 0,1 0,-1 0,1 0,-1-1,1 1,0 0,-1-1,1 1,0-1,-1 0,1 0,0 1,0-1,22 8,1 0,-1-2,1 0,1-2,-1-1,1-1,-1-1,1-1,12-2,-32 2,0 0,0 0,0 0,0-1,0 1,0-2,0 1,-1 0,1-1,0 0,-1-1,1 1,-1-1,0 0,0 0,0-1,-1 0,5-3,-9 6,1 0,-1 0,1 0,-1 0,0 0,1 0,-1 0,0 0,0 0,0 0,0 0,0 0,0 0,0 0,0 0,0 0,0 0,0 0,-1 0,1 0,0 0,-1 0,1 0,-1 0,1 0,-1 0,0 0,1 1,-1-1,0 0,1 0,-1 1,0-1,0 0,0 1,0-1,1 1,-1-1,0 1,0 0,0-1,0 1,0 0,0-1,0 1,0 0,0 0,-1 0,1 0,0 0,0 0,0 0,0 1,0-1,0 0,0 1,0-1,0 0,0 1,0-1,0 1,-2 3,1-1,0 0,-1 1,1 0,0-1,1 1,-1 0,1 0,0 0,0 0,0 0,0 1,1-1,-1 0,1 0,0 0,1 1,-1-1,1 0,0 0,0 0,0 0,0 0,1 0,-1 0,3 2,-1-1,0-1,1 1,0-1,0 0,0 0,1-1,-1 1,1-1,0 0,0 0,0-1,0 1,1-1,-1-1,0 1,1 0,-1-1,1 0,0-1,-1 1,1-1,0 0,-1-1,1 1,0-1,-1 0,1 0,-1-1,1 0,-1 0,0 0,0 0,0-1,0 0,0 0,0-1,-1 1,1-1,-1 0,0 0,-1 0,1 0,-1-1,1 0,0-1,-1-12,0-1,-1 1,-1 0,0-1,-1 1,-2-1,1 1,-2-1,-2-5,0-8,1 6,1-54,4 78,1 0,0-1,1 1,-1 0,0 1,1-1,-1 0,1 1,-1-1,1 1,0 0,0 0,0 0,-1 0,1 0,0 0,0 1,0 0,0 0,0-1,0 2,0-1,0 0,0 1,0-1,0 1,0 0,0 0,0 0,-1 0,1 0,0 1,0 0,14 3,0 1,-1 0,0 1,0 1,-1 0,0 1,0 1,-1 0,-1 1,0 0,0 2,-9-8,0 1,0 0,-1 0,0 0,0 0,-1 1,1-1,-1 1,-1 0,1 0,-1-1,-1 1,1 0,-1 0,0 0,0 0,-1 0,0 0,-1-1,-1 7,-2 65,5-75,1 0,-1-1,1 1,0 0,0 0,0-1,1 1,-1-1,0 1,1-1,0 1,0-1,-1 0,1 0,0 0,1 0,-1 0,0 0,1-1,-1 1,1-1,-1 1,1-1,-1 0,1 0,0 0,0-1,79 13,-63-13,0 0,0-1,-1 0,1-2,0 0,-1-1,0-1,8-4,-18 6,-1 0,1 0,-1-1,0 0,0 0,0-1,0 0,-1 0,0-1,0 0,0 0,-1 0,0-1,0 1,0-1,-1 0,0-1,-1 1,0-1,1-2,-3 6,0 1,0-1,0 0,-1 1,0-1,1 0,-1 1,0-1,-1 0,1 1,-1-1,0 0,0 1,0-1,0 1,0-1,-1 1,0 0,1-1,-1 1,-1 0,1 0,0 0,-1 1,1-1,-1 0,0 1,0 0,0 0,0 0,0 0,0 0,-1 0,1 1,-1 0,1 0,-1 0,1 0,-1 0,0 1,1-1,-1 1,0 0,1 0,-1 1,-3 0,3-1,-1 1,1 1,0-1,0 0,-1 1,1 0,0 0,1 0,-1 1,0-1,1 1,-1 0,1 0,0 0,0 0,0 1,0-1,1 1,0 0,-1-1,1 1,0 0,1 0,-1 1,1-1,0 0,0 1,0-1,0 0,1 1,0-1,0 1,0-1,1 0,-1 1,1-1,0 1,0-1,0 0,1 0,0 0,-1 0,2 0,1 4,5 3,0-1,0 0,1 0,1 0,-1-2,1 1,1-1,0-1,0 0,8 3,88 39,4-6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0:42.23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122 802,'9'16,"6"14,-1 14,-2 13,-7 7,-13 5,-12 2,-11-2,-9-6,-2-9,6-14</inkml:trace>
  <inkml:trace contextRef="#ctx0" brushRef="#br0" timeOffset="361.888">938 107,'13'-53,"-13"54,-1-1,1 0,0 0,0 0,-1 1,1-1,0 0,0 1,0-1,0 0,-1 0,1 1,0-1,0 0,0 1,0-1,0 0,0 1,0-1,0 0,0 1,0-1,0 0,0 1,0-1,0 0,0 1,0-1,0 0,0 1,1-1,-1 0,0 1,0-1,0 0,1 0,-1 1,0-1,0 0,1 0,-1 1,0-1,0 0,1 0,-1 0,0 0,1 1,-1-1,0 0,0 0,1 0,-1 0,0 0,1 0,-1 0,0 0,1 0,-1 0,0 0,1 0,-1 0,0 0,1 0,-1 0,0 0,1-1,-1 1,0 0,1 0,4 80,-3-1,-6 29,3-81,-18 441,18-439,2 0,0 1,2-1,2 0,0 0,6 12,-9-33,1 1,0-1,1 0,0 0,0 0,1-1,0 1,0-1,1 0,-1 0,2-1,-1 0,1 0,0-1,0 1,0-2,1 1,0-1,0 0,0 0,0-1,1 0,0-1,0 1,1-1,0-1,-1 0,1 0,0-1,0 0,-1-1,1 0,0 0,-1-1,1 0,-1-1,0 0,0-1,0 0,3-1,27-20</inkml:trace>
  <inkml:trace contextRef="#ctx0" brushRef="#br0" timeOffset="544.848">563 414,'-14'-5,"-13"-1,-7-1,7-1,22 2,32 4,38 7,41 4,34 4,25 4,7 1,-26-2</inkml:trace>
  <inkml:trace contextRef="#ctx0" brushRef="#br0" timeOffset="944.309">1365 855,'50'0,"-19"-1,0 1,1 1,-1 2,1 1,-1 1,-1 2,17 17,-46-23,0 0,0 0,-1-1,1 1,-1 0,1 0,-1 0,1 0,-1-1,1 1,-1 0,0 0,0 0,1 0,-1 0,0 0,0 0,0 0,0 0,0 0,0 0,0 0,0 0,-1 0,1 0,0 0,-1 0,1 0,0 0,-1 0,1 0,-1-1,0 1,1 0,-1 0,1-1,-1 1,0 0,0-1,1 1,-1 0,0-1,0 1,0-1,0 1,0-1,0 0,0 1,-15 7,0-1,-1 0,0-1,0-1,-1 0,1-2,-12 2,-6 2,-37 12,72-19,-1 0,1 0,-1 0,1 0,-1 0,1 0,-1 0,1 0,0 1,-1-1,1 0,-1 0,1 0,-1 1,1-1,-1 0,1 0,0 1,-1-1,1 0,0 1,-1-1,1 1,0-1,-1 0,1 1,0-1,0 1,0-1,-1 1,1-1,0 1,0-1,0 1,0-1,0 1,0-1,0 1,0-1,0 1,0-1,0 1,0-1,0 1,0-1,1 1,-1-1,0 0,0 1,0-1,1 1,-1-1,0 1,1-1,-1 0,0 1,28 13,214 59,-222-67,0 0,-1 2,1 0,-1 2,-1 0,0 0,0 2,-1 0,-1 1,7 8,-21-19,0 0,0 1,0-1,0 0,-1 1,1-1,-1 1,0 0,0-1,0 1,0 0,0 0,0-1,-1 1,0 0,1 0,-1 0,0 0,0 0,-1 0,1 0,-1 0,1-1,-1 1,0 0,0 0,0-1,0 1,-1 0,1-1,-1 1,0-1,1 0,-1 1,-11 9,-1 1,0-2,-1 0,0 0,0-2,-1 0,0-1,-1 0,0-1,-10 2,-142 36,121-39</inkml:trace>
  <inkml:trace contextRef="#ctx0" brushRef="#br0" timeOffset="1361.196">2448 1283,'3'14,"0"15,2 13,0 10,-1 5,-2 0,-10-3,-12-4,-14-5,-12-12,-6-10,6-10</inkml:trace>
  <inkml:trace contextRef="#ctx0" brushRef="#br0" timeOffset="1692.971">3050 107,'26'-96,"-8"85,-5 35,-8-1,-1 1,-1 0,-1 0,-1 0,-1 0,-2 14,1-19,-8 170,1-48,10 139,0-248,2 1,1-1,2 0,1-1,1 0,9 19,-13-38,0-1,1 0,0 0,0-1,1 0,1 0,0 0,0-1,1 0,0-1,0 0,1 0,0-1,0-1,1 1,0-2,0 1,10 2,-16-6,1 0,0 0,-1-1,1 0,0 0,0 0,0 0,0-1,0 0,0-1,0 1,0-1,0 0,0-1,0 0,0 1,-1-2,1 1,-1-1,1 0,-1 0,0 0,0-1,0 1,-1-1,0-1,1 1,-1 0,3-6,13-25</inkml:trace>
  <inkml:trace contextRef="#ctx0" brushRef="#br0" timeOffset="1978.37">2743 575,'-14'-5,"5"-1,19 0,32 6,35 5,32 7,22 5,10 2,-19-2</inkml:trace>
  <inkml:trace contextRef="#ctx0" brushRef="#br0" timeOffset="2245.662">3597 789,'-10'54,"2"1,3 1,1 42,-9 94,11-182,1-7,0 1,0-1,0 1,0-1,1 1,-1-1,1 1,0 0,0-1,0 1,1-1,-1 1,1-1,0 1,0-1,0 1,0-1,0 0,1 1,0-1,0 0,0 0,0 0,0-1,0 1,1 0,-1-1,2 2,8 0,-1-1,1 1,0-2,0 0,0 0,1-1,-1 0,0-1,0-1,1 0,-1-1,0 0,10-3,-11 3,0-2,-1 1,1-1,-1 0,0-1,0-1,0 1,-1-2,1 1,-2-1,1 0,-1-1,0 0,0-1,-1 1,-1-1,1-1,-1 1,-1-1,0 0,0 0,-1-1,0 1,0-6,-3 15,-1 1,0-1,1 1,-1 0,0-1,0 1,1-1,-1 1,0-1,0 0,0 1,0-1,0 1,0-1,0 1,0-1,0 1,0-1,0 1,0-1,0 1,0-1,0 1,-1-1,1 1,0-1,0 1,-1-1,1 1,0-1,-1 1,1-1,0 1,-1 0,1-1,0 1,-1 0,1-1,-1 1,1 0,-1-1,1 1,-1 0,1 0,-1 0,1 0,-1-1,1 1,-1 0,-21 20,14-1,0 1,2-1,0 2,1-1,1 0,1 1,1 0,1 0,0-1,2 1,0 0,1 0,2 1,10 63,4 0,22 58,-5-17,-12-37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0:41.07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159 816,'5'14,"6"18,3 17,-1 14,-2 7,-7 2,-17-1,-17-6,-19-6,-15-11,3-15</inkml:trace>
  <inkml:trace contextRef="#ctx0" brushRef="#br0" timeOffset="266.32">747 1,'7'20,"7"23,1 22,0 19,-2 12,-2 9,1 2,1-3,5-11,4-11,7-14,5-13,3-14,4-14,3-13,0-17,-3-14,-8-4</inkml:trace>
  <inkml:trace contextRef="#ctx0" brushRef="#br0" timeOffset="550.156">427 362,'18'-5,"29"-1,36 2,38 3,32 3,23 3,7 4,-26 0</inkml:trace>
  <inkml:trace contextRef="#ctx0" brushRef="#br0" timeOffset="799.766">1470 856,'28'-4,"0"2,0 1,0 1,0 2,-1 0,1 2,0 1,-1 1,0 2,4 2,-26-9,-1 1,1-1,-1 1,0 0,0 0,0 1,0-1,0 1,0 0,0 0,-1 0,0 0,0 1,0 0,0-1,0 1,-1 0,1 0,-1 0,0 1,0-1,-1 1,1-1,-1 1,0-1,0 1,-1 1,-3 6,-2-1,1 1,-1-1,-1 0,0 0,-1-1,0 0,-1 0,0 0,0-1,-1 0,0-1,0 0,-1 0,0-1,-1-1,-7 5,15-9,-36 24,-60 54,98-79,-1 2,1-1,-1 0,1 0,0 0,0 1,0-1,0 0,0 1,1-1,-1 1,1-1,-1 1,1-1,0 1,0 0,0-1,1 1,-1-1,0 1,1-1,0 1,-1-1,1 0,0 1,1-1,-1 0,0 1,0-1,1 0,-1 0,1 0,0 0,0-1,0 1,0 0,0-1,0 1,0-1,0 0,0 0,1 0,-1 0,1 0,-1 0,1 0,32 15,0-2,1-1,0-2,1-1,0-2,12 0,-12-1,90 17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0:40.21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668 0,'-8'47,"1"0,3 0,1 0,3 4,-1-10,-1 108,3-58,-4 0,-3-1,-5 1,-3-2,-7 12,2-44,-10 54,29-108,0-1,0 0,0 0,0 0,0 0,1 1,-1-1,1 0,-1 0,1 0,0 0,0 0,0 0,0 0,0 0,0 0,0-1,1 1,-1 0,1-1,-1 1,1-1,-1 1,1-1,0 0,0 0,0 0,0 0,0 0,0 0,0 0,0-1,73 9,-54-10,-1-1,0 0,0-2,0 0,0-2,0 0,13-7,13-8</inkml:trace>
  <inkml:trace contextRef="#ctx0" brushRef="#br0" timeOffset="282.994">0 548,'21'-2,"27"3,32 5,35 5,27 6,19 3,5 5,-9 1,-33-3</inkml:trace>
  <inkml:trace contextRef="#ctx0" brushRef="#br0" timeOffset="582.474">1003 1350,'-2'21,"-1"15,0 13,-2 10,-2 4,-2 2,-4 0,-5-5,1-12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0:39.32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39 827,'-10'-32,"2"-1,1 0,2 0,-1-22,6 52,-1 0,0 0,1-1,0 1,0 0,0 0,0 0,0-1,1 1,-1 0,1 0,0 0,0 0,0 0,0 0,1 0,-1 0,1 0,-1 0,1 1,0-1,0 1,1-1,-1 1,0 0,1 0,1-1,-2 4,1-1,0 1,0 0,-1 0,1 0,-1 0,1 1,-1-1,1 1,-1 0,0-1,0 1,0 0,0 0,0 0,0 1,-1-1,1 0,-1 1,1-1,-1 1,0-1,0 1,0 0,0-1,0 3,-1-5,11 31,-1 0,-1 0,-2 1,-1 0,-2 0,0 12,15 90,4-76,-22-57,0 0,0 0,0 0,0 0,0 0,0 0,0 0,0 0,1-1,-1 1,0 0,0-1,1 1,-1-1,1 1,-1-1,0 0,1 0,-1 1,1-1,-1 0,1 0,-1 0,0-1,1 1,-1 0,1-1,-1 1,0 0,1-1,-1 0,0 1,0-1,1 0,-1 1,0-1,0 0,0 0,0 0,0 0,0-1,8-8,0-1,-1 1,0-2,-1 1,0-1,-1-1,0 1,-1-1,-1 0,0 0,0 0,-1-1,0-11,7-145,-10 279,16-3,-14-101,-1 0,1 1,0-1,0 0,1 0,-1-1,1 1,0 0,0-1,1 0,-1 1,1-2,0 1,0 0,0-1,1 1,-1-1,3 0,-4-1,1-1,-1 0,0 0,1 0,-1-1,1 1,-1-1,1 0,-1 0,1 0,-1-1,1 1,-1-1,1 1,-1-1,1-1,-1 1,0 0,0-1,1 1,-1-1,0 0,-1 0,1 0,0-1,-1 1,1 0,-1-1,1 0,5-6,-1 0,1-1,-2 0,1 0,-1-1,-1 0,5-11,-2 1,-2-1,0 0,-1 0,-1 0,1-21,-6 21,1 22,0 0,0 0,0 1,0-1,0 0,-1 0,1 1,0-1,0 0,0 0,0 1,0-1,-1 0,1 0,0 1,0-1,0 0,-1 0,1 0,0 0,0 1,-1-1,1 0,0 0,0 0,-1 0,1 0,0 0,0 0,-1 0,1 0,0 0,0 0,-1 0,1 0,0 0,-1 0,1 0,0 0,0 0,-1 0,1 0,0 0,0 0,-1 0,1-1,0 1,0 0,-1 0,1 0,0 0,0-1,0 1,-1 0,1 0,0 0,0-1,0 1,0 0,0 0,0-1,-1 1,1 0,0 0,0-1,0 1,0 0,0-1,0 1,-4 7,0 1,0 0,1-1,-1 1,2 1,-1-1,1 0,1 1,0-1,0 1,0-1,1 1,0-1,1 1,0 0,0-1,1 0,0 1,3 6,-1-5,1 0,0-1,1 0,0 0,0-1,1 0,0 0,1 0,-1-1,2 0,-1 0,0-1,1 0,1-1,-1 0,1 0,-1-1,4 1,4 1,1 0,-1-2,1 0,0-1,0-1,0 0,0-2,0 0,0-1,7-1,-11 0,0-1,0 0,-1-1,0-1,0 0,0-1,9-5,-17 9,0-1,-1 0,1-1,0 1,-1-1,0 0,0 0,0 0,-1-1,1 1,-1-1,0 0,0 0,0 0,-1 0,0 0,0-1,0 1,-1-1,0 0,0 5,-1 0,0 0,1 0,-1 0,0 0,0 0,1 0,-1 0,0 0,0 0,0 0,-1 0,1-1,0 1,0 0,0 0,-1 0,1 0,-1 0,1 0,-1 0,1 0,-1 0,1 0,-1 1,0-1,0 0,1 0,-1 0,0 1,0-1,0 0,0 1,0-1,0 1,0-1,0 1,0 0,0-1,0 1,0 0,0 0,0-1,0 1,0 0,0 0,-1 0,1 1,0-1,0 0,0 0,0 0,0 1,0-1,0 1,0-1,0 1,-1 1,1 0,0 0,1 0,-1 0,0 0,0 0,1 0,0 1,-1-1,1 0,0 0,0 1,0-1,0 0,1 0,-1 1,0-1,1 0,0 0,-1 0,1 0,0 0,0 0,0 0,1 0,-1 0,0 0,42 48,-32-41,-1-1,1 0,1-1,-1-1,1 0,1 0,-1-1,1 0,-1-2,1 1,1-1,-1-1,10 0,-21-2,0 1,1-1,-1-1,0 1,1 0,-1 0,0-1,0 0,0 1,0-1,1 0,-1 0,0 0,0 0,-1 0,1-1,0 1,0 0,-1-1,1 0,0 1,-1-1,0 0,1 0,-1 0,0 0,0 0,0 0,0 0,0 0,-1 0,1 0,-1 0,1-1,-1 1,0 0,0 0,0-1,0 1,0 0,0 0,-1-1,1 1,-1 0,1 0,-1 0,0 0,0-1,0 1,-6-10,-1 1,0 0,0 1,-1-1,-1 2,0-1,0 1,0 1,-1 0,-1 0,1 1,-1 1,0 0,-1 0,1 1,-1 1,0 0,-3 0,13 3,-17-7,19 7,1 1,0-1,0 1,0-1,0 1,1 0,-1-1,0 1,0-1,0 1,0 0,0-1,0 1,1-1,-1 1,0 0,0-1,1 1,-1 0,0-1,0 1,1 0,-1-1,0 1,1 0,-1 0,0 0,1-1,-1 1,1 0,-1 0,0 0,1 0,-1-1,1 1,-1 0,1 0,-1 0,0 0,1 0,-1 0,1 0,-1 0,1 1,-1-1,0 0,1 0,-1 0,1 0,-1 0,0 1,1-1,-1 0,0 0,1 1,-1-1,231 0,-208 0,0 1,0 2,0 0,-1 1,11 4,-27-7,0 1,-1 0,1 0,-1 1,0 0,0 0,0 0,0 0,0 1,-1 0,0 0,1 0,-1 0,-1 1,1-1,-1 1,0 0,0 0,0 0,0 1,-1-1,0 1,1 5,1 116,-4-125,0 0,0 0,1 0,-1 0,1 1,-1-1,1 0,0 0,0 0,-1 0,2 0,-1-1,0 1,0 0,1 0,-1-1,0 1,1-1,0 1,-1-1,1 0,0 1,0-1,0 0,0 0,0 0,0-1,0 1,0 0,0-1,0 1,0-1,0 0,1 0,-1 0,0 0,0 0,0 0,82-23,-70 16,0-1,-1-1,0 0,0-1,-1 0,0-1,-1 0,0-1,-1 0,0-1,-1 0,-1 0,0-1,0 0,-2 0,1-3,-2-3,-5 20,0 0,0 0,0 0,0 0,-1 1,1-1,0 0,0 0,0 0,0 0,0 0,-1 0,1 0,0 0,0 0,0 0,0 0,-1 0,1 0,0 0,0 0,0 0,0-1,0 1,-1 0,1 0,0 0,0 0,0 0,0 0,-9 19,5-8,1 1,0-1,1 1,0 0,1 0,0 0,1 0,0 0,1 0,1 3,-2-10,1 0,0 0,0 0,1-1,0 1,-1 0,2-1,-1 1,0-1,1 0,0 0,0 0,0 0,0 0,1-1,0 1,-1-1,1 0,1 0,-1 0,0-1,0 1,1-1,0 0,3 1,-2-2,-1 0,0 0,1-1,0 0,-1 0,1 0,-1 0,1-1,-1 0,1 0,-1-1,0 0,1 1,-1-2,0 1,0 0,-1-1,1 0,0 0,2-4,79-81,5-41,-91 128,0 1,0-1,0 1,0-1,0 0,1 1,-1-1,0 1,0-1,1 1,-1-1,0 1,1 0,-1-1,1 1,-1-1,0 1,1 0,-1-1,1 1,-1 0,1-1,-1 1,1 0,-1 0,1 0,-1-1,1 1,0 0,-1 0,1 0,-1 0,1 0,-1 0,1 0,0 0,-1 0,1 0,-1 1,1-1,-1 0,1 0,-1 0,1 1,-1-1,1 0,-1 1,1-1,-1 0,1 1,-1-1,0 0,1 1,-1-1,0 1,1-1,-1 1,0-1,1 1,6 39,-5-29,-1 3,1-1,1 0,0 0,0 0,1-1,1 1,0-1,1 0,0 0,1-1,1 0,-1 0,2-1,-1 0,1 0,1-1,0 0,0 0,1-1,7 4,-4-5,0 0,1 0,0-1,0-1,0-1,0 0,1-1,0 0,0-2,-1 1,1-2,0 0,0-1,0-1,0-1,-1 0,1 0,-1-2,0 0,0-1,0 0,-1-1,0-1,0 0,-1-1,4-3,5-12,0 0,-2-2,-1 0,-1-1,-1-1,-1-1,-2 0,-1-1,-1 0,-2-1,-1 0,-1-1,-1-2,23-100,-6-1,-5-2,-5-28,-13 156,-6-101,5 109,0 0,-1 0,1 0,0 0,0 0,-1 0,1 0,0 1,-1-1,1 0,-1 0,1 0,-1 0,0 1,1-1,-1 0,0 0,1 1,-1-1,0 1,0-1,0 1,0-1,0 1,1-1,-1 1,0 0,0-1,0 1,0 0,0 0,0 0,0 0,0 0,0 0,0 0,0 0,0 0,0 0,0 0,0 1,0-1,0 0,0 1,0-1,0 1,1-1,-1 1,0-1,0 1,0 0,0 0,-7 6,1 1,0-1,0 1,1 1,0-1,0 1,1 0,0 1,-3 6,-9 25,1 1,2 1,2 0,1 1,3 0,2 0,1 1,3 0,1-1,4 24,-1-37,2-1,1 0,2-1,0 1,2-1,1-1,2 0,0 0,2-1,1-1,1 0,2-1,0-1,1 0,2-2,13 12,49 20,-80-53,0 1,1-1,-1 0,0 0,0-1,1 1,-1-1,0 0,1 1,-1-1,0-1,1 1,-1 0,0-1,1 0,-1 0,0 0,0 0,0 0,0-1,0 1,0-1,0 0,0 0,-1 0,1 0,1-2,4-7,0-1,-1 0,0 0,-1 0,-1-1,0 0,0 0,-1 0,-1-1,0 0,0-1,19-85,-17 170,-5-49,1 0,1 0,1 0,0-1,2 1,0-1,2 1,0-2,1 1,1-1,1 0,7 10,25 0,-25-26</inkml:trace>
  <inkml:trace contextRef="#ctx0" brushRef="#br0" timeOffset="519.081">2646 412,'138'25,"138"7,-258-30,221 18,235-10,-428-11,0-3,0-1,0-2,22-8,-58 12,0 0,0-1,-1 0,1-1,-1 0,0 0,0-1,0 0,-1-1,3-2,-9 7,1-1,-1 0,0 1,0-1,0 0,0 0,0-1,-1 1,1 0,-1-1,0 1,0 0,0-1,0 1,-1-1,1 0,-1 1,0-1,0 1,-1-1,1 1,-1-1,1 0,-1 1,0 0,0-1,-1 1,1 0,-1-1,0 1,-2-5,0 1,0 0,-1 0,0 1,0 0,-1-1,0 2,0-1,0 1,-1 0,1 0,-1 1,-1-1,1 2,0-1,-1 1,0 0,0 1,0-1,0 2,0-1,0 1,0 0,-1 1,1 0,0 0,0 1,0 0,-1 0,1 1,0 0,0 1,1 0,-1 0,1 0,-1 1,1 0,0 1,0 0,-3 7,0 1,1 0,0 1,1 0,1 0,0 0,1 1,1 0,0 1,1-1,1 1,0 0,1 0,1 4,-4 16,2 0,1 0,2 0,2 0,1 0,2 0,1-1,2 0,1 0,2-1,1 0,2-1,1 0,2-1,1-1,6 6,-14-24,0-1,1 0,1 0,0-1,1-1,0 0,0-1,1 0,0-1,1-1,15 6,-22-10,0 0,0-1,0 0,0 0,1-1,-1 0,1-1,-1 0,1 0,-1-1,0 0,1 0,-1-1,0 0,0-1,0 1,0-2,0 1,-1-1,1 0,-1-1,0 1,5-6,-3 2,0-1,-1-1,1 0,-2 0,0-1,0 1,-1-2,0 1,-1-1,0 1,-1-1,0-1,-1 1,0-1,-1 1,0-1,-1 0,-1 0,0 11,1 0,-1 1,0-1,1 0,-1 0,0 0,0 0,-1 1,1-1,0 0,-1 0,1 0,-1 1,1-1,-1 0,0 1,0-1,0 0,0 1,0-1,0 1,0 0,0-1,0 1,-1 0,1-1,-1 1,1 0,-1 0,1 0,-1 1,0-1,1 0,-1 1,0-1,0 0,1 1,-1 0,0 0,0-1,0 1,-3 3,0 0,0 1,0-1,0 1,0 0,1 0,0 0,0 1,0-1,0 1,1 0,-1 0,1 1,1-1,-1 0,1 1,0 0,0-1,1 1,-1 0,1 0,1 0,-1 0,1 0,0 5,1-2,-1-1,2 1,-1 0,1-1,0 0,1 0,0 1,0-1,1-1,0 1,0-1,1 1,0-1,0 0,1-1,0 0,0 1,0-2,1 1,15 12,0-2,2 0,-1-2,2 0,12 3,99 40,1-10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0:34.47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378 2481,'286'-11,"4"13,893 58,-1050-51,-18-1,607 58,-623-48,-62-6,-37-12,0-1,-1 1,1 0,-1 0,1 0,0 0,-1 0,1 0,0 0,-1 0,1 1,-1-1,1 0,0 0,-1 0,1 0,0 0,-1 1,1-1,0 0,-1 0,1 1,0-1,-1 0,1 0,0 1,0-1,-1 0,1 1,0-1,0 0,0 1,0-1,-1 0,1 1,0-1,0 1,0-1,0 0,0 1,0-1,0 1,0-1,0 0,0 1,0-1,0 1,0-1,0 0,1 1,-1-1,0 0,0 1,0-1,1 0,-1 1,0-1,0 0,1 1,-1-1,0 0,0 0,1 1,-166 15,-134-10,142-5</inkml:trace>
  <inkml:trace contextRef="#ctx0" brushRef="#br0" timeOffset="-8218.66">245 127,'-12'0,"1"1,-1 0,1 1,-1 0,1 0,0 1,0 1,0 0,0 1,1-1,0 2,0 0,0 0,0 1,1 0,0 1,1-1,0 2,0-1,1 1,0 1,-6 8,11-14,0 0,1 0,-1 0,1 0,0 0,0 0,0 0,0 1,1-1,-1 0,1 1,0-1,1 0,-1 0,1 1,0-1,0 0,0 0,0 0,1 0,0 0,0 0,0 0,0-1,0 1,1-1,0 1,0-1,0 0,0 0,0 0,0-1,1 1,-1-1,1 0,0 0,0 0,1 0,19 7,0-1,1-1,0-1,0-2,0 0,1-2,-1-1,1-1,0-1,-1-1,6-2,-11 3,-1-1,1 0,0-2,-1 0,0-2,0 0,0-1,-1-1,0 0,0-2,-1 0,13-10,6-39,-35 58,-1-1,1 0,-1 1,1-1,-1 0,0 1,0-1,0 0,0 0,0 1,0-1,-1 0,1 1,-1-1,1 0,-1 1,1-1,-1 1,0-1,0 1,0-1,0 1,0-1,0 1,0 0,0 0,0-1,-1 1,1 0,-1 0,1 0,0 1,-1-1,0 0,1 0,-1 1,1-1,-2 1,0-1,0 1,1 0,-1 1,0-1,0 0,0 1,0-1,1 1,-1 0,0 0,0 0,1 1,-1-1,1 0,-1 1,1 0,0-1,0 1,0 0,0 0,0 1,0-1,0 0,1 0,-1 1,1-1,-1 1,1 0,0-1,0 1,0 0,1 0,-1-1,1 1,-1 0,1 0,0 0,0 0,0 0,0-1,1 1,0 1,0 3,1-1,0 1,1-1,-1 0,1 0,0 0,1-1,-1 1,1-1,0 1,0-1,1-1,0 1,0-1,0 1,0-1,1-1,-1 1,4 1,6 3,1-1,0 0,0-1,0-1,1 0,-1-1,2-1,57-2,-74-1,1-1,0 1,0 0,0-1,-1 1,1-1,0 0,0 0,-1 0,1 0,-1 0,1 0,-1 0,1 0,-1 0,0-1,1 1,-1 0,0-1,0 1,0-1,0 0,0 1,-1-1,1 0,0 0,-1 1,1-1,-1 0,0 0,1 0,-1 1,0-1,0 0,0 0,-1 0,1 0,0 0,-4-10,-1 1,0 0,0 0,-1 0,0 1,-1 0,0 0,-1 1,0 0,0 0,-1 1,-6-5,6 5,-111-100,121 108,-1 0,1 1,0-1,-1 0,1 0,-1 0,1 0,-1 0,1 0,0-1,-1 1,1 0,-1 0,1 0,-1 0,1-1,-1 1,1 0,-1-1,1 1,-1 0,1-1,-1 1,1 0,-1-1,0 1,1-1,-1 1,0-1,1 1,-1-1,0 1,0-1,1 1,-1-1,0 1,0-1,0 1,0-1,0 0,0 1,0-1,0 1,0-1,0 0,0 1,0-1,0 1,0-1,-1 1,1-1,0 1,0-1,-1 1,1-1,0 1,-1-1,1 1,0-1,-1 1,1-1,221-3,-167 2,-25-1,1 2,0 2,0 0,-1 2,1 1,-28-4,0 1,0-1,0 0,0 1,0-1,-1 1,1 0,0-1,0 1,-1 0,1 0,0 0,-1 1,1-1,-1 0,1 1,-1-1,0 0,1 1,-1 0,0-1,0 1,0 0,0-1,-1 1,1 0,0 0,-1 0,1 0,-1 0,0 0,1 0,-1 0,0 0,0-1,-1 1,1 0,0 0,0 0,-1 0,0 0,1 0,-1 0,0 0,0-1,0 2,-10 21,-12 42,23-63,-1-1,1 0,1 0,-1 1,0-1,0 0,1 1,0-1,-1 0,1 0,0 0,0 0,0 0,0 0,0 0,1 0,-1 0,0 0,1-1,0 1,-1 0,1-1,0 0,0 1,0-1,0 0,0 0,0 0,0 0,10 3,0 0,0-2,0 1,0-1,1-1,-1 0,0-1,0 0,1-1,-1-1,0 1,0-2,0 0,0 0,0-1,-1-1,9-4,-12 6,0-1,0 0,0-1,-1 1,0-2,0 1,0-1,-1 0,1 0,-1 0,-1-1,1 0,-1 0,-1-1,1 1,-1-1,0 0,-1 0,0-1,0 1,-1-1,0 1,-1-1,0 0,0-1,-1 9,0 0,0 1,0-1,0 0,0 0,0 0,-1 0,1 0,0 0,-1 0,1 1,0-1,-1 0,1 0,-1 0,1 1,-1-1,0 0,1 1,-1-1,0 0,1 1,-1-1,0 1,0-1,0 1,1 0,-1-1,0 1,0 0,0-1,0 1,0 0,0 0,0 0,1 0,-1 0,0 0,0 0,0 0,0 0,0 0,0 1,0-1,0 0,1 1,-1-1,0 0,0 1,0-1,1 1,-1-1,0 1,0 0,1-1,-1 1,1 0,-1-1,0 1,1 0,0 0,-1 0,1-1,-1 1,1 0,0 0,0 0,-1 0,1 0,0 0,-3 4,1 1,-1-1,1 0,0 1,1 0,0-1,-1 1,2 0,-1 0,1 0,0 0,0-1,0 1,1 0,0 0,0 0,1-1,-1 1,1 0,0-1,1 0,0 1,-1-1,2 0,-1 0,0-1,1 1,0-1,0 0,0 0,1 0,0 0,-1-1,1 0,0 0,0 0,2 0,1 2,0 0,0-1,1 0,0 0,-1-1,2 0,-1 0,0-1,0 0,1-1,-1 0,1-1,-1 0,1 0,-1-1,1 0,-1-1,0 0,0 0,1-1,-2 0,1-1,0 0,-1 0,1-1,-1 0,-1-1,1 1,-1-1,6-6,-5 1,-1-1,1 1,-2-1,0-1,0 1,-1-1,-1 0,0 0,-1-1,0 1,-18 49,14-29,-1-1,1 1,1 0,-1-1,1 1,0 0,0 0,1-1,0 1,0 0,1-1,0 1,0-1,0 0,1 1,0-1,0 0,1 0,-1-1,1 1,0-1,1 0,-1 0,1 0,0-1,1 0,-1 0,1 0,-1 0,1-1,0 0,0 0,1-1,-1 1,1-1,-1-1,2 1,14 0,-2-1</inkml:trace>
  <inkml:trace contextRef="#ctx0" brushRef="#br0" timeOffset="-7799.794">2117 341,'1'-9,"0"0,1-1,0 1,1 0,0 0,0 0,1 1,0-1,0 1,2-1,21-53,-27 61,1 1,-1-1,0 0,1 0,-1 1,0-1,0 0,0 0,0 1,0-1,0 0,0 0,0 1,0-1,0 0,0 0,0 1,0-1,-1 0,1 1,0-1,-1 0,1 1,0-1,-1 0,1 1,-1-1,1 0,-1 1,1-1,-1 1,0-1,1 1,-1 0,1-1,-1 1,0-1,1 1,-1 0,0 0,0-1,1 1,-1 0,0 0,0 0,1 0,-1 0,0 0,0 0,1 0,-1 0,0 0,-40 13,39-12,0 1,-1-1,1 1,0 0,0 0,0 0,0 0,0 0,0 0,1 0,-1 0,1 1,0-1,-1 1,1-1,0 1,0 0,1-1,-1 1,1 0,-1-1,1 1,0 0,0 0,0-1,0 1,0 0,1 0,-1-1,1 2,2 3,-1 0,1 0,0 0,0-1,1 1,0-1,0 0,1 0,-1-1,6 6,4 2,1-1,0 0,1-1,0 0,1-1,0-1,0-1,1-1,0 0,0-1,1-1,0-1,0 0,1-1,5-3,-7-3</inkml:trace>
  <inkml:trace contextRef="#ctx0" brushRef="#br0" timeOffset="-7416.227">2477 234,'3'17,"95"107,-95-121,51 49,-52-51,0 1,0-1,1 0,-1 0,0 0,0 0,1 0,-1 0,0 0,1-1,-1 1,1-1,-1 0,1 1,-1-1,1 0,-1-1,1 1,-1 0,1-1,-1 1,1-1,-1 0,0 0,1 0,-1 0,1-1,7-7,-1 1,-1-2,1 1,-1-1,-1-1,0 1,-1-1,0-1,0 1,-1-1,1-5,2 0,0 1,2 53,-9-25,1 0,0 1,0-1,1 0,1 0,0 0,0-1,1 1,1-1,0 0,0-1,1 1,1-1,0-1,0 1,1-1,0-1,0 0,1 0,0-1,0 0,9 4,11 1</inkml:trace>
  <inkml:trace contextRef="#ctx0" brushRef="#br0" timeOffset="-6818.249">3199 154,'9'-1,"0"1,0 0,0 0,0 1,-1 0,1 0,0 1,0 0,-1 0,1 1,-1 0,0 1,0 0,0 0,0 1,-1 0,1 0,-1 1,-1 0,2 1,4 6,0 0,0 0,-1 1,-1 1,-1 0,0 0,0 1,-2 0,5 14,-4 0,-2 1,-1 0,-2 0,-1 0,-1 0,-2 0,-1 0,-1 0,-1 0,-2 0,-3 2,-16 170,24-194,0 1,1-1,0 1,1-1,0 0,1 1,-1-1,2 0,-1 0,1 0,1 0,0 0,0-1,1 1,0-1,0-1,1 1,-1-1,2 1,-1-2,1 1,0-1,1 0,-1 0,1-1,3 1,-6-3,1 0,0-1,0 0,0 0,0 0,0-1,1 0,-1 0,0 0,1-1,-1 0,0 0,1-1,-1 0,0 0,1 0,-1-1,0 0,0 0,0-1,-1 1,1-1,0 0,-1-1,0 1,0-1,0 0,0-1,-1 1,1-1,-1 0,0 0,-1 0,3-4,0-6,-1-1,0 0,-2 0,1 0,-2 0,0-1,-1 1,-1-1,0 1,-2 0,1-1,-2 1,0 0,-1 0,-1 0,0 1,-1-1,-1 1,0 0,-1 1,-10-15,-1 0,-1 2,-2 0,0 2,-2 0,0 2,-2 0,0 2,-2 1,0 1,-1 1,-24-9,25 11,23 7,21 8,254 17,-195-15,1-3,-1-3,0-3,12-6,-78 12,-8 1,0 0,0 0,1 0,-1 1,0-1,0 1,0-1,1 1,-1-1,0 1,1 0,-1-1,0 1,1 0,-1 0,0 0,1 0,-1 0,0 0,1 1,-1-1,0 0,0 1,1-1,-1 1,0-1,0 1,1 0,-1-1,0 1,0 0,0 0,0 0,0 0,0 0,0 0,-1 0,1 0,0 0,0 1,-21 88,17-83,1 0,1 0,0 0,0 0,0 0,1 1,0-1,0 0,1 0,-1 0,2 0,-1 0,1 0,0 0,1 0,-1 0,1-1,1 1,-1-1,1 0,0 0,1 0,-1-1,1 0,0 1,0-2,6 5,11 1</inkml:trace>
  <inkml:trace contextRef="#ctx0" brushRef="#br0" timeOffset="-6549.041">4175 7,'-16'-5,"-10"4,-2 8,-2 8,-2 8,4 0</inkml:trace>
  <inkml:trace contextRef="#ctx0" brushRef="#br0" timeOffset="-1115.729">619 1799,'-14'-6,"1"1,-1 0,0 1,-1 1,1 1,-1 0,1 0,-1 2,1-1,-1 2,0 0,1 1,-1 1,1 0,0 0,0 2,0 0,0 0,1 1,-12 8,21-11,0-1,0 2,0-1,1 0,-1 1,1 0,0 0,0 0,0 0,1 0,-1 0,1 1,0-1,0 1,1 0,-1-1,1 1,0 0,0 0,1 0,0 0,-1 0,2 0,-1 0,0 0,1 0,0-1,0 1,1 0,-1 0,1-1,0 1,0-1,1 1,0 0,4 4,0-1,1 0,0-1,0 0,1 0,0-1,0 0,0 0,1-1,0 0,0-1,0 0,1-1,-1 0,1 0,0-1,0-1,-1 0,1 0,0-1,0 0,0-1,0 0,0-1,0-1,-1 1,1-1,-1-1,0 0,0-1,0 0,0 0,-1-1,0 0,0-1,-1 0,5-4,-2-2,-1 0,-1 0,0-1,0 0,-2-1,1 0,-2 0,0-1,-1 1,-1-1,2-8,19-182,-21-155,-8 312,5 49,-1-1,0 1,0-1,1 0,-1 1,0-1,0 0,0 1,0-1,0 1,0-1,0 0,0 1,0-1,0 0,0 1,0-1,-1 0,1 1,0-1,0 1,-1-1,1 1,0-1,-1 0,1 1,-1-1,1 1,0 0,-1-1,1 1,-1-1,0 1,1 0,-1-1,1 1,-1 0,1-1,-1 1,0 0,1 0,-1 0,1 0,-1 0,0 0,1 0,-1 0,0 0,1 0,-1 0,0 0,1 0,-1 0,1 0,-1 1,0-1,1 0,-1 0,1 1,-1-1,1 0,-1 1,1-1,-1 1,1-1,-1 1,1-1,-1 1,-48 88,26-30,2 1,3 1,3 0,3 1,2 1,1 14,8-58,0 1,2-1,0 0,0 1,2-1,1 0,2 6,-4-17,1 0,0-1,0 1,0-1,1 0,1 0,-1 0,1 0,0-1,0 0,1 0,0 0,0-1,0 0,1 0,0 0,0-1,4 2,-1-2,0 0,0 0,1-1,0 0,0-1,-1-1,1 1,0-2,0 1,0-1,0-1,0 0,0-1,0 0,0-1,-1 0,1 0,-1-1,0-1,0 0,0 0,-1-1,0 0,0 0,0-1,-1 0,0-1,0 0,-1 0,0-1,0 0,1-3,-4-22,-5 35,0-1,0 0,0 1,0-1,0 0,0 1,0-1,1 1,-1-1,0 1,0 0,1-1,-1 1,0 0,1 0,-1-1,0 1,1 0,-1 0,1 0,0 0,-1 0,1 0,0 0,-1-1,1 1,0 0,0 0,0 0,0 0,0 0,0 0,0 1,-1 3,1 1,0 0,0-1,0 1,1-1,0 1,0 0,0-1,1 0,0 1,0-1,0 0,1 0,-1 0,1 0,0 0,1-1,-1 1,1-1,0 0,0 0,0 0,1-1,-1 0,1 1,0-1,3 1,2 2,1-1,-1 0,1 0,1-1,-1-1,1 1,-1-2,1 0,0 0,0-1,0-1,10 0,-17 0,-1-1,1 0,0 1,-1-2,1 1,-1 0,1-1,-1 0,1 0,-1 0,0-1,0 1,0-1,-1 0,1 0,-1 0,1-1,-1 1,0-1,0 0,-1 0,1 0,-1 0,0 0,0 0,0-1,0 1,-1-1,0 1,0-1,0 0,0 1,-1-1,0 0,0 0,0 1,-1-1,1 0,-1 0,-1-2,1-1,-1 0,-1 1,0-1,0 1,0-1,-1 1,0 1,0-1,0 0,-1 1,0 0,-1 0,1 0,-1 1,0 0,-1 0,1 0,-1 1,0 0,0 0,0 1,0 0,-1 0,1 1,-1 0,0 0,0 1,0 0,0 0,0 0,1 1,-1 1,0-1,0 1,0 1,0 0,0 0,1 0,-1 1,1 0,-6 3,10-4,0 0,0 0,0 0,0 1,1-1,-1 1,0 0,1-1,0 1,0 1,0-1,0 0,0 0,1 1,-1-1,1 1,0-1,0 1,0-1,1 1,-1 0,1 0,0-1,0 1,0 0,0-1,1 1,0 0,-1-1,1 1,1 0,-1-1,0 0,1 1,0-1,0 0,0 0,0 0,0 0,1 0,-1 0,3 2,42 33,7-4</inkml:trace>
  <inkml:trace contextRef="#ctx0" brushRef="#br0" timeOffset="-348.156">1969 2039,'-13'-17,"0"1,-1 0,-1 1,0 1,-1 0,-1 1,0 1,0 1,-1 0,-1 1,0 1,0 1,-1 0,0 2,0 0,-4 1,20 4,0-1,0 1,0 1,0-1,-1 1,1 0,0 0,0 0,-1 0,1 1,0-1,0 1,0 0,0 1,0-1,0 1,0-1,0 1,0 1,1-1,-1 0,1 1,-1 0,1-1,0 1,0 1,1-1,-1 0,1 1,-1-1,1 1,0 0,0 0,1-1,-1 1,1 1,0-1,0 0,0 0,1 0,-1 3,2 0,0-1,1 1,-1-1,1 1,1-1,-1 0,1 0,0 0,1 0,-1-1,1 1,0-1,0 0,1 0,0 0,0-1,0 1,0-1,4 2,3 2,0-1,1 0,0-1,0 0,0-1,1 0,-1-1,13 2,-17-4,0-1,0 0,0 0,0-1,0 0,0-1,0 0,0 0,-1-1,1 0,0-1,-1 0,1 0,-1-1,0 0,0 0,0-1,-1 0,1 0,-1-1,0 0,-1 0,0 0,3-4,39-56,-48 66,1 0,0 0,0 0,0 1,0-1,-1 0,1 1,0-1,0 1,0-1,-1 1,1-1,0 1,-1 0,1-1,-1 1,1 0,-1-1,1 1,-1 0,1 0,-1 0,0-1,1 1,-1 0,0 0,0 0,1 0,-1 0,0-1,0 1,0 0,0 0,0 0,0 0,-1 0,1 0,0-1,0 1,-1 0,1 1,0 0,0 7,0-1,0 0,1 0,1 0,-1 0,1-1,0 1,1 0,0-1,0 1,1-1,-1 0,2 0,-1 0,1-1,0 1,0-1,1 0,0-1,0 0,0 1,1-2,-1 1,1-1,6 3,-10-7,0 1,1-1,-1 0,0 0,0 0,0-1,1 1,-1-1,0 0,0 1,0-1,0-1,0 1,0 0,0-1,0 1,-1-1,1 0,-1 0,1 0,-1-1,0 1,0 0,0-1,0 1,2-3,33-79,12-174,-48 255,0-1,0 1,1 0,-1 0,1 0,0 0,0 0,0 0,0 0,1 1,-1-1,1 1,-1-1,1 1,0 0,0 0,0 0,0 1,1-1,-1 1,0-1,1 1,-1 0,0 1,1-1,-1 0,1 1,0 0,-1 0,1 0,-1 0,2 1,16 0,0 1,0 0,-1 2,0 1,0 0,0 1,0 1,-1 1,0 1,-1 1,13 8,-27-16,0 1,-1-1,1 1,-1-1,1 1,-1 0,0 0,0 1,0-1,-1 1,1-1,-1 1,0 0,0 0,0 0,0 0,-1 0,1 0,-1 1,0-1,-1 0,1 1,-1-1,0 0,0 1,0-1,0 1,-1 1,-5 25,3-25,1 0,1 0,-1 1,1-1,0 0,0 0,1 1,0-1,0 0,0 1,1-1,0 0,0 1,1-1,-1 0,1 0,1 0,-1 0,1-1,0 1,0-1,1 0,0 1,2 1,9 3,0-1,1 0,0-1,1 0,0-2,0 0,1-1,-1-1,1 0,0-1,0-1,9-1,7 4,1-2,0-1,-1-2,1-1,0-2,-1-1,1-2,13-5,5-17,-52 27,-1 0,0 0,1 0,-1 0,0 1,0-1,0 0,0 0,0 0,0 0,0 0,0 0,0 0,0 0,0 1,0-1,-1 0,1 0,0 0,-1 0,1 1,-1-1,1 0,-1 0,1 1,-1-1,1 0,-1 1,0-1,1 0,-1 1,0-1,0 1,1-1,-1 1,0 0,0-1,0 1,0 0,1-1,-1 1,0 0,0 0,0 0,0 0,0 0,0 0,0 0,0 0,1 0,-1 0,0 1,-1-1,-25-4</inkml:trace>
  <inkml:trace contextRef="#ctx0" brushRef="#br0" timeOffset="1816.717">4336 2346,'0'19,"0"9,0 8,0 0,0-2,0-4,0-5,-3-9,0-8</inkml:trace>
  <inkml:trace contextRef="#ctx0" brushRef="#br0" timeOffset="2266.348">4121 1946,'-3'-5,"2"5,-1-1,1 0,0 0,0-1,-1 1,1 0,0 0,0-1,0 1,0 0,0-1,1 1,-1-1,0 0,1 1,-1-1,1 1,-1-1,1 0,0 1,0-1,-1 0,1 1,0-1,1 0,-1 1,0-1,0 0,1 1,-1-1,1 0,0 1,-1-1,1 1,0-1,0 1,0 0,0-1,0 1,1-1,80 6,-69-2,76 15,-1 4,0 3,10 9,14 19,-106-49,-1 1,1 0,-1 0,1 0,-1 1,-1-1,1 1,-1 1,0-1,0 0,0 1,-1 0,1 0,-2 0,1 0,1 4,-4-2,1 0,-1 0,-1-1,1 1,-1 0,-1-1,1 1,-1-1,0 1,-1-1,0 0,0 0,-1 0,0 0,0 0,-3 3,-14 29,20-37,0 0,0 1,0-1,0 0,1 1,-1-1,1 1,0-1,-1 0,1 1,0-1,1 1,-1-1,0 1,1-1,-1 0,1 1,0-1,0 0,0 1,0-1,0 0,0 0,1 0,-1 0,1 0,-1 0,1 0,0-1,0 1,-1-1,1 1,0-1,1 0,-1 1,0-1,0 0,0 0,1-1,-1 1,1 0,-1-1,1 1,15 3,-1 0,1-1,0 0,0-2,0 0,0-1,0 0,0-2,0 0,-1-1,1-1,-1-1,1 0,-1-1,-1-1,1-1,-10 5,-1 0,0-1,0 0,0 0,0 0,-1-1,0 0,0 0,0 0,0 0,-1-1,0 0,3-5,-8 11,1 0,0 0,-1 0,1 0,0 1,-1-1,1 0,-1 0,1 0,0 0,-1 0,1 0,-1 0,1 0,0 0,-1 0,1-1,-1 1,1 0,0 0,-1 0,1 0,0-1,-1 1,1 0,0 0,-1 0,1-1,0 1,-1 0,1-1,0 1,0 0,-1-1,1 1,0-1,-3 6,1 0,0 1,0-1,1 0,-1 0,1 1,0-1,1 1,-1-1,1 1,0-1,0 1,1-1,0 1,0-1,0 1,1-1,-1 0,1 0,0 1,1-1,0 0,5 11,1-2,1 1,0-1,0-1,2 0,8 8,139 102,-79-72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0:51.07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361 996,'-7'21,"-4"15,-3 11,-1 7,2 3,3-1,3-6,3-11</inkml:trace>
  <inkml:trace contextRef="#ctx0" brushRef="#br0" timeOffset="644.433">0 596,'21'-8,"0"1,1 1,-1 1,1 0,1 2,-1 1,0 0,1 2,-1 0,0 2,1 1,-1 0,0 2,-1 0,1 1,4 4,-15-7,-1 0,0 1,0 0,-1 1,1 0,-1 0,0 1,0 0,-1 1,0 0,0 1,-1-1,0 1,0 1,-1-1,0 1,0 0,-1 0,0 1,-1 0,0 0,0 0,-1 0,-1 1,1-1,-2 1,1-1,-1 9,-4 4,0 0,-2 0,0-1,-1 0,-2 0,-5 10,4-7,8-22,-1-1,1 0,0 1,0-1,0 1,0-1,0 1,1 0,-1-1,1 1,0 0,0 0,0-1,0 1,0 0,0-1,1 1,-1 0,1-1,0 1,0 0,0-1,0 1,0-1,1 0,-1 1,1-1,-1 0,1 0,2 2,5 0,1 0,-1-1,1 0,0 0,1-1,-1-1,0 0,0 0,1-1,-1 0,1-1,-1 0,0 0,0-1,0-1,0 0,2-1,1 1,0-1,0-1,0 0,-1 0,0-1,0-1,0 0,-1-1,0 0,-1-1,0 0,0 0,-1-1,0-1,0 1,-1-2,-1 1,0-1,-1 0,0 0,0-1,-2 1,2-7,-13 98,8-65,1 0,0-1,1 1,1-1,0 0,1 0,0-1,1 1,0-1,1 0,0 0,1-1,0 0,1-1,0 0,1 0,0-1,1 0,0-1,0 0,0 0,1-1,0-1,1 0,-1-1,5 1,-12-5,1 0,0 0,0-1,0 0,0 0,0 0,0-1,-1 1,1-2,0 1,0 0,-1-1,1 0,-1-1,0 1,1-1,-1 0,0 0,-1-1,1 1,0-1,-1 0,0 0,0-1,0 1,1-4,8-10,-2 0,0-1,-1-1,-1 1,-1-2,4-13,27-101,-6-1,-5-2,-5-22,-8 51,0-111,-14 207,-1 0,0 0,-1 1,0-1,-1 1,-1-1,0 1,-2-6,5 17,0 0,-1 0,1 0,0 0,-1 0,1 0,-1 0,1 0,-1 0,0 0,1 0,-1 0,0 1,0-1,0 0,1 0,-1 1,0-1,0 1,0-1,0 1,0-1,0 1,0-1,0 1,0 0,0 0,-1-1,1 1,0 0,0 0,0 0,0 0,0 0,0 0,0 1,0-1,-1 0,1 1,0-1,-1 1,-32 34,18-4,2 1,2 1,1-1,1 2,2-1,1 1,2 1,1-1,2 21,-4 11,4 0,2 0,4 0,2 0,3-1,3 0,3-1,2 0,23 52,-32-98,0 1,1-2,0 1,2-1,0 0,1-1,1-1,0 0,8 7,12 3</inkml:trace>
  <inkml:trace contextRef="#ctx0" brushRef="#br0" timeOffset="916.197">1056 315,'-16'-7,"-7"-2,9 5,23 10,32 11,39 11,36 11,25 7,9 7,-21-5</inkml:trace>
  <inkml:trace contextRef="#ctx0" brushRef="#br0" timeOffset="1415.815">1711 1144,'8'1,"0"-1,0 0,0 0,0 0,0-1,0 0,-1-1,1 0,0 0,-1-1,1 0,-1 0,0-1,0 1,0-2,0 1,-1-1,0 0,0 0,0-1,-1 1,1-1,-1-1,-1 1,1-1,1-4,2-2,-2-1,1 0,-2 0,0 0,-1-1,0 1,-1-1,-1 0,0 0,-1 0,-1 0,0 0,-2-11,1 13,-1 1,0 0,-1-1,-1 1,0 0,0 1,-1-1,0 1,-1 0,-1 0,0 1,0 0,-1 0,0 0,-2-1,9 10,0 0,0 1,1-1,-1 0,0 0,0 0,0 1,0-1,0 0,0 1,0-1,-1 1,1-1,0 1,0 0,0-1,0 1,-1 0,1 0,0 0,0 0,0 0,-1 0,1 0,0 0,0 0,0 1,-1-1,3 2,-1 0,0 0,1 0,-1 0,1 0,0 0,0 0,0 0,0 0,0-1,0 1,0 0,0-1,1 1,-1-1,1 1,-1-1,1 0,0 0,-1 1,2-1,23 17,0-2,2-1,0-1,1-1,0-1,0-2,18 3,-44-12,226 67,-228-68,0 0,0 0,0 0,0 0,0 0,-1 0,1 1,0-1,0 0,0 0,0 1,0-1,-1 0,1 1,0-1,0 1,-1-1,1 1,0-1,0 1,-1 0,1-1,-1 1,1 0,-1-1,1 1,-1 0,1 0,-1 0,0-1,1 1,-1 0,0 0,0 0,1 0,-1 0,0 0,0-1,0 1,0 0,0 0,0 0,-1 0,1 0,0 0,0 0,-1-1,1 1,0 0,-1 0,1 0,-1-1,1 1,-1 0,1 0,-2 0,-15 18,6-9,1 1,0 0,1 1,0 0,1 0,0 1,1 0,0 0,0 5,4-11,0 0,1 1,0-1,1 1,0-1,0 1,0 0,1-1,0 1,1 0,-1-1,2 1,-1-1,1 1,0-1,0 1,1-1,0 0,0 0,1 0,0-1,0 1,1-1,0 0,0 0,0-1,1 1,0 0,8 1,0 1,0-2,1 0,-1 0,1-2,0 1,1-2,-1 0,1-1,0-1,-1 0,1-1,0-1,-1 0,1-1,3-2,-7 2,0-1,0 0,0-1,0 0,-1-1,0 0,0-1,0 0,0-1,-1 0,0-1,-1 0,0 0,0-1,-1 0,0-1,0 1,-1-2,-1 1,0-1,0 0,-1 0,0-1,-1 1,3-12,-6 21,0 1,-1 0,1-1,0 1,-1 0,1-1,0 1,-1-1,0 1,1-1,-1 1,0-1,0 1,0-1,0 0,0 1,0-1,0 1,-1-1,1 1,-1-1,1 1,-1-1,1 1,-1 0,0-1,1 1,-1 0,0 0,0-1,0 1,0 0,0 0,-1 0,1 0,0 0,0 0,-1 0,1 1,0-1,-1 0,1 1,-1-1,1 1,-1 0,1-1,-1 1,1 0,-1 0,1 0,-5 3,1 1,0 0,0 0,0 0,0 1,1 0,-1 0,1 0,1 0,-1 1,1-1,0 1,0 0,0 0,1 0,0 0,0 1,1-1,0 0,0 1,0-1,1 5,1 4,0 1,2-1,0 0,1 1,0-1,1-1,1 1,0-1,1 0,0 0,2-1,-1 0,1 0,1-1,1-1,-1 1,2-2,-1 1,8 3,162 120,-97-83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0:46.48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204 404,'-12'25,"-7"22,-6 19,-3 14,-2 7,3 4,3 1,6-6,6-11,5-14,6-17,3-16</inkml:trace>
  <inkml:trace contextRef="#ctx0" brushRef="#br0" timeOffset="364.602">43 498,'34'71,"4"-1,2-2,4-1,2-3,5 1,-38-48,112 141,-125-157,0 0,1 0,-1 0,1 0,-1 1,1-1,-1 0,1 0,0 0,0 0,-1-1,1 1,0 0,0 0,0 0,0-1,0 1,0 0,0-1,0 1,0-1,0 1,1-1,-1 0,0 1,0-1,0 0,1 0,-1 0,0 0,0 0,0 0,1 0,-1 0,0 0,0-1,0 1,1 0,-1-1,0 1,0-1,0 1,0-1,0 0,0 0,0 1,0-1,0 0,0 0,-1 0,1 0,0 0,-1 0,1 0,0 0,-1 0,1 0,-1 0,1 0,-1-1,32-166,-5 18,2-10,-6-1,-3-59,-23 148,3 72,0 0,0 1,0-1,0 0,1 1,-1-1,0 0,0 1,0-1,0 0,0 1,0-1,0 0,0 1,0-1,0 0,-1 1,1-1,0 0,0 0,0 1,0-1,0 0,0 1,-1-1,1 0,0 0,0 1,-1-1,1 0,0 0,0 1,-1-1,1 0,0 0,0 0,-1 0,1 1,0-1,-1 0,1 0,0 0,-1 0,1 0,0 0,-1 0,1 0,0 0,-1 0,1 0,0 0,-1 0,1 0,0 0,-1 0,1-1,0 1,0 0,-1 0,1 0,0-1,-3 79,9-32</inkml:trace>
  <inkml:trace contextRef="#ctx0" brushRef="#br0" timeOffset="630.576">1032 417,'-2'21,"-3"22,-3 18,-3 12,-1 7,-1 4,1-2,4-4,2-13,5-15,3-18</inkml:trace>
  <inkml:trace contextRef="#ctx0" brushRef="#br0" timeOffset="1079.818">1888 604,'0'-11,"0"0,-1 1,-1-1,0 0,0 1,-1-1,0 1,-1 0,0 0,-1 0,0 0,0 1,-1 0,0 0,-1 0,0 1,0 0,-1 0,0 1,0 0,-1 0,0 1,0 0,-1 1,1 0,-1 0,0 1,-6-1,3 0,0 0,0 1,-1 1,0 0,1 1,-1 1,0 0,0 1,0 0,0 1,0 0,1 1,-1 1,1 1,-1-1,1 2,0 0,0 1,1 0,0 1,0 0,0 1,-1 1,3 1,0 0,0 1,2-1,-1 2,1-1,1 1,0 1,1-1,0 1,1 0,0 0,1 1,0-1,2 1,-1 0,2 0,0 0,0 0,1 0,1 0,1 0,0 0,0 0,1-1,1 1,1-1,0 0,0 0,1 0,1-1,0 0,1 0,0 0,7 6,3-4,0-1,1-1,0 0,1-2,0 0,0-1,1-2,1 0,-1-1,1-1,0 0,0-2,0-1,1-1,-1-1,0-1,22-3,-14 2,1-2,-1-1,0-1,0-2,-1-1,0-1,0-2,-1 0,10-8,13-12</inkml:trace>
  <inkml:trace contextRef="#ctx0" brushRef="#br0" timeOffset="1363.606">2342 524,'-2'-2,"-3"8,-3 13,-1 13,3 16,1 13,2 10,1 6,3 2,4-6,1-9,2-12,-1-18,-1-14</inkml:trace>
  <inkml:trace contextRef="#ctx0" brushRef="#br0" timeOffset="1645.537">2329 217,'-7'-16,"-9"-19,-8-10,-3-2,-1 4,4 17,13 22,19 20,23 20,19 11,2-1</inkml:trace>
  <inkml:trace contextRef="#ctx0" brushRef="#br0" timeOffset="1829.809">2837 724,'-8'21,"0"-1,2 1,0 0,1 0,1 1,1-1,1 1,1 0,1 0,1-11,-1 1,2-1,-1 0,1-1,1 1,0 0,1-1,0 1,0-1,1 0,1-1,-1 1,2-1,-1 0,1 0,0-1,1 0,4 3,-6-5,0-1,0 0,0 0,1-1,-1 1,1-1,0-1,1 1,-1-1,1-1,-1 1,1-1,0-1,0 1,0-1,0-1,-1 1,1-1,0-1,0 0,0 0,0 0,0-1,0 0,-1 0,1-1,-1 0,0-1,0 1,0-1,0-1,1-2,-1-1,0 0,0 0,-1-1,0 0,-1 0,0 0,0-1,-1 0,0 0,-1 0,0 0,0 0,-1-1,-1 0,3-18,-1 1,-2-1,-1 1,-1-1,-2-1,-1-4,-1 0,-2 1,-1 0,-11-30,14 50,0-1,-1 1,-1 0,0 1,-1-1,0 2,-1-1,0 1,-1 0,0 1,-1 0,-8-6,14 12,0 1,0 0,-1 0,1 0,-1 0,1 1,-1 0,0 1,0-1,0 1,0 0,0 0,0 1,0 0,0 0,0 0,0 1,0 0,0 0,0 0,0 1,0 0,1 0,-1 0,1 1,-1 0,1 0,0 0,0 1,0 0,1 0,-1 0,1 0,0 1,0-1,0 3,-2 3,0 0,1 0,0 1,1 0,0 0,1 1,0-1,1 1,0-1,0 10,-1 48</inkml:trace>
  <inkml:trace contextRef="#ctx0" brushRef="#br0" timeOffset="2296.08">3653 551,'-25'167,"9"-74,-18 157,36-233,4-28,4-25,-2-1,-2-1,-1 1,-2-1,-2-3,0 33,4-69,-3 0,-3 0,-4 0,-3 0,-7-16,5 58,10 35,0 0,0 0,0 0,-1 0,1 1,0-1,0 0,-1 0,1 0,0 0,-1 0,1 0,0 0,-1 0,20 44,1-1,2-1,2-1,2-1,7 7,40 57,-18-29,-3 2,-4 3,19 45,-29-3,-37-116,0 0,-1 0,0-1,0 1,0 0,-1 0,0 0,0-1,0 1,-1 0,1-1,-1 1,-1-1,1 0,-1 1,0-1,0 0,-1-1,1 1,-2 0,-7 4,-1 0,0-2,0 0,0 0,-1-1,0-1,0 0,-1-1,1 0,-1-1,0-1,0-1,0 0,0-1,0 0,1-1,-3-1,-3 2,-1-2,1 0,-1-2,1 0,0-1,0-1,1-1,-1-1,2 0,-1-1,-13-10,30 18,0 0,0-1,0 1,1 0,-1-1,0 0,1 1,-1-1,1 0,0 0,-1 1,1-1,0 0,0 0,0 0,1-1,-1 1,0 0,1 0,-1 0,1-1,0 1,0 0,0 0,0-1,0 1,8-21</inkml:trace>
  <inkml:trace contextRef="#ctx0" brushRef="#br0" timeOffset="2762.814">4441 724,'-14'109,"-5"-1,-5-2,-34 95,47-168,10-23,9-22,26-54,-3-2,15-49,-43 110,167-463,-151 424,-8 29,-2 29,1 164,-2-90,3-1,4 0,4 0,3-2,33 76,21 33,-67-161,-6-12</inkml:trace>
  <inkml:trace contextRef="#ctx0" brushRef="#br0" timeOffset="3180.09">4494 966,'165'20,"-106"-8,100 16,1-7,1-7,0-7,41-8,-28-18,-172 19,0 0,0 1,-1-1,1 1,0-1,0 1,0 0,-1-1,1 1,0 0,-1 0,1 1,-1-1,1 0,-1 0,0 1,0-1,1 1,-1-1,0 1,0-1,0 1,0 0,-1-1,1 1,0 0,-1 0,1 0,-1 0,0-1,0 1,1 0,-1 0,0 0,-1 0,1 0,0 0,0 0,-1-1,1 1,-1 0,0 0,0-1,1 1,-2 1,1 6,-2 24,-2 1,-1-1,-2 0,-1-1,-2 1,-1-2,-1 0,-2 0,-1-2,-15 22,29-48,0 0,0 0,1 0,-2 0,1 0,0 0,0 0,-1-1,0 1,1-1,-1 0,0 0,0 0,0 0,-1 0,1-1,0 1,-1-1,1 0,-2 0,4-2,-1 0,0-1,1 0,0 1,-1-1,1 0,0 0,0 1,0-1,0 0,0 0,0 0,1-1,-1 1,1 0,-1 0,1 0,0 0,0 0,0-1,0 1,0 0,0 0,1 0,-1 0,1-2,-1 4,29-126,-9 59,-16 48</inkml:trace>
  <inkml:trace contextRef="#ctx0" brushRef="#br0" timeOffset="3595.818">5337 565,'21'-5,"26"1,29 4,26 3,19 4,9 1,0 1,-8-1,-13-2,-19-1,-17-3,-22 2,-19 0</inkml:trace>
  <inkml:trace contextRef="#ctx0" brushRef="#br0" timeOffset="4046.9">6460 859,'-4'27,"-1"0,-1 0,-1 0,-1-1,-2 0,0 0,-2-1,-1-1,0 0,-2 0,-1-2,-1 0,-1-1,-1-1,0 0,-14 9,61-66,73-99,-6-3,68-138,-157 266,40-62,-46 73,0 1,0-1,0 0,0 1,0-1,0 1,0-1,0 1,0-1,0 0,0 1,0-1,0 1,0-1,0 1,0-1,1 0,-1 1,0-1,0 0,0 1,1-1,-1 1,0-1,1 0,-1 0,0 1,1-1,-1 0,0 1,1-1,-1 0,0 0,1 0,-1 0,1 1,-1-1,0 0,1 0,-1 0,1 0,-1 0,0 0,1 0,-1 0,1 0,-1 0,1 0,-1 0,0 0,1 0,-1-1,1 1,-1 0,0 0,1 0,-1-1,0 1,1 0,-1 0,0-1,1 1,-1 0,0-1,1 1,-1 0,0-1,0 1,4 142,8-45,4-1,4 0,5-1,3-2,18 34,1 14,-29-66,-18-74,0-1,0 1,0-1,-1 1,1-1,0 1,0-1,0 1,-1-1,1 1,0-1,-1 1,1-1,-1 0,1 1,0-1,-1 0,1 1,-1-1,1 0,-1 1,1-1,-1 0,1 0,-1 0,1 1,-1-1,1 0,-1 0,1 0,-1 0,0 0,1 0,-1 0,1 0,-1 0,1 0,-1 0,1-1,-1 1,1 0,-1 0,1 0,-1-1,1 1,-1 0,1-1,-1 1,1 0,-1-1,1 1,0-1,-1 1,1 0,0-1,-1 1,1-1,0 0,0 1,-23-16</inkml:trace>
  <inkml:trace contextRef="#ctx0" brushRef="#br0" timeOffset="4329.964">6380 1166,'-18'-9,"-13"-5,-4-1,7 3,17 3,24 3,35 5,39 8,41 4,37 7,31 5,20 1,-28-3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0:55.85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0,'0'0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1:00.77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1912 609,'0'-32,"2"24,-1 0,0-1,0 1,-1-1,0 1,0 0,-1-1,0 1,-1-1,1 1,-2 0,1 0,-1 0,0 0,-1 1,0-1,0 1,-1 0,0 0,0 0,0 1,-1 0,0 0,0 0,-6-3,-13 0,1 1,-1 2,-1 0,1 2,-1 1,1 1,-1 1,0 1,0 1,-12 3,32-4,-327 29,-30 19,276-36,1 4,0 3,-26 13,84-23,0 2,1 1,1 0,0 2,1 2,0 0,1 1,1 1,1 2,0 0,-14 19,16-14,2 1,0 2,2-1,1 2,2 0,0 1,2 0,2 1,0 0,2 0,1 1,0 26,6-46,0 1,1 0,0-1,1 1,1-1,0 0,1 0,0 0,1 0,0-1,1 1,0-1,0-1,1 1,1-1,0 0,0-1,1 0,0 0,1-1,0 0,0-1,11 6,57 32,1-4,2-3,30 7,-84-34,165 63,3-8,3-9,2-8,19-7,1535 199,-897-155,670-24,-1318-64,0-9,0-9,-2-9,57-22,-224 43,-1-1,-1-2,0-2,0-1,-1-2,-1-1,-1-2,0-2,-2-1,1-2,-26 17,0-1,-1 0,0 0,0-1,-1 1,0-2,-1 1,0 0,0-1,-1 0,0 0,-1 0,0-1,0 1,-1-1,-1 0,0 0,0 1,-1-1,-1 0,1 0,-2 1,0-1,-2-10,-10-14,-1-1,-1 2,-2 0,-2 1,-1 1,-1 0,-1 2,-21-20,-66-69,-4 4,-6 5,-4 6,-5 5,-3 6,-5 6,-3 5,-81-29,48 34,-3 7,-4 9,-1 7,-3 9,-62-3,-50 5,-3 13,-298 9,368 24,-1 9,-190 38,372-43,1 2,0 3,1 1,0 3,-17 9,7 12,55-36,0 0,0 0,0 1,0-1,0 1,1-1,-1 1,0-1,1 1,-1-1,1 1,-1 0,1-1,0 1,-1 0,1-1,0 1,0 0,0-1,1 1,-1 0,0-1,1 1,-1-1,1 1,-1 0,1-1,0 1,-1-1,1 1,0-1,0 0,0 1,0-1,1 1,9 8,-1-1,1 0,1-1,0 0,0-1,0 0,1-1,0 0,4 0,33 15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1:01.830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3402 658,'-10'-19,"-1"-1,-1 1,0 1,-1 0,-1 1,-1 1,-1 0,0 1,-1 0,0 2,-1 0,-1 1,0 0,-5-1,-68-41,-3 3,-1 5,-3 4,-1 4,-2 5,-105-20,9 16,-1 8,-1 9,-54 7,119 7,0 7,0 6,1 5,-51 15,140-18,1 2,0 3,0 1,1 1,1 3,1 2,1 1,1 2,1 2,1 1,1 2,2 2,1 0,1 3,2 1,2 1,1 1,1 1,3 1,-3 9,17-30,1 1,1 0,1 1,0 0,2-1,0 2,1-1,1 0,1 1,0-1,2 0,1 1,0-1,1 0,2 0,0 0,1 0,0-1,2 0,0 0,2-1,6 10,13 11,1-2,2-1,2-1,1-2,1-2,2-1,1-2,1-1,30 13,36 18,3-5,2-4,3-6,1-4,44 5,116 19,212 17,830 68,-197 17,-938-136,1-9,1-7,36-9,-169-5,-1-3,0-2,-1-3,1-1,-2-3,40-15,-71 21,1 0,-1-1,0-1,-1-1,0 0,0-1,-2-1,1 0,-1-1,-1 0,0-1,-1-1,-1 0,0-1,-1 0,0 0,-2-1,0 0,2-9,-3 3,-2-1,0 0,-2 0,0 0,-2 0,-1 0,-1 0,0 0,-2 0,-1 0,-1 0,-2-3,-5-15,-3 1,0 1,-3 1,-1 0,-2 1,-13-15,-5-2,-2 2,-3 2,-3 2,-1 1,-2 3,-2 3,-50-32,-19-3,-2 6,-3 6,-35-9,-107-32,-4 13,-4 11,-4 12,-2 13,-3 12,-53 7,0 13,47 16,57 11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1:02.78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2567 408,'-215'-90,"-103"-22,142 55,-2 8,-138-18,224 53,0 4,0 4,-1 4,0 4,0 4,-39 10,86-8,0 2,1 2,1 2,0 2,1 2,1 1,1 3,0 1,2 2,19-11,1 0,1 1,0 0,1 2,1 0,1 1,0 1,1 0,1 0,1 2,1 0,1 0,0 1,2 0,0 0,2 1,0 0,0 13,4-9,1 0,1 0,1 0,2 0,1 0,1 0,1-1,1 0,1 0,2-1,6 14,9 11,1-2,3-1,1-1,3-2,10 9,21 18,2-3,4-2,3-4,2-3,3-3,2-4,2-3,3-4,30 10,20 1,2-6,2-6,2-6,1-6,119 10,-135-26,1-6,0-5,0-6,-1-5,1-6,21-9,-90 9,0-2,-2-2,0-3,51-25,-83 32,-1 0,0-2,0 0,-2-1,0-2,0 0,-2-1,0-1,-1-1,-1 0,-1-2,0 0,-7 5,0 0,-1-1,-1 1,-1-1,0-1,-1 1,-1-1,-1 0,-1 0,0 0,-1 0,-2 0,0 0,0 0,-2 0,-1-2,-4-14,-1 0,-3 1,0 0,-2 0,-2 2,-1 0,-1 0,-5-3,-10-11,-1 1,-3 2,-4-2,-10-6,-4 1,-37-25,15 19,-3 4,-21-7,-21-5,-78-26,-173-49,8 23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1:52.83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1,'22'2,"29"1,35 0,39-1,37-2,27-2,13-1,1 1,-18 3,-27 3,-38 2,-35-1,-38-2,-29 0,-21-1,-12-4,-2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1:41.75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2168,'285'10,"309"-7,-589-3,-4 0,1 1,0-1,-1 0,1 1,0-1,-1 0,1 0,0 0,0-1,-1 1,1 0,0-1,-1 1,1-1,-1 1,1-1,0 0,-1 0,1 0,-1 0,0 0,1 0,-1 0,0 0,0 0,1-1,-1 1,0 0,0-1,-1 1,1-1,0 1,0-2,-24-67,12 49,-24-70,5-2,3-1,5-1,4-1,4-1,4-4,5 65,-81-708,75 569,10 174,1 0,0-1,0 1,0 0,0-1,1 1,-1 0,0-1,0 1,1 0,-1-1,1 1,-1 0,1 0,0 0,-1-1,1 1,0 0,0 0,0 0,-1 0,1 0,1 0,-1 1,0-1,0 0,0 0,0 1,0-1,1 1,-1-1,0 1,0-1,1 1,-1 0,0 0,1-1,-1 1,0 0,1 0,-1 1,0-1,1 0,-1 0,0 1,1-1,-1 0,0 1,0-1,1 1,-1 0,0-1,0 1,0 0,0 0,0 0,0 0,0 0,33 15,1-2,1-1,0-2,0-1,1-2,0-2,1-1,35 0,83 14,-153-19,1 0,0 0,0 0,0 1,0-1,-1 1,1 0,0 0,-1 1,1-1,-1 1,1 0,-1-1,0 2,0-1,0 0,0 1,0-1,0 1,-1 0,1 0,-1 0,0 0,0 0,0 0,0 1,0-1,-1 1,1-1,-1 1,0 0,0 1,-25 189,17-28,8 0,7 0,7-1,14 40,4 65,-21-175,-10-93,0-1,1 1,-1-1,0 1,0-1,1 0,-1 0,0 0,1 0,-1 0,1-1,-1 1,1-1,-1 1,1-1,0 0,-1 0,1 0,-1-1,1 1,0 0,-1-1,1 0,-1 0,1 0,-1 0,0 0,2-1,8-1,107-14,0 4,1 6,108 7,-134 1,594-13,-585 7,248-9,42 16,-118 11,737 16,-737-34,744 11,-476 8,-538-14,-4 1,1-1,-1 1,1-1,-1 0,1 1,-1-1,1 0,-1 0,1 0,0 0,-1 0,1 0,-1 0,1-1,-1 1,1-1,-1 1,1-1,-1 1,0-1,1 0,-1 0,0 1,1-1,-1 0,0 0,0 0,0-1,0 1,0 0,0 0,0-1,0 1,0 0,-1-1,1 1,-1-1,1 1,-1-1,1 1,-1-1,0 1,0-1,0 1,0-1,0 0,-14-190,9-170,9 241,-5-1,-5 1,-5 0,-6 0,-5 2,-8-11,-45-51,65 157,10 23,1 0,-1 0,1 1,0-1,-1 1,1-1,0 1,0-1,0 1,-1-1,1 1,0-1,0 1,0 0,0 0,0-1,0 1,0 0,-1 0,1 0,0 0,0 0,0 0,0 0,0 0,0 1,0-1,0 0,0 0,-1 1,1-1,0 1,0-1,0 1,-1-1,1 1,0-1,0 1,-1 0,1-1,-1 1,1 0,0 0,3 1,26 11,1-1,0-1,0-1,1-2,0-2,21 2,206 1,-250-7,-1 1,1-1,-1 1,1 1,-1-1,0 1,0 1,-1 0,1 0,-1 0,0 1,-1 0,1 0,-1 1,0 0,-1 0,0 0,0 1,0-1,-1 1,0 2,6 6,-1 1,0 0,-2 0,0 1,-1 0,-1 0,0 0,-2 1,0 0,-1 0,0 0,-2 16,-67 279,58-219,4 0,5 22,-2 46,-5 205,6-367,1 1,0 0,0 0,0-1,0 1,0 0,0 0,0 0,0-1,1 1,-1 0,1-1,-1 1,1 0,0-1,0 1,-1 0,1-1,0 1,0-1,1 0,-1 1,0-1,0 0,1 0,-1 0,1 0,-1 0,1 0,-1 0,1 0,-1 0,1-1,0 1,-1-1,1 1,0-1,0 0,0 0,0 1,276-6,600 6,-300 31,-126-4,124-11,612 30,412 3,-1365-49,-235 0,1-1,0 0,-1 0,1 0,0 0,-1 1,1-1,0 0,0 0,-1 0,1-1,0 1,-1 0,1 0,0 0,-1 0,1-1,-1 1,1 0,0-1,-1 1,1 0,-1-1,1 1,-1-1,1 1,-1 0,1-1,-1 0,1 1,-1-1,0 1,1-1,-1 1,0-1,1 0,-1 1,0-1,0 0,0 1,0-1,0 0,1 1,-1-1,0 0,0 1,-1-1,1 0,0 1,0-1,-14-39,9 28,-17-48,3-1,2-1,4-1,2 0,-2-54,2-206,24-216,2 22,-15 508,1-24,-1 0,-1-1,-2 1,-2 0,-1 0,-1 1,-8-20,-3 23,18 56,3-19,1 0,1 0,0-1,0 0,0 0,1 0,0-1,0 1,0-2,1 1,0-1,0 0,0 0,1-1,0 0,0 0,6 2,14 4,1-1,0-2,1 0,16 0,95 11,-78-12,0 2,-1 4,0 2,58 21,-114-33,-1-1,1 1,-1 0,0 1,0-1,0 1,0 0,0 1,0-1,-1 1,0 0,0 0,0 0,0 0,0 1,-1-1,0 1,0 0,0 0,-1 0,0 1,0-1,0 1,0-1,-1 1,1 3,-2 23,-1 1,-2-1,-1 1,-1-1,-8 22,-2 22,-14 143,11 1,7 104,11-320,0 10,-5 118,6 1,5 0,19 94,-23-213,0-1,1 0,0 1,1-1,0 0,1-1,1 1,0-1,0 0,2 0,4 6,-8-16,-1 0,1 0,-1-1,1 1,0-1,0 1,0-1,0-1,0 1,0-1,0 1,0-1,0 0,0 0,0-1,0 1,0-1,0 0,0 0,0 0,0-1,0 0,19-2,75-7,0 4,77 6,-97 2,1222 0,-890 9,354 58,-278 4,365 40,-396-81,-399-28,-55-3,0 0,0 0,0-1,0 1,0-1,0 1,0-1,-1 1,1-1,0 1,0-1,0 0,-1 1,1-1,0 0,-1 0,1 1,-1-1,1 0,-1 0,1 0,-1 0,0 0,1 0,-1 0,0 0,0 0,0 0,1 0,-1 0,0 0,0 0,-1 0,1 0,0 0,0 0,0 0,-1 0,1 0,0 0,-1 0,1 1,-1-1,1 0,-1-6,-67-562,-40-632,74 850,22 297,5 69,8-11,1 0,0 0,0 0,0 0,0 0,1 0,-1-1,1 1,0-1,0 0,0 0,0 0,1 0,-1-1,1 1,0-1,0 0,-1 0,2 0,-1-1,0 1,0-1,0 0,1 0,-1 0,0-1,3 0,90 19,1-4,28-3,1 1,-78-7,36 3,-1 4,0 3,4 5,-14 11,-71-30,-1-1,0 1,1 0,-1-1,0 1,0 0,0 0,0 0,-1 1,1-1,-1 0,1 1,-1-1,0 1,0-1,0 1,0 0,0-1,0 1,-1 0,1 0,-1-1,0 1,0 0,0 0,0 1,-3 7,-1 0,0 0,0 0,-1 0,0-1,-1 1,0-1,-1 1,-12 20,-5 14,3 0,2 1,1 2,3-1,2 2,2 0,2 0,2 1,2 0,3 19,8 52,5-1,6 0,5-1,5-1,31 81,-21-66,-36-130,-1 0,0-1,0 0,0 1,1-1,-1 0,1 0,0 1,0-1,0 0,0 0,0 0,0 0,0 0,1 0,-1 0,1 0,-1-1,1 1,0-1,0 1,0-1,0 0,0 1,0-1,0 0,0 0,0 0,0-1,0 1,1 0,136-17,289-11,-181 17,12-7,110-9,1 17,6 16,-220 9,-2 7,-1 7,-1 7,-2 6,108 47,-226-78,-23-10,-12-5</inkml:trace>
  <inkml:trace contextRef="#ctx0" brushRef="#br0" timeOffset="7527.063">589 1018,'2'14,"-1"0,0 1,-1-1,-1 0,0 1,-1-1,0 0,-1 0,-1 0,0-1,-1 1,-2 4,-84 147,87-157,14-17,30-33,-3-1,-2-2,-1-2,-3 0,-1-3,0-7,-26 49,-4 8,-1-1,1 0,0 0,0 0,0 0,0 0,0 0,0 0,0 0,0 0,1 1,-1-1,0 0,1 0,-1 0,0 0,1 1,-1-1,1 0,-1 0,1 1,-1-1,1 0,0 1,-1-1,1 0,0 1,0-1,-1 1,1-1,0 1,0 0,0-1,0 1,0 0,-1 0,1-1,0 1,0 0,0 0,0 0,0 0,0 0,0 0,0 0,-1 1,1-1,0 0,0 0,0 1,0-1,0 0,-1 1,1-1,0 1,0-1,0 1,83 149,46-1,-59-83</inkml:trace>
  <inkml:trace contextRef="#ctx0" brushRef="#br0" timeOffset="8454.083">6739 978,'-7'21,"0"1,-1-1,-2 0,0-1,-1 0,-1 0,0-1,-2-1,0 0,-16 14,-56 61,124-132,-3-2,-2-1,-1-2,-2-1,-3-1,-1-1,-2-2,6-23,-24 60,-4 23,0 8,0 0,1 0,1 0,1 0,1-1,0 0,2 0,0 0,0-1,2 0,0-1,1 0,1-1,0 0,1-1,1 0,1 0,10 7,1-1,0-2,2 0,0-2,1-1,2-1,66 26</inkml:trace>
  <inkml:trace contextRef="#ctx0" brushRef="#br0" timeOffset="9353.595">13156 978,'-49'30,"2"3,1 2,2 2,-13 17,35-35,2 2,0 0,1 2,-10 15,18-10,11-27,0-1,0 1,0-1,0 0,0 1,0-1,0 1,0-1,0 0,0 1,0-1,1 1,-1-1,0 0,0 1,0-1,1 0,-1 1,0-1,0 0,1 1,-1-1,0 0,1 1,-1-1,0 0,1 0,-1 0,0 1,1-1,-1 0,1 0,-1 0,0 0,1 0,-1 0,1 0,-1 0,0 0,1 0,-1 0,1 0,-1 0,1 0,-1 0,0 0,1 0,-1 0,1 0,-1-1,0 1,1 0,-1 0,0-1,1 1,-1 0,0 0,1-1,-1 1,0 0,0-1,1 1,-1 0,0-1,15-9,0-2,0 1,-2-2,1 0,-2 0,1-1,-2-1,10-15,-5 6,-1-1,-1 0,-1-1,-1 0,-2-1,-1 0,0 0,2-24,-10 41,-2 19,1 0,0 0,1 0,0 0,0 0,1 0,0 0,1-1,0 1,0-1,1 1,0-1,0 0,1-1,0 1,0-1,7 7,4 3,1 0,1 0,0-2,1 0,1-2,1 1,26 13,1-3,1-1,1-3,7 0,73 21</inkml:trace>
  <inkml:trace contextRef="#ctx0" brushRef="#br0" timeOffset="10301.035">18637 1205,'-50'105,"-4"-3,-31 41,120-194,27-53,-22 34,3 1,39-44,-82 111,1 0,0 1,-1-1,1 1,0-1,0 1,0-1,0 1,0 0,0-1,1 1,-1 0,0 0,1 0,-1 0,1 0,-1 0,1 0,-1 0,1 1,0-1,-1 1,1-1,0 1,-1 0,1-1,0 1,0 0,-1 0,1 0,0 0,0 1,-1-1,1 0,0 1,-1-1,1 1,0 0,-1-1,1 1,-1 0,1 0,-1 0,1 0,-1 0,1 1,72 115,-36-67,2-2,2-2,2-1,3-2,1-3,1-2,37 21,-22-16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1:46.11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303 407,'-17'-6,"0"0,-1 1,1 1,-1 1,1 1,-1 0,0 1,-2 1,13 0,1 0,0 1,-1 0,1 0,0 0,-1 1,1 0,0 0,0 1,0-1,1 1,-1 1,1-1,-1 1,1 0,0 0,1 0,-1 1,1 0,0 0,0 0,0 0,-2 5,4-6,1 0,-1 0,1-1,0 2,0-1,0 0,0 0,1 0,-1 0,1 1,0-1,1 0,-1 0,1 0,0 0,0 1,0-1,0 0,1 0,-1-1,1 1,0 0,0-1,1 1,-1-1,1 1,0-1,0 0,0 0,0 0,0-1,0 1,1-1,0 0,-1 0,1 0,0 0,0-1,4 2,4 0,1-1,-1 0,1 0,0-1,0-1,-1 0,1-1,0-1,-1 0,1 0,-1-1,1-1,-1 0,0 0,-1-2,1 1,-1-1,0-1,-1 0,1-1,-1 0,-1 0,0-1,0 0,0-1,-1 0,-1 0,0-1,0 0,0-1,-5 8,1 0,-1-1,0 1,-1 0,1-1,-1 1,1-1,-1 1,-1-1,1 0,-1 1,0-1,0 0,0 0,0 1,-1-1,0 0,0 1,0-1,-1 1,1-1,-2-1,2 5,1 1,-1-1,0 1,1-1,-1 1,0-1,1 1,-1-1,0 1,0 0,0-1,1 1,-1 0,0 0,0-1,0 1,1 0,-1 0,0 0,0 0,0 0,0 0,1 1,-1-1,0 0,0 0,0 0,1 1,-1-1,0 0,0 1,1-1,-1 1,0-1,1 1,-1-1,0 1,1 0,-1-1,1 1,-1 0,1-1,-1 1,1 0,0 0,-1-1,1 1,0 0,-20 40,18-33,-1 0,1-1,1 1,0 0,0 0,0 1,1-1,0 0,1 0,0 0,0 0,1 0,0 0,0-1,1 1,0 0,0-1,1 0,0 0,0 0,0 0,1 0,0-1,1 0,-1 0,1-1,0 1,1-1,-1-1,1 1,0-1,0 0,0-1,2 1,49 15,-2-8</inkml:trace>
  <inkml:trace contextRef="#ctx0" brushRef="#br0" timeOffset="501.346">1118 220,'-25'-2,"0"2,0 1,0 1,0 1,0 1,0 1,1 1,0 1,0 1,1 2,-9 4,29-13,1 0,-1-1,1 1,-1 0,1 0,0 1,0-1,-1 0,1 1,0-1,0 1,0 0,0 0,1-1,-1 1,1 0,-1 1,1-1,-1 0,1 0,0 1,0-1,0 0,0 1,1-1,-1 1,1-1,-1 1,1 0,0 1,3 0,0 0,0 0,0 0,1 0,-1-1,1 0,0 0,0 0,0 0,0 0,1-1,-1 0,4 1,-7-2,155 63,-116-50,0 2,-1 1,-1 2,-1 1,6 16,-42-35,0 0,0 0,-1 0,1 0,0 0,0 0,-1 0,1 1,-1-1,1 0,-1 0,1 1,-1-1,0 0,1 1,-1-1,0 0,0 1,0-1,0 0,0 1,-1-1,1 0,0 1,-1-1,1 0,0 0,-1 1,0-1,1 0,-1 0,0 0,1 0,-1 1,0-1,0 0,0 0,-5 3,0-1,0 0,0 1,0-2,-1 1,1-1,-1 0,0 0,0-1,1 0,-1 0,0-1,0 0,0 0,0 0,0-1,1 0,-1 0,0-1,0 0,1 0,-1-1,5 3,0-1,1 0,-1 0,0 0,0-1,0 1,1 0,-1-1,1 1,-1-1,1 1,-1-1,1 0,0 1,0-1,0 0,0 0,0 0,0 0,1 0,-1 0,1 0,-1 0,1 0,0 0,0 0,0-1,0 1,0 0,0 0,0 0,1 0,-1 0,1 0,0 0,-1 0,1 0,0 0,0 0,0 0,1 0,57-70,-34 54,0 1,0 1,2 1,0 1,0 1,1 2,1 1,0 1,0 1,10 0,-35 6,0 1,1-1,-1 1,0 0,1 0,-1 1,1-1,-1 1,1 0,0 0,-1 0,1 1,-1 0,1-1,-1 2,0-1,1 0,-1 1,0 0,0 0,0 0,0 1,0-1,-1 1,1 0,-1 0,1 0,-1 0,0 7,-1 0,1 0,-2 0,0 0,0 0,0 0,-1 0,-2 8,4 45,-2-58,1 0,-1 0,1 0,1 0,-1 0,1 0,-1 0,1-1,1 1,-1-1,1 1,0-1,0 0,0 0,0 0,1 0,-1 0,1-1,0 0,0 0,1 0,-1 0,0-1,1 1,0-1,0 0,3 0,17 3</inkml:trace>
  <inkml:trace contextRef="#ctx0" brushRef="#br0" timeOffset="950.959">1359 19,'25'-6,"1"1,1 1,-1 2,0 0,1 2,-1 1,1 1,-1 1,0 2,0 0,0 2,-1 1,0 1,0 0,17 11,-27-9,-1 0,0 0,0 2,-2-1,1 2,-2 0,1 0,-2 1,0 0,-1 1,-1 0,0 0,-1 1,0 0,-2 0,0 1,-1 0,-1 0,-1 0,0 1,2 16,-3-23,-1-1,2 1,0-1,0 0,1 0,0 0,1 0,1 0,0 0,-4-10,0 1,1 0,-1 0,1 0,0-1,-1 1,1-1,0 0,0 1,0-1,0 0,0 0,1 0,-1 0,0-1,0 1,0 0,1-1,-1 0,0 1,1-1,-1 0,0 0,1-1,-1 1,0 0,1-1,-1 1,1-1,63-30,-50 20,0-1,0 0,-1-1,0-1,-2 0,1-1,-2 0,0-1,-1-1,0 0,4-10,-15 27,0 0,-1 0,1 0,0 0,0 0,0 0,0 0,-1 0,1-1,0 1,0 0,0 0,0 0,0 0,-1 0,1 0,0 0,0 0,0 0,0-1,0 1,0 0,0 0,-1 0,1 0,0 0,0-1,0 1,0 0,0 0,0 0,-13 17,10-14,0 0,1 1,-1 0,1-1,0 1,0 0,1 0,-1 0,1 0,0 1,0-1,0 0,0 0,1 1,0-1,0 0,0 1,0-1,1 0,-1 1,1-1,0 0,1 0,-1 0,1 0,-1 0,1 0,1 0,-1 0,0-1,1 1,0-1,0 0,0 0,0 0,1 1,11 3,0-1,0 0,1-1,0 0,0-2,0 0,0-1,0 0,1-1,7-1,-22 0,82 2,-5-4</inkml:trace>
  <inkml:trace contextRef="#ctx0" brushRef="#br0" timeOffset="2123.548">3123 366,'-21'-9,"4"1,-1 0,1 1,-2 1,1 1,-1 0,0 1,0 1,16 3,-1 0,1 0,-1 0,1 1,-1-1,1 1,-1 0,1 0,0 0,-1 0,1 0,0 1,0 0,0-1,0 1,0 0,0 0,1 1,-1-1,1 1,-1-1,1 1,0 0,0 0,0 0,1 0,-1 0,0 0,1 0,0 1,0-1,0 0,0 1,1-1,-1 1,1-1,0 1,0-1,0 1,1-1,-1 1,2 2,-1 2,1-1,0 0,0 1,1-1,0 0,1 0,-1-1,1 1,1-1,-1 0,1 0,0 0,0 0,1-1,-1 0,1 0,0-1,1 0,-1 0,7 3,3 1,-1-1,1-1,1-1,-1 0,1-1,-1-1,1 0,16-1,-13-1,0-2,0-1,0 0,0-2,0 0,-1-1,0-1,0 0,0-2,-1 0,0-1,-1-1,0-1,0 0,-1-1,-1-1,0-1,9-11,-19 21,0-1,0 0,-1-1,0 1,0-1,0 0,-1 0,0 0,0-1,0 1,-1-1,0 1,0-1,-1 0,0 0,0 1,-1-1,1 0,-1 0,-1 0,0 0,0 0,0 0,-1 1,1-1,-2 0,1 1,-1-1,0 1,0 0,-1 0,0 0,0 1,0-1,0 1,-2-1,-4-1,1 1,-1 0,-1 0,1 1,-1 1,1 0,-1 0,-1 1,1 0,0 1,-1 0,1 1,-2 0,30 7,59 1,0-2,38-5,130 9,-240-9,1-1,-1 1,1 1,0-1,-1 1,1 0,-1 0,1 0,-1 0,0 1,1 0,-1 0,0 0,0 0,0 1,0-1,-1 1,1 0,-1 0,0 0,0 1,0-1,0 1,0 0,-1 0,1 0,-1 0,1 4,1 79,-6-78,2 0,-1 1,1-1,1 0,0 1,0-1,0 0,1 0,1 0,0 0,0 0,2 4,0-6,0 0,1 0,-1 0,1-1,0 0,1 0,0-1,-1 0,2 0,-1 0,0-1,1 0,0-1,0 1,0-2,8 3,3 0,1-2,-1 1,1-2,0-1,0 0,16-3,-20 2,0-1,-1 0,1-2,-1 0,0 0,0-1,0-1,0-1,-1 0,0-1,0 0,-1-1,0-1,0 0,-1 0,8-9,-15 12,-16 28,9-18,1 0,1 0,-1 0,1 0,-1 0,1 1,0-1,1 0,-1 0,1 0,-1 0,1 0,1 0,-1 0,0 0,1 0,0 0,0-1,0 1,0-1,1 1,-1-1,1 0,0 0,0 0,0-1,0 1,1-1,-1 1,1-1,-1 0,3 1,5 2,1 1,0-1,0-1,1 0,-1-1,1 0,0-1,-1 0,1-1,0-1,0 0,0 0,0-2,0 1,7-3,-17 3,1 0,-1 0,0 0,0 0,0-1,0 1,0-1,0 0,0 0,-1 0,1 0,-1 0,1-1,-1 1,0-1,0 1,0-1,0 0,-1 0,1 0,-1 0,1 0,-1 0,0 0,0 0,-1-1,1 1,-1 0,1-1,-1 1,0 0,0-1,-1 1,1 0,-1-1,0 1,1 0,-1 0,-1-2,-6-12,-1 1,0 0,-1 0,-1 0,0 1,-1 1,-1 0,0 1,-1 0,0 1,-1 1,-1 0,0 1,-13-7,20 12,-1-1,0 1,0 1,0 0,0 0,0 1,-1 0,0 1,1 0,-1 1,0 0,0 1,0 0,-5 1,15-1,0 0,1 0,-1 0,0 0,0 0,1 0,-1 1,0-1,1 0,-1 0,0 1,1-1,-1 0,0 1,1-1,-1 1,1-1,-1 1,1-1,-1 1,1-1,-1 1,1 0,-1-1,1 1,0 0,0-1,-1 1,1 0,0-1,0 1,0 0,-1-1,1 1,0 0,0 0,0-1,0 1,0 0,1 0,-1-1,0 1,0 0,0-1,1 1,-1 0,0-1,1 1,-1 0,0-1,1 1,-1-1,1 1,-1 0,1-1,-1 1,1-1,0 0,-1 1,1-1,0 1,-1-1,1 0,0 0,-1 1,1-1,0 0,-1 0,1 0,12 6,0-1,0-1,1 0,-1-1,1-1,-1 0,1-1,0 0,5-1,5 2,558-5,-580 3,81 10,-80-9,0-1,-1 1,1 0,0 0,-1 0,1 0,-1 0,1 1,-1-1,0 1,1 0,-1-1,0 1,0 0,0 0,-1 1,1-1,0 0,-1 1,1-1,-1 0,0 1,0 0,0-1,0 1,0 2,-15 75,-1-22,15-57,0 1,0 0,0-1,0 1,0 0,1 0,-1-1,0 1,1 0,0-1,-1 1,1-1,0 1,0-1,0 1,0-1,0 1,0-1,0 0,0 1,0-1,1 0,-1 0,0 0,1 0,-1 0,1-1,0 1,-1 0,1-1,-1 1,1-1,0 1,-1-1,1 0,0 1,0-1,-1 0,1 0,70-8,-54 2,-1 0,0-2,0 0,0-1,-1-1,0 0,-1-1,0-1,-1 0,0-1,-1-1,-1 0,0 0,-1-2,0 1,3-7,-9 12,-5 10,-6 16,5-11,-1 1,1-1,1 1,-1 0,1-1,0 1,1 0,-1-1,1 1,0-1,0 1,1-1,0 1,0-1,0 0,0 0,1 0,0 0,0 0,0-1,1 1,-1-1,1 0,0 0,0 0,1 0,-1-1,3 1,28 18,1-2,1-2,1-1,0-3,1 0,1-3,0-1,1-2,24 1,58 9,-18-7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1:44.06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82 397,'-17'101,"5"0,0 77,5-61,-19 226,25-327,-1-11,1 0,0 0,0 0,1 0,-1 0,1 0,0 0,0 0,1 0,-1 0,1 0,1 0,-1 0,0 0,1 0,0-1,0 1,1-1,-1 1,1-1,0 0,0 0,1 0,1 2,3-3,1-1,-1 0,0 0,1-1,-1 0,0 0,1-1,-1 0,1-1,-1 1,4-2,3 1,315-46,-271 36</inkml:trace>
  <inkml:trace contextRef="#ctx0" brushRef="#br0" timeOffset="349.5">737 1265,'-2'4,"0"-1,0 1,1-1,-1 1,1 0,0-1,0 1,0 0,0 0,0 0,1 0,0 0,0 0,0 0,0 0,1 0,0 0,0-1,0 1,0 0,0 0,1-1,-1 1,1 0,0-1,0 0,1 1,-1-1,1 0,-1 0,2 0,4 6,1 0,1-1,0 0,0-1,0 0,1-1,0 0,0 0,7 1,-12-3,1-1,-1 0,1 0,0-1,0 0,0 0,0-1,0 0,0 0,1 0,-1-1,0 0,0-1,1 1,-1-1,0-1,0 1,0-1,0-1,0 1,-1-1,1 0,-1-1,1 0,-1 0,0 0,-1 0,1-1,-1 0,0 0,0-1,-1 0,4-4,-4 0,0 1,0-1,-1 0,0 0,-1 0,-1 0,1 0,-1-1,-1 1,0 0,-1 0,1-1,-2 1,0 0,0 0,-1 0,0 0,0 0,-1 1,-1 0,0 0,0 0,0 0,-1 1,-1-1,1 2,-1-1,-1 1,1 0,-1 0,0 1,-1 0,0 1,0-1,-9-3,6 7,1-1,-1 2,1-1,-1 1,0 1,0 0,0 1,1 0,-1 1,0 0,1 1,0 0,-1 1,1 0,1 1,-1 0,1 1,0 0,0 1,0 0,1 0,0 1,1 0,-6 7,11-12,1 0,-1 0,1 0,0 1,0-1,0 1,1 0,-1-1,1 1,0 0,0 0,0-1,1 1,-1 0,1 0,0 0,0 0,1 0,-1 0,1 0,0 1,13 28</inkml:trace>
  <inkml:trace contextRef="#ctx0" brushRef="#br0" timeOffset="767.011">1700 1199,'-3'-9,"-1"1,0-1,0 1,-1 1,0-1,0 1,-1 0,0 0,0 0,-1 1,0 0,0 0,0 1,-1-1,0 2,0-1,0 1,0 1,-1-1,1 1,-1 1,0-1,0 2,0-1,0 1,0 1,0-1,-4 2,2 1,0 1,0 0,0 0,0 1,1 1,-1 0,1 0,1 1,-1 0,1 1,0 0,0 0,1 1,0 0,1 1,-1 0,1 0,1 0,0 1,1 0,-1 0,2 0,0 1,0 0,0 0,1 4,2-10,1-1,0 1,0-1,0 1,0-1,1 0,0 1,0-1,0 0,0 1,1-1,0 0,0 0,0 0,0-1,0 1,1 0,0-1,0 1,0-1,0 0,0 0,1 0,-1-1,1 1,-1-1,1 0,0 0,0 0,0 0,1-1,-1 1,0-1,1 0,1 0,6 0,1-1,0 0,0-1,-1 0,1 0,0-2,-1 1,0-2,0 0,0 0,0-1,0-1,-1 1,0-2,0 0,-1 0,0-1,0 0,-1-1,0 0,0 0,-1-1,0 0,-1-1,0 0,-1 0,0 0,-1-1,0 1,-1-1,0-1,-1 1,0 0,-1-1,1-6,-3 15,0-1,1 1,-1-1,-1 1,1-1,-1 1,0-1,0 1,0-1,0 1,-1 0,0 0,0 0,0 0,0 0,-1 0,-1-2,3 5,0 1,0-1,1 1,-1-1,0 1,0-1,0 1,0 0,0 0,0-1,0 1,0 0,0 0,0 0,0 0,0 0,0 0,0 0,0 1,0-1,0 0,0 0,0 1,0-1,0 1,0-1,0 1,1-1,-1 1,0-1,0 1,1 0,-1 0,0-1,1 1,-1 0,0 0,1 0,-1-1,1 1,0 0,-1 0,1 0,0 0,-1 0,-18 47,17-41,1 0,0 1,0-1,0 1,1-1,0 0,0 1,1-1,0 1,0-1,1 1,0-1,0 0,1 0,0 0,0 0,0-1,1 1,0-1,0 0,1 0,0 0,0-1,0 0,1 1,1 0,11 5,0-2,0 1,1-2,0-1,1 0,-1-1,1-1,0-1,1-1,-1-1,8 0,64 5</inkml:trace>
  <inkml:trace contextRef="#ctx0" brushRef="#br0" timeOffset="1216.569">2609 1025,'-2'-17,"0"0,0 1,-2-1,0 1,-1 0,0 0,-2 0,0 1,0 0,-1 0,-1 1,-1 0,-11-13,19 25,0-1,-1 1,1 0,-1 0,0 0,0 0,0 0,0 0,0 1,0 0,0-1,0 1,-1 0,1 1,-1-1,1 1,0-1,-1 1,1 0,-1 0,1 0,0 1,-1-1,1 1,-1 0,1 0,0 0,0 1,0-1,0 0,-1 2,-7 5,1 0,0 1,0 1,1 0,1 0,-1 1,2 0,-1 0,1 1,1 0,0 0,1 1,0 1,-2 0,0 1,1 0,1 0,0 0,1 1,0 0,2-1,0 1,0 0,2 1,0-1,1 0,0 0,1 0,1-1,2 4,-4-15,1 0,0 0,1-1,-1 1,1 0,-1-1,1 0,0 1,1-1,-1 0,0-1,1 1,0-1,-1 1,1-1,0 0,0-1,0 1,0-1,1 1,-1-1,0 0,1-1,-1 1,0-1,1 0,-1 0,2 0,5-1,0-1,0 0,0-1,0 0,-1 0,1-1,-1 0,0-1,0 0,7-6,-1-1,-1 0,0-1,-1-1,0 0,-1-1,-1 0,0-1,-1 0,-1-1,-1 0,0-1,-1 0,-1 0,3-13,4-23,-1 0,-3-1,-3 0,0-33,-1 11,-3-1,-4 1,-4-1,-2 1,-4 0,-6-12,15 79,-1-1,0 1,0 0,-1-1,-1 2,1-1,-2 1,1-1,-2 0,6 9,1 0,-1 1,0-1,1 0,-1 0,0 1,0-1,1 0,-1 1,0-1,0 1,0-1,0 1,0-1,0 1,0 0,0-1,0 1,0 0,0 0,0 0,0 0,0 0,-1 0,1 0,0 0,0 1,0-1,0 0,0 0,0 1,0-1,0 1,0-1,1 1,-1-1,0 1,0 0,0-1,0 1,1 0,-1 0,0-1,1 1,-1 0,1 0,-1 0,1 0,-1 0,1 1,-9 14,1 0,1 1,1 0,1 0,0 1,1 0,1 0,0 0,2 0,0 4,0-17,-4 70,4 0,2 1,4-1,3 0,4 0,3-1,2-1,12 23,-20-68,0-1,2 0,1 0,1-1,1-1,1 0,1-1,1-1,19 19,36 18,0-15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1:43.07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134 396,'2'-2,"8"-1,11 0,14 1,14 0,17-1,11-1,8 1,2 1,-8 1,-11 0,-14 0,-14 1,-18-2,-14-1</inkml:trace>
  <inkml:trace contextRef="#ctx0" brushRef="#br0" timeOffset="236.535">1 717,'22'-3,"22"-2,19-3,19-2,14-2,9 1,4 2,1 3,-8 3,-10 1,-13 1,-21 2</inkml:trace>
  <inkml:trace contextRef="#ctx0" brushRef="#br0" timeOffset="551.614">762 8,'-50'-7,"50"7,0 0,1 0,-1 0,0 0,0 0,0 1,0-1,0 0,0 0,0 0,0 0,1 1,-1-1,0 0,0 0,0 0,0 1,0-1,0 0,0 0,0 0,0 1,0-1,0 0,0 0,0 0,-1 1,1-1,0 0,0 0,0 0,0 0,0 1,0-1,0 0,0 0,-1 0,1 0,25 12,176 56,-150-55,-1 3,-1 1,0 3,-1 2,-2 2,0 2,6 7,-43-27,0 1,0 0,-1 1,0-1,0 1,-1 1,0 0,0 0,-1 0,0 1,-1 0,0 0,0 0,-1 0,-1 1,0 0,0 0,-1 0,0 0,-1 2,-2 0,0-1,-1 1,-1-1,0 0,0 1,-1-1,-1-1,0 1,0-1,-1 1,-1-2,0 1,-4 4,-11 13,-1-2,-2 0,0-1,-8 3,-312 238,317-240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1:59.78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332 820,'-14'-2,"-1"0,1 1,0 1,0 0,0 1,0 0,0 2,0-1,0 1,0 1,1 1,0 0,0 1,0 0,0 0,1 2,0 0,1 0,0 1,0 0,1 1,0 0,-3 5,11-14,0 1,0 0,1-1,-1 1,1 0,-1 0,1 0,0 0,0 0,0 0,0 1,0-1,0 0,0 0,1 1,-1-1,1 0,0 1,0-1,0 1,0-1,0 0,0 1,1-1,-1 0,1 1,-1-1,1 0,0 0,0 1,0-1,0 0,1 0,-1 0,0 0,1 0,-1-1,1 1,0 0,0-1,-1 1,1-1,1 1,6-1,-1 0,1-1,-1 1,1-2,0 1,-1-1,1-1,-1 1,1-2,-1 1,0-1,0 0,0-1,0 1,-1-2,0 1,1-1,-1 0,4-4,1-2,0-1,0 0,-1 0,0-2,-1 1,-1-1,0 0,-1-1,0 0,-2 0,1-1,-2 1,0-2,7-28,-3 0,-1 0,-2-1,-2-9,3-47,-6-1,-3 0,-5 0,-18-10,25 112,0 0,0 0,-1 0,1 0,-1 0,1 0,-1 0,1 0,-1 0,0 0,0 0,1 0,-1 1,0-1,0 0,0 0,0 1,0-1,0 1,0-1,0 1,0-1,0 1,0-1,0 1,0 0,0 0,0 0,0 0,0-1,-1 1,1 1,0-1,0 0,0 0,0 0,0 1,0-1,0 0,-1 1,-32 34,21-9,0 0,2 0,1 1,1 1,1 0,2 0,1 0,1 1,1 0,2-1,0 4,2-1,1-1,1 1,1-1,2 0,1 0,1-1,2 0,1 0,1-1,1 0,2-1,1-1,0 0,2-2,1 0,1 0,1-2,1-1,15 11,-22-20,1-2,0 0,0 0,1-2,0 0,1-1,0-1,0 0,0-1,0-1,1-1,18 1,-27-4,1 0,0 0,0-1,0 0,0-1,-1 0,1-1,-1 0,1-1,-1 0,0 0,0-1,-1-1,0 1,0-2,0 1,0-1,-1 0,-1-1,1 0,-1 0,4-7,-3 3,-1 1,0-1,-1 0,0 0,-1-1,-1 0,0 0,-1 0,0 0,-1-1,0 1,-1-1,-1 1,0-9,0 20,0 0,0 0,0 0,0 0,-1 0,1 0,0-1,-1 1,0 0,1 0,-1 1,0-1,0 0,0 0,0 0,-1 0,1 1,0-1,-1 1,1-1,-1 1,1-1,-1 1,0 0,1 0,-1 0,0 0,0 0,0 0,0 0,0 1,0-1,0 1,0-1,0 1,0 0,0 0,-1 0,1 0,0 0,-5 4,1 0,0 1,0 0,0 0,0 0,1 0,0 1,0 0,1 0,-1 0,1 1,1-1,-1 1,1 0,0 0,1 0,-1 1,2-1,-1 1,1-1,0 1,0-1,1 6,0-3,0-1,1 1,0 0,1 0,0 0,1 0,0-1,0 0,1 1,0-1,0 0,1-1,0 1,1-1,0 0,0 0,1-1,0 0,0 0,7 4,7 5,0-1,2 0,0-2,0-1,1-1,1-1,6 2,18 3,1-2,0-2,30 2,18-2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1:56.97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428 790,'17'28,"-13"-44,-7 8,0 0,0 0,-1 0,0 0,-1 0,0 1,0 0,0 0,-1 0,0 0,0 1,-1 0,0 1,-6-5,1 1,-1 1,1 0,-1 1,0 1,-1 0,0 1,0 0,0 1,0 0,-1 1,-13 0,20 2,1 1,-1-1,1 2,-1-1,1 1,-1 0,1 1,0 0,0 0,0 0,0 1,0 0,0 1,1-1,-1 1,1 1,0-1,0 1,1 0,0 0,-1 1,2-1,-1 1,0 1,1-1,0 1,1-1,0 0,0 1,1 0,0 0,0 0,0 0,1 0,0 0,0 0,1 0,0 0,0 1,1-1,0 0,0 0,1 0,0 0,0 0,0-1,1 1,0 0,4 5,0 0,1 0,1 0,0-1,0 0,1-1,0 0,1 0,0-1,1-1,0 0,0 0,3 0,17 5,0-1,0-2,1-1,0-1,1-2,-1-2,1-1,0-1,0-2,0-1,0-2,0-1,0-2,-1-1,0-2,7-4,-26 10,0 0,0-2,-1 0,0 0,0-1,0-1,0 0,-1-1,0 0,-1-1,0 0,0-1,-1 0,-1-1,1 0,-10 11,1 0,-1 0,0 0,0 0,1 1,-1-1,0 0,0 0,1 0,-1 0,0 0,0 0,1 0,-1 0,0 0,1 0,-1 0,0 0,0 0,1-1,-1 1,0 0,0 0,1 0,-1 0,0 0,0 0,0-1,1 1,-1 0,0 0,0 0,0-1,0 1,1 0,-1 0,0 0,0-1,0 1,2 8,0-1,0 1,1-1,-1 0,2 0,-1 0,1 0,0 0,0-1,1 0,0 0,0 0,1 0,-1-1,1 0,0 0,1-1,-1 1,1-1,0-1,0 1,0-1,0-1,0 1,1-1,0 0,3 0,-6-1,0 1,0-1,0 0,0-1,0 1,1-1,-1 0,0 0,0 0,1-1,-1 0,0 0,0 0,0-1,0 0,0 0,-1 0,1 0,0-1,-1 0,0 0,0 0,0 0,0-1,0 1,0-1,-1 0,0 0,0-1,0 1,0-1,-1 1,0-1,0 0,1-3,-1 1,-1 0,-1 0,1 0,-1-1,-1 1,1 0,-1 0,0 0,-1 0,0 0,0 0,0 0,-1 0,0 1,0 0,-1-1,1 1,-1 0,-1 0,1 1,-4-3,-1-2,0 1,-1-1,0 2,-1 0,0 0,0 1,-1 0,0 1,0 0,0 1,-4-1,4 3,0-1,-1 2,1-1,-1 2,1 0,-1 0,0 1,1 0,-1 2,0-1,1 1,0 1,-1 0,-5 3,16-5,0-1,1 0,-1 1,1-1,-1 1,0-1,1 1,-1-1,1 1,0 0,-1 0,1 0,0 0,-1 0,1 0,0 0,0 0,0 1,0-1,0 0,0 1,0-1,1 1,-1-1,0 1,1-1,-1 1,1-1,0 1,-1 0,1-1,0 1,0-1,0 1,0 0,0-1,0 1,1 0,-1-1,1 1,-1-1,1 1,-1-1,1 1,0-1,0 1,0-1,0 1,5 3,1-1,0 1,0-1,1-1,-1 1,1-1,0 0,0-1,0 0,1 0,45 11</inkml:trace>
  <inkml:trace contextRef="#ctx0" brushRef="#br0" timeOffset="606.8">1337 656,'14'6,"0"0,0 1,-1 1,0 0,0 0,-1 2,0-1,-1 1,0 1,0 0,-1 1,-1 0,0 0,0 1,-2 0,1 1,-2-1,0 1,3 10,-2-1,-7-18,1 0,0 0,1-1,-1 1,1-1,0 1,0-1,0 1,0-1,1 0,0 0,0 0,3 2,-4-6,1 0,-1-1,1 1,-1-1,1 0,-1 1,0-1,1 0,-1 0,0-1,0 1,1 0,-1-1,0 1,0-1,-1 0,1 0,0 0,-1 0,1 0,-1 0,1 0,-1 0,0 0,0-1,0 1,0 0,0-3,14-28,-2 0,-1-1,-2 0,-1-1,4-32,-3 162,-9-87,0-1,1 1,0-1,1 0,-1 0,1 0,0 0,1 0,0 0,0-1,0 0,1 0,0 0,0-1,1 1,-1-1,1 0,0-1,1 0,-1 0,1 0,-1 0,1-1,0-1,1 1,-1-1,0 0,1 0,-1-1,1 0,-1-1,1 1,-1-1,7-1,-4-3,1 0,-1 0,-1-1,1 0,-1-1,0 0,0-1,0 1,-1-2,0 1,-1-1,0 0,0-1,0 0,-1 0,-1 0,1 0,-2-1,1 0,-1 0,-1-1,0 1,0-1,-1 1,0-1,-1 0,0 0,-1-6,0 14,1 0,-1 0,1 0,-1 0,0 0,0 0,0 0,-1 0,1 0,-1 0,0 0,0 0,0 0,0 0,0 0,0 1,-1-1,1 1,-1-1,-1-1,1 4,0 1,1 0,-1-1,1 1,-1 0,1 0,-1-1,1 1,-1 0,1 1,0-1,-1 0,1 0,0 0,0 1,0-1,0 1,0-1,0 1,1-1,-1 1,0-1,1 1,-1 0,1-1,0 1,-1 0,1 0,0-1,0 1,0 1,-1 9,0 0,0 0,1 0,0 0,1 0,1 0,0 0,1 0,0-1,0 1,1-1,1 0,0 0,1 0,0 0,0-1,1 0,0-1,1 1,0-1,1-1,0 0,0 0,0 0,1-1,0-1,1 0,0 0,0-1,8 3,135 39,-79-34</inkml:trace>
  <inkml:trace contextRef="#ctx0" brushRef="#br0" timeOffset="2097.963">3022 763,'-13'-10,"-1"-1,0 2,0 0,-1 0,0 1,0 1,-1 1,0 0,0 1,-1 1,1 0,-1 1,0 1,0 1,0 0,0 1,1 1,-1 0,0 2,-9 2,20-4,1 0,1 1,-1 0,0 0,0 1,1-1,-1 1,1 0,0 0,0 0,0 1,0 0,0-1,1 1,0 1,0-1,0 0,0 1,1-1,0 1,0 0,0 0,0 0,1 0,-1 0,1 0,1 0,-1 0,1 1,0-1,0 0,1 0,-1 1,1-1,0 0,0 0,2 3,1-1,1 0,-1 0,1-1,1 0,-1 0,1 0,0-1,0 0,0 0,1 0,0-1,0 0,0-1,0 1,1-1,0-1,-1 1,5 0,5 1,-1-1,0-1,1 0,-1-1,1-1,0 0,-1-1,11-3,-20 4,0-2,1 1,-1-1,0 0,0 0,0-1,-1 0,1 0,-1-1,1 0,-1 0,0 0,-1-1,1 0,-1 0,0 0,0-1,0 1,-1-1,0 0,0-1,-1 1,0-1,0 1,0-1,-1 0,0 0,1-7,0 2,-1-1,-1 0,0 1,-1-1,0 0,-1 0,-1 0,0 1,-1-4,3 16,0-1,0 1,0-1,0 1,0-1,0 1,0-1,0 1,0-1,0 1,-1-1,1 1,0-1,0 1,0-1,-1 1,1 0,0-1,-1 1,1 0,0-1,-1 1,1 0,-1-1,1 1,0 0,-1-1,1 1,-1 0,1 0,-1 0,1 0,-1-1,1 1,-1 0,1 0,-1 0,1 0,-1 0,1 0,-1 0,1 0,-1 0,1 0,-1 1,1-1,-1 0,1 0,-1 0,1 1,0-1,-1 0,1 0,-1 1,1-1,0 0,-1 1,1-1,0 1,-1-1,1 0,0 1,0-1,-1 1,1-1,0 1,0-1,0 1,-1-1,-15 36,14-28,0 1,0-1,1 0,0 1,1-1,0 1,0-1,1 1,0-1,1 0,-1 1,2-1,-1 0,1 0,0 0,1-1,0 1,0-1,0 0,1 0,0 0,1 0,0-1,0 0,0 0,1 0,6 4,-1-1,2 0,-1 0,1-1,0-1,1-1,-1 0,2-1,-1 0,0-1,1-1,0 0,-1-1,1-1,0-1,4 0,-15-1,1 0,-1 0,0 0,0 0,0-1,0 0,-1 0,1-1,0 1,-1-1,1 0,-1 0,0 0,0-1,0 0,-1 1,1-1,-1 0,0-1,0 1,-1-1,1 1,-1-1,0 0,0 0,0-1,3-10,-1-1,0 0,-1 0,-1 0,-1-1,-1 1,0-5,-1 8,0 21,-1 25,2-21,-1 0,1 0,1 0,0 1,1-1,0 0,0-1,1 1,1 0,-1-1,2 0,0 0,0 0,1 0,0-1,0 0,1 0,0-1,1 1,0-2,0 1,4 1,-9-7,-1-1,1 1,0-1,0 0,0 0,0 0,0-1,0 1,0-1,1 1,-1-1,0 0,0 0,0-1,0 1,0-1,0 1,0-1,0 0,0 0,0 0,0-1,0 1,0-1,-1 1,1-1,-1 0,1 0,-1 0,0 0,1-1,58-84,-55 77,78-142,-84 152,0 0,0 0,1 1,-1-1,0 0,0 0,0 0,1 1,-1-1,0 0,0 0,1 0,-1 0,0 0,0 0,1 1,-1-1,0 0,0 0,1 0,-1 0,0 0,0 0,1 0,-1 0,0 0,1 0,-1 0,0 0,0-1,1 1,-1 0,0 0,0 0,1 0,-1 0,0 0,0-1,1 1,-1 0,0 0,0 0,0-1,1 1,-1 0,0 0,0-1,0 1,0 0,0 0,0-1,0 1,1 0,-1 0,0-1,-3 28,2-24,-1 5,1 0,-1 1,1-1,0 0,1 1,0-1,0 0,1 1,0-1,1 0,-1 0,2 0,-1 0,1 0,0 0,1 0,0-1,0 0,0 0,1 0,0 0,4 3,9 3,0-2,1 0,1-1,-1-1,2-1,-1-1,1 0,0-2,0 0,0-2,1 0,3-1,21 4,0-2,1-2,-1-3,0-1,0-2,0-2,0-2,-1-2,0-3,-34 11,-1-1,1 0,-1-1,0 0,0 0,-1-1,1 0,-1-1,0 0,-1-1,1 0,-1 0,-1-1,1 0,-1 0,-1 0,0-1,0 0,3-6,-9 12,1-1,-1 1,0 0,1 0,-2 0,1-1,0 1,-1 0,1 0,-1 0,0 0,0 0,0 0,0 0,-1 0,1 0,-1 0,0 1,0-1,0 1,0-1,0 1,0 0,-1 0,1 0,-1 0,1 0,-1 0,0 1,0-1,-2 0,-96-30,88 28,1 2,0 0,-1 0,1 1,-1 1,1 0,-1 1,1 0,-1 1,1 0,0 1,-1 1,2-1,-1 2,0 0,1 0,0 1,-5 4,13-7,1-1,-1 1,1 0,0 1,0-1,0 0,0 1,0-1,1 1,-1-1,1 1,0 0,0 0,1-1,-1 1,1 0,0 0,0 0,0 0,0 0,1-1,-1 1,1 0,0 0,0-1,1 1,-1 0,1-1,-1 1,1-1,0 0,1 0,-1 1,0-2,1 1,0 0,0 0,0-1,0 1,0-1,0 0,0 0,1 0,2 0,3 4,1-2,0 1,0-1,0-1,1 0,-1 0,1-1,-1 0,1-1,0 0,-1-1,1 0,0-1,0 0,-1-1,1 0,-1 0,1-1,-1 0,0-1,0-1,0 1,-1-1,0-1,0 0,0 0,-1-1,1 0,-2-1,1 1,-1-1,0-1,-1 1,6-10,-1-10,-1 0,-1-1,-2 0,-1 0,-1-1,-1 0,-2 1,-1-1,-1 0,-2-2,1-79,-6-1,-16-81,22 186,0-7,-2 0,1 0,-2 1,0-1,-1 1,0 0,-1 0,6 12,-1-1,1 1,-1 0,1 0,-1 0,0 0,1 0,-1 0,0 0,0 0,0 0,0 0,0 0,0 1,0-1,0 0,0 1,0-1,0 1,-1-1,1 1,0 0,0-1,0 1,-1 0,1 0,0 0,-1 0,1 0,0 0,0 0,-1 0,1 0,0 1,0-1,0 0,-1 1,1 0,-35 36,25-15,0 1,2 0,0 0,2 1,1 0,0 0,2 1,1-1,1 1,1 0,1 0,3 19,2-11,1-1,2 1,1-1,2-1,1 0,1 0,2-1,1-1,1 0,1-2,2 0,0-1,2-1,1 0,1-2,1-1,1-1,0-2,2 0,0-2,2 0,-1-3,2 0,0-2,0-1,1-2,22 4,-42-10,0 0,0-1,0-1,1 0,-1 0,0-1,0-1,1 0,-1-1,0 0,0-1,0 0,-1-1,1 0,-1-1,0 0,0-1,0 0,-1-1,0 0,0 0,-1-1,0 0,0-1,-1 0,0-1,-1 0,5-7,-9 13,-1 0,1 0,-1 0,0-1,0 1,0 0,-1-1,1 0,-1 1,0-1,-1 1,1-1,-1 0,0 0,0 1,0-1,-1 0,1 0,-1 1,0-1,-1 1,1-1,-1 1,0-1,0 1,0 0,-1 0,1 0,-1 0,0 1,0-1,-1 1,1-1,-1 1,1 0,-1 0,0 1,-4-3,-1 4,0-1,0 1,0 0,0 1,0 0,0 1,0 0,0 0,0 1,0 0,0 0,0 1,1 0,-1 1,1 0,0 0,0 1,1 0,-1 0,1 1,0 0,0 0,1 1,0 0,0 0,1 0,0 1,0-1,-2 6,5-9,1 1,-1-1,1 1,0 0,0 0,0-1,1 1,0 0,0 0,0 0,0 0,1 0,0 0,0-1,0 1,0 0,1-1,0 1,0-1,0 1,0-1,1 0,0 0,0 0,0 0,0-1,1 1,-1-1,1 0,0 0,0 0,0 0,0-1,0 1,1-1,-1-1,1 1,0 0,1-1,2 2,0 0,0-1,0 0,1-1,-1 0,0 0,1-1,-1 0,1 0,-1-1,1 0,-1-1,0 0,0 0,0 0,0-1,0-1,0 1,-1-1,0 0,1-1,-2 0,1 0,0-1,-1 1,0-1,-1-1,1 1,-1-1,0 0,-1 0,0 0,0-1,3-6,-5 9,1 1,-1-1,0 0,0 0,-1 0,1-1,-1 1,0 0,-1 0,1-1,-1 1,0 0,0-1,-1 1,0 0,0-1,0 1,0 0,-1 0,-1-3,2 7,1 0,-1 1,0-1,0 0,1 1,-1-1,0 1,0-1,0 1,0-1,0 1,0-1,0 1,0 0,0-1,0 1,0 0,0 0,0 0,0 0,0 0,0 0,0 0,0 0,0 0,0 1,0-1,0 0,0 1,0-1,1 1,-1-1,0 1,0-1,0 1,0-1,1 1,-1 0,0-1,0 1,0 1,-24 36,23-35,1 1,0 0,0 0,0 0,1 0,-1 0,1 0,0 0,0 0,1 0,-1 0,1 0,0 0,0 0,0 0,0 0,1-1,-1 1,1 0,0-1,0 0,0 1,1-1,1 2,4 3,0 0,0 0,1-1,0-1,0 1,1-1,0-1,8 4,78 28,5-5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2:01.20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308 636,'4'18,"5"16,0 10,0 7,0 2,0-3,-2-7,-1-7,-3-10</inkml:trace>
  <inkml:trace contextRef="#ctx0" brushRef="#br0" timeOffset="459.95">0 316,'25'-10,"0"0,0 2,1 2,0 0,0 1,0 2,11 0,-11 0,0 2,0 1,0 2,0 0,0 1,0 2,20 6,-34-8,0 1,-1 1,0 0,0 0,-1 1,1 0,-1 1,-1 0,1 0,-1 1,0 1,-1-1,0 1,-1 1,1-1,-2 1,6 11,-4 0,-2 0,0 0,-2 1,0 0,-1 0,-1 0,-1 0,-2 0,0 0,-1 0,-1 0,-4 17,-1 17,7-53,0-1,1 1,-1 0,0 0,1-1,0 1,-1 0,1 0,0 0,0 0,1-1,-1 1,1 0,-1 0,1 0,0-1,0 1,0 0,0-1,1 1,-1-1,1 0,-1 1,1-1,0 0,0 0,0 0,0 0,0 0,1 0,-1-1,1 1,-1-1,1 0,-1 1,1-1,0 0,-1-1,3 2,6-3,1 0,-1 0,0-1,0-1,0 1,0-2,-1 0,1 0,-1-1,0 0,0 0,-1-1,0-1,0 0,0 0,-1 0,0-1,0-1,-1 1,2-4,-2 3,-1-1,1 0,-2 0,1 0,-1-1,-1 0,0 0,-1 0,0 0,0-1,-1 1,-1-1,0 0,-1-1,1 13,-1-1,1 0,-1 0,0 1,1-1,-1 0,0 0,0 0,0 0,0 1,1-1,-1 0,0 0,0 0,-1 0,1 0,0 1,0-1,0 0,-1 0,1 0,0 1,-1-1,1 0,0 0,-1 1,1-1,-1 0,1 1,-1-1,0 0,1 1,-1-1,0 1,1-1,-1 1,0-1,0 1,1 0,-1-1,0 1,0 0,0 0,1-1,-1 1,0 0,0 0,0 0,0 0,0 0,1 0,-1 0,0 0,0 1,0-1,0 0,1 0,-1 1,0-1,0 1,1-1,-2 1,-3 8,1 0,0 0,0 1,0 0,1-1,1 1,0 1,0-1,1 0,0 0,1 1,0-1,0 0,1 0,2 7,-1-8,0 1,0-1,1 0,0 0,1 0,0 0,1 0,-1-1,2 0,-1 0,1 0,0-1,1 0,-1 0,2-1,-1 1,1-2,-1 1,2-1,-1 0,1-1,-1 1,1-2,0 1,7 0,67 17,-1-9</inkml:trace>
  <inkml:trace contextRef="#ctx0" brushRef="#br0" timeOffset="1056.058">1859 569,'-22'-2,"1"1,0 0,-1 1,1 2,0 0,-1 1,1 1,-6 3,17-4,0 0,-1 1,2 1,-1-1,0 1,1 1,0 0,0 0,1 1,-1 0,2 0,-1 1,1 0,0 1,1-1,0 1,-1 2,5-7,0-1,0 1,0-1,1 1,-1 0,1-1,0 1,0 0,1 0,-1 0,1 0,0 0,0 0,0 0,0 0,1-1,-1 1,1 0,0 0,0 0,1-1,-1 1,1 0,0-1,0 1,0-1,0 0,1 0,-1 0,1 0,0 1,9 4,0-1,1 0,0-1,0 0,0-1,1 0,-1-1,1-1,0 0,0-1,0 0,1-1,6-1,15 2,-1-2,0-1,1-2,-1-1,0-2,0-2,-1-1,0-1,-1-2,26-13,-58 24,7-2,0 0,-1-1,0 0,0 0,0-1,0 1,-1-2,1 1,-1-1,-1 0,5-6,-10 12,0 0,0 0,0 0,0 0,0 0,0 0,-1 0,1 0,0 0,0 0,0 0,0 0,0 0,0 0,-1 0,1-1,0 1,0 0,0 0,0 0,0 0,0 0,0 0,0 0,0 0,0-1,-1 1,1 0,0 0,0 0,0 0,0 0,0 0,0-1,0 1,-12 13,10-11,1 0,-1 1,1 0,0-1,0 1,0 0,0 0,0-1,1 1,-1 0,1 0,0 0,-1 0,1 0,1 0,-1 0,0-1,1 1,0 0,-1 0,1 0,0-1,0 1,1 0,-1-1,0 1,1-1,0 1,0-1,-1 0,1 0,2 1,2 3,1 0,0 0,1-1,-1-1,1 1,0-1,0 0,0-1,1 0,2 0,9 3,0-1,0 0,0-2,1-1,-1 0,1-1,0-2,-1 0,1-1,-1-1,0 0,1-2,-2-1,1 0,5-4,-21 8,-1 0,1 0,0-1,-1 0,1 0,-1 0,0 0,0 0,0 0,0-1,-1 0,1 1,-1-1,0 0,0 0,-1 0,1-1,-1 1,0 0,0-1,0 1,0 0,-1-1,0 1,0-1,0 1,-1-1,1 1,-1 0,0-1,0 1,0 0,-1 0,0-1,0 1,-1-2,-3-6,0 0,-1 0,-1 1,1 0,-2 1,1-1,-2 2,1-1,-1 1,-1 0,6 6,1-1,-1 1,1 0,-1 1,0-1,0 1,0 0,0 0,-1 0,1 1,0 0,-1 0,1 0,-1 1,1 0,-1 0,1 0,-1 1,1 0,-1 0,1 0,0 0,0 1,-1 0,-2 2,-2 2,1 0,0 0,0 1,1 0,0 1,0 0,1 0,0 0,1 1,-1 0,2 1,-1-1,1 1,1 0,0 0,0 1,1-1,0 1,1 0,0 0,1 0,0 6,1-11,1-1,0 0,0 1,0-1,1 1,-1-1,1 0,0 0,1 0,-1 0,1 0,0-1,1 1,-1-1,1 0,-1 0,1 0,0 0,1-1,-1 1,1-1,-1 0,1-1,0 1,0-1,0 0,1 0,-1 0,2-1,8 3,1 0,0-2,0 0,0 0,0-2,0 0,0-1,0 0,8-3,36-9</inkml:trace>
  <inkml:trace contextRef="#ctx0" brushRef="#br0" timeOffset="1327.972">2808 102,'-19'-16,"-14"-10,-11 0,-8 4,0 10,2 15,7 10,9 13,14 11,17 6,17 6,19 5,12 2,-1-8</inkml:trace>
  <inkml:trace contextRef="#ctx0" brushRef="#br0" timeOffset="1660.297">2874 677,'34'155,"-4"-94,-29-60,0 1,0 0,0-1,1 1,-1-1,1 0,-1 1,1-1,0 0,-1 0,1 0,0 0,0 0,0 0,0-1,0 1,0-1,0 1,0-1,0 0,0 1,0-1,0 0,0 0,0-1,0 1,0 0,0-1,0 1,0-1,1 0,3-4,0 0,-1-1,1 1,-1-1,0-1,0 1,-1 0,0-1,0 0,0 0,-1 0,0-1,-1 1,0-1,0 0,0 1,-1-1,0 0,-1 0,0 0,4-19,-1 1,-2-1,-1 0,-1 0,-1 0,-1 0,-2 1,-1-1,0 1,-2 1,-1-1,-8-14,-8 7,27 50,4-11,-1 1,1 0,0-1,1 0,0-1,0 1,0-1,0-1,1 1,0-1,0-1,0 0,0 0,1 0,-1-1,2 0,142 18,52-16,-195-4,47 11,-55-10,0 0,-1 1,1-1,-1 0,1 1,-1-1,0 0,1 0,-1 1,0-1,0 0,0 1,0-1,0 1,0-1,0 0,-1 1,1-1,0 0,-1 0,1 1,-1-1,0 0,1 0,-1 0,0 1,1-1,-1 0,0 0,-1 1,1-1,-35 52,26-40,0 1,1 0,1 0,0 1,0 0,2 1,0-1,-1 8,6-20,0 1,1-1,0 1,-1-1,1 1,0 0,1-1,-1 1,1-1,0 1,-1-1,2 1,-1-1,0 0,1 1,-1-1,1 0,0 0,0 0,0 0,0 0,1-1,-1 1,1-1,0 0,0 1,0-1,0 0,0 0,0-1,0 1,0-1,4 1,9 4,2-1,-1 0,1-2,-1 0,1-1,6 0,182-4,-103-6</inkml:trace>
  <inkml:trace contextRef="#ctx0" brushRef="#br0" timeOffset="2746.867">4692 516,'-11'-6,"0"0,0 1,-1 1,0 0,0 0,0 1,0 1,-1 0,1 1,0 0,-1 1,1 0,-1 1,1 0,-1 1,1 1,0 0,0 0,0 1,1 1,-1 0,1 1,0 0,0 0,1 1,0 0,0 1,-2 4,9-10,0 1,0 0,0 0,1 0,-1 0,1 1,0-1,0 1,0-1,0 1,1 0,0-1,-1 1,1 0,1 0,-1 0,1 0,-1 0,1 0,0 0,0 0,1 0,-1 0,1 0,0 0,0 0,1 0,-1 0,1 0,0 1,6 3,0 0,0 0,1-1,0 1,0-2,1 0,0 0,0 0,0-1,0-1,1 0,0 0,0-1,0-1,0 0,12 1,52 8,0-3,1-4,0-3,-1-3,1-3,-1-4,0-3,18-8,-57 14,0-2,0-1,-1-2,0-2,-1-1,0-1,-1-2,-1-2,-29 18,0-1,0 1,-1-1,1 0,-1 0,1 0,-1 0,0 0,0 0,0-1,0 1,0-1,0 0,-1 1,1-1,-1 0,0 0,0 0,0 0,0 0,0 0,-1 0,1 0,-1 0,0 0,0-1,0 1,0 0,-1 0,1 0,-1 0,0 0,-1-3,-3 0,0 1,-1 0,1-1,-1 2,-1-1,1 1,-1 0,1 0,-1 1,0 0,-1 0,1 0,0 1,-1 1,1-1,-1 1,0 0,0 1,-10-5,-2 1,1 1,0 1,0 1,-1 1,1 0,-1 2,1 0,0 1,0 1,0 1,0 0,1 1,0 1,0 1,1 1,0 0,0 2,-3 2,17-10,-1 0,1 0,-1 1,1-1,0 1,0 0,1 0,-1 0,1 0,0 0,0 0,0 1,1-1,-1 1,1-1,0 1,0-1,1 1,0 0,-1 0,1-1,1 1,-1 0,1-1,0 1,0 0,0-1,1 1,-1-1,1 0,0 1,1-1,-1 0,1 0,0 1,7 3,0-1,1 0,0-1,0 0,0 0,1-1,-1-1,1 0,0-1,1 0,-1-1,0 0,1-1,-1 0,1-1,12-1,-11 2,0-1,-1 0,1-1,0-1,-1 0,1-1,-1 0,1-1,-1-1,0 0,-1-1,0 0,1 0,-2-2,1 1,-1-2,0 1,-1-2,0 1,-1-1,0-1,0 0,-1 0,0 0,-1-1,-1 0,0-1,1-3,-6 0,-9 31,4-3,2 0,-1 0,2 0,0 0,0 1,1-1,1 0,0 0,0 1,3 6,-3-13,1 0,-1 0,1 0,0 0,1-1,0 1,0-1,0 1,0-1,1 0,0 0,0-1,0 1,1-1,-1 0,1 0,0 0,0-1,0 0,1 0,-1 0,1 0,-3-2,0 0,0 0,0-1,0 1,0-1,0 1,0-1,-1 0,1 0,0 0,0-1,0 1,0-1,0 1,0-1,0 0,0 0,-1 0,1-1,0 1,-1-1,1 1,-1-1,0 0,0 0,1 0,-1 0,0 0,0 0,-1-1,1 0,3-5,0 0,0-1,-1 1,0-1,-1 0,0-1,0 1,-1 0,0-2,7-158,-6 47,-4 120,1 0,0 1,0-1,0 0,0 1,0-1,0 0,0 1,0-1,1 0,-1 1,1-1,-1 0,1 1,0-1,0 1,-1-1,1 1,0 0,0-1,1 1,-1 0,0 0,0-1,0 1,1 0,-1 0,1 0,-1 1,1-1,-1 0,1 0,-1 1,1-1,0 1,-1 0,1-1,0 1,-1 0,1 0,0 0,0 0,0 0,140 52,-119-44,-8-4,0 1,-1 0,0 1,0 0,0 2,-1-1,0 1,0 1,-1 0,-1 1,5 5,-11-8,-1 1,0 0,-1-1,0 1,0 0,-1 1,0-1,0 0,-1 1,0-1,0 1,-1-1,-1 8,1-8,-1 1,2 0,-1-1,1 1,1 0,0-1,0 1,0-1,1 0,0 0,1 0,4 6,-1-8,0 0,1-1,0 0,0 0,0-1,1 0,-1 0,1-1,0 0,0-1,0 0,1-1,-1 1,0-2,0 1,1-1,-1-1,0 0,1 0,-1-1,0 0,6-2,-2 2,0-1,-1-1,1 0,-1-1,1 0,-1-1,-1 0,1-1,-1 0,0-1,-1-1,0 1,0-1,-1-1,0 0,0 0,-2-1,1 0,-1 0,-1-1,0 0,0 0,-1 0,-1-1,0 0,-1 1,0-2,-1 1,0-1,-2 11,0 0,0 0,0 0,0 0,0 0,-1 0,1 0,-1 0,0 0,0 0,0 0,0 1,-1-1,1 0,-1 1,0-1,1 1,-1-1,0 1,0 0,-1 0,1 0,0 0,-1 0,1 1,-1-1,1 1,-1-1,0 1,0 0,0 0,1 0,-1 1,0-1,0 1,0-1,0 1,0 0,0 0,0 1,0-1,0 0,-2 1,-1 1,-1 1,1-1,0 1,0 1,0-1,0 1,1 0,-1 0,1 0,0 1,0 0,1 0,-1 0,1 1,0-1,1 1,-1 0,1 0,0 0,1 0,0 1,0-1,0 1,0 0,1-1,0 1,1 0,0 0,0 0,0-1,1 1,0 0,0 0,0-1,1 1,0-1,1 1,-1-1,1 0,0 0,4 4,6 4,2-1,0-1,0-1,1 0,0-1,1 0,0-1,0-1,1-1,0-1,1 0,-1-1,15 1,78 20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2:04.65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45 436,'-8'-18,"1"0,0-1,1 0,1-1,1 1,1-1,0 1,2-1,0 0,1 0,1 0,1 0,1 1,1-1,0 1,5-12,23-42,-31 72,0-1,0 0,0 1,1 0,-1-1,0 1,1 0,-1 0,1-1,-1 1,1 0,-1 1,1-1,0 0,0 0,-1 1,1-1,0 1,0-1,0 1,-1 0,1 0,0 0,0 0,0 0,0 0,0 0,-1 1,1-1,0 1,0-1,-1 1,1 0,0-1,-1 1,1 0,0 0,-1 0,1 1,0-1,10 12,1 0,-1 0,-1 1,-1 0,0 1,-1 0,0 0,3 11,-1-6,-5-9,3 4,0 1,-2-1,0 1,0 0,-2 1,0-1,-1 1,1 6,-5-21,1-1,-1 1,0-1,0 1,0-1,0 1,0-1,-1 1,1-1,0 0,-1 1,1-1,-1 1,1-1,-1 0,0 1,1-1,-1 0,0 0,0 0,0 0,0 0,0 1,0-2,0 1,0 0,-1 0,1 0,0 0,0-1,-1 1,1-1,-1 1,1-1,0 1,-1-1,1 0,-1 0,1 0,-1 0,1 0,-1 0,1 0,-1 0,-3-1,1 0,-1 1,1-2,-1 1,1 0,0-1,-1 0,1 0,0 0,0-1,0 1,1-1,-3-2,4 3,0 0,0 0,0 0,1 0,-1 0,1-1,0 1,-1 0,1-1,0 1,0-1,1 1,-1-1,0 0,1 1,0-1,0 0,-1 1,1-1,1 0,-1 1,0-1,1 0,-1 1,1-1,0 0,0 1,0-1,0 1,0 0,1-1,-1 1,1 0,0 0,-1 0,1 0,0 0,0 0,0 0,0 1,1-1,-1 1,0 0,1-1,-1 1,1 0,-1 0,1 1,22-10,1 1,0 1,1 1,0 2,1 0,39-8,-49 10,1-1,-1 0,0-2,-1 0,1-1,-1-1,-1 0,1-1,-1-1,12-10,-27 19,1 0,0 0,-1-1,1 1,-1-1,1 1,-1-1,1 1,-1-1,0 1,0-1,0 0,0 0,0 0,0 0,0 0,-1 0,1 0,-1 0,0 0,1 0,-1 0,0 0,0 0,0 0,0 0,-1 0,1 0,0 0,-1 0,0 0,1 0,-1 0,0 0,0 0,-1 0,-3-2,-1 1,0 0,0 0,-1 1,1 0,0 0,-1 1,1-1,-1 1,0 1,1-1,-1 1,0 0,0 1,1 0,-3 0,-1-1,1 1,0 0,0 1,-1 0,1 0,0 1,0 0,1 0,-1 1,1 1,0-1,0 1,0 0,1 1,-1 0,1 0,1 1,-1 0,1 0,0 0,1 1,0 0,0 0,1 0,0 0,0 2,3-6,0 1,1 0,-1 0,1-1,0 1,1 0,-1-1,1 1,0 0,0-1,0 1,1-1,0 1,-1-1,2 0,-1 0,0 0,1 0,0 0,0 0,0-1,0 1,1-1,2 2,7 6,0-2,0 0,1-1,0 0,0-1,15 5,25 6,1-3,0-2,0-3,1-2,22-1,45 2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2:08.72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123 1206,'-2'3,"0"0,0 0,1 0,-1 0,1 1,0-1,0 0,0 1,1-1,-1 1,1-1,0 1,0-1,0 1,0-1,1 1,-1-1,1 1,0-1,0 1,0-1,1 0,-1 1,1-1,0 0,-1 0,1 0,1-1,-1 1,0 0,1-1,-1 1,2-1,3 3,0 0,1-1,0 0,0-1,0 0,0 0,1-1,-1 0,1 0,-1-1,1 0,0 0,-1-1,1 0,0-1,-1 0,1 0,0-1,7-3,-10 4,0-1,0 0,-1-1,1 1,0-1,-1 0,0-1,0 1,0-1,0 0,-1 0,1-1,-1 1,0-1,0 0,-1 0,1-1,-1 1,0 0,-1-1,1 0,-1 0,-1 0,1 0,-1 0,0 0,0 0,0-1,-1-2,-1-1,0 1,-1-1,1 1,-2 0,1-1,-1 1,-1 0,0 1,0-1,0 1,-1-1,-1 2,1-1,-1 0,-1 1,1 0,-1 1,0-1,-5-2,1 0,0 1,-1 0,0 1,0 1,-1 0,0 0,0 1,0 1,0 0,-1 1,1 0,-1 1,-13 0,21 2,0 0,0 0,0 1,1 0,-1 0,0 1,0-1,1 1,-1 0,1 1,0-1,0 1,0 0,0 0,0 1,0 0,1-1,0 2,0-1,0 0,0 1,0 0,1-1,0 1,0 1,1-1,-1 0,1 1,0-1,1 1,-1 0,1 0,0 5,0-2,2 0,-1 0,1 0,0 0,1 0,0 0,1 0,0 0,0-1,1 1,0-1,0 0,26 42</inkml:trace>
  <inkml:trace contextRef="#ctx0" brushRef="#br0" timeOffset="617.343">456 1339,'22'-62,"-11"35,-1 0,-2 0,0-1,-2 0,-1 0,-2 0,1-19,-4 37,0 0,0 0,-1 1,0-1,-1 0,0 0,0 0,-1 1,-1 0,1-1,-1 1,-1 0,0 1,0-1,-1 1,0 0,0 0,-1 1,0 0,0 0,-1 1,0 0,-5-4,206 53,-146-35,-17-4,0 2,-1 0,0 3,0 0,9 5,-35-13,0 1,0-1,-1 0,1 1,0 0,0-1,-1 1,1 0,-1 0,0 1,1-1,-1 0,0 1,0-1,0 1,-1 0,1 0,-1-1,0 1,1 0,-1 0,-1 1,1-1,0 0,-1 0,1 0,-1 0,0 1,0-1,0 0,-1 0,1 0,-1 2,-15 43,13-43,0 0,0 0,1 0,0 0,0 1,0-1,1 1,0-1,0 1,0 0,1-1,-1 1,1 0,1 0,-1-1,1 1,0 0,1-1,-1 1,1-1,0 1,0-1,1 0,1 3,4-2,0 0,0 0,1 0,0-1,0 0,0-1,0 0,1 0,0-1,0 0,0-1,0 0,0-1,0 0,0 0,0-1,1 0,5-2,-9 2,0-1,0 0,0 0,-1 0,1-1,0 0,-1 0,1-1,-1 0,1 0,-1 0,0-1,-1 0,1 0,-1-1,1 1,-1-1,-1 0,1-1,-1 1,0-1,0 0,0 0,-1 0,0 0,0-1,-1 1,0-1,1-3,12-63,-14 73,0 1,0-1,0 1,1-1,-1 1,0-1,0 1,0 0,-1-1,1 1,0 0,0 0,0 0,0-1,-1 1,1 0,0 0,-1 0,1 0,-1 0,1 1,-1-1,0 0,1 0,-1 0,0 0,0 0,0 1,0-1,0 0,0 0,0 0,15 62,-12-42,1-1,2 1,0-1,0 0,2-1,1 0,0 0,1-1,5 6,29 10,-23-26</inkml:trace>
  <inkml:trace contextRef="#ctx0" brushRef="#br0" timeOffset="897.911">1325 631,'-13'-5,"-10"-1,-3 0,4 6,9 10,18 12,25 11,25 7,3-3</inkml:trace>
  <inkml:trace contextRef="#ctx0" brushRef="#br0" timeOffset="1370.524">2087 952,'-18'-6,"0"0,0 2,-1 0,1 1,-1 1,0 1,-16 0,29 2,0-1,0 1,0 0,0 0,0 0,0 1,1 0,-1 0,0 1,1 0,0 0,0 0,0 0,0 1,0 0,1 0,-1 0,1 0,0 1,0 0,1 0,-1 0,1 0,0 0,1 1,-1-1,1 1,0 0,0 0,1 0,-1 0,1 1,0-1,1 0,0 1,0-1,0 0,1 0,-1 1,2-1,-1 0,1 0,0 0,0 0,0 0,1-1,0 1,0-1,1 1,-1-1,1 0,0 0,1 0,5 5,0 0,1-1,0-1,1 0,0 0,0-1,1 0,0-1,0-1,0 0,5 1,11 2,0-2,1 0,-1-2,1-1,0-1,1-2,-1-1,0-2,22-4,-38 5,0-1,0-1,0 0,0-1,0-1,-1 0,0-1,0 0,-1-1,0 0,0-1,-1 0,0-1,-1 0,0-1,-1 0,0-1,0 1,-1-2,5-12,8-32,-22 65,0 0,1 1,0-1,0 1,1-1,0 0,0 1,1-1,0 0,1 0,0 0,0 0,1-1,-1 1,2-1,-1 0,1 0,0 0,0 0,1-1,0 0,0-1,1 1,-1-1,1 0,0-1,2 2,-2-4,0-1,1 0,-1 0,0 0,1-1,-1 1,0-2,1 1,-1-1,0-1,0 1,0-1,0 0,0-1,0 1,0-1,-1-1,1 1,-1-1,0 0,0-1,-1 0,1 0,-1 0,0 0,0-1,-1 1,0-1,0-1,0 1,-1 0,1-1,-2 0,1 0,-1 0,0 0,0 0,-1 0,0-1,-1 8,-1 1,1-1,-1 0,1 1,-1-1,0 0,1 1,-1-1,1 0,-1 0,0 0,1 1,-1-1,0 0,1 0,-1 0,0 0,1 0,-1 0,0 0,1 0,-1-1,1 1,-1 0,0 0,1 0,-1-1,1 1,-1 0,0-1,1 1,-1 0,1-1,-1 1,1-1,-1 1,1-1,0 1,-1-1,1 1,0-1,-1 1,1-1,0 0,0 1,-1-1,1 0,0 1,0-1,0 1,0-1,0 0,0 1,0-1,0 0,0 1,0-1,0 0,0 1,1-1,-1 0,0 1,-4 7,0 0,0 0,1 0,0 1,0-1,1 1,0 0,1 0,-1 0,1 0,1 0,0 0,0 0,1 8,1-12,0-1,0 1,0 0,0-1,0 0,1 1,0-1,0 0,0 0,0 0,0-1,0 1,1-1,-1 0,1 0,0 0,0 0,-1-1,1 1,0-1,0 0,0 0,1-1,-1 1,0-1,0 0,0 0,0 0,0-1,2 0,21 0</inkml:trace>
  <inkml:trace contextRef="#ctx0" brushRef="#br0" timeOffset="1670.187">2649 778,'-25'-6,"58"5,-22 2,1 0,-1-1,1 0,0-1,-1 0,1-1,-1 0,1 0,-1-2,0 1,0-2,-1 1,1-1,-1-1,0 0,0 0,-1-1,0 0,0-1,0 0,-1 0,3-6,0-3,-1 0,-2-1,1 0,-2-1,0 1,-2-2,0 1,-1 0,-1-1,0 0,-1-18,-8-20,6 57,-1 0,1-1,0 1,-1 0,1-1,-1 1,1 0,-1 0,1 0,-1 0,0-1,0 1,1 0,-1 0,0 0,0 1,0-1,0 0,0 0,0 0,-1 1,1-1,0 0,0 1,0-1,-1 1,1 0,0-1,-1 1,1 0,0 0,0 0,-1 0,1 0,0 0,-1 0,1 0,0 0,-1 1,0-1,-1 2,-1-1,1 1,0 0,0 0,-1 0,1 1,1-1,-1 1,0-1,1 1,-1 0,1 0,0 0,0 0,0 0,0 1,0-1,1 1,0-1,-1 1,1-1,1 1,-1 0,0 0,1-1,4 96,6-56</inkml:trace>
  <inkml:trace contextRef="#ctx0" brushRef="#br0" timeOffset="1937.168">2997 1098,'-3'16,"0"13,1 4,2 5,5 0,8-2,7-4,5-7,6-4,1-6,1-5,-4-8,-2-7,-6-4</inkml:trace>
  <inkml:trace contextRef="#ctx0" brushRef="#br0" timeOffset="2302.549">3331 1059,'2'-19,"-1"4,1 1,0-1,0 1,1 0,1 0,1 0,0 1,1-1,3-5,-8 17,1 0,-1 1,1-1,-1 1,1-1,-1 1,1 0,0 0,0 0,-1 0,1 0,0 0,0 0,0 0,0 1,0-1,0 1,0-1,1 1,-1 0,0 0,0 0,0 0,0 0,0 1,0-1,0 1,0-1,0 1,0 0,0-1,0 1,0 0,0 0,0 1,-1-1,1 0,0 1,0-1,59 63,-47-43,-2 0,0 1,-2 1,0 0,-2 0,0 1,-2 0,0 0,-2 0,0 8,-4-28,0-3,0 1,-1 0,1-1,0 1,0 0,0 0,0-1,0 1,1 0,-1-1,1 1,-1-1,1 1,-1 0,1-1,0 1,0-1,-1 0,1 1,0-1,1 0,-1 1,0-1,0 0,0 0,1 0,-1 0,0 0,1 0,-1 0,1-1,-1 1,1 0,0-1,-1 1,1-1,0 0,-1 1,2-1,11-4,-1 1,0-2,0 0,0 0,-1-2,1 1,-2-1,1-1,-1 0,0-1,0 0,-1-1,3-3,7-7,0-1,-1-1,-1 0,-2-1,0-1,-1-1,11-24,-25 82,5-23,-1 1,1-1,0 0,1 0,0-1,1 0,0 0,1-1,-1 0,1 0,1-1,0 0,0-1,0 0,0-1,4 2,26 12,1-1,1-3,0-1,24 4,7 0</inkml:trace>
  <inkml:trace contextRef="#ctx0" brushRef="#br0" timeOffset="2703.156">4681 1126,'-2'-11,"0"1,-1-1,-1 1,1 0,-2 0,1 0,-1 1,-1 0,0 0,0 0,-1 0,0 1,0 0,-1 1,0 0,0 0,-1 0,1 1,-2 1,1-1,0 2,-4-2,9 5,0 1,0 0,0-1,1 1,-1 1,0-1,0 1,0-1,0 1,0 0,1 1,-1-1,1 0,-1 1,1 0,-1 0,1 0,0 0,0 1,0-1,0 1,0 0,1 0,-1 0,1 0,0 0,-2 3,-3 5,1 1,0 0,1 0,0 1,1 0,0 0,0 6,0-9,2 0,-1 0,1 0,1 1,-1-1,2 1,0-1,0 1,1-1,0 1,1-1,0 1,0-1,1 0,1 0,0 0,0-1,1 1,0-1,5 7,-7-14,0 1,1-1,-1 0,0 0,1 0,0 0,-1-1,1 1,0-1,0 0,0 0,0 0,0-1,0 0,0 1,0-1,0-1,0 1,0 0,0-1,0 0,-1 0,1 0,0-1,0 1,-1-1,1 0,-1 0,1 0,-1 0,1-2,8-4,-1-1,0 0,-1-1,0 0,0-1,-1 0,-1-1,3-4,16-34,-3 0,-2-2,-2-1,-2-1,8-44,-1-6,-3-1,-6 0,-4-1,-4-1,-6-63,-19 51,16 117,1 0,-1 0,0 0,1 0,-1 0,0 1,0-1,0 0,0 0,-1 1,1-1,0 1,-1-1,1 1,-1-1,0 1,1 0,-1 0,0 0,0 0,0 0,0 0,0 0,0 1,0-1,0 0,0 1,0 0,0 0,0 0,0-1,0 2,0-1,0 0,0 0,0 1,0-1,0 1,0 0,0-1,0 1,0 0,0 0,1 0,-1 1,0-1,-1 1,-11 8,1 2,0-1,0 1,1 1,1 0,0 1,1 0,1 1,0 0,0 0,0 6,-8 15,1 2,2 0,2 1,2 0,1 0,2 1,2 0,2 1,1-1,3 19,5 48,5-2,5 1,12 34,-1-19</inkml:trace>
  <inkml:trace contextRef="#ctx0" brushRef="#br0" timeOffset="3296.92">2943 1165,'16'-13,"5"-10,2-5,-4-2,-4-1,-11 1,-13 0,-18 6,-18 4,-16 6,-17 10,-8 12,-6 14,-3 12,15 1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2:06.88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148 521,'34'1,"1"-1,-1-2,0-2,0-1,28-7,-24 3,1-1,-1-1,0-3,-1-1,-1-1,18-13,-40 21,0-1,-1 0,0-1,0 0,-2-1,1 0,-1-1,-1 0,0-1,0 0,-2 0,0-1,0 0,-1-1,-1 0,0 0,1-9,-5 19,0 0,-1-1,1 1,-1 0,-1-1,1 1,-1-1,0 1,0-1,0 1,-1 0,0-1,0 1,0 0,-1-1,1 1,-1 0,-1 0,1 0,-1 1,0-1,0 0,0 1,0 0,-1 0,0 0,0 0,0 1,0-1,-1 1,1 0,-1 0,0 1,0-1,-3 0,2 2,0 0,0 1,0-1,0 2,0-1,0 0,0 1,0 0,0 1,1 0,-1-1,0 2,1-1,0 1,-1-1,1 1,0 1,0-1,1 1,-1 0,0 0,-7 8,1 0,0 0,1 1,0 0,1 1,1 0,-3 6,-9 30,2 2,2 0,3 1,1 0,4 1,1 0,3 1,2-1,3 1,2-1,3 7,79 577,-82-624,-1 0,0 0,-1 0,-1 0,0 0,-1 0,-1 0,0 0,0 0,-2 0,0-1,0 1,-1-1,-1 0,0-1,-1 1,-7 10,-15 1</inkml:trace>
  <inkml:trace contextRef="#ctx0" brushRef="#br0" timeOffset="532.3">0 908,'94'-22,"0"3,65-2,-26 3,-61 9,-1-2,0-4,-1-3,-1-3,0-3,6-7,-68 28,1-1,-1 0,-1 0,1-1,-1 0,0 0,0 0,0-1,4-4,-10 9,1 0,0 0,-1 0,1 1,-1-1,1 0,-1 0,1 0,-1 0,0 0,1 0,-1 0,0 0,0 0,0 0,0 0,0 0,0 0,0 0,0 0,0 0,0 0,0 0,-1 0,1 0,0 0,-1 0,1 0,-1 0,1 1,-1-1,1 0,-1 0,0 0,0 1,1-1,-1 0,0 1,0-1,1 0,-1 1,0-1,0 1,0 0,0-1,0 1,0 0,0-1,0 1,0 0,0 0,-1 0,-58-6,31 9,1 2,0 1,1 1,-1 1,1 1,1 2,0 1,0 0,1 2,-15 12,33-22,-1 1,1-1,0 2,0-1,0 1,1 0,0 0,0 1,0 0,1 0,0 0,1 0,-1 1,1 2,4-7,0-1,0 1,1-1,-1 1,1 0,0-1,0 1,0-1,0 0,0 1,0-1,1 0,-1 0,1 0,-1 0,1 0,0 0,0 0,0 0,0-1,0 1,0-1,1 1,-1-1,0 0,1 0,-1 0,1 0,-1-1,1 1,0-1,-1 1,1-1,-1 0,2 0,17 5,0-2,-1 0,1-1,0-1,0-1,0-1,0-1,0 0,-1-2,1 0,-1-2,0 0,0-1,-1-1,0-1,0-1,2-2,-15 9,0-1,0 0,-1 0,0 0,1-1,-2 0,1 0,0 0,-1 0,0-1,0 1,-1-1,1 0,-1-1,-1 1,1 0,-1-1,0 1,0-1,-1 0,0 0,0 1,-1-1,0 0,0 0,-1 0,0-3,1 9,-1-1,1 0,-1 1,0-1,1 1,-1-1,0 1,0 0,0-1,0 1,0 0,-1-1,1 1,0 0,0 0,-1 0,1 0,-1 0,1 1,-1-1,1 0,-1 1,0-1,1 1,-1-1,0 1,1 0,-1 0,0 0,1 0,-1 0,0 0,1 0,-1 0,0 1,0-1,-2 2,0-1,0 1,0 0,1 1,-1-1,0 1,1-1,0 1,0 0,0 0,0 1,0-1,-2 3,-1 3,1-1,0 1,0 0,0 0,1 1,0-1,1 1,0 0,1 0,0 0,1 0,0 1,0-1,1 0,0 0,1 1,0-1,1 0,0 0,0 0,1 0,1 0,0-1,0 1,0-1,1 0,1 0,0-1,3 4,3-2,0 0,1-1,0-1,1 0,0-1,0 0,0-1,1-1,0 0,0-1,0-1,7 1,47 8</inkml:trace>
  <inkml:trace contextRef="#ctx0" brushRef="#br0" timeOffset="966.53">1738 708,'-18'-6,"0"0,-1 1,0 0,0 2,0 0,-1 2,1 0,-1 1,1 1,-1 0,1 2,0 0,0 1,0 1,1 1,-1 1,14-5,1 0,-1 1,1-1,0 1,-1 0,1 1,0-1,1 1,-1 0,1-1,0 2,-1-1,2 0,-1 0,0 1,1 0,0-1,0 1,1 0,-1 0,1 0,0 0,0 0,1 1,-1-1,1 0,0 0,1 0,-1 1,1-1,1 4,4 2,1-1,0-1,1 1,0-1,0 0,1-1,0 0,0 0,1-1,0 0,0-1,1 0,-1-1,2 0,-1-1,0 0,1 0,-1-1,6 0,15 6,0-2,0-2,1 0,0-2,-1-2,1-1,19-3,-35 2,-1-1,1-1,-1 0,1-2,-1 0,-1 0,1-2,-1 0,0 0,0-2,-1 0,0 0,-1-1,0-1,8-9,-15 14,0 0,-1-1,0 0,0-1,0 1,-1-1,0 0,-1 0,1 0,-1 0,-1-1,0 1,0-1,-1 0,0 1,0-1,-1 0,-1-5,1 12,-1-1,0 1,0 0,0-1,0 1,0 0,0 0,-1 0,1 0,-1 0,0 0,1 0,-1 0,0 1,0-1,0 1,0-1,0 1,-1 0,1 0,0 0,0 0,-1 0,1 0,-1 1,1-1,-1 1,1-1,-1 1,1 0,-1 0,1 0,-2 1,-4 0,-1-1,1 2,0-1,0 2,0-1,0 1,0 0,0 0,-3 3,7-4,0-1,0 1,1 0,-1 1,0-1,1 1,0-1,-1 1,1 0,0 0,1 1,-1-1,0 0,1 1,0 0,0-1,0 1,0 0,1 0,-1 0,1 1,0-1,0 0,1 0,-1 0,1 1,0-1,0 0,0 1,1-1,0 0,0 0,0 1,0 0,6 3,0-1,0 1,1-1,0 0,0-1,0 0,1-1,0 1,0-2,1 1,-1-1,1-1,0 1,0-2,0 1,3-1,62 12,0-3,0-3,1-4,-1-3,32-5,-64 3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2:05.48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230 738,'-10'104,"4"1,4 1,5-1,5 0,8 25,-4-12,-11-103,2 11,0 1,-2 0,-1-1,-2 1,0-1,-2 4,4-28,0-1,1 1,-1-1,0 1,0 0,0-1,0 1,-1-1,1 1,0-1,-1 1,1 0,-1-1,1 0,-1 1,0-1,1 1,-1-1,0 0,0 1,0-1,0 0,0 0,0 0,-1 0,1 0,0 0,-1 0,1 0,0-1,-1 1,1 0,-1-1,1 1,-1-1,1 1,-1-1,1 0,-1 0,0 0,1 0,-1 0,1 0,-1 0,0 0,1-1,-1 1,1-1,-1 1,-48-73,24 9,3-1,3-1,2-1,3-1,-1-34,0-8,5-1,4-43,17 60,-10 92,1 1,-1-1,1 1,0-1,0 1,0-1,0 1,0 0,0-1,0 1,0 0,0 0,1 0,-1 0,0 0,1 0,-1 0,1 0,-1 1,1-1,-1 1,1-1,-1 1,1-1,0 1,-1 0,1 0,0 0,-1 0,1 0,0 0,-1 0,1 0,0 1,0-1,56 26,-35-12,-2 1,0 0,0 2,-2 0,0 1,-1 1,0 1,-2 1,1 2,-15-21,-1 0,0-1,1 1,-1 0,0-1,0 1,0 0,-1 0,1 0,0 0,-1 0,1 0,-1 0,1 0,-1 0,0 0,0 0,0 0,0 0,0 0,-1 0,1 0,-1 0,1 0,-1 0,0 0,1 0,-1 0,0 0,0 0,-1-1,1 1,0 0,-1-1,1 1,0-1,-1 1,0-1,1 0,-1 0,-7 4,-1-2,1 1,0-1,-1-1,0 1,0-2,1 1,-1-2,0 1,0-1,0-1,0 1,0-2,0 1,0-2,1 1,-1-1,1-1,-6-2,11 4,1 0,0 1,0-1,0-1,0 1,1 0,-1-1,1 0,-1 1,1-1,0 0,0 0,0 0,0-1,1 1,-1 0,1-1,0 1,0-1,0 1,1-1,-1 1,1-1,-1 0,1 1,1-1,-1 0,0 1,1-1,0 1,0-1,0 1,0-1,0 1,1 0,-1-1,1 1,1-1,5-6,0 1,0 0,1 0,0 1,1 1,0-1,0 1,1 1,-1 0,1 1,1 0,-1 0,1 1,0 1,0 0,0 0,0 1,0 1,0 0,1 1,-1 0,0 1,10 2,-14-1,0 1,0 1,0-1,0 1,0 1,-1-1,0 1,0 1,0-1,0 1,-1 1,0-1,-1 1,1 0,-1 0,0 0,-1 1,0 0,0 0,-1 1,66 83,-59-84,0 0,1-2,0 1,1-1,0-1,-1 0,2-1,-1 0,0-1,1 0,0-1,-1 0,1-1,0 0,0-1,0-1,0 0,-1-1,1 0,0-1,-1 0,0-1,4-2,-11 4,-1-1,0 1,0-1,0 0,0 0,0 0,-1 0,0-1,1 1,-1-1,0 0,-1 0,1 0,-1 0,1-1,-1 1,-1-1,1 1,-1-1,1 0,-1 1,-1-1,1 0,-1 0,0 0,0 1,0-1,0 0,-1 0,0 0,0 1,0-1,-1 0,0 1,0-1,0 1,0 0,0-1,-1 1,-2-2,-4-4,-1 0,-1 0,0 0,0 2,-1-1,0 2,-1-1,1 2,-1 0,-1 0,1 1,-1 1,0 0,0 1,0 0,0 1,0 1,-1 1,1-1,0 2,-1 0,1 1,0 1,0 0,-9 3,10-2,1 0,0 1,0 0,1 0,0 2,0-1,0 1,1 1,-1 0,1 1,7-6,0-1,0 1,0 0,1 0,-1 0,1 0,0 1,0-1,0 1,0-1,1 1,-1 0,1-1,0 1,0 0,0 0,1 0,-1 0,1 0,0 0,0 0,0 0,1 0,-1 0,1 0,0 0,0-1,1 1,-1 0,1 0,-1-1,1 1,2 1,6 6,0-1,1 0,0-1,1 0,-1-1,2 0,-1-1,1 0,0-1,1-1,-1 0,1-1,0 0,0-1,4 0,70 17</inkml:trace>
  <inkml:trace contextRef="#ctx0" brushRef="#br0" timeOffset="753.314">1313 965,'-3'-12,"1"0,-2-1,1 1,-2 1,0-1,0 1,-1 0,0 0,-1 0,0 1,-1 0,0 1,0-1,-4-1,7 6,1 1,-1 0,0 0,-1 1,1-1,-1 1,0 0,1 0,-1 1,0 0,-1 0,1 0,0 1,0 0,-1 0,1 1,-1 0,1 0,0 0,-1 1,1-1,0 2,-1-1,1 1,0 0,0 0,0 1,-1 0,1 0,1-1,0 1,1 1,-1-1,0 0,1 1,0 0,0 0,0 1,1-1,-1 1,1-1,0 1,0 0,1 0,-1 1,1-1,0 1,1-1,-1 1,1-1,0 1,1 0,-1-1,1 1,0 0,0 0,1-1,0 1,0 0,0-1,1 1,0-1,0 0,0 1,1-1,-1 0,1 0,0 0,1-1,2 3,1 0,0-1,0 0,1 0,0-1,1 0,-1-1,1 0,-1 0,1-1,1 0,-1 0,0-1,1-1,-1 1,1-1,-1-1,1 0,-1 0,1-1,-1 0,1-1,-1 0,0 0,0-1,0 0,0-1,0 0,-1 0,1-1,-1 0,0-1,-1 1,1-1,-1-1,0 0,-1 0,2-2,47-103,-48 112,-3 20,-3-14,1 11,2 1,0-1,1 0,1 0,0-1,1 1,3 3,-6-14,0 0,0 0,0 0,1 0,-1-1,2 1,-1-1,0-1,1 1,0-1,0 0,0 0,1 0,-1-1,1 0,0-1,0 1,0-1,1-1,1 1,0-1,0 0,0-1,-1 0,1 0,0-1,0 0,0-1,-1 0,1 0,-1-1,1 0,-1-1,0 1,0-1,-1-1,1 0,-1 0,0 0,0-1,3-4,4-4,-1-1,-1-1,0 1,-1-2,-1 0,0 0,-1 0,-1-1,1-8,16-58,-4-1,-4-2,-3 0,-4 0,-5-1,-2-11,-4-72,1 167,0 0,0 0,0 0,0 0,-1 0,0 0,0 1,0-1,0 0,0 0,-1 1,0-1,1 1,-1 0,-1-1,1 1,0 0,-1 0,1 0,-3-1,2 4,0 0,1 0,-1 1,0-1,0 1,1-1,-1 1,0 0,1 0,-1 0,1 0,-1 1,1-1,0 1,-1 0,1-1,0 1,0 0,0 0,0 0,1 1,-1-1,0 0,1 1,0-1,-1 1,-14 24,1-1,2 2,0 0,2 0,1 1,1 0,2 1,1 0,1 0,0 15,2-17,2 1,0-1,2 1,1-1,2 0,0 0,2 0,1 0,1-1,1 0,2-1,1 0,1 0,0-2,2 1,1-2,1 0,1-1,1-1,1 0,1-2,18 14,-27-25,0-1,1 0,-1 0,1-1,1-1,-1 0,1-1,0 0,0-2,13 2,-20-3,0-1,0 0,0 0,0 0,0-1,0 0,0-1,-1 0,1 0,0 0,-1-1,0 0,1 0,-1 0,0-1,-1 0,1 0,-1-1,1 1,-2-1,1 0,4-6,-2-1,0 0,-1 0,0 0,-1-1,0 0,-1 0,-1-1,0 1,0-1,-2 1,0-1,0 0,-1 0,-1 1,0-1,-1 0,0 1,-5-14,7 25,-1-1,1 1,-1 0,1 0,-1-1,0 1,0 0,0 0,0 0,0 0,0 0,0 0,-1 0,1 0,-1 0,0 1,1-1,-1 1,0-1,0 1,0-1,0 1,0 0,0 0,0 0,0 0,-1 1,1-1,0 1,-1-1,1 1,0 0,-1 0,1 0,0 0,-1 0,1 0,-2 1,-1 3,0 0,1 0,-1 1,1-1,0 1,0 0,0 1,1-1,-1 1,1-1,1 1,-1 0,1 0,0 0,0 0,1 0,0 1,0-1,0 5,0 1,0 1,1 0,1 0,-1-1,2 1,0-1,1 1,0-1,1 0,0 1,1-2,0 1,1-1,0 0,1 0,0 0,0-1,2 0,-1-1,1 0,0 0,1-1,0 0,0 0,1-1,0-1,0 0,1 0,-1-1,1-1,0 0,1 0,5 0,26 2</inkml:trace>
  <inkml:trace contextRef="#ctx0" brushRef="#br0" timeOffset="1016.495">1580 417,'32'3,"38"2,38 1,38-1,-6-1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2:25.200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1 123,'354'-10,"-171"6,802 6,245 38,-379-40,-743 2,1 5,13 7,80-9,-199-4,0 1,0-1,-1 1,1-1,-1 1,1 0,-1 0,0 0,1 0,-1 0,0 1,0-1,-1 1,1-1,-1 1,1 0,-1 0,0 0,0-1,0 1,0 0,0 0,-1 0,1 1,-1-1,0 0,0 0,0 0,0 0,-1 0,1 0,-1 0,0 0,0 0,-1 2,2 4,-6 53,0 2,2 1,4 0,6 61,-3-96,2 0,0-1,2 0,2 0,0-1,2 0,11 20,-22-48,0-1,0 1,1-1,-1 1,0 0,0-1,1 1,-1-1,0 1,1 0,-1-1,0 1,1 0,-1-1,0 1,1 0,-1 0,1-1,-1 1,1 0,-1 0,1 0,-1 0,1 0,-1 0,0 0,1 0,-1 0,1 0,-1 0,1 0,-1 0,1 0,-1 0,1 0,-1 0,1 0,-1 1,1-1,-1 0,0 0,1 1,-1-1,0 0,1 0,-1 1,1-1,-1 1,0-1,0 0,1 1,-1-1,0 1,0-1,1 0,-1 1,0-1,0 1,0-1,0 1,0-1,0 1,10-72,-9 70,0 0,0 0,0 0,1 0,-1 1,0-1,0 0,0 1,1-1,-1 1,0 0,1-1,-1 1,0 0,1 0,-1-1,0 1,1 0,-1 0,1 1,-1-1,0 0,1 0,-1 1,0-1,0 1,1-1,-1 1,0 0,0-1,1 2,7 0,40 8,1-2,0-2,0-3,0-2,11-2,-17 1,-23 0,57-9,-78 9,1-1,-1 0,1 1,-1-1,1 0,-1 1,0-1,1 0,-1 0,0 1,0-1,0 0,1 0,-1 0,0 1,0-1,0 0,0 0,0 0,0 1,-1-1,1 0,0 0,0 0,-1 1,1-1,0 0,-1 1,1-1,0 0,-1 0,1 1,-1-1,1 1,-1-1,0 1,1-1,-1 1,0-1,1 1,-1-1,0 1,1 0,-1-1,0 1,0 0,0 0,-3-4,-7-8,0 0,1 0,1-1,0 0,0-1,1 0,1 0,0 0,1-1,1 0,0-1,1 1,1-1,1 0,-1-12,-1-66,4 0,4 0,5 1,10-42,-17 122,1-54,28 85,-10-9,0-2,0 0,1-1,0-2,0 0,1-1,-1-1,1-1,-1-1,0-1,2-1,20 1,796 10,41-21,700-26,-358 23,-110 16,-489 12,-213-13,-488 0,17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2:26.059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38 1,'8'48,"-4"1,-1 1,-2-1,-3 0,-1 0,-3 0,-2-1,-7 20,6-14,7-45,1-7,-1 1,1 0,0 0,0 0,0 0,1 0,-1 0,1 0,-1 0,1 0,0 0,0 0,1 0,-1 0,1 0,-1 0,1 0,0 0,0 0,0 0,0-1,1 1,-1 0,1-1,0 1,-1-1,1 1,0-1,1 0,-1 0,0 0,1 0,-1 0,1-1,-1 1,1-1,16 2,-1-2,0 0,1-2,-1 0,1 0,-1-2,0-1,0 0,0-1,3-2,-4 3,126-38,-122 34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2:26.496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21 117,'-3'4,"1"0,0 1,-1-1,2 0,-1 1,0-1,1 1,0-1,0 1,0 0,1-1,-1 1,1 0,0 1,0 2,5 199,2-169,-4-42,2-132,8-131,-13 266,-1 0,1 0,0 0,-1 0,1 0,0 1,0-1,0 0,0 0,0 0,0 0,0 0,0 0,0 0,0 0,0 0,1 0,-1 0,0 0,1 1,-1-1,0 0,1 0,-1 0,1 1,0-1,-1 0,1 0,0 1,-1-1,1 1,0-1,0 0,-1 1,1 0,0-1,0 1,0-1,0 1,0 0,0 0,-1-1,1 1,0 0,0 0,0 0,0 0,0 0,0 0,0 0,0 1,0-1,0 0,0 0,0 1,-1-1,1 0,0 1,0-1,0 1,-1-1,1 1,0 0,0 0,77 106,79 116,-156-221,1 0,0 0,-1-1,1 1,-1 1,1-1,-1 0,0 0,0 0,0 1,0-1,0 0,-1 1,1-1,-1 1,1-1,-1 1,0-1,0 0,0 1,-1-1,1 1,0-1,-1 1,0-1,1 1,-1-1,0 0,0 0,0 1,-1-1,1 0,0 0,-1 0,0 0,1 0,-1-1,0 1,0 0,0-1,0 1,-72 1,31-9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2:26.780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82,'21'-2,"31"-4,37 1,37-3,34-1,25-2,14-1,0 1,-11 3,-21 3,-35 2,-40 1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2:29.14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1,'188'14,"677"64,291-38,45 2,-623 7,374 23,77-37,-732-33,-294-2,1 1,0-1,1 0,-1 0,0-1,0 1,0-1,0 0,0 0,0 0,0-1,-1 1,1-1,0 0,-1 0,1 0,-1 0,0-1,1 0,-1 1,0-1,0-1,-2 2,1-1,-1 1,1-1,0 1,0 0,0 0,0 0,0 0,1 0,-1 0,0 0,1 1,-1-1,1 1,0 0,-1 0,1 0,0 0,1 0,-11 33,-5-6,1 1,1 0,1 0,1 1,2 1,0 1,-74 518,79-540,0-6,0 1,1-1,-1 1,1 0,-1-1,1 1,0 0,0-1,0 1,0 0,1-1,-1 1,1 0,0-1,-1 1,1-1,1 3,29-21,-20 10,-1 1,1 1,0-1,0 2,1 0,-1 0,1 1,0 0,-1 1,1 0,0 1,0 0,0 1,-1 1,1 0,-1 0,1 1,-1 0,6 4,27 2,1 0,144 17,-187-25,0-1,0 0,1 0,-1 0,0 0,0 0,0 0,0-1,0 1,0-1,0 0,0 1,0-1,0 0,0 0,0 0,0 0,-1 0,1-1,0 1,-1-1,1 1,-1-1,1 1,-1-1,0 0,0 0,0 1,0-1,0 0,0 0,0 0,-1 0,1 0,-1 0,1-1,-1 1,0 0,0 0,0 0,0 0,0-1,4-210,-1 107,-4 0,-4 0,-13-59,5 69,15 94,-1 1,0-1,1 1,-1 0,0 0,1 0,0 0,-1 0,1 0,-1 0,1 1,0-1,0 0,0 1,-1 0,1-1,0 1,0 0,0 0,0 0,-1 0,1 0,0 0,0 1,0-1,0 1,-1-1,1 1,1 0,0 0,309 42,40-10,461 15,631 46,1973 225,-3139-294,-257-23,-20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2:30.36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1493 499,'-12'-19,"0"0,-1 0,-1 1,0 1,-2 0,0 1,0 0,-2 2,0 0,0 1,-1 1,-1 0,0 2,-1 0,-18-5,10 2,-1 2,1 1,-2 2,1 1,-1 1,0 2,-1 1,1 1,0 1,-1 2,1 2,0 1,0 1,0 1,1 2,-1 1,2 2,0 0,-4 4,-2 5,0 1,2 1,0 2,1 2,2 1,1 1,1 1,1 2,2 0,-13 23,3 1,2 1,2 2,4 1,2 1,2 2,-1 15,10-27,2 1,2 1,3-1,2 1,2 1,4 40,1-61,1 0,2 0,1-1,2 1,1-1,1-1,2 0,1 0,1-1,2-1,10 14,-2-10,2-1,0-2,2 0,1-2,2-1,0-2,1-1,2-1,0-2,24 10,-1-4,1-2,1-4,1-1,0-3,2-3,24 0,-39-6,-1-2,1-2,0-2,-1-2,1-3,0-1,-1-2,0-3,-1-1,0-2,-1-2,0-3,-2-1,0-1,-1-3,-1-2,-1-1,-2-2,0-1,-2-2,13-16,-17 6,-2-1,-2-1,-2-1,-1-2,-3 0,-2-1,-1-1,-3-1,-2 0,-3-1,-1 0,-3-1,-1 0,-3 0,-3 0,-3-18,2 20,-3 1,-2 0,-2 1,-2 0,-2 0,-2 1,-2 1,-2 1,-2 0,-1 1,-3 2,-1 0,-3 2,0 1,-3 1,-1 2,-2 1,-1 2,-1 1,-2 2,-21-11,8 13,-1 3,-1 2,-1 2,0 3,-2 2,0 3,0 2,-1 3,0 2,-1 3,1 2,0 3,-19 5,-270 45,19 24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5:07.39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726 1121,'-2'-3,"0"-1,1 1,-1 0,0-1,-1 1,1 0,-1 1,1-1,-1 0,0 1,0-1,0 1,0 0,0 0,0 0,-1 0,1 1,-1-1,-1 1,-12-6,-1 1,1 1,-1 1,0 0,0 1,0 1,0 1,-1 1,1 0,0 2,-4 0,3 4,-1 1,1 0,0 2,1 0,0 1,0 1,1 1,1 0,0 1,1 1,0 0,1 1,0 0,1 2,1-1,1 2,-1 3,-12 17,2 1,2 1,2 1,2 0,1 1,2 1,2 1,2-1,2 2,2-1,1 1,3-1,4 37,-1-52,1 1,2-1,2 0,0 0,2 0,1-1,10 19,-14-33,0-2,2 1,0-1,0 0,1 0,0-1,1-1,0 1,1-2,0 1,0-2,1 1,1-1,-1-1,1-1,11 5,178 57,51 3,-87-38,2-8,0-7,156-3,-312-15,836 38,-267 11,132 6,-257-51,236 11,210 49,162-2,-319-30,-661-29,604 33,75 3,195 2,-644-24,442-4,120 7,-223 25,1351 97,-1153-95,-708-35,1233 113,-6 25,274 7,-214-27,-419-10,-359-62,179-24,-144-54,-113 0,-490 19,213-2,141-24,-278 6,-1-6,28-15,-125 23,-1-4,-1-1,13-11,140-54,-6 34,2 9,189-17,-300 52,-1-5,-1-4,0-5,-2-3,-1-5,74-37,-80 24,-3-4,-2-3,-2-3,-3-5,-1-3,-38 29,-2-2,-2-1,-1-1,-1-2,-3-1,-2-2,-1 0,-2-2,-3-1,6-19,-13 23,-1 1,-3-2,-1 0,-3 0,1-26,-6 48,-1 0,-1 0,0 0,-2 0,-1 0,-1 0,0 1,-2 0,0 0,-2 1,0 0,-4-5,-10-8,-2 2,-1 0,-1 1,-2 2,-1 1,-1 1,-1 2,-1 1,-1 2,-10-4,-48-23,-2 5,-2 4,-98-25,138 46,-998-294,68 97,-58-11,619 129,-100-16,-343-22,-629 9,1417 120,-1336-74,-998-19,1189 60,469 32,431 33,-212 49,208-26,-428 50,-305-29,-26-34,852-16,-83 24,260-35,-598 75,368-47,-59 24,-29 4,-518 105,507-102,-2-17,-2-17,-385-17,241-21,71-42,-47-12,-978-116,1230 163,0 11,-8 12,-174 2,-327-1,699-9,-54 0,0 6,0 5,-114 29,86 3,1 6,-123 63,-3 25,143-68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6:11.539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68,'65'12,"1"-3,0-3,1-3,46-4,100 5,184 30,-14-25,-158-6,114-17,-247 6,1 0,0 3,18 5,74 6,148-16,199-23,51-13,-271 31,-208 7,45 3,-145 6,0 0,0 0,-1 0,1 0,0 1,-1 0,1 0,-1 0,1 0,-1 1,0-1,0 1,0 0,0-1,-1 1,1 1,-1-1,1 0,-1 1,0-1,-1 1,1-1,-1 1,1 0,-1 0,0 0,-1 0,1 0,0 0,-1 0,0 0,0 0,-1 0,1 3,3 354,0-194,7 0,18 78,-10-57,-7 2,-13 130,1-126,-1-31,-12 69,3-135,-5 45,4 81,9-124,-3 1,-9 29,7-76,3 0,2 1,2-1,4 21,5-47,-2-33,-2-3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6:12.95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33,'166'10,"0"-6,98-14,-134 4,759 2,718 11,-1002-8,-253 1,55-28,219 29,-643-4,2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6:13.83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0,'0'32,"-1"99,7-2,7 16,-12-134,12 77,-3 0,-4 0,-4 1,-6 21,-2 49,4-150,-1-13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6:16.81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330 41,'-9'-5,"1"0,-1 1,0-1,0 1,0 1,-1 0,1 0,-1 1,1 0,-1 1,0 0,0 1,0 0,1 0,-1 1,0 0,0 1,1 0,-1 0,1 1,-1 1,1-1,0 1,1 1,-1 0,1 0,0 1,0 0,0 0,1 1,-1 0,2 3,1 0,0 0,1 0,0 1,0-1,1 1,0 0,1 0,1 0,-1 1,2-1,0 0,0 0,1 0,0 1,1-1,3 10,-4-12,1 0,0 0,1-1,0 0,0 1,0-1,1 0,1 0,-1-1,1 0,1 1,-1-1,1-1,0 1,1-1,0-1,0 1,0-1,0 0,1 0,0-1,0 0,0-1,0 0,1 0,-1 0,1-1,-1-1,1 1,0-1,0-1,0 0,0 0,0-1,-1 0,1 0,0-1,0 0,-1-1,0 1,1-2,-1 1,0-1,3-2,-3-1,0 0,-1-1,1 1,-2-1,1-1,-1 1,0-1,-1 0,0 0,0-1,-1 0,0 0,-1 0,0 0,0 0,-1-1,-1 1,0-1,0 1,-1-1,0 1,-1-1,-2-9,2 11,-1 0,0 0,0 0,-1 0,0 0,-1 1,0 0,0-1,-1 1,0 1,0-1,0 1,-1 0,-1 0,1 0,-1 1,0 0,0 1,-1-1,0 1,0 1,0 0,0 0,-1 0,1 1,-1 0,-5 0,5 1,0 1,-1 0,1 0,-1 1,1 0,-1 0,1 1,-1 1,1 0,0 0,0 0,0 2,0-1,0 1,1 0,-1 0,1 1,0 1,1-1,-1 1,1 0,0 1,0 0,1 0,-5 8,1 7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6:17.72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0,'786'12,"232"-2,-807-14,599 4,-778 2,8-2,1 3,-1 1,-1 2,7 3,-28-1,-12-2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6:18.732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341 52,'-15'-8,"0"0,-1 1,0 1,0 1,-1 0,0 1,0 1,-3 0,12 2,0 0,0 0,0 1,0 1,0-1,0 1,0 1,0-1,0 1,1 1,-1-1,1 1,-1 1,1-1,0 1,0 1,1-1,-4 4,4 0,1 1,0-1,0 1,1 0,0 1,1-1,-1 1,2-1,0 1,0 0,1 0,0 0,0 0,1 0,1 0,-1 0,2 0,-1 0,2 0,-1 0,2 1,0 9,2 1,0-1,2 0,0 0,1-1,1 0,5 7,-9-18,-1 0,1-1,1 1,-1-1,1 0,0-1,1 0,0 0,0 0,0-1,0 0,1-1,0 0,0 0,0-1,0 0,4 0,1-1,0-1,0 0,1-1,-1-1,0 0,0 0,0-2,0 0,0 0,0-2,-1 1,1-2,-1 0,-1 0,1-1,-1-1,2-2,-6 5,-1-1,1 0,-1 0,0-1,0 0,-1 0,0 0,0-1,-1 0,0 0,-1-1,1 1,-2-1,1 0,-1 0,0 0,-1-1,0 1,-1-1,0 1,0-1,-1 1,0-1,-1 1,-1-9,-1 9,1 0,-1 0,-1 0,1 1,-1-1,-1 1,0 0,0 0,0 1,-1-1,0 1,-1 1,1-1,-2 1,1 0,0 1,-1-1,0 2,0-1,-1 1,1 0,-1 1,0 0,0 0,0 1,0 0,0 1,-3-1,-3 0,0 1,0 0,0 1,0 1,0 0,0 1,1 1,-1 0,0 1,1 0,0 1,0 1,1 0,-1 1,1 1,1 0,-7 5,17-11,-1-1,1 1,-1 0,1 0,0 0,0 0,0 0,0 1,0-1,0 1,1-1,-1 1,1-1,0 1,-1 0,1 0,1 0,-1 0,0 0,1 0,-1 0,1 0,0 0,0 0,0 0,0 0,1 0,-1-1,1 1,0 0,0 0,0 0,0 0,0-1,2 3,15 15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6:19.73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253 14,'-181'-13,"110"15,71-1,0-1,0 1,-1 0,1-1,0 1,0 0,0-1,0 1,0-1,0 1,1 0,-1-1,0 1,0 0,0-1,0 1,1-1,-1 1,0-1,1 1,-1-1,0 1,1-1,-1 1,1-1,-1 1,1-1,-1 1,1-1,-1 0,1 1,-1-1,1 0,-1 0,1 1,-1-1,1 0,0 0,-1 0,1 0,0 0,-1 0,1 0,-1 0,1 0,0 0,-1 0,1 0,23 6,-1-2,1 0,1-1,-1-2,17-1,-16 1,844-14,36 27,-323-1,-554-15,-21-1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6:20.93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63 3,'0'-2,"0"3,0 9,0 9,-2 14,-1 9,-2 9,0 5,-2 2,0-2,0-5,0-10,2-10,0-9,-1-12,3-6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6:21.18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16,'2'-3,"15"0,20 0,24 1,22 0,16 1,6 0,-1 1,-8 2,-13 4,-14 2,-18 3,-13-1,-10 0,-10-1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6:21.580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390 22,'-13'-5,"0"1,0 1,0 0,-1 0,1 2,-1-1,0 2,1 0,-1 1,0 0,1 1,-1 0,1 1,0 1,0 0,0 1,0 0,1 1,0 0,0 1,1 1,-1-1,2 2,-1 0,3 0,1-1,0 2,1-1,0 1,1 0,0 0,0 0,1 1,0 0,1 0,0 0,1 0,0 0,1 0,0 11,1-14,0-1,1 0,0 1,0-1,0 0,1 1,0-1,1 0,0 0,0-1,0 1,1-1,0 1,0-1,0 0,1 0,0-1,0 0,1 1,-1-2,1 1,0-1,0 0,5 2,11 3,1-2,0 0,0-2,0-1,1 0,-1-2,1-1,0 0,0-2,-1-1,1-1,0-1,-1-1,0 0,0-2,1-2,14-3,0-3,-1-1,35-20,-30 11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6:21.89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43 0,'-3'2,"0"1,0 0,1-1,-1 1,0 0,1 0,0 1,0-1,0 0,0 1,1-1,-1 1,1 0,0-1,0 1,0 0,1 0,-1-1,1 1,0 0,0 0,0 2,-1 1,-3 36,2 1,1-1,2 1,3-1,1 6,-4-43,-1-1,1 1,0 0,0 0,1-1,0 1,0-1,0 1,0-1,1 0,0 0,0 0,0 0,1 0,0-1,0 0,0 1,0-1,1-1,-1 1,1-1,0 0,0 0,0 0,1-1,-1 1,5 0,3-1,1-1,-1 0,1-1,-1-1,1 0,-1-1,1 0,11-5,20-5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6:22.16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111 137,'-37'-137,"30"163,-23 126,19-113,3 0,1 1,2 0,1 0,3 0,1 8,19 35,-6-52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6:22.833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62,'588'4,"520"-6,-728-9,217-41,-598 52,1 1,-1-1,1 1,-1-1,1 0,0 1,-1 0,1-1,0 1,-1-1,1 1,0-1,0 1,-1 0,1-1,0 1,0-1,0 1,0 0,0-1,0 1,0 0,0-1,0 1,0 0,0-1,0 1,0-1,1 1,-1 0,0-1,0 1,1-1,-1 1,0-1,1 1,-1-1,1 1,-1-1,1 1,-1-1,1 1,-1-1,1 0,-1 1,1-1,-1 0,1 0,0 1,-1-1,1 0,-1 0,1 0,0 0,-1 0,1 1,0-1,-1 0,1-1,-1 1,2 0,-12 12,0-1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6:25.990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40 0,'0'18,"3"16,0 12,-1 9,-1 5,-5 2,-3-2,-3-8,0-10,2-10,2-12,3-10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6:26.28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82,'12'-2,"19"-2,25-3,23-4,22-1,13-2,3 2,-4 2,-10 4,-16 3,-16 3,-19 3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6:26.56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514 6,'-24'-3,"0"1,0 1,0 1,0 1,0 2,0 0,1 1,-1 1,1 2,0 0,1 1,-1 2,2 0,-1 1,2 1,-1 1,2 1,-18 16,31-25,1-1,-1 1,1 1,0-1,0 1,1 0,0 0,0 0,0 1,1-1,0 1,0 0,1 0,0 0,0 0,0 0,1 1,0-1,1 0,0 1,0-1,0 0,1 1,0-1,0 0,1 1,0-1,0 0,1 0,0-1,0 1,1 0,-1-1,4 4,2-2,0 0,0 0,1-1,0 0,0-1,1 0,-1 0,1-1,1-1,-1 0,1-1,-1 0,9 1,13 2,1-2,0-2,0-1,9-2,-9-1,0-1,-1-2,0-2,0-1,0-1,-1-2,0-1,-1-1,25-16,-11 3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6:26.830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110 1,'-11'9,"-6"12,-3 12,3 9,1 9,4 5,4-1,3-2,3-6,1-7,3-11,2-12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6:27.080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7 8,'-7'-8,"14"14,11 10,235 144,-170-113,-2 4,21 22,-33-6,-66-64,-1 0,0 0,0 0,0 0,0 0,-1 0,1 1,-1-1,0 1,0-1,0 1,-1-1,1 1,-1 0,0-1,0 1,0 0,0-1,-1 1,0 0,1-1,-1 1,0-1,-1 2,-4 3,0 0,-1 0,0 0,-1-1,1 0,-1-1,-1 1,1-2,-1 1,0-1,0 0,-1-1,1 0,-1-1,-2 1,11-4,-46 17,-1-2,-1-3,-1-1,1-3,-50 2,16-4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6:27.63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78,'1295'-22,"-589"5,33-6,-685 19,-34 1,-25-2,-17 2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6:32.740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87 1,'-4'20,"-4"14,-1 8,-1 6,2 3,-1 1,1-2,3-3,1-5,2-7,-1-9,-5-12,-1-8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6:33.03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31 42,'-11'-7,"-2"-2,6 1,16 1,20 2,20 2,21 1,17 2,11 0,5 0,-1 0,-7 3,-10 2,-13 4,-19-1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6:33.29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468 40,'-19'-8,"-1"1,0 1,0 1,-1 0,1 2,-1 0,0 1,0 2,0 0,0 1,-15 3,26-3,0 1,0 0,0 0,1 1,-1 1,1-1,-1 2,1-1,1 1,-1 1,1-1,0 1,0 1,0-1,1 2,0-1,1 1,-1 0,1 0,1 0,0 1,0 0,1 0,0 0,0 1,1-2,1 0,1 1,-1-1,1 1,0-1,1 1,0-1,0 1,1-1,0 0,1 1,0-1,0 0,1 0,-1 0,2 0,-1 0,1 0,1-1,-1 0,1 0,2 2,3 3,1-1,1 0,-1 0,2-1,-1 0,2-1,-1-1,1 0,0-1,0-1,11 4,1-2,1-1,1-1,-1-1,1-1,0-2,0-1,0-1,0-1,0-1,-1-2,1-1,-1-1,0-1,0-2,9-4,21-12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6:33.76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85 36,'-14'22,"2"2,2 0,0 1,1 0,1 1,2 0,1 0,1 0,0 1,3-1,0 1,2 14,0-35,1-1,-1 1,1 0,0-1,0 0,1 0,0 1,0-1,0-1,0 1,1 0,0-1,0 0,0 0,0 0,1 0,-1-1,1 0,0 1,0-2,0 1,1-1,-1 0,0 0,1 0,0-1,-1 1,1-2,3 1,3 0,0 0,0-1,0 0,1-1,-1-1,0 0,0-1,0 0,-1-1,1 0,-1 0,0-2,0 1,0-1,-1-1,0 0,0 0,-1-1,0 0,0-1,-1 0,0 0,12-15,-2 0,-1-2,0 0,-2 0,-1-1,-2-1,0-1,1-8,27-105,-59 290,15-100,-2 0,-2 0,-2-1,-10 26,3-29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6:34.280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12,'20'-8,"85"4,1448 25,-803-3,-622-13,-126-6,0 1,0 0,0 0,-1 0,1 0,0 1,0-1,0 1,-1-1,1 1,0-1,-1 1,1 0,0 0,-1 0,1 0,-1 0,1 0,-1 0,0 0,1 0,-1 1,0-1,0 1,0-1,0 1,0-1,0 1,-1 0,1 1,1 9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6:34.970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6,'23'0,"21"0,17 0,15 0,14 0,10 0,3-3,-15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6:36.46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84 1,'18'38,"-15"-25,-1 0,-1 0,0 1,-1-1,0 0,-1 0,0 0,-1 0,-1 0,0 0,-1-1,0 1,-5 8,-5 24,-6 25,4 1,2 0,-3 58,17-124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6:36.750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22 56,'-11'-9,"0"-3,12 0,19 3,24 3,26 1,20 3,19 1,10 1,2 1,-7-1,-16 1,-21 1,-25 6,-21 1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6:37.470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1 339,'33'-4,"0"-2,-1-1,0-2,0-1,-1-1,0-2,-1-1,21-13,21-37,-69 62,0-1,-1-1,0 1,0 0,0 0,0-1,0 0,-1 1,1-1,-1 0,0 1,0-1,-1 0,1 0,-1 0,0 0,0 0,0 0,0 1,-1-1,1 0,-1 0,0 0,-3-1,1 1,-1 1,0-1,0 0,0 1,-1 0,1 0,-1 0,0 0,0 1,1 0,-2 0,1 0,0 1,0 0,0 0,-1 0,1 0,0 1,-1 0,1 0,-1 0,1 1,0 0,-1 0,1 0,-2 1,0 1,0 0,1 0,-1 0,1 1,0 0,0 0,0 0,1 1,-1 0,1 0,0 1,1-1,-1 1,1 0,0 0,1 0,-1 1,1 0,1-1,-1 1,1 0,0 0,1 0,-1 0,1 1,1-1,0 0,0 0,0 1,1-1,0 0,0 0,1 0,-1 0,2 0,-1 0,1 0,0-1,1 1,2 4,1 0,1-1,0 1,0-2,1 1,0-1,1-1,0 0,0 0,1-1,0 0,0-1,1 0,-1-1,1 0,0-1,1 0,6 0,-9-1,0-1,-1 0,1-1,0 0,0-1,0 0,0 0,0-1,0-1,0 1,0-2,0 1,-1-1,1-1,-1 0,0 0,0-1,0 0,-1 0,0-1,0 0,0-1,6-6,-2-4,-1-1,0 0,-1 0,-1-1,-1 0,-1-1,0 0,-1-4,8-19,31-85,-44 126,0 1,1-1,0 0,-1 1,1-1,0 1,0 0,0 0,-1-1,1 1,1 1,-1-1,0 0,0 0,0 1,0-1,0 1,1 0,-1-1,0 1,0 0,1 0,-1 1,0-1,0 0,1 1,-1-1,0 1,0 0,0 0,0 0,0 0,0 0,0 0,0 1,13 3,36 9,-27-9,0 1,-1 2,0 0,0 1,-1 2,0 0,11 8,-31-17,0 0,-1-1,1 1,0 0,0 0,-1 0,0 1,1-1,-1 0,0 0,0 1,0-1,0 1,-1-1,1 1,-1-1,1 1,-1-1,0 1,0-1,0 1,0-1,0 1,-1 0,1-1,-1 1,0-1,0 0,0 1,0-1,0 0,0 1,0-1,-1 0,1 0,-1 0,0 0,0 0,-9 14,2 1,0 0,1 0,1 0,0 1,1 4,4-17,1 0,0 0,0 1,1-1,0 0,0 1,0-1,0 0,1 1,0-1,0 0,1 0,-1 0,1 0,0 0,0 0,1 0,-1-1,1 1,0-1,1 0,-1 0,1 0,1 2,8 3,-1-1,1 0,0-1,1 0,-1-1,1-1,1 0,-1 0,1-2,0 0,-1-1,1 0,0-1,1-1,-1 0,0-1,0 0,0-2,13-3,12-6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6:38.233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4 0,'-2'18,"1"-1,0 0,2 1,0-1,1 0,4 17,-3-17,-2-9,1 11,1 0,0 0,1-1,1 0,1 0,1 0,0 0,2-1,3 5,-11-19,1-1,-1-1,1 1,-1 0,1 0,0 0,0-1,0 1,-1-1,2 0,-1 1,0-1,0 0,0 0,0 0,1-1,-1 1,1 0,-1-1,0 0,1 1,-1-1,1 0,-1 0,0-1,1 1,-1 0,1-1,-1 1,0-1,1 0,-1 0,0 0,1 0,4-3,-1-1,1 1,-1-1,0 0,0-1,0 0,-1 1,0-2,4-5,1-5,-1 0,-1 0,0 0,-1-1,-1-1,-1 1,-1-1,0 1,-1-1,-1 0,-1 0,-1-1,-1-4,1 24,0 0,0 0,-1 0,1 0,0 0,0 0,0 0,0 0,-1 0,1 0,0 0,0 0,0 0,0 0,0 0,-1 0,1 0,0 0,0-1,0 1,0 0,0 0,0 0,0 0,-1 0,1 0,0 0,0-1,0 1,0 0,0 0,0 0,-4 17,2-8,1 1,1-1,0 1,0 0,0-1,2 1,-1-1,1 0,0 1,1-1,0 0,1 0,0-1,0 1,0-1,1 0,1 0,-1 0,1-1,1 1,-1-2,1 1,1-1,-1 0,1 0,0-1,0 0,0-1,9 4,-11-5,1 0,0 0,-1 0,1-1,0 0,0-1,0 0,0 0,0 0,1-1,-1 0,0 0,0-1,0 0,0 0,0-1,0 0,0 0,0 0,-1-1,1 0,-1 0,0-1,0 0,0 0,0 0,-1-1,2-2,47-87,-34 51,-20 84,0-34,0-1,1 0,-1 0,1 0,0 0,1-1,0 1,0 0,0 0,0-1,1 0,0 1,0-1,1 0,-1 0,1 0,0-1,0 0,1 1,-1-2,1 1,0 0,0-1,0 0,1 0,-1 0,1-1,-1 0,2 1,4 0,-1 0,1 0,0-1,0 0,0-1,-1 0,1-1,0 0,0-1,0 0,0-1,0 0,0-1,-1 0,10-4,-8 2,-1-1,1-1,-2 0,1-1,-1 1,0-2,0 0,-1 0,-1 0,1-1,-2-1,1 1,-1-1,-1-1,2-3,-8 15,10-22,-7 17,-6 14,-3 4,0 0,1 0,0 1,1 0,1 0,0 0,1 0,0 1,1-1,1 0,1 1,0-1,0 1,1-1,1 0,1 2,9 10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6:38.51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1,'16'0,"21"4,18 5,0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6:38.81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17 1,'-5'20,"1"0,1 1,0-1,2 1,0 0,1-1,2 1,0-1,1 1,1-1,0 0,2 0,1 0,0-1,1 0,1 0,1-1,1 0,0-1,1 0,9 8,30 16,-50-41,1 1,-1 0,1-1,0 1,-1-1,1 0,0 1,0-1,-1 0,1 0,0 0,0 0,-1 0,1-1,0 1,-1 0,1-1,0 1,-1-1,1 0,0 1,-1-1,1 0,-1 0,0 0,1 0,-1 0,0-1,1 1,-1 0,0-1,0 1,0 0,1-2,58-136,-33 66,24-29,-50 103,-1-1,0 0,0 1,0-1,1 0,-1 0,0 1,0-1,1 0,-1 0,0 0,0 1,1-1,-1 0,0 0,1 0,-1 0,0 0,1 0,-1 0,0 1,1-1,-1 0,0 0,1 0,-1 0,0 0,1-1,-1 1,0 0,1 0,-1 0,0 0,1 0,-1 0,0 0,1-1,-1 1,0 0,0 0,1 0,-1-1,0 1,0 0,1 0,-1-1,0 1,0 0,0-1,0 1,1 0,-1-1,0 1,0 0,0-1,0 1,0 0,0-1,0 1,0 0,0-1,0 1,0 0,0-1,0 1,0 0,0-1,0 1,-1 0,1 27,0-21,-1 1,0 1,0-1,1 1,0-1,1 1,0-1,0 1,0-1,1 0,0 0,1 0,0 0,0 0,0 0,1 0,-1-1,2 0,-1 0,4 3,4 2,1-1,0-1,1 0,0-1,0 0,1-1,0 0,1-2,-1 0,1 0,0-2,55 14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6:39.489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381 1420,'-7'-10,"-1"1,0 0,0 0,0 1,-1 0,0 1,-1-1,0 2,0-1,0 2,-1-1,0 1,0 1,0 0,-1 0,1 1,-1 1,0 0,1 1,-1 0,0 0,0 1,0 1,0 0,-10 3,17-3,0-1,0 1,1 1,-1-1,0 1,1 0,0 0,-1 0,1 1,0-1,0 1,0 0,0 0,1 0,-1 1,1-1,0 1,0 0,0 0,0 0,1 0,0 1,-1-1,2 1,-1-1,0 1,1 0,0 0,0-1,1 1,-1 0,1 0,0 0,0 0,1 0,-1-1,1 1,0 0,0 0,1-1,0 1,0 0,0-1,0 0,2 3,1 0,1 0,0 0,0 0,0-1,1 0,0-1,0 1,1-2,-1 1,1-1,0 0,0 0,1-1,-1 0,1 0,0-1,-1-1,1 1,0-1,0-1,0 1,0-2,0 1,0-1,0-1,-1 1,1-1,0-1,-1 0,0 0,1-1,-1 0,-1 0,1-1,4-7,-1-1,-1-1,0 0,-1 0,0-1,-1 0,-1 0,0-1,-2 0,1 0,-2-1,2-11,0 8,67-227,-73 247,0 0,0 0,-1 0,1 0,0 0,0 0,0-1,-1 1,1 0,0 0,0 0,0 0,0 0,-1-1,1 1,0 0,0 0,-8 18,0 0,2 0,0 1,1 0,0 0,2 0,1 1,0-1,1 1,1-1,1 1,1 0,0-1,2 0,0 0,1 0,1 0,1 0,-3-11,1 0,-1 0,2 0,-1-1,1 0,0 0,0 0,1-1,0 0,0 0,1-1,-1 0,1 0,0 0,1-1,-1-1,1 1,-1-1,1-1,0 0,0 0,0-1,0 0,1 0,-1-1,0 0,0-1,0 0,7-2,14-5,0-1,-1-2,0-1,-1-1,0-2,-1-1,-1-1,0-1,-2-1,0-1,-1-1,-1-1,-1-1,-1-1,11-17,1-1,-2-1,-2-2,-2 0,-1-2,-3-1,-2 0,-2-2,-2 0,-2-1,-3-1,-2 1,-2-2,-2 1,-3-1,-2 1,-3-1,-4-27,2 53,-1 1,-2 0,0 0,-1 1,-2 0,-11-20,16 35,1 1,-2-1,1 1,-2 0,1 0,-1 1,0 0,-1 0,1 1,-2 0,1 1,-1 0,0 1,0-1,0 2,-1 0,-4-1,9 3,0 1,-1 1,1-1,0 1,-1 0,1 1,0-1,-1 1,1 1,0-1,0 1,0 0,0 0,0 1,0 0,1 0,-1 0,1 1,0 0,0 0,0 0,1 0,-1 1,1 0,0 0,0 0,1 0,-1 0,1 1,1 0,-1 0,1 0,0 0,0 0,0 0,1 4,-6 28,2-1,2 1,1 0,3-1,0 1,3 0,1-1,1 1,3-1,1-1,10 26,19 54,5-1,5-3,5-1,5-4,4-1,18 15,-62-93,0 0,2-1,1-2,2 0,0-2,20 15,0-9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6:41.013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751 306,'-80'65,"76"-56,13-22,-5 5,-1 0,0 0,-1 0,1-1,-2 1,1-1,-1 0,-1 1,1-1,-2 0,1 0,-1 1,0-1,-1 0,0 1,0-1,-1 1,0 0,-1 0,1 0,-1 0,-1 1,0-1,0 1,-1 0,-4-6,-2 0,1 0,-2 1,0 1,0 0,-1 1,0 0,-1 1,0 1,0 0,-1 1,-7-2,8 5,0 0,0 0,0 2,0 0,0 0,0 2,0 0,-1 0,1 2,0 0,0 0,0 2,1 0,-1 0,1 1,0 1,0 1,0 0,1 0,0 1,1 1,0 0,0 1,1 0,0 1,1 0,0 1,1 0,0 1,1 0,-3 5,4-4,0 1,1 0,1 1,0-1,2 1,-1 0,2 0,0 0,1 0,0 0,1 0,1 0,1 0,0 0,2 0,-1 0,2 0,0-1,1 0,0 0,1-1,1 1,0-2,1 1,0-1,5 4,3 2,2 0,0-1,1-1,1-1,0-1,1 0,1-2,0-1,1 0,0-2,0-1,1-1,1-1,-1-1,1-1,0-1,0-2,1 0,10-2,-29 0,0 1,0-2,0 1,1-1,-1 0,0-1,0 0,0 0,-1-1,1 0,0 0,-1 0,0-1,0-1,0 1,0-1,-1 0,0 0,0-1,0 0,-1 0,1-1,-2 1,1-1,-1 0,0 0,0-1,1-5,-3 8,0 0,-1 0,0 0,0-1,-1 1,1 0,-1-1,0 1,0 0,-1-1,0 1,0 0,-1-4,1 8,0 1,0 0,0 0,1-1,-1 1,0 0,0 0,0 0,0 0,0 0,0 0,1 0,-1 0,0 0,0 1,0-1,0 0,1 0,-1 1,0-1,0 1,0-1,1 1,-1-1,0 1,1-1,-1 1,0 0,1-1,-1 1,1 0,-1-1,1 1,-1 0,1 0,0 0,-1-1,1 1,0 0,0 0,-1 0,1 0,0 0,0-1,0 1,0 0,0 0,0 0,-2 9,-1-1,1 1,1 0,0-1,0 1,0 0,2 0,-1 0,1-1,1 1,-1 0,2-1,-1 1,1-1,1 0,0 0,0 0,1 0,0-1,0 0,1 0,0 0,0 0,1-1,0 0,0-1,1 0,0 0,0 0,0-1,1 0,0-1,0 0,0 0,0-1,1 0,0-1,-6-1,-1 0,1-1,-1 0,1 0,-1 0,1 0,-1-1,1 1,-1-1,1 0,-1 0,0 0,1-1,-1 1,0-1,0 1,0-1,0 0,0-1,-1 1,1 0,-1-1,1 1,-1-1,0 0,0 0,0 0,0 0,0 0,-1-1,3-5,0 0,-1 0,-1 0,0-1,0 1,-1-1,0 1,0-1,-1 0,-1-5,1 2,-1 0,-1 0,0 0,-1 0,0 1,-1-1,0 1,-1 0,-1 0,0 0,0 1,-1 0,0 0,-1 1,0 0,-1 0,0 1,-1 0,0 1,0 0,-1 0,1 1,-2 1,1-1,-1 2,0 0,0 0,0 1,-1 1,0 0,-1 0,-9 5,23-2,1 0,-1 1,0-1,0 0,1 0,-1 0,0 0,0 0,0 0,1 0,-1 1,0-1,0 0,0 0,1 0,-1 0,0 1,0-1,0 0,0 0,0 0,1 1,-1-1,0 0,0 0,0 1,0-1,0 0,0 0,0 1,0-1,0 0,0 0,0 1,0-1,0 0,0 0,0 1,0-1,0 0,0 0,0 1,-1-1,1 0,0 0,0 0,0 1,0-1,0 0,-1 0,1 0,0 1,0-1,0 0,-1 0,1 0,0 0,0 0,120 28,-93-24,385 41,-334-29,-76-15,-1 1,0-1,0 0,0 1,0-1,0 1,0-1,0 1,0 0,0-1,-1 1,1 0,-1-1,1 1,-1 0,0 0,0-1,1 1,-1 0,0 0,-1 0,1-1,0 1,-1 0,1 0,-1-1,1 1,-1 0,0-1,1 1,-1-1,0 1,0-1,0 1,0-1,-1 1,1-1,0 0,-1 0,1 0,0 0,-2 1,-3 6,-38 81,43-86,0 1,1-1,-1 0,1 1,-1-1,1 0,0 1,0-1,1 1,-1-1,1 0,-1 1,1-1,0 0,0 0,1 0,-1 1,1-1,-1 0,1-1,0 1,0 0,0 0,1-1,-1 0,0 1,3 1,5 2,1-1,-1 0,1-1,0 0,0 0,0-1,0-1,1 0,-1 0,1-1,0-1,-1 0,1 0,1-2,-8 2,1 0,0-1,0 0,-1 0,1-1,-1 1,1-1,-1 0,0-1,0 1,0-1,0 0,0 0,0-1,-1 0,0 0,0 0,0 0,0 0,0-1,-1 1,0-1,0 0,0 0,-1-1,0 1,0 0,0-1,0 1,-1-1,1-2,-1 1,0 0,0 1,0-1,-1 0,1 0,-2 1,1-1,-1 0,0 1,0-1,-1 0,0 1,0 0,-1-1,1 1,-2-1,4 7,0-1,0 1,0-1,-1 1,1-1,0 1,0-1,-1 1,1-1,0 1,-1-1,1 1,-1 0,1-1,-1 1,1 0,0-1,-1 1,1 0,-1-1,0 1,1 0,-1 0,1 0,-1 0,1-1,-1 1,1 0,-1 0,0 0,1 0,-1 0,1 0,-1 0,1 1,-1-1,1 0,-1 0,1 0,-1 0,0 1,1-1,0 0,-1 1,1-1,-1 0,1 1,-1-1,1 1,0-1,-1 0,1 1,0-1,-1 1,-11 31,10-22,0 1,1 0,1-1,0 1,0 0,1 0,0-1,1 1,0 0,0-1,1 1,1-1,0 0,0 0,1-1,0 1,1-1,0 0,1-1,-1 1,2-1,-1 0,1-1,3 2,15 7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6:41.65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13 877,'-3'8,"1"-1,0 2,0-1,1 0,0 0,0 0,1 1,0-1,0 0,1 1,0-1,1 0,0 0,2 6,-3-10,1 1,-1-1,1 0,0 0,1 0,-1 0,1 0,-1 0,1-1,0 1,1-1,-1 0,0 0,1 0,0-1,0 1,0-1,0 0,0 0,0 0,0 0,1-1,-1 0,0 0,1 0,0 0,1-1,1-1,0-1,0 0,0-1,0 1,0-1,-1-1,1 1,-1-1,0 0,0-1,0 0,-1 1,1-2,-1 1,0-1,-1 1,0-1,1-1,-2 1,1-1,-1 1,0-1,-1 0,2-5,8-10,-17 92,4-63,1-1,-1 1,1-1,0 1,1-1,-1 1,1-1,1 1,-1-1,1 0,0 1,1-1,-1 0,1 0,0-1,1 1,-1-1,1 1,0-1,1 0,-1-1,1 1,0-1,0 0,0 0,0 0,1-1,0 0,0 0,0 0,0-1,0 0,0 0,1 0,5 0,-3-2,1-1,-1 0,1-1,-1 0,0 0,0-1,0 0,0 0,-1-1,1 0,-1-1,0 0,0 0,-1-1,1 0,2-3,8-8,-1-1,0-1,-1-1,-1 0,8-17,12-27,-4-1,-2-1,-3-2,-4-1,-2-1,-3-1,-4 0,-2-1,-4 0,-2-31,-4 84,1 4,-1 0,-1 0,0 0,-1 0,-1 0,0 0,-1 1,-1-1,-4-11,8 25,0 0,-1 0,1 0,0 0,-1 0,1 0,-1 0,1 0,-1 0,1 1,-1-1,0 0,1 0,-1 1,0-1,0 1,0-1,1 0,-1 1,0-1,0 1,0 0,0-1,0 1,0 0,0-1,0 1,0 0,0 0,0 0,0 0,0 0,0 0,0 0,0 0,0 1,0-1,0 0,1 0,-1 1,0-1,-1 1,-30 33,18-7,1 1,1 1,2 0,1 0,1 1,1 0,2 1,1 0,2-1,0 10,1 15,2 0,3-1,2 1,2-1,2 0,3-1,3 0,1-1,15 27,1-1,4 0,36 55,-53-104,-6-14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6:41.90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70,'0'-13,"11"-5,23 1,29 3,37 6,33 9,25 7,-14 2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6:42.492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44 1,'-9'24,"1"1,1-1,1 2,1-1,1 0,1 1,2 0,0 0,2 0,1-1,1 1,1 0,5 13,56 391,-50-342,-15-87,0 0,0 1,0-1,0 0,1 0,-1 1,0-1,1 0,-1 0,1 0,0 0,-1 0,1 1,0-1,-1-1,1 1,0 0,0 0,0 0,0 0,0 0,0-1,0 1,0-1,0 1,1 0,-1-1,0 0,0 1,0-1,1 0,-1 0,0 1,0-1,1 0,-1 0,0-1,1 1,-1 0,0 0,0 0,0-1,1 1,-1-1,0 1,0-1,0 1,0-1,1 0,12-10,1-1,-2 0,0 0,0-2,-1 1,-1-2,0 1,-1-2,-1 1,3-9,20-36,-3-1,-3-1,-3-1,-2-2,-3 0,-2-7,-10-10,-6 81,0 1,0-1,-1 1,1-1,0 1,-1-1,1 1,-1-1,1 1,-1-1,1 1,-1-1,1 1,-1 0,1-1,-1 1,1 0,-1 0,0-1,1 1,-1 0,0 0,1 0,-1 0,0 0,1 0,-1 0,1 0,-1 0,0 0,1 0,-1 0,0 0,1 0,-1 1,0-1,1 0,-1 0,1 1,-1-1,1 0,-1 1,1-1,-1 1,1-1,-1 1,1-1,-1 1,1-1,0 1,-1-1,1 1,0-1,0 1,-1 0,1-1,0 1,-10 12,2 0,-1 1,2 0,0 0,0 1,1 0,1 0,1 0,0 1,1-1,1 1,0 0,0 12,2-4,0-1,1 0,1 0,1 0,1 0,2 0,0-1,1 0,1 0,1-1,1 0,1 0,1-1,0-1,2 0,0-1,1 0,10 8,-23-22,1-1,1 0,-1 0,0 0,1 0,-1-1,1 1,0-1,0 0,0 0,0 0,0-1,0 1,1-1,-1 0,0 0,1 0,-1-1,1 0,-1 0,1 0,-1 0,1-1,-1 0,0 1,1-2,-1 1,0 0,0-1,0 0,0 0,0 0,1-1,8-12,-1-1,-1 0,0-1,-1 0,-1 0,-1-1,0 0,-1-1,-1 0,3-18,-1 12,16-60,-22 71,-6 17,-8 24,-15 69,4 0,4 1,5 1,4 0,3 48,-6 220,13-353,0-4,0 0,-1 0,0 0,0 0,-1 0,0 0,0 0,-1-1,-1 1,1-1,-4 5,7-12,-1 0,1 0,-1 0,0 0,0 0,1-1,-1 1,0 0,0 0,0-1,0 1,0 0,0-1,0 1,0-1,0 1,0-1,0 0,0 1,0-1,0 0,-1 0,1 0,0 0,0 0,0 0,0 0,-1 0,-10-5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6:42.76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5 493,'133'-417,"-102"348,-30 68,0 0,1 0,-1 1,0-1,1 1,-1-1,0 1,1-1,-1 1,1 0,-1-1,0 1,1 0,-1 0,1 0,-1 0,1 0,-1 1,1-1,-1 0,1 1,-1-1,0 1,1-1,-1 1,0 0,1-1,-1 1,0 0,0 0,0 0,0 0,0 0,0 0,0 0,0 1,0-1,-1 0,1 0,0 1,-1-1,1 0,0 2,19 24,-1 1,-1 1,-1 1,-2 1,0 0,-3 0,0 2,0 9,-10-38,-1 0,1 0,-1 0,0 1,0-1,0 0,-1 1,0-1,1 1,-1-1,-1 1,1-1,-1 0,0 1,0-1,0 0,0 1,-1-1,0 0,0 0,0 0,0 0,-1-1,1 1,-2 0,-5 1,0-1,0 0,-1 0,0-1,1 0,-1-1,-1 0,1 0,0-1,0-1,0 1,-1-2,1 1,0-2,-3 0,8 2,-86-9,1-4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6:43.922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124 1,'-3'25,"-2"19,-3 17,0 11,-1 4,0 2,1-5,-1-7,-2-10,-1-15,0-14,-3-15,1-8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6:44.21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41,'20'-7,"30"-2,36 1,34 1,32 2,24 2,9 1,-6 4,-34 1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6:44.54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446 46,'-42'-11,"10"2,-1 1,0 2,0 1,0 1,-8 2,32 2,1 0,0 0,0 1,0 1,0-1,0 1,0 0,1 1,-1 0,1 0,-1 1,1 0,0 0,0 1,1 0,0 0,-1 0,2 1,-1 0,1 0,0 0,0 1,-3 5,3-3,1-1,0 1,1 0,-1 1,2-1,-1 1,2-1,-1 1,1 0,0 0,1-1,0 1,1 0,0 0,1-1,0 1,0-1,1 1,0-1,0 0,1 0,1 0,0 0,0-1,0 0,1 0,0 0,1-1,-1 0,1 0,1-1,6 5,11 4,0-1,0-1,2-2,-1-1,1 0,1-2,0-2,0 0,0-2,1-1,-1-1,1-1,0-2,-1-1,26-5,-22 4,-1-1,-1-2,1-1,-1-2,0-1,-1-1,0-1,-1-2,0-1,-1-1,-1-1,-1-1,0-1,-1-2,-2 0,0-2,-1 0,-1-1,-1-2,-2 0,14-51,-30 76,-1 1,0-1,0 0,0 1,0-1,0 0,0 0,0 1,0-1,0 0,0 1,0-1,0 0,0 1,-1-1,1 0,0 1,0-1,-1 1,1-1,0 0,-1 1,1-1,-1 1,1-1,-1 1,1-1,-1 1,1-1,-1 1,0 0,1-1,-1 1,1 0,-1 0,0-1,1 1,-1 0,0 0,1 0,-1 0,0 0,1 0,-1 0,0 0,0 0,1 0,-1 0,0 0,1 0,-1 1,-34 17,22-3,-1-1,2 2,0 0,1 0,1 1,0 0,1 1,1 0,1 1,1-1,0 1,1 0,1 1,-1 16,2-20,0 1,2-1,-1 1,2 0,0 0,2-1,-1 1,2 0,0-1,1 0,1 0,0 0,1 0,7 11,2-6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6:44.81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79 69,'0'-2,"12"-45,-11 46,-1 0,0 0,1 0,-1 0,1 0,0 0,-1 0,1 0,0 0,0 0,-1 0,1 0,0 1,0-1,0 0,0 1,0-1,0 0,0 1,0-1,0 1,0 0,1-1,-1 1,0 0,0 0,0 0,0 0,1 0,-1 0,0 0,0 0,0 0,0 0,0 1,1-1,-1 1,0-1,0 0,9 6,-1 0,0 1,0 0,0 0,-1 1,0 0,-1 0,1 1,-2 0,5 8,0-3,20 27,-2 2,-1 0,-3 2,-2 1,-2 1,-1 1,-3 2,-13-43,-1 0,-1 0,1 0,-1 0,0 1,-1-1,0 1,0-1,0 1,-1-1,0 1,-1-1,0 1,0-1,0 1,-1-1,0 0,-1 0,0 0,0 0,0 0,-1 0,0-1,0 0,0 1,-1-2,-5 6,1-5,-1-1,0-1,0 0,0 0,0-1,-1 0,1 0,-1-2,0 1,1-1,-1-1,0 0,-4-1,-139-21,60-2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6:45.08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109 70,'-106'-50,"106"50,0 0,1-1,-1 1,0 0,0 0,1-1,-1 1,0 0,0 0,0-1,1 1,-1 0,0-1,0 1,0 0,0-1,0 1,0 0,1-1,-1 1,0 0,0-1,0 1,0 0,0-1,0 1,-1-1,1 1,0 0,0-1,0 1,0 0,0-1,0 1,-1 0,1 0,0-1,0 1,0 0,-1-1,1 1,0 0,0 0,-1 0,1-1,0 1,-1 0,1 0,0 0,0-1,-1 1,1 0,124-5,1681 18,-1590-7,-41 1,38 11,-167-8,-26-3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6:45.43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0,'14'5,"20"3,25 1,27-1,27-3,23-1,18-2,9-1,-25-1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6:45.749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190 1,'-2'18,"-5"22,-7 18,-4 12,-5 9,0 1,-1-1,1-7,5-11,3-14,2-18,3-12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6:46.01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14,'9'-2,"17"-1,24 0,24 1,21 0,16 1,7 0,0 3,-9 4,-23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6:46.580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1 410,'32'-1,"1"-2,-1-1,1-1,-1-2,-1-1,1-2,-1-1,-1-1,19-11,-36 17,-1 0,0 0,0-1,-1-1,0 0,0-1,-1 0,0 0,-1-1,0 0,0-1,-1 0,-1 0,1-1,-2 0,0 0,0 0,-1-3,-4 12,0 0,-1 0,1-1,-1 1,0 0,0 0,0-1,-1 1,1 0,-1 0,1 0,-1 0,0 0,0 0,-1 0,1 0,-1 0,1 0,-1 0,0 1,0-1,0 1,0-1,-1 1,1 0,-1 0,1 0,-1 0,0 0,1 1,-1-1,-3 0,-1-1,-1 1,1 0,-1 0,0 0,0 1,0 1,1-1,-1 1,0 0,0 1,0 0,0 0,0 1,1-1,1 1,-1 0,1 0,-1 1,1-1,0 1,0 1,0-1,0 1,1 0,0 1,0-1,0 1,0 0,0 0,1 0,0 1,0-1,1 1,0 0,0 0,0 1,0-1,1 1,0-1,1 1,0-1,0 1,0 0,0 0,1 0,0-1,1 1,0 0,0 0,0 0,1-1,6 10,1-1,1 0,0 0,1-1,0-1,1 0,0 0,1-2,1 1,0-2,1 1,0-2,0 0,1-1,0-1,0 0,0-1,1-1,5 1,-6-1,1 0,0-2,-1 0,1 0,1-2,-1 0,0-1,1 0,-13-1,1 1,-1-1,0 0,0-1,0 1,1-1,-1 0,-1 0,1 0,0-1,0 0,-1 0,0 0,0 0,0-1,0 0,0 0,0 0,-1 0,0 0,0-1,0 1,-1-1,1 0,-1 0,0 0,0-2,3-18,0 0,-2-1,-1 0,-1 1,-2-1,0 0,-1 1,-5-19,-2-47,8 89,1 1,0-1,-1 1,1-1,0 0,0 1,0-1,0 0,1 1,-1-1,0 1,1-1,-1 0,1 1,-1-1,1 1,0-1,0 1,0 0,0-1,0 1,0 0,0 0,0-1,0 1,0 0,1 0,-1 0,0 0,1 1,-1-1,1 0,-1 1,1-1,-1 1,1-1,0 1,-1 0,1-1,0 1,-1 0,1 0,-1 0,1 0,0 1,-1-1,1 0,-1 1,2-1,37 5,1 1,-1 1,0 3,-1 1,16 8,33 25,-84-41,-1-1,0 1,0 0,0-1,0 2,0-1,-1 0,1 0,-1 1,0-1,0 1,0 0,-1 0,1 0,-1 0,0 0,0 0,0 0,-1 0,1 0,-1 0,0 2,-2 6,-1-1,0 1,-1-1,0 0,0 0,-1-1,-1 1,0-1,0 0,-13 24,16-28,0-2,0 0,0 0,1 1,-1-1,1 1,0 0,0-1,1 1,-1 0,1 0,0 0,1 0,-1 0,1 0,0 0,0 1,0-1,1 0,0 0,0 0,0 0,1 0,-1-1,1 1,1 1,5 0,0 0,1 0,0-1,0 0,0-1,0 0,1 0,-1-1,1 0,0-1,0 0,0 0,1-1,-1 0,0-1,0-1,0 1,5-2,47-5,-7-4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6:47.323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18 1,'-5'13,"2"1,0 0,0 0,1 0,1 0,0 0,1 0,1 1,0-1,1 0,2 8,-2-14,0-1,0 0,1 0,0-1,0 1,0 0,1-1,0 0,0 0,0 0,1 0,0-1,0 0,1 0,-1 0,1 0,0-1,1 0,-1-1,1 1,-1-1,1 0,1 0,-3-2,0 0,1 0,-1 0,1-1,-1 0,1 0,0 0,-1-1,1 0,-1 0,0 0,1 0,-1-1,0 0,0 0,0-1,0 1,0-1,0 0,-1 0,0-1,1 1,-1-1,0 0,-1 0,2-2,5-7,0 1,-1-1,-1 0,0-1,0 0,-2 0,0-1,3-11,-8 24,0 0,0 0,0 0,0 0,-1 0,1 0,0 0,-1 0,0-1,1 1,-1 0,0 0,0 0,0 0,0 0,-1-1,1 1,-1 0,1 0,-1 0,0 0,0 0,1 0,-2 0,0-2,0 5,0 0,0 0,0 0,0-1,0 2,0-1,0 0,1 0,-1 1,0-1,1 1,-1-1,1 1,-1 0,1-1,0 1,0 0,-1 0,1 0,1 0,-1 0,0 0,0 0,1 1,-2 1,0 0,0 1,0-1,1 1,0-1,0 1,0-1,0 1,1 0,0 0,0-1,0 1,0 0,1-1,0 1,0 0,0-1,0 1,1-1,0 0,0 1,0-1,0 0,1 0,0 0,-1-1,1 1,1 0,-1-1,0 0,1 0,0 0,2 1,7 2,-1 0,1-2,-1 1,1-2,0 0,1 0,-1-1,0-1,1 0,-1-1,1 0,-1-1,1-1,-1 0,0 0,12-5,-15 3,-1-1,0 0,0 0,0-1,-1 0,0 0,0-1,0 0,-1 0,0-1,0 0,-1 0,0-1,-1 1,0-1,0-1,-1 1,0-1,0 1,-1-1,-1 0,0 0,0-1,0-8,-2 19,-1 0,1 0,0 0,-1 0,1 0,0 0,-1 0,1 0,0 0,-1 0,1 0,0 0,-1 0,1 0,0-1,0 1,-1 0,1 0,0 0,-1 0,1-1,0 1,0 0,0 0,-1-1,1 1,0 0,0 0,0-1,-1 1,1 0,0-1,0 1,0 0,0-1,0 1,0 0,0-1,0 1,0 0,0-1,0 1,0 0,0-1,0 1,0 0,0-1,0 1,-16 28,12-16,0-1,1 1,0 0,1 0,0 0,0 0,2 1,0-1,1 9,-1-16,1 0,-1 0,2 0,-1-1,0 1,1 0,0-1,0 1,0-1,1 1,-1-1,1 0,0 0,0 0,1-1,-1 1,1-1,0 0,0 1,0-2,0 1,0 0,1-1,-1 0,2 0,3 2,0-2,1 1,-1-1,1-1,-1 1,1-2,-1 1,1-1,0-1,-1 0,1 0,-1-1,1 0,-1-1,0 0,0 0,0-1,0 0,-1-1,3-1,4-4,0 0,-1-1,0-1,-1 0,-1-1,0-1,0 1,-1-2,-1 0,4-7,27-64,-46 100,0-1,1 1,0 0,1 0,0 0,1 0,1 1,0-1,1 1,1-1,0 0,1 1,0-1,1 0,1 0,0 0,1-1,1 0,1 2,13 9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6:48.302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14,'192'125,"-151"-103,-1 2,-2 2,0 1,-2 2,-1 2,27 30,-52-48,-1 1,0-1,-1 1,-1 1,0 0,-1 0,0 0,-2 1,1-1,-2 1,0 0,-1 0,-1 0,0 1,-1-1,-1 2,0-3,0-10,0 0,0 0,0 0,1 0,-1 0,1 1,1-1,-1 0,1 0,0 0,0 0,0 0,1 0,0 0,0 0,0 0,0-1,1 1,0-1,0 0,0 0,0 0,1 0,-1 0,1-1,0 1,3 0,-1-1,1-2,-1 1,1-1,-1 0,1 0,0-1,-1 0,1 0,0 0,-1-1,1 0,-1 0,1-1,-1 0,0 0,1-1,-1 1,0-1,0-1,-1 1,1-1,0 0,6-5,0-1,0-1,0 1,-1-2,-1 1,0-2,-1 1,7-13,-10 15,-1 1,0-1,-1 0,1 0,-2 0,0 0,0-1,-1 0,0-1,-2 12,0 0,0 0,-1 0,1 0,0 1,0-1,0 0,-1 0,1 0,0 0,0 0,0 0,-1 0,1 0,0 0,0 0,0 0,-1 0,1 0,0 0,0 0,-1 0,1 0,0 0,0 0,0-1,0 1,-1 0,1 0,0 0,0 0,0 0,0 0,-1-1,-1 8,0 1,1-1,-1 0,2 1,-1-1,1 1,0-1,0 0,1 1,0-1,0 1,1-1,0 0,0 0,1 0,0 0,0 0,0-1,1 1,0-1,0 0,1 0,0-1,0 1,0-1,1 0,0 0,-1-1,2 1,-1-1,5 2,15 7,1 0,0-2,1-1,0-1,0-2,1-1,0-1,0-1,12-1,99-9,-133 5,1-1,-1 1,1-2,-1 1,0-1,0 0,0-1,0 1,-1-1,1-1,-1 1,0-1,0 0,-1-1,0 1,0-1,1-1,-5 4,1-1,0 1,-1-1,0 1,1-1,-1 0,-1 0,1 0,-1 1,1-1,-1 0,0 0,-1 0,1 0,-1 0,1 1,-1-1,0 0,0 0,-1 1,1-1,-1 1,0-1,0 1,0 0,0 0,-1 0,1 0,-1 0,0 0,0 1,0-1,0 1,0 0,0 0,-1 0,1 0,-1 1,1-1,-1 1,0 0,-6-3,-1 0,0 1,1 0,-1 1,-1 0,1 1,0 0,0 1,0 0,-9 2,16-2,0 1,-1-1,1 1,0 1,0-1,0 0,0 1,0 0,0 0,0 0,0 0,1 1,-1 0,1-1,0 1,0 0,0 1,0-1,0 0,1 1,-1 0,1-1,0 1,0 0,1 0,-1 0,1 1,-1 1,1 0,1 0,-1 0,1 0,0 0,1 0,-1 0,1 0,1 0,-1 0,1 0,0 0,0-1,1 1,-1-1,1 1,1-1,-1 0,1 0,0 0,0-1,0 0,0 1,1-1,0-1,0 1,3 1,0 1,1 0,1-1,-1 0,1-1,0 0,0 0,0-1,0 0,0-1,1 0,-1-1,1 0,0 0,10-2,-12-2,0 0,0 0,-1-1,1 0,-1-1,0 0,0 0,0-1,-1 0,1 0,-2-1,1 0,-1 0,0 0,0-1,-1 0,0 0,0-1,-1 1,0-1,-1 0,0 0,0 0,0-5,4-2,-1 27,-5 3,-2-4,1 0,1 0,0 0,0 0,1 0,0 0,0 0,2-1,-1 1,1-1,0 0,1 0,0 0,0-1,6 7,-5-8,1-1,0 0,0 0,0-1,1 0,0 0,0-1,0 0,1 0,-1-1,1 0,0-1,0 1,0-2,0 1,0-1,0-1,0 0,0 0,1-1,-1 0,0 0,0-1,0 0,0-1,-1 0,1 0,-1-1,0 0,0-1,0 0,0 0,-1 0,0-1,0 0,0 0,2-4,6-14,-1-1,-1 0,-1-1,-2 0,0-1,-2 0,-1-1,-1 0,2-26,9-51,-5-1,-1-88,-10 183,-1 0,0-1,0 1,-2 0,1 0,-1 0,-1 0,0 0,0 0,-3-4,5 13,0 0,0 1,0-1,-1 0,1 0,-1 1,1-1,-1 1,0-1,1 1,-1 0,0-1,0 1,0 0,0 0,0 1,0-1,0 0,-1 1,1-1,0 1,0 0,0-1,0 1,-1 0,1 0,0 1,0-1,-1 0,1 1,0-1,-64 35,48-20,1 0,0 2,1 0,0 1,2 0,0 1,2 1,0 0,1 1,0 0,2 1,1 0,1 0,0 1,2-1,1 1,0 1,2-1,1 0,1 1,0-1,2 1,4 18,20 44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6:49.442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576 194,'5'14,"-1"-39,-4 18,-1 0,0 0,-1 0,0 0,0 0,0 0,-1 1,0-1,0 1,-1 0,1 0,-2 0,1 0,0 0,-1 1,0 0,-1 0,1 1,-1-1,0 1,0 0,0 1,-2-2,-5-2,-1 1,0 0,0 0,-1 1,0 1,0 1,0 0,0 1,0 0,-10 1,11 2,-1 1,0 1,1 0,-1 0,1 1,0 1,0 1,1 0,-1 0,2 2,-1-1,1 2,0 0,0 0,1 1,0 0,1 1,1 0,-1 1,2 0,0 0,0 1,1 0,0 0,2 1,-1 0,2 0,0 0,0 1,1-1,1 1,1 0,0 0,1-1,0 7,2-4,0-1,1 1,1-1,0 0,1 0,1 0,0 0,1-1,1 0,0-1,1 1,1-2,0 1,1-1,0-1,1 0,1-1,7 6,-2-3,1-1,0-1,0 0,2-2,-1 0,1-1,0-1,1-2,0 0,0-1,1-1,-1 0,11-2,-26-1,0 0,0 0,0-1,0 0,0 0,0-1,0 0,0 0,-1-1,1 1,0-1,-1-1,1 0,-1 0,0 0,0 0,0-1,0 0,-1 0,0-1,1 1,-2-1,1-1,0 1,-1 0,0-1,-1 0,1 0,-1 0,0-1,1-3,-1-45,-3 55,0 0,0 1,0-1,0 0,0 1,0-1,0 0,0 1,-1-1,1 0,0 0,0 1,0-1,-1 0,1 0,0 1,0-1,0 0,-1 0,1 0,0 1,-1-1,1 0,0 0,0 0,-1 0,1 0,0 0,-1 1,1-1,0 0,-1 0,1 0,0 0,-1 0,1 0,0 0,-1 0,1-1,0 1,-1 0,1 0,0 0,0 0,-1 0,1 0,0-1,-1 1,1 0,0 0,0 0,-1-1,1 1,0 0,0 0,0-1,-1 1,1 0,0-1,0 1,0 0,0 0,0-1,0 1,0 0,0-1,-1 1,-1 9,-1 1,1 0,1-1,0 1,0 0,1 0,0 0,1 0,0-1,0 1,1 0,1 0,-1-1,2 0,-1 1,1-1,0-1,1 1,4 5,-5-5,2-1,-1 0,1 0,0 0,0-1,1 1,0-1,0-1,1 0,0 0,0 0,1-1,-1 0,1-1,0 0,0 0,0-1,1 0,0-1,2 1,-10-3,1 0,-1-1,0 1,0 0,0-1,0 1,1-1,-1 0,0 0,0 0,0 0,0 0,0 0,-1 0,1-1,0 1,-1-1,1 1,-1-1,1 0,-1 0,1 0,-1 1,0-1,0 0,0 0,0-1,-1 1,1 0,-1 0,1 0,-1 0,1-1,-1 0,-7-78,0 64,-1 0,0 1,-1 0,-1 1,0-1,-1 2,-1 0,0 0,-1 1,0 1,-1 0,-1 1,1 0,-2 1,1 1,-2 0,1 1,-1 1,0 1,0 0,-8 0,25 6,0 0,166 23,67-2,-99-11,-83 1,-50-11,-1 1,0-1,1 1,-1-1,0 1,0-1,0 1,0 0,0-1,1 1,-1-1,0 1,0 0,0-1,-1 1,1-1,0 1,0 0,0-1,0 1,0-1,-1 1,1-1,0 1,0-1,-1 1,1-1,-1 1,1-1,0 1,-1-1,1 1,-1-1,1 0,-1 1,1-1,-1 0,1 0,-1 1,-1 0,-7 8,0 0,1 0,0 1,0 0,1 0,0 1,-2 5,8-13,0 0,-1 0,1 0,1 0,-1 0,0 0,1 0,-1 1,1-1,0 0,0 0,0 0,1 1,-1-1,1 0,-1 0,1 0,0 0,1 0,-1 0,0 0,1 0,-1-1,1 1,0 0,0-1,0 1,0-1,1 0,-1 0,1 0,0 1,11 5,1 0,0-1,0 0,0-1,0-1,1 0,0-2,0 1,0-2,1 0,-1-1,8-1,-16 1,0 0,1 0,-1-1,1 0,-1-1,1 0,-1 0,0 0,1-1,-1-1,0 0,0 0,-1 0,1-1,0 0,-1 0,0-1,0 0,-1 0,1-1,-1 0,0 0,-1 0,1-1,-1 1,2-6,-2 1,-1 0,-1-1,1 0,-2 0,0 1,0-1,-1 0,-1-1,0-3,-3 76,28 70,-23-123,0-1,1 1,0-1,0 0,1 0,-1 0,1 0,1-1,-1 1,1-1,0 0,0 0,0-1,1 0,-1 0,1 0,6 3,12 1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6:50.04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15 576,'-2'6,"-1"0,1 0,0 0,0 1,1-1,0 0,0 1,0-1,1 1,0-1,0 0,1 1,0-1,0 1,0-1,1 0,0 0,0 0,1 0,-1 0,1 0,0 0,1-1,0 0,1 2,1 1,1-1,-1 0,1 0,1-1,-1 0,1 0,0-1,0 0,1 0,-1-1,1 0,0-1,0 0,1 0,-1-1,8 1,-11-3,-1-1,1 0,-1 0,1 0,-1-1,0 1,1-1,-1-1,0 1,0-1,-1 0,1 0,0 0,-1-1,0 1,0-1,0 0,0 0,-1-1,1 1,-1-1,0 0,-1 0,1 0,-1 0,22-27,-20 26,-2 2,1 1,-1 0,1-1,-1 1,1 0,0 1,0-1,0 0,1 1,-1 0,0 0,1 0,0 0,-1 0,1 1,2-1,-3 3,-1 0,0 1,0 0,0-1,0 1,-1 0,1 0,0 0,-1 0,1 0,-1 0,0 1,0-1,0 0,0 1,0-1,0 1,-1-1,1 1,-1-1,1 1,-1-1,0 1,0 0,-1 0,3 4,-2-5,0 7,1 0,0 0,0 0,1 0,0-1,1 1,0-1,0 1,1-1,0 0,0 0,1-1,0 1,1-1,-1 0,1 0,1-1,-1 0,1 0,5 4,-2-7,0 0,0 0,0-1,0 0,1-1,-1 0,1-1,-1 0,0 0,1-1,-1 0,0-1,1-1,-1 1,0-2,-1 1,1-1,-1-1,1 0,-1 0,-1 0,1-1,-1-1,0 0,0 0,-1 0,0-1,0 0,-1 0,0-1,4-7,19-31,-3-1,-1-1,-3-1,-2-1,-3-1,-1-1,3-29,-3 10,-3-1,2-48,-15 111,1 4,0 1,0-1,-1 0,0 0,-1 0,1 1,-1-1,0 0,0 0,-1 1,-1-5,2 10,0-1,0 1,0 0,1-1,-1 1,0-1,0 1,0 0,0 0,0 0,-1 0,1 0,0 0,0 0,0 0,0 0,0 0,0 0,0 1,0-1,0 0,0 1,1-1,-1 1,0-1,0 1,0-1,0 1,0 0,1 0,-1-1,0 1,1 0,-1 0,1 0,-1-1,0 1,1 0,0 0,-1 0,1 0,0 0,-1 0,1 0,-14 23,2 1,0 0,2 0,0 1,2 0,1 1,1 0,1 0,2 0,0 7,0 2,3-1,0 1,2 0,2-1,1 1,2-1,2-1,0 1,3-1,1-1,1 0,1-1,3-1,0 0,2-1,1-1,5 3,4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6:50.31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5,'13'-4,"28"4,36 8,40 7,37 5,-6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6:50.59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51 1,'0'27,"-2"25,-4 22,-2 14,-2 6,0 1,2-8,2-10,5-18,5-17,3-17,2-12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6:50.846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34 1,'165'201,"-144"-176,31 33,-3 2,-2 3,-3 1,-3 3,-3 1,0 6,-32-60,-1 0,0 1,-1-1,-1 1,0 0,-1-1,-1 1,0 2,-1-12,-1 0,1 1,-1-1,0 0,0 0,0 0,-1 0,0 0,0 0,0 0,0 0,-1-1,0 1,0-1,0 0,0 0,-1 0,0 0,0-1,0 1,0-1,0 0,-1 0,0 0,-17 5,0 0,0-2,0 0,-1-2,0-1,0 0,0-2,0 0,0-2,0 0,0-2,-20-4,-96-22,104 12,29 3,17 3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6:51.16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56 81,'-2'-1,"0"1,0 0,0 0,0 0,0 0,0 0,0 0,0 0,0 1,0-1,0 1,0 0,0-1,0 1,1 0,-1 0,0 0,0 0,1 1,-1-1,1 0,-1 1,1-1,0 1,-1-1,1 1,0 0,0 0,0-1,0 1,0 0,1 0,-1 0,0 0,1 0,0 0,-1 0,1 0,0 0,0 0,0 0,0 0,1 0,-1 0,0 0,1 0,-1 0,2 1,5 11,1-1,1 0,0-1,1 0,0-1,1 0,0 0,1-1,0 0,0-1,1-1,1 0,0 0,1 2,-1-2,1 1,1-2,0 0,0-1,0 0,0-2,1 0,0 0,12 0,-27-4,1-1,-1 1,0 0,0 0,1-1,-1 0,0 1,0-1,0 0,0 0,0 0,0 0,0 0,0-1,0 1,-1-1,1 1,0-1,-1 1,1-1,-1 0,0 0,0 0,1 0,-1 0,0 0,-1 0,1 0,0 0,-1 0,1-1,0-1,-1-75,-1 66,0 0,-1-1,-1 1,0 0,-1 1,0-1,-1 1,-1 0,0 0,0 0,-1 1,-1 0,0 0,0 1,-1 0,0 0,-1 1,-1 0,4 6,0 0,-1 0,1 1,-1 0,0 1,0 0,0 0,0 0,0 1,0 0,0 1,1 0,-1 0,0 0,0 1,0 1,1-1,0 1,-1 0,1 1,0 0,0 0,1 0,-1 1,1 0,0 0,1 1,-6 6,9-10,1 0,-1 1,1 0,-1-1,1 1,0 0,0 0,1-1,-1 1,0 0,1 0,0 0,0 0,0 0,0 0,0 0,0 0,1 0,-1 0,1-1,0 1,0 0,0 0,0-1,1 1,-1 0,1-1,-1 1,1-1,2 2,20 23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6:51.823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3 0,'-2'18,"1"1,1-1,1 0,0 1,1-1,1 0,1 0,1 0,0-1,1 0,1 0,1 0,0-1,1 0,8 10,-16-24,0-1,0 1,0-1,0 0,0 0,1 1,-1-1,0 0,1 0,-1 0,1 0,-1 0,1-1,0 1,-1 0,1-1,0 1,0-1,-1 0,1 0,0 1,0-1,-1 0,1 0,0-1,0 1,-1 0,1 0,0-1,0 1,-1-1,1 0,-1 0,1 1,0-1,-1 0,0 0,1 0,-1 0,1-1,-1 1,0 0,0-1,0 1,0 0,0-1,0 1,0-1,0 0,0-1,44-115,-45 118,-1 0,1 1,0-1,0 0,0 0,0 1,0-1,0 0,0 1,0-1,0 0,0 1,0-1,0 0,0 0,1 1,-1-1,0 0,0 1,0-1,0 0,0 0,1 1,-1-1,0 0,0 0,0 0,1 1,-1-1,0 0,0 0,1 0,-1 1,0-1,0 0,1 0,-1 0,0 0,1 0,-1 0,0 0,0 0,1 0,-1 0,0 0,1 0,-1 0,0 0,1 0,-1 0,0 0,0 0,1 0,-1 0,0 0,1-1,-1 1,0 0,0 0,1 0,-1-1,0 1,0 0,0 0,1 0,-1-1,0 1,0 0,0-1,9 33,-8-28,1 3,-2 2,2-1,-1 0,1 0,0 1,1-1,0 0,0-1,0 1,1 0,1-1,-1 0,1 0,0 0,1-1,0 0,0 0,0 0,0-1,6 4,-10-9,0 1,1-1,-1 0,1 0,-1 0,0 0,1 0,-1 0,1-1,-1 1,0-1,1 0,-1 0,0 1,0-2,0 1,0 0,0 0,0-1,0 1,0-1,0 1,0-1,-1 0,1 0,-1 1,1-1,-1 0,0-1,33-63,20-112,-54 177,0-1,0 1,0-1,0 1,0-1,0 1,0-1,0 1,1-1,-1 1,1-1,-1 1,1 0,0-1,-1 1,1 0,0-1,0 1,0 0,0 0,0 0,0 0,0 0,1 0,-1 0,0 0,0 0,1 1,-1-1,1 0,-1 1,1-1,-1 1,0 0,1-1,-1 1,1 0,0 0,-1 0,1 0,-1 0,1 0,-1 0,1 1,17 6,0 1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6:52.21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0,'0'1,"0"-1,0 1,0-1,0 1,0 0,0-1,0 1,0-1,1 1,-1-1,0 1,0-1,1 1,-1-1,0 1,1-1,-1 1,0-1,1 1,-1-1,1 1,-1-1,1 0,-1 1,1-1,-1 0,1 0,-1 1,1-1,-1 0,1 0,-1 0,1 0,0 1,-1-1,1 0,-1 0,1 0,0 0,-1 0,1-1,-1 1,1 0,-1 0,1 0,0 0,-1-1,1 1,-1 0,1 0,-1-1,1 1,-1-1,0 1,1 0,-1-1,1 1,-1-1,0 1,1-1,-1 1,0-1,1 1,-1-1,0 1,0-1,0 1,0-1,1 0,-1 0,18 35,-1 1,-2 0,-1 1,-2 0,6 27,-9-29,-9-33,0 0,0-1,0 1,-1 0,1 0,0 0,0 0,0 0,1-1,-1 1,0 0,0 0,0 0,0 0,1-1,-1 1,1 0,-1 0,0-1,1 1,-1 0,1-1,-1 1,1 0,0-1,-1 1,1-1,0 1,-1-1,1 1,0-1,0 1,-1-1,1 0,0 1,0-1,0 0,-1 0,1 0,0 0,0 1,0-1,0 0,0 0,-1-1,1 1,0 0,0 0,0 0,0-1,-1 1,1 0,0-1,0 1,-1 0,1-1,0 1,0-1,0 0,130-123,-131 123,0 0,1 0,-1 0,1 0,-1 1,0-1,1 0,0 0,-1 0,1 1,-1-1,1 0,0 1,-1-1,1 0,0 1,0-1,0 1,-1-1,1 1,0-1,0 1,0 0,0-1,0 1,0 0,0 0,0 0,0 0,0 0,0 0,0 0,0 0,0 0,0 0,-1 1,1-1,0 0,0 1,0-1,0 0,0 1,0-1,-1 1,1-1,0 1,0 0,-1-1,1 1,0 0,-1 0,1-1,-1 1,1 0,-1 0,1 0,-1 0,1 0,-1-1,0 1,0 0,1 1,5 37,-5-29,1 0,-1 1,2-1,0 0,0 0,0 0,1-1,1 1,2 3,1-3,1 0,1 0,0-1,0-1,0 1,1-2,0 1,1-2,0 1,0-2,0 1,1-2,-1 1,1-2,1 0,41 10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7:41.26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160 0,'-7'18,"-4"18,-5 14,-5 11,0 10,3 6,2 2,4-2,4-7,4-10,1-14,1-15,-3-11,-3-13,1-7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7:41.54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62 13,'-16'-2,"-7"-1,5 0,14 1,24 3,29 1,31 0,27 0,22-1,13-2,2-1,-8 0,-12-1,-19 2,-25 0,-26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7:42.01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618 113,'-19'-15,"-1"2,0 0,-1 2,-1 0,1 1,-2 1,1 1,-1 2,-11-3,21 7,0-1,0 2,0 0,0 0,0 2,0-1,0 2,0-1,0 2,0 0,0 0,1 1,0 1,0 0,0 1,0 0,-9 7,7-1,1 1,0 1,0 0,1 0,1 1,1 1,0-1,1 2,0 0,2 0,0 0,0 1,2 0,1 0,0 0,1 1,1-1,0 1,2 0,0-1,1 1,1 0,1-1,0 1,6 14,-5-22,0-1,1 0,0 0,1 0,0 0,1-1,0 0,0 0,1-1,0 0,0 0,1-1,0 0,0-1,1 0,0 0,0-1,0 0,1-1,2 1,12 3,0-2,1 0,0-2,0-1,0 0,1-2,-1-2,8 0,13-4,1-1,-1-2,0-3,0-1,-1-3,-1-1,-1-3,9-6,28-19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7:43.126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69 176,'0'162,"-31"-50,20-73,2 1,2 0,2 0,1 1,2-1,2 1,3 11,-3-46,0 0,1-1,0 1,0-1,0 1,1-1,0 0,0 1,0-1,1 0,0 0,0-1,0 1,0 0,1-1,0 0,0 0,0 0,0 0,0-1,1 0,0 0,0 0,0 0,0-1,0 0,0 0,0 0,1 0,5 0,5-2,0 0,1-2,-1 0,0 0,0-2,0 0,0 0,-1-2,1 0,-1-1,-1 0,1-1,-1-1,-1 0,0-1,3-3,10-9,-1-1,-1-1,-1-1,-1-1,-1-1,-2 0,-1-2,-1-1,-1 0,-2 0,11-33,-9 12,-1-1,-3 0,-2-1,-2 0,-3-1,-2 1,-2-11,-2 36,-5 47,-70 464,71-457,0-5,1 0,1 0,1 0,1 1,0-1,2 0,1 1,0-1,5 16,5-8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7:43.71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78 8,'-77'-8,"78"12,86 13,110-1,123-6,-276-10,1710 2,-1611-2,529-17,-556 5,-108 13,-6 2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7:44.199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69,'18'2,"22"1,23-2,23-4,22-4,17-4,11-2,2 0,-6 2,-15 3,-19 3,-27 2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7:45.46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0 533,'23'-132,"-11"85,70-261,-59 264,-22 44,0-1,0 1,0 0,-1 0,1 0,0 0,0 0,0 0,0 0,0 0,0 0,0 0,-1 0,1 0,0 1,0-1,0 0,0 1,-1-1,1 1,0-1,0 1,-1-1,1 1,0-1,-1 1,1 0,-1-1,1 1,-1 0,1 0,-1-1,1 1,-1 1,0-2,24 33,-1 1,-2 1,-2 1,4 12,-8-17,-15-31,18 35,-1 1,-2 1,-1 1,-2 2,-11-37,0-1,0 1,0 0,-1 0,1-1,-1 1,0 0,0 0,0 0,0 0,-1-1,1 1,-1 0,0 0,1-1,-1 1,0-1,-1 1,1 0,0-1,-1 0,1 1,-1-1,0 0,0 0,0 0,0 0,0 0,0 0,0-1,-1 1,1-1,-1 0,1 1,-1-1,0 0,1 0,-1-1,0 1,1-1,-4 1,-2 0,0-1,0-1,0 1,0-1,0 0,0-1,0 0,0 0,1-1,-1 0,1 0,0-1,-1 0,2 0,-1 0,0-1,1 0,0-1,0 1,1-1,-1 0,1-1,1 1,-1-1,4 6,0 0,1 0,-1 0,0 0,1 0,-1 0,0 0,1 0,0 0,-1 0,1 0,-1 0,1 0,0 0,0 0,0 0,0-1,0 1,0 0,0 0,0 0,0 0,0 0,1 0,-1-1,0 1,1 0,-1 0,1 0,-1 0,1 0,0 0,-1 1,1-1,0 0,0 0,0 0,-1 1,1-1,0 0,0 1,0-1,0 0,0 1,0 0,0-1,0 1,1-1,-1 1,0 0,0 0,0 0,0 0,1 0,206-9,-163 6,0-2,-1-2,0-2,-1-1,0-3,0-1,-1-3,2-2,-32 12,0 0,-1 0,0-1,0-1,-1 0,0 0,0-1,-1 0,0-1,-7 9,0-1,0 0,0 0,0 0,0 0,0 0,-1 0,0-1,1 1,-1-1,0 1,-1-1,1 1,-1-1,1 1,-1-1,0 1,-1-1,1 0,-1 1,1-1,-1 1,0-1,0 1,0 0,-1-1,1 1,-1 0,0 0,0 0,0 0,0 0,-1 0,1 1,-1-1,1 1,-5-3,0 0,0 1,0 0,0 0,-1 1,0-1,0 2,0-1,0 1,0 1,0-1,0 1,-1 1,1-1,0 1,0 1,-1 0,1 0,0 0,0 1,0 1,0-1,0 1,0 0,1 1,0 0,0 0,-7 5,8-2,0-1,0 1,0 1,1-1,0 1,1 0,0 0,0 0,1 1,-1-1,2 1,-1 0,2-1,-1 1,1 0,0 1,1-1,0 0,0 0,1 0,0 0,1 0,0 0,0-1,1 1,0 0,1-1,0 0,0 0,1 0,-1 0,6 5,5 3,0-1,1 0,1-1,0-1,1 0,0-1,1-2,1 1,-1-2,2-1,-1 0,1-2,0 0,0-1,1-2,-1 0,1-1,5-1,32 3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7:46.093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38,'1'43,"14"30,3 0,4-2,26 60,-45-123,-1-3,-1 0,1 0,0-1,0 1,1 0,-1-1,1 0,0 0,0 0,1 0,-1 0,1 0,0-1,2 2,-4-5,0 0,0 0,0 0,0 0,0 0,0-1,0 1,0-1,0 0,0 1,-1-1,1 0,0 0,0 0,-1 0,1 0,-1-1,1 1,-1 0,1-1,-1 1,0-1,0 1,0-1,0 0,0 0,0 1,0-1,0 0,-1 0,1 0,-1 0,1-1,13-38,-1 0,-3 0,-1-1,-1 0,-3-7,0 18,14-107,-11 129,-5 33,-2 7,19 144,-18-166,1 0,-1 0,1-1,1 1,0-1,0 0,1 0,-1 0,2 0,-1-1,1 0,0 0,1-1,0 0,0 0,0 0,5 2,-7-5,0 0,0-1,1 0,-1 0,0 0,1-1,0 1,-1-1,1-1,-1 1,1-1,0 0,-1 0,1-1,0 0,-1 0,1 0,-1-1,1 1,-1-1,0 0,0-1,0 0,0 1,4-4,1-2,1-1,-1 0,0 0,-1-1,0 0,-1-1,0 0,0 0,-2 0,3-6,8-19,-2-1,-1-1,-2 0,-1 0,3-36,-15 61,-8 36,0 6,2 1,1-1,1 1,2 0,1 0,1 0,2 0,2 20,-1-41,-1-1,2 1,-1-1,1 0,0 0,1 0,0 0,0 0,1-1,0 0,0 0,1 0,-1 0,2-1,-1 0,1 0,0-1,0 0,0 0,1-1,-1 0,1 0,1 0,31 10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7:47.25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1 840,'1'16,"2"0,0 0,1-1,0 1,1-1,1 0,0 0,4 4,1 5,101 205,-110-224,-2-4,0 1,1-1,-1 1,1-1,-1 1,1-1,0 1,-1-1,1 0,0 1,0-1,0 0,0 0,0 0,0 0,0 0,0 0,1 0,-1 0,0 0,1 0,-1 0,0-1,1 1,-1-1,1 1,-1-1,1 0,-1 1,1-1,0 0,-1 0,2 0,1-4,1-1,-1 1,-1-1,1 0,0 0,-1 0,0-1,-1 1,1-1,-1 0,0 1,1-5,3-5,84-275,-85 261,-10 24,-24 57,24-43,1 0,-1 1,2-1,-1 1,1 0,1 0,0 0,0 0,1 0,0 0,1 1,0-1,1 0,0 0,1 0,0 1,0-1,1-1,0 1,1 0,0-1,0 0,1 0,1 0,2 4,9-1,0-1,0-1,1 0,0-1,0-1,1-1,0-1,1 0,-1-2,1 0,0-1,0-1,0-1,0-1,3 0,6 1,1 0,-1-2,1-1,-1-2,0-1,0-1,0-1,-1-1,0-2,-1-1,0-1,0-1,-2-2,1 0,5-7,-23 14,1-1,-1 0,0 0,-1-1,0 0,-1 0,0-1,0 1,-1-1,1-4,-5 11,1 0,-1 0,0-1,0 1,0-1,-1 1,1-1,-1 1,0 0,0-1,-1 1,1-1,-1 1,0-1,0 1,-1 0,1-1,-1 1,0 0,0 0,0 0,-1 1,1-1,-1 0,0 1,0 0,0 0,-3-2,-3 0,0 0,0 0,0 1,-1 1,0-1,0 2,0-1,0 1,0 1,0 0,0 0,0 1,-1 1,1-1,0 1,0 1,0 0,0 1,0 0,0 0,1 1,0 0,-1 1,1 0,1 0,-1 1,1 0,0 1,1-1,-1 2,1-1,0 1,1 0,0 0,1 1,-1 0,1 0,1 0,0 0,0 1,1-1,0 1,1 0,0 3,2-9,-1 0,1 0,1-1,-1 1,1 0,-1 0,1 0,0 0,1 0,-1-1,1 1,-1-1,1 1,0-1,0 1,1-1,-1 0,1 0,-1 0,1-1,0 1,0 0,1-1,-1 0,0 0,1 0,-1 0,1-1,-1 1,3 0,3 1,1-1,-1 0,1 0,-1-1,1 0,-1-1,1 0,-1 0,1-1,0-1,-1 1,2-2,1-1,0 0,-1-1,1-1,-1 1,0-2,-1 0,0 0,0-1,-1 0,1 0,-2-1,1 0,-1-1,-1 0,0 0,0-1,-1 0,0 0,-1 0,-1-1,1 0,-2 0,3-10,-8-34,1 56,1-1,-1 1,0-1,1 1,-1-1,0 1,1 0,-1-1,0 1,1 0,-1 0,0 0,0-1,1 1,-1 0,0 0,0 0,1 0,-1 0,0 0,0 1,1-1,-1 0,0 0,0 0,1 1,-1-1,0 0,1 1,-1-1,0 1,1-1,-1 1,1-1,-1 1,1-1,-1 1,1-1,-1 1,1 0,-1-1,1 1,0 0,-1-1,1 1,-7 8,1 1,0 0,1 0,0 0,0 1,1 0,1-1,0 2,0-1,1 0,1 0,-1 1,2-1,0 1,0-1,1 0,0 1,1-1,2 8,0-11,-1 0,1 1,0-1,0-1,1 1,0-1,1 0,-1 0,1 0,1-1,-1 0,1 0,0-1,1 0,-1 0,1 0,0-1,2 0,9 5,0-2,1 0,0-1,0-2,1 0,-1 0,8-2,-9 0,0-1,0-1,1 0,-1-2,0 0,0-1,-1-1,1-1,-1 0,1-1,-2-2,1 0,-1 0,0-2,-1 0,0 0,-1-2,0 0,0-1,-2 0,0-1,9-12,-4-1,-2-1,-1 0,-1-1,-1-1,-2 0,-1 0,-1-1,4-27,-2-13,-2 0,-4-1,-3-31,0 65,-2 0,-2-1,-1 1,-2 1,-1-1,-2 1,-2 0,-2 1,0 0,-18-33,28 65,0-1,0 1,-1 0,1 1,-1-1,1 0,-1 1,0-1,-1 1,1 0,-1 0,1 0,-1 1,0-1,0 1,0 0,0 0,0 0,-1 0,1 1,0 0,-1 0,1 0,-1 0,1 1,-1 0,0 0,1 0,-1 0,1 1,-1 0,1 0,-1 0,1 0,0 1,-3 1,-4 5,0 1,1 0,0 1,0 0,1 1,0 0,1 0,1 1,-1 0,2 0,0 0,0 1,1 0,1 1,0-1,-1 9,-3 14,0 1,3 0,1 0,2 0,1 1,2-1,2 1,1-1,2 0,4 10,4 9,2-1,3-1,2-1,3-1,1-1,15 20,-26-47,0 0,2 0,1-2,0 0,2 0,0-2,2-1,0 0,1-1,1-2,0 0,1-2,26 12,-44-24,1 0,0 0,0-1,0 0,0 0,1-1,-1 0,0 0,0-1,0 0,0 0,0 0,0-1,0 0,0-1,-1 1,1-1,-1-1,0 1,0-1,0 0,0 0,-1-1,1 0,-1 0,0 0,3-5,15-20,-2-1,0-1,-3-1,0-1,4-15,-2 7,-13 30,-7 18,-7 23,-1-5,1 1,1-1,1 1,2 0,0 1,2-1,1 0,1 1,1 1,-1-22,0 1,1-1,-1 0,1 0,1 1,-1-1,1-1,-1 1,2 0,-1-1,0 1,1-1,0 0,0 0,0-1,0 1,0-1,1 0,0 0,0 0,-1-1,1 1,1-1,-1-1,0 1,1-1,-1 0,0 0,3 0,31 1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7:47.413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114 6,'-18'-3,"-11"0,0 5,5 8,11 10,19 10,22 8,6-4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7:49.21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64,'5'-6,"1"0,0 1,0-1,0 2,0-1,1 1,0 0,0 0,0 1,1 0,-1 0,1 0,-1 1,1 0,0 1,0 0,0 0,0 1,0 0,0 0,3 1,2 1,0 0,0 1,0 0,0 1,-1 0,1 1,-1 1,0 0,-1 0,1 2,-1-1,5 6,0 1,-1 1,-1 1,0 0,-2 1,1 0,-2 1,0 1,-2 0,0 0,0 1,-2 0,-1 0,0 1,1 12,0 16,-1 0,-2 0,-3 0,-1 0,-7 41,-29 156,16-130,-3 90,21-169,2 0,1-1,2 1,1-1,3 0,0 0,10 25,-14-50,0 0,1 0,1 0,-1-1,1 0,1 0,0 0,1 0,0-1,0 0,1-1,0 0,6 5,-12-12,0 0,1 0,-1 0,0-1,1 1,-1-1,1 0,-1 0,0 0,1 0,-1 0,1 0,-1-1,0 1,1-1,-1 0,0 1,0-1,1 0,-1 0,0 0,0-1,0 1,0-1,0 1,0-1,-1 1,1-1,-1 0,1 0,-1 0,1 0,-1 0,0 0,0 0,0 0,0-1,0 1,-1 0,1-1,-1 1,1-2,8-23,-2 0,0 0,-2-1,-1 0,-1 0,-2 0,-1-15,1 5,-2 0,-2 0,-1 0,-2 1,-1-1,-3 2,0-1,-3 1,-1 1,-1 0,-2 1,-1 1,-2 1,-1 0,-2 2,-1 0,-1 2,-2 0,0 2,-4-1,-1 4,-2 1,0 2,-1 1,0 2,-2 1,-13-2,49 17,-13-4,28 3,110 5,-1 3,0-6,0-5,-1-5,119-26,-215 30,1-2,-1 0,-1-2,0-1,8-4,-30 14,1-1,-1 1,0-1,1 1,-1-1,0 0,0 0,0 0,0 0,-1-1,1 1,-1-1,1 0,-1 0,0 0,0 0,0 0,0 0,-1 0,1-1,-1 1,0 0,0-1,0 0,0 1,-1-1,1 1,-1-1,0 0,0 1,-1-1,1 0,-1 1,0-3,-3 0,-1 1,0-1,-1 1,1 0,-1 0,0 0,0 1,-1 0,1 0,-1 1,0 0,0 0,0 1,0-1,0 1,-1 1,1 0,-6-1,2-1,-1 1,1 0,0 1,-1 0,1 1,-1 0,1 1,0 0,-1 1,1 0,0 0,0 1,0 1,0 0,1 1,0 0,-1 0,2 1,-1 0,1 1,0 0,0 1,1-1,0 2,-3 3,9-8,-1 1,1 0,0-1,0 1,1 0,0 0,-1 0,1 0,1 0,-1 0,1 0,0 0,0 1,1-1,-1 0,1 0,0 0,1 0,-1 0,1 0,0-1,0 1,2 2,2 4,1-1,1 0,-1 0,2 0,-1-1,1-1,1 1,-1-1,5 2,25 13,1-2,0-1,2-3,0-1,0-2,2-2,-1-1,2-3,-1-2,1-1,0-3,6-1,-6 0,-1-2,1-3,-1 0,13-6,-39 7,0-1,-1-2,1 1,-1-2,0 0,-1-1,0-1,0 0,-1-1,0-1,10-10,-21 19,0-1,-1 0,1-1,-1 1,0-1,0 1,0-1,0 0,-1 0,1 0,-1 0,0-1,0 1,-1 0,1-1,-1 0,0 1,0-1,-1 0,1 1,-1-1,0 0,0 0,-1 1,1-1,-1 0,0 1,-1-1,1 1,-1-1,0 1,0-1,0 1,0 0,-1 0,0 0,0 0,-8-3,0 0,-1 0,0 1,0 1,-1 0,1 1,-1 0,0 1,0 0,0 1,0 1,-1 0,1 0,0 2,-1 0,1 0,0 1,0 1,0 0,-7 3,11-4,0 1,0 1,0 0,1 0,-1 0,1 1,0 1,0-1,1 1,0 0,-5 5,10-8,-1 0,1 1,-1-1,1 0,0 1,0-1,0 1,1 0,-1-1,1 1,0 0,0 0,0 0,1 0,-1 0,1 0,0 0,0 0,1 0,-1 0,1 0,0 0,0 0,0 0,0 0,1-1,-1 1,2 2,6 5,0 0,1-1,0 0,1-1,0 0,0 0,1-1,0-1,0 0,1-1,0 0,0-1,0 0,1-1,0-1,-1 0,12 1,-7 0,0-1,0-1,0-1,1 0,-1-2,1 0,-1-1,16-3,-26 3,0 0,0-1,0 1,-1-2,1 1,-1-1,1 0,-1 0,0-1,-1 0,1-1,-1 1,0-1,-1 0,1 0,-1-1,0 0,-1 0,0 0,2-4,-2 2,-1 1,1-1,-2 0,1 0,-1 0,-1 0,0-1,0 1,0 0,-2-2,-2 3,-2 20,3-1,0 0,1 0,1 1,-1-1,2 0,0 0,0 0,1 1,0-1,1-1,0 1,1 0,0-1,0 1,2-1,-1-1,7 9,-3-4,1 0,0-1,2-1,-1 0,1 0,1-1,0-1,1 0,0 0,0-2,13 6,-22-11,0 0,-1 0,1-1,0 1,0-1,1-1,-1 1,0-1,1 0,-1 0,0 0,1-1,-1 0,1 0,-1 0,1-1,-1 1,1-1,-1-1,0 1,0-1,1 0,-1 0,0 0,-1-1,1 0,0 0,-1 0,0-1,1 1,-1-1,-1 0,1 0,-1 0,1-1,-1 1,1-3,2-13,-1-1,0 0,-1 0,-2 0,0 0,-1-1,-1 1,-2-8,2 8,-2-29,-1 36,2-1,0 0,1 0,0 0,2 0,-1 1,2-1,0 0,1 1,0 0,1 0,5-12,-6 22,0-1,0 1,0-1,0 1,1 0,-1 1,1-1,0 1,0 0,1 0,-1 1,0-1,1 1,0 0,-1 1,1-1,0 1,0 1,0-1,0 1,-1 0,3 0,9 1,-1 0,-1 1,1 1,0 1,-1 0,1 1,10 5,1 2,-2 0,0 2,0 1,-1 1,-1 1,-1 1,0 0,-2 2,0 1,-1 0,9 15,-21-26,-1 1,0-1,-1 1,0 0,-1 1,0-1,0 1,-2 0,1 0,-1 0,-1 0,0 0,-1 0,0 0,-1 0,-1 0,1 0,-2 0,0 0,-1 3,-57 131,49-127,2 1,0 0,1 1,2-1,0 2,1-1,1 1,0 0,2 0,1 0,1 0,1 1,1-1,1 5,5-5,0 0,2-1,1 1,0-2,2 0,0 0,1-1,1 0,1-1,1-1,0-1,1 0,0-1,2 0,2-1,-12-6,1 0,1-1,-1 0,1 0,1-2,-1 1,1-1,0-1,0 0,0-1,0 0,7 0,-16-3,0-1,0 1,0 0,-1-1,1 0,0 0,0 0,-1 0,1 0,0 0,-1-1,1 1,-1-1,0 0,1 1,-1-1,0 0,0-1,0 1,0 0,-1 0,1-1,-1 1,1-1,-1 0,0 1,0-1,0 0,0 0,0 1,-1-1,1-3,2-99,-12 57,-2 0,-2 0,-1 1,-3 1,-2 1,-2 0,-2 1,-2 2,-1 0,-3 2,-4-2,-16-19,-2 3,-3 2,-2 3,-15-8,39 33,32 28,-1 0,1 0,0 0,-1 0,1 0,0 0,0-1,-1 1,1 0,0 0,0 0,-1 0,1-1,0 1,0 0,0 0,-1 0,1-1,0 1,0 0,0 0,0-1,-1 1,1 0,0 0,0-1,0 1,0 0,0-1,0 1,0 0,0 0,0-1,0 1,0 0,0-1,0 1,0 0,0 0,0-1,0 1,0 0,0-1,1 1,-1 0,0 0,0-1,0 1,0 0,1 0,-1 0,0-1,0 1,0 0,1 0,-1 0,0-1,0 1,1 0,-1 0,0 0,0 0,1 0,-1 0,0 0,24 1,-22-1,377 61,-210-43,76-5,-290 2,44-14,0-1,-1 1,1-1,0 1,-1 0,1-1,0 1,0 0,0 0,0 0,0 0,0 0,0 0,0 0,0 0,0 0,0 1,1-1,-1 0,1 0,-1 1,1-1,-1 1,1-1,0 0,-1 1,1-1,0 1,0-1,0 0,0 1,1-1,-1 1,0-1,0 0,1 1,-1-1,1 0,-1 1,1-1,0 0,0 0,-1 1,2 0,7 5,0 0,0 0,0-1,1 0,0-1,1 0,-1 0,1-1,0-1,0 1,0-2,0 0,0 0,10 0,-4 1,0-1,1-1,-1 0,0-1,1-1,16-3,-30 4,1-1,-1 0,1-1,-1 1,0-1,0 1,0-1,0 0,0-1,0 1,0-1,-1 0,1 0,-1 0,0 0,0 0,0-1,0 1,-1-1,1 0,-1 0,0 0,0 0,0 0,-1 0,0-1,1 1,-1-1,-1 1,0-10,0-1,-1 1,-1 0,0 0,-1 0,-1 0,0 0,-1 0,0 1,-1 0,0 0,-1 1,-1 0,0 0,0 0,-2 1,1 1,-8-7,12 11,0 1,-1-1,1 2,-1-1,0 0,0 1,0 0,-1 1,0 0,1 0,-1 0,0 1,0-1,-1 2,1-1,0 1,-1 0,1 1,0 0,-1 0,1 0,0 1,-1 0,1 0,0 1,0 0,0 1,0-1,0 1,0 0,1 1,-1 0,-1 1,-2 4,0 0,1 1,0 0,1 0,0 1,0 0,1 1,0 0,1 0,1 0,0 0,1 1,0 0,1 0,-1 4,2-10,1 0,0 0,0 0,1 0,0 0,0 0,0 0,1 0,0 0,1 0,-1 0,1 0,1 0,-1-1,1 1,0-1,1 0,-1 0,1 0,0 0,1-1,0 1,-1-1,2 0,-1-1,0 1,1-1,0 0,3 1,-1-1,0-1,0 0,1 0,-1-1,1 0,0-1,0 0,-1 0,1-1,0 0,0-1,0 0,-1 0,1 0,7-4,29-9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7:49.482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496 183,'-14'-20,"-14"-15,-15-4,-12 3,-10 9,-6 8,3 12,8 14,15 16,14 11,18 13,10-2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7:49.76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0,'5'18,"5"11,9 5,12 0,16 1,21-5,22-7,-4-7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7:50.04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0,'4'69,"3"-1,3 0,3-1,19 58,-25-96,-5-16,2 1,-1-1,2 0,-1 0,2-1,0 1,4 6,-8-18,0 1,0-1,0 0,0 0,0 0,0-1,0 1,0 0,0-1,1 1,-1-1,0 0,0 0,0 0,0 0,1 0,-1 0,0 0,0-1,0 1,0-1,1 0,-1 0,0 0,0 0,0 0,-1 0,1 0,0 0,0-1,-1 1,1-1,-1 1,1-1,-1 0,1 1,-1-1,0 0,0 0,0-1,23-27,-2-2,-1 0,-1-1,-2-1,-2-1,-1 0,-1-1,-2-1,1-13,-8 35,-3 8,-1 6,-3 10,-2 11,1 0,1 1,0-1,2 0,1 1,0-1,1 1,5 15,-5-25,1-1,1 0,-1 0,2 0,-1-1,1 1,1-1,0 0,0 0,1-1,0 0,0 0,0-1,1 0,1 0,-1-1,10 6,26 8,-3-7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7:52.036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1073,'0'4,"11"179,-9-171,0 1,2 0,-1-1,1 0,1 0,1 0,-1 0,2-1,-1 0,2 0,-1-1,10 9,-12-14,0-2,0 1,0 0,0-1,1 0,-1 0,1-1,0 1,0-1,0 0,0-1,1 0,-1 0,0 0,0-1,1 0,-1 0,0 0,1-1,-1 0,0 0,0 0,0-1,0 0,0-1,0 1,0-1,-1 0,1 0,-1-1,0 1,0-1,0-1,-1 1,0 0,1-1,0-2,10-11,-1-1,-1-1,-1 0,-1-1,0 0,-2 0,-1-1,0 0,-1-1,-2 0,0 0,-2 0,1-14,-3 36,-1-1,1 0,-1 0,1 0,-1 0,0 0,1 0,-1 0,0 0,0 0,0 1,-1-1,1 0,0 0,-1 0,1 0,-1 0,0 0,0 1,0-1,0 0,0 0,0 1,0-1,0 1,0-1,-1 1,1 0,-1-1,1 1,-1 0,1 0,-1 0,0 0,0 0,-1 0,-2 3,1 0,0 0,0 0,-1 1,1-1,1 1,-1 0,0 1,1-1,-1 1,1-1,0 1,1 0,-1 0,0 0,1 0,0 1,-1 3,-1 0,0 0,1-1,0 1,1 1,0-1,0 0,0 0,1 1,1-1,-1 1,1-1,1 1,0-1,0 1,0-1,1 0,0 1,1-1,0 0,0-1,1 1,0 0,0-1,1 0,0 0,0 0,1-1,3 4,4 2,1-1,0-1,1 0,0-1,0 0,1-1,0-1,1-1,-1 0,1-1,0-1,1 0,-1-2,1 0,-1 0,1-2,4 0,-14-1,1-1,0 1,0-1,-1-1,1 0,-1 0,0 0,0-1,0 0,0-1,-1 0,0 0,0-1,0 1,0-1,-1-1,0 1,-1-1,1 0,-1-1,-1 1,1-1,-1 0,-1 0,1-1,-2 1,2-4,52-218,-54 220,-5 16,-3 18,1-9,1 0,0 1,2-1,0 1,0 0,1 0,1 0,1 0,1 0,0-1,0 1,2 0,0-1,1 0,0 0,1 0,1-1,7 13,-1-12,0-1,1 0,0-1,1 0,1-2,-1 1,2-2,0 0,0-1,1-1,0 0,0-1,1-2,0 1,0-2,0-1,0 0,1-1,-1-1,1-1,-1-1,2-1,-7-1,0 0,1-1,-2 0,1-1,0-1,-1 0,0-1,-1 0,0-1,0 0,0-1,-1-1,0 0,-1 0,0-1,-1 0,0 0,-1-1,0-1,-1 1,0-1,-1-1,0 1,-1-1,0-5,8-20,-1 0,-3-2,-1 1,-2-1,-2 0,-1-7,-3 42,0 3,1 0,-1 1,0-1,0 0,0 1,0-1,0 0,-1 0,1 1,-1-1,0 0,1 1,-1-1,-1 1,1-1,0 1,0 0,-1-1,-11 9,6 6,0 0,1 0,0 0,1 1,1 0,0 0,0 0,1 1,1-1,0 5,1-8,-15 119,6 0,7 122,3-212,0 79,-7 218,7-320,-2 0,1 0,-2 0,0-1,-1 1,0 0,-2-1,1 0,-2 0,0-1,-4 5,11-18,-1 0,0 0,0 1,0-1,0 0,0 0,0 0,0 0,0 0,0-1,-1 1,1 0,0 0,0-1,-1 1,1-1,-1 1,1-1,0 0,-1 1,1-1,-1 0,1 0,-1 0,1 0,-1 0,1 0,0-1,-1 1,1 0,-1-1,1 1,0-1,-1 1,1-1,0 0,0 0,-1 0,1 1,0-1,0 0,0 0,0 0,0-1,0 1,0 0,1 0,-1 0,0-1,1 1,-1 0,0-1,1 1,0-1,-1 1,1 0,0-1,0 1,0-1,0 0,-6-25,2 0,1 1,1-2,1 1,1 0,2 0,1 0,1 0,1 1,6-18,35-142,9 2,32-63,16-23,-99 258,-3 8,1-1,-1 1,1 0,0 0,0 0,0 1,0-1,1 0,0 1,-1 0,1-1,0 1,3-2,-5 5,1 0,0 0,-1 0,1 0,-1 0,1 0,-1 0,1 1,-1-1,1 1,-1-1,1 1,-1-1,1 1,-1 0,0 0,1-1,-1 1,0 0,0 0,0 1,0-1,1 0,-2 0,1 0,0 1,0-1,0 0,-1 1,2 1,-1-2,154 246,-46-59,-108-187,0 1,0-1,0 1,0-1,0 1,0 0,0 0,0-1,-1 1,1 0,-1 0,1 0,-1 0,0-1,0 1,0 0,0 0,0 0,0 0,0 0,-1 0,1 0,0 0,-1-1,0 1,0 0,1 0,-1-1,0 1,0 0,0-1,-1 1,1-1,0 1,-1-1,1 0,-1 0,1 0,-1 1,1-1,-1-1,0 1,1 0,-1 0,0-1,0 1,0-1,0 1,1-1,-1 0,-1 1,-13-3,0 0,0 0,0-2,1 0,-1 0,1-2,0 0,0-1,0 0,1-1,1-1,-10-6,-35-44,57 57,0 0,0 0,0-1,0 1,1 0,-1-1,1 1,-1-1,1 1,0-1,0 1,0 0,0-1,0 1,1-1,-1 1,1-1,0 1,-1 0,1-1,0 1,0 0,0 0,1 0,-1 0,1 0,-1 0,1 0,-1 0,1 0,2-1,99-61,-89 57,58-27,-2-3,-1-3,-2-3,-3-3,-1-3,40-41,-67 51,-1-2,-2-1,-2-2,-2-1,-2-1,-2-2,-2 0,-2-1,-2-2,-2 0,-3 0,-2-2,5-51,-16 88,0 0,-1-1,0 1,-1 0,-1-1,-1 1,-3-8,5 19,0 1,-1-1,1 1,-1-1,0 1,-1 0,1 0,-1 0,0 0,0 0,0 1,0-1,-1 1,1 0,-1 0,0 0,0 1,0-1,0 1,0 0,0 0,-1 0,1 1,-1-1,0 1,1 0,-2 0,-7 2,1 0,-1 0,1 1,-1 0,1 1,0 1,0 0,1 1,-1 0,1 0,0 1,0 1,1 0,0 1,0-1,0 2,1-1,1 2,-2 0,-10 13,1 0,1 1,1 1,1 0,2 2,0-1,2 2,0 0,2 0,2 1,0 0,2 0,-1 20,2-2,2 1,2 0,2-1,2 1,2-1,3 0,1 0,6 12,-6-21,2-1,1 0,2-1,2-1,1 0,2-1,1-1,1-1,2-1,1 0,2-2,7 5,-25-26,0-1,1-1,0 0,0 0,0-1,1 0,-1 0,1-1,1-1,-1 1,0-2,1 1,-1-2,1 1,0-1,-1-1,1 0,0-1,0 0,-1 0,1-1,-1 0,7-3,-4-1,0-1,0 0,0-1,-1 0,-1-1,1 0,-1-1,-1 0,0-1,0 0,-1-1,-1 0,0 0,0-1,5-11,0 0,-2-1,0-1,-2 0,-1 0,-1 0,-1-2,-4 21,-1 0,1 1,-1-1,0 0,0 0,-1 0,0 0,0 0,-1 0,0 0,0 0,0 0,-1 0,0 0,-1 1,1-1,-1 1,-1 0,0-2,3 7,0 0,-1 0,1-1,-1 1,0 0,1 0,-1 0,0 0,1 1,-1-1,0 0,0 1,0-1,1 1,-1 0,0 0,0-1,0 1,0 0,0 1,0-1,0 0,0 0,1 1,-1-1,0 1,0 0,0-1,1 1,-1 0,0 0,1 0,-1 0,1 1,-1-1,1 0,0 1,-1-1,-44 61,39-47,2 0,0 1,1-1,1 1,0 0,1 0,1 0,0 0,1 0,1 0,1 0,0 0,1-1,0 1,1 0,1-1,3 4,-4-6,2 0,-1-1,1 0,1 0,1-1,-1 0,2 0,-1 0,1-1,1-1,0 0,0 0,1 0,0-2,1 1,0-2,0 1,0-1,0-1,9 2,-14-5,-1-1,0 0,0 0,1-1,-1 0,1 0,-1 0,0-1,1 0,-1 0,0 0,0-1,0 0,0 0,0-1,0 1,0-1,-1-1,1 1,-1-1,0 0,0 0,-1 0,1-1,-1 0,6-6,-1-2,0 1,-1-1,0 0,-1-1,-1 1,0-1,-1-1,0 1,-1-3,2-6,0 0,-2-1,-1 1,0-1,-2 0,-1 0,-1 1,-1-1,-1 0,-1 1,-1-1,-1 1,-1 0,-1 1,-3-7,-2 3,13 25,0 1,0-1,0 0,0 1,0-1,0 1,0-1,0 1,0-1,0 1,0-1,0 1,0-1,1 1,-1-1,0 1,0-1,0 1,1-1,-1 1,0-1,1 1,-1-1,1 1,-1 0,0-1,1 1,-1 0,1-1,-1 1,1 0,-1 0,1-1,-1 1,1 0,-1 0,1 0,-1 0,1 0,-1 0,1 0,-1 0,1 0,0 0,-1 0,1 0,-1 0,1 0,-1 0,1 0,-1 1,1-1,-1 0,1 0,-1 1,1-1,-1 0,0 1,1-1,-1 0,1 1,1 0,252 74,-210-61,-15-6,-1 1,1 1,-2 1,1 2,-2 1,7 5,-30-17,-1-1,0 1,0-1,0 1,0 0,0 0,0 0,0 0,0 1,-1-1,1 0,-1 1,0-1,0 1,0-1,0 1,0 0,0-1,-1 1,1 0,-1 0,0-1,0 1,0 0,0 0,0 0,-1-1,1 1,-1 0,0-1,1 1,-2 1,-27 61,23-56,1 1,0 0,0 0,1 1,1-1,0 1,0 0,1 0,0 0,1 0,0 0,1 1,0 0,2-3,0 0,0-1,1 1,0 0,1-1,0 0,0 0,0 0,1 0,1-1,-1 0,1 0,0 0,0-1,1 0,0 0,0-1,1 1,-1-2,3 2,8 4,0-1,1-1,1-1,-1 0,1-1,0-1,0-1,9 0,-16-2,-1-1,1 0,-1-1,1 0,-1-1,1 0,-1-1,0 0,0-1,0-1,0 0,0 0,-1-1,1-1,-1 0,-1 0,1-1,-1 0,0-1,-1 0,0-1,0 0,-1 0,0-1,-1 0,3-5,-1-2,0 1,-2-2,0 1,0-1,-2 0,-1-1,0 1,-1-1,-1 0,0 0,-2 0,0 0,-2-8,2 23,0 1,0-1,0 1,0-1,-1 1,0-1,1 1,-1-1,0 1,-1 0,1 0,0-1,-1 1,0 0,0 0,0 0,0 1,0-1,-1 0,1 1,-1 0,0-1,1 1,-1 0,0 0,0 1,0-1,-1 1,1-1,0 1,0 0,-1 0,1 1,-1-1,1 1,-1-1,1 1,-1 0,1 0,-1 1,1-1,-1 1,0 0,-5 4,1 0,0 0,0 1,1 0,0 0,0 1,0-1,1 2,0-1,1 1,-1 0,1 0,1 0,0 1,0 0,0 0,1 0,1 0,0 0,0 1,0-1,1 0,1 1,0 0,0-1,0 1,2-1,-1 1,1 1,3 3,0 1,0-1,1 1,1-1,1-1,0 0,0 0,1 0,1-1,0 0,1-1,0-1,1 1,12 7,6 4,1-2,1-1,1-1,1-2,25 8,44 9,-12-10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7:54.42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495 1,'-20'9,"-19"12,-15 14,-11 17,-6 20,1 23,5 22,12 21,14 15,21 8,23 1,21-1,23-7,16-13,14-16,8-18,-10-27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7:54.94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133 0,'-16'42,"1"0,2 1,2 1,2 0,2 0,0 29,2-33,-3 22,-12 91,1 126,18-268,0 0,0 0,2 0,-1 0,1 0,1 0,0-1,0 1,1 0,0-1,1 0,0 0,1 0,0 0,1-1,0 1,0-1,1-1,0 0,0 1,1-2,0 1,1-1,-1-1,1 0,9 5,-7-7,0-1,0 0,0 0,1-1,-1-1,1 0,0 0,1-1,35-4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7:55.21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6,'20'-2,"32"-1,37 2,32 2,24 3,11 0,-4 0,-29-1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7:55.74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1 506,'8'1,"1"-1,-1 0,0-1,1 1,-1-2,0 1,0-1,0-1,0 1,0-1,-1 0,1-1,-1 0,0 0,0-1,0 0,0 0,-1-1,0 1,0-1,-1-1,1 1,-1-1,5-7,-1 0,0-1,-1 0,-1 0,0-1,-1 0,-1 0,0-1,-1 1,1-15,-2 17,-2-1,0 0,0 1,-1-1,-1 1,-1-1,0 1,-1-1,0 1,-1 0,-1 0,0 0,-1 1,0 0,-1 0,-2-2,17 23,1-1,0 0,0 0,0-1,1-1,0 0,0 0,8 3,-13-6,372 133,-373-135,0 1,0 0,0 0,0 0,0 0,0 1,-1-1,1 1,0 0,-1 0,0 1,1-1,-1 1,0-1,0 1,0 0,-1 0,1 0,-1 1,0-1,1 1,-2-1,1 1,0 0,-1 0,1-1,-1 1,0 0,-1 0,1 0,-1 1,1-1,-1 0,-1 2,-26 59,-10 32,37-93,-1 1,1-1,-1 1,1-1,0 1,1-1,-1 0,1 1,0-1,0 0,0 1,1-1,0 0,-1 0,1 0,1 0,-1-1,0 1,1 0,0-1,2 2,5 3,1-1,0 0,0 0,0-2,1 1,0-2,0 1,0-1,1-1,-1-1,1 0,0 0,0-1,-1-1,1 0,0 0,1-2,-2 2,1-1,-1 0,0-1,0-1,0 0,0 0,0-1,-1-1,1 0,-1 0,0-1,-1-1,1 0,-2 0,1-1,-1 0,0 0,0-1,-1-1,0 1,-1-1,0-1,-1 1,2-5,-2 2,-1 0,-1 0,0-1,-1 0,0 1,-1-1,0 0,-1 0,-1 0,0 0,-1 0,-1 0,-1-6,3 18,-1-1,1 1,-1 0,1 0,-1 0,1 0,-1 0,0 0,0 0,0 0,0 1,0-1,-1 0,1 0,-1 1,1-1,-1 1,1 0,-1-1,0 1,1 0,-1 0,0 0,0 0,0 0,0 0,0 1,0-1,0 1,0-1,-1 1,1 0,0 0,0-1,0 2,0-1,0 0,0 0,-1 1,1-1,0 1,0 0,0-1,0 1,0 0,1 0,-1 1,0-1,0 0,1 0,-1 1,1-1,-1 1,-5 5,1 0,1 0,-1 1,1 0,0 0,1 0,0 0,0 1,1-1,0 1,0 0,1 0,1 0,-1 1,1-1,1 0,0 0,0 1,1-1,0 0,0 0,1 0,0 0,1 0,0 0,0 0,1-1,0 1,1-1,0 0,0-1,1 1,6 6,3 2,0 0,2-2,0 0,1 0,0-2,1 0,0-1,1-1,16 6,33 10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7:56.61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293 109,'-145'-1,"137"2,0 1,0-1,0 1,0 0,1 1,-1 0,1 0,-1 1,1 0,0 0,1 1,-1 0,1 0,-1 0,2 1,-3 2,5-4,0 0,1 0,-1-1,1 2,0-1,0 0,1 0,-1 1,1-1,0 0,0 1,0 0,1-1,-1 1,1-1,0 1,1-1,-1 1,1 0,0-1,0 1,0-1,1 0,-1 1,1-1,0 0,3 4,1 2,2 0,-1 0,1 0,1-1,-1 0,1-1,1 0,0 0,9 5,3 0,0-1,0 0,1-2,1-1,0-1,0-1,0-1,1-1,0-1,0-1,0-1,0-2,1 0,-1-2,0 0,0-2,17-5,-30 4,1 0,-1 0,-1-1,1-1,-1 0,-1 0,1-1,-1-1,0 0,-1 0,0-1,-1 0,0 0,0-1,-1 0,-1-1,0 1,0-1,-1 0,0-1,-1 1,-1-1,0 0,-1 0,1-8,-4 0,1 21,0 0,0 1,0-1,0 0,0 0,0 1,0-1,-1 0,1 0,0 0,0 1,0-1,0 0,0 0,0 1,0-1,0 0,-1 0,1 0,0 1,0-1,0 0,-1 0,1 0,0 0,0 1,0-1,-1 0,1 0,0 0,0 0,-1 0,1 0,0 0,0 0,-1 0,1 0,0 0,0 0,-1 0,1 0,0 0,0 0,-1 0,1 0,0 0,0 0,0 0,-1 0,1 0,0-1,0 1,-1 0,1 0,0 0,0 0,0 0,0-1,-1 1,1 0,0 0,0 0,0-1,0 1,0 0,0 0,-5 10,1 0,1 1,-1 0,2 0,0 0,0 0,1 0,0 0,1 0,0 1,1-1,0 0,1 0,0 0,1 0,0 0,1-1,0 1,1-1,3 5,-6-9,1 0,-1 0,1 0,1-1,-1 1,1-1,0 0,0 0,1 0,-1-1,1 0,0 1,0-2,1 1,-1-1,1 1,0-1,0-1,0 1,0-1,0 0,0-1,1 0,-1 0,0 0,1 0,-1-1,1 0,-1-1,1 1,-1-1,0 0,1-1,-1 0,3-1,4-6,1-2,-2 1,1-2,-1 0,-1 0,-1-1,1 0,-2-1,0 0,-1-1,0 0,-1 0,-1 0,0-1,-1 0,-1 0,0-1,-1 1,30-193,-33 208,0-1,-1 1,1 0,0-1,0 1,1 0,-1-1,0 1,0 0,1-1,-1 1,0 0,1 0,-1-1,1 1,0 0,-1 0,1 0,0 0,0 0,0 0,0 0,0 0,0 0,0 0,0 0,0 1,0-1,0 0,0 1,1-1,-1 1,0-1,0 1,1 0,-1 0,0-1,1 1,-1 0,0 0,1 0,0 0,112 48,-89-35,-17-11,-1 1,0 0,0 0,0 0,0 1,0 0,-1 0,1 1,-1 0,0 0,-1 0,1 1,-1 0,0 0,-1 0,0 1,0-1,0 1,0 0,-1 0,0 1,-1-1,0 0,0 1,0 0,-1 0,-16 89,0 24,15-115,1 0,-1 0,2 0,-1 0,0-1,1 1,0 0,1-1,-1 1,1-1,0 0,0 0,1 0,0 0,-1-1,2 1,-1-1,0 0,1 0,5 2,0 0,0-1,0 0,0-1,1 0,0 0,0-1,0-1,0 0,0 0,0-1,1-1,-1 0,0 0,0-1,1 0,-1-1,0-1,0 0,0 0,-1-1,1 0,-1-1,0 0,0-1,-1 0,1 0,-1-1,-1 0,1-1,-1 0,1-3,-1 0,0-1,-1 0,0 0,-1 0,0-1,-1 0,-1 0,0 0,0-1,-2 1,1-1,-2 0,0 1,0-1,-2 0,-1-10,2 21,0 1,0-1,0 0,-1 1,1-1,-1 1,0-1,0 1,0-1,0 1,0 0,0 0,-1-1,1 1,-1 0,1 0,-1 0,0 0,0 1,0-1,0 0,0 1,0 0,-1-1,1 1,0 0,-1 0,1 0,-1 0,1 1,-1-1,1 1,-1-1,1 1,-1 0,0 0,1 0,-1 0,1 1,-1-1,1 1,-1-1,1 1,-1 0,0 0,-4 4,1 1,0-1,0 1,0 0,1 1,0-1,0 1,1 0,-1 0,2 0,-1 1,1-1,0 1,1 0,-1 0,2 0,-1 0,1 0,0 1,1-1,0 0,0 0,1 1,0-1,0 0,1 0,0 0,1 0,0 0,2 4,5 6,1-1,0 0,2-1,0 0,0 0,2-2,-1 0,2 0,0-2,1 0,0 0,14 5,59 35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7:57.713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0,'2'14,"3"15,1 22,1 19,0 20,-1 15,-2 15,-2 8,-1 5,0-1,-1-8,-1-15,1-20,-2-25,-4-23,-5-25,0-16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7:58.01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2 459,'-1'-51,"0"-5,2 1,3-1,2 1,3-7,-8 56,-1 1,1-1,0 0,0 1,1-1,-1 1,1-1,1 1,-1 0,1 0,0 0,0 0,0 0,0 1,1-1,0 1,0 0,0 0,1 1,-1-1,1 1,0 0,0 0,0 0,0 1,0 0,1 0,0 0,9 3,-1 1,1 0,-1 1,0 1,0 0,0 1,0 1,-1 0,0 1,0 0,0 1,-1 0,-1 1,1 0,7 9,41 54,-59-70,0 1,1-1,-1 1,0 0,-1-1,1 1,0 0,-1 0,0-1,1 1,-1 0,0 0,-1 0,1 0,0-1,-1 1,1 0,-1 0,0-1,0 1,0-1,0 1,-1-1,1 1,-1-1,1 0,-1 1,0-1,0 0,0 0,-2 1,-12 8,-1-1,0 0,-1-2,0 0,0-1,-1 0,1-2,-2 0,1-1,0-1,-12 0,-17-2,53-3,56 4,-19 2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7:58.57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1 563,'3'-3,"1"0,0 0,-1 0,0 0,0-1,0 1,0-1,0 0,-1 0,0 0,0 0,0 0,0 0,-1-1,1 1,-1-1,0 1,0-1,0-3,-1 5,9-41,-3 0,-1 0,-3 0,-1-1,-3 1,-5-33,7 65,-1 0,-1 0,0 1,-1-1,0 1,-1 0,0 0,0 0,-2 0,1 1,-2-2,6 12,1 0,0 0,0 0,0 0,0 0,0 1,0-1,0 0,0 0,0 0,-1 0,12 7,1-1,-1-1,1 0,-1-1,2 0,-1 0,0-1,1-1,-1 0,9-1,-1 2,236 35,-251-37,0 0,-1 0,1 1,0 0,-1 0,1 0,-1 0,1 0,-1 1,0 0,0 0,0 0,-1 0,1 1,-1 0,1-1,-1 1,-1 0,1 1,0-1,-1 0,0 1,0-1,0 1,-1 0,0 0,0 0,0-1,0 3,-11 129,-1-41,11-90,-1-1,1 0,0 1,1-1,-1 0,1 1,-1-1,1 0,0 0,1 1,-1-1,1 0,0 0,0-1,0 1,0 0,1-1,0 1,-1-1,1 0,1 0,-1 0,0 0,1 0,-1-1,1 1,0-1,0 0,0 0,0-1,0 1,3 0,7-1,0 0,0 0,0-1,1-1,-1-1,0 0,0 0,-1-2,1 0,-1 0,1-1,-1-1,-1 0,1-1,-1 0,0-1,-1 0,0-1,0 0,-1-1,0 0,3-4,-4 3,0-1,0 1,-1-2,-1 1,0-1,0 0,-2-1,1 1,-2-1,1-2,-10 40,1 0,1 1,2-1,0 1,2 12,-1-30,1 0,-1 0,1 1,0-1,1-1,0 1,0 0,0 0,1-1,0 1,0-1,1 0,-1 0,1 0,1 0,-1-1,1 0,0 0,0 0,1 0,-1-1,1 0,6 4,19-1,-3-6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7:59.032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1,'0'6,"0"1,0-1,0 1,1-1,0 1,0-1,1 1,0-1,0 0,1 0,-1 0,1 0,0 0,1-1,0 0,-1 1,2-1,-1 0,1-1,-1 1,1-1,0 0,4 2,15 11,1-2,0-1,1-1,18 6,-44-18,57 22,-42-19,1 1,-1 0,-1 1,1 1,-1 1,-1 0,1 0,-1 2,-1-1,0 2,0 0,-1 0,0 1,5 7,-13-12,0 0,-1 0,0 0,0 0,0 0,-1 0,0 0,0 0,-1 0,0 1,-1-1,1 1,1 41,-1-48,0 0,0 0,0-1,1 1,-1 0,0 0,0 0,1 0,-1-1,1 1,-1 0,0 0,1-1,0 1,-1 0,1 0,-1-1,1 1,0-1,-1 1,1-1,0 1,0-1,-1 1,1-1,0 0,0 1,0-1,0 0,-1 0,1 1,0-1,0 0,0 0,0 0,0 0,0 0,0 0,-1 0,1-1,0 1,0 0,0 0,0-1,-1 1,1-1,0 1,0-1,0 1,-1-1,1 1,0-1,0 0,42-31,-16 5,-2-1,0 0,-2-2,-1-1,11-21,-22 30,-23 34,5-1,1 1,1 0,-1 0,2 0,0 0,0 0,1 1,1 0,-1 11,2-18,1 1,0-1,0 0,1 0,-1 0,1 0,1 0,-1 0,1 0,0 0,1 0,-1-1,1 1,0-1,0 0,1 1,0-2,0 1,0 0,0-1,1 0,0 1,12 4,0 0,0-1,1 0,0-2,1 0,-1-1,1-1,0-1,0 0,0-2,0 0,7-1,-17 0,96 4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7:59.753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1129,'21'-34,"-1"-1,-2 0,-1-2,-2 0,1-8,37-85,-53 129,0 0,0 0,0-1,1 1,-1 0,0 0,0 0,1 0,-1 0,0 0,1 0,-1 0,1 0,-1 0,1 0,0 0,-1 0,1 0,0 0,0 0,0 1,0-1,0 0,-1 1,1-1,0 0,0 1,1-1,-1 1,0 0,0-1,0 1,0 0,0 0,0-1,0 1,1 0,-1 0,0 0,0 1,0-1,0 0,0 0,1 1,-1-1,0 0,0 1,0-1,0 1,0-1,0 1,0 0,0 0,53 107,-39-78,-4-8,0 0,-2 0,-1 1,0 1,-1 2,-6-24,0 0,-1 0,1 0,0-1,-1 1,1 0,-1 0,0 0,0 0,0 0,0 0,0 0,0 0,0 0,-1 0,1 0,-1 0,1-1,-1 1,0 0,1 0,-1 0,0-1,0 1,-1-1,1 1,0-1,0 1,-1-1,1 1,-1-1,1 0,-1 0,0 0,1 0,-1 0,0 0,0 0,1-1,-1 1,0-1,0 1,0-1,0 0,0 0,0 0,0 0,0 0,0 0,0 0,0 0,0-1,1 1,-1-1,0 0,0 1,0-1,1 0,-2-1,-2-3,1-1,0 0,-1 0,2-1,-1 1,1-1,0 0,0 0,1 0,0 0,0 0,1-1,0 1,0 0,1-1,0 1,0-1,1 1,0-1,0 1,0 0,2-2,8-43,3 1,2 1,2 0,11-16,3-13,-2 5,-3-2,-3 0,-4-2,-3 0,-2-12,-20 3,5 86,0 0,0 0,0 0,-1 0,1 0,0 0,0 1,-1-1,1 0,-1 0,1 0,-1 0,1 1,-1-1,1 0,-1 0,0 1,1-1,-1 0,0 1,1-1,-1 1,0-1,0 1,0-1,0 1,1 0,-1-1,0 1,0 0,0 0,0-1,0 1,0 0,0 0,0 0,0 0,0 1,0-1,0 0,0 0,1 0,-1 1,0-1,0 0,0 1,0-1,0 1,1-1,-1 1,0-1,0 1,1 0,-1-1,0 1,1 0,-33 50,24-17,1 0,1 0,2 0,2 1,1 0,1 0,2-1,1 1,2 0,2-1,1 0,5 14,-3-11,2 0,1-1,2 0,1-1,2-1,2 0,0-1,3-1,0-1,2-2,1 0,2-1,0-1,21 14,-41-36,1 0,-1 0,1-1,0 0,0 0,1-1,-1 0,1 0,-1-1,1 0,19-2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8:00.01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213 119,'-13'-5,"-19"-6,-10-3,-3 1,4 0,11 2,20 1,30 2,35 0,36-1,36 2,29 1,23 2,13 6,1 10,-12 12,-37 1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8:01.082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349 137,'-213'-19,"207"20,-1 0,1 0,0 1,-1-1,1 2,0-1,0 1,0 0,1 0,-1 0,1 1,0 0,0 0,0 0,0 1,1 0,-1-1,1 2,0-1,1 0,0 1,-1 0,2 0,-1-1,1 2,0-1,0 0,0 0,1 1,0-1,1 1,-1-1,1 5,0-6,-1-1,1 0,0 1,1-1,-1 0,1 1,0-1,0 0,0 0,0 0,1 0,0 0,-1 0,2 0,-1 0,0-1,1 1,-1-1,1 1,0-1,0 0,1 0,-1-1,1 1,-1-1,1 1,0-1,-1 0,1-1,0 1,1-1,3 2,5-2,1-1,0 0,-1-1,1 0,-1-1,1 0,-1-1,0-1,0 0,0-1,-1 0,1-1,-1-1,-1 1,1-2,-1 0,0 0,-1-1,0 0,-1-1,0 0,0-1,-1 0,1-1,21-32,-28 45,-1-1,0 1,-1 0,1 0,0 0,0 0,0 0,-1 1,1-1,0 0,-1 0,1 0,-1 1,1-1,-1 0,0 0,1 1,-1-1,0 0,0 1,0-1,0 0,0 1,0-1,-1 0,1 1,-1 0,2 2,-1 7,1 0,1 0,0-1,0 1,1-1,0 1,1-1,0 0,1 0,0-1,0 0,1 1,1-2,-1 1,1-1,1 0,-1 0,1-1,1 0,-1 0,1-1,0 0,1-1,-1 0,1-1,0 0,1 0,-7-3,0 0,1-1,-1 1,0-1,1 0,-1 0,1-1,-1 1,0-1,0 0,1 0,-1-1,0 1,0-1,0 0,0 0,-1 0,1 0,0-1,-1 0,0 1,1-1,-1 0,0-1,-1 1,1 0,-1-1,1 0,-1 0,0 1,0-1,-1 0,1-1,-1 1,0 0,0 0,0 0,-1-1,1 1,-1-1,1-18,0 1,-2-1,0 0,-2 1,0-1,-1 1,-4-7,-12-99,20 127,0-1,-1 0,1 0,0 0,0 0,0 0,0 0,0 0,1 1,-1-1,1 0,-1 0,1 0,0 0,-1 1,1-1,0 0,0 1,0-1,0 1,1-1,-1 1,0-1,1 1,-1 0,1 0,-1 0,1 0,-1 0,1 0,0 0,0 0,-1 1,1-1,0 0,0 1,0 0,0-1,-1 1,1 0,1 0,27 0,-1 2,0 1,0 1,0 1,7 4,26 3,-20-5,1 0,-1 1,0 2,0 2,22 11,-59-21,0-1,0 2,0-1,0 1,-1-1,1 1,-1 0,0 1,0-1,0 1,0 0,0 0,-1 0,0 0,0 1,0-1,0 1,-1 0,0 0,0 0,0 0,0 0,-1 0,0 1,0-1,0 0,-1 1,0-1,-6 55,4-54,0-1,0 1,1 0,0 0,0 0,1 0,-1 0,1 0,1 0,-1 0,1 0,0 0,0 0,1 0,-1-1,1 1,1 0,-1-1,1 0,0 1,0-1,1 0,-1 0,1-1,0 1,0-1,3 2,8 1,0-1,1-1,-1-1,1 0,0 0,0-2,0 0,0-1,0-1,0 0,1-1,-1-1,0 0,0-1,-1-1,1-1,9-3,-9 3,-1-1,1 0,-1-2,0 1,-1-2,0 0,0 0,-1-2,0 1,-1-2,3-3,-9 8,1 0,-2 0,1-1,-1 0,-1 0,1 0,-1-1,-1 1,0-1,0 0,0 0,-1 0,-1 0,1-1,-2 1,1 0,-1-1,-1 1,1 0,-3-7,3 13,0 0,-1 0,1-1,-1 1,0 0,0 0,0 0,-1 0,1 0,-1 0,1 0,-1 0,0 1,0-1,0 1,-1-1,1 1,0 0,-1 0,0 0,1 0,-1 0,0 1,0-1,0 1,0 0,0 0,0 0,0 0,-1 0,1 1,0-1,0 1,-1 0,1 0,0 0,-1 1,1-1,0 1,0 0,-1 0,-1 2,-1 0,1 1,-1 0,1 0,0 1,0 0,1-1,0 2,-1-1,2 0,-1 1,1 0,0-1,0 1,0 1,1-1,0 0,0 1,0-1,1 1,0-1,1 1,-1 0,1-1,1 1,-1-1,1 1,0 0,0-1,1 1,0-1,0 0,1 0,0 1,0-2,0 1,0 0,1-1,0 1,3 2,4 3,1-1,0 0,0-1,1 0,0 0,0-2,1 0,0 0,1-1,-1-1,6 1,170 32,-82-25,0-6,0-4,0-5,0-5,11-5,-94 9,0 0,-1-1,1-1,-1-2,0 0,-1-2,0 0,20-12,-40 19,0 1,0 0,0-1,-1 0,1 1,-1-1,1 0,-1 0,0 0,0-1,0 1,0-1,0 1,0-1,0 1,-1-1,0 0,1 0,-1 0,0 0,-1 0,1 0,0 0,-1 0,0 0,1 0,-1 0,0 0,-1-1,1 1,-1 0,1 0,-1-1,-6-5,1 1,-1 0,0 0,-1 1,0 0,0 0,-1 1,0 0,0 0,0 1,-1 0,1 1,-1 0,0 1,0-1,-9 0,2-1,-1 0,-1 2,1 0,-1 1,1 1,-1 0,1 1,-18 3,28-2,0 1,1 0,-1 0,1 0,0 1,-1 0,1 0,1 1,-1 0,0 0,1 1,0 0,0 0,0 0,1 1,0-1,0 1,0 1,1-1,-1 1,2-1,-2 4,2-4,0 0,0 0,1 0,0 0,0 0,0 1,1-1,0 0,0 1,1-1,0 1,0-1,0 1,1-1,0 1,1-1,-1 0,1 1,0-1,0 0,1 0,0 0,0-1,0 1,1-1,0 1,0-1,0-1,1 1,0 0,-1-1,2 0,-1 0,0-1,1 1,-1-1,1 0,0-1,6 3,-3-4,-1 0,1 0,0 0,0-1,0 0,-1-1,1 0,0 0,0-1,-1 0,1-1,-1 0,0 0,0-1,0 0,0 0,-1-1,1 0,-1 0,0-1,-1 0,0 0,1 0,-2-1,1 0,-1 0,0 0,-1-1,0 0,0 0,0 0,-1 0,0-1,-1 1,0-2,1 0,0-1,-1 0,-1 1,1-1,-2 0,0 0,0 0,-1 0,0 0,-1 1,0-1,-1-1,3 13,0 0,0 0,0 0,0 0,0-1,-1 1,1 0,0 0,0 0,-1 0,1 0,-1-1,1 1,-1 0,1 0,-1-1,1 1,-1 0,1-1,-1 1,0 0,0-1,1 1,-1-1,0 1,0-1,1 0,-1 1,0-1,0 0,0 0,0 1,0-1,1 0,-1 0,0 0,0 0,0 0,0 0,0 0,0 0,0-1,0 1,1 0,-1 0,0-1,0 1,0-1,1 1,-1 0,0-1,0 0,1 1,-1-1,0 1,1-1,-1 0,1 1,-1-1,1 0,-1 0,1 0,-1 1,1-1,-1-1,1 7,0 1,0-1,0 0,0 0,1 0,0 1,0-1,0 0,0 0,1 0,0 0,0-1,1 1,-1 0,1-1,0 0,0 1,0-1,2 1,80 70,-48-52,1-1,1-2,39 14,26 6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8:01.710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46,'22'-45,"-21"45,0 0,0 0,0 0,0 0,1 1,-1-1,0 0,0 1,0-1,0 0,0 1,0-1,0 1,0 0,0-1,0 1,0 0,-1 0,1-1,0 1,0 0,-1 0,1 0,0 0,-1 0,1 0,-1 0,1 0,-1 0,0 0,0 0,1 1,-1-1,0 0,0 0,0 0,0 0,0 0,0 1,0 0,0 0,17 74,-15-61,0 0,0-1,1 1,1 0,1-1,0 0,1 0,0-1,1 1,0-1,1-1,1 1,0-1,1-1,0 0,5 5,-9-13,-1 0,1-1,0 1,-1-1,1 0,0-1,0 1,0-1,1 0,-1-1,0 0,0 0,0 0,0 0,1-1,-1 0,0-1,0 1,0-1,-1 0,1 0,0-1,-1 0,1 0,-1 0,0-1,0 1,0-1,-1-1,1 1,-1-1,0 1,0-1,-1 0,1 0,-1-1,0 1,-1-1,6-8,-1 0,0-1,-1 0,-1 0,-1 0,0 0,0-1,-2 1,0-1,-1 0,0 0,-2-6,1 23,-1-1,1 1,-1-1,1 1,-1-1,1 1,-1-1,1 0,-1 1,0-1,1 0,-1 1,1-1,-1 0,0 0,1 0,-1 0,0 0,1 1,-1-1,0 0,1 0,-1-1,0 1,1 0,-1 0,1 0,-1 0,0 0,1-1,-1 1,0 0,1-1,-1 1,1 0,-1-1,1 1,-1-1,1 1,-1-1,1 1,0-1,-1 1,1-1,-1 1,1-1,0 0,0 1,-1-1,1 1,0-1,0 0,0 1,0-1,0 0,0 1,0-1,0 0,0 1,0-1,0 0,0 1,0-1,0 0,1 1,-1-1,0 1,1-1,-1 0,-4 8,1 1,-1 0,2-1,-1 1,1 0,0 0,1 1,-1-1,2 0,-1 0,1 1,1-1,-1 0,1 0,1 1,-1-1,2 0,-1 0,1-1,0 1,0 0,1-1,0 0,1 0,0 0,3 4,1-3,1-1,1 0,-1 0,1-1,0 0,1-1,-1 0,1-1,0 0,0-1,0-1,0 1,1-2,-1 0,1 0,-1-1,1-1,-1 0,0-1,1 0,-1-1,0 0,0-1,3-2,-6 2,0-1,-1 0,0-1,0 1,-1-1,1-1,-1 0,-1 0,1 0,-1-1,0 0,-1 0,0 0,0-1,-1 0,0 0,-1 0,1 0,-2 0,1-1,-2 0,1 1,-1-1,-1 0,1 0,-2 1,1-1,-1 0,-1 1,-2-9,-13-21,17 39,-1-1,1 0,0 1,-1-1,1 0,0 1,-1-1,1 1,-1-1,1 1,-1-1,1 1,-1-1,0 1,1-1,-1 1,0 0,1-1,-1 1,0 0,1 0,-1-1,0 1,1 0,-1 0,0 0,0 0,1 0,-1 0,0 0,0 0,1 0,-1 0,0 1,1-1,-1 0,0 0,1 1,-1-1,0 0,1 1,-1-1,1 1,-1-1,0 0,1 1,-1 0,1-1,-1 1,1-1,-1 1,-1 5,-1 0,1 0,0 0,0 1,1-1,0 0,0 1,0-1,1 0,0 1,0-1,1 1,0-1,0 0,0 1,1-1,0 0,0 0,1 0,-1 0,4 5,2 1,0 1,0-1,1-1,1 0,0 0,0-1,1 0,1 0,0-2,0 1,0-2,1 1,8 2,17 7,0-2,2-1,0-2,4-1,56 11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8:02.06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466 103,'-21'-15,"-1"2,0 0,-1 1,0 1,-1 1,-24-6,36 12,0 1,-1 1,1 0,0 1,0 0,-1 1,1 0,-1 1,1 1,0 0,0 0,0 1,0 1,0 0,-4 2,10-3,0 1,0-1,1 1,-1 0,1 1,0-1,0 1,0 0,1 0,0 1,0-1,0 1,1 0,-1 0,1 0,1 0,0-2,1-1,0 1,0-1,0 1,1 0,-1-1,1 1,0 0,0-1,0 1,1 0,-1-1,1 1,0 0,0-1,0 1,0-1,1 0,-1 1,1-1,0 0,0 0,0 0,0 0,1 0,-1 0,1-1,0 1,2 1,7 3,-1-2,1 1,0-1,0-1,0 0,1-1,-1 0,1-1,0 0,0-1,-1-1,1 0,0-1,0 0,0-1,-1 0,1-1,4-2,-8 4,-1-1,0-1,0 0,-1 0,1 0,0-1,-1 0,0 0,0-1,0 0,-1 0,1-1,-1 0,-1 0,1 0,-1-1,0 0,-1 0,1 0,-1 0,-1-1,1 0,-1 1,-1-1,1 0,-1-4,-7-23,4 36,0-1,0 1,0-1,0 1,0-1,0 1,0 0,0-1,0 1,0 0,0 0,0 0,1 0,-1 0,0 0,1 0,-1 0,0 0,1 0,0 0,-1 0,1 1,-1-1,1 0,0 0,0 0,0 1,0-1,0 0,0 0,0 0,0 1,1 0,-1 5,0 1,1 0,0 0,1-1,0 1,0-1,0 1,1-1,0 0,1 0,-1 0,1-1,1 1,-1-1,1 0,0 0,1 0,5 4,2 2,2-1,-1 0,1-1,1-1,0 0,0-1,11 4,30 6,-7-6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8:02.36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1,'4'18,"9"15,11 12,13 6,13 2,11-4,5-5,3-9,-3-9,-6-10,-9-12,-13-6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8:02.64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473 0,'-23'7,"-16"7,-13 7,-10 8,-4 8,-2 4,8-1,11 1,14-3,17-3,21-3,19-7,6-8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8:02.89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70 437,'-2'14,"-1"11,0 8,1 5,3 4,5-4,7-6,8-6,5-7,-3-7</inkml:trace>
  <inkml:trace contextRef="#ctx0" brushRef="#br0" timeOffset="1">111 49,'-16'-9,"-10"-5,-4-1,4 5,14 9,20 11,20 9,17 5,1-1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8:03.780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0,'12'3,"0"-1,1 2,-1 0,-1 0,1 1,-1 1,0 0,0 0,0 1,-1 1,0 0,0 0,-1 1,0 0,-1 0,0 1,-1 0,1 2,12 18,-2 2,-2-1,-1 2,-1 0,6 26,-14-41,28 62,-32-78,-1 0,1 0,0 0,0 0,0 0,0-1,0 1,0-1,0 1,0-1,1 0,-1 0,1 0,-1 0,1 0,-1 0,1-1,-1 0,1 1,-1-1,1 0,0 0,-1 0,1 0,-1-1,1 1,-1-1,1 1,-1-1,1 0,0-1,11-5,-1-2,0 1,-1-2,0 0,-1 0,0-1,0 0,-1-1,-1 0,0-1,0 0,-2 0,1-1,-2 1,0-2,0 1,-2-1,0 0,0 0,0-8,-2 14,-1 5,1-1,-1 0,0 0,0 0,-1 0,1 0,-1 0,0 1,-1-1,1 0,-1 0,0 0,0 0,-1-3,1 8,-1 0,1 1,0-1,0 0,0 0,0 1,0-1,0 1,0-1,0 1,0-1,0 1,0 0,0-1,0 1,0 0,0 0,1 0,-1 0,0 0,1 0,-1 0,0 0,1 0,-1 0,1 0,0 0,-1 0,1 0,0 0,0 1,0-1,0 0,-1 0,2 0,-1 1,-2 6,0-1,1 1,0-1,1 1,0-1,0 1,0-1,1 1,0-1,1 1,0-1,0 0,0 0,1 0,0 0,0 0,1 0,0-1,0 0,0 1,1-2,0 1,0 0,1-1,-1 0,1 0,0-1,1 0,-1 0,4 1,0 0,0 0,1-1,-1-1,1 0,0 0,0-1,0 0,0-1,0 0,0-1,0 0,1-1,-1 0,0-1,0 0,0-1,-1 0,1-1,-1 0,0 0,0-1,0-1,0 1,-1-2,0 1,0-1,4-5,4-8,-1-1,-1-1,0 0,-2-1,4-10,-1 3,-7 18,-7 18,-7 25,4-23,-1 0,0-1,1 1,0 0,0-1,1 1,0 0,1 0,0-1,0 1,0 0,1-1,0 1,1-1,0 0,0 1,0-1,1-1,0 1,0 0,1-1,0 0,0 0,0-1,1 1,2 1,8 3,-1-2,2 0,-1 0,1-2,0 0,0-1,1-1,0 0,-1-1,1-1,0-1,0-1,0 0,0-1,0-1,0-1,0-1,4-1,-7 0,-1 0,1-1,-1 0,-1-2,1 1,-1-2,0 1,-1-2,0 0,4-5,-15 14,-1 0,1 0,0 0,0 0,0 0,0 1,0-1,0 0,0 0,0 1,0-1,1 0,-1 1,0-1,0 1,1 0,-1-1,0 1,1 0,-1 0,0 0,0 0,1 0,-1 0,0 0,1 0,-1 1,0-1,1 0,-1 1,0-1,0 1,0-1,1 1,-1 0,0-1,0 1,0 0,0 0,0 0,45 40,-35-29,0-1,1-1,0 0,1 0,0-2,1 1,0-2,0 0,7 3,-15-8,-1 1,0-1,0 0,1-1,-1 1,1-1,-1 0,1-1,0 1,-1-1,1 0,0 0,-1-1,1 0,0 0,-1 0,1-1,-1 0,0 0,1 0,-1 0,0-1,0 0,-1 0,1 0,0-1,-1 0,0 1,0-1,0-1,-1 1,1-1,-1 1,0-1,1-2,-2-1,0 0,0 1,0-1,-1 0,0 0,-1 0,0 0,0 0,-1 0,0 0,0 0,-1 0,0 0,0 0,-1 1,0-1,0 1,-1 0,0 0,0 0,-1 0,-3-4,0 1,-1 1,0 0,-1 0,0 1,0 0,-1 1,0 0,0 0,-1 1,1 1,-1 0,0 1,-12-3,9 4,1 0,0 1,0 1,-1 0,1 1,0 1,-1 0,1 1,0 1,0 0,0 1,0 0,-1 2,7-3,1 0,0 0,0 1,0 1,1-1,-1 1,1 0,0 0,0 1,1-1,0 1,0 1,0-1,1 1,0 0,0 0,1 0,-1 0,2 1,-1-1,1 1,0-1,1 1,-1 3,2-4,-1 1,1-1,1 0,-1 0,1 0,0 1,1-1,0 0,0-1,0 1,1 0,0-1,0 1,1-1,0 0,0 0,0 0,1-1,0 1,0-1,0 0,3 1,4 3,1 0,0-1,0 0,0-1,1-1,0 0,1-1,-1 0,1-2,1 1,37 5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8:04.08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416 91,'-8'-8,"0"-1,-1 1,0 1,0 0,-1 0,0 1,0 0,0 0,-1 2,0-1,0 1,0 1,0 0,-1 0,1 1,-1 1,0 0,1 0,-1 1,0 1,0 0,1 0,-1 1,1 1,-1 0,1 0,-10 6,14-6,0 0,0 1,1 0,0 0,0 1,0 0,0 0,1 0,0 1,0 0,0 0,1 0,-1 0,2 1,-1-1,1 1,0 0,0 0,1 1,0-1,0 0,1 1,0-1,0 1,0 0,1-1,1 7,5 21,1 0,2 0,1 0,2-1,1-1,2 0,1 0,7 7,-4-2,102 188,-113-213,1 0,1 0,-1-1,2-1,0 0,0 0,1-1,0 0,1-1,0-1,0 0,1-1,0 0,1-1,-1 0,1-2,0 1,0-2,7 1,124 11,-76-12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8:04.34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43,'16'-14,"12"-4,8 7,5 18,4 27,2 31,-1 34,-1 30,-6 26,-7 22,-9 15,-14 10,-21 4,-32-2,-42-9,-6-36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8:29.280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32,'19'0,"25"0,32 0,31-3,27-2,19-3,3-1,-24 2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9:56.65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23 532,'-5'-14,"1"0,0 0,1 0,0-1,1 1,1-1,1 0,0 1,0-1,2 0,0 1,0 0,1-1,1 1,3-6,-4-1,2 1,0 0,1 0,2 0,0 0,0 1,2 1,1 0,0 0,1 1,1-1,-12 17,0 0,0-1,1 1,-1 0,0 0,0 0,1 0,-1 0,1 0,-1 0,1 1,-1-1,1 0,0 1,-1-1,1 1,0 0,-1-1,1 1,0 0,0 0,-1 0,1 0,0 0,-1 1,1-1,0 1,-1-1,1 1,0-1,-1 1,1 0,-1 0,1 0,-1-1,0 2,1-1,-1 0,0 0,1 0,83 114,-62-79,82 131,-103-164,-1 0,1 0,-1 0,1 0,-1 0,0 0,0 0,0 0,-1 1,1-1,-1 0,0 0,0 1,0-1,0 0,0 1,-1-1,1 0,-1 0,0 0,0 1,0-1,-1 0,1 0,-1 0,1-1,-1 1,0 0,0-1,-1 1,1-1,0 1,-1-1,1 0,-1 0,0 0,1-1,-1 1,0-1,0 1,-3 0,2-1,-1 0,0 0,0-1,0 1,0-1,0 0,1-1,-1 1,0-1,0 0,0 0,1 0,-1-1,0 1,1-1,-1-1,1 1,0 0,0-1,0 0,0 0,0 0,1-1,-1 1,1-1,0 1,0-1,0 0,1-1,-1 1,1 0,0-1,0 1,-1-5,3 7,0 0,0-1,0 1,0 0,0 0,1 0,-1-1,0 1,1 0,0 0,0 0,-1 0,1 0,0 0,0 0,1 0,-1 0,0 1,1-1,-1 0,1 1,-1-1,1 1,0 0,0 0,0-1,0 1,0 0,0 0,0 1,0-1,1 0,71-16,15 8,-60 9,-1-2,1-1,-1-1,0-1,0-1,-1-2,1-1,-2-1,1-1,-1-1,-1-1,9-8,-30 18,1 0,-1-1,0 0,0 0,0 0,-1 0,1 0,-1-1,0 0,0 1,-1-1,1 0,-1 0,0-1,-1 1,1 0,-1-1,0 1,0 0,-1-1,0 0,0 1,0-1,0 1,-1-1,0 1,0 0,-1-1,1 1,-1 0,0 0,-1 0,1 0,-1 0,0 0,0 1,0-1,-1 1,0 0,0 0,-2-1,0 0,0 2,0-1,-1 1,1 0,-1 0,0 1,0 0,0 0,0 1,0-1,0 2,0-1,0 1,0 0,-1 0,1 1,0 0,0 1,0-1,0 1,0 0,0 1,1 0,-1 0,1 0,0 1,0 0,0 0,0 1,1-1,0 1,-1 1,2-1,-1 1,1-1,0 1,0 0,0 1,1-1,0 1,1-1,-1 1,1 0,0 0,1 0,0 0,0 1,0-1,1 0,0 0,1 0,-1 0,2 1,0 3,1-3,0-1,1 0,-1 0,1 0,1-1,0 1,0-1,0 0,0-1,1 1,0-1,0 0,1 0,-1-1,1 0,4 2,123 42,79-19,-109-22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9:57.21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314 150,'-2'-7,"1"1,-1 0,0 0,-1 0,1 0,-1 0,0 1,-1-1,1 1,-1 0,0 0,-1 0,1 1,-1-1,0 1,0 0,0 1,0-1,-1 1,0 0,1 0,-1 0,0 1,0 0,-1 1,1-1,0 1,-1 0,1 0,0 1,-1 0,1 0,-1 1,1 0,0 0,-1 0,1 1,0-1,0 2,0-1,0 1,1 0,-1 0,0 0,1 1,-4 3,2-1,1 1,-1 0,1 0,1 0,-1 1,1 0,0 0,1 0,0 0,1 1,-1 0,2 0,-1 0,1 0,0 0,1 2,0-5,1-1,0 0,0 1,0-1,0 0,1 1,0-1,0 0,1 0,-1 1,1-1,0 0,0-1,1 1,-1 0,1-1,0 1,1-1,-1 0,1 0,0 0,0-1,0 1,0-1,0 0,1 0,0 0,2 1,1-1,-1 0,1 0,0-1,0 1,0-2,0 1,0-1,0 0,0-1,0 0,1 0,-1-1,0 0,0-1,0 1,0-1,0-1,-1 0,1 0,-1 0,1-1,-1 0,0 0,-1-1,1 0,-1 0,0-1,0 0,0 0,-1 0,0 0,-1-1,1 0,-1 0,1-3,1-8,-1 1,-1-1,0 0,-2 0,0-1,-1 1,-1 0,0-1,-2 1,0 0,-4-17,5 36,1-1,0 0,-1 0,1 1,0-1,-1 0,1 0,-1 0,1 1,0-1,-1 0,1 0,-1 0,1 0,-1 0,1 0,0 0,-1 0,1 0,-1 0,1 0,-1 0,1 0,0 0,-1 0,1 0,-1-1,1 1,-1 0,1 0,0 0,-1-1,1 1,0 0,-1 0,1-1,0 1,-1 0,1-1,0 1,0-1,-1 1,1 0,0-1,0 1,0-1,0 1,-1 0,1-1,0 1,0-1,0 1,0-1,0 1,0 0,0-1,0 1,0-1,0 1,1-1,-1 1,0-1,0 1,0 0,0-1,1 1,-1-1,-11 37,8-25,0 0,1 0,1 1,0-1,0 1,1-1,1 0,0 1,0-1,1 0,1 0,0 0,0 0,1 0,0 0,1-1,1 0,-1 0,1 0,1-1,1 2,2-3,0 0,1 0,-1-1,1 0,1-1,-1 0,1-1,0-1,5 2,49 13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9:57.872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334 990,'-20'-2,"0"1,0 1,0 0,0 2,1 0,-1 1,0 1,-8 4,19-5,0 0,0 0,1 1,-1 0,1 1,0-1,1 2,-1-1,1 1,0 0,0 1,1 0,0 0,0 0,1 1,0-1,0 1,0 1,1 0,2-2,0 1,0-1,1 0,0 1,0 0,1-1,0 1,1-1,-1 1,1-1,1 1,0-1,0 1,0-1,1 0,0 0,0 0,0-1,1 1,0-1,1 1,-1-2,1 1,1 0,-1-1,1 0,-1 0,2 0,-1-1,0 0,1 0,0-1,0 0,0 0,5 1,6 3,0-2,0 0,0-1,1 0,0-2,-1 0,1-1,0-1,0-1,0-1,-1 0,1-1,-1-1,0-1,0-1,0 0,1-2,6-3,-2-1,1-1,-2-1,0-1,0 0,-2-2,0-1,0 0,-2-2,-1 0,14-20,-8 4,-3 0,0-1,-3-1,-1-1,-2 0,-2-1,-1-1,-1-7,5-35,-5-2,-3 0,-3-44,-3 88,-2 0,-2 0,-2 0,-1 0,-12-37,-24-4,41 80,-1 0,1 1,-1-1,1 0,-1 1,0-1,1 1,-1-1,0 1,0 0,0 0,0 0,0 0,0 0,-1 0,1 1,0-1,0 1,-1 0,1-1,0 1,0 0,-1 0,1 0,0 1,-1-1,1 0,0 1,0 0,0-1,0 1,-1 0,1 0,0 0,0 0,-1 2,-4 4,0 0,1 1,0 0,0 0,1 0,0 1,0 0,1 0,0 0,1 0,0 1,0 0,1-1,0 1,1 0,0 5,-4 51,4 1,2-1,3 0,3 0,3-1,14 48,11 58,42 120,-76-288,1 7,1 0,-1 0,2 0,-1 0,2-1,-1 0,1 0,1 0,-1 0,1-1,1 0,0 0,0 0,0-1,1 0,5 3,-5-9,0 0,-1-1,1 0,0-1,0 1,-1-1,1-1,-1 1,1-1,-1-1,1 0,-1 0,0 0,0 0,-1-1,1-1,-1 1,0-1,0 0,0 0,2-3,140-137,-109 102,-39 44,0-1,0 1,0 0,1-1,-1 1,0-1,0 1,0-1,1 1,-1 0,0-1,1 1,-1-1,0 1,1-1,-1 1,1-1,-1 0,0 1,1-1,-1 0,1 1,0-1,-1 0,1 1,-1-1,1 0,-1 0,1 0,0 1,-1-1,1 0,-1 0,1 0,0 0,-1 0,1 0,-1 0,1 0,0-1,-1 1,1 0,-1 0,1 0,0-1,-1 1,1 0,-1-1,1 1,-1 0,1-1,-1 1,1-1,-1 1,0-1,1 1,-1-1,0 1,1-1,-1 1,0-1,1 0,-6 70,2-60,1 0,0 1,1-1,0 1,1-1,-1 1,2-1,0 1,0 0,0-1,1 0,1 1,-1-1,2 0,-1 0,1 0,0-1,1 0,0 1,1-2,-1 1,1 0,1-1,2-1,0-1,-1-1,2 0,-1 0,0 0,1-1,0-1,0 1,6-1,38 5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9:58.14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224 47,'-16'-2,"-10"-3,-5-1,-1 0,-1 2,2-1,1-4,5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9:58.449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46 28,'-14'-5,"-6"-1,9 1,19 0,30 2,35 1,35 1,31 0,24 1,11 5,1 6,-29 1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9:58.71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77,'18'54,"2"-1,3 0,4 3,-17-37,1-1,0-1,1 0,1-1,0 0,1-1,1-1,0 0,1-1,4 2,-16-11,1-1,-1 0,1 0,-1 0,1-1,0 1,0-1,0 0,0-1,0 1,1-1,-1 0,0 0,1-1,-1 0,0 0,1 0,-1 0,1-1,-1 0,0 0,0 0,1-1,-1 0,0 0,-1 0,1-1,2-1,4-9,0 0,-1-1,-1 0,0-1,-1 0,0-1,-2 0,0 0,0 0,-2-1,0 1,-1-1,0 0,-2 0,1-7,-1 17,20-157,-21 162,0 0,0 0,0 0,0 0,1 0,-1 0,1 0,-1 0,1 0,-1 0,1 0,0 0,0 0,0 1,0-1,0 0,1 1,-1-1,0 1,1-1,-1 1,1-1,0 1,-1 0,1 0,0 0,0 0,0 0,-1 0,1 1,0-1,0 1,0-1,0 1,2-1,19 12,1 5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9:58.99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0 533,'47'-18,"-2"-1,0-3,-1-1,-2-3,0-1,-2-2,-1-1,-1-2,-1-4,-26 26,0 0,-1-2,0 1,-1-1,0 0,-1-1,-1 0,0 0,0-1,-1 0,-1 0,1-5,-6 15,0 1,1-1,-1 0,-1 0,1 0,0 0,-1 0,0 0,0 0,0 1,-1-1,1 0,-1 1,0-1,1 1,-2 0,1-1,0 1,-1 0,1 0,-1 1,0-1,0 1,0-1,0 1,-1 0,1 0,-1 0,1 0,-1 1,0 0,1-1,-1 1,0 0,0 1,0-1,0 1,0 0,1 0,-1 0,0 0,-1 1,-7 0,0 1,0 1,1 0,-1 0,1 1,0 1,0 0,0 0,1 1,-1 1,1 0,1 0,0 0,0 1,0 1,1 0,0 0,1 0,0 1,0 0,1 1,0-1,1 1,0 0,1 0,1 1,-1-1,2 1,-1 0,1 4,2-8,1 0,0 0,0 0,0 0,1-1,0 1,1 0,0-1,0 1,0-1,1 0,0 0,0 0,1-1,0 0,0 0,1 0,-1 0,1-1,1 0,-1 0,1 0,-1-1,3 1,13 7,1-1,1 0,0-2,0 0,1-2,25 4,199 18,-131-25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9:59.95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369 255,'4'-15,"-2"0,0 0,-1 0,0 0,-1-1,-1 1,0 0,-3-9,3 18,0 0,-1 1,0 0,0-1,0 1,0 0,-1 0,0 0,0 0,0 0,-1 1,1-1,-1 1,0 0,0 0,-1 1,1-1,-1 1,0 0,0 0,0 0,0 1,0 0,-1 0,-1 0,-1 1,1-1,0 2,0-1,0 1,0 0,-1 1,1-1,0 1,0 1,0-1,0 1,0 1,1-1,-1 1,1 0,-1 1,1 0,0-1,0 2,1-1,-1 1,-3 4,-3 3,0 1,0 1,1 0,1 0,0 1,1 0,1 1,1 0,-2 4,5-9,0 0,1 0,0 1,1-1,0 1,1 0,0 0,1-1,0 1,1 6,0-13,0 1,0-1,1 1,0-1,-1 0,2 0,-1 0,1 0,-1 0,1 0,1-1,-1 1,1-1,-1 0,1 0,0-1,1 1,-1-1,1 0,-1 0,1 0,0 0,2 0,5 0,0 0,0 0,0-1,1-1,-1 0,1 0,-1-1,0-1,1 0,-1-1,0 0,0-1,0-1,0 0,0 0,-1-1,1 0,-1-1,-1-1,1 1,-1-2,0 1,-1-1,0-1,0 0,-1 0,0-1,-1 0,0 0,0-1,-1 0,0 0,-1 0,0 1,0-2,-2 1,1 0,-1-1,-1 0,0 0,0 1,-2-1,1 0,-1 0,-1-2,1 14,0 1,0-1,0 0,0 1,0-1,0 0,0 0,0 1,0-1,0 0,0 1,0-1,0 0,-1 0,1 1,0-1,0 0,0 0,0 1,0-1,-1 0,1 0,0 1,0-1,-1 0,1 0,0 0,0 0,0 1,-1-1,1 0,0 0,-1 0,1 0,0 0,0 0,-1 0,1 0,0 0,-1 0,1 0,0 0,0 0,-1 0,1 0,0 0,-1 0,1 0,0 0,0 0,-1 0,1 0,0-1,0 1,-1 0,1 0,0 0,0 0,-1-1,1 1,0 0,-3 10,0 0,1 1,0-1,0 1,1 0,1-1,-1 1,2 0,0-1,0 1,1 0,0-1,1 0,0 1,0-1,2 0,-1-1,1 1,0-1,1 0,0 0,0 0,1-1,0 0,1 0,0-1,0 0,0-1,1 1,1-1,4 3,0-1,1-1,0-1,0 0,1 0,-1-2,1 0,0 0,0-2,1 0,-1-1,0 0,1-2,-1 0,0 0,0-2,0 0,0-1,0 0,0-1,-1-1,0-1,0 0,-1-1,0 0,0-1,-1-1,9-8,5-10,-2 0,-2-1,0-2,-2-1,17-32,-12 20,-24 40,-2 3,1 0,-1-1,0 1,0 0,1-1,-1 1,1 0,-1 0,1-1,0 1,-1 0,1 0,0 0,0 0,0 0,0 0,0 0,0 0,0 0,0 0,0 1,0-1,1 0,-1 1,0-1,0 1,1-1,-1 1,0 0,1 0,-1-1,0 1,1 0,-1 0,0 0,1 0,-1 1,0-1,1 0,-1 0,0 1,1-1,-1 1,0 0,4 7,0 0,-1 1,0 0,-1 0,0 0,-1 0,1 1,-2-1,1 1,-1 1,3 13,17 137,-6 0,-7 27,-8-88,5 0,4-1,4 0,5 0,3-2,5 0,15 28,-29-96,2 0,0-1,2 0,1-1,2-1,0-1,1-1,2 0,0-2,2 0,16 11,20-4,-58-28,0-1,0 1,0-1,0 0,0 0,0 1,0-1,0-1,0 1,0 0,0 0,0-1,0 1,-1-1,1 0,0 1,0-1,0 0,-1 0,1 0,0 0,-1-1,1 1,-1 0,1-1,-1 1,0-1,0 1,1-1,-1 1,0-2,2-5,0 0,-1-1,0 0,0 1,0-1,-2 0,1 0,-1 1,0-1,-1 0,0 0,-1-3,-8-51,-4 1,-2 0,-2 1,-4 1,-2 1,-26-44,9 22,-3 2,-4 2,-3 3,-3 2,-4 2,-2 2,-3 4,-8-2,-12-8,82 73,1 1,-1-1,1 1,-1-1,1 1,-1-1,1 0,-1 1,1-1,0 0,-1 1,1-1,0 0,-1 1,1-1,0 0,0 0,0 1,0-1,0 0,0 0,0 1,0-1,0 0,0 0,0 0,0 1,0-1,1 0,-1 1,0-1,1 0,-1 0,0 1,1-1,-1 1,1-1,-1 0,1 1,-1-1,1 1,-1-1,1 1,0-1,-1 1,1 0,0-1,-1 1,1 0,0-1,0 1,-1 0,1 0,0 0,0 0,-1 0,1 0,0 0,106-15,532-20,-618 35,-14-1,-1 0,0 1,0 0,1 0,-1 1,0-1,0 1,1 1,-1-1,0 1,2 1,-7-2,0 0,0 0,0 0,0 0,-1 0,1 0,0 0,-1 0,1 0,0 0,-1 0,1 0,-1 0,0 1,1-1,-1 0,0 0,0 1,0-1,0 0,0 0,0 0,0 1,0-1,-1 0,1 0,0 1,3 25,2-24,1 1,-1-1,1 0,0 0,0-1,0 1,0-2,0 1,0 0,0-1,1 0,-1-1,0 1,1-1,-1-1,1 1,5-2,1 2,1-2,0 0,0 0,-1-1,1-1,-1 0,0-1,0 0,-1-1,11-7,-17 10,0-1,0-1,0 1,-1-1,0 0,0 0,0-1,0 1,-1-1,0 0,0-1,0 1,-1 0,0-1,-1 0,1 0,-1 0,0 0,-1 0,0 0,0-3,-1 3,0 0,0 0,-1 0,0 0,0 0,-1 1,0-1,0 1,0-1,-1 1,0 0,0 0,-1 0,0 0,0 0,0 1,-1 0,1 0,-1 0,0 0,-1 1,1 0,-1 0,0 0,0 1,-6-3,0 1,1 0,-1 1,-1 0,1 1,0 0,-1 1,0 0,1 1,-1 0,0 1,0 1,1 0,-1 1,-3 1,5 0,0 0,-1 2,1-1,1 1,-1 1,1 0,0 0,0 1,1 1,0-1,0 1,-6 8,11-12,1 0,-1 1,1-1,-1 1,2 0,-1 0,0 0,1 1,0-1,0 0,1 1,-1 0,1-1,0 1,1 0,-1-1,1 1,1 0,-1-1,1 1,0 0,0-1,0 1,1-1,0 1,0-1,1 2,0-1,1 0,1 0,-1-1,1 1,0-1,0 0,0 0,1-1,0 1,0-1,0-1,0 1,2 0,38 17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20:00.189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552 134,'-21'-19,"-19"-9,-18-4,-12 5,-8 7,0 12,7 16,13 13,16 10,18 6,13-4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20:00.38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0,'2'21,"6"11,7 7,11-1,17-5,22-5,22-8,21-7,-7-6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20:01.070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578 834,'-9'-12,"0"1,-1 0,0 0,-1 1,0 1,0 0,-1 0,0 1,0 1,-1 0,0 1,-1 0,1 1,-1 0,0 1,0 1,0 0,-1 1,1 0,-1 2,1-1,-1 2,1 0,-1 0,1 2,0 0,-1 0,1 1,1 1,-1 0,1 1,0 1,0 0,1 1,0 0,0 0,1 2,0-1,0 1,1 1,1 0,0 0,-7 12,13-19,0 0,1 1,-1-1,1 1,0-1,0 1,1 0,-1 0,1 0,0 0,1 0,-1 0,1 0,0 0,0 0,0 0,1 0,0 0,0 0,0 0,0 0,1 0,0-1,0 1,0-1,1 1,-1-1,1 0,0 0,0 0,1 0,-1 0,1-1,0 1,0-1,0 0,0-1,3 2,1-1,0 0,0 0,1-1,-1 0,1-1,-1 0,1 0,0-1,0 0,-1-1,1 1,0-2,-1 1,1-1,-1-1,0 1,0-2,4 0,4-4,-1 0,1 0,-1-2,-1 1,0-2,0 0,-1-1,10-10,-6-3,0 0,-2-1,-1-1,0 0,-3-1,0-1,-1 1,-2-2,-1 1,-2-1,-1 0,-1 0,-1 0,-2-28,1 14,-1 1,-3-1,-1 1,-2 0,-2 0,-2 1,-14-39,22 75,0 0,0 1,0-1,-1 0,0 1,0-1,-1 1,1 0,-1 0,0 1,-1-1,1 1,-1 0,-3-3,6 6,0 1,0-1,0 0,0 1,0 0,0-1,0 1,0 0,0 0,0 0,0 0,0 1,0-1,0 0,0 1,0 0,0-1,0 1,1 0,-1 0,0 0,0 0,1 0,-1 0,0 1,1-1,0 1,-1-1,1 1,0-1,-36 55,24-26,2 0,1 1,1 0,2 0,1 1,1 0,2 0,2 0,0 0,3 8,-1-14,2 1,1-1,2 0,0-1,2 1,0-1,2-1,0 0,2 0,2 0,-6-9,1-2,1 1,0-1,1 0,0-1,1-1,0 0,1 0,0-1,0-1,1 0,1-1,0 0,0-2,0 1,10 1,-15-5,0-1,0 0,0-1,1 0,-1 0,0-1,1-1,-1 0,0 0,1-1,-1 0,0-1,0 0,-1 0,1-1,-1-1,0 1,0-1,0-1,0 0,-1 0,0-1,-1 0,1 0,-1-1,-1 0,1 0,1-4,24-42,-31 54,-1-1,1 0,-1 1,1-1,0 1,-1 0,1-1,0 1,0-1,-1 1,1 0,0 0,0-1,-1 1,1 0,0 0,0 0,0 0,-1 0,1 0,0 0,0 0,0 0,-1 0,1 1,0-1,0 0,0 1,-1-1,1 0,0 1,-1-1,1 1,0-1,-1 1,1-1,-1 1,1-1,0 1,-1 0,0-1,1 1,-1 0,1-1,-1 1,0 0,1 0,-1-1,0 1,0 0,0 0,0 0,1-1,-1 2,3 2,10 17,2-1,0-1,1 0,1-2,1 0,16 12,-25-22,1 0,-1-1,1 0,1-1,-1 0,1 0,0-1,0-1,0 0,1 0,-1-1,1-1,-1 0,1 0,7-2,-11 0,0 0,0-1,0 0,0 0,-1-1,1 0,-1-1,1 0,-1 0,0 0,-1-1,1 0,-1 0,0 0,0-1,-1 0,1-1,-1 1,0-1,-1 0,0 0,0 0,2-7,-1 2,0 0,-1 0,0 0,-1 0,0-1,-1 0,-1 1,0-1,-1 0,0 0,-1 1,0-1,-1 0,0 1,-2-3,1 8,0-1,0 1,-1 0,0 0,-1 0,1 1,-1-1,0 1,-1 0,1 1,-1-1,-1 1,1 0,-1 1,1-1,-1 2,-1-1,1 0,0 1,-1 1,0-1,1 1,-1 1,0-1,-1 1,-4-1,0 1,0 0,0 1,0 0,0 1,0 1,0 0,0 0,1 2,-1-1,1 2,0-1,0 2,0-1,-2 4,10-8,1 1,-1 0,1 0,-1 1,1-1,0 1,0-1,0 1,0 0,1 0,-1 0,1 1,0-1,0 0,0 1,0 0,1-1,-1 1,1 0,0 0,0 0,0 0,1 0,-1 0,1 0,0 0,0 0,1 0,-1 0,1 0,0 0,0-1,0 1,0 0,1 0,0 2,40 39,11-5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20:01.756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427 382,'-12'-23,"-2"0,-1 1,-1 1,0 0,-1 1,-2 1,0 1,-1 0,0 2,-2 0,0 1,-14-6,32 19,1-1,-1 1,0 1,0-1,0 1,0-1,0 1,0 0,0 1,0-1,0 1,-1-1,1 1,0 1,0-1,0 0,-1 1,1 0,0 0,0 0,0 1,0-1,0 1,1 0,-1 0,0 1,1-1,0 1,-1-1,1 1,0 0,0 0,1 0,-1 2,-4 4,2 1,-1 0,1 0,1 0,0 1,0-1,1 1,1 0,0 0,0 1,0 5,2-10,-1-1,1 1,1-1,-1 0,1 1,0-1,0 1,1-1,0 0,0 0,0 0,1 0,0 0,0 0,1-1,-1 0,1 1,0-1,1-1,3 5,-4-6,0-1,1 1,-1-1,1 0,0 0,-1 0,1 0,0-1,0 0,0 0,0 0,0-1,0 1,1-1,-1-1,0 1,0-1,0 1,0-2,0 1,4-2,96-52,-9-32,-94 85,-2 1,1 0,-1 0,0 0,1 0,-1 0,1 1,-1-1,1 0,-1 0,1 0,0 1,-1-1,1 0,0 1,0-1,-1 1,1-1,0 1,0-1,0 1,0-1,-1 1,1 0,0-1,0 1,0 0,0 0,0 0,0 0,0 0,0 0,0 0,0 0,0 0,0 0,0 1,0-1,0 0,-1 1,1-1,0 0,0 1,0-1,0 1,-1 0,1-1,0 1,0 0,-1-1,1 1,-1 0,1 0,10 34,-8-24,0-1,1 1,0-1,1 1,0-2,0 1,1 0,1 1,2-2,0 1,0-1,0-1,1 1,1-2,-1 0,1 0,0 0,1-2,0 1,-1-2,2 1,-1-2,0 1,1-2,0 0,-1 0,1-1,0-1,0 0,10-2,-17 1,-1-1,0 0,1 0,-1 0,0-1,0 1,-1-1,1 0,-1-1,1 1,-1-1,0 0,0 0,-1 0,1-1,-1 1,0-1,0 0,0 0,-1 0,0 0,0 0,0-1,25-128,-10-80,-17 211,0 0,0 0,1 0,-1 0,0 0,1 0,0 0,0 0,0 0,0 1,0-1,0 0,1 0,-1 1,1-1,0 1,0 0,0-1,0 1,0 0,0 0,1 0,-1 1,1-1,-1 0,1 1,0 0,-1-1,1 1,0 0,0 1,0-1,0 0,12 3,1 0,-2 0,1 2,0-1,-1 2,1 0,-1 1,-1 0,9 6,13 4,-8-5,54 34,-79-42,-1-1,1 1,-1 0,0 0,0 0,0 1,0-1,0 0,-1 0,0 1,1-1,-1 0,0 0,-1 1,1-1,0 0,-1 0,0 0,0 1,0-1,0 0,0 0,-1 0,1 0,-1-1,-2 4,-5 16,7-18,0 0,1 1,0-1,-1 0,2 0,-1 1,0-1,1 0,0 1,0-1,0 0,0 1,1-1,0 0,0 1,0-1,0 0,1 0,-1 0,1 0,0 0,0 0,1-1,-1 1,1-1,0 1,0-1,0 0,0 0,0 0,1-1,0 1,13 8,2-1,-1-1,2-1,-1 0,1-2,0 0,5 0,253 42,-131-33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20:02.516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1052,'66'-58,"-3"-2,-2-3,41-56,-74 80,0-1,-3-1,-2-1,-1-2,-2 0,-3-1,-1 0,-2-2,-2 0,-2-3,-8 41,1-1,-2 0,1 0,-1 0,-1 0,0 0,0 0,-1 0,0 0,-1 1,0-1,0 0,-1 0,-1 1,1 0,-2 0,1 0,-1 0,0 1,-1-1,0 1,-1 1,1-1,-1 1,-1 0,-6-5,7 9,0 0,-1 0,1 1,-1 0,1 0,-1 1,1-1,-1 2,0-1,0 1,0 1,1-1,-1 1,0 0,1 1,-1 0,1 0,-1 1,1 0,0 0,0 1,-1 0,-6 4,0 1,1 1,0 0,0 0,1 1,1 1,0 0,0 1,1 0,0 2,0 0,2 1,0 0,1 1,0-1,1 1,1 1,1-1,0 1,2-1,0 1,1 0,0 0,1 0,2 0,0 0,0 0,2-1,0 1,1-1,1 0,0 0,9 14,7 6,1-1,1-2,3 0,0-2,2 0,2-3,0 0,2-2,1-1,1-2,1-2,2-1,-1-1,2-3,18 6,-17-8,0-1,1-2,1-2,32 4,-57-12,0 0,0-1,0-1,0 0,0-1,0-1,0-1,-1-1,1 0,-1-1,0 0,0-2,5-2,-13 4,0 1,-1-1,0 0,0-1,0 0,-1 0,0-1,0 1,0-1,-1 0,0-1,-1 1,0-1,0 0,0 0,-1-1,0 1,-1-1,1 1,-2-1,1 0,-2 0,1 1,-1-1,0 0,-1 0,0 0,0 0,-1 1,0-1,0 0,-1 1,-2-4,2 7,0 0,-1 1,1-1,-1 1,0-1,0 1,0 0,0 1,-1-1,0 1,1 0,-1 0,0 1,-1-1,1 1,0 0,-1 0,1 1,-1 0,0 0,1 0,-1 0,0 1,1 0,-1 1,0-1,0 1,1 0,-2 0,-2 1,-1 1,0-1,1 1,0 1,0 0,0 0,0 1,1 0,-1 0,1 1,1 0,-1 1,1 0,0 0,1 0,-4 6,6-9,1 0,0 1,0-1,0 1,0 0,1 0,0 0,0 0,1 0,-1 0,1 1,0-1,0 0,1 1,0-1,0 1,0-1,0 0,1 1,0-1,0 0,0 1,1-1,0 0,0 0,0 0,1 0,-1-1,1 1,0 0,1-1,3 4,0-3,1-1,0 0,1 0,-1 0,1-1,0 0,-1-1,1 0,0 0,1-1,-1 0,0-1,0 0,0-1,0 1,0-2,0 1,0-1,0-1,0 1,0-2,-1 1,0-1,1 0,-2-1,1 0,0 0,-1-1,0 0,0 0,-1 0,0-1,1-1,0-2,1-1,-2 0,1-1,-2 0,1 0,-2 0,0 0,0-1,-1 0,-1 0,0 0,0 0,-1 0,-1 0,-1 0,0 0,0-2,1 13,0 0,0 0,0 0,-1 0,1 0,0 0,-1 0,1 0,-1 1,0-1,0 0,0 0,0 0,0 1,0-1,0 0,0 1,-1-1,1 1,0 0,-1-1,1 1,-1 0,0 0,1 0,-1 0,0 0,0 0,0 1,0-1,0 0,1 1,-1 0,0-1,0 1,0 0,0 0,0 0,0 0,0 0,0 1,0-1,0 1,0-1,0 1,0 0,0-1,1 1,-1 0,0 0,0 1,-2 3,-1 0,1 0,1 0,-1 0,1 1,0-1,0 1,1 0,0 0,0 0,0 0,0 0,1 1,0-1,1 0,-1 1,1-1,1 0,-1 1,1-1,0 0,0 1,1-1,0 0,0 0,0 0,1 0,0-1,0 1,0-1,1 1,0-1,0 0,0-1,1 1,1 0,12 11,1 0,0-2,1-1,1 0,0-1,1-2,0 0,1-1,0-1,17 3,58 15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20:04.25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3,'2'-1,"-1"1,0 0,0 0,0-1,0 1,0 0,0 0,0 0,0 0,0 1,0-1,0 0,1 0,-1 1,0-1,0 0,0 1,0-1,0 1,-1 0,1-1,0 1,0 0,0-1,0 1,-1 0,1 0,0 0,-1-1,1 1,-1 0,1 0,-1 0,1 0,-1 0,1 0,-1 0,0 0,0 1,0-1,1 0,-1 0,0 0,0 0,-1 0,1 0,0 1,1 1,59 257,-28-152,-32-108,0 0,0 0,0 1,0-1,0 0,0 1,0-1,0 0,0 1,0-1,0 0,0 0,1 1,-1-1,0 0,0 1,0-1,0 0,0 0,1 1,-1-1,0 0,0 0,0 1,1-1,-1 0,0 0,0 0,1 0,-1 1,0-1,0 0,1 0,-1 0,0 0,1 0,-1 0,0 0,0 0,1 0,-1 0,0 0,1 0,-1 0,0 0,1 0,-1 0,0 0,0 0,1 0,-1 0,0 0,1-1,-1 1,0 0,0 0,1 0,-1 0,0-1,0 1,0 0,1 0,-1-1,0 1,8-22,-7 20,11-41,-3 5,1 0,3 0,1 1,1 1,2 0,22-33,-7 32,-32 36,1 0,0 0,0 1,-1-1,1 0,0 0,0 0,0 1,0-1,0 1,0-1,0 1,0-1,0 1,1 0,-1-1,0 1,0 0,0 0,0 0,1 0,-1 0,0 0,0 0,0 0,0 0,0 0,1 1,-1-1,0 1,0-1,0 1,0-1,0 1,0-1,0 1,0 0,4 7,0 1,0 0,-1 0,0 1,0-1,-1 1,-1 0,0 0,0-1,0 7,1 1,6 28,-6-19,2-1,1 1,1-1,1-1,10 19,-17-40,0 0,0 0,0 0,1 0,-1 0,1 0,0-1,0 1,0-1,0 1,0-1,1 0,-1 0,1 0,-1 0,1 0,0-1,0 1,0-1,0 0,0 1,0-1,0-1,0 1,0 0,0-1,0 0,1 1,-1-1,0-1,0 1,0 0,1-1,-1 1,0-1,0 0,0 0,0-1,0 1,0-1,11-9,0-1,-1 0,-1-2,0 1,-1-1,-1-1,0 0,0 0,-2-1,0 0,-1-1,0 0,-2 0,0 0,3-18,4 3,-12 32,1-1,-1 1,1 0,-1 0,1 0,-1 0,1 0,-1 0,1 0,-1 0,1 0,-1 0,1 0,-1 0,1 0,-1 1,1-1,-1 0,1 0,-1 0,1 1,-1-1,1 0,-1 1,0-1,1 0,-1 1,1-1,-1 0,0 1,0-1,1 1,-1-1,0 1,1-1,-1 1,0-1,0 1,0-1,0 1,0-1,0 1,0-1,0 1,0-1,0 1,0-1,0 1,0-1,0 1,0 0,0-1,0 1,-1-1,1 0,0 1,19 72,-16-54,1 0,0-1,2 1,0-1,2 0,-1-1,2 0,1 0,0-1,1 0,2 3,-10-16,-1-1,1 1,0 0,-1 0,1-1,0 0,1 0,-1 1,0-2,1 1,-1 0,1-1,-1 0,1 1,-1-1,1-1,0 1,0-1,0 1,-1-1,1 0,0 0,0-1,0 1,-1-1,1 0,0 0,-1 0,1 0,0-1,-1 1,0-1,1 0,-1 0,0 0,0-1,0 1,0-1,0 0,14-19,0-1,-2-1,-1-1,0 0,-2 0,-1-1,-2-1,0 0,-1 0,1-16,17-72,-29 133,2 0,0 0,2 0,0 0,1 0,0 0,2 1,1-3,1 0,1-1,1 0,0 0,1 0,0-1,1-1,1 1,0-2,1 1,0-2,1 0,0 0,0-1,2-1,-1 0,1-1,0 0,1-1,24 7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20:05.090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25 1,'-4'9,"0"0,0 0,1 1,1 0,-1 0,1-1,1 1,0 1,0-1,1 0,1 0,-1 0,2 0,-1 0,1 0,1-1,0 1,0 0,1-1,0 0,1 0,0 0,0-1,1 1,0-1,0 0,1-1,0 0,0 0,1 0,0-1,0 0,0 0,1-1,0-1,0 1,0-1,1-1,-1 0,1 0,0-1,0 0,1 0,-3-2,-1-1,0 1,0-1,-1-1,1 1,0-1,0-1,-1 1,1-1,-1 0,0-1,0 1,0-1,0 0,-1-1,1 1,-1-1,0 0,-1-1,1 1,-1-1,0 0,0 0,-1 0,9-16,-1-1,-1 0,-1-1,-1 0,-1 0,0-2,8-52,-30 100,10-9,1 0,0 1,1 0,1 0,0 0,1 0,0 1,1 7,0-16,1-1,-1 1,1-1,0 1,1-1,-1 1,1-1,0 0,0 0,1 0,0 0,0 0,0-1,0 1,0-1,1 0,0 0,0 0,0 0,1-1,-1 0,1 1,0-1,10 3,1-1,-1-1,1 0,-1-1,1-1,0 0,0-1,0-1,0 0,0-1,0-1,0-1,0 0,-1-1,1-1,-1 0,0-1,0 0,-1-1,0-1,-5 3,-1 1,0-1,0 0,0-1,-1 0,0 0,0-1,0 0,-1 0,0-1,0 1,-1-1,0 0,0-1,-1 0,-14 76,12-61,0 0,0 0,1 0,0-1,0 1,0-1,1 1,-1-1,1 0,1 0,-1-1,1 1,-1-1,1 0,1 0,-1-1,0 0,1 1,0-2,-1 1,3 0,10 4,1-1,-1-1,1-1,0 0,0-2,9 1,94-6,-121 3,0 0,1 1,-1-1,0 1,0-1,1 1,-1-1,0 1,0 0,0-1,0 1,0 0,0 0,0 0,0 0,0 0,0 0,0 0,-1 0,1 0,0 0,-1 0,1 1,-1-1,1 0,-1 0,0 1,1-1,-1 1,9 16,-4-13,1 0,0 0,0-1,1 0,0 0,-1-1,1 0,0 0,1 0,-1-1,0 0,1 0,-1-1,1 0,-1-1,1 1,0-2,-1 1,1-1,5-1,-8 1,-1 0,1-1,-1 1,1-1,-1 0,0 0,1-1,-1 1,0-1,-1 0,1 0,0 0,-1-1,0 1,0-1,0 0,0 0,-1 0,1 0,-1 0,0-1,0 1,-1-1,1 1,-1-1,0 1,0-1,0 0,-1 0,0 1,0-1,0 0,-1 0,0-3,0-5,-2-1,1 1,-2 0,0 0,0 0,-1 1,-1-1,0 1,-1 0,0 1,-1 0,0 0,-1 0,0 1,-8-7,10 11,0-1,0 1,-1 1,0-1,0 1,0 0,-1 1,1 0,-1 1,0-1,0 2,-1-1,1 1,0 1,-1 0,1 0,-1 1,0 0,1 0,-1 1,1 0,-7 3,9-2,0 1,0 0,1 1,-1-1,1 1,0 1,0-1,1 1,-1 0,1 0,0 1,0 0,1-1,0 2,0-1,0 0,0 1,1 0,1-1,-1 1,1 0,0 1,0-1,1 0,0 0,1 1,-1-1,1 1,1-1,-1 0,1 1,1-1,-1 0,1 0,1 1,-1-2,1 1,0 0,3 3,25 32,3-9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20:06.44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234 92,'-6'-9,"-1"0,0 1,-1 0,0 0,0 1,-1 0,1 0,-2 1,1 0,-3-1,9 6,0-1,0 1,0 0,0 0,-1 0,1 0,0 1,-1-1,1 1,0 0,-1 0,1 0,-1 0,1 1,0-1,-1 1,1 0,0 0,0 0,-1 1,1-1,0 1,0-1,1 1,-1 0,0 0,0 0,1 1,0-1,-1 0,1 1,0 0,0 0,0 1,-4 5,1 0,0 1,1 0,0 0,1 0,0 0,0 1,1-1,1 1,0 0,0-1,1 1,0 0,2 5,32 149,-15-103,4-2,2 0,3-2,3-1,19 27,-47-79,-2-2,0-1,0 1,0 0,0-1,1 1,-1 0,1-1,0 0,-1 1,1-1,0 0,0 0,1 0,-1 0,0 0,1-1,-1 1,1-1,-1 1,1-1,0 0,0 0,-1 0,1 0,0-1,0 1,0-1,0 0,0 1,0-2,0 1,0 0,-1 0,1-1,3 0,4-9,0-1,0 0,-1 0,0-1,-1 0,-1 0,0-1,0 0,-1 0,3-11,-7 19,20-56,-2-1,-4-1,-2-1,-2 0,-3-5,-9 64,0 3,-1 1,1 0,0 0,0 0,-1 0,1 0,0 0,0 0,0 0,0-1,0 1,0 0,1 0,-1 0,0 0,0 0,1 0,-1 0,1 0,-1 0,1 0,-1 0,1 0,0 0,-1 0,1 0,0 1,0-1,0 0,0 0,0 1,-1-1,1 1,0-1,0 1,1-1,-1 1,0-1,0 1,0 0,0 0,0 0,0-1,1 1,123 101,51-7,-87-51,-83-41,0 0,0 1,-1-1,1 1,-1 0,0 0,0 1,0 0,0-1,0 2,-1-1,0 0,0 1,0 0,0 0,-1 0,0 1,0-1,0 1,-1-1,0 1,0 0,0 0,-1 0,1 3,-14 59,10-62,-1 1,1-1,0 1,0-1,1 1,0-1,0 1,1 0,0 0,0-1,0 1,1 0,0 0,1-1,-1 1,1-1,0 1,1-1,-1 0,1 0,1 0,-1 0,1 0,0-1,0 0,1 0,1 2,3-2,0-1,0 0,0 0,0-1,1 0,0-1,-1 0,1-1,0 0,0 0,-1-1,1 0,0-1,0 0,0 0,-1-1,1-1,-1 1,1-2,-1 1,0-1,0-1,0 1,-1-2,0 1,0-1,0 0,2-3,2-2,0-1,0 0,-1 0,-1-1,0-1,-1 0,0 0,-1-1,-1 0,0 0,-1-1,-1 0,0 0,-1 0,-1 0,0-7,-2 21,-1 0,0 1,1-1,-1 0,0 1,0-1,0 0,0 0,0 1,-1-1,1 0,0 1,-1-1,0 1,1-1,-1 0,0 1,1-1,-1 1,0 0,0-1,0 1,-1 0,1-1,0 1,0 0,-1 0,1 0,0 0,-1 0,1 1,-1-1,1 0,-1 1,0-1,1 1,-1-1,0 1,1 0,-1-1,0 1,1 0,-1 0,0 0,1 1,-1-1,0 0,1 1,-1-1,0 1,-1 0,-6 4,0 0,1 1,-1 0,1 0,0 1,0 0,1 0,0 1,0 0,1 0,0 1,0-1,1 2,1-1,-1 0,1 1,1 0,0 0,0 0,1 0,0 0,0 6,2-12,-1 0,1 0,0 0,0 0,0 0,0 0,1 0,-1 0,1 0,0 0,1 0,-1 0,0-1,1 1,0 0,0-1,0 1,1-1,-1 0,1 0,0 0,-1 0,1 0,1 0,-1-1,0 0,1 1,-1-1,1 0,-1-1,1 1,0-1,0 0,0 0,0 0,0 0,2 0,4-1,0-1,-1 1,1-2,0 1,-1-1,0-1,1 0,-1 0,0 0,0-1,-1-1,1 0,-1 0,0 0,0-1,-1 0,0-1,0 0,0 0,-1 0,0-1,0 0,-1 0,2-5,4-1,-14 45,1-26,0 0,0-1,1 1,-1 0,1 0,0 0,0 0,1 0,0 0,0 0,0 1,0-1,1 0,0 0,0 0,0 0,0-1,1 1,0 0,0 0,0-1,1 1,0-1,-1 0,1 0,1 0,-1 0,1 0,-1-1,5 3,-4-4,1 0,-1-1,1 0,0 0,-1 0,1 0,0-1,0 1,0-1,-1-1,1 1,0-1,0 0,0 0,-1 0,1 0,-1-1,1 0,-1 0,0 0,1 0,-1-1,0 0,0 0,0 0,6-5,-1-1,0 0,0-1,0 0,-1 0,-1-1,0 0,5-11,5-17,-2-2,-1 1,-2-2,-3 0,0-6,2-3,-1 25,10 36,-2 9,-8-11,0 1,0 0,-1 0,-1 1,0 0,0 1,-1 0,0 0,0 0,-2 1,1 0,-2 0,1 1,-2-1,0 1,0 0,-1 0,-1 0,0 4,-20 52,15-64,2 1,-1-1,1 1,-1 0,2-1,-1 1,0 0,1 0,1 0,-1 1,1-1,0 0,0 0,0 0,1 0,0 0,0 0,1 0,0 0,0 0,0-1,1 1,-1-1,1 1,1-1,5 3,0-1,1-1,0 0,0 0,1-1,-1-1,1 0,0 0,0-1,0 0,1-1,-1 0,1-1,-1 0,1-1,-1 0,1-1,0 0,9-3,-6 0,0 0,0-1,0-1,-1-1,1 0,-2 0,1-2,-1 0,0 0,-1-1,0-1,-1 0,0 0,-1-1,0-1,-1 1,0-2,-1 1,0-1,1-5,-6 11,-3 7,0 0,0 0,0 0,0 0,0 0,1 1,-1-1,0 0,0 0,1 0,-1 0,0 0,1 0,-1 0,1 1,-1-1,1 0,0 0,-1 1,1-1,0 0,-1 1,1-1,0 1,0-1,-1 1,1-1,0 1,0-1,0 1,0 0,0 0,0-1,0 1,0 0,0 0,0 0,-1 0,1 0,0 0,0 0,0 0,0 1,0-1,0 0,0 0,0 1,0-1,6 10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20:06.86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147 173,'120'-11,"-116"10,1 0,-1 0,0-1,0 1,0-1,0 0,0 0,0-1,0 1,0-1,-1 1,0-1,1 0,-1-1,0 1,0-1,-1 1,1-1,-1 0,0 0,0 0,0 0,0 0,-1 0,1-1,-2 2,0 1,1-1,-1 1,0-1,0 0,-1 1,1-1,0 1,-1-1,0 1,1-1,-1 1,0 0,0-1,-1 1,1 0,0 0,-1 0,1-1,-1 2,0-1,0 0,1 0,-1 0,-1 1,1-1,0 1,0 0,0 0,-1 0,1 0,0 0,-1 0,1 0,-1 1,-92-15,87 14,-1 0,1 1,-1 0,1 0,0 1,-1 0,1 0,0 1,0 0,0 1,0 0,0 0,0 1,1 0,0 0,0 0,0 1,0 0,1 1,-1 0,1 0,1 0,-1 0,1 1,1 0,-1 0,1 0,-1 2,4-6,1 1,-1-1,0 0,1 0,0 1,0-1,0 0,0 1,0-1,1 0,0 1,-1-1,1 0,0 0,1 0,-1 0,0 0,1 0,0 0,0 0,0 0,0-1,0 1,0-1,1 1,-1-1,1 0,-1 0,1 0,0 0,0-1,0 1,1-1,7 4,0 0,0-2,0 1,1-1,-1-1,1 0,0-1,10 1,-15-2,1 0,-1-1,0 0,0 0,-1 0,1-1,0 0,0 0,-1 0,1-1,-1 0,0-1,0 1,0-1,0-1,0 1,-1-1,0 1,3-5,-8 9,0 0,0 0,0 1,0-1,0 0,0 0,0 0,1 1,-1-1,0 0,0 0,0 0,0 0,0 1,0-1,0 0,1 0,-1 0,0 0,0 0,0 0,0 0,1 1,-1-1,0 0,0 0,0 0,1 0,-1 0,0 0,0 0,0 0,1 0,-1 0,0 0,0 0,0 0,1 0,-1 0,0 0,0 0,0 0,0 0,1-1,-1 1,0 0,0 0,0 0,0 0,1 0,-1 0,0-1,0 1,0 0,0 0,0 0,0 0,1 0,-1-1,-4 26,1-12,3 18,0 0,3 0,0 0,2 0,1-1,2 0,1 0,1-1,1 0,2 0,3 3,-5-8,8 22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20:07.806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6 0,'-2'16,"-1"17,3 16,3 11,1 5,3 0,-1-7,0-10,-3-14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20:08.24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18 336,'-6'-31,"1"-1,1 0,2 0,2 0,0 0,4-11,-4 38,1 0,-1 1,1-1,0 1,1-1,-1 1,1-1,0 1,0 0,0 0,1 0,-1 0,1 0,0 1,0-1,0 1,1 0,-1 0,1 0,0 0,0 1,0-1,0 1,0 0,0 0,1 1,-1-1,0 1,1 0,0 0,-1 0,2 1,11 1,0 1,0 1,-1 1,1 1,-1 0,0 1,0 0,-1 1,0 1,0 1,-1 0,0 1,-1 0,0 1,0 1,9 11,-1 0,-1 0,-1 1,-1 1,-1 1,-2 1,0 0,-2 0,-1 2,-2-1,0 2,-2-1,-1 1,-1 0,-2 1,-1 0,9 62,-11-92,-1 0,0 0,0 0,1 0,-1 0,1 0,-1 0,1 0,-1 0,1 0,-1 0,1 0,0 0,0 0,-1-1,1 1,0 0,0 0,0-1,0 1,0-1,0 1,0-1,0 1,0-1,0 0,0 1,0-1,0 0,1 0,-1 0,0 0,0 0,0 0,0 0,0 0,0 0,0-1,0 1,1 0,-1-1,0 1,0-1,0 1,0-1,0 0,44-34,-16 2,-1-1,-1-2,-2 0,12-26,-23 40,-14 22,-1 0,1 1,0-1,0 0,0 1,0-1,0 0,-1 1,1-1,0 0,0 1,0-1,0 0,0 1,0-1,0 1,0-1,0 0,1 1,-1-1,0 0,0 1,0-1,0 0,0 1,0-1,1 0,-1 0,0 1,0-1,1 0,-1 1,0-1,0 0,1 0,-1 0,0 1,1-1,-1 0,0 0,1 0,-1 0,0 0,1 1,-1-1,0 0,1 0,-1 0,0 0,1 0,-1 0,0 0,1 0,-1 0,0 0,1-1,-1 1,0 0,1 0,-1 0,0 0,1 0,-1-1,0 1,1 0,-1 0,0-1,1 1,-1 0,4 33,-3-17,0 0,2 1,-1-1,2-1,0 1,1 0,1-1,0 0,1 0,0-1,1 0,1 0,0-1,1 0,3 2,-2-6,1 0,0-1,1 0,0 0,0-2,1 0,0 0,0-1,0-1,0 0,11 1,35 5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20:08.84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479 95,'-10'-9,"0"0,0 0,-1 1,0 0,-1 1,1 0,-1 1,-1 0,1 1,-1 1,0 0,0 0,0 1,0 1,-1 0,1 1,-1 1,1 0,-1 0,1 1,0 1,-1 1,1 0,0 0,0 1,1 1,-1 0,1 1,0 0,0 1,-7 5,12-5,0 0,1 0,-1 1,1 0,1 0,0 0,0 0,0 1,1 0,0 0,1 0,0 1,-2 8,4-13,0 0,1 0,-1 0,1 0,0 0,0 0,1-1,-1 1,1 0,0 0,1 0,-1 0,1-1,0 1,0-1,0 1,1-1,-1 0,1 0,0 0,0 0,1 0,-1-1,1 0,0 1,0-1,0 0,0-1,8 3,-1 0,1-1,0-1,0 0,1 0,-1-1,1-1,-1 0,1-1,-1 0,1-1,-1 0,0-1,1-1,-1 0,0 0,0-1,-1-1,1 0,-1 0,0-1,0-1,-1 0,0 0,0-1,-1 0,0-1,0 0,-1-1,-1 2,-2 0,1 0,-1-1,-1 0,1 0,-1-1,-1 1,0-1,0 1,-1-1,0 0,-1 0,0 0,-1 0,0-5,-5 54,5-23,0 0,2 0,0 0,1 0,0 0,1 0,1-1,0 1,2-1,0 0,-4-8,1 0,0 0,0-1,1 0,0 0,0 0,0 0,1-1,0 0,0 0,0 0,0-1,1 0,0 0,0-1,0 0,0 0,0 0,1-1,-1 0,8 1,-4-3,0 1,-1-2,1 1,0-1,-1-1,1 0,-1 0,0-1,0-1,0 1,0-2,0 1,-1-1,0-1,0 0,0 0,-1 0,6-7,-2 2,-1 0,0-1,-1 0,0-1,-1-1,-1 1,0-1,-1-1,0 1,-1-1,-1 0,0-1,1-5,-6 22,1-1,0 0,0 1,0-1,-1 1,1 0,0-1,-1 1,1-1,0 1,-1 0,1 0,-1-1,1 1,-1 0,0 0,1 0,-1 0,0-1,1 1,-1 0,0 0,0 0,0 0,0 0,0 0,0 0,0 0,0-1,0 1,0 0,-1 0,1 0,0 0,0 0,-1 0,1-1,5 39,-5-22,1 0,1 0,1 0,1 0,0 0,1-1,1 1,0-1,1 0,1-1,8 12,7-6,-2-8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20:09.58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1 527,'73'12,"1"-2,0-4,12-2,-10-2,-1 4,60 13,-122-17,1 1,-1 0,1 1,-1 0,0 1,0 0,-1 1,0 1,0 0,0 1,-1 0,0 0,0 1,-1 1,-1 0,1 0,-2 1,1 0,-1 0,1 5,-1 5,0 1,-2-1,0 2,-2-1,-1 0,0 1,-2 1,1-1,1 0,0 1,2-2,0 1,2 0,5 10,-10-28,1 1,0-1,0 1,1-1,0 0,0 0,0-1,0 1,1-1,-1 0,1 0,0 0,0-1,1 0,-1 0,1 0,0-1,-1 0,1 0,0 0,0-1,1 1,-1-1,0-1,0 0,1 1,3-2,0 1,0-2,-1 1,1-1,0-1,-1 1,0-2,1 1,-1-1,-1-1,1 0,-1 0,1 0,-1-1,-1 0,2-3,5-6,-2 0,0-1,-1-1,-1 0,-1 0,0-1,-1 0,-1-1,3-14,1 5,-11 28,0 0,0 0,1 0,-1 0,0 0,0 1,1-1,-1 0,0 0,0 0,0 0,1 0,-1 0,0 0,0 0,1 0,-1 0,0 0,0 0,1 0,-1 0,0 0,1 0,-1 0,0 0,0 0,0 0,1 0,-1 0,0-1,0 1,1 0,-1 0,0 0,0 4,1 15,0-1,1 1,0 0,2-1,0 1,2-1,-1 0,2-1,1 1,0-1,1-1,1 1,0-2,1 1,7 6,-7-12,0-1,0-1,0 0,1 0,1-2,-1 1,1-1,0-1,0 0,0-1,1-1,0 0,0 0,-1-2,1 0,0 0,0-1,1-1,-2 0,14-3,-8 0,0-1,-1 0,0-2,0 0,0-1,-1 0,0-2,0 0,-1 0,-1-2,0 0,0-1,-2 0,1-1,-1-2,5-7,-2-2,-1 0,-1 0,-1-1,-2-1,0 0,-2-1,-1 0,0-4,9-50,-5 1,1-51,-2-50,-10-103,-1 268,0 11,0-1,0 1,0-1,-1 1,0 0,0-1,-1 1,1 0,-1 0,-1 0,0-1,-12 6,10 8,-1 0,1 1,0-1,0 1,1 0,0 0,1 0,0 0,-2 7,3-9,-21 64,4 1,2 1,4 0,3 1,1 23,5-60,1 1,2 0,2-1,1 1,2-1,2 1,1-1,1-1,2 1,2-2,1 1,2-2,1 0,1-1,10 11,-6-16,2-2,0-1,2-1,1-1,1-1,0-1,2-1,0-2,1-1,0-1,1-2,1-1,0-1,1-2,0-2,17 2,-42-6,0-2,-1 1,1-1,0 0,0 0,0-1,0 0,0-1,-1 0,1 0,0 0,0-1,-1 0,1-1,-1 0,0 0,1 0,-2-1,1 0,0 0,-1-1,0 0,0 0,0-1,0 1,-1-1,4-6,4-33,-8-1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20:10.13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70,'25'-4,"28"-5,31-2,26-2,19-1,8 2,-1 6,-12 9,-18 11,-27 1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20:10.54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16 524,'23'-5,"0"-2,0 0,0-2,-1 0,-1-1,1-2,-2 0,0-1,0-1,-1-1,-1-1,-1 0,13-16,-23 22,0 0,-1-1,0 0,-1 0,0 0,0-1,-2 1,1-1,-2 0,1 0,-2 0,1 0,-2-1,0-6,0 11,-1 1,1-1,-2 1,1-1,-1 1,0-1,-1 1,0 0,0 0,0 0,-1 1,0-1,0 1,-1 0,0 0,0 0,0 1,-1 0,0 0,0 0,0 1,0-1,-6-1,4 2,-1 2,1-1,0 2,-1-1,1 1,-1 0,0 0,1 1,-1 1,0-1,1 1,-1 1,1-1,-1 2,1-1,0 1,0 0,0 1,0 0,1 0,-1 1,1-1,0 2,1-1,-1 1,1 0,0 0,1 1,-1 0,1 0,0 0,1 0,0 1,0 0,1 0,-2 6,1-1,0-1,2 1,-1 0,2 0,0 0,0 0,1 0,1 1,0-1,1 0,0 0,1-1,0 1,1 0,1-1,0 0,0 0,1-1,1 1,0-1,1 0,0-1,0 0,1 0,0-1,1 0,0-1,1 0,-1 0,2-1,-1-1,2 1,19 7,0-1,1-1,0-2,1-2,0-1,0-1,1-2,-1-1,1-2,-1-2,1-1,0-1,-1-2,11-4,66-19,-13-5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20:22.626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32,'1'3,"1"-1,-1 1,0-1,1 1,0-1,-1 0,1 0,0 0,0 0,0 0,0 0,0 0,1-1,-1 1,1-1,-1 0,1 0,-1 0,1 0,-1 0,1 0,0 0,0-1,-1 0,1 1,0-1,0 0,0 0,-1-1,1 1,0-1,1 0,-1 1,56-1,-1-2,0-3,11-5,-2 2,-11 1,33-6,1 4,0 5,0 3,1 4,-63 1,-2 2,1 1,0 1,-1 1,-1 1,-18-7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20:23.04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66 0,'-14'21,"-4"17,1 13,5 5,7 3,10-2,5-3,6-7,2-9,-1-11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20:23.31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15 1,'-9'9,"3"10,13 11,16 9,15 7,2-4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20:23.599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38 414,'20'-5,"0"0,-1-2,0 0,0-2,-1 0,0-1,0 0,-1-2,-1 0,0-1,-1 0,13-15,-18 20,0-1,-1-1,0 1,-1-2,0 1,0-1,-1 0,0-1,-1 0,-1 0,0 0,0 0,-1-1,-1 0,0 0,0-7,-3 17,0-1,-1 1,0 0,0-1,0 1,0 0,0 0,0 0,-1 0,0 0,0 0,0 0,0 0,0 1,0-1,-1 1,1-1,-1 1,1 0,-1 0,0 0,0 1,0-1,0 1,0-1,0 1,-1 0,1 0,0 1,-1-1,-2 0,-4 0,-1 0,1 0,0 1,0 1,0-1,0 2,-1-1,1 1,1 1,-3 1,0 0,-1 1,1 1,1 0,-1 1,1 0,0 1,0 0,1 0,1 1,-1 1,1 0,1 0,0 0,0 1,1 0,0 1,1 0,1 0,-1 0,2 1,0-1,1 1,0 0,0 0,2 0,0 1,0-1,1 4,2-9,0-1,0 0,1 1,0-1,0 0,1 0,0-1,0 1,1-1,-1 0,1 0,1 0,-1 0,1-1,0 0,0-1,1 1,-1-1,1 0,0-1,0 1,0-1,7 1,13 5,1-1,0-2,0-1,1-1,21 0,41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20:24.04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271 0,'-12'0,"-1"1,1 0,-1 1,1 0,0 0,0 2,0-1,0 2,1-1,-1 2,1-1,0 2,1-1,-1 1,2 1,-1 0,1 0,0 1,0 0,1 1,1 0,-2 2,7-9,-1 0,1 0,-1 1,1-1,0 1,0-1,1 1,-1 0,1 0,0 0,0-1,0 1,0 1,1-1,0 0,0 0,0 0,0 0,0 0,1 0,0 0,0 0,0 0,0 0,0 0,1-1,0 2,6 3,0 0,0-1,0 0,1-1,-1 1,2-2,-1 1,1-1,0-1,0 0,0 0,0-1,5 1,253 72,-183-30,-83-44,-1-1,1 1,0-1,0 1,-1 0,1 0,-1 0,0 0,0 0,1 0,-1 0,0 0,-1 1,1-1,0 0,-1 1,1-1,-1 0,0 1,0-1,0 1,0-1,0 0,0 1,-1-1,1 0,-1 1,1-1,-1 0,0 0,0 1,0-1,0 0,-1 0,1 0,0 0,-1 0,0 0,-6 6,0-1,0 1,-1-2,0 1,-1-1,1 0,-1-1,0 0,0-1,-1 0,1-1,-1 0,-8 1,17-3,0 0,0 0,0-1,0 1,0-1,0 1,0-1,0 0,0 0,0 0,0 0,0 0,0 0,0 0,0-1,0 1,0-1,0 0,0 1,0-1,0 0,0 0,1 0,-1-1,0 1,1 0,-1 0,1-1,-1 1,1-1,0 0,0 1,0-1,0 0,0 0,-1 0,3-3,0 1,0-1,0 1,0-1,0 1,1 0,0-1,0 1,0 0,1 0,-1 0,1 1,0-1,0 1,1-2,32-33,2 2,0 1,3 2,21-12,-38 27,190-139,-213 156,-1 0,0 1,1-1,-1 0,1 1,-1-1,1 0,-1 1,1-1,0 0,-1 1,1-1,0 1,-1-1,1 1,0 0,0-1,0 1,-1 0,1-1,0 1,0 0,0 0,0 0,-1 0,1 0,0 0,0 0,0 0,0 0,0 0,-1 0,1 0,0 1,0-1,0 0,-1 1,1-1,0 1,0-1,-1 1,1-1,0 1,-1-1,1 1,-1-1,1 1,-1 0,1 0,-1-1,1 1,-1 0,1 0,-1-1,0 1,0 0,1 0,-1 0,0-1,0 1,0 0,0 0,0 0,0 0,0 0,0 66,-1-49,0 0,2-1,0 1,1-1,1 1,0-1,2 3,-2-11,0-1,0 1,1 0,0-1,1 1,-1-1,2-1,-1 1,1-1,0 0,1 0,0 0,0-1,0 0,1-1,0 1,0-2,0 1,0-1,6 2,9-4,-4-5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20:24.312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175 33,'-16'-9,"-12"-3,-6 2,-1 8,4 12,9 12,14 12,17 9,22 9,5-5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20:24.78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0 484,'17'-42,"-2"-1,-2-1,-2 0,-2-1,-2 0,-2 0,-2-1,-2-18,-1 55,0 8,-1 0,1 0,-1 0,1-1,0 1,-1 0,1 0,0-1,0 1,0 0,0 0,0-1,0 1,1 0,-1-1,0 1,1 0,-1 0,1 0,-1-1,1 1,-1 0,1 0,0 0,0 0,-1 0,1 0,0 0,0 0,0 1,0-1,0 0,0 0,0 1,0-1,1 1,-1-1,0 1,0-1,0 1,1 0,-1-1,0 1,1 0,165 48,-120-36,99 37,-139-46,-1 1,1 0,-1 1,1-1,-1 1,-1 0,1 1,-1-1,0 1,0 0,0 1,-1-1,0 1,0 0,-1 0,0 0,0 0,0 3,9 84,-13-84,1-1,1 1,-1 0,1 0,1 0,0 0,1-1,-1 1,2-1,-1 0,1 1,1-2,0 1,0-1,1 1,2 2,3-3,1-1,-1 0,2 0,-1-1,1 0,0-2,0 1,0-1,0-1,1-1,-1 0,1 0,0-1,0-1,0-1,-1 0,13-2,3 0,0-1,0-1,-1-2,1 0,-2-2,1-1,-1-2,-1 0,0-2,0-1,-2-1,0-1,-1-1,0-1,-2 0,0-2,15-20,-27 27,-1 0,0 0,-1-1,-1 0,0 0,-1-1,0 0,0-5,-4 15,0 0,0 0,0 0,-1 0,1 0,-1 0,-1 0,1-1,-1 1,-1 0,1 0,-1 1,0-1,0 0,0 0,-1 1,0 0,0-1,0 1,-1 0,0 0,0 1,-2-2,3 3,0 1,-1-1,1 1,-1 0,1 1,-1-1,0 0,0 1,0 0,0 0,0 0,0 0,0 1,0 0,-1 0,1 0,0 0,0 0,0 1,0 0,0 0,0 0,0 0,0 1,0-1,0 1,1 0,-2 1,-4 3,0 0,0 0,0 1,1 0,0 1,1-1,0 1,0 1,0 0,-2 4,4-5,0 0,1 1,0-1,0 1,0 0,1 0,1 1,0-1,0 0,1 1,0 0,0-1,1 1,0-1,1 1,0-1,1 1,0-1,0 1,1-1,0 0,1 0,0 0,0-1,1 0,0 1,0-1,1-1,0 1,0-1,1 0,0-1,5 4,6 2,0-1,1-1,1 0,0-2,0 0,0-2,1 0,0-1,19 2,191 9,-99-17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20:25.33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516 32,'-27'-4,"1"0,0 2,-1 1,0 0,1 3,-1 0,1 1,0 2,0 1,0 0,1 2,0 2,0 0,1 1,1 1,0 1,-3 4,22-15,0 0,1 0,-1 1,1-1,0 1,-1 0,2 0,-1 0,0 1,0-1,1 0,0 1,0 0,0 0,0-1,0 1,1 0,0 0,0 0,0 1,0-1,0 0,1 0,0 1,0-1,0 0,1 0,-1 0,1 1,0-1,0 0,0 0,1 0,-1 0,1 0,0-1,0 1,1 0,2 2,7 2,1 0,0-2,0 1,1-2,-1 0,1 0,0-2,1 1,-1-2,1 0,-1-1,1 0,-1-1,1-1,0 0,0-1,6 0,0 0,0-2,-1-1,1 0,-1-2,0 0,4-3,-17 7,1-1,-1 0,0 0,0 0,0-1,-1 0,0 0,0-1,0 0,-1 0,1 0,-2-1,1 1,-1-1,0 0,0-1,0 1,-1-1,-1 1,1-2,-2 2,0 0,-1 0,0 0,0-1,0 1,-1 0,0 0,-1 0,0 0,0 0,0 1,-1-1,0 1,0-1,0 1,-1 0,0 0,0 0,-1 1,1 0,-1-1,-2 0,6 5,1 0,-1 1,1-1,-1 1,1-1,-1 1,1-1,-1 1,1-1,-1 1,1-1,-1 1,0 0,1-1,-1 1,0 0,1-1,-1 1,0 0,0 0,1 0,-1 0,0 0,0 0,1 0,-1 0,0 0,1 0,-1 0,0 0,0 0,1 1,-1-1,0 0,1 1,-1-1,0 0,1 1,-1-1,1 1,-1-1,1 1,-1-1,1 1,-1-1,1 1,-1 0,1-1,0 1,-1-1,1 1,-1 0,-3 43,7-28,1 0,1 0,0 0,1-1,1 1,0-2,2 1,-1-1,2 0,-1-1,2 0,0 0,0-2,2 1,-1-1,1-1,1 0,-1-1,2 0,-1-1,1-1,8 2,43 17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20:25.993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256 1050,'-3'-3,"-1"-1,-1 1,1 0,0 0,-1 0,1 1,-1 0,0 0,0 0,0 0,0 1,0 0,0 0,0 0,-1 1,1 0,0 0,0 0,-1 0,1 1,0 0,0 0,0 0,0 1,0 0,0 0,0 0,1 0,-1 1,-1 1,-2 2,-1 0,1 1,1 0,0 1,0 0,0 0,1 0,0 1,0 0,1 0,0 0,1 1,0-1,1 1,0 0,0 0,1 1,0-1,1 9,0-12,0 1,1-1,1 1,-1 0,1-1,1 1,-1-1,1 0,0 0,1 1,0-1,0 0,0-1,1 1,0-1,1 0,-1 0,1 0,0 0,0-1,1 0,0 0,0 0,0-1,0 0,1 0,3 1,2 0,1 0,0-1,0-1,0 0,0-1,1 0,-1-1,0-1,1 0,-1-1,1 0,-1-1,0-1,0 0,0 0,0-2,-1 1,7-4,-1-1,0 0,0-1,-1-1,-1 0,1-2,-2 0,0 0,0-1,-2-1,0-1,0 0,-1-1,3-9,-1-1,-1 0,-1-1,-2 0,-1 0,-1-1,-1-1,-1-5,19-241,-19 32,-12-40,-10 141,7 124,-1 36,3 20,2 0,2 0,1 1,2 0,1 1,-1-21,6 113,6 0,5-1,6 0,30 91,-43-179,2-1,2 0,2-1,1 0,2-2,5 6,-21-39,0 0,0-1,0 1,1-1,0 0,-1 0,1 0,1 0,-1-1,1 0,-1 1,1-2,0 1,0-1,0 1,0-1,0-1,1 1,-1-1,1 0,-1 0,1 0,-1-1,1 0,-1 0,1-1,4 0,10-7,0-2,-1 0,0-1,-1-1,0-1,-1 0,0-1,-1-1,-1 0,0-2,-1 1,-1-2,0-1,-12 18,42-50,-43 51,0 0,0-1,0 1,0 0,0-1,1 1,-1 0,0-1,0 1,0 0,1-1,-1 1,0 0,0 0,1-1,-1 1,0 0,1 0,-1 0,0-1,1 1,-1 0,0 0,1 0,-1 0,0 0,1 0,-1 0,1 0,-1 0,0 0,1 0,-1 0,0 0,1 0,-1 0,0 0,1 0,-1 0,0 0,1 1,-1-1,0 0,1 0,-1 0,0 1,1-1,-1 0,0 0,0 1,1-1,-1 0,0 1,0-1,0 0,1 1,-1-1,0 0,1 24,-11 45,6-51,1 0,0 1,2-1,0 1,1-1,2 8,-2-23,0 0,1 0,0 0,0 0,0 0,0-1,0 1,0 0,1-1,0 1,-1 0,1-1,0 0,0 1,0-1,0 0,1 0,-1 0,0-1,1 1,0 0,-1-1,1 0,0 1,0-1,-1 0,1-1,0 1,0 0,0-1,0 0,3 1,6-1,-1-1,0 1,0-2,0 0,0 0,0-1,0 0,1-1,38-16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20:26.266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197 38,'-16'0,"-12"0,-3 0,1 0,5-2,3-6,-2-5,4-2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20:26.549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54 65,'-16'-7,"-8"-5,10 1,21 1,29 2,36 4,38-1,31 1,25 1,10 3,-1 4,-31 1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20:26.81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0 330,'147'199,"-87"-126,-59-72,0 0,0-1,0 1,1 0,-1-1,0 1,1-1,-1 0,0 1,1-1,-1 0,0 0,1 0,-1 0,1 0,-1 0,0 0,1 0,-1-1,1 1,-1-1,0 1,0-1,1 1,-1-1,0 0,0 1,1-1,-1 0,0 0,0 0,0 0,0 0,0 0,0 0,27-47,-6-5,-2-1,-3-1,2-21,31-95,-48 163,0 1,1-1,-1 0,2 1,-1 0,1 0,0 0,0 0,1 0,0 1,0 0,0 0,1 0,0 1,0 0,1 0,-1 0,1 1,0 0,0 0,4 0,17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20:27.116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79 259,'-3'3,"-1"1,1 0,1 0,-1-1,0 2,1-1,0 0,0 0,0 1,1-1,-1 1,1 0,0-1,1 1,-1 0,1-1,0 1,0 0,0 0,0 0,1-1,0 1,0 0,1-1,-1 1,1-1,0 1,0-1,0 0,0 0,1 0,0 0,0 0,0-1,0 1,3 1,7 1,0 1,0-2,1 0,0 0,0-2,0 0,1 0,-1-1,1-1,0 0,-1-1,1-1,-1 0,1-1,-1-1,1 0,-1-1,1-1,-7 3,-1 0,0 0,0-1,0 0,0-1,0 0,-1 0,0 0,0 0,0-1,0 0,-1-1,1 1,-1-1,-1 0,1 0,-1-1,0 1,-1-1,1 0,-1 0,-1 0,1 0,-1-1,-1 1,1 0,-1-1,-1 0,1 1,-1-1,0 1,-1-1,0-3,-2-2,0 1,-1-1,0 0,-1 1,-1 0,0 0,0 0,-1 1,0 0,-1 0,-1 1,1 0,-2 1,1-1,-1 2,-1-1,0 2,-1-2,4 4,0 0,0 1,0 0,-1 0,1 1,-1 0,0 0,0 1,0 0,0 0,0 1,0 1,-1 0,1 0,0 0,0 1,0 1,-1-1,2 2,-1-1,0 1,0 0,1 1,-1 0,1 0,-2 3,0 0,2 1,-1 0,1 0,0 0,0 1,1 1,1-1,-1 1,1 0,1 1,0-1,1 1,0 0,0 0,1 1,-1 7,3-12,0-1,0 1,0 0,1-1,0 1,0 0,1-1,0 1,0 0,0-1,1 1,0-1,1 0,-1 0,1 0,0 0,0 0,1 0,0-1,0 1,0-1,1 0,0-1,0 1,0-1,0 0,0 0,1 0,3 0,3 2,0-2,0 0,0 0,0-1,1-1,0 0,-1 0,9-1,37-2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20:27.39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359 29,'-20'-9,"-19"-3,-11 5,-6 8,-1 14,5 12,11 14,13 11,15 5,11-6</inkml:trace>
  <inkml:trace contextRef="#ctx0" brushRef="#br0" timeOffset="1">252 751,'0'20,"5"14,10 6,19 0,24-4,29-8,32-9,-5-8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20:27.666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338 1,'-9'25,"-5"24,-5 24,-2 19,1 13,-1 11,-1 10,-2 3,-1-2,-1-6,0-13,1-18,3-22,1-22,4-24,2-25,4-12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20:28.01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4 686,'-1'-97,"-1"26,3 1,3 0,8-34,-12 95,1 1,1 0,-1 0,1 1,1-1,-1 0,1 1,1-1,0 1,0 0,0 0,0 1,1-1,1 1,-1 0,1 0,0 1,0-1,0 1,1 1,0-1,2 0,11 0,-1 1,1 1,1 1,-1 1,0 0,0 2,0 0,0 1,0 1,0 1,0 1,-1 1,0 0,9 6,5-2,0 2,-1 1,-1 2,0 1,-1 1,3 4,14 23,-46-43,0 0,0 0,0 1,0-1,0 1,0-1,0 1,-1 0,1-1,-1 1,1 0,-1-1,1 1,-1 0,0-1,0 1,0 0,0 0,0-1,0 1,-1 0,1 0,-1-1,1 1,-1 0,1-1,-1 1,0-1,0 1,0-1,0 1,0-1,-1 1,-4 3,0 0,-1-1,1 0,-1-1,0 1,-1-1,1 0,0-1,-1 0,0 0,1-1,-3 0,-53 9,-1-3,-64-2,31-1,75-1,54-1,28 0,0-4,1-2,-1-2,0-3,-1-3,0-2,-1-3,5-5,-45 16,-1-1,0-1,0 0,-1-1,0-1,-1 0,0-2,0 1,-2-2,1 0,-2 0,1-1,-2-1,0 0,4-9,-13 20,0 1,0-1,0 0,0 1,-1-1,0 0,0 0,0 0,0 0,-1-1,1 1,-1 0,0 0,0 0,-1 0,1 0,-1 0,0 0,0 0,0 0,-1 0,1 0,-1 0,0 0,0 1,0-1,-1 1,1 0,-1-1,0 1,1 0,-2 1,1-1,0 1,0-1,-1 1,0 0,1 0,-1 0,0 1,0-1,-6 1,-1 0,1 1,-1 0,1 1,-1 0,1 1,-1 0,1 0,0 1,0 0,0 1,1 0,-1 1,1 0,0 0,0 1,1 0,0 1,0 0,0 0,1 1,0 0,0 0,1 0,0 1,1 0,0 0,-2 4,4-4,0-1,1 1,0-1,0 1,1 0,0 0,0 0,1 0,0 0,1 0,0 0,0 0,1-1,0 1,1 0,0-1,0 0,1 1,0-1,0 0,1-1,0 1,0-1,1 0,-1 0,2-1,-1 0,1 0,0 0,0-1,1 0,-1 0,2-1,23 15,1-2,0-1,1-1,1-2,27 6,66 16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20:29.442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118 138,'18'4,"0"2,0 0,-1 1,0 1,-1 0,1 1,-1 1,-1 1,0 0,-1 1,6 6,-6-7,0 1,-1 1,-1 0,0 0,0 1,-2 1,0 0,0 0,-1 1,-1 0,-1 1,-1-1,0 1,-1 1,0-1,-2 1,0 0,-1 0,-1 0,0 0,-2 0,0 0,-2 11,-100 280,102-303,0 0,0-1,0 1,1 0,0 0,0 0,0 0,1 0,0 0,0 0,1 0,-1-1,1 1,0 0,1-1,-1 0,1 1,0-1,1 0,-1-1,1 1,0-1,0 1,1-1,-1 0,1-1,0 1,0-1,0 0,0 0,1 0,15 6,0-1,0-1,1-1,0-1,0-1,1-1,-1 0,1-2,-1-1,1-1,-1 0,1-2,-1-1,0-1,5-2,-15 4,-1-1,1 0,-1-1,0-1,0 1,-1-2,0 0,0 0,5-5,-12 9,0 0,1 0,-1 0,-1-1,1 1,0-1,-1 0,0 0,0 0,0 0,0 0,-1 0,1-1,-1 1,0 0,0-1,-1 1,0-1,1 1,-1-1,-1 1,1-1,-1 1,0-1,0 1,0 0,0-1,-5-6,0 1,0 0,-1 0,-1 1,1 0,-1 0,-1 1,0 0,0 0,0 1,-1 0,0 1,-1 0,-9-4,-90-47,-3 5,-34-8,47 20,74 30,-56-24,1-3,-26-19,102 54,-40-38,44 39,1 0,0 0,0 0,0 0,0 0,0 0,0 0,0 0,0 0,0 0,0 0,1 0,-1 0,0 1,1-1,-1 0,0 0,1 0,-1 0,1 1,-1-1,1 0,0 0,-1 1,1-1,0 1,-1-1,1 0,0 1,0-1,0 1,0 0,-1-1,1 1,0 0,0-1,0 1,0 0,0 0,1 0,15-5,0 2,1 0,-1 1,1 1,0 0,-1 2,10 0,-8 0,300 23,-199-10,-1-6,1-5,117-13,-98-17,-131 24,-1 0,1 0,0 0,-1-1,0 0,1 0,-2-1,1 0,0 0,-1 0,0-1,0 0,-1 0,0-1,2-3,-4 6,-1-1,1-1,-1 1,0 0,-1 0,1-1,-1 1,0-1,-1 1,1-1,-1 1,0-1,0 1,-1-1,0 1,0-1,0 1,0-1,-1 1,0 0,0 0,-1 0,1 0,-4-4,1 1,-1 0,0 0,-1 1,1 0,-1 1,-1-1,1 1,-1 1,0-1,0 2,-1-1,1 1,-1 0,-1 0,3 1,0 1,-1-1,1 1,0 1,-1 0,1 0,-1 0,1 1,-1 0,1 0,-1 1,1 0,-1 0,1 0,0 1,0 1,0-1,0 1,0 0,0 1,1 0,-1 0,1 0,0 1,0-1,-3 5,3 1,0 0,0 0,1 1,1-1,-1 1,2 0,0 1,0-1,1 0,0 1,1 0,0-1,1 1,0 0,1-1,1 1,-1 0,2-1,0 0,0 1,1-1,0-1,1 1,0 0,1-1,0 0,1-1,2 4,6 6,1 0,1-2,1 0,0 0,1-2,1 0,0-1,1-2,0 0,1-1,0-1,1-1,0-1,1-1,20 4,-35-9,-1 0,1 0,-1-1,1 0,0-1,0 1,-1-2,1 1,0-1,-1-1,1 0,-1 0,1 0,-1-1,0 0,0-1,0 0,0 0,-1-1,0 0,0 0,0 0,6-7,1-10,-2 0,0-1,-1 0,-1 0,-1-1,-1-1,-2 0,0 0,-1 0,-2 0,0-11,2 3,-2 0,-1-1,-2 1,-2-14,2 38,-1 0,-1 0,1 0,-2 0,1 1,-1-1,0 1,-1 0,0 0,-1 0,1 0,-1 1,-1-1,1 1,-1 1,0-1,-1 1,-4-3,56 23,388 116,-426-129,0 1,0-1,-1 2,1-1,-1 0,0 1,0 1,0-1,0 1,0 0,-1 0,1 0,-1 1,0 0,-1 0,1 0,-1 0,0 1,0 0,-1 0,0 0,0 0,0 0,0 5,-3-1,-1 1,-1-1,0 1,0-1,-1 1,0-1,-1 0,0-1,-2 5,2-9,1 1,-1 0,1 0,1 0,0 1,0-1,0 1,0-1,1 1,0 0,1-1,-1 1,1 0,0-1,1 1,0 0,0 0,0-1,1 1,0-1,0 0,1 1,0-1,0 0,10 6,-1 0,2-2,0 1,0-2,1 0,0 0,1-2,-1 0,1 0,1-2,-1 0,1-1,0 0,0-1,0-2,9 1,-9 2,1-1,-1-1,1 0,0-2,0 0,0 0,0-2,-1 0,1-1,-1-1,1-1,-1 0,14-7,-2-14,-24 65,-3-32,1-1,0 1,1-1,-1 1,1-1,0 0,1 0,-1-1,1 1,0-1,1 0,-1-1,1 1,0-1,0 0,0-1,1 1,2 0,7 3,0 0,1-2,0 0,-1 0,2-2,-1 0,2-1,-13 0,-1-1,1 0,-1-1,1 0,-1 1,1-2,0 1,-1-1,1 0,-1 0,0 0,1-1,-1 1,0-2,0 1,0 0,0-1,0 0,0 0,-1 0,0-1,1 0,-1 0,0 0,-1 0,1 0,-1-1,0 1,0-1,0 0,-1 0,0 0,0-1,0-4,0 0,-1 0,0 0,-1 0,0 0,-1 0,0 0,0 1,-1-1,0 0,-1 0,0 1,-1-1,0 1,0 0,-1 0,-2-3,-2-2,-1 0,0 1,-1-1,-1 2,0 0,0 0,-1 1,-1 1,-13-9,13 11,-1 0,1 1,-1 0,-1 1,1 1,-1 0,0 2,0 0,0 0,0 1,-1 1,1 1,0 1,-1 0,1 0,0 2,0 0,0 1,0 1,1 0,0 1,0 1,0 0,1 1,-9 7,19-12,0 0,0 0,0 1,1 0,-1 0,1 0,0 0,0 1,1-1,-1 1,1-1,0 1,0 0,1 0,-1 0,1 0,0 0,1 0,-1 0,1 0,0 1,0-1,0 0,1 0,0 0,1 4,13 31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20:29.71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0 119,'7'-18,"7"-29,0-7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8:53.03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21,'21'568,"-20"-553,20 121,-21-134,0-1,0 0,1 1,-1-1,0 0,0 1,1-1,-1 0,1 0,-1 1,1-1,0 0,-1 0,1 0,0 0,0 0,0 0,-1 0,1 0,0 0,1 0,-1 0,0-1,0 1,0 0,0-1,0 1,1-1,-1 1,0-1,1 0,-1 0,0 1,1-1,-1 0,0 0,1 0,-1 0,0 0,1-1,-1 1,0 0,0-1,1 1,-1-1,0 1,0-1,0 1,1-1,-1 0,0 0,0 0,0 1,0-1,0 0,0 0,-1 0,1-1,0 1,0-1,16-20,0 0,-2-2,-1 1,0-2,-2 0,-1-1,-1 0,-1 0,-1-2,7-23,-2 1,-3-2,-1 0,-3 0,-2 0,-3 0,-4-46,-5 50,5 51,12 123,18 326,-26-402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8:53.54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80 196,'-10'24,"2"2,0-1,2 1,1 0,0 1,3-1,0 1,1 10,0-1,1-1,2 0,1 0,2 0,1 0,2 0,2-1,2 5,14 4,-17-49,-6-4,-1 0,0-1,0 0,-1 1,0-1,-1 0,-1 0,1 0,-2 0,1-8,-11-105,-6 0,-6 1,-16-43,22 94,17 70,1 1,-1 0,0-1,0 1,1-1,-1 1,0-1,1 1,0-1,-1 0,1 1,0-1,0 0,0 1,0-1,0 1,0-1,0 0,1 1,-1-1,1 1,-1-1,1 0,0 1,-1-1,1 1,0 0,0-1,0 1,0 0,0-1,0 1,0 0,1 0,-1 0,0 0,1 0,-1 0,0 1,1-1,-1 0,1 1,-1-1,1 1,0-1,-1 1,1 0,0 0,0-1,19 2,0 1,1 0,-1 1,-1 2,1 0,-1 1,2 2,-11-5,19 5,0 2,0 0,-1 3,-1 0,0 1,-1 2,-1 1,16 14,-38-29,-1 1,1-1,-1 1,1 0,-1 1,0-1,-1 0,1 1,0 0,-1-1,0 1,0 0,0 0,0 0,-1 1,0-1,0 0,0 1,0-1,0 0,-1 1,0-1,0 1,0-1,-1 1,1-1,-1 1,0-1,-1 3,-5 2,0 1,-1-1,0-1,0 0,-1 0,0-1,-1 0,1 0,-1-1,0 0,-1-1,1 0,-1-1,-5 1,-217 73,208-70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8:57.95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308 103,'-8'-3,"-1"0,1 0,-1 1,0 0,0 1,0 0,0 0,1 1,-1 0,0 0,0 1,0 0,0 1,0 0,1 0,-1 1,1 0,-1 0,1 1,0 0,1 1,-1 0,1 0,0 1,0-1,-4 5,1 5,0 1,1 0,1 0,0 0,1 1,1 0,1 1,0-1,2 1,0 0,0 0,2 0,0 0,1 0,1 1,1-1,3 14,-2-18,0-1,1 0,1 1,0-2,0 1,1 0,1-1,0 0,1-1,0 0,1 0,0 0,1-1,0-1,1 0,-1 0,2-1,-1 0,1-1,0 0,1-1,0-1,0 0,0 0,0-2,1 1,-1-2,1 0,3 0,-3-1,0 0,1-1,-1-1,0 0,1-1,-1-1,0 0,0-1,-1-1,1 0,-1 0,0-1,0-1,-1-1,0 1,0-2,-1 0,0 0,-1-1,1 0,-2-1,0 0,0 0,-1-1,0 0,-1-1,-1 1,3-9,-2 5,-2 0,0 0,-1-1,-1 0,0 0,-1 0,-1 0,0 0,-2 0,0 0,-1 0,0 0,-1 0,-1 1,-1-1,-1 1,0 0,0 0,-2 1,0 0,-1 0,0 1,-1 0,-1 1,0 0,-1 1,0 0,-1 1,-1 0,1 1,-1 0,-12-5,12 9,1 1,-1 0,0 0,0 2,-1 0,1 1,-1 0,1 1,-1 0,1 2,-1-1,0 2,1 0,-10 3,15-3,1 1,-1-1,1 2,0-1,0 1,1 0,-1 1,1 0,0 0,0 0,0 1,1 0,0 0,0 1,0 0,1 0,0 0,1 1,-1-1,1 1,1 0,0 1,0-1,-2 8,3-4,1 0,0 1,1-1,0 1,1-1,0 1,1-1,0 0,1 0,1 0,0 0,3 6,28 60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8:58.31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0 621,'14'-24,"-2"0,0-1,-2-1,-1 0,-1 0,-1 0,-1-1,-1 0,-2-2,8-247,-11 262,-1-57,-2 205,6 0,12 64,-11-160,2 0,1-1,2 0,2-1,1 0,7 11,12 14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8:58.81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67,'18'-11,"1"1,0 1,0 1,1 1,0 0,1 1,13-1,-30 7,-1-1,1 1,0 0,0 0,0 0,0 0,-1 1,1 0,0-1,0 2,-1-1,1 0,-1 1,1-1,-1 1,0 0,1 0,-1 0,0 1,0-1,0 1,-1 0,1 0,-1 0,0 0,1 0,-1 0,0 0,-1 1,1-1,-1 1,1 0,-1-1,0 1,0 3,0 17,-1 1,-1-1,-1 0,-1 0,-1-1,-1 1,-1-1,-1 0,-1 0,-1-1,-1 0,-1-1,-9 14,-106 193,125-226,-1 1,1-1,-1 1,1-1,0 1,0-1,0 1,0 0,0 0,1-1,-1 1,1 0,0 0,0 0,0 0,0-1,0 1,0 0,1 0,0 0,-1-1,1 1,0 0,0-1,1 1,-1 0,0-1,1 0,0 1,-1-1,3 2,6 1,0 0,0 0,1-1,-1-1,1 0,0 0,0-1,0 0,0-1,0 0,9-1,-7 1,115 3,1-6,85-13,-125 6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8:59.45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8,'23'-3,"0"0,0 2,0 0,0 2,1 0,-1 2,-1 0,1 2,-1 0,1 2,-1 0,-1 1,5 4,-22-11,0 1,0 1,0-1,0 0,0 1,-1 0,1 0,-1 0,1 1,-1-1,0 1,-1-1,1 1,-1 0,1 0,-1 0,0 1,-1-1,1 0,-1 1,0-1,0 1,0-1,0 1,-1 0,0-1,0 1,0-1,-1 1,1 0,-1-1,0 1,0-1,-1 1,0 0,-8 10,-1 0,-1-1,0-1,0 0,-2 0,1-1,-2-1,0 0,0-1,0-1,-17 7,12-4,-17 19,38-30,0 0,0 0,0 1,0-1,0 0,0 0,1 0,-1 0,0 0,1 0,-1-1,1 1,-1 0,1-1,-1 1,1-1,-1 1,1-1,-1 0,1 1,0-1,-1 0,1 0,0-1,3 2,106 14,-73-12,0 2,0 2,-1 1,0 2,-1 1,21 10,-53-20,0 1,0-1,0 1,-1 0,1 0,-1 0,1 0,-1 1,0-1,0 1,0 0,0 0,0 0,-1 0,1 1,-1-1,0 1,0 0,0-1,0 1,-1 0,0 0,1 0,-2 0,1 0,0 0,-1 0,0 2,-2 2,-1-1,-1 1,0-1,0 0,0 0,-1 0,0-1,0 0,0 0,-1 0,0 0,0-1,-1 0,1-1,-1 1,0-1,-5 2,-165 82,119-64,28-9,21-7,14-5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8:59.72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0,'28'9,"8"3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8:59.95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13,'18'3,"22"0,4 0</inkml:trace>
  <inkml:trace contextRef="#ctx0" brushRef="#br0" timeOffset="1">870 0,'20'3,"23"0,5-1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9:00.11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0,'18'7,"18"2,2-1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9:01.449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40,'2'2,"0"0,1 0,-1 0,0 0,1 0,-1-1,1 0,0 1,-1-1,1 0,0 0,0 0,0-1,0 1,0-1,0 1,0-1,-1 0,3 0,-3 0,51 0,1-2,-1-3,0-1,0-4,30-9,-83 19,92-20,-79 25,-27 11,7-10,-8 13,1 1,1 0,0 0,2 2,0-1,2 1,0 1,2 0,0 0,1 0,2 1,0 0,2-1,0 2,2-1,0 0,3 8,13 131,0 69,-16-228,0-1,0 1,0 0,0 0,-1 0,1-1,-1 1,0 0,0-1,-1 1,1 0,-1-1,0 0,1 1,-2-1,1 0,0 0,-1 0,1 0,-3 1,-11 5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9:01.68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42,'16'0,"23"0,26 0,26-3,23-2,18-3,6-1,-5 0,-24 1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9:02.43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143 135,'-2'0,"-79"-4,78 4,1 1,-1-1,0 1,0-1,1 1,-1 0,1 0,-1 0,1 0,-1 0,1 1,0-1,-1 1,1 0,0-1,0 1,0 0,0 0,1 0,-1 1,0-1,1 0,-1 1,1-1,0 1,0-1,0 2,0 4,1 0,0 0,0 0,1 0,0 0,1 0,-1 0,1 0,1 0,0-1,0 1,0-1,1 0,0 0,1 0,-1-1,1 1,2 1,33 41,2-1,2-3,2-1,47 34,69 66,-114-84,-48-58,0 0,0 0,0 0,-1 0,1 0,-1-1,1 1,-1 0,0 0,0-1,0 1,0 0,0-1,0 1,0-1,0 1,0-1,-1 0,1 1,-1-1,1 0,-1 0,1 0,-1 0,0 0,1 0,-1-1,0 1,0 0,0-1,1 0,-1 1,0-1,0 0,0 0,0 0,0 0,0 0,0 0,1-1,-2 1,-31 3,0-1,0-2,-1-1,1-1,0-2,0-2,1 0,-23-9,-29-24,82 37,0 1,1-1,-1 0,0 0,1 0,-1-1,1 1,0 0,0-1,0 0,0 1,0-1,0 0,1 0,0 0,-1 0,1 0,0 0,0-1,1 1,-1 0,1 0,0-1,-1 1,2 0,-1-1,2-3,0 1,1 0,0 0,0 0,0 1,1-1,0 1,0-1,0 1,1 0,0 1,0-1,4-2,104-84,-85 72,-1-1,-1-1,-1-1,-1-1,-1-2,-2 0,0-1,-1-1,6-15,-22 36,0 0,-1-1,0 1,0-1,0 0,-1 0,0 0,-1 0,0 0,0-1,0 1,-1 0,0-1,0 1,-1 0,0-1,0 1,-1 0,0 0,0 0,-1 0,0 0,0 1,0-1,-1 1,0 0,0 0,-1 0,0 1,0-1,-2-1,-3 0,0 1,-1 0,0 0,-1 1,1 1,-1-1,0 2,0 0,0 0,0 1,0 1,-1 0,1 1,-1 0,1 0,0 2,-1-1,1 2,-5 1,12-3,1 0,-1 0,1 0,0 1,0 0,0 0,0 0,0 0,0 1,0-1,1 1,-1 0,1 0,0 0,0 0,0 1,0 0,0-1,1 1,0 0,0 0,0 0,0 0,0 1,1-1,0 0,0 1,0-1,1 1,-1-1,1 1,0-1,0 3,5 5,0 0,1-1,0 0,1 0,0 0,0-1,1 0,1 0,0-1,0 0,0-1,1 0,1 0,-1-1,1 0,0-1,1 0,2 0,77 43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9:02.86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512 131,'-5'-9,"1"0,-2 1,1 0,-1 0,0 0,0 1,-1-1,0 2,-1-1,1 1,-1 0,-1 1,1 0,-1 0,1 0,-1 2,-1-1,1 1,0 0,-1 1,0 0,1 0,-1 1,0 1,0-1,0 1,-5 2,-2-2,0 2,0 0,0 1,1 1,-1 0,1 1,0 1,0 0,0 2,1 0,0 0,1 1,0 1,0 0,-9 10,21-18,1-1,-1 1,0-1,1 1,-1 0,1-1,-1 1,1 0,0 0,0 0,0 0,0 0,0 0,0 1,1-1,-1 0,1 0,-1 1,1-1,0 0,0 0,0 1,0-1,0 0,1 1,-1-1,1 0,-1 0,1 0,0 1,0-1,0 0,0 0,0 0,1 0,-1-1,0 1,1 0,-1 0,1-1,0 1,9 3,0 0,1 0,-1-1,1 0,0-1,0 0,0-1,1-1,-1 0,0 0,1-1,6-2,-19 2,28 1,0-2,-1-1,1-1,-1-2,1-1,-2 0,1-2,-1-2,0 0,-1-1,0-2,-1 0,0-2,-1-1,4-4,-21 15,-6 4,1-1,0 1,0 0,0 0,0 0,0 0,0 0,0 0,0 0,0 0,0 0,1 0,-1 0,0 1,1-1,-1 1,0-1,1 1,-1-1,1 1,-1 0,1 0,-1 0,1 0,-1 0,1 0,-1 0,0 0,1 0,-1 1,1-1,-1 0,1 1,-1 0,0-1,1 1,-1 0,0-1,1 2,29 69,100 312,-124-360,-1-1,-1 1,-1 1,-2-1,0 7,-1-23,-1-1,-1 1,1 0,-1 0,0-1,-1 1,1 0,-2-1,1 1,0-1,-1 0,0 0,-1 0,0 0,1-1,-2 1,1-1,-1 0,1 0,-3 1,-4 1,1-1,-1 0,0-1,-1 0,1 0,-1-1,0-1,0 0,0-1,0 0,-1-1,1 0,0-1,-9-1,-17-2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9:03.459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46 148,'-7'12,"1"0,0 0,1 1,0 0,1 0,1 0,0 0,0 0,2 1,0-1,0 1,1-1,1 1,0 0,1-1,0 0,1 1,1-1,0 0,0-1,1 1,1-1,1 0,-1 0,2-1,-1 1,4 1,0-2,2 0,-1 0,1-1,1-1,0 0,0-1,1 0,0-2,0 1,1-2,-1 0,1-1,0 0,1-2,-1 0,9 0,-14-1,0-1,0 0,0-1,-1 0,1-1,0 0,-1-1,1 0,-1 0,0-1,0-1,0 1,-1-2,1 1,-1-1,-1-1,1 0,-1 0,0 0,-1-1,0 0,0-1,-1 0,0 0,2-3,-1-1,-1-1,0 0,-1 1,0-2,-2 1,1 0,-2-1,0 0,0 1,-2-1,0 0,0 0,-1 0,-1 1,-1-1,0 1,-1-1,0 1,-1 0,-1 0,0 1,-1 0,0 0,-1 0,-1 1,0 1,0-1,-1 1,0 1,-1 0,-1 0,1 1,-2 0,1 1,-1 1,0 0,-5-1,3 3,0 2,0 0,0 0,0 2,0 0,-1 1,1 0,0 1,0 1,0 0,0 1,0 1,0 0,1 1,0 0,-1 2,6-3,-1 0,1 1,0 1,1 0,-1 0,1 0,0 1,1 1,-1-1,1 1,1 0,0 1,0-1,0 1,1 0,1 1,-1-1,2 1,-1 0,1 0,1 0,0 1,-1 6,3-6,1 0,-1 0,2 0,-1-1,2 1,-1-1,2 1,-1-1,1 0,1 0,0 0,0-1,1 0,0 0,2 2,48 58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9:03.91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1 493,'0'-492,"5"606,5 0,6 0,4-1,17 46,-19-93,-1-12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9:04.36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10,'27'-4,"0"1,0 1,0 2,1 0,-1 2,0 1,0 2,19 5,-15-5,-1 1,-1 1,1 1,-1 2,-1 2,0 0,0 1,-1 2,8 8,-31-22,-1 2,1-1,-1 0,0 1,0-1,0 1,-1 0,1 0,-1 0,1 1,-1-1,0 0,0 1,-1-1,1 1,-1 0,0 0,0-1,0 1,0 0,0 0,-1 0,0 0,0 0,0 0,0 0,-1 0,1 0,-1 0,0 0,0-1,-1 1,0 1,-8 9,-2 0,0-1,0 0,-1-1,0-1,-1 0,-1-1,0 0,0-1,0-1,-9 4,-1 1,-67 45,90-57,1 0,-1-1,1 1,-1 0,1 0,0 0,-1 0,1 1,0-1,-1 0,1 0,0 1,0-1,0 1,0-1,1 1,-1-1,0 1,1-1,-1 1,1 0,-1-1,1 1,0 0,-1 0,1-1,0 1,0 0,1 0,-1-1,0 1,0 0,1-1,-1 1,1 0,0-1,-1 1,1-1,0 1,0-1,0 1,0-1,0 1,0-1,0 0,1 0,-1 0,0 0,1 0,-1 0,1 0,-1 0,1 0,-1 0,1-1,0 1,19 8,1-1,0-1,0-1,0-1,1-1,2 0,111 12,-1-5,41-6,-20-4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9:04.91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8,'53'-5,"0"3,0 2,0 2,0 2,-1 3,1 3,30 9,10 15,-92-33,0-1,1 0,-1 1,0-1,0 1,0-1,0 1,0-1,0 1,0 0,0 0,0 0,0-1,0 1,0 0,0 0,-1 0,1 0,0 0,-1 1,1-1,-1 0,1 0,-1 0,1 0,-1 1,0-1,0 0,0 0,1 1,-1-1,0 0,-1 0,1 1,0-1,0 0,0 0,-1 0,1 1,-1-1,1 0,-1 0,1 0,-1 0,0 0,1 0,-1 0,0 0,0 0,0 0,0 0,0 0,0-1,0 1,0 0,0-1,0 1,-1 0,-17 10,-1-1,0-1,-1 0,0-2,-16 4,-60 23,96-34,-1 0,0 0,1 1,-1-1,1 0,-1 0,0 1,1-1,-1 1,1 0,-1-1,1 1,0 0,-1 0,1 0,0 0,-1 0,1 0,0 0,0 0,0 1,0-1,0 0,0 1,0-1,1 1,-1-1,0 1,1-1,-1 1,1-1,0 1,-1-1,1 1,0 0,0-1,0 1,0 0,0-1,0 1,1-1,-1 1,1 0,-1-1,1 1,-1-1,1 1,0-1,0 1,-1-1,1 0,10 7,0 0,1-1,-1 0,1-1,0 0,1-1,6 2,-12-5,519 183,-509-178,0 0,-1 1,0 1,-1 0,1 1,8 8,-23-17,0-1,0 1,0 0,0 0,0-1,0 1,0 0,-1 0,1 0,0 0,0 0,-1 0,1 0,0 0,-1 1,0-1,1 0,-1 0,1 0,-1 1,0-1,0 0,0 0,0 0,0 1,0-1,0 0,0 0,0 1,-1-1,1 0,0 0,-1 0,1 1,-1-1,1 0,-1 0,0 0,0 0,1 0,-1 0,0 0,-50 24,-178 16,56-14,128-15,19-1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9:05.43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1,'21'4,"22"4,20 1,13-2,-7-1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9:05.672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1,'15'4,"22"5,21 2,-1-1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9:05.859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1,'18'2,"24"3,26 3,23 3,-2-2</inkml:trace>
  <inkml:trace contextRef="#ctx0" brushRef="#br0" timeOffset="1">882 14,'-16'7,"-5"2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9:09.192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6 9,'-4'-4,"2"0,7 3,2 9,1 3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9:09.48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0,'9'7,"-1"4,-3 1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9:10.249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14 0,'-2'23,"-1"23,0 22,1 18,0 12,1 6,1-2,-1-11,1-16,0-22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9:10.582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27 58,'-20'-58,"49"96,2-1,2-2,1-2,2-1,30 21,20 18,-70-58,-1 1,0 0,-1 1,-1 0,0 1,-1 1,0 0,5 14,-15-27,0 1,0 0,-1-1,1 1,-1 0,-1 0,1 0,-1 0,0 0,0 0,0 0,0 0,-1 0,0-1,0 1,-1 0,1 0,-1-1,0 1,0-1,0 1,-1-1,0 0,1 0,-2 0,1 0,0-1,-1 1,-13 12,-1-2,0 0,-1-1,0-1,-1-1,0 0,-1-2,0 0,0-2,-1 0,0-1,-1-1,-10 0,25-3,1 0,-1-1,1 0,-1-1,1 1,-1-2,1 1,-1-1,0 0,1 0,0-1,-1 0,1 0,0-1,-2-1,8 3,0 0,0-1,0 1,1 0,-1-1,0 1,1-1,-1 1,1-1,0 1,-1-1,1 1,0-1,0 1,0-1,0 1,0-1,0 1,0-1,1 1,-1-1,1 1,-1-1,1 1,-1 0,1-1,0 1,-1 0,1-1,0 1,0 0,0 0,0 0,0 0,1 0,-1 0,0 0,0 0,1 0,-1 1,0-1,1 0,-1 1,1-1,26-18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9:10.96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0 149,'116'151,"-32"-34,-21-63,-61-53,1 1,-1-1,1 0,-1 0,1 0,-1-1,1 1,-1-1,1 1,0-1,-1 0,1 0,0 0,0 0,-1-1,1 1,-1-1,1 1,0-1,-1 0,1 0,-1 0,0 0,1-1,-1 1,0-1,0 1,0-1,1-1,6-7,-2-1,1 0,-2 0,1-1,-2 0,1 0,-2 0,0-1,0 0,-1 1,0-1,-2-1,1 1,-1-4,1 6,-1-1,0 0,-1 1,0-1,-1 0,0 0,-1 1,0-1,-1 1,0-1,-1 1,0 0,0 0,-2 1,1-1,-1 1,-1 0,0 1,0-1,-1 2,0-1,0 1,-7-5,10 11,-1-1,0 1,0-1,0 2,-1-1,1 1,0 0,-1 0,1 1,-1-1,1 1,0 1,-1 0,1-1,0 2,-1-1,1 1,0 0,0 0,0 1,-2 1,-4 2,0 0,1 1,0 1,1 0,0 0,0 1,0 0,1 1,1 0,-1 1,6-8,-1 1,1 1,0-1,0 0,1 1,-1 0,1-1,0 1,0 0,0 0,1 0,0 0,0 1,0-1,1 0,-1 0,1 1,0-1,1 0,0 0,-1 1,2-1,-1 0,0 0,1 0,0 0,1 1,23 27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9:11.46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 23,'-1'19,"1"0,0 0,1 0,1 0,1-1,0 1,2 0,0-1,1 0,1 0,1-1,0 0,1 0,7 8,-5-2,1 0,0-2,2 1,1-2,0 0,2-1,0 0,18 13,-34-31,0 0,0 0,1 0,-1 0,0-1,1 1,-1-1,1 1,-1-1,1 1,-1-1,1 0,-1 0,1 0,-1 0,1 0,-1 0,1 0,-1 0,1 0,-1-1,1 1,-1-1,1 1,-1-1,0 0,1 1,-1-1,0 0,1 0,-1 0,0 0,0 0,0 0,0 0,0-1,0 1,0 0,0 0,-1-1,1 1,0 0,-1-1,1 1,-1-1,0 1,1-1,-1 1,0-1,0 1,0-1,0 0,47-236,-24 128,-17 95,1 25,-2 55,-4-45,0 1,1-1,1 0,1 0,1-1,0 1,2-1,4 10,-5-19,0 0,0-1,0 1,2-2,-1 1,1-1,0 0,0-1,1 0,8 5,-14-9,1-1,0 1,-1-1,1-1,0 1,0 0,0-1,1 0,-1 0,0 0,0 0,1-1,-1 0,0 1,1-2,-1 1,0 0,0-1,1 0,-1 0,0 0,0-1,0 1,0-1,0 0,0 0,-1 0,1-1,1 0,0-2,0-1,0 0,0 0,-1 0,0 0,0 0,0-1,-1 0,0 0,0 0,-1 0,0 0,0 0,-1-1,0 1,0-6,-4-122,-30-9,31 137,1 6,0-1,0 0,0 0,0 0,0 0,1 0,-1 0,1 0,-1 0,1 0,0 0,0 0,0 0,0 0,0-1,0 1,1 0,-1 0,1 0,-1 0,1 0,0 0,0 1,0-1,0 0,0 0,0 0,1 1,-1-1,1 0,13-5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9:11.732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93 1,'-7'14,"-4"13,-3 12,-1 10,1 6,4 5,4 1,2 2,2-3,-1-5,0-14,1-21,0-14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9:11.99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1 372,'3'-204,"-4"203,1 1,0 0,0 0,-1-1,1 1,0 0,0 0,-1-1,1 1,0 0,0-1,0 1,0 0,0-1,-1 1,1-1,0 1,0 0,0-1,0 1,0 0,0-1,0 1,0 0,0-1,0 1,0-1,1 1,-1 0,0-1,0 1,0 0,0-1,0 1,1 0,-1-1,0 1,0 0,1 0,-1-1,0 1,1 0,-1 0,0-1,0 1,1 0,-1 0,0 0,1 0,-1-1,1 1,-1 0,0 0,1 0,-1 0,0 0,1 0,-1 0,0 0,1 0,-1 0,1 0,-1 0,0 0,1 1,-1-1,0 0,1 0,-1 0,1 1,11 24,1 5,1-1,1-1,1 0,2-1,1 0,1-2,11 11,-19-23,0-1,1-1,0 0,1 0,0-2,1 0,0 0,0-1,1-1,0-1,0 0,0-1,1 0,15 1,-28-6,0 1,-1-1,1 0,0 0,-1 0,1 0,0-1,-1 1,1-1,-1 0,1 0,-1 0,1-1,-1 1,0-1,0 0,1 0,-1 0,0 0,-1-1,1 1,0-1,-1 1,0-1,1 0,-1 0,0 0,0-1,-1 1,1 0,-1-1,1 1,-1 0,0-1,-1 0,1 1,0-2,1-25,-1 1,-1-1,-1 0,-2 1,-1-1,-1 1,-1 0,-2 0,-1 1,-1 0,-1 1,-14-23,6-5,28 47,6 8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9:14.87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1,'387'3,"-284"21,-101-23,1 0,0 0,-1 0,1 1,-1-1,0 1,1-1,-1 1,0 0,0 0,0 0,0 0,0 1,-1-1,1 0,0 1,-1-1,0 1,0-1,0 1,0 0,0 0,0-1,-1 1,1 0,-1 0,0 0,0 0,0-1,0 1,0 0,-1 0,0 0,0 2,-4 6,-2 1,1-1,-1 0,-1-1,0 0,0 0,-1-1,0 1,-1-2,0 0,0 0,-1-1,-1 1,-71 49,82-57,1 0,0 1,-1-1,1 1,0-1,0 1,-1-1,1 1,0-1,0 1,0-1,0 1,0-1,-1 1,1-1,0 1,0-1,0 1,1-1,-1 1,0 0,0-1,0 1,0-1,0 1,1-1,-1 1,0-1,0 0,1 1,-1-1,0 1,1-1,-1 1,0-1,1 0,-1 1,1-1,-1 0,1 0,-1 1,1-1,-1 0,1 0,-1 1,1-1,-1 0,1 0,-1 0,1 0,-1 0,1 0,-1 0,1 0,143 35,-115-30,-1 3,1 0,-1 2,-1 1,0 1,0 1,-2 1,1 2,-2 0,0 2,10 10,-30-24,1 0,-1 0,0 0,0 1,-1 0,1-1,-1 1,0 0,0 1,-1-1,0 0,0 1,0 0,0-1,-1 1,0 0,0 0,-1-1,1 1,-1 0,-1 0,1 0,-1 0,0 0,0-1,-1 1,1 0,-1-1,-1 1,1-1,-1 0,-2 3,-12 12,-1-1,-1-1,-1-1,0 0,-2-2,1 0,-2-2,0 0,-1-2,-16 6,-8 6,-1-3,-1-2,0-2,-14 1,32-13,31-4,1 0,-1 1,1-1,0 0,-1 0,1 0,-1 0,1 0,-1 0,1 0,-1 0,1 0,-1 0,1 0,-1 0,1 0,-1 0,1 0,-1 0,1 0,-1-1,1 1,0 0,-1 0,1-1,-1 1,1 0,0 0,-1-1,1 1,0-1,-1 1,1 0,0-1,-1 1,1-1,0 1,0 0,0-1,-1 1,1-1,0 1,0-1,0 1,0-1,0 1,0-1,0 1,0-1,0 1,0-1,0 0,8-11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9:15.43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6,'31'-3,"0"1,0 1,-1 2,1 1,0 1,-1 2,0 1,0 1,0 2,-1 1,0 1,-1 1,13 9,-33-17,-1 0,1 0,-1 1,0 0,0 0,-1 1,1 0,-1 0,0 0,-1 1,0 0,0 0,0 1,-1-1,0 1,-1 0,0 0,0 0,0 0,-1 0,0 2,-2 0,-1 0,0-1,0 1,-1 0,0-1,0 1,-1-1,-1 0,0 0,0 0,0 0,-1-1,-1 0,-4 6,-96 99,-134 58,242-171,-1 0,0 0,0 0,0 1,0-1,0 0,0 0,0 1,0-1,0 1,0-1,0 1,0-1,0 1,0-1,0 1,-1 0,1 0,0-1,0 1,-1 0,1 0,0 0,-1 0,1 0,-1 0,0 0,1 0,-1 0,1 0,-1 0,0 0,0 0,0 0,0 0,0 0,0 0,0 0,0 0,0 0,0 1,-1-1,1 0,0 0,-1 0,1 0,-1 0,1 0,-1 0,1-1,-1 1,0 0,1 0,-1 0,0-1,0 1,0 0,1 0,-1-1,0 1,0-1,0 1,0-1,0 0,0 1,43 5,1-2,0-2,0-2,10-3,-15 2,244-15,-146 4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9:15.76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63 573,'-2'-104,"-4"0,-5 0,-8-18,-5-16,24 139,0-1,0 0,1 0,-1 0,0 0,0 0,1 0,-1-1,0 1,0 0,1 0,-1 0,0 0,0 0,1 0,-1 0,0 0,0-1,0 1,13 39,-2 1,-2 0,-1 0,-1 23,-7-63,18 177,14 86,-18-200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9:16.34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156 97,'-9'5,"0"-1,0 2,0-1,0 1,1 0,0 1,1 0,-1 0,1 1,1 0,-1 0,1 1,1-1,0 1,0 0,0 1,2-1,-1 1,1 0,0 0,1 0,0 0,0 8,1-9,1 1,0-1,1 0,-1 0,2 0,-1 0,1 0,1 0,0 0,0-1,0 1,1-1,1 0,-1 0,1 0,1-1,-1 1,1-1,1-1,-1 1,1-1,0 0,0-1,1 1,0-2,0 1,7 2,5 3,1-2,0 0,0-2,0 0,1-2,0 0,0-1,0-1,0-1,0-1,1-1,-1-2,0 0,0 0,-1-2,1-1,-1-1,11-5,-24 8,0 0,0 0,0 0,0-1,-1 0,0-1,0 1,0-1,-1-1,1 1,-2-1,1 0,-1-1,0 1,0-1,-1 0,0 0,-1-1,0 1,0-1,-1 1,0-1,0 0,-1 0,0 0,-1 0,0 0,0 0,-2-9,-2 3,0-1,-1 1,-1 0,-1 1,0-1,0 1,-2 0,0 1,0 0,-1 0,-1 1,0 1,-1 0,0 0,0 1,-1 0,-1 2,1-1,-1 1,-1 1,0 1,0 0,0 1,-2 0,3 0,0 1,-1 0,0 1,0 1,0 0,0 1,0 1,0 0,0 1,0 1,1 0,-1 1,0 0,1 1,0 1,-1 1,2 0,-1 0,1 1,0 1,1 0,-1 1,2 1,-1 0,-7 8,13-10,0 0,0 0,1 1,0 0,0 0,1 0,1 1,-1-1,1 1,1 0,0 0,0-1,1 2,0 1,3 56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9:17.572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555 210,'-2'-11,"-1"1,0-1,0 0,-1 1,0 0,-1 0,-1 0,1 1,-1 0,-1 0,0 0,0 1,-1 0,1 0,-2 1,1 0,-1 1,0-1,-1 2,1-1,-1 1,0 1,-1 0,1 0,-1 1,1 0,-1 1,0 1,0-1,0 2,0-1,0 2,0-1,0 1,0 1,0 0,-3 2,-1 1,1 2,-1-1,1 2,1 0,0 1,0 0,0 1,1 0,1 1,0 0,0 1,1 0,1 1,0 0,1 1,0 0,1 0,0 0,1 1,1 0,1 0,-3 13,6-23,0 1,1-1,0 0,0 1,0-1,0 0,1 0,0 1,0-1,0 0,1 0,0 0,0 0,0 0,0-1,1 1,0 0,0-1,0 0,0 0,1 0,-1 0,1 0,0-1,1 0,2 2,9 2,1 0,0-1,0-1,0-1,1 0,-1-1,1-1,0-1,0-1,-1 0,1-1,0-1,0-1,-1 0,11-4,17-4,-1-2,-1-2,0-2,-1-2,-1-1,36-25,-26 22,-50 23,0 1,1-1,-1 1,0-1,0 1,0 0,0 0,1 0,-1 0,0 0,-1 0,1 0,0 0,0 0,0 0,-1 0,1 1,0-1,-1 0,1 0,-1 1,1-1,-1 0,0 1,0-1,0 1,1 2,58 220,-53-200,2-4,-2 1,-1 0,-1 0,0 1,-2-1,0 1,-1 0,-2-1,-1 15,-1-29,1 1,-1-1,0 0,0 0,-1 0,0 0,0-1,-1 0,0 0,0 0,0 0,-1-1,1 0,-1 0,-1 0,1-1,-1 0,1 0,-8 2,-10 5,0-2,0-1,-1-1,0 0,-9-1,-21 3,-1-3,0-1,-18-4,27-4,19-4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9:18.06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9 0,'-5'16,"1"14,6 14,11 7,16 8,17 4,18 1,14-1,7-3,-2-2,-6-4,-13-6,-21-6,-23-4,-28-7,-11-9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9:18.44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14,'23'-5,"1"2,-1 0,0 2,1 0,-1 1,1 2,-1 0,1 2,-1 0,-1 2,1 0,-1 2,0 0,0 2,-1 0,10 7,-25-14,-1 1,1-1,-1 1,0 0,0 0,0 1,-1-1,1 1,-1 0,0 0,0 1,-1-1,0 1,0 0,0 0,-1 0,1 0,-2 0,1 0,-1 1,1-1,-2 1,1-1,-1 1,0-1,0 1,-1-1,0 1,0-1,0 0,-1 1,0-1,-2 3,-11 16,-1-1,-1 0,-1-2,-1 0,-1-1,-1-1,-1 0,-1-2,-19 12,32-22,-46 33,30-23,0 1,2 1,0 2,1 0,-3 6,24-26,0 0,0 0,0 1,0-1,0 0,1 1,-1-1,1 1,0-1,0 1,0 0,0 0,0-1,0 1,1 0,-1 0,1 0,0 0,0 0,0 0,0 0,1 0,-1-1,1 1,0 0,-1 0,1 0,0-1,1 1,-1 0,0-1,1 1,1 0,5 4,1 0,0-1,0 0,1 0,0-1,0 0,0-1,0-1,1 1,0-1,-1-1,1 0,0-1,2 0,52 8,1-3,1-4,1-2,14-2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9:19.23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19,'63'-9,"0"3,0 3,0 3,0 2,-1 3,34 8,-85-12,0 1,0 0,-1 1,1 0,0 1,-1 0,0 1,0 0,-1 1,1 0,-1 0,0 1,-1 0,1 0,-2 1,1 0,-1 1,0 0,-1 0,0 0,0 1,-1-1,0 1,3 10,-6 5,0-1,-2 1,0-1,-2 1,-1-1,-1 1,-1-1,-1 0,-1-1,-1 0,-9 18,14-33,-18 52,6-24,2 1,1 0,3 1,0 0,3 0,0 15,10-16,0-31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9:19.51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55,'21'-2,"22"-4,25 1,25-3,24 1,20 1,14 0,4-2,-25 1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9:20.266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6,'25'-3,"8"0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9:20.51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1,'18'0,"25"0,4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9:20.71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5,'23'0,"25"-2,5-1</inkml:trace>
  <inkml:trace contextRef="#ctx0" brushRef="#br0" timeOffset="1">1337 46,'25'4,"8"2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9:21.19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8,'55'-5,"1"3,0 2,0 3,-1 2,1 2,5 4,-38-7,1 0,-1 2,0 0,-1 2,0 0,0 2,0 0,16 12,-35-21,0 1,-1-1,1 1,0 0,-1 0,0 0,1 0,-1 0,0 0,0 0,0 1,-1-1,1 1,0 0,-1-1,0 1,1 0,-1 0,0 0,-1 0,1 0,0 0,-1 0,0 0,0 0,0 0,0 0,0 0,0 0,-1 0,1 0,-1 0,0 0,0 0,0 0,-1-1,1 1,-1 0,1 0,-9 7,0-1,-1 1,0-2,0 1,-1-2,0 1,0-1,0-1,-1-1,0 0,-7 2,-57 28,76-35,-1 0,1 0,0 1,0-1,-1 0,1 1,0-1,0 1,0-1,0 1,0 0,-1 0,1-1,0 1,1 0,-1 0,0 0,0 0,0 0,0 0,1 0,-1 0,1 0,-1 1,0-1,1 0,0 0,-1 0,1 1,0-1,0 0,0 1,0-1,0 0,0 0,0 1,0-1,0 0,0 1,1-1,-1 0,1 0,-1 0,1 1,-1-1,1 0,0 0,-1 0,1 0,0 0,0 0,0 0,0 0,0-1,0 1,0 0,0 0,0-1,0 1,0-1,1 1,137 63,-92-46,3 1,-14-6,-1 0,0 3,0 1,-2 1,-1 2,3 4,-32-23,0 1,-1-1,1 1,-1-1,1 1,-1 0,0 0,0 0,0 0,0 1,0-1,0 0,-1 1,1 0,-1-1,0 1,0 0,0-1,0 1,0 0,0 0,-1 0,1 0,-1 0,0 0,0 0,0 0,0 0,-1 0,1 0,-1-1,0 1,0 0,0 0,0 0,0-1,0 1,-1 0,0-1,1 0,-2 2,-11 7,0 0,-1-1,0-1,-1-1,0 0,0-1,0 0,-1-2,0 0,-12 2,23-5,-222 45,188-43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9:21.51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27,'15'-6,"1"1,0 1,0 0,0 1,1 1,-1 1,1 0,-1 1,1 1,-1 0,9 3,11-1,-1 1,0 3,0 0,0 2,-1 2,-1 1,0 2,27 16,-55-29,0 1,0 1,0-1,0 1,-1 0,0 0,1 0,-1 0,0 1,-1 0,1 0,-1 0,1 0,-1 0,0 1,-1-1,1 1,-1 0,0 0,0 0,-1 0,1 0,-1 0,0 1,0-1,-1 0,0 0,0 5,-5 1,-1-1,0 0,-1-1,1 0,-2 0,1 0,-2-1,1 0,-1 0,0-1,0-1,-1 1,0-1,0-1,-9 4,19-9,-98 50,-61 40,158-90,-1 1,0 0,1 0,-1-1,0 1,1 0,-1 0,1 1,-1-1,1 0,0 0,-1 1,1-1,0 1,0-1,0 1,0-1,0 1,1 0,-1 0,0-1,1 1,-1 0,1 0,0 0,-1-1,1 1,0 0,0 0,0 0,0 0,1-1,-1 1,0 0,1 0,0 0,-1-1,1 1,0 0,0-1,0 1,0 0,0-1,0 1,0-1,0 0,1 1,-1-1,0 0,1 0,-1 0,1 0,0 0,-1 0,2 0,14 7,1 0,0-1,0-1,1-1,0-1,11 1,104 15,96 0,-114-13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9:21.83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1 427,'2'-390,"1"357,-2 33,-1 0,0 1,0-1,1 0,-1 0,0 0,0 0,1 0,-1 0,0 0,1 0,-1 0,0 0,0 0,1 0,-1 0,0 0,1 0,-1 0,0 0,0 0,1 0,-1 0,0 0,0-1,1 1,-1 0,0 0,0 0,1 0,-1-1,0 1,0 0,0 0,1 0,-1-1,0 1,0 0,0 0,0-1,1 1,22 169,-19-116,-1 0,2 1,2-1,3 0,2-1,2 0,3-1,6 8,-3-19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9:22.28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181 202,'-6'1,"0"0,0 1,0 0,0 1,0-1,1 1,-1 0,1 1,-1-1,1 1,0 0,1 1,-1-1,1 1,0-1,0 1,0 1,1-1,-1 0,1 1,1 0,-1 0,1 0,0 0,0 0,1 0,0 0,0 1,0-1,1 0,0 1,0-1,0 0,1 1,0-1,1 0,-1 0,1 0,2 5,1 2,1-1,0 0,1-1,0 0,1 0,0 0,1-1,0-1,1 1,-1-1,2-1,-1 0,1 0,1-1,7 4,1-1,0-1,0-1,1-1,0 0,0-2,1 0,-1-1,1-2,5 0,-14-1,-1 0,1-1,-1-1,1 0,-1-1,1 0,-1-1,0 0,0-1,0 0,-1-1,1 0,-1-1,0 0,-1-1,1 0,-1-1,-1 0,0-1,0 0,0 0,2-5,-3 2,-1 0,0 0,0-1,-2 0,1-1,-2 1,0-1,0 0,-1 0,-1 0,-1 0,0 0,0-1,-2 1,0 0,0 0,-1 0,-1 0,0 0,-1 0,-1 0,0 1,-1 0,0 0,-1 1,0-1,-1 1,-1 1,0 0,0 0,-1 1,0 0,-6-4,3 5,-2 1,1 0,-1 1,0 0,0 1,-1 1,0 1,0 0,0 1,0 0,-1 2,1 0,-1 0,1 2,-1 0,1 1,0 0,0 2,-11 3,7-1,1 0,0 2,0 0,1 1,0 0,1 2,0 0,0 1,1 1,1 0,0 1,1 1,1 0,0 1,-7 13,-18 39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9:22.90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506 289,'1'-10,"1"1,-1-1,0 1,-1 0,0-1,-1 1,0-1,0 1,-1-1,0 1,0 0,-1 0,-1 0,1 1,-2-1,1 1,-1-1,0 2,-1-1,0 0,0 1,0 0,-1 1,-2-2,-3-1,-1 0,0 1,-1 1,0 0,0 1,-1 0,1 1,-1 1,0 0,-1 1,1 1,0 0,-1 1,1 1,-1 0,1 1,-1 1,1 1,0 0,-1 0,2 2,-1 0,0 0,-6 5,17-8,0 1,0-1,0 1,0 0,1 0,-1 0,1 0,0 0,0 1,0 0,1-1,-1 1,1 0,0 0,0 1,0-1,1 0,-1 1,1-1,0 1,0-1,1 1,-1-1,1 1,0 0,0-1,1 1,-1-1,1 1,0-1,0 1,1-1,-1 1,1-1,0 0,0 0,1 0,-1 0,1 0,-1-1,3 2,13 11,0 0,2-2,0 0,0-2,1 0,0-1,1-1,1-1,0-1,0-1,0-1,23 3,265 33,-240-27,-69-14,-1 1,1 0,-1-1,0 1,0 0,0 0,0 0,0 0,0 0,0 0,-1 1,1-1,-1 0,1 0,-1 0,0 1,0-1,0 0,0 0,-1 1,1-1,0 0,-1 0,0 0,1 0,-1 0,0 0,0 0,0 0,0 0,-1 0,1 0,-2 1,3-2,-15 26,0 0,-2-2,-1 0,0-1,-2 0,-1-2,-1 0,-1-2,0-1,-23 15,-1-7,6-8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9:23.63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102 6,'-1'13,"2"0,-1 0,2-1,0 1,0 0,1-1,1 1,0-1,0 0,1 0,1 0,0-1,7 10,107 129,117 98,-214-203,-23-44,0 0,0 0,0 1,0-1,0 0,-1 0,1 1,0-1,-1 0,1 0,-1 0,1 0,-1 1,0-1,1 0,-1 0,0 0,0 0,0-1,1 1,-1 0,0 0,0 0,-1-1,1 1,0 0,0-1,0 1,0-1,0 0,-1 1,1-1,0 0,0 0,-1 1,0-1,-18 2,-1 0,1-2,0 0,-1-1,1-1,0-1,0-1,0-1,-4-2,-24-5,1-1,1-3,-42-21,87 37,-4-2,0 0,0 0,0 0,1-1,-1 0,1 0,-1 0,1 0,0-1,0 0,1 0,-1 0,1 0,0 0,-2-3,5 5,1-1,-1 0,0 1,1-1,0 1,-1-1,1 1,0 0,0-1,0 1,1 0,-1 0,0 0,1-1,0 1,-1 1,1-1,0 0,0 0,0 1,0-1,0 1,0 0,1-1,-1 1,0 0,1 0,0 0,40-21,2 1,0 3,22-5,53-22,-98 37,-1-1,0-1,-1-1,1-1,-2 0,0-2,-1 0,15-15,-30 27,-1-1,1 0,-1 1,0-1,0 0,0 0,0 0,-1 0,1 0,-1-1,0 1,0 0,0-1,0 1,0-1,-1 1,0-1,0 1,0-1,0 1,0-1,-1 1,1 0,-1-1,0 1,0-1,0 1,-1 0,1 0,-1 0,1-1,-1 2,0-1,-1 0,1 0,0 1,-2-2,-8-6,-1 0,0 1,-1 1,0 0,0 1,0 0,-1 1,0 1,0 0,-1 1,1 1,-1 1,0 0,0 0,-9 2,-45 11,68-10,1 0,-1 0,0-1,0 1,0 0,0 1,0-1,1 0,-1 0,1 1,-1-1,1 1,-1-1,1 1,0 0,0-1,0 1,0 0,0 0,0 0,0 0,0 0,1 0,-1 0,1 0,0 0,0 0,-1 0,1 0,1 2,15 37,14-2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9:23.949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 92,'-1'-3,"1"0,-1 1,1-1,0 0,1 0,-1 0,0 1,1-1,-1 0,1 0,0 1,0-1,0 0,0 1,1-1,-1 1,1 0,-1-1,1 1,0 0,0 0,0 0,0 0,0 0,0 1,0-1,3-1,76-20,-35 23,0 2,-1 2,1 2,-1 2,0 1,-1 3,0 2,39 18,-71-28,7 2,0 2,0-1,-1 2,0 1,-1 0,0 1,13 11,-28-21,0 1,0 0,0-1,-1 1,1 0,0 0,-1 0,1 0,-1 0,0 1,0-1,1 0,-2 1,1-1,0 0,0 1,-1-1,1 1,-1-1,0 1,0-1,0 1,0 0,0-1,0 1,-1-1,0 1,1-1,-1 0,0 1,0-1,0 1,0-1,0 0,-1 0,1 0,-2 1,-108 124,94-108,2 1,0 0,2 1,0 0,1 1,1 0,1 1,2 1,0-1,1 1,1 0,2 1,0-1,1 1,2 0,1 0,0 0,2 0,1-1,1 1,5 16,32 36,-21-55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9:24.232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7,'27'-5,"35"4,33 8,32 8,25 5,11 0,-22-3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9:31.49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1780 656,'-2'-10,"0"0,-1 0,0 0,-1 0,0 0,-1 1,0 0,0 0,-1 0,0 1,0 0,-1 0,0 0,-1 1,0 0,0 0,0 1,-1 0,-2-1,-17-15,-37-39,3-2,-42-57,94 108,0 1,0-1,-1 2,-1 0,0 0,0 1,-1 0,0 1,-1 1,0 0,0 1,-2-1,-321-78,296 78,-1 1,0 2,-1 2,1 2,0 2,-1 2,1 1,1 2,-38 13,69-19,0 2,0 0,1 0,0 0,-1 1,1 1,1 0,-1 0,1 0,-1 1,2 0,-1 1,-6 7,-105 89,110-97,-1-1,0 1,1 0,0 1,0 0,0 0,1 1,0 0,1 0,-1 1,2 0,-1 1,1-1,1 1,0 0,0 1,1-1,0 2,-37 193,33-159,2 1,1 0,3-1,2 1,2 0,4 20,2 75,-8-47,-2-48,2-1,2 0,2 0,2 0,2 0,2-1,7 17,-5-29,1-1,2-1,1 0,1 0,2-2,1 0,1-2,1 0,25 23,-16-20,0-1,2-2,1-1,1-1,1-2,1-2,1-1,1-2,1-2,0-1,1-2,0-2,1-2,8-1,-18-6,0-1,1-2,-1-1,0-1,0-2,0-2,-1 0,0-3,0 0,-1-2,-1-1,0-1,-1-2,0 0,-1-2,-1-2,-1 0,-1-1,19-22,21-27,-4-4,-3-1,-3-3,-4-3,-4-1,5-19,-31 60,-3-1,-1-1,-2-1,-2 0,-2 0,-2-1,-2 0,-1 0,-3-1,-2 1,-2-1,-2 1,-7-38,8 69,-1-11,-1-1,0 1,-2 0,-2 1,0-1,-1 2,-10-19,15 37,1-1,-1 1,0 0,0 0,-1 0,1 0,-1 1,0 0,0 1,-1-1,1 1,-2 0,-38-15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19:33.703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1113 396,'-109'-72,"90"56,-1 1,0 1,-1 1,-1 1,0 1,-1 0,0 2,0 1,-1 1,0 1,-1 1,5 2,0 2,0 0,1 1,-1 1,0 1,0 1,0 0,1 2,0 0,0 1,0 1,1 1,0 0,-14 10,-2 5,1 2,2 0,1 2,1 2,1 1,1 0,2 2,-9 17,16-15,1 0,2 1,2 1,1 0,2 1,1 0,2 1,-2 34,-5 19,-1-16,4 2,3 0,4 0,3 0,3 1,9 44,4-53,3-2,3 0,3-1,7 10,-5-13,3 0,2-2,21 27,-37-64,2-1,1 0,0-2,2 0,0-1,2-2,0 0,1-1,20 11,-8-10,0-2,2-1,0-2,0-2,1-1,1-2,-1-1,1-2,1-2,-1-2,0-2,9-1,-22 0,-1-1,1-1,-1-1,-1-1,1-2,-1 0,0-2,-1 0,0-1,0-2,-1 0,-1-2,-1 0,0-1,-1-1,0-1,-2-1,1-1,31-48,-3-1,-3-3,-3-1,24-63,-62 129,42-87,-5-2,-3-2,18-90,-42 137,-3-1,-2 0,-2-1,-3 0,-2 1,-2-1,-3 0,-7-31,-1 28,-3 1,-2 0,-2 2,-3 0,-2 1,-2 1,-2 2,-3 1,-2 1,-1 2,-19-17,33 38,-1 1,-2 1,0 1,-1 1,-1 1,0 1,-2 1,0 2,-1 0,0 3,-17-6,-86-6,6 17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20:57.449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1378 234,'-9'-16,"-1"1,0 1,-1 0,-1 0,0 1,0 1,-2 0,1 0,-2 1,1 1,-1 1,-1 0,0 1,0 1,0 0,-17-4,-15-1,-1 2,0 3,0 1,-1 3,1 2,-1 2,-19 4,33 0,1 3,0 0,1 3,0 0,0 2,1 2,1 1,0 1,2 2,0 1,1 2,1 0,1 2,1 1,1 1,2 1,0 2,2 0,1 1,1 1,2 0,1 2,0 4,2-1,2 1,1 0,2 1,2-1,1 1,2 1,2-1,1 1,2-1,2 1,1-1,2 0,2 0,2-1,0 0,11 20,-8-20,2-1,2-1,1-1,2 0,1-1,2-1,1-1,1-1,2-2,0 0,2-2,1-1,2-1,0-2,1-1,1-2,1-1,0-2,1-1,21 4,-20-8,1-3,0-1,1-1,-1-3,1-1,0-2,0-1,-1-2,1-2,-1-2,0-1,0-2,-1-1,-1-2,0-2,0-1,-2-2,0-1,0-2,0-4,-1-2,-2-1,0-2,-2 0,-1-3,-2 0,-1-1,-2-1,-1-2,-2 0,12-32,-11 17,-2-1,-3-1,-2 0,-2-1,-3 0,-2-1,-3 0,-2-39,-3 54,-2 1,-2-1,-1 1,-2 0,-2 1,-1 0,-10-20,12 38,0 1,-2 0,0 0,-1 1,-1 0,-1 1,0 1,-2 0,0 1,0 1,-2 0,1 2,-2 0,-6-3,-2 3,-1 0,0 2,-1 1,-1 1,1 2,-1 1,0 1,-1 2,1 1,-1 1,-11 2,-49 5,-1 4,1 4,-6 5,-132 32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20:58.982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1154 205,'-21'-23,"0"1,-2 0,0 2,-1 0,-2 2,1 1,-8-2,20 12,-1 0,1 1,-1 1,-1 0,1 1,-1 1,0 0,1 1,-1 1,0 0,0 1,0 1,0 0,0 1,-13 3,2 3,1 0,1 2,0 1,0 1,1 0,1 2,0 1,1 1,1 0,-4 5,-18 19,2 3,1 1,3 1,-1 5,4-3,1 1,3 2,1 1,4 1,1 1,2 0,4 2,1 1,3 0,2 1,3 0,2 0,3 3,3-33,2 0,1 0,1 0,1-1,1 1,1-1,2-1,0 1,2-2,1 1,1-1,1-1,1-1,0 0,2 0,1-2,0 0,2-1,19 14,4-4,2-2,1-2,0-2,2-2,0-3,2-1,0-2,0-3,1-2,1-2,0-3,-1-1,34-4,-54 2,1-3,-1 0,1-2,-1-1,0-2,0-1,-1-1,0-2,0-1,-1-1,-1-1,0-2,0-1,-2-1,18-15,-21 10,0-1,-1-2,-1 0,-2-1,0-1,-2-1,-1-1,-1 0,10-31,-4 3,-3-2,-3 0,-2-1,4-55,-11 62,-2-1,-3 1,-2 0,-2-1,-3 1,-2 0,-3-2,3 23,-1 1,-1 0,-2 1,-1 0,-1 1,-2 1,-1 0,-1 1,-1 1,-1 1,-1 1,-8-6,8 11,0 2,-2 0,0 1,-1 1,0 1,-1 2,-1 0,0 2,0 1,-1 0,0 3,-1 0,1 1,-1 2,0 1,0 1,0 1,0 2,-9 2,-13 3,0 2,0 2,-39 15,-173 80,13 16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21:16.23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0 132,'27'2,"32"1,36 0,39-3,44-4,40-5,36-7,30-2,16 0,2 0,-13 1,-33 4,-45 1,-55 4,-55 1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21:14.54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663 130,'0'7,"-2"13,-1 20,-4 18,-4 16,-2 11,0 5,-2-2,3-7,3-12,3-16,1-17,1-14</inkml:trace>
  <inkml:trace contextRef="#ctx0" brushRef="#br0" timeOffset="265.885">169 143,'-18'-7,"-15"-4,-7-1,1 2,10 5,19 6,25 2,27 1,30 0,28-5,24-8,18-6,10-6,-1 0,-9 2,-21 5,-30 5</inkml:trace>
  <inkml:trace contextRef="#ctx0" brushRef="#br0" timeOffset="682.935">1613 210,'-14'-7,"1"1,-2 0,1 1,-1 1,0 0,0 1,0 1,0 0,0 1,0 1,-1 0,1 1,0 1,0 0,0 1,0 0,0 2,1-1,0 2,0 0,0 1,0 0,1 1,1 0,-1 1,1 1,1 0,0 0,-3 5,4-1,0 0,1 1,0 1,2 0,-1 0,2 0,0 1,1 0,1 0,0 0,2 1,0-1,0 11,2-17,0 0,0-1,1 1,1 0,0 0,0-1,1 1,1-1,-1 1,2-1,-1-1,1 1,1-1,0 1,0-2,1 1,0-1,0 0,1 0,0-1,0 0,5 2,11 4,0-1,1-1,1-1,0-1,0-2,0-1,1 0,0-2,0-2,14 0,8 2,-1-3,1-2,-1-3,1-1,-1-2,-1-3,1-1,-2-3,0-2,42-20,-20-1</inkml:trace>
  <inkml:trace contextRef="#ctx0" brushRef="#br0" timeOffset="1183.149">2308 143,'-1'146,"-8"-1,-21 118,9-130,21-134,0 1,0 0,1 0,-1 0,0 0,0-1,0 1,1 0,-1 0,0 0,0 0,0 0,1 0,-1 0,0-1,0 1,1 0,-1 0,0 0,0 0,1 0,-1 0,0 0,0 0,1 0,-1 0,0 0,0 1,1-1,-1 0,0 0,0 0,0 0,1 0,-1 0,0 1,7-26,-2 1,-1-1,0 1,-2-1,-1-23,0 24,1-127,-5-1,-8-4,8 79,3 76,0 1,1-1,-1 0,1 1,-1-1,1 1,-1-1,1 1,-1-1,1 1,-1-1,1 1,-1 0,1-1,0 1,-1 0,1-1,0 1,-1 0,1 0,0 0,0 0,-1-1,1 1,0 0,-1 0,1 0,0 0,0 1,-1-1,1 0,0 0,-1 0,1 1,0-1,-1 0,1 1,0-1,-1 0,1 1,-1-1,1 1,-1-1,1 1,-1-1,1 1,-1-1,1 1,-1 0,0-1,2 1,161 130,-105-79,-33-31,33 26,-2 3,-3 2,-2 2,33 47,-80-97,0 0,0 1,0-1,-1 1,0 0,0 0,0 0,0 0,-1 1,0-1,0 1,0-1,-1 1,0 0,0 0,0-1,-1 1,0 0,0 0,-1 0,1 0,-1-1,0 1,-1 0,1-1,-1 1,-1-1,1 1,-1-1,1 0,-1 0,-1 0,1 0,-2 0,-12 7,0 0,0-2,-2 0,1-1,-1-1,0 0,-1-2,0 0,0-1,0-1,-9 0,-84 14,6-5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21:12.47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321 93,'-19'35,"2"1,1 1,2 0,1 1,3 1,1-1,1 2,3-1,1 1,1 27,0-39,0 1,3 0,0 0,1-1,2 1,1 0,2-1,0 0,6 12,-12-37,1 0,0 0,0 0,1-1,-1 1,1 0,-1 0,1-1,0 1,0-1,0 1,0-1,0 0,0 0,1 0,-1 0,1 0,0-1,-1 1,1-1,0 1,0-1,0 0,0 0,0-1,0 1,0 0,0-1,0 0,0 0,0 0,1 0,-1 0,4-4,0 0,0 0,-1-1,1 0,-1 0,0-1,-1 1,1-1,-1-1,0 1,-1-1,1 0,-1 0,-1 0,1 0,-1-1,1-2,15-37,-3 0,-1-1,-2-1,-2 0,-3-1,-2 0,-1 0,-3 0,-4-22,3 55,-1 0,0 0,-2 0,0 1,-1-1,-1 0,0 1,-1 0,-1 0,0 0,-1 1,-1 0,0 0,-3-2,9 15,0 0,0 0,0 0,0 0,-1 0,1 0,-1 1,1-1,-1 1,1 0,-1 0,0 0,1 0,-1 0,0 0,0 1,0-1,0 1,0 0,0 0,0 0,1 0,-1 1,0-1,0 1,0-1,0 1,1 0,-1 0,0 0,1 1,-1-1,1 1,-1-1,1 1,-2 1,-4 5,-1 0,1 0,1 0,0 1,0 0,1 0,0 1,-5 9,1 3,1 0,1 1,1 0,1 0,1 1,1 0,1 0,2 0,0 0,1 0,1 0,2 0,0-1,1 1,6 15,12 25</inkml:trace>
  <inkml:trace contextRef="#ctx0" brushRef="#br0" timeOffset="452.224">735 227,'-3'0,"0"0,0 1,0 0,0-1,1 1,-1 0,0 1,0-1,1 0,-1 1,1 0,-1-1,1 1,0 0,0 0,-1 0,2 1,-1-1,0 0,0 1,1-1,-1 1,1 0,0-1,0 1,0 0,0 0,0 0,1 0,-1 0,1 0,-10 32,2 0,2 1,1 0,1 0,3 1,1 24,0-56,0 2,0-1,0 1,0 0,1 0,0 0,0 0,1 0,0-1,0 1,0-1,4 6,-4-11,0 0,0-1,0 1,0-1,0 1,0-1,0 0,0 0,0 0,0 0,0 0,0-1,0 1,0 0,0-1,0 0,0 1,0-1,0 0,0 0,-1 0,1 0,0 0,-1-1,1 1,-1 0,1-1,-1 1,1-1,-1 0,0 1,0-1,0 0,0 0,0 0,0 0,2-2,84-86,-85 89,-1 0,1 1,-1-1,0 0,1 0,0 1,-1-1,1 1,-1 0,1-1,0 1,-1 0,1 0,-1 0,1 0,0 0,-1 0,1 0,0 1,-1-1,1 1,-1-1,1 1,-1-1,1 1,-1 0,1 0,-1 0,0 0,1 0,-1 0,0 0,0 0,0 1,0-1,0 0,0 1,0-1,0 1,25 62,-21-47,-1-1,0 1,-2 0,0 0,-1 0,0 0,-2 0,0 0,0 0,-2 0,0 0,-3 6,3-18,0 0,-1 0,0 0,0-1,0 1,0-1,-1 0,1 0,-1 0,0-1,0 1,-1-1,1-1,-1 1,1-1,-1 0,0 0,0 0,0-1,0 0,0 0,0-1,0 0,0 0,0 0,0 0,0-1,0 0,0-1,0 1,0-1,0 0,1-1,-1 1,1-1,-1 0,1-1,0 1,0-1,1 0,-1 0,1 0,-3-4,6 6,-1 0,1 0,0 0,0 0,0 0,0 0,0 0,0 0,0 0,1 0,-1 0,1 0,0 0,-1-1,1 1,0 0,0 0,1-1,-1 1,0 0,1 0,-1 0,1 0,0 0,0-1,0 1,0 1,0-1,0 0,0 0,1 0,-1 0,1 0,16-17</inkml:trace>
  <inkml:trace contextRef="#ctx0" brushRef="#br0" timeOffset="736.569">1457 454,'-10'-6,"-1"0,0 1,0 0,0 1,-1 0,0 1,1 1,-1-1,0 2,-1 0,1 0,0 1,0 0,0 1,0 1,0 0,0 1,0 0,1 0,-6 4,15-7,0 1,0 1,0-1,0 0,0 0,0 1,1-1,-1 1,0 0,1-1,-1 1,1 0,0 0,-1 0,1 0,0 0,0 0,0 0,1 1,-1-1,0 0,1 0,0 1,-1-1,1 0,0 1,0-1,0 0,0 0,1 1,-1-1,1 0,-1 1,1-1,1 2,4 4,0 0,0 1,1-2,0 1,1-1,-1 0,2-1,-1 0,1 0,-1-1,2 0,3 1,-4 0,99 50,72 47,-177-102,0 0,0 1,0 0,0-1,0 1,0 0,0 1,-1-1,1 0,-1 1,0-1,0 1,1 0,-2 0,1 0,0 0,-1 0,1 0,-1 0,0 1,0-1,0 0,0 1,-1-1,0 0,1 1,-1-1,0 1,-1-1,1 1,0-1,-1 1,0-1,0 0,0 0,0 1,-1-1,1 0,-1 0,0 1,-9 5,1 1,-2-2,1 1,-1-1,0-1,-1-1,1 1,-2-2,1 0,-11 3,13-4,-58 19</inkml:trace>
  <inkml:trace contextRef="#ctx0" brushRef="#br0" timeOffset="1002.526">0 1242,'14'0,"24"0,29 0,28 0,28 0,26 0,20-2,18-1,11 0,4 1,-1 0,-10 1,-14-2,-19 0,-23 0,-25 1,-27-2,-28 1</inkml:trace>
  <inkml:trace contextRef="#ctx0" brushRef="#br0" timeOffset="1369.295">2567 427,'-33'24,"32"-23,1 0,0-1,-1 1,1-1,-1 1,1 0,0-1,-1 1,1 0,0 0,0-1,-1 1,1 0,0 0,0-1,0 1,0 0,0 0,0 0,0-1,0 1,1 0,-1 0,0-1,0 1,1 0,-1-1,0 1,1 0,-1-1,1 1,-1 0,1-1,-1 1,1-1,-1 1,1-1,-1 1,1-1,0 1,-1-1,1 0,0 1,-1-1,1 0,0 1,0-1,-1 0,1 0,0 0,4 2,1 0,-1 0,1-1,-1 0,1 0,0 0,0-1,-1 0,1 0,0 0,0-1,-1 0,1 0,-1 0,1-1,-1 1,1-1,-1-1,0 1,0-1,0 0,0 0,0-1,-1 1,0-1,0 0,0 0,0 0,0-1,-1 1,0-1,1-1,-3 4,-1-1,1 1,-1-1,1 0,-1 0,0 1,0-1,0 0,0 0,0 1,-1-1,1 0,-1 1,0-1,0 0,0 1,0-1,0 1,0 0,-1-1,1 1,-1 0,0 0,0 0,0 0,0 0,0 0,0 0,0 1,0-1,-1 1,0-1,-5-3,0 1,-1 0,1 0,-1 1,0 0,0 1,0-1,0 2,-1-1,3 1,0 1,0-1,0 1,0 1,0-1,0 1,1 0,-1 1,0 0,0 0,1 0,-1 1,1-1,0 2,0-1,0 1,0 0,1 0,0 0,-1 1,2 0,-1 0,0 0,1 1,0-1,-1 4,-13 36,8-1</inkml:trace>
  <inkml:trace contextRef="#ctx0" brushRef="#br0" timeOffset="1635.86">2700 1055,'10'-18,"2"-13,-1-8,-2-4,-2 3,-7 8,-11 12,-10 16,-10 18,-10 16,-6 14,4-1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21:18.73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0,'23'2,"23"1,22 0,20 0,11-2,2 0,-2 0,-12-1,-13 0,-15 0,-17-3,-19 0,-12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21:27.72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79,'0'7,"7"2,16-2,22-8,24-7,25-8,22-5,11 1,3 4,-6 4,-23 5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21:24.17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389 707,'35'9,"-1"2,-1 2,0 1,22 14,-27-15,0 2,-2 1,0 2,0 0,-2 2,0 0,6 9,-23-22,-1 0,1 1,-1 0,-1 0,1 0,-2 1,1-1,-1 1,0 0,-1 1,0-1,0 1,-1-1,0 1,-1 0,0 0,-1 0,0-1,0 1,-1 0,-1 0,1 0,-2-1,1 1,-2 1,-5 11,-2-1,0 0,-2-1,0 0,-8 8,7-9,0 1,1-1,2 2,0 0,-4 12,14-30,-1 1,1 0,0 0,1 0,-1 1,1-1,-1 0,1 0,1 0,-1 0,0 0,1 0,0 1,0-1,0-1,1 1,-1 0,1 0,0 0,0-1,0 1,1-1,-1 0,1 1,0-1,0 0,0-1,0 1,2 1,6 4,1 0,0-1,1-1,-1 1,2-2,-1 0,0-1,2 1,7 1,0-1,0 0,0-2,0 0,1-2,-1 0,1-1,-1-2,1 0,-1-2,16-4,-33 7,0 0,0-1,0 1,-1-1,1-1,0 1,-1-1,0 0,1 0,-1 0,0 0,-1-1,1 1,-1-1,1 0,-1 0,0-1,0 1,-1 0,0-1,1 0,-2 0,1 1,0-1,-1 0,0 0,0 0,0-1,-1 1,0 0,0 0,0 0,-1 0,0-3,-2-1,0 0,-1 0,0 0,-1 1,0-1,0 1,-1 0,0 1,0-1,0 1,-1 0,-1 1,1 0,-1 0,-3-2,-130-69,-307-97,436 169,7 3,0 0,0 0,0 0,1 0,-1-1,1 1,-1-1,1-1,0 1,0 0,0-1,-1-2,5 6,0-1,1 0,-1 0,0 1,1-1,-1 0,0 1,1-1,-1 1,1-1,-1 0,1 1,-1-1,1 1,-1-1,1 1,0 0,-1-1,1 1,0-1,-1 1,1 0,0 0,-1-1,1 1,0 0,0 0,-1 0,1 0,0 0,0 0,-1 0,1 0,0 0,0 0,-1 0,1 1,1-1,228-3,-175 5,80 3,290 0,-413-4,-1 0,0-1,1-1,-1 0,0 0,0-1,0-1,0 0,0 0,0-1,-1 0,0-1,0 0,0-1,0 0,-1 0,0-1,8-7,-16 12,0 0,0 0,0 0,0 0,0 0,0 0,0 0,-1 0,1-1,-1 1,0 0,1 0,-1 0,0-1,0 1,-1 0,1 0,0-1,-1 1,1 0,-1 0,0 0,0 0,1 0,-2 0,1 0,0 0,0 0,0 1,-1-1,1 0,-1 1,0-1,1 1,-1-1,-71-33,67 33,0-1,-1 2,1-1,0 1,-1 0,1 0,0 1,-1 0,1 0,-1 0,1 1,0 0,-1 0,1 0,0 1,0 0,0 1,0-1,0 1,0 0,1 0,-1 1,1 0,0 0,0 0,1 1,-1-1,1 1,-3 4,4-3,1 0,-1 1,1-1,1 1,-1-1,1 1,0 0,1-1,-1 1,1 0,1 0,-1-1,1 1,0 0,1-1,-1 1,2-1,-1 1,0-1,1 0,0 0,4 5,2 2,0 1,1-1,0-1,1 0,1-1,-1 0,2-1,0 0,2 1,3 1,1-2,-1 0,2-1,-1-1,1 0,0-2,16 3,-27-7,1 0,-1-1,1 0,-1 0,1-1,-1 0,1-1,-1 0,1-1,-1 0,0 0,0-1,0 0,0 0,0-1,-1-1,1 1,1-3,2-2</inkml:trace>
  <inkml:trace contextRef="#ctx0" brushRef="#br0" timeOffset="712.521">1819 1188,'12'-39,"-4"16,0-1,-1 1,-2-1,0 0,-2 0,0-1,-2 1,-1-1,-1 1,-3-20,4 41,-1 0,1-1,-1 1,0 0,0 0,0 0,0 0,-1 0,1 0,-1 0,0 0,0 1,0-1,0 1,0-1,-1 1,1 0,-1 0,1 0,-1 0,0 0,0 0,0 1,0 0,0-1,0 1,0 0,0 0,-1 1,-1-1,5 2,-1-1,1 1,0-1,-1 1,1 0,0-1,0 1,-1 0,1-1,0 1,0 0,0-1,0 1,0 0,0-1,0 1,0 0,0-1,0 1,0 0,0-1,1 1,-1 0,0-1,0 1,1 0,-1-1,0 1,1-1,-1 1,1 0,-1-1,1 1,-1-1,1 0,-1 1,1-1,-1 1,1-1,0 0,-1 1,1-1,0 0,-1 0,1 1,0-1,-1 0,1 0,0 0,-1 0,1 0,0 0,0 0,26 10,1-2,0-1,1 0,0-3,25 2,-37-4,223 30,-238-32,1 0,-1 0,0 1,0-1,0 0,0 1,0-1,0 1,0 0,0-1,0 1,0 0,0 0,0 1,0-1,-1 0,1 1,-1-1,1 0,-1 1,1 0,-1-1,0 1,1 0,-1 0,0 0,-1 0,1 0,0 0,0 0,-1 0,1 0,-1 0,0 0,1 0,-1 0,0 1,0-1,-1 0,1 0,-12 32,10-29,-1-1,1 1,0-1,0 1,1 0,-1 0,1 0,0 0,1 0,-1 0,1 0,0 0,0 0,0 0,1 0,0 0,0 0,0 0,0 0,1 0,0 0,0-1,0 1,1-1,2 4,5 0,2 0,-1 0,1-1,0-1,1 0,-1-1,1 0,0-1,0 0,1-1,-1 0,1-1,0-1,-1 0,12-1,-6 0,0 0,0 0,0-2,0 0,0-2,-1 0,1-1,4-2,-14 3,-7 3,0 0,0-1,0 1,0 0,0 1,0-1,1 0,-1 0,0 1,0 0,1-1,-1 1,0 0,1 0,-1 0,0 0,0 1,1-1,-1 0,0 1,0 0,1 0,-1-1,0 1,0 0,0 1,0-1,1 1,17 23,-16-19,0 0,1 0,0-1,0 0,0 0,1 0,-1 0,1-1,0 0,4 2,2-1,-1-1,1-1,0 0,0 0,0-1,0-1,0 0,1 0,-1-1,0-1,0 0,0-1,1 0,6-3,-13 4,-1-1,1 1,0-2,0 1,-1 0,1-1,-1 0,0 0,0-1,0 0,0 1,0-2,-1 1,0 0,0-1,0 0,-1 0,1 0,-1 0,0-1,-1 1,1-1,-1 0,0 1,0-1,-1 0,0 0,0 0,0-4,-1 3,-1 1,0 0,0 0,0 0,0 0,-1 0,0 0,0 0,-1 0,0 1,0-1,0 1,0 0,-1 0,0 0,0 0,0 1,-1 0,1 0,-1 0,0 0,-1 1,1-1,0 1,-1 1,-4-2,-1-1,0 0,-1 2,0-1,1 1,-1 1,0 0,0 1,-1 0,1 1,0 1,0-1,0 2,-5 1,8-1,-1 1,1 1,-1-1,1 2,0-1,0 1,1 1,0-1,0 1,0 1,1-1,-1 2,-1 2,6-6,0 0,-1 0,1 0,1 1,-1-1,1 1,0 0,0 0,0-1,1 1,-1 1,1-1,0 0,1 0,-1 0,1 1,0-1,1 0,-1 0,1 0,0 1,0-1,1 0,-1 0,3 4,14 22</inkml:trace>
  <inkml:trace contextRef="#ctx0" brushRef="#br0" timeOffset="1556.543">4186 881,'36'-65,"-3"-1,-3-2,-2-1,-4-1,-3-1,-3-1,-3-1,4-55,-17 115,-1 0,0 0,0 0,-2 0,1 0,-2 0,0-1,0 2,-1-1,-1 0,-3-9,5 20,-1-1,1 0,0 1,0 0,-1-1,0 1,1 0,-1 0,0 0,0 1,0-1,0 1,0 0,0-1,-1 2,1-1,0 0,-1 0,1 1,0 0,-1 0,1 0,-1 0,1 0,0 1,-1-1,1 1,0 0,0 0,-1 0,1 1,0-1,0 1,0 0,0-1,1 1,-1 1,0-1,1 0,0 1,-1-1,1 1,0-1,0 1,1 0,-17 19,2 0,1 1,0 0,2 2,1-1,1 2,1-1,1 1,1 1,2 0,0 0,2 0,1 0,1 18,0-25,0-1,2 1,0 0,2-1,0 1,1-1,1 0,0 0,2 0,0 0,1-1,1 0,1 0,0-1,1 0,1-1,1 0,0-1,1 0,1-1,0 0,0-1,2-1,4 3,-7-8,1 0,0 0,0-1,1-1,-1-1,1 0,0-1,0 0,1-1,7 0,-16-2,1 0,-1 0,0-1,0 0,-1 0,1-1,0 0,0 0,0 0,-1-1,0 0,1 0,-1-1,0 0,-1 0,1 0,-1-1,1 0,-2 0,1 0,0 0,-1-1,2-3,-6 9,0 1,0-1,0 0,0 1,0-1,0 0,0 1,0-1,0 1,1-1,-1 0,0 1,0-1,0 0,0 0,0 1,1-1,-1 0,0 1,0-1,1 0,-1 0,0 1,0-1,1 0,-1 0,0 0,1 0,-1 1,0-1,1 0,-1 0,0 0,1 0,-1 0,0 0,1 0,-1 0,0 0,1 0,-1 0,0 0,1 0,-1 0,0 0,1 0,-1 0,0 0,1-1,-1 1,0 0,1 0,-1 0,0-1,1 1,-1 0,0 0,0-1,1 1,1 8,0-1,0 0,1 0,-1 0,2 0,-1-1,1 1,0-1,0 0,1 0,-1 0,1-1,1 0,-1 0,1 0,0 0,0-1,0 0,0 0,1-1,0 0,0 0,0-1,0 1,0-1,0-1,0 0,1 0,-1 0,1-1,-1 0,0 0,2-1,-4 0,-1 0,1 0,-1-1,0 0,0 0,0 0,0 0,0-1,0 1,-1-1,1 0,-1 0,0 0,0 0,0-1,0 0,-1 1,1-1,-1 0,0 0,0 0,0 0,-1-1,1 1,-1 0,0-1,0 1,-1-1,1 1,-1-1,0 1,-1-1,1 1,-1-1,1 1,-1-1,-1 1,1 0,0-1,-1 1,0 0,-1-3,0 0,-1 1,0-1,0 1,0 0,-1 0,1 1,-1-1,-1 1,1 0,-1 1,0-1,0 1,0 0,-1 1,1-1,-1 1,0 0,0 1,0 0,0 0,0 1,0-1,-1 1,1 1,-1 0,1 0,0 0,-1 1,1 0,0 0,0 1,0 0,0 0,0 1,0 0,0 0,1 1,-5 2,8-2,0 0,0-1,0 1,0 1,1-1,0 0,0 1,0-1,0 1,1-1,-1 1,1 0,1 0,-1-1,1 1,-1 0,1 0,1 0,-1 0,1-1,0 1,0 0,0 0,1-1,-1 1,1-1,0 1,1-1,-1 0,1 0,-1 0,1 0,1 0,-1-1,0 1,1-1,0 0,3 2,11 10,1-1,0-1,1 0,0-2,1-1,4 2,55 21</inkml:trace>
  <inkml:trace contextRef="#ctx0" brushRef="#br0" timeOffset="2121.618">5429 1041,'2'-7,"0"0,0-1,0 1,-1-1,-1 1,1-1,-1 0,0 1,-1-1,1 1,-2-1,1 0,-1 1,0 0,-1-1,1 1,-1 0,-1 1,1-1,-1 0,-1 1,1 0,-1 0,0 0,0 1,-1-1,0 1,0 1,0-1,0 1,-1 0,1 0,-1 1,0 0,0 0,-1 1,0-1,-1 0,0 1,0 0,-1 0,1 1,-1 0,1 1,-1 0,1 1,-1-1,1 2,0-1,-1 1,1 1,0 0,0 0,0 1,1 0,-1 0,1 1,0 0,0 1,1 0,0 0,0 0,0 1,0 0,-4 7,9-11,1 0,-1 0,1 0,-1 0,1 0,0 0,0 0,1 0,-1 1,0-1,1 0,0 0,0 1,0-1,0 0,1 1,-1-1,1 0,0 0,0 1,0-1,0 0,0 0,1 0,-1 0,1-1,0 1,0 0,0-1,0 1,0-1,1 1,-1-1,1 0,0 0,-1-1,1 1,0 0,1 0,10 3,0 0,0-1,1 0,0-1,-1-1,1 0,0-1,0-1,0 0,0-1,0 0,0-1,0-1,-1-1,1 0,-1-1,0 0,0-1,-1 0,0-2,1 0,47-34,-60 42,-1 0,1 1,0-1,-1 0,1 0,0 0,-1 0,1 1,0-1,-1 0,1 1,-1-1,1 0,-1 1,1-1,-1 1,1-1,-1 1,1-1,-1 1,1-1,-1 1,0-1,1 1,-1 0,0-1,1 1,-1 0,0-1,0 1,0 0,0-1,0 1,0 0,0-1,0 1,0 0,1 1,39 206,-20-114,-1-14,-5 1,4 69,-31-80,12-68,0 0,0-1,0 1,0 0,0-1,0 0,-1 1,1-1,0 0,-1 1,1-1,-1 0,1 0,-1 0,0 0,1-1,-1 1,0 0,1-1,-1 1,0-1,0 1,0-1,0 0,0 0,1 0,-1 0,0 0,0-1,0 1,0 0,1-1,-1 1,0-1,0 0,-1 0,-2-2,0 1,0-1,1 0,-1 0,1-1,-1 0,1 1,0-1,1-1,-1 1,1 0,0-1,0 0,0 0,0 0,1 0,0 0,0-1,0 1,1 0,0-1,0 0,-1-6,0-1,1 1,0 0,1-1,1 1,0-1,0 1,2 0,2-9,8-13,2 1,1 0,2 2,1 0,1 1,2 0,1 2,13-12,201-212,-206 224,-31 28,0 1,0-1,0 0,0 1,0-1,1 0,-1 1,0-1,0 0,0 1,0-1,1 0,-1 1,0-1,0 0,1 0,-1 1,0-1,0 0,1 0,-1 1,0-1,1 0,-1 0,0 0,1 0,-1 1,0-1,1 0,-1 0,0 0,1 0,-1 0,1 0,-1 0,0 0,1 0,-1 0,0 0,1 0,-1 0,1-1,-1 1,0 0,1 0,-1 0,0 0,0-1,1 1,-1 0,-12 51,7-36,0 1,1-1,1 1,1 0,0 0,1 0,0 0,2 0,0 0,0 0,2-1,0 1,4 13,-4-21,0-1,0 1,1-1,0 0,0 0,1 0,-1-1,1 0,1 0,-1 0,1 0,0-1,1 0,-1 0,1-1,0 1,0-2,0 1,1-1,-1 0,1 0,0-1,0 0,0-1,0 1,2-1,18-5</inkml:trace>
  <inkml:trace contextRef="#ctx0" brushRef="#br0" timeOffset="2373.316">5897 559,'22'18,"24"14,4 0</inkml:trace>
  <inkml:trace contextRef="#ctx0" brushRef="#br0" timeOffset="2655.797">6739 853,'-17'-5,"-10"-4,-1 1,1 1,-1 1,-1 2,1 0,0 2,-25 2,46 1,1 0,-1 0,0 1,1 0,-1 0,1 0,-1 1,1 0,0 0,0 1,1 0,-1 0,1 0,0 0,0 1,0 0,0 0,1 1,0-1,0 1,1 0,-1 0,1 0,0 0,1 0,0 1,0-1,0 1,1 0,0 0,0-1,0 1,1 0,0 0,1 0,0 0,0-1,0 1,0 0,1-1,1 2,2 3,0-1,0-1,1 1,1-1,0 0,0 0,0-1,1 0,0 0,1-1,0 0,0 0,0-1,1-1,0 1,1-1,17 8,1-1,1-2,0-1,0-1,7 0,0-1,-1-2,1-1,0-2,0-2,0-1,37-7,-17-11,-51 8</inkml:trace>
  <inkml:trace contextRef="#ctx0" brushRef="#br0" timeOffset="9573.683">443 2672,'-19'-15,"0"0,-1 1,0 1,-1 1,0 0,-1 2,-18-6,30 12,0 1,0 1,-1-1,1 2,0-1,-1 1,1 1,-1 0,1 1,-1 0,1 0,0 1,-1 0,1 1,0 0,0 1,1 0,-9 5,14-8,1 1,-1-1,1 1,-1 0,1 0,0 0,0 1,0-1,0 1,1 0,-1-1,1 1,-1 0,1 1,0-1,0 0,1 1,-1-1,1 1,-1-1,1 1,0 0,1-1,-1 1,0 0,1 0,0-1,0 1,0 0,1 0,-1 0,1-1,0 1,0 0,0-1,0 1,1 0,4 1,1-1,-1 1,1-1,0 0,0-1,1 0,-1 0,1 0,0-1,-1 0,1-1,0 1,0-2,0 1,8-1,-2 0,1 0,-1-1,1 0,-1-1,1-1,-1 0,0-1,0-1,-1 0,5-3,-11 5,-1 0,1-1,-1 1,0-1,0-1,-1 1,1-1,-1 0,0 0,0-1,-1 1,1-1,-1 0,-1-1,1 1,-1 0,0-1,-1 0,1 0,-1 0,0-4,-1 9,-1 1,1-1,-1 0,1 0,-1 0,0 1,0-1,0 0,0 0,0 1,-1-1,1 0,-1 0,1 0,-1 1,1-1,-1 0,0 1,0-1,0 1,0-1,0 1,0-1,0 1,0 0,-1-1,1 1,0 0,-1 0,1 0,-1 0,0 0,1 2,-1 0,1-1,0 1,-1 0,1 0,0 0,-1 0,1 1,0-1,0 0,0 0,0 1,0-1,0 1,0-1,1 1,-1-1,1 1,-1-1,1 1,-1 0,1-1,0 1,0 0,-5 23,2 1,1 0,1-1,2 1,0 0,2-1,0 1,2-1,2 5,146 525,-145-458,-8-93,0-1,0 0,0 0,-1 0,0 0,1 1,-1-1,0 0,-1 0,1-1,0 1,-1 0,0 0,1-1,-1 1,0-1,0 1,-1-1,1 0,0 0,-1 0,0 0,1 0,-1-1,0 1,0-1,-2 2,1-3,1 1,0-1,-1 0,1 0,-1 0,1 0,0 0,-1-1,1 1,0-1,-1 0,1 0,0-1,0 1,0 0,0-1,0 0,0 0,1 0,-1 0,0 0,1 0,0-1,-1 0,0-1,-44-76,38 51,0 0,3 0,0-1,2 0,1 0,2 0,0 0,2 0,2 0,0 0,2 1,2-1,0 1,2 0,11-25,-12 38,0 0,0 0,1 1,1 0,1 1,0 0,1 1,0 0,1 1,0 0,1 1,0 1,1 0,0 1,1 0,0 2,0-1,0 2,15-4,-29 9,0 0,0 0,0 0,1 1,-1-1,0 1,0-1,1 1,-1-1,1 1,-1 0,0 0,1 1,-1-1,0 0,1 1,-1-1,0 1,0 0,1 0,-1 0,0 0,0 0,0 0,0 0,0 1,0-1,-1 1,1-1,0 1,-1 0,1 0,-1 0,10 98,-7-93,1 1,0-1,0 0,1 0,0-1,0 1,0-1,1-1,-1 1,2-1,-1 0,0-1,1 0,0 0,0 0,0-1,1 0,-1-1,1 0,-1 0,1-1,0 0,-1-1,1 0,0 0,0 0,-1-1,1-1,-1 0,3 0,-8 1,0 1,0-1,-1 0,1 0,0 0,-1 0,1-1,0 1,-1-1,0 0,1 1,-1-1,0 0,0 0,0 0,0-1,0 1,-1 0,1-1,-1 1,1-1,-1 1,0-1,0 0,0 0,0 1,-1-1,1 0,-1 0,1 0,-1 0,0 0,0 0,-1 0,0-2,0-3,-1 0,0 0,0 0,-1 1,0-1,-1 1,0 0,0 0,0 0,-1 0,0 1,-3-3,-8-6,0 2,0 0,-2 1,0 0,0 2,0 0,-2 1,1 1,-1 1,0 0,0 2,-1 0,0 2,-17-2,30 4,14 2,17 1,22 0,0-2,1-2,-1-2,0-2,0-2,5-3,-28 5,-1-1,0-1,-1 0,0-2,0 0,-1-1,0-1,-1-1,-1-1,0 0,0-1,-2-1,9-11,-7 3,-2 0,-1-1,0-1,-2 0,-1 0,-1-2,-2 1,0-1,-2 0,-1-1,-1 1,-1-6,-2 21,0 0,-1 0,-1 0,0 0,0 0,-1 0,-1 0,-2-3,4 11,0 1,-1 0,0 0,0 0,0 1,-1-1,1 0,-1 1,0-1,0 1,0 0,0 0,0 0,-1 1,1-1,-1 1,0-1,0 1,0 1,0-1,0 0,0 1,0 0,-1 0,1 0,-2 0,-3 1,0 0,0 0,0 1,0 0,0 0,0 1,0 0,0 1,1 0,-1 0,1 1,0 0,0 0,0 1,1 0,-1 0,1 1,0 0,1 1,-6 3,2 2,-1 0,2 0,-1 0,2 2,0-1,0 1,1 0,1 0,-4 12,6-7,0 0,1 0,1 0,1 0,0 0,2 0,0 0,1 0,1 0,1 0,0 0,5 10,6 14,2-1,1-1,3-1,20 31,-22-39,2 0,1-1,1-2,2 0,0-2,9 6,-30-30,0 1,0-1,1 0,0 0,-1 0,1 0,0-1,0 0,1 0,-1 0,0-1,1 0,-1 0,1 0,-1-1,1 1,-1-1,1-1,-1 1,1-1,-1 0,1 0,-1-1,0 1,1-1,-1 0,0-1,0 1,3-4,8-6,-2-1,0 0,0-1,-2-1,0 0,0-1,-1 0,-1-1,-1 0,-1-1,1-1,-2 0,-7 19,0 0,0 0,0 0,-1 0,1 0,0 0,0 0,0 0,0 0,0 0,-1 0,1 0,0 0,0 0,0 0,0 0,0 0,0 0,-1-1,1 1,0 0,0 0,0 0,0 0,0 0,0 0,0-1,0 1,0 0,-1 0,-5 10,0 0,1 0,0 0,0 1,1 0,1 0,-1 0,2 0,0 0,0 1,1-1,0 11,2-17,0 0,0 0,1-1,-1 1,1-1,0 1,0-1,1 0,-1 0,1 0,0 0,0 0,0 0,1-1,-1 0,1 1,0-2,0 1,0 0,0-1,0 1,1-1,-1 0,1-1,0 1,-1-1,1 0,0 0,0 0,-1-1,1 0,0 0,0 0,0 0,2-1,33-1</inkml:trace>
  <inkml:trace contextRef="#ctx0" brushRef="#br0" timeOffset="9840.599">1686 2137,'-5'23,"8"16,10 13,3-2</inkml:trace>
  <inkml:trace contextRef="#ctx0" brushRef="#br0" timeOffset="10640.567">2007 2832,'3'-49,"2"0,2 0,5-16,5-28,-15 78,-3 12,1 0,0 1,0-1,0 0,0 0,0 1,1-1,-1 0,1 1,0-1,0 1,0-1,0 1,0-1,0 1,1 0,-1-1,1 1,0 0,0 0,0 0,-1 0,2 0,-1 1,0-1,0 1,0-1,2 1,98 12,-77-5,-3-2,-15-4,1 0,-1 1,1 0,-1 1,0-1,0 1,0 1,0-1,0 1,-1 1,1-1,-1 1,0 0,0 0,0 1,0 0,-1 0,0 0,0 1,0 0,1 2,8 51,-13-52,0 0,0-1,0 1,1 0,0-1,0 0,1 1,-1-1,1 0,1 0,-1-1,1 1,0-1,3 4,3-3,0 0,0 0,1-1,-1 0,1-1,0 0,1-1,-1 0,0-1,1 0,0-1,-1 0,1-1,0 0,0-1,9-1,-11 2,-1-1,1 0,0-1,-1 1,1-2,-1 1,1-2,-1 1,0-1,-1 0,1-1,-1 0,0 0,0-1,0 0,-1-1,0 1,0-1,0-1,-1 1,0-1,-1 0,0-1,0 1,-1-1,0 0,0 0,-1 0,0-1,-1 1,0-1,-1 0,0 8,-1-1,0 1,0-1,-1 1,1-1,0 1,-1-1,0 1,1-1,-1 1,0 0,0-1,0 1,-1 0,1 0,-1 0,1 0,-1 0,0 0,1 0,-1 0,0 1,0-1,0 1,0-1,-1 1,1 0,0 0,-1 0,1 0,0 0,-1 0,1 1,-1-1,1 1,-1 0,0 0,1 0,-1 0,1 0,-1 0,1 1,-1-1,1 1,-1 0,1 0,0 0,-1 0,0 1,0-1,1 1,-1-1,1 1,0 0,-1-1,1 1,0 1,0-1,0 0,1 0,-1 1,0-1,1 1,0-1,-1 1,1 0,0-1,1 1,-1 0,0 0,1 0,-1-1,1 1,0 0,0 0,0 0,0 0,1 0,-1 0,1-1,0 1,0 0,0 0,0-1,0 1,0 0,1-1,-1 1,1-1,0 0,0 0,0 1,0-1,0 0,2 1,14 11,1-1,0-1,1-1,0 0,1-1,0-2,1 0,-1-1,1-1,1-1,-1-1,1-1,2-1,-22-2,28 5,0-1,1-1,-1-2,0-1,1-1,12-4,-37 3,-1 0,0 0,-1-1,1 0,0-1,-1 1,0-1,0 0,0 0,0-1,0 1,-1-1,0 0,0 0,-1-1,1 1,-1-1,0 1,0-1,-1 0,0 0,0-1,0 1,-1 0,0-1,0 1,-1 0,0-1,0 1,0-1,-1 1,-1-7,2 10,0 0,-1 0,1 0,-1 0,0 0,0 0,0 0,0 0,-1 1,1-1,-1 0,1 1,-1-1,0 1,0-1,0 1,0 0,-1 0,1 0,-1 0,1 0,-1 1,1-1,-1 1,0 0,0-1,0 1,0 1,0-1,0 0,0 1,0-1,-1 1,-4-1,0 1,0 0,0 1,0 0,1 0,-1 0,0 1,1 0,-1 1,1-1,0 2,-6 2,6-1,0-1,1 1,0 0,0 0,1 0,-1 1,1 0,0 0,1 1,-1-1,1 1,-1 3,4-8,0 1,-1 0,1 0,0 0,0 1,1-1,-1 0,1 0,0 0,-1 1,1-1,1 0,-1 0,0 0,1 1,0-1,-1 0,1 0,0 0,1 0,-1 0,1 0,-1-1,1 1,0 0,0-1,0 1,0-1,0 0,3 2,2 1,0 0,1 0,0-1,0-1,0 1,0-1,0 0,1-1,-1 0,1-1,-1 1,1-2,0 1,0-1,-1-1,1 1,0-1,-1-1,1 0,-1 0,1-1,-1 1,0-2,0 1,0-1,-1-1,1 1,-1-1,0-1,-1 0,0 0,0 0,-1-1,0 0,-1 1,0-2,0 1,0 0,-1-1,0 0,0 0,-1 0,1-7,-8 0,-3 40,9-19,0 0,0 0,0-1,0 1,1 0,0-1,1 1,-1-1,1 0,0 0,0 0,0 0,1 0,0-1,0 1,0-1,0 0,1-1,0 1,2 1,109 52,-38-35,-3-7</inkml:trace>
  <inkml:trace contextRef="#ctx0" brushRef="#br0" timeOffset="11969.398">5442 2512,'0'-8,"0"1,1 0,-1-1,2 1,-1 0,1 0,0 0,1 0,-1 0,1 0,1 1,-1-1,1 1,0 0,1 0,-1 0,1 1,0 0,1 0,-1 0,1 0,1 0,-4 5,0 0,0-1,-1 1,1 1,0-1,-1 0,1 1,0-1,-1 1,1 0,-1 0,1 0,-1 0,1 0,-1 1,0-1,0 1,0-1,1 1,-1 0,-1 0,1 0,0 0,0 0,-1 0,1 1,-1-1,0 0,0 1,0-1,0 1,0 0,0-1,-1 1,1-1,-1 1,0 0,0 0,16 96,-15-84,0 0,1 0,1 0,0 0,1 0,1 0,0-1,2 4,-5-15,-1-1,0 0,1 1,0-1,0 0,-1 0,1 0,0 0,1 0,-1 0,0 0,0-1,1 1,-1-1,1 0,0 0,-1 0,1 0,0 0,-1 0,1-1,0 1,0-1,0 0,-1 0,1 0,0 0,0 0,0-1,0 1,-1-1,1 0,0 0,-1 0,1 0,1-1,6-3,-1 0,1 0,-1-1,0-1,0 0,-1 0,0 0,7-9,-6 5,0-1,0 0,-1 0,-1 0,0-1,-1 0,0 0,-1-1,0 1,-1-1,-1-1,0 1,-1-2,-5-4,3 21,0-1,0 0,0 0,0 0,0 1,0-1,0 0,0 0,0 0,-1 0,1 1,0-1,0 0,0 0,0 0,0 0,0 1,-1-1,1 0,0 0,0 0,0 0,-1 0,1 0,0 0,0 0,0 0,-1 0,1 1,0-1,0 0,0 0,-1 0,1 0,0 0,0 0,0-1,-1 1,1 0,0 0,0 0,0 0,-1 0,1 0,0 0,0 0,0 0,0 0,-1-1,1 1,0 0,0 0,0 0,0 0,0-1,0 1,-1 0,1 0,0 0,0 0,-2 6,1 0,-1 0,1 0,0 0,1 1,0-1,0 0,0 1,1-1,-1 0,2 0,-1 0,1 1,0-1,0 0,0-1,1 1,0 0,0-1,0 0,1 1,0-1,0-1,0 1,1-1,-1 1,1-1,0 0,1-1,-1 1,0-1,1 0,0-1,0 1,-1-1,2 0,1 0,-1 0,1 0,0 0,1-1,-1 1,0-2,0 1,0-1,1-1,-1 1,0-1,0-1,0 0,0 0,0 0,0-1,-1 0,1-1,-1 1,0-2,0 1,0-1,0 0,-1 0,0-1,0 1,-1-1,1-1,-1 1,4-8,49-159,-54 196,-5-14,1 1,0-1,1 1,0-1,0 0,1 1,0-1,0 0,1 0,1 0,-1 0,1-1,1 0,0 1,0-2,0 1,1 0,0-1,1 0,-1-1,1 1,1-1,-1-1,1 1,0-1,0-1,1 1,-1-1,1-1,0 0,0 0,2 0,-6-3,0 1,1-1,-1-1,0 1,0-1,0 0,0 0,0 0,-1 0,1-1,0 0,-1 0,1-1,-1 1,1-1,-1 0,0 0,0 0,-1-1,1 1,-1-1,1 0,-1 0,0 0,0 0,-1-1,0 1,1-1,-1-2,5-9,-1-1,-1 0,-1-1,0 1,-1-1,-1 1,-1-15,0-18,-13 144,11-86,0 1,0 0,0 0,1 0,1 0,0 0,0 0,0 0,1 0,0-1,1 1,0-1,1 1,-1-1,2 0,-1 0,1-1,0 1,0-1,1 0,0-1,1 1,-1-1,1-1,0 1,1 0,0-3,0 0,1 0,-1-1,1 0,-1-1,1 0,0 0,-1 0,1-1,0-1,0 1,-1-1,2-1,28-6</inkml:trace>
  <inkml:trace contextRef="#ctx0" brushRef="#br0" timeOffset="12834.145">6967 2351,'-4'6,"0"1,1 0,-1-1,2 1,-1 1,1-1,0 0,0 0,1 1,0-1,1 1,-1-1,1 1,1-1,0 1,0-1,0 1,1-1,0 0,0 1,1-1,0 0,0-1,0 1,1 0,0-1,1 0,-1 0,1 0,0-1,1 1,-1-1,3 1,1 0,1 1,0-1,0-1,0 0,1 0,0-1,0 0,0-1,0 0,1-1,-1 0,1-1,-1 0,2-1,-6 0,0 0,-1-1,1 1,-1-1,1-1,-1 1,1-1,-1 0,0-1,0 0,0 0,0 0,0 0,-1-1,1 0,-1 0,0-1,0 1,-1-1,1 0,-1-1,0 1,-1-1,1 1,-1-2,5-9,-2-2,0 1,0-1,-2 0,0 0,-1 0,-1-6,-5-3,2 26,1 1,0-1,0 1,-1 0,1-1,0 1,-1 0,1-1,0 1,-1 0,1 0,-1-1,1 1,0 0,-1 0,1 0,-1 0,1-1,-1 1,1 0,-1 0,1 0,-1 0,1 0,-1 0,1 0,-1 0,1 0,0 0,-1 1,1-1,-1 0,1 0,-1 0,1 1,0-1,-1 0,1 0,-1 1,1-1,0 0,-1 1,1-1,0 0,0 1,-1-1,1 1,0-1,0 0,-1 1,1-1,0 1,-4 4,-1-1,2 1,-1 0,0 1,1-1,0 1,0-1,1 1,0 0,0 0,0 0,1 0,-1 0,2 1,-1-1,1 0,-1 1,2-1,-1 0,1 1,0-1,0 0,1 0,0 0,0 0,0 0,1 0,-1-1,1 1,1-1,-1 0,5 5,1-3,1-1,0 0,1 0,-1-1,1-1,0 0,0 0,0-1,0-1,1 1,0-2,-1 0,1 0,-1-1,1 0,0-1,-1-1,1 0,-1 0,0-1,1-1,-1 1,-1-2,1 0,-1 0,1-1,3-3,-7 3,-1 0,0-1,0 0,-1 0,0 0,0-1,-1 0,1 0,-2 0,1 0,0-6,-3 14,-1-1,1 1,-1-1,1 1,0 0,0-1,-1 1,1 0,0-1,-1 1,1 0,0 0,0 0,-1 0,1-1,0 1,0 0,0 0,-1 1,1-1,0 0,0 0,-1 0,1 0,0 1,0-1,-1 0,1 1,0-1,-1 0,1 1,0-1,-1 1,1-1,-1 1,1 0,-1-1,1 1,-1-1,1 1,-1 0,1-1,-1 1,0 0,0 0,1-1,-1 1,0 0,0 0,5 5,5 2,0 0,0-1,1 0,0 0,0-1,0 0,1-1,0-1,0 0,0 0,1-1,-1-1,1 0,-1-1,1 0,0-1,-1 0,1-1,0 0,-1-1,1-1,0 0,36-27,-49 31,0-1,0 0,0 0,0 1,0-1,0 0,0 0,0 1,0-1,0 0,0 0,0 1,0-1,0 0,0 0,1 1,-1-1,0 0,0 0,0 0,0 1,0-1,1 0,-1 0,0 0,0 1,0-1,1 0,-1 0,0 0,0 0,1 0,-1 0,0 0,0 1,1-1,-1 0,0 0,0 0,1 0,-1 0,0 0,0 0,1 0,-1 0,0 0,0 0,1-1,-1 1,0 0,0 0,0 0,1 0,-1 0,0 0,0 0,1-1,-1 1,0 0,0 0,0 0,0-1,1 1,-1 0,0 0,0 0,0-1,0 1,0 0,0 0,-3 26,2-14,0-9,1 0,-1 0,1 0,0 1,1-1,-1 0,0 0,1 1,0-1,-1 0,1 0,1 0,-1 0,0 0,1 0,-1 0,1-1,0 1,0 0,0-1,0 0,1 1,-1-1,1 0,-1 0,1 0,0 0,-1-1,1 1,0-1,0 0,0 0,0 0,3 1,-1-1,0 1,1-1,-1 0,0 0,0-1,1 0,-1 1,0-2,0 1,1-1,-1 0,0 0,0 0,0-1,0 1,0-1,0 0,0-1,-1 1,1-1,-1 0,0 0,1-1,-2 1,1-1,0 0,-1 0,1 0,-1 0,0-1,-1 1,1-1,-1 0,0 0,0 0,0 0,-1 0,0 0,0 0,0 0,-1-1,1-2,-2-2,-1 0,0 0,-1 0,0 0,0 1,-1-1,0 1,0 0,-1 0,-1 0,1 1,-2 0,1 0,-1 0,0 1,0 0,-1 1,0-1,0 1,-1 1,1 0,-1 0,0 0,-1 1,1 1,-1 0,0 0,0 1,0 0,0 0,0 1,0 1,0-1,0 2,0 0,0 0,0 0,0 1,0 1,0 0,4 0,0-1,1 2,-1-1,1 1,0-1,0 1,0 1,1-1,0 1,-1 0,2 0,-1 0,0 0,-1 4,4-6,-1 0,1 0,0 0,0 0,0 0,0 0,0 0,1 0,-1 0,1 0,0 0,0 1,0-1,1 0,-1 0,1 0,-1 0,1 0,0 0,0 0,1 0,-1 0,1 0,-1 0,1-1,0 1,0-1,0 1,2 1,17 11,0-5</inkml:trace>
  <inkml:trace contextRef="#ctx0" brushRef="#br0" timeOffset="13764.921">8129 2016,'-112'-85,"84"74,27 11,1-1,-1 1,1 0,-1 0,1 0,-1 0,1 0,-1 0,1 0,0 0,-1 0,1 0,-1 0,1 0,-1 0,1 0,-1 0,1 1,-1-1,1 0,0 0,-1 1,1-1,-1 0,1 0,0 1,-1-1,1 0,0 1,0-1,-1 0,1 1,0-1,0 1,-1-1,1 1,0-1,0 0,0 1,0-1,-1 1,1-1,0 1,0-1,0 1,0-1,0 1,0-1,1 1,-1-1,0 0,0 1,0-1,0 1,0-1,1 1,-1-1,0 0,0 1,1-1,4 12,0 0,1-1,0 0,1-1,0 1,1-1,8 8,6 9,12 17,-2 2,-2 1,-2 2,-2 1,-2 0,-3 2,-2 1,1 11,-12-33,-8-24,0 0,1-1,0 1,1 0,-1-1,1 1,0-1,1 0,-1 0,1 0,1 0,-1 0,1-1,0 1,0-1,0 0,1 0,0 0,0-1,0 0,1 0,-1 0,1-1,0 1,4 0,-3-2,0 0,0 0,0-1,1 0,-1-1,0 0,1 0,-1 0,0-1,1 0,-1 0,0-1,0 0,0 0,0-1,0 0,-1 0,1 0,-1-1,0 0,0 0,0-1,0 0,-1 0,0 0,0-1,0 1,-1-1,0 0,2-3,2-8,-1 0,0-1,-1 1,-1-1,-1 0,-1 0,0-1,-1 1,-1-1,-1 0,-1 1,0-1,-4-14,5 28,-1 0,0 0,0 1,0-1,0 0,-1 1,0-1,0 1,0-1,-1 1,0 0,1 0,-1 0,-1 0,1 1,0-1,-1 1,0 0,0 0,0 0,0 0,0 1,-1 0,1 0,-1 0,1 0,-1 1,0-1,0 1,5 1,-1 0,0 0,1 0,-1 0,1 1,-1-1,1 0,-1 0,0 0,1 0,-1 1,1-1,-1 0,1 1,-1-1,1 0,-1 1,1-1,0 0,-1 1,1-1,-1 1,1-1,0 1,-1-1,1 1,0-1,0 1,-1-1,1 1,0-1,0 1,0 0,0-1,0 1,0-1,0 1,0 0,0-1,0 1,0-1,0 1,0-1,0 1,1 0,-1-1,0 1,0-1,1 1,-1-1,0 1,1-1,-1 1,0-1,1 0,-1 1,1-1,-1 1,1-1,-1 0,1 1,-1-1,1 0,-1 0,1 0,-1 1,1-1,-1 0,1 0,17 9,-1-1,1 0,1-1,0-1,-1-1,2-1,-1-1,7 1,-8-1,227 37,-243-39,0-1,0-1,0 1,0 0,0 0,0 1,0-1,0 0,0 1,0-1,0 1,0 0,0-1,0 1,0 0,0 0,-1 1,1-1,0 0,-1 0,1 1,-1-1,1 1,-1-1,0 1,0 0,1 0,-1-1,0 1,-1 0,1 0,0 0,0 0,-1 0,1 0,-1 0,0 0,0 1,-9 20,8-21,-1 0,1 1,-1-1,1 1,0-1,0 1,0 0,0 0,1-1,-1 1,1 0,0 0,-1 0,1 0,1-1,-1 1,0 0,1 0,-1 0,1-1,0 1,0 0,0-1,0 1,1 0,6 3,-1 0,2-1,-1 0,0 0,1-1,0-1,0 1,0-1,1-1,-1 0,1 0,-1-1,1 0,0 0,7-1,-13 0,19 3,0-2,1 0,-1-1,0-2,0 0,0-1,0-2,0 0,0-1,5-4,26-32,-36 84,-12-34,1-1,1 0,0 0,0 0,0-1,1-1,-1 1,1-1,1-1,-1 0,1 0,-1-1,1 0,0 0,0-1,1-1,-1 0,0 0,0-1,1 0,-1-1,0 0,0-1,1 0,-1 0,-1-1,1 0,4-3,-10 5,-1 0,1 0,0-1,0 0,-1 0,1 0,-1 0,0 0,0-1,0 1,0-1,0 0,0 0,0 0,-1 0,0 0,0-1,0 1,0-1,0 0,-1 1,1-1,-1 0,0 0,0 0,-1 0,1 0,-1 0,0 0,0 0,0 0,0 0,-1 0,0 0,1 0,-2 0,1 0,0 1,-1-1,1 0,-1 1,0-1,-1 1,1 0,0-1,-2 1,-4-3,0 1,0 0,-1 0,0 1,1 0,-2 1,1 0,0 0,-1 1,1 0,-1 1,0 0,1 0,-1 1,0 0,1 1,-1 0,0 1,1 0,-1 0,-3 2,9-3,0 0,-1 0,1 1,-1 0,1-1,0 1,0 1,0-1,0 1,1-1,-1 1,1 0,-1 0,1 1,0-1,0 1,1 0,-1-1,1 1,-1 0,1 0,1 1,-1-1,0 0,1 1,0-1,0 1,1-1,-1 1,1-1,0 1,0 0,0-1,1 1,-1-1,1 1,0-1,1 1,-1 0,3 0,-1 0,1-1,0 1,0-1,0 1,1-1,-1-1,1 1,0-1,0 1,4 0,26 13</inkml:trace>
  <inkml:trace contextRef="#ctx0" brushRef="#br0" timeOffset="14256.038">9948 2137,'0'-9,"0"1,-1-1,0 1,0 0,0 0,-1-1,-1 1,1 0,-1 0,-1 1,0-1,0 1,0 0,-1 0,0 0,0 0,-4-3,8 9,0 0,-1 0,1 0,-1 0,1 0,-1 0,0 0,1 1,-1-1,0 0,1 1,-1 0,0-1,0 1,0 0,1 0,-1 0,0 0,0 0,0 0,1 1,-1-1,0 1,0-1,1 1,-1-1,0 1,1 0,-1 0,1 0,-1 0,1 0,-1 0,0 2,-34 54,30-38,1 0,1 1,1 0,0 0,2 0,0 1,1-1,1 0,1 0,1 0,1 0,4 13,3 5,2-1,1-1,2 0,1-1,2-1,4 3,-16-25,-3-6,0 1,0-1,0 0,1 0,0 0,0 0,0-1,1 0,0 0,0 0,0-1,-2-4,-1 1,1-2,-1 1,1 0,-1-1,0 1,1-1,-1 0,0 0,1-1,-1 1,0-1,0 1,0-1,0 0,0 0,-1 0,1-1,-1 1,1-1,-1 1,0-1,0 0,0 0,0 0,0 0,-1 0,1-1,0 2,26-43,-3-1,-1-1,-2 0,-3-2,12-43,-29 86,37-113,-4-2,-6-1,-6-2,2-57,-25 69,0 111,0 0,0 0,0 0,0 0,0 1,0-1,-1 0,1 0,0 0,0 0,-1 0,1 1,0-1,-1 0,1 0,-1 1,1-1,-1 0,0 1,1-1,-1 0,1 1,-1-1,0 1,0-1,1 1,-1-1,0 1,0 0,0-1,1 1,-1 0,0 0,0-1,0 1,0 0,0 0,0 0,-24 25,14 0,1 1,1 0,1 0,2 1,1-1,0 2,3-1,0 0,2 22,2 13,4 0,2-1,2 0,3-1,3 0,3-1,2-1,2-1,4-1,1-1,3-2,21 27,7-7,-39-57</inkml:trace>
  <inkml:trace contextRef="#ctx0" brushRef="#br0" timeOffset="14522.713">10228 2097,'-16'-16,"-10"-12,-2-3,3 0,8 7,16 7,20 6,24 7,24 9,18 9,11 6,1 6,-11 4,-14 3,-19-4</inkml:trace>
  <inkml:trace contextRef="#ctx0" brushRef="#br0" timeOffset="15039.471">10723 2257,'-12'14,"0"1,1 0,0 0,2 1,0 1,1 0,0 0,1 0,1 1,1 0,1 0,-1 11,5-22,0 0,1 0,0 1,0-1,1 0,0 0,0 0,1-1,0 1,0 0,1-1,-1 0,1 0,1 0,-1 0,1-1,0 1,0-1,1-1,-1 1,1-1,0 0,0 0,1 0,-1-1,1 0,0 0,0-1,-1 0,2 0,-1-1,0 0,0 0,0 0,1-1,-1 0,0-1,0 0,0 0,1 0,-1-2,0 0,1 0,-1-1,-1 0,1-1,-1 1,1-1,-2 0,1-1,0 1,-1-1,0 0,0-1,-1 1,0-1,0 0,0 0,-1 0,0 0,0-1,-1 1,0-1,-1 0,1 1,-1-1,-1 0,0 0,0 0,0 0,-1 0,0 0,-1 1,1-1,-2 0,-1-4,3 9,-1 0,1 0,-1 0,0 0,0 1,0-1,0 0,-1 1,1 0,-1-1,1 1,-1 0,0 0,0 1,0-1,0 0,0 1,0 0,-1 0,1 0,0 0,0 0,-1 1,1-1,-1 1,1 0,0 0,-1 0,1 1,-1-1,1 1,0 0,0 0,-1 0,1 0,0 1,0-1,0 1,0-1,0 1,0 0,1 1,-1-1,1 0,-1 1,1-1,0 1,0 0,0 0,-3 3,1-1,0 1,0 1,1-1,0 1,0-1,0 1,1 0,0 0,0 0,1 0,0 0,0 0,0 1,1-1,0 0,1 0,0 0,0 1,0-1,1 0,0 0,0-1,1 1,0 0,2 3,-1-2,0 0,1-1,0 1,1-1,-1 0,1 0,1 0,-1-1,1 0,0-1,1 1,-1-1,1-1,0 1,0-1,0-1,1 0,-1 0,1 0,0-1,2 0,-8-2,0 0,0 0,0 0,0 0,0 0,0-1,0 1,0-1,0 0,0 0,0 0,0-1,-1 1,1 0,-1-1,1 0,-1 0,1 0,-1 0,0 0,0 0,0 0,0-1,0 1,0-1,-1 1,1-1,-1 0,1-2,24-91,-25 89,31-289,-32 294,-1 1,1-1,-1 0,1 0,0 1,0-1,0 0,0 1,0-1,0 0,0 1,1-1,-1 0,1 1,-1-1,1 0,0 1,-1-1,1 1,0-1,0 1,0-1,0 1,0 0,0 0,1-1,-1 1,0 0,1 0,-1 0,1 0,-1 0,1 1,-1-1,1 0,-1 1,1-1,0 1,-1 0,1-1,0 1,-1 0,1 0,0 0,0 0,0 0,28 8,0 1,-1 2,0 0,0 2,17 12,-37-22,0 0,0 1,0 1,-1-1,0 2,1-1,-2 1,1 0,-1 0,0 1,0 0,-1 1,0-1,0 1,-1 0,0 1,0-1,-1 1,0 0,1 3,-6 82,2-91,-1 0,1 1,1-1,-1 0,0 0,1 0,-1 0,1 0,0 0,0 0,0-1,1 1,-1-1,0 0,1 1,0-1,-1 0,1 0,0-1,0 1,0-1,0 1,0-1,1 0,-1 0,0 0,1-1,-1 1,0-1,1 0,-1 0,1 0,-1 0,70 9,-1-3,1-3,36-5,-26-2,-13-2</inkml:trace>
  <inkml:trace contextRef="#ctx0" brushRef="#br0" timeOffset="16480.786">12635 1482,'-14'13,"-11"17,-6 21,-2 19,2 22,6 17,10 13,12 6,11 0,14-6,9-11,6-12,4-14,5-17,0-18,-1-17,-7-14</inkml:trace>
  <inkml:trace contextRef="#ctx0" brushRef="#br0" timeOffset="16772.608">13022 1509,'-2'21,"-1"19,0 18,1 14,0 13,1 7,0 0,1-4,0-5,0-10,7-9,9-10,13-12,14-12,10-10,5-11,0-11,-10-6</inkml:trace>
  <inkml:trace contextRef="#ctx0" brushRef="#br0" timeOffset="17056.366">12661 1923,'30'0,"29"3,29 4,21 7,11 7,-2 4,-21-1</inkml:trace>
  <inkml:trace contextRef="#ctx0" brushRef="#br0" timeOffset="17506.259">13290 2405,'9'-9,"-1"0,1 0,-1-1,-1 0,0-1,0 1,-1-1,-1 0,0-1,0 1,-1-1,0 0,-1 0,-1 0,0-1,-1 1,0-1,0 1,-2-9,2 12,0-1,0 1,-1-1,-1 1,0-1,0 1,0-1,-2 1,1 0,-1 0,0 0,-1 0,-1-2,-1 6,8 10,4 0,0 0,0 0,1-1,-1 0,1 0,0-1,0 0,1 0,-1 0,4 0,-1 0,254 76,-261-78,0 0,-1-1,1 1,-1 0,0 0,1 1,-1-1,0 0,0 1,0 0,0-1,0 1,0 0,0 0,0 0,-1 0,1 0,-1 0,0 1,1-1,-1 0,0 1,0-1,-1 1,1-1,0 1,-1 0,0-1,1 1,-1-1,0 1,0 0,-1-1,1 1,0 0,-1-1,0 1,0 1,-15 34,12-31,0 0,1 0,0 1,0-1,1 1,0-1,0 1,1 0,0 0,0 0,1 0,0 1,1-6,0 0,0 0,0 0,1-1,-1 1,1 0,0-1,-1 1,1-1,0 0,1 1,-1-1,0 0,1-1,-1 1,1 0,-1 0,1-1,0 0,0 0,0 1,-1-1,1-1,0 1,1 0,78 5,-76-6,1 0,-1-1,1 0,-1-1,0 0,1 0,-1 0,0 0,0-1,0 0,-1 0,1-1,-1 0,0 0,0 0,0 0,0-1,-1 0,0 0,0 0,0-1,0 1,-1-1,0 0,0 1,-1-2,0 1,0 0,0 0,-1-1,0 1,0-1,0 1,-1-1,0 1,0-1,-1-4,1 8,0 1,0 0,-1 0,1-1,0 1,-1 0,1 0,-1 0,0 0,0-1,0 1,0 0,0 0,0 1,0-1,-1 0,1 0,-1 1,1-1,-1 0,0 1,1 0,-1-1,0 1,0 0,0 0,0 0,0 0,0 0,-1 1,1-1,0 1,0-1,0 1,-1 0,1 0,0 0,0 0,-1 0,1 0,0 1,0-1,-1 1,1-1,0 1,0 0,0 0,0 0,0 0,0 0,-2 4,-1 0,2 1,-1-1,0 1,1-1,0 1,1 0,-1 0,1 0,0 1,1-1,-1 0,1 1,1-1,-1 1,1-1,0 1,1-1,-1 1,1-1,0 1,1-1,0 0,0 1,0-1,1 0,0 0,0-1,0 1,1-1,-1 1,1-1,1 0,-1-1,2 2,6 4,0 0,0 0,1-2,0 1,0-2,1 0,0 0,0-1,1-1,5 1,33 8</inkml:trace>
  <inkml:trace contextRef="#ctx0" brushRef="#br0" timeOffset="18325.04">14479 2218,'-7'-2,"1"0,-1 1,0 0,1 0,-1 1,0 0,0 0,0 1,1 0,-1 0,0 0,1 1,-1 0,1 0,-1 1,1 0,0 0,0 0,0 1,1 0,-1 0,1 0,0 1,0 0,1 0,-1 0,1 0,0 1,0 0,-2 5,4-7,1 1,0 0,0 0,0 0,0 0,1 0,0 0,0 0,0 0,0 1,1-1,0 0,0-1,0 1,1 0,0 0,0 0,0-1,0 1,1-1,0 0,-1 0,2 0,-1 0,0 0,1 0,0-1,0 0,0 0,0 0,0 0,1-1,-1 1,1-1,-1 0,1-1,0 1,2 0,12 4,1-1,-1-1,1 0,0-2,0 0,0-1,1-1,-1-1,0-1,0 0,0-2,19-5,-32 7,0-1,0 0,-1 0,1 0,-1-1,1 0,-1 0,0 0,-1-1,1 0,-1 0,0-1,0 0,-1 1,1-1,-1-1,-1 1,1-1,-1 1,0-1,-1 0,0 0,0 0,0 0,-1-1,0 1,0 0,-1-1,0-6,-19-21,19 35,-1-1,0 1,0 0,1-1,-1 1,0 0,0-1,1 1,-1 0,0 0,0 0,0 0,1 0,-1 0,0 0,0 0,0 0,1 0,-1 1,0-1,0 0,1 0,-1 1,0-1,0 0,1 1,-1-1,0 1,1-1,-1 1,1-1,-1 1,1 0,-1-1,1 1,-1 0,1-1,-1 1,1 0,0-1,-1 1,1 0,0 0,0-1,0 1,0 0,-1 0,1 0,-1 8,0 0,0 0,1 0,0 0,0 0,1 0,1 0,-1 0,1 0,1 0,0 0,0-1,0 1,1-1,1 0,-1 0,1 0,1-1,-1 0,1 0,0 0,1-1,0 0,3 3,-2-2,1 0,0-1,0 1,0-2,1 1,0-1,0-1,0 0,0 0,1-1,3 0,-9-2,0 0,0 0,0-1,1 0,-1 0,0 0,0-1,0 0,0 0,0 0,0 0,0-1,-1 0,1 0,0 0,-1-1,1 1,-1-1,0 0,0-1,0 1,-1 0,1-1,-1 0,1-1,5-10,-1 0,-1-1,0 0,-1 0,0 0,-2-1,0 0,-1 0,0 0,-2 0,0-13,7-36,-8 64,0-1,0 1,0 0,0 0,0 0,1 0,-1-1,1 1,-1 0,1 0,0 0,0 0,0 0,0 0,0 0,0 1,1-1,-1 0,1 0,-1 1,1-1,-1 1,1 0,0-1,0 1,0 0,0 0,0 0,0 0,0 1,0-1,0 0,0 1,1-1,124 20,-122-19,0 0,0 1,0-1,0 1,0 0,-1 0,1 1,0-1,0 1,-1 0,1 1,-1-1,0 1,1 0,-1 0,-1 0,1 0,0 1,-1-1,0 1,1 0,-2 0,1 0,0 1,-1-1,0 1,0-1,0 1,0 0,-1 0,0 0,0-1,0 6,-8 48,5-52,0 1,0-1,1 0,0 1,0-1,1 1,0-1,0 0,0 1,1-1,0 1,0-1,1 0,0 1,0-1,0 0,1 0,0-1,0 1,0 0,3 2,4 0,0 0,1 0,0-2,0 1,1-1,0-1,0 0,0-1,1 0,-1-1,1 0,0-1,0 0,0-1,-1-1,1 0,3-1,-8 2,1-1,-1 0,1-1,-1 0,1 0,-1-1,0 0,0 0,0-1,0 0,0-1,-1 1,1-1,-1-1,0 1,0-1,-1-1,1 1,-1-1,-1 0,1-1,-1 1,0-1,0 0,-1 0,0-1,0 1,-1-1,0 0,0 0,1-5,-3 8,0 0,0 0,-1-1,0 1,1 0,-2 0,1 0,-1 0,1 0,-1 0,-1 0,1 0,-1 0,0 1,0-1,0 0,-1 1,1 0,-1-1,0 1,0 0,-1 1,1-1,-1 0,0 1,0 0,0 0,0 0,-1 1,1-1,-1 1,1 0,-6-1,7 3,0 0,-1 0,1 0,0 0,-1 1,1 0,0-1,-1 2,1-1,0 0,0 0,0 1,0 0,0-1,0 1,1 0,-1 1,0-1,1 0,0 1,-1-1,1 1,0 0,1 0,-1 0,0 0,1 0,-1 0,1 0,0 0,0 0,1 1,-1-1,1 1,-1-1,1 0,0 1,0-1,0 0,1 1,-1-1,1 1,0-1,0 0,0 0,0 0,1 1,-1-1,1 0,8 15,1 0,1 0,1-2,0 1,1-2,0 1,1-2,1 0,1-1,0-1,0 0,1-1,1-1,4 1,63 30,-9-9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21:47.76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0,'13'0,"19"0,20 0,21 0,18 0,20 0,13 0,8 0,0 3,-22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21:22.98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7420 680,'-5'30,"-1"28,-2 24,0 16,2 11,0 4,0-3,-3-7,-2-12,0-21</inkml:trace>
  <inkml:trace contextRef="#ctx0" brushRef="#br0" timeOffset="299.032">7259 908,'4'-16,"0"0,0 1,2-1,0 1,0 0,7-8,-10 18,0 0,0 0,0 1,1 0,0 0,0 0,0 0,0 0,1 1,-1 0,1 0,0 0,0 0,0 1,0 0,1 0,-1 0,0 1,1 0,4-1,3 2,0 1,0 0,0 0,0 1,0 1,0 0,-1 1,0 0,1 1,-2 1,1 0,-1 0,1 1,-2 0,1 1,-1 1,0-1,-1 1,0 1,-1 0,3 4,-9-12,0 0,-1 0,1 0,-1 1,0-1,0 0,0 1,0-1,0 0,0 1,-1-1,1 1,-1-1,0 1,1-1,-1 1,-1-1,1 1,0 0,0-1,-1 1,0-1,1 0,-1 1,0-1,0 1,0-1,0 0,-1 0,1 0,-1 0,1 0,-1 0,0 0,0 0,-11 6,-1-2,1 0,-1 0,0-2,-1 1,1-2,-1 0,1-1,-1 0,0-1,0-1,-6 0,18 0,56-7,-29 4,36 0,-1-3,-1-2,1-3,-2-3,0-2,46-20,-95 33,1-1,-1 0,1 0,-1-1,-1 0,1 0,-1-1,0 0,0 0,0-1,-1 0,0 0,-1 0,1-1,0-3,-5 10,0-1,-1 1,1-1,-1 0,1 1,-1-1,0 0,0 1,1-1,-1 0,0 0,-1 1,1-1,0 0,0 1,-1-1,1 0,-1 1,1-1,-1 1,0-1,0 1,0-1,0 1,0-1,0 1,0 0,0-1,0 1,-1 0,1 0,0 0,-1 0,1 0,-2 0,-60-15,52 16,-1 0,1 1,-1 1,1 0,0 0,0 1,0 0,0 1,-4 2,10-4,1 1,-1-1,0 1,1-1,0 1,0 1,0-1,0 0,0 1,1 0,-1 0,1 0,0 0,0 1,1-1,-1 1,1 0,0-1,0 1,1 0,-1 4,2-3,1 0,-1 0,1 1,1-1,-1 0,1-1,0 1,1 0,-1 0,1-1,0 0,1 1,-1-1,1 0,0-1,0 1,1-1,-1 0,1 0,0 0,0 0,0-1,1 0,-1 0,1 0,3 0,22 12,0-2,1-1,0-1,25 4,41 8</inkml:trace>
  <inkml:trace contextRef="#ctx0" brushRef="#br0" timeOffset="-1718.37">3917 867,'-14'-7,"0"0,-1 1,0 1,-1 0,1 1,-1 0,0 2,0 0,0 0,0 2,0 0,0 0,0 2,0 0,0 1,-14 5,26-7,-1 0,1 1,1-1,-1 1,0 0,0 0,1 1,-1-1,1 1,-1 0,1 0,0 0,1 0,-1 0,0 1,1-1,0 1,-1 0,2-1,-1 1,0 0,1 0,0 0,-1 1,2-1,-1 0,0 0,1 1,0-1,0 0,0 1,1-1,-1 0,1 0,0 0,0 1,1-1,-1 0,2 1,5 3,0-2,1 1,0-1,0 0,0-1,1 0,0-1,0 0,0 0,0-1,1 0,-1-1,1 0,0-1,0 0,-1-1,1 0,0 0,0-2,0 1,7-3,-9 4,0-1,1-1,-1 0,0 0,0-1,0 0,0 0,-1-1,1 0,-1 0,0-1,0 0,-1-1,1 0,-1 0,-1-1,1 1,-1-1,0-1,0 1,-1-1,0 0,-1 0,0-1,0 1,0-1,-1 0,1-6,-3 10,0-1,0 1,-1 0,0-1,0 1,0-1,0 1,-1-1,0 1,0 0,0-1,-1 1,0 0,0 0,0 0,-1 0,0 0,1 1,-2-1,-2-3,4 7,0 1,0-1,0 1,0-1,0 1,0 0,0 0,0 0,0 0,0 0,0 1,1-1,-1 1,0-1,0 1,0-1,0 1,0 0,1 0,-1 0,0 0,1 0,-1 0,1 1,-1-1,1 0,0 1,-1-1,1 1,0 0,0-1,0 1,0 0,1 0,-1-1,0 1,1 0,-1 0,1 0,-1 0,1 0,0 0,0 0,0 0,0 0,1 2,-3 5,1 0,0 0,1 0,0 0,0 0,1 0,0 1,0-1,1 0,1-1,0 1,0 0,0-1,1 1,0-1,1 0,0-1,0 1,1-1,1 2,4 4,1-1,0-1,1 0,0-1,1 0,0-1,0-1,1 0,0-1,12 4,28 7</inkml:trace>
  <inkml:trace contextRef="#ctx0" brushRef="#br0" timeOffset="-1073.901">4572 801,'-18'-1,"1"1,-1 1,0 0,0 2,0 0,1 1,0 0,0 2,0 0,0 1,1 0,0 1,1 1,0 1,0 0,1 1,0 1,-1 2,12-12,1 1,0 0,-1 0,1 0,0 0,1 0,-1 0,0 0,1 1,0-1,0 0,0 1,0 0,0-1,1 1,0-1,0 1,0 0,0-1,0 1,1-1,-1 1,1-1,0 1,0-1,0 1,1-1,-1 0,1 1,0-1,0 0,0 0,0 0,0-1,1 1,-1-1,1 1,0-1,0 0,1 1,11 4,0-1,1-1,-1 0,1-1,0-1,0 0,0-1,1-1,-1-1,0 0,0-1,1-1,-1 0,0-1,0-1,-1-1,1 0,12-7,-9 4,-1-1,0-1,-1 0,-1-1,1-1,-2-1,0 0,0-1,-1-1,-1 0,0-1,-2 0,1-1,-2 0,0-1,-2 0,0-1,0 1,-2-2,0 1,-2-1,0 1,-1-3,9-66,-5 0,-3-1,-6-54,1 130,1-21,-1 1,-2 0,-1 0,-2 1,-3-7,-9-1,18 39,-1 0,1 0,-1 0,1 1,-1-1,1 0,-1 1,1-1,-1 0,0 1,0-1,1 1,-1-1,0 1,0 0,1-1,-1 1,0 0,0-1,0 1,0 0,0 0,0 0,1 0,-1 0,0 0,0 0,0 0,0 0,0 0,0 0,0 0,1 1,-1-1,0 0,0 1,0-1,1 1,-1-1,0 1,0-1,1 1,-1-1,0 1,-3 4,0 1,0-1,0 1,1 0,0 0,0 0,1 0,-1 1,1-1,1 1,-1 0,-8 37,3 0,1 1,3 0,1 0,2 0,2-1,2 1,8 32,-7-42,2 0,1 0,1-1,2-1,2 1,1-2,1 0,2-1,1 0,16 20,-30-45,1 0,-1 0,1 0,0-1,1 0,-1 0,1 0,0-1,0 1,1-1,-1-1,1 0,0 0,0 0,0 0,0-1,0 0,0-1,1 0,-1 0,0 0,1-1,-1 0,1-1,-1 0,1 0,-1 0,0-1,0 0,0 0,0-1,0 0,5-3,-1-4,0-1,-1-1,-1 1,0-2,0 1,-1-1,-1-1,0 1,-1-1,0 0,-1-1,-1 1,0-1,-1 0,1-12,-28 175,24-143,0 0,0 0,1 1,-1-1,1 0,0 0,1 0,-1 0,1 0,0 0,0-1,1 1,-1 0,1-1,0 0,0 0,0 0,1 0,0 0,-1-1,1 1,1-1,-1 0,0 0,2 0,21 8</inkml:trace>
  <inkml:trace contextRef="#ctx0" brushRef="#br0" timeOffset="-807.896">5521 587,'-16'-2,"-9"-1,-6 0,1 0,2 2,7-3,5-1,4-2</inkml:trace>
  <inkml:trace contextRef="#ctx0" brushRef="#br0" timeOffset="-551.414">4626 226,'32'-5,"37"-1,35 1,27 2,13 5,-1 7,-25 1</inkml:trace>
  <inkml:trace contextRef="#ctx0" brushRef="#br0" timeOffset="-284.936">5641 721,'0'14,"1"0,0 0,0 0,2 0,-1 0,2 0,0 0,1-1,0 0,1 0,0 0,1-1,0 0,1 0,1-1,0 0,0 0,1-1,0 0,1-1,0 0,1-1,-1 0,2-1,10 6,-17-12,0 1,-1-1,1 0,0 0,0-1,0 0,0 0,0 0,0-1,0 0,0 0,0 0,0-1,0 0,-1 0,1 0,-1-1,0 0,1 0,-1 0,-1-1,1 0,0 0,-1 0,0 0,0-1,0 1,0-1,-1 0,0 0,0 0,0-1,0-2,11-21,-2 0,-1-1,-1 0,-2-1,2-11,14-50,13 15,-18 55</inkml:trace>
  <inkml:trace contextRef="#ctx0" brushRef="#br0" timeOffset="-2405.759">521 1215,'14'-2,"0"-1,0 0,0-1,-1 0,0-1,1-1,-2 0,1-1,-1 0,0-1,6-5,-9 7,6-2,-1-1,0-1,0 0,-1-1,-1 0,0-1,0 0,-1-1,-1 0,0-1,-1 0,0-1,-1 0,4-12,-11 26,0-1,-1 0,1 1,-1-1,0 0,0 0,1 1,-1-1,0 0,-1 0,1 1,0-1,0 0,-1 0,1 1,-1-1,0 0,1 1,-1-1,0 0,0 1,0-1,0 1,0 0,0-1,0 1,-1 0,1 0,0 0,-1 0,1 0,-1 0,1 0,-1 0,0 0,1 1,-1-1,0 1,1-1,-1 1,0 0,0-1,1 1,-1 0,0 0,0 0,1 0,-1 1,0-1,0 1,1-1,-2 1,-4 1,0 0,0 0,0 0,0 1,1 1,-1-1,1 1,0 0,0 0,0 1,0-1,1 1,0 1,0-1,0 1,0 1,2-4,1 0,0 1,0-1,0 0,0 1,1-1,-1 1,1 0,0 0,0-1,0 1,0 0,1 0,-1 0,1 0,0 0,1 0,-1 0,0 0,1-1,0 1,0 0,0 0,1 0,-1-1,1 1,0-1,0 1,0-1,2 3,8 3,0 0,1 0,-1-1,2-1,-1 0,1-1,0 0,0-1,1-1,-1 0,1-1,0-1,0 0,0-1,6 0,-9 1,1-1,-1 0,1 0,0-1,0-1,-1 0,1-1,-1-1,1 1,-1-2,0 0,-9 2,0 0,0 0,-1 0,1-1,-1 1,0-1,0 0,0 0,0 1,0-1,0 0,-1-1,0 1,1 0,-1 0,0-1,-1 1,1 0,0-2,14-36,-12 35,0 1,1-1,0 1,0-1,0 1,1 0,0 1,0-1,0 1,0 0,1 0,-1 1,1-1,0 1,0 0,1 1,-1 0,0 0,1 0,-1 1,1 0,0 0,-1 0,1 1,0 0,-1 1,1-1,0 1,-1 0,1 1,-1 0,1 0,-1 0,0 1,0 0,0 0,0 0,-1 1,1 0,1 2,0 1,0 2,0-1,0 1,-2 0,1 0,-1 0,0 1,-1 0,0 0,0 0,-1 1,-1-1,0 2,-1-11,-1 0,0 1,1-1,-1 0,0 1,0-1,0 1,0-1,0 0,-1 1,1-1,0 0,-1 1,1-1,-1 0,1 1,-1-1,1 0,-1 0,0 1,0-1,0 0,0 0,0 0,0 0,0 0,0 0,0-1,0 1,0 0,0 0,-1-1,1 1,0-1,-1 1,1-1,0 1,-1-1,1 0,0 0,-1 0,1 0,-1 0,1 0,0 0,-1 0,1 0,0-1,-1 1,1-1,0 1,-1-1,1 1,0-1,0 0,-6-1,0-1,1 0,-1 0,1-1,0 1,0-1,1-1,-1 1,1-1,0 0,0 0,-4-6,7 9,0-1,1 0,-1 0,0 1,1-1,0 0,0 0,0 0,0-1,0 1,0 0,1 0,0-1,-1 1,1 0,0 0,1-1,-1 1,1 0,-1 0,1 0,0 0,0-1,0 1,1 0,-1 1,1-1,-1 0,2 0,96-98,-40 47,-43 39,0-1,0-1,-2 0,0 0,-1-2,-1 0,0 0,-2-1,0-1,-2 1,0-1,-1-1,-1 0,-1 0,-1 0,-1 0,-1-1,-1 1,-1-9,-16-17,15 48,1 0,-1-1,0 1,0 0,0 0,1 0,-1 0,0 0,0 0,0 0,1 0,-1 0,0 0,0 0,1 1,-1-1,0 0,0 0,1 1,-1-1,0 1,1-1,-1 1,0-1,1 1,-1-1,1 1,-1-1,0 1,1 0,0-1,-1 1,1 0,-1-1,1 1,0 0,0 0,-1-1,1 1,0 0,0 0,0-1,0 2,-6 15,1 0,0 0,2 0,0 1,1-1,0 1,2 6,-1-6,-3 40,2-1,3 1,3 0,2-1,2 0,8 20,-12-63,0-1,1 0,1 0,0 0,1-1,0 0,0 0,2 0,-1-1,4 2,-7-8,-1 0,1-1,0 0,0 0,1 0,-1-1,1 0,0 0,0 0,0 0,0-1,1 0,-1-1,0 1,1-1,-1 0,1-1,-1 0,1 0,-1 0,1-1,5 0,-2-3,0 0,0-1,0 0,-1 0,1-1,-2 0,1 0,0-1,-1 0,-1-1,1 0,-1 0,0-1,-1 0,0 0,-1 0,1-1,-2 1,1-1,-2-1,1 1,-1 0,-1-1,0 0,0 1,-1-1,-1 0,0 0,0-1,0 12,0 0,0 1,-1-1,1 0,0 0,0 0,0 0,0 0,-1 0,1 1,0-1,0 0,0 0,-1 0,1 0,0 0,0 0,-1 0,1 0,0 0,0 0,0 0,-1 0,1 0,0 0,0 0,0 0,-1 0,1 0,0-1,0 1,0 0,-1 0,1 0,-2 8,1 1,-1-1,1 1,1 0,0-1,0 1,1-1,0 1,0 0,1-1,0 0,0 1,1-1,1 0,-1 0,1-1,0 1,1-1,0 0,0 0,0 0,1 0,0-1,0 0,1-1,0 1,0-1,0-1,0 1,1-1,0 0,1 0,36 10,-3-6</inkml:trace>
  <inkml:trace contextRef="#ctx0" brushRef="#br0" timeOffset="-2155.824">1323 654,'-15'0,"-4"0,11 0,20 0,31 0,36 0,33 0,32 0,26 0,-16 0</inkml:trace>
  <inkml:trace contextRef="#ctx0" brushRef="#br0" timeOffset="5612.1">388 2739,'24'-48,"-2"-1,-2-1,12-44,19-83,-51 176,0-1,1 1,-1-1,0 1,1 0,-1-1,1 1,-1 0,1 0,-1 0,1-1,0 1,0 0,0 0,-1 0,1 0,0 0,0 0,0 0,1 0,-1 1,0-1,0 0,0 1,1-1,-1 1,0-1,1 1,-1-1,0 1,1 0,-1 0,0 0,1 0,-1 0,0 0,1 0,-1 0,1 1,48 63,-39-45,-8-14,15 22,-1 1,-2 0,-1 1,-1 1,-1 0,2 12,-13-40,0 0,0 0,-1 1,1-1,0 0,-1 1,0-1,1 1,-1-1,0 0,0 1,0-1,-1 1,1-1,0 1,-1-1,0 0,0 1,1-1,-1 0,-1 0,1 0,0 1,0-1,-1 0,1-1,-1 1,0 0,0 0,1-1,-1 1,0-1,0 1,0-1,-1 0,1 0,0 0,0 0,-1 0,1-1,0 1,-1-1,1 1,-1-1,1 0,-1 0,1 0,-1 0,-2-1,1 1,-1-1,0 0,0-1,0 1,1-1,-1 0,0 0,1-1,0 1,0-1,0 0,0 0,0-1,0 1,1-1,0 1,-1-1,1 0,1-1,-1 1,1 0,-2-4,4 6,0 0,0 0,0 0,0 0,1 0,-1 0,1 0,-1 0,1 0,0 0,0 0,0 0,0 0,0 0,0 1,0-1,0 0,1 1,-1-1,1 1,-1 0,1-1,0 1,-1 0,1 0,0 0,0 0,0 0,0 1,0-1,0 1,0-1,0 1,0-1,0 1,0 0,0 0,0 0,0 0,2 1,109-16,-88 14,0-1,-1-1,1-1,-1-2,0 0,0-1,-1-2,0 0,0-2,-1 0,3-3,-21 10,0 1,1-1,-1 0,0-1,-1 1,1-1,-1 0,0 1,0-1,0-1,-1 1,0 0,1-4,-2 7,0-1,-1 1,1 0,-1-1,0 1,0-1,0 1,0-1,0 1,-1 0,1-1,-1 1,1 0,-1-1,0 1,0 0,0 0,0 0,0-1,-1 1,1 0,0 1,-1-1,0 0,1 0,-1 1,0-1,0 1,0-1,0 1,0 0,0 0,-1 0,-1-1,1 1,-1-1,0 1,-1 0,1 0,0 1,0-1,0 1,0 0,0 0,-1 1,1-1,0 1,0 0,0 0,0 0,0 0,0 1,0 0,1-1,-1 2,0-1,1 0,0 1,-2 0,-2 3,-1 1,1-1,1 1,-1 1,1-1,1 1,-1 0,1 0,0 1,-1 4,4-8,0 0,0 1,0-1,1 1,-1-1,1 1,1 0,-1-1,1 1,0 0,0 0,1-1,0 1,0 0,0-1,1 1,-1-1,1 0,1 1,-1-1,1 0,0 0,0 0,0-1,1 1,-1-1,1 0,0 0,3 2,6 2,0 0,1-1,0 0,1-1,0-1,0 0,0-1,0-1,1 0,-1-1,1-1,-1 0,1-1,0-1,1-1,47-3</inkml:trace>
  <inkml:trace contextRef="#ctx0" brushRef="#br0" timeOffset="6149.125">1444 2311,'-4'6,"0"-1,1 0,0 1,0 0,1-1,0 1,0 0,0 0,0 0,1 1,0-1,0 0,1 1,0-1,0 0,0 0,1 1,0-1,0 0,1 0,0 0,0 0,0 0,1 0,-1 0,1-1,1 1,-1-1,1 0,0 0,0 0,1-1,-2 0,1 0,0 0,1-1,-1 0,1 0,-1 0,1 0,0-1,0 0,0 0,1 0,-1 0,0-1,0 0,1 0,-1-1,1 1,-1-1,1 0,-1-1,1 1,-1-1,0 0,1-1,-1 1,0-1,0 0,0 0,0-1,0 1,0-1,-1 0,1 0,-1-1,0 1,0-1,2-3,-1-1,-1 1,0-1,-1 0,0 0,0 0,-1 0,1-1,-2 1,1-1,-2 1,1-1,-1 1,0-1,-1 0,1 1,-2-1,-4 6,2 18,2-8,1 0,0 0,0 0,1 0,0 0,0 0,0 0,1 0,0 0,0 0,1 0,0 0,0 0,1-1,0 1,0-1,0 0,1 0,0 0,0 0,1 0,-1-1,1 0,0 0,1 0,-1-1,1 0,5 3,-5-5,1 0,-1 0,1-1,0 0,-1 0,1-1,0 0,0 0,-1-1,1 0,0 0,-1 0,1-1,-1 0,1 0,-1-1,0 1,0-1,0-1,0 1,-1-1,1 0,-1 0,0-1,0 0,-1 0,1 0,-1 0,0-1,-1 1,1-1,-1 0,0 0,0-3,58-151,-58 188,-3-20,-2 1,0 0,1 0,1 1,0-1,0 0,1 1,0-1,0 0,1 0,0 0,1 0,0 0,0 0,1-1,0 1,1-1,0 0,0 0,1-1,-1 0,2 0,-1 0,1 0,1 0,31 12,-2-6</inkml:trace>
  <inkml:trace contextRef="#ctx0" brushRef="#br0" timeOffset="6531.883">2326 2271,'-5'14,"1"0,0 0,1 0,0 1,2-1,-1 1,2-1,0 1,1-1,0 1,1-1,1 1,0-1,1 0,2 4,-3-12,0-1,1 0,0 1,0-1,0-1,1 1,0-1,0 0,0 0,0 0,1 0,-1-1,1 0,0-1,0 1,0-1,0 0,0 0,1-1,-1 0,0 0,1 0,-1-1,1 0,-1 0,1-1,-1 0,0 0,1 0,-1-1,0 0,0 0,0 0,0-1,0 0,-1 0,1-1,2-2,2-2,0-1,0-1,-1 0,0 0,0-1,-1 0,-1 0,0 0,-1-1,0-1,-1 1,0-1,-1 0,0 0,-1 0,0 0,-1 0,-1-3,-5-27,3 43,-1 0,1 0,0 0,-1 0,1 0,0 1,0-1,-1 1,1-1,0 1,0-1,0 1,0 0,-1-1,1 1,0 0,0 0,0 0,1 0,-1 0,0 0,0 0,0 0,1 0,-1 0,1 1,-1-1,1 0,-1 0,1 0,0 1,-1-1,1 0,0 1,0-1,-2 5,0 0,0 0,0 1,1-1,0 0,0 0,1 1,-1-1,1 1,1-1,-1 0,1 1,0-1,1 0,0 0,0 0,0 0,0 0,1 0,0 0,0-1,1 0,0 1,0-1,0-1,0 1,1 0,-1-1,1 0,1 0,14 8,0-2,0 0,0-2,1 0,1-1,-1-1,1-2,22 3,37 6</inkml:trace>
  <inkml:trace contextRef="#ctx0" brushRef="#br0" timeOffset="7316.801">3663 2485,'-40'-16,"0"1,-1 2,0 2,-1 1,-11 1,48 8,0 0,0 0,0 0,0 1,0-1,0 1,-1 0,1 1,0 0,0-1,0 2,0-1,0 0,0 1,1 0,-1 0,0 1,1-1,-1 1,1 0,0 0,0 0,0 1,1-1,-1 1,1 0,0 0,0 0,0 1,0-1,1 1,0-1,-1 4,2-5,0 1,0 0,1-1,0 1,-1 0,1 0,1 0,-1-1,1 1,-1 0,1 0,0-1,0 1,1-1,-1 1,1-1,-1 1,1-1,0 0,1 0,-1 0,0 0,1 0,0 0,0-1,-1 0,2 1,-1-1,4 3,1-1,0 1,0-2,0 1,0-1,0-1,0 1,1-1,-1-1,1 0,8 1,-5-2,-1 0,1-1,0 0,-1 0,1-1,-1-1,0 0,1-1,-1 0,-1-1,1 0,-1 0,0-1,0 0,0-1,-1 0,0-1,-1 0,0 0,0-1,0 0,-1 0,-1-1,1 0,-2 0,1-1,-2 1,1-1,1-6,-4-24,-12 66,9-13,0-1,0 1,1 0,1-1,0 1,0-1,1 1,1-1,-2-7,0-1,0 0,0 0,1 1,-1-1,1 0,0 0,0-1,0 1,0 0,0 0,1-1,-1 0,1 1,0-1,-1 0,1 0,0 0,0-1,0 1,1-1,-1 0,0 0,1 0,-1 0,0 0,1-1,-1 1,1-1,7-2,0 0,0 0,-1-1,1 0,0-1,-1 0,0-1,0 0,0-1,-1 0,0 0,0-1,0 0,-1-1,0 1,-1-2,0 1,0-1,0 0,-1-1,-1 1,0-1,1-3,14-30,-2 0,-2-1,-2-1,-2 0,-2-1,-2 0,0-18,3-9,-3 0,-4-1,-5-69,1 135,0 1,-1 0,0-1,0 1,0 0,-1 0,-1 0,1 0,-1 0,0 0,0 1,-3-4,5 9,0 0,0 0,0 1,0-1,0 0,0 0,-1 1,1-1,0 1,0-1,-1 1,1-1,0 1,0 0,-1 0,1-1,0 1,-1 0,1 0,0 0,-1 1,1-1,0 0,-1 0,1 1,0-1,0 1,-1-1,1 1,0-1,0 1,0 0,0 0,0 0,0-1,0 1,0 0,0 0,0 0,0 0,1 0,-1 1,0-1,1 0,-11 14,2 1,0-1,0 2,2-1,0 1,1 0,0 1,2 0,0-1,-1 12,-6 32,2 1,3 0,3 1,2-1,5 24,-1-59,0-1,2 0,1 0,1 0,1 0,2-1,8 17,-13-32,0 0,1-1,0 1,1-1,0 0,0-1,0 1,1-2,1 1,-1-1,1 0,1-1,-1 0,1 0,0-1,0 0,1-1,-1 0,5 0,-7-2,1-1,-1-1,1 1,-1-1,1-1,0 0,-1 0,1 0,-1-1,0-1,0 1,0-1,0 0,0-1,0 0,-1-1,0 1,0-1,0 0,0-1,-1 0,0 0,0 0,-1-1,0 0,0 0,0 0,-1-1,0 1,0-1,-1 0,1-3,20-78,-47 190,22 14,1-111,1 0,0 0,0 0,0-1,0 1,0 0,1-1,0 1,-1-1,2 0,-1 1,0-1,0 0,1 0,0-1,0 1,-1 0,1-1,1 0,-1 0,0 0,1 0,-1 0,1 0,-1-1,1 0,0 0,1 0,28 0,-1-6</inkml:trace>
  <inkml:trace contextRef="#ctx0" brushRef="#br0" timeOffset="7582.381">4532 1977,'-16'2,"-7"6,-1 6,5 4,5 1</inkml:trace>
  <inkml:trace contextRef="#ctx0" brushRef="#br0" timeOffset="9196.308">4733 2151,'13'-1,"1"2,-1-1,1 2,-1 0,0 0,0 1,0 1,0 0,-1 1,1 0,-1 1,-1 1,1 0,-1 0,0 1,0 0,-1 1,8 9,-3-1,-1 0,-1 1,0 0,-1 1,-1 0,-1 1,-1 1,-1-1,-1 1,0 1,-2-1,2 15,4 36,-4 0,-2 0,-4 18,-3 18,0-52,2-1,3 1,2-1,3 8,-7-56,1 1,-1-1,1 1,0-1,1 0,0 0,0 0,1 0,-1-1,1 1,1-1,-1 0,1 0,0-1,-4-4,0 0,0 0,0-1,-1 1,1-1,0 1,0 0,0-1,0 0,0 1,0-1,0 0,0 1,0-1,0 0,0 0,1 0,-1 0,0 0,0 0,0 0,0 0,0 0,0-1,0 1,0 0,0-1,0 1,0-1,0 1,0-1,0 1,0-1,-1 0,1 1,0-1,0 0,-1 0,1 1,0-1,-1 0,1 0,-1 0,1 0,-1 0,1 0,16-52,-12 17,-2-1,-2 0,-1 0,-2 0,-2 0,-1 1,-2 0,-1 0,-8-18,9 31,-1 0,-2 0,0 1,-1 1,-1-1,-1 2,-1 0,-1 0,-1 2,0 0,-1 0,-1 2,-1 0,0 1,-1 1,-1 1,0 1,0 0,-14-3,-91-26,128 38,84 2,14 4,0-5,-1-4,1-4,-1-5,1-5,-97 20,11-3,1 0,-1-1,-1-1,1 0,-1-1,0 0,0-1,0 0,-1-1,9-8,-20 15,0 0,0 0,0 1,0-1,0 0,0-1,0 1,0 0,0 0,-1 0,1 0,0-1,-1 1,1 0,-1-1,0 1,1-1,-1 1,0 0,0-1,0 1,0-1,0 1,0 0,0-1,0 1,0-1,-1 1,1 0,-1-1,1 1,-1 0,1-1,-1 1,0 0,0 0,1 0,-1 0,0 0,0 0,0 0,0 0,-1 0,1 0,0 0,0 0,0 1,-1-1,1 1,0-1,-9-2,0 0,0 0,0 1,0 1,0-1,0 2,0-1,-1 1,1 1,0 0,0 1,0 0,0 0,0 1,0 0,1 1,0 0,-1 0,1 1,-4 3,10-6,0-1,-1 1,1 1,0-1,0 0,0 1,1 0,-1-1,0 1,1 0,0 0,0 1,0-1,0 0,0 1,1-1,-1 1,1-1,0 1,0 0,1 0,-1-1,1 1,0 0,-1 0,2 0,-1-1,0 1,1 0,0 0,0-1,0 1,0 0,0-1,1 1,0-1,0 1,0-1,0 0,0 0,2 2,8 4,0 1,0-2,1 0,1 0,-1-1,1-1,0 0,0-1,1-1,-1 0,1-1,14 1,19 5,1-2,0-2,1-3,-1-2,0-1,0-3,0-2,11-5,-49 10,-1-1,1-1,-1 0,0 0,0-1,0 0,0 0,-1-1,0-1,0 0,0 0,-1-1,2-1,-9 7,0 0,0 0,0 0,0 0,0 0,0 0,0 0,0 0,0-1,-1 1,1 0,0-1,-1 1,1-1,-1 1,0 0,1-1,-1 1,0-1,0 1,0-1,0 1,0-1,0 1,0-1,-1 1,1-1,-1 1,1-1,-1 1,1 0,-1-1,0 1,1 0,-1 0,0-1,0 1,0 0,0 0,0 0,0 0,-1 0,1 0,0 0,-63-21,54 20,1 0,-1 1,0 0,0 0,1 1,-1 1,0-1,0 2,0-1,1 1,-1 1,1 0,0 0,0 0,0 2,0-1,0 1,1 0,0 1,0-1,1 2,-1-1,0 2,7-6,0 1,0-1,0 0,0 0,0 0,0 1,1-1,-1 0,1 0,0 1,-1-1,1 1,0-1,1 0,-1 1,0-1,1 0,-1 1,1-1,0 0,-1 0,1 0,0 1,1-1,-1 0,0 0,1-1,-1 1,1 0,-1 0,1-1,0 1,-1-1,1 1,2 0,76 35,-68-33,0-1,1 0,-1-1,1 0,-1-1,1 0,0-1,-1-1,1 0,0-1,-1 0,1-1,-1 0,0-1,0 0,0-1,-1 0,1-1,-1 0,-1-1,6-5,-16 12,1-1,-1 1,0-1,1 0,-1 1,1-1,-1 1,1-1,-1 1,1-1,-1 1,1 0,-1-1,1 1,-1 0,1-1,0 1,-1 0,1-1,0 1,-1 0,1 0,0 0,-1 0,1 0,0 0,-1 0,1 0,0 0,0 0,-1 0,1 0,0 1,-1-1,1 0,-1 0,1 1,0-1,-1 0,1 1,-1-1,1 1,-1-1,1 0,-1 1,1 0,-1-1,1 1,-1-1,0 1,1-1,-1 1,0 0,1-1,-1 1,0 0,0 0,6 9,-2-1,0 0,1-1,-1 1,2-1,-1 0,1-1,0 1,1-1,-1 0,2-1,-1 0,1 0,-1 0,2-1,-1 0,0-1,1 0,0 0,1-1,-8-2,0-1,0 0,0-1,1 1,-1 0,0-1,0 1,0-1,0 1,0-1,0 0,0 0,0 0,0 0,-1-1,1 1,0 0,-1-1,1 1,-1-1,1 1,-1-1,0 0,1 1,-1-1,0 0,0 0,0 0,0-2,16-61,-16 60,3-22,1 1,1-1,1 1,9-19,-14 39,1 1,-1-1,1 1,0-1,1 1,-1 0,1 0,0 0,1 1,-1 0,1-1,-1 1,1 1,0-1,1 1,-1 0,1 0,-1 0,1 1,0 0,0 0,0 1,3-1,-3 1,1 1,-1 0,0 0,0 1,0 0,0 0,1 0,-1 1,-1 0,1 0,0 1,0-1,-1 1,0 0,1 1,-1-1,0 1,-1 0,1 1,-1-1,0 1,0-1,3 6,2 3,0 1,0 1,-1 0,-1 0,-1 0,0 1,-1 0,1 6,3 32,-2 0,-2 0,-3 0,-2 20,-2-26,3-1,2 1,2-1,2 1,12 40,-16-76,0 0,1 0,1-1,0 0,0 0,1 0,1 0,0-1,0 0,1 0,0-1,0 0,1 0,1-1,-1-1,1 1,1-1,-1-1,1 0,0-1,1 0,-1 0,1-1,0-1,0 0,1 0,-9-3,-1 0,1 0,0-1,-1 1,1-1,0 1,-1-1,1-1,-1 1,1 0,-1-1,0 1,0-1,1 0,-1 0,-1 0,1-1,0 1,0-1,-1 1,1-1,-1 0,0 0,0 0,0 0,0-1,-1 1,1 0,-1-1,1-2,1-5,0-1,-1 1,-1 0,0-1,0 1,-1-1,0 1,-1-1,-1-4,-5-17,-1 1,-1-1,-2 2,-1-1,-1 1,-2 1,-1 1,-1 0,-2 1,-1 1,-1 1,-1 1,-1 0,-1 2,-1 1,-1 1,-1 1,-1 1,-1 2,-3-1,-5-1,27 8,37 11,-18 0,79-3,0-4,-1-3,16-8,-9 3,-90 15,-3-1,0 0,1 1,-1-1,1 1,-1-1,0 1,1-1,-1 1,1 0,-1 0,1 0,-1 0,1 0,-1 0,1 0,-1 0,1 1,-1-1,1 0,-1 1,0-1,1 1,-1 0,0-1,1 1,-1 0,0 0,0 0,0 0,0 0,0 0,0 0,0 0,0 1,0 0,-7 24,5-23,0-1,0 1,1 0,-1-1,0 1,1 0,0 0,-1 0,1-1,0 1,1 0,-1 0,0-1,1 1,0 0,-1-1,1 1,0 0,1 0,3 2,0 0,1 0,-1-1,1 1,0-2,0 1,0-1,1 1,-1-2,1 1,0-1,0 0,0 0,0-1,0 0,0 0,0-1,0 0,0 0,1-1,-1 0,0 0,0 0,0-1,-1 0,1 0,2-2,-4 2,0-1,0 1,-1-1,1 0,-1 0,0 0,0-1,0 1,0-1,0 0,-1 0,0 0,0-1,0 1,0-1,-1 0,0 1,0-1,0 0,0-1,-1 1,0 0,0 0,0 0,-1-1,0 1,0 0,0-1,-1 1,1 0,-1 0,-1-1,1 1,-1 0,0 0,0 0,0 0,0 1,-2-3,0 1,0 0,0 0,-1 1,1-1,-1 1,0 0,-1 1,1-1,-1 1,0 0,0 0,0 1,-1 0,1 0,-1 0,1 1,-1 0,0 0,0 1,0 0,0 0,0 1,0-1,-1 2,1-1,0 1,0 0,0 0,0 1,1 0,-1 0,0 1,1 0,-1 0,1 0,0 1,0 0,0 0,-1 2,1-1,0 0,1 0,-1 0,1 1,1 0,-1 0,1 0,0 1,0-1,1 1,0 0,0 0,1 0,0 0,0 1,0-1,1 0,0 1,1-1,0 1,0-1,0 1,1 0,1 6,0-11,0 0,0 0,0 0,0 0,1 0,-1 0,1-1,0 1,-1-1,1 0,0 0,0 0,1 0,-1-1,0 1,0-1,1 0,-1 0,1 0,-1 0,1-1,0 1,-1-1,1 0,0 0,0 0,94-22,-51-2,-5-3</inkml:trace>
  <inkml:trace contextRef="#ctx0" brushRef="#br0" timeOffset="9482.524">7647 2218,'-1'-14,"-1"0,-1 0,0 0,-1 0,0 1,-1-1,0 1,-2 0,1 1,-5-7,6 13,1 0,-1 0,0 0,0 1,-1 0,0 0,0 0,0 1,0 0,-1 0,1 1,-1-1,0 1,0 1,-1-1,1 1,0 1,-1-1,1 1,-5 0,2 1,-1 0,1 0,0 1,-1 1,1-1,0 2,0-1,0 2,0-1,0 1,1 1,0-1,0 2,0-1,0 1,1 0,0 1,0 0,1 1,0-1,0 1,1 1,0-1,-1 3,5-5,0 0,0-1,1 1,0 0,0 0,1-1,0 1,0 0,0 0,0 0,1 0,0 0,1-1,-1 1,1 0,0-1,0 0,1 1,0 0,64 95,-64-97,19 22,-2 1,-1 1,-1 1,-1 1,-1 0,-1 3,-13-25,0 0,1 0,-1-1,2 1,-1-1,1 0,0 0,1 0,0 0,0-1,0 0,1 0,0 0,0-1,0 0,1 0,-1-1,1 1,2-1,13 5,1-2,1-1,-1-1,1-1,4 0,57 6</inkml:trace>
  <inkml:trace contextRef="#ctx0" brushRef="#br0" timeOffset="20665.534">682 3662,'0'16,"0"18,2 18,1 16,2 10,1 7,-2 6,0 2,-2-2,-3-8,-2-18</inkml:trace>
  <inkml:trace contextRef="#ctx0" brushRef="#br0" timeOffset="20949.296">562 4103,'0'-75,"3"0,4 1,2-1,9-18,-16 81,-1 6,0 0,0-1,1 1,0 0,0 0,0 0,1 0,0 0,0 0,0 1,1-1,-1 1,2 0,3-4,-5 9,1-1,0 1,0 0,-1 0,1 0,0 1,0 0,-1-1,1 1,0 0,-1 1,1-1,-1 0,0 1,1 0,-1 0,0 0,0 0,0 1,0-1,0 1,-1 0,1 0,-1 0,0 0,0 0,1 2,7 5,-1 1,-1 0,0 0,0 1,-1 0,-1 0,0 0,-1 1,2 6,-7-17,1 1,-1 0,1-1,-1 1,0 0,0 0,0-1,-1 1,1 0,-1-1,1 1,-1 0,0-1,0 1,0-1,0 1,-1-1,1 0,-1 1,1-1,-1 0,0 0,0 0,0 0,0 0,0-1,0 1,0-1,-1 1,1-1,-1 0,0 1,-88 22,84-23,0 0,0 0,-1-1,1 1,0-2,0 1,-1-1,1 0,0-1,0 0,0 0,0 0,1-1,-2 0,4-6,8 2</inkml:trace>
  <inkml:trace contextRef="#ctx0" brushRef="#br0" timeOffset="21531.681">1016 3902,'22'-195,"-20"174,0 10,-1 0,0 0,0 0,-1 0,-1 0,0 0,0 0,-1 0,0 0,-1 0,-4-10,7 21,-1-1,1 0,0 0,0 1,-1-1,1 0,0 0,-1 1,1-1,0 0,-1 1,1-1,-1 1,0-1,1 0,-1 1,1-1,-1 1,0 0,1-1,-1 1,0-1,1 1,-1 0,0 0,0-1,0 1,1 0,-1 0,0 0,0 0,1 0,-1 0,0 0,0 0,0 0,1 0,-1 0,0 1,0-1,1 0,-1 0,0 1,0-1,1 1,-1-1,0 1,1-1,-1 1,1-1,-1 1,1-1,-1 1,1 0,-1-1,1 1,-1 0,1-1,0 1,-1 0,1 0,0-1,0 1,0 0,0 0,-1-1,1 1,0 0,0 0,1 0,0 2,0 0,0 0,1-1,-1 1,1 0,0 0,0-1,0 0,0 1,0-1,0 0,1 0,-1 0,1 0,-1 0,1-1,0 1,0-1,0 0,0 0,0 0,0 0,0 0,0 0,0-1,0 0,1 0,235 33,-233-31,-1 0,0 1,-1 0,1-1,0 1,-1 1,0-1,1 1,-2 0,1 0,0 0,-1 0,1 1,-1-1,0 1,-1 0,1 0,-1 0,0 0,-1 0,1 1,-1-1,0 1,0-1,0 0,-1 1,0 4,17 56,-16-63,0 0,1 1,-1-1,1 0,0-1,0 1,0 0,0-1,1 1,-1-1,0 1,1-1,0 0,0 0,0-1,-1 1,2 0,-1-1,0 0,0 0,0 0,1 0,-1 0,0 0,1-1,-1 0,0 0,1 0,-1 0,1 0,-1-1,0 1,1-1,1-1,5 0,-1-1,0-1,0 0,0 0,0-1,-1 0,0 0,0-1,0 0,-1 0,5-6,-3 3,-2-1,1-1,-2 1,1-1,-1-1,-1 1,0-1,3-10,-9 32,0-1,0 1,2-1,-1 1,1-1,0 1,1-1,0 1,1-1,0 0,0 0,1 0,0 0,0-1,1 0,1 0,-1 0,1 0,0-1,1 0,0 0,0-1,0 0,4 2,10 1</inkml:trace>
  <inkml:trace contextRef="#ctx0" brushRef="#br0" timeOffset="21964.799">1551 3328,'19'14,"1"-1,0-1,1-1,0 0,1-2,0-1,4 1,25 10,-40-14,23 8,-1 1,-1 1,0 2,18 14,-42-25,0 0,0 0,-1 1,0 0,0 1,0-1,-1 1,0 1,-1-1,0 1,0 0,-1 0,0 0,0 1,-1-1,-1 1,0 0,1 8,-1 10,-3-26,0 1,0 0,1 0,-1 0,1 0,0-1,0 1,0 0,0 0,1 0,-1 0,1 0,-1-1,1 1,0 0,0 0,0-1,1 1,-1-1,0 1,1-1,0 0,0 1,0-1,0 0,0 0,0 0,0 0,0-1,1 1,-1-1,1 1,-1-1,1 0,0 0,-1 0,1 0,0-1,0 1,1 0,8-4,0 0,-1 0,0-2,1 1,-1-1,-1-1,1 1,-1-2,0 0,-1 0,1-1,-1 0,-1 0,1-1,4-7,36-55,-51 101,1-24,0 0,0 0,1 0,0 0,1 0,-1 0,1 0,0 0,0 0,1-1,0 1,0 0,0-1,1 1,-1-1,1 0,1 0,-1 0,1 0,0 0,0-1,0 0,5 4,7 3,0-2,1 0,0 0,0-2,1 0,0-1,0-1,1-1,13 2,41 7</inkml:trace>
  <inkml:trace contextRef="#ctx0" brushRef="#br0" timeOffset="23360.729">3529 3502,'20'1,"-1"0,0 2,0 0,0 1,0 1,-1 0,1 2,-1 0,-1 1,0 1,0 0,0 2,-1 0,-1 0,0 2,-1 0,1 1,-8-5,0 0,0 0,-1 1,-1-1,1 2,-1-1,-1 0,0 1,-1 0,0 0,0 0,-1 0,0 1,-1 7,-14 159,11-167,2-9,-2 3,0 1,1 0,0 0,0 0,1 0,-1-1,1 1,1 0,-1 0,1 0,0 0,0 0,0-1,1 1,0 0,0-1,1 0,0 1,0-1,0 0,0 0,4 4,3-3,0-1,1-1,-1 1,1-1,0-1,0 0,0-1,0 0,0 0,0-1,1-1,-1 0,1 0,-1-2,0 1,0-1,0-1,6-1,-8 1,0 1,0-1,0-1,0 0,0 0,-1-1,1 0,-1-1,6-5,-12 9,1 0,-1 0,0 0,0 0,0-1,0 1,0-1,-1 1,1-1,-1 0,0 1,0-1,0 0,0 0,0 0,-1 0,1 0,-1 0,0 0,1 0,-2 0,1 0,0 0,0 0,-1 0,0 0,0 0,0 0,0 0,0 0,0 1,-2-4,-8-7,0 0,0 1,-2 0,1 1,-1 0,-1 1,0 1,0 0,-1 1,0 0,-5-1,-79-35,-2 4,-95-24,171 57,-29-15,54 22,-1-1,1 1,0-1,-1 1,1-1,0 1,-1-1,1 1,0-1,0 1,0-1,-1 1,1-1,0 1,0-1,0 1,0-1,0 0,0 1,0-1,0 1,0-1,0 1,0-1,1 0,-1 1,0-1,0 1,0-1,1 1,-1-1,0 1,1-1,-1 1,0-1,1 1,-1 0,1-1,-1 1,1 0,-1-1,0 1,1 0,0-1,-1 1,1 0,-1 0,1 0,-1-1,1 1,-1 0,1 0,0 0,-1 0,1 0,-1 0,1 0,-1 0,1 0,0 1,-1-1,1 0,-1 0,1 0,-1 1,1-1,-1 0,1 0,-1 1,1-1,214-13,-124 11,-63 1,48-1,0-3,-1-3,48-13,-115 20,0-1,0 0,0 0,0-1,0 0,-1-1,1 1,-1-1,0-1,0 1,-1-1,5-4,-10 8,-1 0,1 1,0-1,-1 0,1 0,-1 1,1-1,-1 0,0 0,1 0,-1 0,0 0,1 0,-1 0,0 0,0 0,0 1,0-1,0 0,0 0,0 0,0 0,-1 0,1 0,0 0,0 0,-1 0,1 0,-1 0,1 1,0-1,-1 0,0 0,1 0,-1 1,0-1,1 0,-1 1,0-1,1 1,-1-1,-1 0,-38-16,32 15,-1-1,1 1,0 0,-1 1,1 0,-1 1,1-1,-1 2,1-1,-1 1,1 0,-1 1,1 0,0 0,0 1,0 0,0 0,0 1,1 0,0 1,0-1,0 1,0 1,1-1,-1 1,2 0,-1 1,1-1,0 1,0 0,0 1,1-1,0 1,2-1,0 0,1 1,0-1,0 0,0 0,1 1,0-1,1 0,-1 1,1-1,1 0,0 0,0 1,0-1,1-1,-1 1,2 0,-1-1,1 1,0-1,0 0,1-1,0 1,0-1,3 3,4 4,2-1,0 0,0 0,1-2,0 0,1 0,-1-2,2 0,-1 0,4-1,-4-1,-1-1,1-1,0 0,0-2,1 1,-1-2,0 0,3-1,-14 0,1 1,-1-1,0 0,1-1,-1 1,0-1,0 0,0-1,0 1,0-1,0 0,-1 0,1 0,-1-1,0 1,0-1,0 0,-1 0,1-1,-1 1,0-1,0 0,-1 1,1-1,0-3,0-3,0 0,0-1,-1 1,-1-1,0 1,0-1,-1 0,-1 1,0-1,0 0,-1 1,-1-1,0 1,0 0,-1 0,-1 0,0 1,0-1,-1 1,0 0,-5-6,8 13,0 0,1 1,-1-1,0 1,0-1,-1 1,1 0,0 0,-1 0,1 0,-1 1,0-1,1 1,-1 0,0 0,0 1,0-1,0 1,0 0,0 0,0 0,3 0,1 1,-1-1,1 1,-1-1,1 0,0 1,-1 0,1-1,0 1,0-1,-1 1,1-1,0 1,0-1,0 1,-1 0,1-1,0 1,0-1,0 1,0 0,0-1,0 1,1-1,-1 1,0 0,0-1,0 1,0-1,1 1,-1-1,0 1,1 0,-1-1,0 0,1 1,-1-1,1 1,-1-1,1 1,-1-1,0 0,1 1,0-1,-1 0,1 1,-1-1,1 0,-1 0,1 0,0 0,-1 1,1-1,-1 0,1 0,0 0,-1 0,1 0,-1 0,1-1,0 1,-1 0,1 0,22 6,1-1,0-1,0-1,1-1,20-1,26 3,-69-4,6-1,-1 1,1 0,-1 0,0 1,1 0,-1 0,0 1,1 0,-1 0,0 1,0 0,-1 0,1 1,-1-1,1 1,-1 1,-1-1,1 1,0 0,-1 0,0 1,0 0,-1 0,44 189,-43-185,1 0,-1 0,2 0,0-1,0 0,0 0,1 0,1-1,-1-1,1 1,0-1,1-1,0 0,0 0,0-1,1 0,0-1,0 0,0-1,5 1,3 1,-1-2,0 0,1-2,0 0,-1-1,1 0,-1-2,1 0,-1-1,1-1,-1-1,8-3,-15 3,0 0,0 0,-1-1,0-1,0 0,-1 0,1-1,-2 0,8-8,-16 16,-1 0,1 0,0 1,0-1,0 0,-1 1,1-1,0 0,0 0,0 1,0-1,0 0,0 1,0-1,-1 0,1 1,0-1,0 0,0 1,0-1,0 0,0 1,0-1,1 0,-1 1,0-1,0 0,0 1,0-1,0 0,0 0,1 1,-1-1,0 0,0 0,0 1,1-1,-1 0,0 0,0 1,1-1,-1 0,0 0,1 0,-1 0,0 1,0-1,1 0,-1 0,0 0,1 0,-1 0,0 0,1 0,-1 0,0 0,1 0,-1 0,0 0,1 0,-1 0,0 0,1 0,-1-1,0 1,0 5,0 1,0-1,1 1,-1-1,1 1,1-1,-1 1,1-1,-1 0,1 0,1 0,-1 0,1 0,0 0,0-1,0 1,1-1,0 0,0 0,0 0,0 0,0-1,1 0,0 1,-1-2,1 1,0-1,0 1,1-1,-1-1,0 1,1-1,-1 0,1 0,-1-1,1 1,-1-1,1 0,-1-1,3 0,-3 0,1 0,-1-1,0 0,0 0,0 0,-1-1,1 0,0 1,-1-2,0 1,0 0,0-1,0 0,0 0,-1 0,0 0,1-1,-2 1,1-1,0 0,-1 1,0-1,0-1,-1 1,1 0,-1 0,0 0,-1-1,1 1,-1 0,0-1,0 1,-1-1,1 1,-1 0,-1 0,1-1,-1 1,1 0,-3-3,1-1,-1 0,-1 1,1 0,-1 0,0 0,-1 0,0 1,0 0,-1 0,0 0,0 1,0 0,-1 1,0-1,0 2,0-1,-1 1,1 0,-1 1,0 0,0 0,0 1,-1 0,1 1,-1 0,1 0,0 1,-1 0,1 1,-1 0,1 0,0 1,-1 1,1-1,-6 4,7-3,-1 0,1 1,-1 0,1 0,1 1,-1 0,0 0,1 1,0 0,1 0,-1 1,1 0,1 0,-1 0,1 1,0-1,1 1,0 1,0-1,1 0,0 1,0 0,1 0,0 0,1 0,0 0,0 0,1 2,2-4,0-1,1 0,0 0,0-1,1 1,-1 0,1-1,0 0,1 0,-1 0,1-1,0 0,0 0,1 0,-1 0,1-1,0 0,0 0,0 0,0-1,0 0,0 0,1 0,-1-1,1 0,-1-1,1 1,4-1,40 3</inkml:trace>
  <inkml:trace contextRef="#ctx0" brushRef="#br0" timeOffset="23610.626">5843 3047,'0'-18,"0"-9,2 1,3 12,5 21,8 26,10 29,7 28,4 21,-1 18,-7 16,-9 9,-25 11,-41 12,-60 13,-74 19,-8-27</inkml:trace>
  <inkml:trace contextRef="#ctx0" brushRef="#br0" timeOffset="25442.201">1 5788,'20'-75,"57"-166,-72 229,1-1,0 2,0-1,2 1,-1 0,2 0,-1 1,7-6,-12 13,1 0,0 0,0 0,0 0,0 1,0-1,1 1,-1 0,1 1,-1-1,1 1,0 0,0 0,-1 0,1 1,0-1,0 1,0 0,0 1,0-1,-1 1,1 0,0 0,-1 1,1-1,12 7,-1 1,0 0,-1 1,0 0,-1 1,0 1,-1 1,0 0,-1 0,0 1,-1 1,-1 0,9 16,17 57,-35-85,0 0,0 0,-1 0,0 0,1 0,-1 0,0 0,-1 0,1 0,-1 0,1 1,-1-1,0 0,0-1,0 1,0 0,-1 0,1 0,-1-1,1 1,-1 0,0-1,0 0,-1 1,1-1,0 0,-1 0,-1 1,-3 0,1 0,-1-1,0 0,0 0,-1-1,1 1,0-2,0 1,-1-1,1 0,0 0,0-1,-1 0,1 0,0-1,0 0,0 0,0-1,1 0,-1 0,1 0,-1-1,1 0,0 0,1-1,-4-3,8 8,0-1,0 0,0 1,0-1,0 0,0 0,0 1,0-1,1 0,-1 0,0 0,1 0,-1 0,1 0,-1-1,1 1,-1 0,1 0,0 0,0 0,-1 0,1-1,0 1,0 0,0 0,0 0,1-1,-1 1,0 0,0 0,1 0,-1 0,1 0,-1 0,1-1,-1 1,1 0,-1 0,1 1,0-1,0 0,0 0,-1 0,1 0,0 1,0-1,0 0,0 1,0-1,0 1,99-21,-66 17,10 0,0-3,-1-1,0-3,-1-1,0-2,23-12,3-26,-66 50,-1 1,1-1,-1 0,0 1,0-1,1 0,-1 0,0 0,-1 0,1 0,0 0,-1 0,1 0,-1-1,1 1,-1 0,0 0,0 0,0 0,0-1,0 1,-1 0,1 0,-1 0,1 0,-1 0,0 0,0 0,0 0,0 0,0 0,0 0,-1 0,1 1,-1-1,0-1,-2 0,-1 0,1 0,-1 0,0 1,1-1,-1 1,0 0,0 1,-1-1,1 1,0 0,0 0,-1 1,1-1,0 1,-1 0,1 1,0-1,-1 1,1 0,0 1,0-1,0 1,0 0,0 0,0 1,0-1,1 1,-1 0,1 0,0 1,0-1,0 1,0 0,1 0,0 0,0 0,0 1,0 0,0-1,1 1,0 0,0 0,0 0,1 0,0 0,-1 4,2-1,0 0,1 0,0 0,0 0,1 0,-1-1,2 1,-1 0,1-1,1 0,-1 0,1 0,0 0,1 0,-1-1,1 0,1 0,-1 0,1-1,0 1,0-2,1 1,-1 0,1-1,0-1,0 1,1-1,-1 0,1-1,4 2,38 12,0-3,0-1,1-3,1-2,-1-2,19-3,67 5</inkml:trace>
  <inkml:trace contextRef="#ctx0" brushRef="#br0" timeOffset="25965.823">2514 5466,'-10'-8,"-1"1,0 0,0 0,0 1,-1 0,0 1,0 0,0 1,0 0,-1 1,0 1,-9-1,16 2,0 1,0-1,0 1,0 1,0-1,0 1,0 0,0 1,0-1,0 1,1 0,-1 1,1-1,-1 1,1 0,0 0,0 1,0 0,1 0,-1 0,1 0,0 0,0 1,0 0,1 0,0 0,-2 5,2-6,1 1,0 0,0 0,0 1,1-1,0 0,0 1,0-1,0 0,1 1,0-1,0 1,1-1,-1 0,1 1,0-1,1 0,-1 1,1-1,0 0,1 0,-1 0,1-1,0 1,0-1,0 1,1-1,-1 0,1 0,0-1,0 1,1-1,-1 0,1 0,-1 0,3 0,1 1,0-1,1 0,-1 0,1-1,-1-1,1 1,0-1,0-1,-1 1,1-2,0 1,0-1,0 0,-1-1,1 0,0-1,-1 0,0 0,0 0,0-1,0 0,0-1,-1 0,0 0,0-1,0 0,-1 0,0 0,0-1,0 0,-1 0,0 0,-1-1,1 1,-2-1,2-3,-1 0,0 0,0-1,-1 1,-1-1,0 0,0 0,-1 0,-1 0,0 0,0 0,-2 0,1 0,-1 0,-3-5,-6 8,6 28,6-9,1 0,0 0,1-1,0 1,1-1,0 0,0 1,1-2,0 1,0-1,1 1,0-2,1 1,0-1,0 0,0 0,1 0,0-1,0-1,1 0,0 0,0 0,0-1,2 1,59 23,-3-8</inkml:trace>
  <inkml:trace contextRef="#ctx0" brushRef="#br0" timeOffset="26582.979">3235 5320,'-11'0,"-1"0,1 1,0 1,-1-1,1 2,0 0,0 0,0 1,1 0,-1 1,1 0,0 1,0 0,1 1,0 0,0 0,1 1,-1 0,2 0,-1 1,1 0,1 0,-1 1,2 0,-1 0,1 0,0 3,3-9,1 1,0-1,0 0,0 1,0-1,1 1,0-1,-1 1,2-1,-1 1,1-1,-1 0,1 1,0-1,1 0,-1 1,1-1,0 0,0 0,0 0,0 0,1-1,-1 1,1-1,0 1,0-1,1 0,-1 0,1-1,-1 1,1 0,0-1,0 0,0 0,0 0,0-1,1 1,12 1,1 0,0-1,0 0,0-2,0 0,0-1,0-1,-1-1,1 0,-1-1,1-1,-1-1,0 0,-1-1,0-1,0-1,-1 0,1-1,-2 0,0-2,0 1,5-8,0-1,0 0,-2-2,0 0,-2-1,0 0,-1-1,-2-1,0 0,-2-1,-1 0,4-21,2-14,-4 0,-2-1,-3-1,-1-39,-4 80,0 1,-2-1,0 1,-2 0,0-1,-1 1,-1 0,-1 0,6 19,-1 1,1-1,0 1,-1-1,1 1,0 0,-1-1,0 1,1-1,-1 1,0 0,0 0,0-1,0 1,0 0,0 0,0 0,0 0,0 0,0 0,-1 0,1 0,0 1,-1-1,1 0,0 1,-1-1,1 1,-1 0,1-1,-1 1,1 0,-1 0,1 0,-1 0,1 0,-1 0,1 0,-1 1,1-1,-1 1,1-1,0 1,-1-1,1 1,-1 0,1-1,0 1,0 0,0 0,-1 0,1 0,0 0,0 0,0 1,0-1,-9 13,1-1,0 1,1 1,1-1,0 1,1 1,0-1,2 1,-1 0,1 8,-8 27,2-1,2 1,3 1,2 0,2 27,2-51,2-1,0 1,2-1,0 0,2 0,1-1,2 0,0 0,2-1,0 0,5 3,-10-17,0 0,1-1,1 0,0-1,0 0,0 0,1-1,11 7,-17-13,0 1,0-1,0 0,1 0,-1 0,0-1,1 1,0-1,-1 0,1 0,0-1,-1 0,1 0,0 0,-1 0,1 0,0-1,-1 0,1 0,0-1,-1 1,0-1,1 0,-1 0,3-1,3-6,1-1,-1 0,0 0,-1-1,0 0,-1-1,-1 0,1 0,-2 0,0-1,0 0,-1 0,-1-1,1-7,1 11,-7 26,1-14,-2 15,0 6,0 0,1 0,1 0,1 0,4 14,-5-32,1 0,0 0,0-1,1 1,0 0,0-1,0 1,0-1,1 1,-1-1,1 0,0 0,0-1,1 1,-1 0,1-1,0 0,0 0,0 0,0 0,0-1,1 0,-1 0,1 0,-1 0,1-1,0 1,4-1,31 1,-2-8</inkml:trace>
  <inkml:trace contextRef="#ctx0" brushRef="#br0" timeOffset="26866.174">4158 5185,'-16'0,"-7"0,-3 0,2-2,4-1</inkml:trace>
  <inkml:trace contextRef="#ctx0" brushRef="#br0" timeOffset="27149.834">3356 4878,'22'-2,"29"-3,28-1,25-2,14 1,2 2,-19 1</inkml:trace>
  <inkml:trace contextRef="#ctx0" brushRef="#br0" timeOffset="27482.978">4291 5453,'9'6,"-5"-1,1-1,-1 0,1 0,0 0,0-1,0 1,0-1,0-1,1 1,0-1,-1 0,1 0,0 0,0-1,0 0,0 0,0-1,0 0,0 0,0 0,0-1,0 1,0-2,0 1,0-1,5-8,-1-1,0 0,-1 0,-1-1,0 0,0-1,-1 0,-1 0,0-1,-1 1,0-1,-1-2,0 6,28-55,-30 64,0 1,0-1,1 1,-1 0,0 0,0 0,0 0,1 0,-1 0,0 0,0 1,0-1,0 1,1 0,-1-1,0 1,0 0,0 0,0 0,-1 1,1-1,0 0,0 1,-1-1,1 1,-1 0,1-1,-1 1,0 0,0 0,0 0,0 0,1 1,39 59,-35-51,-1-1,1 1,1-1,0-1,0 1,1-2,1 1,-1-1,1 0,0 0,1-1,0-1,0 1,6 1,1-4,0-1,-1-1,1-1,0 0,0-1,0-1,0-1,0 0,0-1,-1-1,1 0,-1-1,0-1,0-1,-1 0,0-1,13-9,-20 13,-1 1,0-1,1-1,-2 0,1 0,0 0,-1 0,0-1,-1 0,1-1,-1 1,0-1,-1 0,1 0,-2 0,1-1,-1 0,0 1,0-1,-1 0,0-2,-2 8,0-1,0 1,0-1,0 1,-1 0,1-1,-1 1,0 0,0 0,0 0,0-1,0 1,0 0,0 0,-1 0,1 1,-1-1,1 0,-1 0,0 1,0-1,0 1,0 0,0-1,0 1,0 0,0 0,0 0,0 1,-1-1,1 0,0 1,-1-1,1 1,-2 0,-4-1,0 1,1 0,-1 0,0 1,0 0,1 0,-1 1,1 0,-1 0,-2 2,2 0,0 0,0 0,1 1,0 0,0 0,0 1,0 0,1 0,0 1,0 0,0 0,1 0,-3 6,6-10,1 1,-1-1,0 0,1 1,0-1,0 1,0-1,0 1,1 0,-1-1,1 1,0 0,0-1,1 1,-1 0,1-1,-1 1,1 0,0-1,1 1,-1-1,0 0,1 1,0-1,0 0,0 0,0 0,0 0,1 0,-1-1,1 1,0-1,3 3,3 1,2 1,-1-2,0 0,1 0,0 0,0-2,1 1,-1-2,45 11</inkml:trace>
  <inkml:trace contextRef="#ctx0" brushRef="#br0" timeOffset="28780.108">5655 5293,'-16'-5,"0"0,-1 2,1 0,-1 1,1 1,-1 0,0 1,1 1,-1 1,-9 2,19-3,0 0,0 1,0 0,0 1,1-1,-1 1,1 0,-1 1,1 0,0 0,1 0,-1 1,1-1,0 1,0 1,0-1,1 1,0 0,0 0,0 0,1 0,0 0,0 1,0 0,0 3,2-6,0 0,1 0,-1 0,1 0,0 0,0 0,0 0,0 0,1 0,-1 0,1 0,0 0,1-1,-1 1,0 0,1 0,0-1,0 1,0-1,1 0,-1 0,1 0,-1 0,1 0,0 0,0 0,0-1,1 0,-1 0,1 0,2 2,6 2,1-1,-1 0,1-1,-1 0,1-1,0-1,0 0,1 0,2-1,-4 0,0 0,-1-1,1 0,0-1,0-1,-1 0,1 0,-1-1,0 0,0-1,0 0,0-1,0 0,-1-1,0 0,0-1,-1 0,0 0,0-1,-1 0,0-1,0 0,-1 0,0-1,0 1,-1-2,-1 1,0 0,0-1,-1 0,3-12,-7 5,-7 22,7-3,0 1,0-1,1 0,-1 1,1-1,-1 1,1-1,-1 0,1 0,-1 1,1-1,0 0,0 0,0 0,0 0,0 0,0 0,0 0,0 0,0 0,0 0,0 0,1-1,-1 1,0-1,1 1,-1-1,0 1,1-1,-1 0,0 1,1-1,-1 0,1 0,-1 0,1 0,-1 0,0-1,1 1,-1 0,1-1,-1 1,0-1,0 1,1-1,-1 0,0 1,1-2,76-34,-69 30,1 0,-1 1,1 0,0 0,0 1,1 1,-1-1,1 2,-1 0,1 0,0 1,0 0,0 0,0 2,0-1,5 2,-11 0,0 0,0 0,-1 0,1 1,-1-1,1 1,-1 0,0 1,0-1,0 1,0 0,-1 0,1 0,-1 0,0 1,-1-1,1 1,-1 0,2 4,27 99,-28-68,-1 0,-2 0,-2 0,-2-1,-1 1,-2-1,-2 0,-5 11,-27 178,40-217,0 1,1-1,0 0,0 0,1 0,1 0,-1 1,2-2,0 1,0 0,1-1,0 1,1-1,0 0,1 0,0-1,0 0,1 0,0 0,1-1,0 0,1 0,5 1,0-1,0-1,1 0,0 0,1-2,-1 0,1-1,0 0,0-1,0-1,1-1,-1 0,1-1,-1-1,0 0,0-1,1-1,4-2,-14 3,0 0,-1 0,1 0,-1-1,1 0,-1 0,0-1,0 0,-1 0,1 0,-1 0,0-1,0 0,0 0,-1-1,0 1,0-1,0 0,-1 0,1 0,-2-1,1 1,-1-1,0 1,0-1,0 0,0-6,-3-12,-1 0,-2 1,0 0,-1-1,-1 2,-2-1,0 1,-1 0,-2 1,0 0,-1 0,-1 1,-2 1,1 1,-16-15,4 3,-1 2,-1 1,-2 1,-1 2,-1 0,-1 3,-1 1,0 1,-2 2,-23-8,48 17,34 9,-13 0,76 2,0-4,0-4,-1-4,0-3,23-10,-67 8,-43 16,1 0,-1 0,1 0,-1 0,1 0,0 0,-1 1,1-1,0 0,0 1,0-1,0 1,0-1,0 1,0 0,1-1,-1 1,0 0,1-1,-1 1,1 0,0 0,0-1,0 1,0 0,0 0,0 0,0-1,0 1,1 0,-1 0,1-1,-1 1,1 0,0-1,0 1,-1 0,1-1,0 1,1-1,-1 1,0-1,0 0,0 0,1 1,6 3,1 0,-1-1,1 0,-1 0,1-1,0 0,0-1,0 0,1 0,-1-1,1 0,-1-1,0 0,1-1,-1 1,7-3,-13 3,1 0,-1 0,0-1,1 0,-1 1,1-1,-1 0,0-1,0 1,0 0,0-1,0 0,0 0,0 0,0 0,-1 0,1-1,-1 1,0-1,1 1,-1-1,0 0,-1 0,1 0,0 0,-1 0,0 0,0-1,0 1,0 0,0-1,-1 1,1-1,-1 1,0 0,0-1,0 1,0-1,-1 1,0-1,1 1,-1 0,0 0,-1-1,0-1,-1-1,0 0,0 0,0 1,-1 0,0-1,0 1,0 0,-1 1,0-1,0 1,0 0,0 0,0 1,-1 0,0-1,0 2,0-1,0 1,0 0,0 0,0 1,-1-1,1 1,-1 1,1-1,-1 1,1 1,-1-1,1 1,-1 0,1 0,0 1,0 0,-1 0,1 0,1 1,-1 0,0 0,1 0,-1 1,1 0,0 0,-3 3,3-2,1 1,0-1,0 1,0 0,0 0,1 0,0 0,0 0,1 1,0-1,0 1,0 0,1 0,0 0,0-1,1 1,0 0,0 0,1 0,0 0,0 0,0 0,1-1,0 1,0 0,1-1,0 0,0 1,0-1,1 0,0-1,0 1,0-1,1 0,0 0,0 0,5 0,0-1,1 0,-1-1,1 0,0-1,0 0,0-1,0 0,0 0,0-2,0 1,0-1,0-1,0 0,0 0,-1-1,1 0,-1-1,1-1,-1 1,-1-2,1 1,-1-1,0-1,0 1,0-2,-1 1,-1-1,1 0,-1-1,4-5,3-11,-1 1,-1-2,-1 0,-1 0,-2-1,0 0,-2-1,-1 0,-1 0,-1 0,-2 0,-1 0,-1-2,-14-94,14 119,-1-1,1 1,-1 0,-1 0,1 0,-1 0,0 1,0-1,0 1,-1 0,1 0,-1 0,0 0,0 0,-1 1,1 0,-1 0,1 0,-1 0,0 1,-3-1,4 1,0 0,-1 1,1-1,0 1,-1 0,1 0,-1 1,1-1,-1 1,1 0,-1 0,0 1,1-1,-1 1,1 0,0 0,-1 1,1-1,0 1,0 0,0 0,0 1,0-1,0 1,0-1,1 1,0 1,-1-1,1 0,0 1,1-1,-1 1,1 0,-1 0,1 0,0 0,1 0,-1 1,1-1,-1 0,2 1,-1-1,0 1,1-1,0 5,10 31,6-1</inkml:trace>
  <inkml:trace contextRef="#ctx0" brushRef="#br0" timeOffset="29031.911">7112 5480,'7'16,"9"9,8 4,10-4,10-3,7-6,4-6,-3-6,-9-9,-10-8,-12-2</inkml:trace>
  <inkml:trace contextRef="#ctx0" brushRef="#br0" timeOffset="29582.628">4251 5185,'2'10,"4"13,7 20,6 15,2 15,-3-6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21:53.91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282 535,'-9'-3,"0"0,0 1,0 1,-1 0,1 0,0 0,-1 1,1 1,0 0,-1 0,1 0,0 2,0-1,0 1,0 0,1 1,-1 0,1 0,0 1,0 0,0 0,1 1,0 0,0 0,0 1,1 0,0 0,0 0,1 1,0 0,0 0,1 0,0 1,0-1,1 1,0 0,-1 7,4-12,-1-1,0 0,1 0,0 0,0 0,0 1,0-1,0 0,1 0,-1 0,1 1,0-1,0 0,0 0,0 0,0 0,1-1,0 1,-1 0,1 0,0-1,0 1,0-1,1 0,-1 0,1 0,-1 0,1 0,-1 0,1-1,0 1,0-1,0 0,0 0,0 0,0 0,0 0,1-1,-1 1,0-1,0 0,0 0,1 0,-1 0,0-1,1 0,7-2,0-1,0 0,0-1,-1 0,1-1,-1 0,-1-1,1 0,-1 0,-1-1,1 0,-1 0,0-1,-1-1,0 1,-1-1,0 0,0 0,-1-1,-1 0,1 0,-2 0,1 0,-2-1,18-63,-3-1,-4-1,-3 0,-4-1,-2-40,-7 37,3 81,0 1,0-1,0 1,0-1,0 1,0-1,0 1,-1-1,1 1,0-1,0 0,0 1,-1-1,1 1,0-1,-1 0,1 1,0-1,-1 0,1 1,0-1,-1 0,1 1,-1-1,1 0,0 0,-1 0,1 1,-1-1,1 0,-1 0,1 0,-1 0,1 0,-1 0,1 0,-1 0,1 0,-1 0,1 0,-1 0,1 0,-1 0,1-1,0 1,-1 0,1 0,-1 0,1-1,-1 1,1 0,0-1,-1 1,1 0,0-1,-1 1,1 0,0-1,0 1,-1-1,1 1,0 0,0-1,0 1,-1-1,1 1,0-1,0 0,-10 19,0 1,2 0,0 0,1 0,1 1,-2 12,3-15,-9 33,1-1,3 2,2-1,2 1,3 0,2 1,3 27,-2-71,1 0,0 1,0-1,1 0,0 0,0 0,1 0,0 0,1-1,-1 1,2-1,-1 0,1 0,0-1,0 1,0-1,1 0,0 0,1-1,-1 0,1 0,0 0,0-1,0 0,1-1,1 1,0-2,1 0,-1 0,1-1,0 0,0-1,-1 0,1-1,0 0,-1 0,1-1,0 0,-1-1,0 0,0 0,0-1,0-1,0 1,-1-1,0-1,0 1,0-1,-1-1,0 0,0 0,0 0,-1 0,0-1,-1 0,1-2,-2-17,-4 26,0 1,0 0,0-1,0 1,0-1,0 1,0 0,0-1,-1 1,1 0,0-1,0 1,0 0,0-1,-1 1,1 0,0-1,0 1,-1 0,1 0,0-1,0 1,-1 0,1 0,0 0,-1-1,1 1,0 0,-1 0,1 0,0 0,-1 0,1 0,-1 0,1-1,0 1,-1 0,1 0,0 0,-1 1,1-1,-1 0,1 0,0 0,-1 0,1 0,0 0,-1 0,1 1,0-1,-1 0,1 0,0 0,0 1,-1-1,1 0,0 1,0-1,-1 0,1 0,0 1,0-1,0 0,-1 1,1-1,-1 2,0 0,-1 1,1-1,0 0,0 0,0 1,1-1,-1 0,1 1,-1-1,1 1,0-1,0 1,0-1,0 0,0 1,0-1,1 1,-1-1,1 1,0-1,0 0,-1 1,2-1,-1 0,0 0,0 0,1 0,-1 0,1 0,0 0,-1 0,1-1,0 1,0-1,0 1,0-1,0 0,0 0,1 0,0 1,5 2,1-1,-1 1,1-2,0 1,0-1,1 0,-1-1,0 0,0-1,1 1,-1-2,5 0,-9 1,0-1,0 0,0 0,0 0,-1 0,1-1,0 1,-1-1,1-1,-1 1,0 0,0-1,0 0,0 0,0 0,-1-1,1 1,-1-1,0 0,0 0,0 0,-1 0,1 0,0-2,-2 2,0-1,0 1,0-1,-1 0,1 1,-1-1,0 0,0 1,-1-1,1 1,-1-1,0 1,0-1,-1 1,1-1,-1 1,0 0,0 0,-1 0,1 0,-1 0,0 1,0-1,-2-1,-1-2,-1 0,-1 0,1 1,-1 0,0 0,0 1,-1 0,1 1,-1 0,0 0,-3 0,5 2,0 1,0-1,0 2,0-1,-1 1,1 0,0 1,0-1,0 1,0 1,0-1,0 1,0 1,0-1,1 1,-2 1,4-2,1 0,-1 0,1 0,-1 1,1-1,0 1,-1 0,2 0,-1 0,0 1,1-1,-1 1,1-1,0 1,0 0,0-1,1 1,-1 0,1 0,0 1,0-1,1 0,-1 0,1 0,0 1,0-1,0 4,2-3,-1 0,1 0,0 0,0 0,0 0,1 0,-1-1,1 1,0-1,1 0,-1 0,1 0,0 0,0 0,0-1,1 1,38 27</inkml:trace>
  <inkml:trace contextRef="#ctx0" brushRef="#br0" timeOffset="608.243">1392 574,'-15'-9,"0"1,0 1,0 0,-1 1,0 1,0 0,0 1,-1 1,1 0,-1 2,0-1,0 2,0 1,-13 1,26-1,-1 0,1 0,-1 0,1 1,0 0,0-1,0 1,0 1,0-1,0 1,1-1,-1 1,1 0,0 0,-1 1,2-1,-1 1,0-1,1 1,-1 0,1 0,0 0,0 0,1 1,0-1,-1 0,1 1,0-1,1 1,-1-1,1 1,0-1,0 1,1-1,-1 1,1-1,0 1,0-1,0 0,1 1,-1-1,1 0,0 0,1 0,-1 0,1-1,1 4,3-3,-1 0,1 0,0-1,0 0,0 0,0 0,1-1,-1 0,1-1,-1 1,1-1,0-1,-1 0,1 0,0 0,-1-1,1 0,0 0,-1-1,0 0,1-1,-1 1,0-1,0-1,0 1,-1-1,1 0,-1-1,0 0,0 0,0 0,1-3,-7 9,0-1,0 1,0-1,0 0,0 1,0-1,0 0,0 1,0-1,0 1,0-1,0 0,0 1,1-1,-1 0,0 1,0-1,0 0,1 1,-1-1,0 0,0 1,1-1,-1 0,0 0,1 1,-1-1,0 0,1 0,-1 0,0 1,1-1,-1 0,0 0,1 0,-1 0,1 0,-1 0,0 0,1 0,-1 0,0 0,1 0,-1 0,1 0,-1 0,0 0,1 0,-1 0,0 0,1-1,-1 1,1 0,-1 0,0 0,0-1,1 1,-1 0,0-1,1 1,-1 0,0 0,0-1,0 1,1 0,-1-1,0 1,3 8,-1-3,0 1,0 0,1-1,0 0,0 1,0-1,1 0,-1 0,1-1,1 1,-1-1,0 0,1 0,0-1,0 1,0-1,0 0,1 0,-1-1,1 1,0-1,0-1,-1 1,1-1,0 0,0 0,0-1,1 1,-1-2,0 1,1-1,-3 1,0-1,0 0,1 0,-1-1,0 1,0-1,0 0,0 0,-1-1,1 1,0-1,-1 1,0-1,0 0,0-1,0 1,0 0,0-1,-1 1,0-1,0 0,0 0,0 0,0 0,-1 0,0-1,0 1,0-1,1-6,-1-1,0 0,0 0,-2 0,1 1,-2-1,1 0,-2 0,-2-10,-9-32,14 53,0 0,1-1,-1 1,1 0,0 0,-1-1,1 1,0 0,0 0,-1 0,1 0,0 0,0 0,0 0,1 0,-1 0,0 1,0-1,0 0,0 1,1-1,-1 1,0-1,1 1,-1 0,0-1,1 1,-1 0,0 0,1 0,-1 0,1 0,-1 0,0 0,1 1,-1-1,0 0,1 1,-1-1,0 1,0 0,0-1,192 40,-183-38,96 32,-102-32,0-1,0 2,-1-1,1 0,-1 1,1 0,-1-1,0 1,0 1,0-1,-1 0,1 1,-1-1,0 1,0 0,0 0,0 0,-1 0,1 0,-1 0,0 0,0 0,-1 0,1 1,-9 68,5-67,1 0,1 0,-1 1,1-1,0 0,1 1,-1-1,1 0,1 1,-1-1,1 0,0 1,0-1,1 0,0 0,0 0,0 0,1 0,0 0,0-1,0 1,1-1,0 0,1 2,9 1,-1 0,1-1,1 0,-1-1,1-1,0 0,1-1,-1-1,1 0,-1-1,1-1,0 0,5-1,94 3,-2-6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21:55.39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44 708,'153'-324,"-140"290,-2-1,-1 0,-2-1,-2 0,-1 0,0-27,-17-11,12 72,-1 0,0 0,1 1,-1-1,0 0,0 0,-1 0,1 1,0-1,0 1,-1-1,1 1,-1-1,1 1,-1 0,0 0,1 0,-1 0,0 0,0 0,0 0,0 1,0-1,0 0,0 1,0 0,0-1,0 1,0 0,0 0,0 0,0 1,-2-1,-4 4,1-1,-1 1,1 1,-1 0,1 0,1 0,-1 1,1-1,0 2,0-1,1 1,0 0,0 0,0 0,1 1,0-1,-1 6,-8 10,2 0,0 1,2 0,1 0,1 1,1 0,1 0,1 1,1 0,2-1,0 1,2 0,0 0,2-1,1 1,2 1,-2-13,2-1,0 1,0-1,1-1,1 1,0-1,1 0,0-1,1 0,0 0,0-1,1 0,1-1,0-1,0 0,0 0,1-1,0 0,1-2,5 3,0-2,0 0,1-1,-1-1,1-1,-1 0,1-2,0 0,0-2,0 0,0-1,-1-1,1 0,-1-2,16-5,-23 5,-1 0,0 0,0-1,0-1,-1 1,0-2,-1 1,3-4,-8 8,-1 0,1-1,-1 1,0-1,0 0,0 0,-1 0,0 0,1 0,-2-1,1 1,0-1,-1 1,0-1,0 0,0 1,0-1,-1 0,0 0,0 1,0-1,-1-2,0 3,0 1,0 0,0-1,-1 1,0 0,1 0,-1 0,0 0,0 1,-1-1,1 0,0 1,-1-1,0 1,0 0,1 0,-1 0,0 0,0 1,-1-1,1 1,0 0,-1 0,1 0,0 0,-1 1,1-1,-1 1,-1 0,-5-1,1 1,0 0,0 1,0-1,0 2,0 0,0 0,0 0,0 1,-7 4,10-4,-1 0,0 1,1-1,0 2,0-1,0 1,0 0,1 0,0 0,0 1,0 0,1 0,-1 0,2 1,-1-1,1 1,0 0,0 0,1 0,-1 0,2 0,-1 1,1-1,0 3,2-7,-1 0,1 0,0-1,0 1,0 0,1 0,-1-1,0 1,1-1,0 1,0-1,0 0,0 0,0 1,0-1,0-1,1 1,-1 0,1-1,-1 1,1-1,0 0,-1 1,1-1,0-1,0 1,2 0,81 4,-78-6,-1 0,0-1,0 1,0-1,0-1,0 1,0-1,0 0,-1-1,0 0,0 0,0 0,0-1,0 0,-1 0,0 0,0 0,0-1,-1 0,0 0,0-1,0 1,-1-1,0 1,0-1,-1 0,0 0,0 0,-1 0,0-1,0-2,-2-23,2 39,1 1,0-1,0 1,1-1,-1 0,1 0,1 0,-1-1,1 1,0-1,0 1,1-1,0-1,0 1,0-1,0 1,4 1,14 9,0 0,1-2,0 0,1-2,0-1,1-1,20 4,37 10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21:59.19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307 422,'-4'21,"-5"17,-2 12,1 7,1 2,3-2,5-6,4-9,4-12,2-12</inkml:trace>
  <inkml:trace contextRef="#ctx0" brushRef="#br0" timeOffset="470.567">0 21,'18'-5,"0"0,0 1,0 1,0 1,0 1,1 0,-1 2,0 0,1 1,-1 0,0 2,12 3,-15-4,0 0,0 1,-1 0,1 1,-1 1,0 0,-1 1,1 0,-2 1,1 1,-1 0,0 0,-1 1,0 1,0 0,-2 1,1-1,-1 2,-1-1,0 2,-1-1,1 4,-1 7,-1-1,-2 2,0-1,-1 0,-2 1,0-1,-2 0,0 1,-5 17,2 15,3-54,1 0,-1 0,1 0,0 0,0 0,0 0,0 0,1 0,-1 0,1 0,0-1,0 1,0 0,0 0,0 0,1-1,-1 1,1-1,0 1,-1-1,1 0,0 1,1-1,-1 0,0 0,1-1,-1 1,1 0,-1-1,1 1,0-1,-1 0,1 0,0 0,0 0,1-1,3 2,1-1,-1 0,1 0,0-1,-1 0,1 0,0-1,-1 0,1-1,-1 1,1-1,-1-1,0 1,0-1,0-1,0 1,-1-1,1 0,-1-1,0 1,0-1,4-5,-2 2,0-1,-1-1,0 1,0-1,-1 0,0 0,-1-1,0 0,-1 0,0 0,-1 0,0-1,-1 1,1-7,-4-9,1 27,1 0,-1-1,0 1,0-1,0 1,0 0,0-1,0 1,0 0,0-1,0 1,0 0,0-1,0 1,0 0,0-1,0 1,-1 0,1-1,0 1,0 0,0-1,0 1,-1 0,1-1,0 1,0 0,-1 0,1-1,0 1,0 0,-1 0,1-1,0 1,-1 0,1 0,0 0,-1 0,1 0,0 0,-1 0,1-1,0 1,-1 0,1 0,-1 0,1 0,0 0,-1 1,1-1,0 0,-1 0,1 0,0 0,-1 0,1 0,0 0,-1 1,1-1,0 0,-1 0,1 1,0-1,-4 5,1 0,-1 0,1 1,1-1,-1 1,1 0,0 0,0 0,0 0,1 0,0 0,0 0,1 6,-1-3,1 0,0 0,0 1,1-1,1 0,0 0,0 0,0 0,1 0,0 0,1-1,0 0,1 0,-1 0,2 0,-1 0,1-1,0 0,0 0,4 2,3 2,1 0,0 0,1-1,0-1,1-1,0 0,0-1,1 0,-1-2,5 1,33 7</inkml:trace>
  <inkml:trace contextRef="#ctx0" brushRef="#br0" timeOffset="1332.37">1404 556,'-7'-9,"0"2,0-1,-1 1,0 0,0 1,-1 0,0 0,0 1,0 0,0 1,-1 0,0 0,0 1,0 0,0 1,-1 0,1 1,0 0,-1 0,1 1,-1 1,1 0,-5 1,11-2,0 1,0 0,1 0,-1 1,0-1,0 1,1 0,-1 0,1 0,0 0,-1 1,1-1,0 1,-2 2,4-4,0 0,0 1,1-1,-1 0,0 1,1-1,-1 0,0 1,1-1,0 1,-1-1,1 1,0-1,0 1,0-1,0 1,0-1,0 1,0-1,0 1,1-1,-1 0,0 1,1-1,-1 1,1-1,0 0,0 1,-1-1,1 0,0 0,0 1,0-1,0 0,0 0,0 0,1 0,-1-1,0 1,1 0,10 6,1 0,-1-1,1-1,1 0,-1-1,1 0,0-1,0-1,0 0,0-1,0 0,0-1,11-2,-12 1,0-1,0-1,0 0,0 0,-1-1,1-1,10-5,-22 10,-1 0,1 0,0 1,-1-1,1 0,-1 1,1-1,-1 1,1-1,-1 0,1 1,-1-1,1 1,-1-1,1 1,-1 0,0-1,1 1,-1-1,0 1,0 0,1-1,-1 1,0 0,0-1,0 1,0 0,0-1,0 1,0 0,0-1,0 1,0 0,0-1,-1 1,1 0,0-1,0 1,-1-1,1 1,0 0,-1-1,1 1,0-1,-1 1,1-1,-1 1,1-1,-1 1,1-1,-1 1,-2 10,2-5,0 0,1 1,0-1,0 0,0 1,1-1,0 0,0 1,1-1,0 0,0 0,0 0,1 0,0 0,0-1,0 1,1-1,-1 0,1 0,1 0,-1-1,1 1,-1-1,1 0,1 0,-1-1,0 1,1-1,0-1,0 1,0-1,0 0,4 1,1 1,0-1,0 0,1-1,-1 0,1-1,-1-1,1 1,-1-2,1 0,-1 0,0-1,1 0,-1-1,0 0,0-1,0 0,-1-1,0 0,0-1,0 0,0 0,-1-1,0 0,0-1,6-8,4-14,-1-1,-1 0,-2-1,-1-1,-2-1,7-30,1 2,-9 35,-5 26,-5 17,-30 231,16 34,14 75,0-672,-3 281,2 0,2-1,1 2,1-1,2 0,2 1,1 0,1 1,2 0,2 0,0 1,4-1,-12 25,0 1,0 0,1 0,0 1,0 0,1 0,-1 1,1 0,0 0,1 0,-1 1,1 1,0 0,5-2,-9 4,1-1,-1 1,1 0,0 1,-1-1,1 1,0 0,0 1,-1-1,1 1,0 0,-1 1,1-1,-1 1,0 0,1 0,-1 1,0-1,0 1,-1 1,1-1,-1 0,1 1,0 2,-1-2,-1 0,1 0,-1 1,-1 0,1-1,-1 1,1 0,-2 0,1 0,0 1,-1-1,0 0,0 1,-1-1,1 0,-1 1,0-1,-1 1,1-1,-1 1,0-1,0 0,-1 0,0 1,0-1,0 0,0-1,-1 1,0 1,-3 4,0-1,-1 1,0-1,0 0,-1-1,0 0,-1 0,1-1,-1 0,-1 0,1-1,-1 0,-6 2,9-5,1 0,-1 0,0-1,1 0,-1 0,0 0,-1-1,1 0,0 0,0-1,0 0,0 0,-1-1,1 0,0 0,-2-1,8 1,0 1,0-1,0 0,0 1,0-1,0 0,0 0,0 1,0-1,0 0,1 0,-1 0,0 0,0 0,1 0,-1-1,1 1,-1 0,1 0,-1 0,1 0,0-1,0 1,0 0,-1 0,1-1,0 1,0 0,1 0,-1-1,0 1,0 0,1 0,-1 0,0-1,1 1,-1 0,1 0,0 0,-1 0,1 0,0 0,36-39,-14 24</inkml:trace>
  <inkml:trace contextRef="#ctx0" brushRef="#br0" timeOffset="1836.178">2299 609,'28'46,"42"48,-63-87,1-1,0 0,0 0,1-1,0 0,0 0,0-1,0 0,1 0,-1-1,1-1,0 0,0 0,0-1,0 0,0 0,0-1,2-1,-9 0,-1 1,0-1,1 1,-1-1,0 0,0 0,1 0,-1 0,0 0,0-1,0 1,0-1,-1 1,1-1,0 0,-1 0,1 0,-1 0,1 0,-1 0,0 0,0 0,0 0,0 0,0-1,-1 1,1 0,-1-1,1 1,-1-1,0 1,-5-77,4 69,-1 1,0 0,0 0,-1 0,0 0,-1 0,0 1,0-1,-1 1,0 0,0 0,-1 1,0-1,0 1,-1 1,0-1,0 1,-1 1,1-1,-1 1,0 0,-1 1,1 0,-6-2,7 3,-1 1,1-1,-1 1,0 1,0-1,0 2,0-1,0 1,0 0,0 0,1 1,-1 0,0 0,-3 2,10-3,0 0,1 1,-1-1,0 0,0 0,1 1,-1-1,0 1,1-1,-1 0,0 1,1-1,-1 1,1-1,-1 1,1 0,-1-1,1 1,-1-1,1 1,0 0,-1 0,1-1,0 1,0 0,-1-1,1 1,0 0,0 0,0-1,0 1,0 0,0 0,0 0,0-1,0 1,0 0,1 0,-1-1,0 1,0 0,1-1,-1 1,1 0,-1-1,0 1,1 0,-1-1,1 1,0 0,33 25,2-11,0-1,1-2,0-2,1-1,0-2,1-2,0-1,-1-2,36-3,85-10,-156 12,-1 0,0 0,0 0,1 0,-1 0,0 0,0 0,0 1,0-1,0 1,-1-1,1 1,0 0,-1 0,1 0,-1 0,0 0,0 0,1 0,-1 0,-1 0,1 1,0-1,0 0,-1 1,0-1,1 1,-1-1,0 0,0 1,0-1,0 1,-1-1,1 0,-1 1,1-1,-1 0,0 1,0-1,0 11,0 18,-1-8,1-1,1 1,1 0,1 0,1-1,1 1,1-1,4 8,-8-27,0 0,0 0,0 0,1 0,-1 0,1-1,-1 1,1-1,0 1,0-1,1 0,-1 1,0-1,1 0,-1-1,1 1,-1 0,1-1,0 1,0-1,0 0,0 0,0 0,0-1,0 1,0 0,0-1,0 0,0 0,0 0,0 0,0-1,1 1,-1-1,0 1,2-2,13-8</inkml:trace>
  <inkml:trace contextRef="#ctx0" brushRef="#br0" timeOffset="2120.037">3194 195,'-11'-16,"-8"-10,-4-2,-2 3,1 8,2 12,3 10,-3 8,4 1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21:56.21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1 218,'11'0,"-1"1,1 0,-1 1,1 0,-1 0,1 1,-1 0,0 1,0 0,-1 1,1 0,-1 1,0-1,-1 2,1-1,6 8,5 5,-2 0,-1 1,0 0,-2 2,0-1,-1 2,-2 0,4 9,-16-30,0-1,1 1,-1-1,1 0,-1 1,1-1,-1 0,1 1,0-1,0 0,0 0,0 1,0-1,0 0,0 0,0 0,0 0,0 0,1-1,-1 1,0 0,0-1,1 1,-1 0,1-1,-1 0,1 1,-1-1,0 0,1 0,-1 1,1-1,-1-1,1 1,-1 0,1 0,-1 0,1-1,-1 1,10-7,-2 1,1-1,-1-1,0 0,-1 0,1-1,-2 0,1-1,0-1,7-7,70-87,-83 134,-3-23,0 0,0 0,1 1,0-1,0 0,1 0,-1 0,1 0,1 0,-1 0,1 0,0-1,0 1,1 0,-1-1,1 0,1 1,-1-1,1-1,0 1,0 0,0-1,0 0,1 0,0 0,0 0,0-1,0 0,0 0,4 1,-3-1,1-1,-1 1,0-1,1 0,0-1,-1 0,1 0,0 0,-1-1,1 0,0 0,0-1,0 0,-1 0,1 0,-1-1,1 0,-1 0,0-1,1 0,-1 0,0 0,-1-1,1 0,-1 0,0 0,0-1,0 0,0 0,-1 0,0 0,0-1,0 1,0-2,0-3,0 0,-1 0,0-1,0 1,-1-1,-1 1,0-1,0 1,-1-1,0 0,-1 0,0 1,-1-2,2 12,0-1,0 1,0-1,0 1,0-1,0 1,0-1,0 1,0-1,0 0,-1 1,1-1,0 1,0-1,0 1,-1 0,1-1,0 1,-1-1,1 1,0-1,-1 1,1 0,0-1,-1 1,1 0,-1-1,1 1,-1 0,1 0,-1-1,1 1,-1 0,1 0,-1 0,1 0,-1 0,1 0,-1 0,1 0,-1 0,0 0,1 0,-1 0,1 0,-1 0,1 0,-1 1,-16 21,15-15,-1-1,2 0,-1 1,1-1,0 1,0-1,1 1,0-1,0 1,0 0,1-1,0 1,1-1,-1 1,1-1,0 0,1 0,-1 0,1 0,1 0,-1 0,1-1,0 0,0 0,0 0,1 0,0 0,0-1,0 0,0 0,1 0,-1-1,1 0,5 2,-5-1,0 0,1-1,0 0,0 0,0-1,0 1,0-1,0-1,1 0,-1 0,0 0,1-1,-1 0,1 0,-1-1,0 0,1 0,-1-1,0 0,0 0,0-1,0 0,0 0,-1 0,1-1,-1 0,0 0,0-1,0 0,-1 0,2-2,1-7,-1 0,0-1,-1 0,-1 0,0 0,-1-1,-1 1,1-6,0 0,-3 84,0-56,-1 0,1 0,0-1,1 1,-1 0,1-1,1 1,-1-1,1 1,0-1,1 0,-1 0,1-1,0 1,1-1,-1 0,1 0,0 0,0 0,1-1,0 0,-1 0,1-1,0 0,1 0,-1 0,0 0,1-1,0 0,-1-1,3 1,35 1,-3-5</inkml:trace>
  <inkml:trace contextRef="#ctx0" brushRef="#br0" timeOffset="843.05">1551 298,'0'0,"0"-1,1 1,-1-1,0 1,0-1,0 1,0 0,0-1,1 1,-1-1,0 1,0-1,0 1,0-1,-1 1,1-1,0 1,0-1,0 1,0 0,0-1,0 1,-1-1,1 1,0-1,0 1,-1 0,1-1,0 1,-1 0,1-1,0 1,-1 0,1-1,-1 1,1 0,0 0,-1 0,1-1,-1 1,1 0,-1 0,1 0,-1 0,1 0,0 0,-1 0,1 0,-1 0,1 0,-1 0,1 0,-1 0,1 0,-1 0,1 0,-1 0,1 1,0-1,-1 0,1 0,-1 1,1-1,0 0,-1 1,1-1,0 0,-1 1,1-1,0 0,-1 7,0 0,1 0,0 0,0 0,0 0,1 0,0 0,1 0,0 0,0 0,0-1,1 1,0-1,0 0,0 1,1-1,0-1,0 1,0-1,1 1,0-1,0-1,1 1,-1-1,1 0,0 0,0 0,0-1,0 0,1 0,1 0,-1 1,-1-1,0 0,1 0,-1-1,1 0,0 0,0 0,0-1,0 0,0 0,0-1,0 0,0 0,0-1,0 0,0 0,0-1,0 1,0-1,-1-1,1 1,-1-1,0-1,1 1,-1-1,-1 0,1 0,-1-1,1 0,-1 0,-1 0,1 0,1-3,-2-2,0 0,-1 0,0 0,0 0,-1-1,-1 1,0 0,0-1,-1 0,0 1,-1-1,0 0,-10 32,10-15,-1 0,2-1,-1 1,1 0,0 0,0 0,0-1,1 1,0 0,0 0,1-1,-1 1,1-1,0 1,1-1,0 0,-1 0,1 0,1 0,-1-1,1 1,0-1,0 0,0 0,1 0,-1 0,1-1,0 0,0 0,0 0,0 0,6 1,5 1,0 0,0-2,1 1,0-2,-1 0,1-1,0-1,0-1,0 0,0-1,-1-1,1 0,-1-1,0-1,0-1,11-5,36-40,-62 50,1 1,-1 0,0 0,0-1,0 1,1 0,-1 0,0 0,0 0,1 0,-1 1,0-1,0 0,1 0,-1 1,0-1,0 1,0-1,0 1,0 0,0-1,0 1,0 0,0 0,0-1,0 1,0 0,0 0,-1 0,1 0,0 0,-1 0,1 1,-1-1,1 0,-1 0,0 0,1 0,-1 1,0-1,0 1,9 11,-2-5,0 0,1-1,0 0,0 0,0-1,1 0,0-1,0 1,1-2,0 1,-1-2,1 1,0-1,1-1,-1 0,6 1,8-1,0-1,0-1,0-1,0-1,0-1,18-5,-26 5,-13 1,1 0,0 1,0 0,0-1,0 1,0 1,0-1,0 1,0-1,0 1,0 0,0 1,0-1,0 1,0-1,0 1,0 0,0 1,0-1,-1 1,1 0,0 0,-1 0,0 0,1 0,-1 1,0 0,0-1,0 1,-1 0,1 1,1 3,-3-3,1-1,-1 1,0-1,1 0,0 0,0 0,0 0,0 0,0 0,0-1,1 1,0-1,-1 1,1-1,0 0,0 0,0 0,0 0,0-1,1 1,-1-1,1 0,-1 0,0 0,1-1,0 1,-1-1,1 0,2 0,-1-1,-1 0,0-1,0 0,0 0,0 0,0 0,0-1,0 1,-1-1,1 0,-1 0,0-1,0 1,0-1,0 1,-1-1,0 0,1 0,-1 0,-1 0,1 0,0-1,-1 1,0 0,0-1,-1 1,1-1,-1 1,0-1,0 1,0-1,-1 1,1-1,-1 1,0-1,0 1,-1 0,0 0,1-1,-1 1,-1-1,-4-8,0 1,0 0,-1 0,-1 1,0 0,-1 0,0 1,0 0,-1 1,0 0,-1 1,0 0,0 1,-1 0,0 1,0 0,0 1,-1 1,0 0,0 1,0 0,0 1,0 1,0 0,-1 1,1 0,0 1,0 1,0 1,0 0,-2 1,11-3,0 0,0 0,0 1,0 0,1 0,-1 0,1 1,-1-1,1 1,0 0,0 1,0-1,1 1,-1-1,1 1,0 0,0 0,0 1,0-1,1 0,0 1,0 0,0-1,0 1,1 0,0 0,0 0,0 0,0 0,1 0,0 1,0-1,1 0,-1 0,1 0,0 0,0 0,1 0,-1 0,3 4,23 23,4-7</inkml:trace>
  <inkml:trace contextRef="#ctx0" brushRef="#br0" timeOffset="2399.004">3008 84,'-1'-4,"1"-1,-2 1,1 0,0 0,-1 0,0 0,0 0,0 1,0-1,-1 0,1 1,-1 0,0 0,0 0,0 0,-1 0,1 0,0 1,-1-1,0 1,0 0,0 0,0 1,0-1,0 1,0 0,0 0,0 0,-1 1,1-1,0 1,0 0,-1 0,1 1,0-1,-1 1,1 0,0 0,0 0,0 1,-3 1,-1 5,1 0,0 1,0 0,1 0,0 1,1 0,0 0,1 0,0 1,0-1,1 1,0 0,1 0,0 0,1 0,1 0,-1 0,2 0,-1 0,3 10,3 10,2-1,1 0,1 0,2-1,1 0,1-1,1-1,1 0,2-1,1-1,1 0,-7-6,-5-7,-5-7,0 0,0-1,0 1,0 0,1-1,0 0,0 0,0 0,0-1,1 1,0-1,-1 0,1 0,2 1,-4-5,0 0,0 0,-1 0,1 0,0-1,-1 1,1-1,-1 1,0-1,1 0,-1 0,0 0,0 0,0 0,0-1,-1 1,1 0,-1-1,1 0,-1 1,0-1,0 0,0 1,0-1,-1 0,1 0,0 1,8-27,-1-1,-1 0,-1 0,-2-1,-1 1,-1-1,-2-6,1 4,-1 32,0-1,0 1,0 0,0 0,0-1,1 1,-1 0,0 0,0 0,1-1,-1 1,1 0,-1 0,1 0,0 0,-1 0,1 0,0 0,-1 0,1 0,0 0,0 1,0-1,0 0,0 0,0 1,0-1,0 1,1-1,-1 1,0-1,0 1,0 0,0-1,1 1,-1 0,0 0,0 0,1 0,-1 0,0 0,0 0,0 1,1-1,-1 0,0 1,0-1,0 1,0-1,0 1,0-1,0 1,0 0,0 0,194 53,-191-53,0 0,-1 1,1-1,0 1,-1 0,1 0,-1 0,0 1,0-1,0 1,0 0,0 0,0 0,-1 0,0 0,1 1,-1-1,0 1,-1-1,1 1,-1 0,1 0,-1-1,0 1,-1 0,1 0,-1 0,1 0,-1 0,-1 0,1 0,0 0,-1 0,-1 4,-10 39,9-40,0 0,1 0,0 0,0 0,0 0,1 0,0 1,0-1,1 1,-1-1,2 0,-1 1,1-1,0 0,1 1,0-1,0 0,1 0,-1 0,1-1,1 1,1 1,5 1,1-1,1-1,-1 0,1-1,1 0,-1 0,1-2,0 1,0-2,0 0,1 0,-1-1,1-1,-1 0,2-1,10 1,-1 0,1-2,0-1,-1-1,1-1,-1-1,0-1,13-6,-24 7,-1 1,0-2,0 0,0 0,-1-1,0-1,0 0,-1 0,0-1,0 0,-1-1,-1 0,1-1,-1 1,-1-2,4-7,-9 17,-1 0,1-1,-1 1,0-1,0 1,0-1,0 1,0-1,0 0,-1 1,0-1,1 0,-1 0,0 1,0-1,0 0,-1 0,1 1,0-1,-1 0,0 1,0-1,0 1,0-1,0 1,0-1,-1 1,1 0,-1-1,0 1,0 0,1 0,-1 0,-1 0,1 1,-2-2,-1 0,-1 1,0 0,0 1,0-1,0 1,0 0,0 1,-1-1,1 1,0 1,0-1,0 1,0 0,0 0,0 1,0 0,0 0,0 0,1 1,-1-1,1 1,0 1,-1-1,1 1,1 0,-1 0,1 0,0 1,0 0,0-1,0 1,1 1,0-1,0 0,0 1,0 0,3-4,0 1,0-1,0 0,0 0,0 0,0 0,1 0,-1 0,1 0,0 0,-1 0,1 0,0 0,0 0,0 0,0 0,0 0,1-1,-1 1,1-1,-1 1,1-1,-1 1,1-1,0 0,-1 0,1 0,0 0,0 0,0 0,0 0,0-1,0 1,0-1,0 1,1-1,78 7,8-30,-89 24,0-1,-1 1,1-1,0 1,0-1,0 1,-1-1,1 1,0-1,0 1,0-1,0 1,0-1,0 1,0-1,0 1,0-1,0 1,0-1,0 1,0-1,0 1,1-1,-1 1,0-1,0 1,1-1,-1 1,0-1,1 0,-1 1,0-1,1 1,-1-1,0 0,1 0,-1 1,1-1,-1 0,1 1,-1-1,1 0,-1 0,1 0,-1 0,1 1,-1-1,1 0,-1 0,1 0,-1 0,1 0,-1 0,1 0,-1-1,1 1,-1 0,1 0,-1 0,1 0,-1-1,1 1,-1 0,-1 6,0-2,-1 0,1 0,0 0,1 0,-1 0,1 0,0 0,0 0,0 0,0 0,1 1,-1-1,1 0,0 0,1 0,-1-1,1 1,-1 0,1 0,0-1,1 1,-1-1,1 0,-1 1,1-1,0 0,0-1,0 1,0 0,1-1,-1 0,1 0,0 0,1 1,1-2,0 1,0-1,0 0,0 0,1-1,-1 0,0 0,0 0,0-1,0 0,1 0,-1 0,0-1,-1 0,1 0,0 0,0-1,-1 0,0 0,0-1,1 1,-2-1,1 0,0 0,-1-1,0 1,0-1,0 0,-1 0,0-1,0 1,0-1,0 1,-1-1,1-3,4-16,-1 0,-1-1,-2 0,0 1,-2-1,-1 0,-1 0,-1 0,-1 0,2 25,1-1,-1 0,1 0,-1 1,1-1,0 0,0 0,-1 0,1 0,1 1,-1-1,0 0,0 0,1 0,-1 1,1-1,-1 0,1 0,0 1,0-1,-1 0,1 1,0-1,1 1,-1 0,0-1,0 1,1 0,-1-1,0 1,1 0,0 0,-1 0,1 0,-1 1,1-1,0 0,0 1,-1-1,1 1,0 0,0-1,11 0,1 0,-1 1,0 0,1 1,-1 0,0 1,0 1,0 0,0 0,-1 2,1 0,-1 0,6 4,-14-5,0 1,0-1,-1 1,1 0,-1 0,0 1,-1-1,1 1,-1-1,0 1,0 0,-1-1,0 1,0 0,0 0,-1 0,1 0,-2 0,1 0,-1 0,1 0,-2 0,1 0,-1 0,0-1,0 1,-1 1,-6 45,9-47,-1 1,1-1,0 0,1 1,-1-1,1 0,0 1,1-1,-1 0,1 0,0 0,0 0,0 0,1-1,0 1,0-1,0 0,0 1,1-1,0-1,0 1,0 0,0-1,0 0,1 0,-1 0,1-1,0 1,0-1,0 0,0-1,2 1,21 5,0-1,1-2,0-1,0-1,1-1,-1-2,0-1,0-1,0-2,-1 0,4-3,-9 2,0-2,0 0,-1-1,0-1,-1-1,0-1,-1-1,0-1,-1 0,-1-2,0 0,5-7,16-50,-38 71,0 0,0-1,-1 1,1 0,-1-1,0 1,0-1,0 1,0 0,0-1,0 1,-1-1,1 1,-1 0,0-1,0 1,1 0,-1 0,-1 0,1 0,0-1,0 2,-1-1,1 0,-1 0,0 0,1 1,-1-1,0 1,0-1,0 1,-1-1,-3 0,0-1,-1 1,1 0,-1 0,1 1,-1 0,1 0,-1 1,0 0,1 0,-1 0,0 1,1 0,-1 0,1 1,-1 0,1 0,0 0,0 1,0 0,0 0,0 0,0 1,1 0,0 0,0 1,0-1,0 1,1 0,0 0,0 1,0-1,1 1,-1 0,1 0,1 0,-1 0,1 0,0 1,1-1,-1 1,1-1,1 1,-1 0,1-1,0 1,0 0,1-1,0 1,2 5,0-6,1 0,-1 0,1-1,1 1,-1-1,1 0,0 0,0 0,0-1,1 0,-1 0,1 0,0-1,0 0,1 0,-1 0,1-1,-1 0,1 0,0-1,-1 0,1 0,0 0,0-1,0 0,0 0,0-1,0 0,-1 0,1-1,0 0,-1 0,1 0,-1-1,1 0,-1 0,0-1,-1 1,1-1,5-5,2-3,0-1,0 0,-1-1,-1 0,0-1,-1 0,-1 0,-1-1,0-1,0-1,-9 23,0 1,-1-1,2 1,-1 0,1-1,0 1,0 0,0-1,1 1,0 0,0-1,0 1,1-1,0 0,0 1,0-1,1 0,0 0,8 8,1 0,0-1,1 0,0-1,1-1,0 0,1-1,0 0,1-1,-1-1,1-1,1 0,13 3,46 15</inkml:trace>
  <inkml:trace contextRef="#ctx0" brushRef="#br0" timeOffset="6094.854">4666 459,'15'3,"0"-1,1-1,-1 0,0-1,0 0,0-1,0-1,0-1,0 0,0-1,0 0,-1-1,10-5,28-28,-51 36,0 1,0 0,0 0,0-1,0 1,0-1,0 1,-1-1,1 1,0-1,-1 0,1 1,-1-1,0 0,0 1,1-1,-1 0,0 1,-1-1,1 0,0 1,0-1,-1 0,1 1,-1-1,1 0,-1 1,0-1,1 1,-1-1,0 1,0 0,0-1,0 1,-1-1,-2-2,-1 1,1 0,0 0,-1 1,1-1,-1 1,0 0,0 0,0 1,0-1,0 1,0 0,0 1,0-1,-1 1,1 0,0 0,0 1,0-1,-1 1,1 0,0 1,0-1,0 1,1 0,-1 0,-1 1,3 2,0 1,1-1,-1 1,1-1,1 1,-1 0,1 0,0 0,0 0,0 0,1 0,0 0,0 0,1 0,-1 0,1 0,1 0,-1 0,1 0,0-1,0 1,1-1,-1 1,1-1,1 0,0 1,10 17,0-1,2 0,0-1,2-1,0-1,1 0,1-2,1 0,0-1,1-1,12 5,29 15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22:16.44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46,'770'-11,"1071"5,-1646 2,194-18,-367 20,-21 2,-1 0,0 1,1-1,-1 0,0 1,0-1,0 0,1 1,-1-1,0 1,0-1,0 0,0 1,0-1,0 0,0 1,0-1,0 1,0-1,0 1,0-1,0 0,0 1,0-1,0 0,0 1,0-1,0 1,-1-1,1 0,0 1,0-1,0 0,-1 1,1-1,0 0,-1 1,1-1,0 0,0 0,-1 1,1-1,0 0,-1 0,1 0,-1 0,1 1,0-1,-1 0,1 0,-1 0,1 0,0 0,-1 0,1 0,-1 0,1 0,0 0,-1 0,1 0,-1 0,1 0,0-1,-1 1,1 0,0 0,-1 0,-17 6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22:14.55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478 33,'2'23,"1"19,2 13,0 9,2 5,-1 0,1-3,0-6,-2-8,-2-11,-5-12,-3-12</inkml:trace>
  <inkml:trace contextRef="#ctx0" brushRef="#br0" timeOffset="273.392">10 7,'-9'-3,"8"3,20 2,30 2,32-1,28 0,20-1,10-1,-1 0,-7-1,-18 1,-27-2</inkml:trace>
  <inkml:trace contextRef="#ctx0" brushRef="#br0" timeOffset="573.863">1721 207,'-7'-10,"0"0,0 1,-1-1,0 2,-1-1,0 1,0 1,-1-1,0 2,0-1,0 1,-1 1,0 0,0 1,-1 0,1 0,-1 1,0 1,1 0,-1 0,0 1,0 1,0 0,0 1,0 0,-4 1,2 2,-1 0,0 1,1 1,0 0,0 1,1 0,-1 1,2 1,-1 0,1 0,1 1,0 1,0 0,-4 6,8-9,1 1,-1 0,1 0,1 0,0 1,0 0,1 0,0 0,0 1,2-1,-1 1,1 0,1-1,0 1,0 0,1 0,0 0,1 0,1 0,1 6,0-7,0-1,1 1,1-1,0 0,0 0,0-1,1 0,1 0,-1 0,1 0,1-1,-1-1,1 1,0-1,1 0,-1-1,1 0,0 0,0-1,2 0,18 7,0-1,1-1,0-2,1 0,29 1,-1-4,-1-2,1-2,-1-3,1-3,-1-2,0-3,10-5,20-9</inkml:trace>
  <inkml:trace contextRef="#ctx0" brushRef="#br0" timeOffset="1041.625">2376 33,'-3'-2,"0"1,1 8,-3 14,0 17,2 14,0 11,1 4,5 0,7-4,9-9,10-9,8-10,9-11,6-9,5-12,-2-11,-9-4</inkml:trace>
  <inkml:trace contextRef="#ctx0" brushRef="#br0" timeOffset="1268.639">2871 60,'-7'-16,"-5"-5,1 3,1 14,3 19,4 20,6 21,4 14,0 6,0 2,-1-3,-2-8,-2-8,-3-12,-2-14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22:22.21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579 239,'4'-3,"-1"1,0-1,0 0,0 0,0-1,0 1,-1-1,1 1,-1-1,0 0,0 0,-1 0,1 0,-1 0,0 0,0 0,0 0,0-1,-1 1,0 0,0-1,0 1,0 0,-1 0,1-1,-1 1,0 0,-1 0,1 0,-1 0,0 0,0 0,0 0,0 1,0-1,-1 1,0-1,0 1,0-1,-13-7,0 1,0 0,-1 1,0 1,0 1,-1 0,0 1,0 1,-1 1,1 0,-1 1,0 1,0 1,0 1,-3 1,10-2,0 1,1 0,-1 1,1 0,-1 1,1 0,-1 1,1 1,0-1,0 2,1-1,-1 1,1 1,0 0,0 1,1-1,0 2,0-1,1 2,0-1,0 1,1 0,0 0,1 1,-4 6,1 5,2 0,0 1,1 0,1 0,1 1,1-1,1 1,1 0,2-1,0 1,1 0,1-1,1 1,1-1,0 0,3 0,-1-3,1-1,1 0,1-1,0 0,1-1,1 0,1-1,0 0,1 0,0-2,1 0,1-1,0 0,0-1,1-1,1-1,0 0,0-1,0-1,1-1,0 0,1-2,-1 0,8 0,1-1,1 0,0-2,-1-1,1-2,0 0,-1-2,0-1,0-2,0 0,0-2,2-2,-15 5,0-1,0 0,-1-1,0 0,0-2,-1 1,0-1,0-1,-2-1,1 1,-1-2,-1 0,0 0,-1 0,-1-1,0-1,0 0,-2 0,0 0,-1-1,-2 11,-1 0,-1 0,1 0,-1 0,0-1,0 1,-1-1,1 1,-1-1,0 1,-1-1,1 1,-1 0,0-1,-1 1,1 0,-1 0,0-1,1 5,-1 1,1-1,0 1,0-1,-1 1,1 0,0 0,-1 0,1 0,0 0,0 0,-1 0,1 0,0 0,-1 1,1-1,0 0,0 1,-1-1,1 1,0-1,0 1,0 0,0-1,0 1,0 0,0 0,0 0,0 0,0 0,0 0,1 0,-1 0,0 0,1 0,-1 1,1-1,-1 0,1 0,0 0,-1 1,1-1,0 0,0 1,0-1,0 0,0 0,0 2,-2 4,1-1,0 1,0 0,1 0,0 0,0 0,0 0,1 0,0 0,1 0,0 0,0 0,0-1,0 1,1-1,0 1,1-1,0 0,-1 0,2-1,-1 1,1-1,0 0,0 0,0-1,4 4,8 5,1-1,0 0,1-2,0 0,0-1,1 0,0-2,7 1,-8-2,1-1,0-1,0-1,0-1,1-1,-1 0,3-2,-15 1,-1-1,1 0,-1 0,1-1,-1 0,0 0,0-1,0 0,0 0,0 0,0-1,-1 0,0-1,0 1,0-1,0 0,-1 0,0-1,0 0,2-3,34-100,-36 91,1 0,-6 18,1 0,-1-1,0 1,0 0,1 0,-1 0,0 0,1 0,-1 0,0 0,1 0,-1 0,0 0,1 0,-1 0,0 0,1 0,-1 0,0 1,1-1,-1 0,0 0,1 0,-1 0,0 1,0-1,1 0,-1 0,0 0,0 1,1-1,-1 0,0 0,0 1,0-1,0 0,1 1,-1-1,0 0,0 1,0-1,0 0,0 1,0-1,0 0,0 1,0-1,0 0,0 1,0-1,0 0,0 1,0-1,0 0,0 1,-1-1,1 0,0 0,0 1,0-1,0 0,-1 1,1-1,0 0,0 0,26 348,28 93,-21-205,-24-168,-2 1,-3 0,-3 1,-4 10,-18-6,20-73,0 1,0 0,0-1,0 1,0-1,0 1,-1-1,1 1,-1-1,1 0,-1 0,1 0,-1 0,0 0,1 0,-1 0,0 0,0-1,0 1,0-1,0 1,0-1,1 0,-1 1,0-1,0 0,0-1,0 1,0 0,0 0,0-1,0 1,0-1,1 0,-1 0,0 0,-10-5,1-1,0-1,1 0,0 0,0-1,1-1,0 1,0-1,1-1,1 0,-3-4,5 8,-40-59,3 0,3-3,4-1,2-2,-10-39,41 107,-1-1,1-1,-1 1,1-1,0 1,1-1,0 1,-1-1,2 0,-1 0,1 0,0 0,0 0,0 1,1-1,0 0,0 0,1 1,-1-1,1 0,0 1,2-4,3 3,-1 0,1 1,-1 0,2 0,-1 0,0 1,1 0,0 1,0-1,0 1,8-1,76-22,1 4,80-8,5-1,-128 20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22:22.76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83,'25'0,"32"0,34-5,37-3,32-3,26-2,11 0,-8 1,-20 3,-32 3,-34 2,-38 3,-32 0,-23 2,-10-1,-2 1,0-1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22:29.39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375 1,'-5'83,"-3"0,-4-1,-4 0,-4 2,-18 101,34-172,1-1,0 1,1 1,0-1,1 0,0 0,1 0,1 1,0-1,1 0,0 0,1 0,0 0,1-1,1 1,0-1,0 0,2 0,-1-1,1 1,1-1,1 0,2-2,0-1,0-1,1 0,0 0,0-1,1-1,-1 0,1 0,0-2,1 0,-1 0,1-1,-1-1,1 0,-1-1,1 0,0-1,-1 0,9-3,25-7</inkml:trace>
  <inkml:trace contextRef="#ctx0" brushRef="#br0" timeOffset="303.429">1 362,'25'0,"26"2,25 1,23 3,15 1,3 1,-18-2</inkml:trace>
  <inkml:trace contextRef="#ctx0" brushRef="#br0" timeOffset="632.959">643 977,'4'2,"1"0,0 0,0-1,0 1,0-1,0-1,0 1,0-1,0 1,0-1,0-1,1 1,-1-1,0 0,0 0,0 0,0-1,-1 0,1 0,0 0,-1-1,1 1,-1-1,0 0,0 0,0 0,0-1,-1 0,1 1,-1-1,1-2,-1-2,0-1,-1 1,0-1,0 0,-1 1,0-1,0 0,-1 0,0 0,-1 0,0 0,-1 1,1-1,-2 0,0-3,-56-121,58 132,0 0,0 1,0-1,0 0,0 0,1 0,-1 0,0 0,1 0,-1 0,1 0,-1 0,1 0,-1 0,1 0,0 0,-1 0,1 0,0-1,0 1,0 0,0 0,0 0,0 0,0-1,0 1,1 0,-1 0,0 0,1 0,-1 0,1 0,-1 0,1 0,-1 0,1 0,0 0,0 0,-1 0,1 0,0 0,0 1,0-1,0 0,0 1,0-1,0 1,0-1,0 1,0-1,1 1,140-4,-134 4,28 0,1 2,-1 1,0 2,25 6,-59-10,1-1,0 0,-1 1,1 0,-1-1,1 1,-1 0,1 0,-1 1,0-1,1 1,-1-1,0 1,0-1,0 1,0 0,0 0,-1 0,1 0,0 0,-1 1,0-1,1 0,-1 1,0-1,0 1,0-1,-1 1,1 0,-1-1,1 1,-1 0,0-1,0 1,0 0,-1 0,-14 52,12-51,0 0,1 1,0-1,0 1,0-1,0 1,1 0,0 0,0 0,0 0,1 0,0 0,-1 0,2 0,-1 0,1 0,-1 0,1 0,1 0,-1 0,1 0,0-1,0 1,0 0,1-1,-1 0,1 0,0 0,0 0,1 0,-1 0,4 2,13 3,0 0,1-1,1-1,-1-1,1-1,0 0,1-2,-1-1,0-1,12-1,-22 1,65 3</inkml:trace>
  <inkml:trace contextRef="#ctx0" brushRef="#br0" timeOffset="1417.639">1926 737,'-11'-8,"-1"1,0 0,0 1,-1 0,1 1,-1 0,0 1,-1 1,1 0,-1 1,1 0,-1 1,0 0,1 2,-1-1,0 2,1-1,-1 2,-5 2,15-4,0 1,0 0,0 1,1-1,-1 1,1 0,-1-1,1 1,0 1,0-1,0 0,1 1,-1 0,1-1,0 1,0 0,0 0,1 0,-1 1,1-1,0 0,0 0,0 1,1-1,-1 1,1-1,0 0,1 1,-1-1,1 1,0-1,0 0,0 0,0 1,1-1,0 0,0 0,0 0,0-1,1 1,-1 0,1-1,0 0,2 2,2 2,1-2,0 1,0-1,0 0,1-1,-1 1,1-2,0 1,1-2,-1 1,0-1,1 0,0-1,-1 0,1-1,-1 0,1 0,0-1,4-1,-6 1,0 0,-1-1,1 0,-1 0,0-1,1 0,-1 0,-1 0,1-1,0 0,-1-1,0 1,0-1,0 0,0-1,-1 0,0 1,0-2,-1 1,0 0,0-1,0 0,-1 0,1-3,1-8,-1 0,-1-1,-1 1,0-1,-2 0,0 0,-1 1,-3-13,5 30,-1 1,0-1,1 0,-1 1,0-1,0 1,0-1,0 0,1 1,-1-1,0 0,0 1,0-1,0 0,-1 1,1-1,0 1,0-1,0 0,0 1,-1-1,1 0,0 1,0-1,-1 1,1-1,-1 1,1-1,0 1,-1-1,1 1,-1-1,1 1,-1 0,1-1,-1 1,0 0,1-1,-1 1,1 0,-1 0,0-1,1 1,-1 0,1 0,-1 0,0 0,1 0,-1 0,0 0,1 0,-1 0,0 0,1 1,-1-1,0 0,-2 8,0 0,0 1,0 0,1-1,1 1,-1 0,2 0,-1-1,1 1,0 0,1 0,0 0,0 0,1-1,0 1,1 0,3 6,-2-4,2 0,-1 0,1-1,1 0,0 0,0-1,1 0,0 0,1 0,0-1,0-1,1 0,5 4,-10-8,-1 0,1-1,0 1,0-1,0 0,0 0,0-1,1 1,-1-1,0 0,1-1,-1 1,1-1,-1 0,1 0,-1-1,0 0,1 0,-1 0,0 0,1-1,-1 0,0 0,0 0,-1-1,1 0,0 0,-1 0,0 0,2-2,7-11,0-1,-2 0,0 0,-1-1,-1 0,0-1,-2 0,0 0,-1 0,-1-1,-1 0,1-18,-2 18,-14 43,7-10,2 1,-1 0,2 0,0-1,0 1,1 0,1 0,0 0,1 0,1 3,-1-10,0-1,0 0,0 1,1-1,0 0,0-1,1 1,-1-1,1 1,0-1,1 0,-1 0,1-1,0 1,0-1,1 0,-1-1,1 1,0-1,0 0,0 0,4 1,-3-2,0 0,1 0,-1-1,0 0,0 0,1-1,-1 0,0 0,0-1,1 0,-1 0,0 0,0-1,0 0,0-1,0 1,0-1,-1-1,1 1,-1-1,0 0,0 0,-1-1,1 0,-1 0,0 0,0-1,0 0,6-9,0 0,-1-1,0 0,-1-1,-1 0,-1 0,-1-1,0 0,-1 0,1-9,-1-32,-4 59,-1-1,0 1,0 0,0-1,0 1,0 0,0-1,0 1,0 0,0 0,0-1,0 1,0 0,0-1,0 1,-1 0,1-1,0 1,0 0,0 0,0-1,0 1,-1 0,1 0,0-1,0 1,0 0,-1 0,1-1,0 1,0 0,-1 0,1 0,0 0,-1 0,1-1,0 1,-1 0,1 0,0 0,0 0,-1 0,1 0,0 0,-1 0,1 0,0 0,-1 0,1 0,0 0,-1 0,1 0,0 1,0-1,-1 0,1 0,0 0,-1 0,1 1,0-1,0 0,0 0,-1 0,1 1,0-1,0 0,0 0,-1 1,1-1,-14 20,10-13,0 0,1 0,-1 1,2-1,-1 1,1-1,0 1,0 0,1 0,1 0,-1 0,1 0,0 0,1 0,0 0,0 0,1-1,-1 1,2 0,-1-1,1 1,1-1,-1 0,1 0,0 0,1 0,-1-1,2 0,3 4,0-2,1 0,0-1,1 0,0-1,0 0,0-1,10 3,29 9</inkml:trace>
  <inkml:trace contextRef="#ctx0" brushRef="#br0" timeOffset="1766.158">3330 576,'-24'-10,"0"1,0 1,-1 1,0 2,0 0,-1 1,1 2,-12 0,35 2,0 0,1 0,-1-1,1 1,-1 0,0 0,1 1,-1-1,0 0,1 0,-1 1,1-1,-1 1,0 0,1-1,0 1,-1 0,1 0,-1 0,1 0,0 0,0 0,-1 0,1 0,0 0,0 1,0-1,0 0,1 1,-1-1,0 1,0-1,1 1,-1-1,1 1,0 0,-1-1,1 1,0 0,0-1,0 1,0 0,0-1,0 1,1-1,-1 1,0 0,1-1,-1 1,1-1,0 1,-1-1,1 1,0-1,0 0,0 1,1 0,11 9,0 0,1-1,0 0,0-1,1-1,0 0,1-1,10 2,-10-2,30 12,-26-12,-1 1,0 0,-1 2,0 0,10 8,-26-17,0 0,0 0,0 0,-1 1,1-1,0 1,-1-1,1 1,-1 0,1-1,-1 1,0 0,0 0,0 0,0 0,0 0,0 0,-1 0,1 0,-1 1,1-1,-1 0,0 0,0 0,0 1,0-1,0 0,0 0,-1 0,1 1,-1-1,1 0,-1 0,0 0,0 0,0 0,0 0,0 0,-1-1,1 1,-1 0,-9 8,-1-1,-1 0,1-1,-1 0,-1-1,1 0,-1-2,0 1,-1-2,1 0,-1 0,0-2,0 0,-7 0,-6 1</inkml:trace>
  <inkml:trace contextRef="#ctx0" brushRef="#br0" timeOffset="2066.855">3744 630,'-11'20,"-7"21,1 16,2 18,5 11,3 8,3 2,3 0,1-5,0-10,1-9,-3-12,-3-14,-2-13,-4-12,-1-14,2-8</inkml:trace>
  <inkml:trace contextRef="#ctx0" brushRef="#br0" timeOffset="2332.881">3650 857,'13'-162,"-13"160,0-1,-1 1,1-1,1 1,-1-1,0 0,1 1,-1 0,1-1,-1 1,1-1,0 1,0 0,1-1,-1 1,0 0,1 0,-1 0,1 0,0 0,-1 0,1 1,0-1,0 0,0 1,0 0,1-1,-1 1,0 0,1 0,8 0,0 0,0 0,0 2,0-1,0 1,0 1,-1 0,1 0,0 1,9 5,-16-7,25 7,-1 2,0 1,-1 1,0 1,-1 2,10 7,-34-22,-1 1,1 0,0 0,0-1,0 1,-1 0,1 1,0-1,-1 0,1 0,-1 1,0-1,1 1,-1-1,0 1,0-1,0 1,0 0,0 0,0 0,0-1,-1 1,1 0,-1 0,1 0,-1 0,0 0,0 0,0 0,0 0,0 0,0 0,-1 0,1 0,0 0,-1 0,0-1,1 2,-7 1,0 1,-1-1,1 0,-1-1,1 0,-1 0,0-1,0 0,0 0,0 0,-1-1,-7-1,9 1,-130 8,123-12,38-4,17-1,3-1</inkml:trace>
  <inkml:trace contextRef="#ctx0" brushRef="#br0" timeOffset="2600.151">4239 776,'-1'6,"0"0,1 0,0 0,0 0,0 0,0 0,1 0,0 0,1 0,-1-1,1 1,0 0,0-1,1 1,0-1,0 0,0 0,1 0,-1 0,1-1,0 1,0-1,1 0,0 0,-1 0,1-1,0 0,1 0,-1 0,0-1,1 1,0-1,0 1,0-1,0 1,0-1,0-1,1 1,-1-1,0 0,1 0,-1-1,0 0,1 0,-1-1,1 1,-1-1,0-1,0 1,1-1,-1 0,0 0,-1-1,1 0,0 0,-1 0,1-1,-1 0,0 0,0 0,-1-1,1 1,-1-1,0 0,0 0,-1-1,2-2,-3 1,0-1,0 0,-1 1,0-1,0 0,-1 0,0 0,-1 1,1-1,-2 0,1 0,-1 1,0-1,0 1,-1-1,0 1,0 0,-1 0,0 0,0 1,-1 0,0-1,0 1,0 1,-1-1,0 1,0 0,0 0,0 1,-1 0,0 0,0 0,0 1,0 0,0 0,-1 1,-4-1,8 2,0 1,0-1,-1 1,1 0,0 0,0 0,0 1,0-1,0 1,0 0,0 0,0 0,0 1,0-1,1 1,-1 0,1 0,-1 1,1-1,0 1,-1-1,1 1,1 0,-1 0,0 0,1 1,-1-1,1 1,0-1,0 1,1 0,-1 0,1-1,0 1,-1 2,-4 30</inkml:trace>
  <inkml:trace contextRef="#ctx0" brushRef="#br0" timeOffset="3259.901">4639 1003,'4'-77,"3"0,11-45,6-58,-18 138,-6 41,1 1,0-1,0 0,0 1,0-1,-1 1,1-1,0 1,0 0,0-1,0 1,0 0,0 0,0 0,0-1,0 1,0 0,0 0,0 1,0-1,0 0,0 0,0 0,0 1,0-1,0 0,0 1,0-1,0 1,0-1,0 1,-1-1,1 1,0 0,0 0,-1-1,1 2,4 0,202 109,-200-108,0 0,-1 0,0 0,0 1,0 0,0 0,0 1,-1 0,0 0,0 0,0 0,-1 1,0 0,0 0,0 0,-1 0,1 0,-2 1,1 0,-1-1,0 1,0 0,-1 0,1 3,-15 56,0 28,13-90,1-1,-1 1,1-1,0 0,0 1,1-1,-1 0,1 1,-1-1,1 0,0 0,0 0,1-1,-1 1,0 0,1-1,0 0,-1 1,1-1,0 0,0 0,0-1,1 1,-1-1,1 1,6 1,1 0,-1-1,1 0,-1 0,1-1,-1-1,1 0,-1 0,1-1,0-1,-1 1,0-2,1 1,-1-2,0 1,0-1,-1-1,1 0,-1 0,0-1,0 0,-1 0,0-1,0 0,-1 0,1-1,-1 0,-1-1,0 1,0-1,-1-1,3-4,17-40,-1-1,-3-1,-3-1,-2-1,-2 0,-3-1,-3-3,8-40,-4 0,-5-2,-8 75,0 29,1-1,-1 1,1 0,0 0,-1 0,1 0,-1 0,1 0,-1 0,1 0,-1 0,1 0,-1 0,1 0,-1 0,1 0,-1 0,1 0,0 1,-1-1,1 0,-1 0,1 1,-1-1,1 0,0 0,-1 1,1-1,0 0,-1 1,1-1,0 1,0-1,-1 0,1 1,0-1,0 1,0-1,-1 1,1-1,0 0,0 1,0-1,0 1,0-1,0 1,0-1,0 1,0-1,0 1,0-1,0 1,1-1,-1 1,0-1,0 0,0 1,1 0,-17 65,2 2,4 0,1 31,2-26,3-1,4 1,6 55,-3-99,2-1,0 0,2 0,1 0,1-1,1 0,1-1,2 0,1-1,0-1,3 2,47 41,-61-65,0 1,0-1,0 0,0 0,1 0,-1 0,1-1,-1 0,1 1,0-1,0 0,-1 0,1-1,0 1,0-1,0 0,0 0,-1 0,1-1,0 1,3-2,-4 1,0-1,0 0,0 0,0 0,0 0,-1 0,1-1,-1 1,1-1,-1 0,0 1,0-1,0 0,-1 0,1 0,0-1,-1 1,0 0,12-32</inkml:trace>
  <inkml:trace contextRef="#ctx0" brushRef="#br0" timeOffset="3507.978">5589 656,'-298'-190,"296"188,1 2,0 0,1 0,-1-1,0 1,0 0,0-1,0 1,1-1,-1 1,0-1,1 1,-1-1,0 1,1-1,-1 0,1 1,-1-1,1 0,-1 0,1 1,-1-1,1 0,0 0,-1 0,1 1,0-1,0 0,0 0,0 0,-1 0,1 0,0 0,1 1,-1-1,0 0,0 0,0 0,0 0,1 0,-1 1,0-1,1 0,-1 0,1 0,-1 1,1-2,7-1,-1 0,1 0,0 0,0 1,0 0,1 1,-1 0,0 0,1 1,-1 0,9-2,449-9,-370 11,325 5,-398-5,-13 0,0 0,0 0,0 1,0 1,0-1,-1 2,1-1,-1 1,2 1,-9 10,-36 0,-15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22:28.46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1 280,'7'-2,"18"-1,20 0,24 3,20 1,13 4,4 2,-8 2,-14 5,-21 2,-21 0,-18-2</inkml:trace>
  <inkml:trace contextRef="#ctx0" brushRef="#br0" timeOffset="234.912">95 494,'13'0,"19"0,19 0,20 0,15 0,8 0,-2 0,-7 0,-18 0</inkml:trace>
  <inkml:trace contextRef="#ctx0" brushRef="#br0" timeOffset="480.779">657 80,'-94'-70,"95"70,-1 0,0-1,1 1,-1 0,0 0,0 0,0 0,1 0,-1-1,0 1,0 0,1 0,-1 0,0-1,0 1,0 0,0 0,0-1,1 1,-1 0,0 0,0-1,0 1,0 0,0-1,0 1,0 0,0 0,0-1,0 1,0 0,0-1,0 1,0 0,0 0,0-1,0 1,-1 0,168 71,-156-66,55 24,0 2,-2 4,-2 2,4 7,-56-36,1 0,-2 1,1 0,-1 0,-1 1,1 0,-2 1,1 0,-6-7,1 1,-1-1,0 0,-1 1,1-1,-1 1,0-1,0 1,0 0,-1-1,1 1,-1 0,-1 0,1-1,0 1,-1 0,0 0,0-1,-1 1,1-1,-1 1,0-1,-1 1,-7 10,-1-1,0 0,-1-1,-1 0,0-1,-1 0,0-2,-1 1,0-2,-15 8,22-12,-191 118,158-94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22:37.63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0 202,'415'-30,"-212"13,2181-133,-2267 146,-91 5,-12 2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22:39.61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556 401,'14'-2,"20"-1,24 0,26 3,22 2,12 2,0 3,-11 4,-18 4,-28 1,-24-3</inkml:trace>
  <inkml:trace contextRef="#ctx0" brushRef="#br0" timeOffset="252.608">676 642,'16'2,"24"1,25 0,24-3,20-6,12-4,1-5,-7-5,-15-3,-26 2</inkml:trace>
  <inkml:trace contextRef="#ctx0" brushRef="#br0" timeOffset="516.228">1425 107,'0'16,"11"12,20 8,23 7,20 3,14 1,3-1,-5-2,-12-1,-19 1,-24 2,-27 2,-32 5,-33 2,-29 3,-24-1,-18-4,14-10</inkml:trace>
  <inkml:trace contextRef="#ctx0" brushRef="#br0" timeOffset="800.848">636 0,'-47'47,"-2"-3,-2-1,-2-3,-48 27,89-59,-244 145,196-117,59-35,0 1,0 0,1-1,-1 1,0 0,1 0,0 0,-1 0,1 0,0 0,0-1,0 1,0 0,0 0,1 0,-1 0,0 0,1 0,-1-1,1 1,0 0,0 0,0-1,0 1,0 0,0-1,0 1,0-1,1 1,-1-1,0 0,1 0,-1 1,1-1,0 0,-1 0,1-1,2 4,56 52,3-4,2-2,2-3,66 34,-38-27,3-4,2-4,72 21,-77-36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22:17.59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601 442,'20'0,"21"0,21 0,19 0,15 0,11 0,2 0,-4 0,-10 0,-15 0,-18 0,-18 0,-14 0,-10 0,-8 0</inkml:trace>
  <inkml:trace contextRef="#ctx0" brushRef="#br0" timeOffset="3379.675">921 736,'7'0,"16"-3,20-2,23-1,20 1,15 1,5 1,-1 4,-9 1,-15 3,-19 1,-17-2,-19 0,-13-1</inkml:trace>
  <inkml:trace contextRef="#ctx0" brushRef="#br0" timeOffset="21151.347">547 0,'-43'65,"-2"-2,-4-2,-2-2,-2-2,-34 25,2 1,75-73,-4 3,1 0,0 0,1 1,0 1,1 0,1 0,0 1,1 1,-5 14,12-26,1 1,0-1,1 1,-1-1,1 1,0-1,0 1,1-1,0 1,0-1,0 1,0-1,1 1,0-1,0 0,1 0,-1 0,1 0,0-1,0 1,1-1,0 2,10 9,0-1,0-1,2 0,-1 0,14 6,57 31,3-3,1-5,3-4,0-4,49 10,112 33,-151-46</inkml:trace>
  <inkml:trace contextRef="#ctx0" brushRef="#br0" timeOffset="21536.988">2084 161,'28'29,"1"-1,1-1,2-1,12 7,6 5,-46-35,37 26,-1 2,-2 2,-2 1,0 2,-3 1,-1 1,25 42,-52-72,0 0,-1 0,0 0,0 1,-1-1,0 1,-1 0,0 0,0 0,-1 1,0-1,0 0,-1 0,-1 1,1-1,-2 0,1 0,-1 0,-2 5,-5 3,-1 0,-1 0,-1-1,0-1,0 0,-2-1,0 0,-1-1,0 0,-1-1,-10 5,-170 117,99-72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22:36.14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655 85,'-2'25,"1"22,1 16,3 12,3 8,0 2,0-2,-2-4,-3-9,-5-13,-1-17</inkml:trace>
  <inkml:trace contextRef="#ctx0" brushRef="#br0" timeOffset="269.129">213 72,'-20'-9,"-16"-6,-7 1,2-1,6 3,9 6,15 6,21 7,25 7,27 2,30-2,27-4,20-6,12-5,3-5,-7-2,-28 0</inkml:trace>
  <inkml:trace contextRef="#ctx0" brushRef="#br0" timeOffset="553.031">1818 379,'-2'-10,"0"0,0 0,-1 0,0 0,-1 1,0 0,-1-1,0 2,0-1,-1 0,0 1,0 0,-1 1,0-1,0 1,-1 0,0 1,0 0,-1 0,0 1,0 0,0 1,0 0,-5-2,0 1,-1 1,0 0,1 1,-1 0,-1 1,1 1,0 0,0 1,0 1,0 0,0 1,0 1,0 0,0 1,1 1,-3 1,5-1,1 1,-1 0,1 0,1 1,-1 1,1 0,1 0,0 1,0 0,0 0,1 1,1 1,0-1,0 1,1 0,0 0,1 1,0 0,1 0,0 0,1 1,1-1,0 1,0-1,1 1,1 0,0 0,1-1,0 1,1 0,1-1,0 0,2 8,2-7,0 0,1 0,0-1,0 0,2-1,-1 1,1-2,1 0,0 0,1-1,-1 0,2-1,-1 0,11 4,7 3,1-2,1-1,0-2,0 0,32 3,-31-7,0-1,0-1,0-2,0-2,1-1,-1-1,0-2,0-2,-1 0,1-3,-2 0,1-2,0-2,27-17</inkml:trace>
  <inkml:trace contextRef="#ctx0" brushRef="#br0" timeOffset="802.734">2339 179,'0'4,"0"16,0 18,3 15,2 14,3 7,2 4,3-2,0-9,-2-12,0-13,0-17,-1-19,-4-10</inkml:trace>
  <inkml:trace contextRef="#ctx0" brushRef="#br0" timeOffset="985.415">2325 192,'5'-5,"10"6,17 11,18 14,17 12,15 10,8 6,-1 2,-8-1,-16-1,-19-5,-24-4,-27-5,-31-5,-32-4,-30-7,2-8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22:44.79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0 192,'27'-3,"28"-2,24-3,18 0,9 1,2 2,-12 1,-22 5,-26 6,-20 2</inkml:trace>
  <inkml:trace contextRef="#ctx0" brushRef="#br0" timeOffset="171.389">94 352,'27'7,"25"2,24-1,18-1,12-6,6-7,-7-5,-10-7,-23 1</inkml:trace>
  <inkml:trace contextRef="#ctx0" brushRef="#br0" timeOffset="405.714">789 31,'-90'-30,"107"29,75 12,0 4,-1 4,-2 4,38 16,-113-34,0 1,0 0,-1 1,0 1,0 0,0 1,-1 0,3 4,-13-11,1 1,0 0,-1 0,0 0,0 0,0 1,0-1,0 1,-1-1,1 1,-1-1,0 1,0 0,-1-1,1 1,-1 0,1 0,-1 0,0 0,-1-1,1 1,-1 0,0 0,0-1,0 1,0 0,0-1,-1 1,0-1,0 1,0-1,0 0,0 0,0 0,-2 1,-15 18,0-2,-1 0,-1-1,-1-2,-4 3,-44 37,67-54,0-2,1 0,0 0,0 1,-1-1,1 0,0 1,0-1,0 1,1 0,-1 0,0 0,1 0,-1 0,1 0,-1 0,1 0,0 1,0-1,0 0,0 1,1-1,-1 1,1-1,-1 1,1-1,0 1,0-1,0 1,0-1,0 1,1-1,-1 1,1-1,0 1,-1-1,1 1,1 0,21 12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22:42.27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0,'19'0,"18"0,21 3,17 0,19 2,21 1,18-2,14 0,7-2,-3-1,-26 0</inkml:trace>
  <inkml:trace contextRef="#ctx0" brushRef="#br0" timeOffset="1655.626">990 41,'0'-2,"7"-1,13 0,20-2,20 1,24 0,20 1,12 1,3 1,-7 1,-19 2,-25 1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22:40.84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122 175,'-3'25,"0"24,0 18,1 12,0 8,3 0,2-7,0-11,-1-13,0-16</inkml:trace>
  <inkml:trace contextRef="#ctx0" brushRef="#br0" timeOffset="482.609">1 1,'64'3,"1"3,-1 3,9 5,-29-6,20 3,0 3,-2 2,18 10,-72-24,-1 0,0 1,-1 0,1 0,0 0,-1 1,0 0,0 1,0-1,0 1,-1 0,3 4,-7-7,0-1,-1 1,1-1,-1 1,1-1,-1 1,1-1,-1 1,0-1,0 1,0 0,0-1,0 1,0 0,0-1,0 1,-1-1,1 1,-1-1,1 1,-1-1,1 1,-1-1,0 1,0-1,0 0,0 1,0-1,0 0,0 0,0 0,0 0,-1 0,0 1,-49 29,-11-7,-1-3,-1-2,0-3,-33 2,28-4,15 3,56-7,62 18,76 9,-92-26,1 2,-2 1,0 3,0 2,4 5,-45-22,0 1,-1-1,1 1,0 0,-1 1,0-1,0 1,0 0,0 0,-1 1,1-1,-1 1,0 0,-1 0,1 1,-1-1,0 1,0-1,-1 1,0 0,0 0,0 0,-1 0,1 1,-1-1,-1 0,0 1,1-1,-2 0,0 4,-2-1,-1 0,0-1,-1 0,0 0,-1 0,1-1,-1 1,-1-1,1-1,-1 1,-1-1,1 0,-1-1,0 0,0 0,-1 0,-143 56,108-48,0-3,0-1,-1-2,0-2,-1-2,-33-2,49-6,31 5,-1 0,0 0,1 0,-1 0,0 0,1 0,-1-1,0 1,1 0,-1 0,0 0,1 0,-1 0,0-1,0 1,1 0,-1 0,0-1,1 1,-1 0,0 0,0-1,0 1,1 0,-1-1,0 1,0 0,0-1,0 1,0 0,0-1,1 1,-1 0,0-1,0 1,0 0,0-1,0 1,0 0,0-1,-1 1,1 0,0-1,0 1,0 0,0-1,0 1,0 0,-1-1,1 1,0 0,0 0,0-1,-1 1,1 0,0 0,-1-1,1 1,0 0,0 0,-1 0,24-9</inkml:trace>
  <inkml:trace contextRef="#ctx0" brushRef="#br0" timeOffset="999.674">897 456,'161'294,"-20"-93,-138-198,-2-1,-1-1,1 1,-1-1,1 1,0-1,0 0,0 1,0-1,0 0,0 0,0 0,0 1,0-1,1 0,-1-1,0 1,1 0,-1 0,1 0,-1-1,0 1,1-1,0 1,-1-1,1 0,-1 0,1 1,-1-1,1 0,0 0,-1-1,1 1,-1 0,1 0,-1-1,2 0,0-5,0-1,0 0,0 1,-1-1,0-1,-1 1,0 0,0 0,0-1,-1-5,2-6,4-48,18-95,-24 162,-1 0,1 0,0-1,0 1,0 0,0-1,0 1,0 0,0-1,0 1,0 0,0-1,0 1,0 0,0 0,0-1,0 1,0 0,0-1,0 1,0 0,1-1,-1 1,0 0,0 0,0-1,0 1,1 0,-1 0,0 0,0-1,1 1,-1 0,0 0,0 0,1-1,-1 1,0 0,0 0,1 0,-1 0,0 0,1 0,-1 0,0 0,1 0,-1 0,0 0,1 0,-1 0,0 0,0 0,1 0,-1 0,0 0,1 0,-1 0,0 0,1 1,-1-1,0 0,0 0,1 0,-1 1,0-1,9 20,-9-19,4 16,1 0,0-1,1 0,1 0,0-1,1 1,1-2,0 1,1-1,1-1,0 1,1-2,0 0,1 0,0-1,6 3,-13-10,1 0,0 0,-1-1,1 0,0 0,1 0,-1-1,0 0,1-1,-1 0,1 0,0 0,-1-1,1 0,0-1,-1 1,1-1,-1-1,1 0,-1 0,0 0,1-1,-1 0,0 0,-1-1,1 0,-1 0,0 0,0-1,0 0,0 0,-1-1,0 0,0 0,2-3,7-17,-2-1,-1 0,-1 0,-1-1,-1 0,-2-1,-1 1,-1-2,6-21,-3-1,-2 0,-2-48,-8 60,-4 11</inkml:trace>
  <inkml:trace contextRef="#ctx0" brushRef="#br0" timeOffset="2475.581">81 108,'-2'7,"-1"11,3 14,5 16,4 10,6 7,0-8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22:45.49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175 942,'7'21,"2"15,2 11,1 9,-1 1,0-1,-3-7,1-6,-2-9,0-10,2-9,-2-11,-1-16,-2-6</inkml:trace>
  <inkml:trace contextRef="#ctx0" brushRef="#br0" timeOffset="351.123">1 835,'5'1,"0"0,0-1,1 1,-1-1,0-1,0 1,1-1,-1 0,0 0,0 0,0 0,0-1,0 0,0 0,-1-1,1 1,-1-1,1 0,-1 0,0-1,0 1,0-1,-1 0,1 0,1-3,3-12,-2 1,0-2,-1 1,-1 0,-1-1,0-3,7-39,7-23,-12 120,-2-13,0 1,2-1,1 0,0 0,2-1,0 0,1 0,2-1,0 0,1-1,0 0,2-1,0 0,2-1,-1-1,5 2,33 28</inkml:trace>
  <inkml:trace contextRef="#ctx0" brushRef="#br0" timeOffset="1351.722">710 1102,'7'26,"0"0,2-1,0 0,2 0,1-1,1 0,1-1,15 19,-23-32,-5-8,-1 1,1-1,0 1,0-1,1 0,-1 1,0-1,1 0,-1 0,1 0,0 0,0 0,0-1,0 1,0 0,0-1,0 0,0 1,1-1,-1 0,0 0,1 0,-1 0,1-1,-1 1,1-1,0 1,-1-1,1 0,-1 0,2 0,45-58,-38 41,86-135,-115 218,17-61,0 0,0 0,0 0,1 0,0 0,0 0,0 0,0 0,1 0,0 0,0 0,0 0,1-1,-1 1,1 0,1-1,-1 1,0-1,1 0,0 1,0-1,0-1,1 1,-1 0,1-1,0 0,0 0,0 0,0 0,1 0,0-1,3 2,-1 0,1-1,0 0,-1-1,1 1,1-2,-1 1,0-1,0 0,1-1,-1 0,0 0,0-1,1 0,-1 0,0-1,0 0,0-1,0 1,0-2,-1 1,0-1,1 0,-1 0,0-1,-1 0,1-1,-1 1,0-1,-1 0,1 0,-1-1,0 0,-1 0,0 0,0 0,0-1,-1 0,0 1,-1-29,-13 44,9-3,1-1,-1 0,1 0,0 1,0-1,1 1,-1-1,1 1,0-1,0 1,1-1,-1 1,1-1,0 1,0-1,1 0,-1 1,1-1,0 0,0 0,0 0,0 0,1-1,0 1,0-1,0 1,0-1,0 0,2 1,3 2,1 1,0-1,0 0,0-1,1 0,0-1,0 0,0-1,0 0,1 0,10 1,-11-2,1-1,0-1,0 1,0-1,-1-1,1 0,0-1,0 0,-1 0,0-1,1-1,-1 0,0 0,-1-1,1 0,-1-1,0 0,0 0,-1-1,1 0,-2 0,1-1,-1 0,0-1,1-2,6-15,-1-1,-1-1,-1 0,-2-1,-1 0,-1 0,0-12,0 10,-2 20,-5 33,-1-13,0 128,7 1,5-2,11 35,15 23,-13-78,-5 1,-3 27,-20-26,-9-86,13-32,-1 1,1-1,-1 0,1 1,-1-1,1 0,-1 1,1-1,-1 0,0 0,1 0,-1 0,1 0,-1 0,0 1,1-1,-1-1,1 1,-1 0,1 0,-1 0,0 0,1 0,-1 0,1-1,-1 1,1 0,-1 0,1-1,-1 1,1 0,-1-1,1 1,-1-1,1 1,0 0,-1-1,1 1,-1-1,1 1,0-1,0 1,-1-1,1 1,0-1,0 0,0 1,0-1,-1 1,1-1,0 0,0 1,0-1,-5-14,-1-1,2 0,0 0,1 0,1-1,0 1,1-1,1-3,-1-4,-6-571,9 405,-3 135,8-86,-7 140,0-1,0 1,0 0,1-1,-1 1,0-1,1 1,-1 0,1-1,-1 1,1 0,0 0,0-1,-1 1,1 0,0 0,0 0,0 0,0 0,0 0,0 0,1 0,-1 0,0 1,0-1,1 0,-1 1,0-1,1 1,-1 0,0-1,1 1,-1 0,1 0,-1 0,1 0,-1 0,0 0,1 0,-1 0,1 1,-1-1,0 0,1 1,-1-1,0 1,1 0,-1-1,0 1,0 0,0 0,0 0,1 1,154 105,-128-84,50 43,-77-66,0 1,0-1,0 1,0-1,0 1,0 0,0 0,0-1,0 1,0 0,0 0,0 0,-1 0,1 0,0 0,-1 0,1 0,-1 0,1 0,-1 0,1 0,-1 1,0-1,1 0,-1 0,0 0,0 1,0-1,0 0,0 0,0 0,-1 1,1-1,0 0,-1 0,1 0,0 0,-1 0,0 1,1-1,-1 0,1 0,-1 0,0 0,0-1,0 1,0 0,1 0,-1 0,0-1,0 1,0 0,-1-1,1 1,0-1,0 1,0-1,0 0,0 0,-1 1,1-1,-1 0,-28 5,0-2,1-1,-1-1,0-1,-30-5,15 1</inkml:trace>
  <inkml:trace contextRef="#ctx0" brushRef="#br0" timeOffset="2166.209">2341 1503,'-2'-28,"0"1,2-1,1 0,2 1,0-1,2 1,1 0,4-11,19-133,-28 169,0 1,-1-1,1 0,0 1,0 0,0-1,0 1,0 0,0-1,0 1,0 0,1 0,-1 0,0 0,1 0,-1 0,1 0,-1 0,1 1,-1-1,1 1,-1-1,1 1,0-1,-1 1,1 0,0 0,-1 0,1 0,0 0,0 0,-1 1,1-1,-1 0,1 1,0-1,-1 1,1 0,-1-1,1 2,8-1,158 26,-165-26,1 0,-1 0,1 0,-1 1,1 0,-1 0,0 0,0 0,0 0,0 0,0 1,0-1,-1 1,1 0,-1 0,0 0,0 0,0 0,0 1,-1-1,1 1,-1-1,0 1,0-1,0 1,0 0,0-1,-1 1,0 1,-6 76,2 19,5-95,0-1,0 0,0 1,1-1,-1 0,1 0,0 0,1 0,-1 0,0 0,1-1,0 1,0-1,0 0,0 0,1 0,-1 0,1 0,0-1,0 1,0-1,5 3,0-1,0 0,0-1,0 0,1 0,-1-1,1 0,-1-1,1 0,0 0,0-1,-1-1,1 1,0-2,0 1,-1-1,1-1,-1 0,0 0,0-1,0 0,0 0,-1-1,1 0,-1-1,0 1,-1-2,0 1,0-1,0 0,-1-1,0 1,3-6,-2 0,-1-1,0-1,-1 1,0-1,-2 0,1 0,-2 0,0 0,-1 0,0-14,-2 29,1 0,0 1,0-1,0 0,0 0,0 0,-1 0,1 0,0 0,0 0,0 0,0 0,-1 0,1 0,0 0,0 0,0 0,0 0,0 0,-1 0,1 0,0 0,0 0,0 0,0 0,-1 0,1 0,0 0,0 0,0 0,0 0,-5 21,3-13,1 1,1-1,0 1,0 0,0-1,1 1,0-1,1 1,0-1,1 0,-1 0,1 0,1 0,0 0,0 0,0-1,1 0,0 0,0 0,1-1,0 1,0-1,1-1,-1 1,1-1,0 0,1-1,-1 0,1 0,0-1,0 1,0-2,0 1,1-1,-1 0,1-1,4-1,-1 0,1-1,-1-1,0 0,0-1,0 0,0-1,0 0,-1 0,1-2,-1 1,-1-2,1 1,-1-1,0-1,0 0,-1 0,0-1,-1 0,0 0,0-1,-1 0,0-1,-1 1,0-1,-1-1,0 1,0-4,1 3,-1 2,0-1,0 1,-1-1,0 0,-1-1,-1 1,1 0,-1-12,-2 22,-1 1,1 0,-1-1,1 1,-1-1,0 1,1 0,-1 0,0-1,0 1,1 0,-1 0,0 0,1 0,-1 0,0 0,1 0,-1 0,0 0,0 0,1 0,-1 1,0-1,1 0,-1 0,0 1,1-1,-1 0,1 1,-1-1,0 1,1-1,-1 1,1-1,-1 1,1-1,0 1,-1-1,1 1,-1 0,1-1,0 1,0 0,-1-1,1 1,0 0,0-1,0 1,0 0,0 0,-5 6,1 0,0 0,1 0,-1 1,1 0,1 0,0 0,0 0,0 0,1 0,1 0,-1 0,1 1,0-1,1 0,0 0,1 1,-1-1,1 0,1 0,0-1,0 1,0-1,1 1,0-1,1 0,-1 0,1-1,1 1,-1-1,1 0,4 3,2 0,-1-1,1 0,1 0,-1-2,1 1,1-2,-1 0,1 0,0-1,0-1,27 5</inkml:trace>
  <inkml:trace contextRef="#ctx0" brushRef="#br0" timeOffset="4410.458">4106 1142,'18'43,"-3"-4,2 0,2-1,1-1,2-1,8 8,15-3,-44-40,0 0,0-1,1 1,-1 0,0-1,0 1,1-1,-1 0,0 1,1-1,-1 0,0 0,1 1,-1-1,0 0,1-1,-1 1,0 0,1 0,-1-1,0 1,1 0,-1-1,0 1,0-1,0 0,1 1,-1-1,0 0,0 0,0 0,0 0,0 0,0 0,0 0,-1 0,1 0,0 0,-1 0,1 0,0-1,5-13,-1 0,-1-1,0 1,-1-1,-1 1,0-1,-1-15,2-5,-2 23,-1 8,0 0,1 0,-1 0,1 0,0 0,0 1,0-1,1 0,0 0,0 1,0-1,0 1,2-1,-4 4,1 1,-1 0,1 0,0 0,-1 0,1 0,-1 0,1 0,0 0,-1 1,1-1,-1 0,1 0,-1 0,1 1,0-1,-1 0,1 1,-1-1,0 0,1 1,-1-1,1 0,-1 1,1-1,-1 1,0-1,1 1,-1-1,0 1,0-1,1 1,-1 0,0-1,0 1,0-1,0 1,0-1,1 1,-1 0,0-1,0 1,15 50,-14-43,1 1,0-1,0-1,1 1,0 0,1-1,-1 1,1-1,1 0,-1 0,1 0,4 3,-7-8,0-1,0 0,0 0,0 0,1 0,-1 0,0 0,0 0,1-1,-1 1,1-1,-1 0,0 0,1 0,-1 0,1 0,-1 0,0-1,1 1,-1-1,0 1,1-1,-1 0,0 0,0 0,0 0,0-1,0 1,0 0,0-1,0 0,0 0,57-58,-59 60,12-16,0-1,-1 0,0 0,-2-1,8-19,-12 25,-8 17,-6 24,9-23,-1 0,1 1,0-1,0 0,1 0,-1 0,1 1,1-1,-1 0,1 0,0 0,1-1,0 1,-1 0,2-1,-1 0,0 0,1 0,0 0,1 0,-1-1,1 0,-1 0,1 0,0 0,1-1,-1 0,1 0,2 1,10 4,0-1,1-1,-1-1,1 0,1-1,-1-1,0-1,1-1,0-1,-1 0,1-2,-1 0,6-2,-17 2,-1 0,0 0,1-1,-1 1,-1-2,1 1,0-1,-1 0,0-1,0 1,0-1,0 0,-1-1,0 1,0-1,0 0,-1 0,0-1,0 1,-1-1,1 0,-1 0,-1 0,0 0,1-3,12-69,3 129,-12-32,2-1,0 0,0-1,2 0,0 0,0-1,8 8,-14-19,0 1,-1-1,2 0,-1 0,0 0,1-1,0 0,0 0,0 0,0 0,0-1,0 1,1-1,-1-1,1 1,0-1,-1 0,1 0,0-1,-1 0,1 0,0 0,0 0,0-1,-1 0,2-1,3-3,0-1,0-1,0 1,-1-2,0 1,-1-1,1-1,-1 0,-1 0,0 0,0-1,-1 0,0 0,-1 0,0-1,-1 0,0 0,0 0,-1-1,0-7,7-32,-12 61,2 0,-1 0,1 0,1 1,0-1,0 0,1 0,0 0,1-1,0 1,0-1,1 1,1-1,-1 0,1 0,1-1,0 0,0 0,2 2,1-2,0 0,0 0,1-1,-1-1,2 1,-1-2,1 1,0-2,0 1,0-1,0-1,1 0,0-1,-1 0,1 0,0-2,0 1,0-2,0 1,0-2,-1 1,1-2,0 1,-1-2,0 1,1-2,-1 1,-1-2,1 1,-1-2,0 1,-1-1,2-1,7-16,-2 0,0-1,-2 0,-1-1,0-1,-3 0,0 0,-1-1,2-20,-3 23,12-63,-3-2,-4 0,-4-1,-4 1,-7-91,1 134,2 1,2 0,2 0,10-43,23-42,-33 110,-19 38,-9 33,2 2,2 0,3 1,2 1,3 0,2 0,-1 28,3-27,2 1,2 0,3 0,2 1,3-2,2 1,3-1,2 0,2-1,3 0,2-1,2-1,3-1,1-2,3 0,2-1,6 3,38 24,-73-74,-1-1,1 1,-1 0,1-1,0 1,0 0,-1-1,1 1,0-1,0 0,0 1,-1-1,1 0,0 1,0-1,0 0,0 0,0 0,0 1,0-1,0 0,-1 0,1-1,0 1,0 0,0 0,0 0,0-1,0 1,0 0,-1-1,1 1,0 0,0-1,0 0,-1 1,1-1,0 1,-1-1,1 0,0 1,-1-1,1 0,4-18</inkml:trace>
  <inkml:trace contextRef="#ctx0" brushRef="#br0" timeOffset="4684.152">5670 674,'-16'-9,"-14"-7,-10-6,3-2,12 2,24 4,35 5,48 5,53 4,51 3,43 3,22 6,1 4,-22 3,-51-2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23:16.252"/>
    </inkml:context>
    <inkml:brush xml:id="br0">
      <inkml:brushProperty name="width" value="0.1" units="cm"/>
      <inkml:brushProperty name="height" value="0.1" units="cm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AB008B"/>
      <inkml:brushProperty name="ignorePressure" value="1"/>
    </inkml:brush>
    <inkml:brush xml:id="br2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3813 5159,'24'278,"-7"631,-30 25,-12 184,23-1026,5 0,4 0,13 61,-19-145</inkml:trace>
  <inkml:trace contextRef="#ctx0" brushRef="#br0" timeOffset="2136.311">3759 4905,'-1'-2,"1"-1,-1 1,0-1,1 1,-1-1,1 1,0-1,0 1,0-1,0 0,0 1,0-1,1 1,-1-1,1 1,0-1,0 1,0-1,0 1,0 0,0 0,1-1,-1 1,1 0,0 0,-1 0,1 1,0-1,0 0,0 1,0-1,1 1,-1 0,0-1,0 1,1 0,-1 0,1 1,-1-1,1 0,146-21,-120 20,1041-40,-970 43,476-11,821-99,-269 51,-336 21,550-17,186 44,538-33,344 8,-632 78,-359-9,-215-9,-920-15,0 12,196 45,-84 44,-394-110,1-1,0 1,-1 0,1 0,0 0,-1 0,1 0,-1 0,0 1,1-1,-1 1,0 0,0 0,0 0,0 0,0 0,-1 0,1 0,0 1,-1-1,0 0,0 1,1-1,-1 1,-1 0,1-1,0 1,-1 0,1-1,-1 1,0 0,0 0,0 1,31 522,-14-387,-7 2,-6-1,-6 1,-6-1,-8 14,-27 67,13-72,-9 132,33-92,8 0,8 0,1 17,-13 106,-44 348,46 441,27-358,-42-136,13-559,1-48,1 1,0-1,0 0,0 0,-1 1,1-1,0 0,0 0,-1 1,1-1,0 0,0 0,-1 0,1 0,0 0,-1 1,1-1,0 0,-1 0,1 0,0 0,-1 0,1 0,0 0,-1 0,1 0,0 0,-1 0,1 0,0 0,-1-1,1 1,0 0,-1 0,1 0,0 0,0 0,-1-1,1 1,0 0,0 0,-1-1,1 1,0 0,0 0,0-1,-1 1,1 0,0 0,0-1,0 1,0 0,0-1,-1 1,1 0,0-1,0 1,0 0,0-1,0 0,-12-15</inkml:trace>
  <inkml:trace contextRef="#ctx0" brushRef="#br0" timeOffset="4885.711">3813 8876,'23'310,"-8"70,-33 343,15-669,-7 87,6 1,6-1,8 8,16 80,-27-225,1-1,0 0,1 1,-1-1,1 1,-1-1,1 0,0 0,0 1,1-1,-1 0,1 0,-1 0,1 0,0 0,0 0,0-1,1 1,-1-1,1 0,-1 1,1-1,0 0,0 0,-1-1,1 1,1-1,-1 1,0-1,0 0,0 0,1 0,-1-1,1 1,-1-1,0 0,1 0,39 0,1-2,-1-2,0-2,0-1,31-11,31-5,126-10,1 11,104 7,-61 3,459-35,391-19,105 25,-859 21,1040-38,335 49,-1726 9,2081 23,-206 60,852 52,-1910-116,-124-27,-508 8,49 12,244 1,-365-7,-58-1,0-4,37-5,173-5,-284 9,1 0,0 0,-1 0,1 0,0 0,-1 0,1 1,-1-1,1 0,0 1,-1-1,1 1,-1 0,1 0,-1-1,1 1,-1 0,0 0,1 0,-1 1,0-1,0 0,0 0,0 1,0-1,0 0,0 1,0-1,-1 1,1-1,-1 1,1 0,-1-1,1 1,-1-1,0 1,0 0,0-1,0 1,0 0,0-1,0 1,0 0,-1-1,1 1,-1 0,-1 9,-2-1</inkml:trace>
  <inkml:trace contextRef="#ctx0" brushRef="#br0" timeOffset="5772.899">22034 11202,'-7'0,"1"0,2 0,10 0,10 0,10 2,6 1,3 0,0-1,-3 0,-6-1,-4-1,-4 1,-5-6,-5-1</inkml:trace>
  <inkml:trace contextRef="#ctx0" brushRef="#br0" timeOffset="7178.087">3907 6470,'49'26,"166"37,-167-52,0 1,-1 3,0 1,12 9,-57-25,0 0,0 1,0-1,-1 1,1 0,0-1,0 1,-1 0,1 0,-1 0,1 0,-1 0,1 0,-1 0,1 1,-1-1,0 1,0-1,0 1,0-1,0 1,0-1,0 1,0 0,-1 0,1-1,-1 1,1 0,-1 0,0 0,0-1,1 1,-1 0,-1 0,1 0,0 0,0 0,-1-1,1 2,-6 5,-1-1,1 0,-1 0,-1-1,1 0,-1 0,0-1,0 0,-1 0,1-1,-7 2,-4 4,-309 149,288-137</inkml:trace>
  <inkml:trace contextRef="#ctx0" brushRef="#br0" timeOffset="7776.385">5538 6456,'4'13,"-9"-23,-5-10,4 10,0 1,-1 1,0 0,-1 0,1 0,-1 0,-1 2,1-1,-1 1,-1 0,1 0,-1 1,0 1,0 0,-8-2,12 3,-1 1,0 1,1 0,-1 0,0 0,0 0,0 1,1 0,-1 1,0 0,0 0,0 0,1 1,-1 0,1 0,-1 0,1 1,0 0,0 1,0-1,0 1,1 0,-1 0,1 1,-2 2,1 1,0-1,0 1,1 1,0-1,1 1,0-1,0 1,1 0,0 1,1-1,0 0,0 1,1-1,0 1,0 0,1-1,1 1,0 0,0-1,3 9,-1-2,2 1,0-1,1 0,1-1,0 0,1 0,0 0,2-1,-1 0,2-1,6 7,-6-9,1 0,0-2,1 1,0-1,0-1,1-1,0 0,0 0,0-1,1-1,0-1,0 0,1-1,-1 0,0-2,1 1,0-2,-1 0,1-1,-1-1,1 0,-1-1,0-1,1 0,-2-1,1 0,-1-2,0 1,0-2,0 0,-1 0,0-2,25-21</inkml:trace>
  <inkml:trace contextRef="#ctx0" brushRef="#br0" timeOffset="8230.287">5938 6403,'0'0,"0"-1,0 1,0-1,0 1,0 0,-1-1,1 1,0 0,0 0,0-1,0 1,-1 0,1-1,0 1,0 0,-1 0,1-1,0 1,0 0,-1 0,1 0,0-1,-1 1,1 0,0 0,-1 0,1 0,0 0,-1 0,1 0,-1 0,1 0,0 0,-1 0,1 0,0 0,-1 0,1 0,0 0,-1 0,1 0,0 0,-1 0,1 1,0-1,-1 0,1 0,0 0,0 1,-1-1,1 0,0 0,0 1,-1-1,1 0,0 1,0-1,0 0,-1 1,1-1,0 25,44 191,-44-208,0 0,1 0,0 0,0 0,1 0,0-1,1 1,-1 0,2-1,-1 0,1 0,0 0,0 0,1 0,0-1,0 0,0 0,1 0,0-1,0 0,0 0,1-1,0 1,0-1,0-1,3 2,0-4,0-1,0 0,0 0,0-1,0 0,0-1,-1 0,1-1,0 0,-1 0,0-1,0 0,0-1,0 0,0-1,-1 1,0-1,-1-1,1 0,-1 0,0 0,-1-1,0 0,0 0,-1 0,0-1,0 0,-1 0,0 0,2-9,0-3,-1 0,-1-1,-1 0,0 0,-2 0,-1 0,0 0,-2 0,-1 0,0 1,-2-1,0 1,-3-4,3 20,3 20,1 23,-3 21,-2-44</inkml:trace>
  <inkml:trace contextRef="#ctx0" brushRef="#br0" timeOffset="9402.97">3853 8354,'16'-1,"0"1,-1 1,1 0,-1 1,0 1,1 0,-1 1,12 5,237 93,-160-76,112 38,-215-63,1-1,0 0,0 0,0 1,0-1,0 1,-1-1,1 1,0 0,0 0,-1 0,1 0,0 0,-1 0,0 0,1 1,-1-1,1 1,-1-1,0 1,0-1,0 1,0-1,0 1,0 0,-1 0,1-1,0 1,-1 0,0 0,1 0,-1 0,0 0,0 0,0 0,0-1,0 1,0 0,-1 0,1 0,-1 0,1 0,-8 7,-1 0,0 0,-1-1,1-1,-1 1,-1-1,0-1,0 0,0-1,-11 4,7-2,-574 233,514-195,75-45,1 0,-1 0,1-1,-1 1,1 0,-1 0,0 0,1 0,-1 0,1 0,-1 0,1 0,-1 0,1 0,-1 0,0 0,1 0,-1 0,1 0,-1 0,1 1,-1-1,0 0,1 0,-1 0,0 1,1-1,-1 0,1 0,-1 1,0-1,0 0,1 1,-1-1,0 1,0-1,1 0,-1 1,0-1,0 1,0-1,0 0,1 1,-1-1,0 1,0-1,0 1,0-1,0 0,0 1,0-1,0 1,0-1,-1 1,1-1,0 1,0-1,0 0,0 1,-1-1,1 1,0-1,0 0,-1 1,1-1,0 0,-1 1,28-3</inkml:trace>
  <inkml:trace contextRef="#ctx0" brushRef="#br0" timeOffset="9997.121">5658 8435,'21'90,"-19"-101,-7 1,1-1,-2 1,1 0,-1 0,-1 0,0 1,0 0,-1 0,0 1,0 0,-1 0,0 1,-1 0,1 1,-1 0,-1 1,1 0,-1 0,-7-2,6 3,0 0,0 0,0 1,-1 1,1 0,-1 1,1 0,-1 1,0 0,-2 1,9 0,0 0,1 0,-1 1,0-1,1 1,-1 1,1-1,0 1,-1 0,1 0,1 0,-1 1,0-1,1 1,0 0,0 1,0-1,0 1,1-1,0 1,0 0,-3 6,1 5,-1 0,2 0,0 1,1 0,1 0,0 0,1 0,1 0,1 0,0 0,1 0,1 0,1 0,0-1,1 1,2 2,-2-8,1-1,0 1,1-1,0 0,0-1,1 0,1 0,-1 0,1-1,1-1,-1 1,1-1,1-1,-1 0,1-1,0 0,0 0,1-1,-1-1,1 0,0 0,0-1,0-1,0 0,0-1,3 0,28-1,0-2,-1-1,0-3,0-1,0-2,-1-2,0-2,-1-1,-1-3,-1-1,0-1,-1-3,24-16</inkml:trace>
  <inkml:trace contextRef="#ctx0" brushRef="#br0" timeOffset="10264.232">6273 8247,'-12'23,"-3"19,1 13,4 12,8 4,5 3,2-2,3-5,3-9,-2-12,1-14,1-12,-2-10</inkml:trace>
  <inkml:trace contextRef="#ctx0" brushRef="#br0" timeOffset="10563.274">6246 8140,'-2'7,"0"1,1-1,-1 1,1-1,1 1,-1-1,1 1,1 0,-1-1,1 1,1-1,-1 1,2-1,-1 0,0 1,1-1,1 0,-1 0,7 9,-1 1,2-2,0 1,1-2,1 1,9 8,19 12,0-2,3-2,23 12,49 36,-105-71,-1 0,0 0,-1 1,0 0,0 1,-1 0,3 5,-9-12,0 0,0 0,-1 0,1 1,-1-1,0 0,0 1,0-1,-1 0,1 1,-1-1,0 1,0-1,0 1,0-1,0 1,-1-1,0 1,1-1,-1 0,-1 1,1-1,0 0,-1 0,0 0,1 0,-1 0,0 0,-2 1,-14 13,0-1,-1-1,-1 0,0-2,-1 0,0-1,-1-1,0-2,-1 0,-12 3,-153 41,98-34</inkml:trace>
  <inkml:trace contextRef="#ctx0" brushRef="#br0" timeOffset="13853.251">10030 9584,'-15'5,"0"0,1 1,0 0,0 1,0 1,1 0,0 1,1 1,0 0,0 0,1 1,1 0,-1 1,2 1,0-1,0 1,-5 13,1-7,2 1,0 0,1 1,1 0,0 0,2 1,1 0,0 0,2 1,-2 20,6-39,0 1,0 0,0 0,1 0,-1 0,1-1,0 1,0 0,1 0,0-1,-1 1,1-1,1 0,-1 0,1 1,0-1,0-1,0 1,0 0,0-1,1 0,0 1,0-1,0-1,0 1,0-1,0 1,1-1,-1-1,1 1,-1 0,1-1,0 0,0 0,0-1,5 1,1-1,0-1,0 0,-1-1,1 0,-1 0,1-1,-1-1,0 1,0-2,-1 1,1-1,-1-1,7-5,5-4,-2 0,1-2,-2 0,0-1,11-17,-8 7,-1 0,-2-2,-1 0,-2-1,-1 0,-1-1,-1-1,-3 0,0 0,-2-1,-1 0,-2 0,-2-1,-1 1,-1-1,-2 1,-2-1,0 1,-3 0,-1 0,5 21,0 1,-1 0,0 0,0 0,-2 1,1-1,-2 1,1 1,-2-1,1 1,-1 0,-1 1,1 0,-2 0,1 1,-10-6,17 13,-1 0,1-1,-1 1,0 0,0 0,1 1,-1-1,0 1,0-1,0 1,0 0,0 0,0 0,0 1,0-1,1 0,-1 1,0 0,0 0,0 0,1 0,-1 0,1 1,-1-1,1 1,-1-1,1 1,0 0,0 0,0 0,0 0,0 1,0-1,0 0,1 1,-1-1,1 1,-1 2,-4 7,0 2,1-1,1 1,0 0,0 0,2 0,-1 5,-3 47,3 0,3 1,3-1,2 1,4-1,2-1,16 48,1-26,4-2,4-1,5 3,-28-60,9 20</inkml:trace>
  <inkml:trace contextRef="#ctx0" brushRef="#br0" timeOffset="14330.022">10671 10079,'-12'5,"-1"1,0 0,1 1,0 0,1 0,0 2,0-1,0 1,1 1,1 0,-1 0,2 1,0 0,0 1,1-1,0 2,1-1,0 1,1 0,1 0,0 0,0 1,3-11,0 1,0 0,0 0,1-1,0 1,-1 0,1 0,1-1,-1 1,0 0,1 0,0-1,0 1,0 0,0-1,0 1,1-1,0 1,0-1,0 0,0 0,0 0,0 0,1 0,0 0,-1-1,1 1,0-1,0 0,1 0,-1 0,0 0,1 0,2 0,4-1,0-1,-1 0,1 0,0-1,-1-1,1 0,-1 0,0 0,1-2,-1 1,-1-1,1 0,0-1,-1 0,0 0,0 0,0-1,-1-1,0 1,0-1,-1-1,0 1,5-8,-2 3,-1 0,0-1,-1 0,0-1,-1 0,0 0,-1 0,-1 0,0-1,-1 0,-1 1,1-5,-3 11,1 0,-1 0,0 1,-1-1,1 0,-2 0,1 1,-1-1,0 1,-1-1,1 1,-1 0,-1 0,0 0,0 1,0-1,0 1,-1 0,0 0,-1 0,1 1,-1 0,0 0,-3-1,3 2,0 1,0 0,0 0,-1 0,1 1,-1 0,1 1,-1-1,0 1,0 1,0-1,1 1,-1 0,0 1,0-1,0 1,1 1,-1-1,1 1,-1 0,1 1,0 0,-1 0,-4 3,-1 2,0 0,1 0,0 1,0 0,1 1,0 1,1 0,0 0,1 0,0 1,-3 6,-12 31</inkml:trace>
  <inkml:trace contextRef="#ctx0" brushRef="#br0" timeOffset="14990.931">12048 9303,'-14'3,"0"0,1 1,0 0,0 1,0 1,0 0,1 1,0 0,0 0,1 2,0-1,0 1,1 1,0 0,1 1,0-1,1 2,0-1,-3 7,-10 15,1 0,1 1,2 1,2 1,1 1,2 0,1 0,2 1,2 0,1 1,2 0,12 74,-7-109,0 0,1 0,-1 0,1 0,0 0,0 0,0 0,1-1,-1 1,1-1,0 1,0-1,0 0,0 0,1 0,-1-1,1 1,-1-1,1 0,0 0,0 0,0-1,4 2,4-2,-1-2,1 1,-1-1,0-1,1 0,-1 0,0-1,0-1,-1 0,1 0,-1-1,0-1,0 1,0-2,-1 1,0-1,0-1,-1 1,0-2,0 1,-1-1,18-22,-1-1,-2-1,-1-1,-2-1,-2 0,0-2,-3 0,-1 0,-2-1,-1-1,2-31,2 3,-4-1,-2 0,-4 0,-2 0,-4-23,1 77,0 0,-1 1,-1-1,0 0,0 1,-1 0,-6-13,9 24,0 0,0 0,-1 0,1 0,0 0,-1 0,1 0,-1 0,0 1,1-1,-1 1,0-1,0 1,0 0,0-1,0 1,0 0,-1 0,1 1,0-1,-1 0,1 1,0-1,-1 1,1 0,0 0,-1 0,1 0,0 0,-1 1,1-1,0 0,-1 1,1 0,0 0,0 0,-1 0,1 0,0 0,0 0,0 1,0-1,1 1,-1-1,-10 10,2 0,-1 1,2 0,-1 0,2 1,0 0,0 1,1-1,1 1,0 1,-3 13,-5 16,2 1,2 0,2 0,1 1,3 0,2 1,2-1,2 0,2 1,1-1,3-1,2 1,2-2,2 1,1-2,12 20,142 269,-151-290</inkml:trace>
  <inkml:trace contextRef="#ctx0" brushRef="#br0" timeOffset="15279.988">12436 10039,'2'-16,"3"-10,4-5,1-1,0 2,-2 10,-2 16,-3 18,-1 17,1 18,2 11,5 8,8 0,9-1,1-13</inkml:trace>
  <inkml:trace contextRef="#ctx0" brushRef="#br0" timeOffset="15780.447">14107 9277,'-9'-3,"0"0,-1 0,0 1,1 1,-1 0,0 0,0 1,0 0,0 0,0 1,1 1,-1 0,0 0,1 1,-1 0,1 0,0 1,0 0,1 1,-1 0,1 1,0-1,0 1,1 1,-1 0,0 1,-10 12,1 1,1 1,1 0,1 1,1 0,1 1,0 1,3 0,0 0,1 1,1 0,2 0,1 1,0 0,2 5,1-14,1-1,1 1,0-1,1 1,1-1,0 0,2 0,0 0,1-1,1 2,-4-11,0 0,0-1,1 1,0-1,1 0,-1 0,1 0,1 0,-1-1,1 0,0 0,0 0,0-1,0 0,1 0,0-1,0 0,0 0,0 0,0-1,1 0,-1-1,0 1,2-1,-2-1,0 0,1 0,-1-1,1 0,-1 0,0-1,1 0,-1 0,0-1,0 0,0 0,-1 0,1-1,-1 0,0-1,0 1,0-1,-1 0,0 0,0-1,0 0,0 0,-1 0,2-4,6-10,-1 0,0-1,-2-1,0 0,-2 0,0-1,0-6,8-60,-4-1,-3-1,-5 1,-8-87,4 153,1-1,-1-1,-2 1,0 0,-2 0,0 0,-7-17,11 40,1 0,0 0,-1 0,0 0,1 0,-1 0,0 0,0 0,0 0,0 0,0 1,-1-1,1 0,-1 1,1-1,-1 1,1-1,-1 1,0 0,1 0,-1 0,0 0,0 0,0 0,0 0,0 1,0-1,0 1,0-1,0 1,0 0,-1 0,1 0,0 0,0 0,0 1,0-1,0 0,0 1,0 0,0-1,0 1,-1 0,-5 6,1 0,-1 0,1 1,1 0,-1 0,1 0,0 1,1 0,0 0,1 1,0-1,0 1,1 0,-1 5,-8 26,2 2,2-1,1 1,3 0,1 0,2 0,3 1,1-1,2 0,7 28,16 56,7-2,44 110,-59-183,-5-12</inkml:trace>
  <inkml:trace contextRef="#ctx0" brushRef="#br0" timeOffset="16096.883">14321 9825,'31'4,"0"1,0 2,0 2,12 5,-40-13,1 0,-1 0,1 0,-1 0,0 1,0-1,0 1,0 0,0 0,0 0,0 1,0-1,-1 0,1 1,-1 0,0 0,0 0,0 0,0 0,0 0,-1 0,1 0,-1 1,0-1,0 1,0-1,-1 1,1-1,-1 1,0-1,0 1,0-1,0 3,-5 7,0-1,0 0,-1 0,-1 0,0-1,-1 0,0 0,0-1,-1 0,-3 2,-17 22,-21 40,49-73,1 0,-1 1,0-1,1 1,-1-1,1 1,-1-1,1 1,0-1,-1 1,1-1,0 1,0 0,0-1,0 1,0-1,1 1,-1-1,0 1,1-1,-1 1,1-1,0 1,-1-1,1 0,0 1,0-1,0 0,0 1,0-1,0 0,0 0,0 0,1 0,-1 0,0 0,1-1,-1 1,1 0,-1-1,0 1,1-1,1 1,74 11,-77-12,88 0,-1-3,43-10,-16 1</inkml:trace>
  <inkml:trace contextRef="#ctx0" brushRef="#br0" timeOffset="16629.749">16072 9330,'-7'-3,"-1"0,1 0,-1 0,1 1,-1 0,0 1,1 0,-1 0,0 0,0 1,0 0,0 1,0 0,0 0,0 0,1 1,-1 0,1 1,-1 0,1 0,0 1,0-1,0 2,0-1,1 1,-4 3,-3 8,0 1,1 1,1 0,1 1,0 0,2 0,0 1,1 0,1 1,1-1,1 1,0 0,2 1,0-1,2 0,1 13,-1-13,1 0,1 0,1 0,1 0,0 0,2-1,0 0,4 5,-7-17,1 0,-1-1,1 1,1-1,-1 0,1-1,1 1,-1-1,1 0,0 0,0-1,1 1,0-1,0-1,0 0,0 0,1 0,-1-1,1 0,0 0,0-1,1 1,0-2,0-1,0 0,0 0,0 0,0-1,0-1,0 1,-1-1,1-1,-1 0,1 0,-1-1,0 0,0 0,0-1,-1 0,4-3,5-5,0 0,-1-1,-1-1,0 0,-1-1,0 0,0-5,10-21,-2-2,-2 0,-1-1,-3-1,-2-1,-2 0,-2 0,-2-1,-2 0,-2 0,-3 0,-1-1,2 24,-2 0,0 1,-2-1,0 0,-2 1,-1 0,-1 0,0 0,-3 0,10 21,-1-1,-1 1,1-1,0 1,-1 0,0 0,0 0,0 0,0 0,0 0,0 0,-1 1,1-1,-1 1,0 0,0-1,0 1,0 1,0-1,0 0,-1 1,1 0,0-1,-1 1,1 1,-1-1,1 0,-1 1,1 0,-1 0,0 0,1 0,-1 0,1 1,-1 0,1-1,-1 1,1 1,-1-1,1 0,0 1,0 0,-1 0,-6 9,0 1,1 0,0 0,1 1,1 1,0-1,1 1,0 0,1 0,0 1,1 0,1 0,1 0,0 0,0 6,-1 49,2-1,4 1,2-1,4 1,2-2,4 0,2 0,20 46,68 188,-87-256</inkml:trace>
  <inkml:trace contextRef="#ctx0" brushRef="#br0" timeOffset="17047.046">16527 9785,'48'0,"-19"-2,0 2,0 1,0 1,0 1,0 2,-1 1,17 6,-43-12,0 1,0-1,1 1,-1-1,0 1,0 0,-1 0,1 0,0 0,0 0,0 1,-1-1,1 0,0 1,-1-1,1 1,-1 0,0 0,0-1,0 1,0 0,0 0,0 0,0 0,0 0,-1 0,1 0,-1 0,1 0,-1 1,0-1,0 0,0 0,0 0,0 0,-1 1,1-1,-1 0,1 0,-1 0,0 0,0 0,0 0,0 0,0-1,-1 3,-9 8,0 0,0 0,-1-1,-1 0,0-1,0-1,-4 2,-57 47,74-58,-1 0,0 0,0 1,1-1,-1 1,0-1,1 0,-1 1,1 0,-1-1,1 1,-1-1,1 1,-1-1,1 1,-1 0,1 0,0-1,-1 1,1 0,0-1,-1 1,1 0,0 0,0-1,0 1,0 0,0 0,0 0,0-1,0 1,0 0,0 0,1-1,-1 1,0 0,0 0,1-1,-1 1,0 0,1-1,-1 1,1 0,-1-1,1 1,-1-1,1 1,0 0,-1-1,1 0,-1 1,1-1,0 1,0-1,-1 0,1 1,0-1,-1 0,1 0,0 0,0 0,17 4,-1 0,1-2,0 0,0-2,0 0,2-1,20 1,-35 0,7 0,0-1,0 1,0 1,0 0,-1 1,1 0,0 1,-1 0,1 1,-1 0,0 1,0 0,0 1,-1 0,-8-4,0 0,0 0,-1 0,1 0,-1 1,0-1,1 0,-1 1,0-1,-1 1,1-1,0 1,-1-1,1 1,-1 0,0-1,0 1,0-1,0 1,0 0,0-1,-1 1,0 0,1-1,-1 1,0-1,0 0,0 1,0-1,-1 0,0 1,-52 70,53-73,-116 118,55-61</inkml:trace>
  <inkml:trace contextRef="#ctx0" brushRef="#br0" timeOffset="17412.628">16153 11162,'4'16,"7"16,3 19,3 19,5 21,0 21,0 20,0 18,-4 16,-6 14,-4 8,-2 4,-1-3,0-9,0-15,0-17,1-22,-2-33</inkml:trace>
  <inkml:trace contextRef="#ctx0" brushRef="#br0" timeOffset="18056.083">14348 11082,'16'22,"7"22,0 24,-4 25,-5 30,-6 32,-3 29,-5 28,-7 20,-3 12,1 0,2-9,7-19,5-26,4-32,3-36,0-39</inkml:trace>
  <inkml:trace contextRef="#ctx0" brushRef="#br0" timeOffset="18707.608">12182 10921,'152'970,"-116"-509,-19 198,-14-447,1-51,18 119,-10-201</inkml:trace>
  <inkml:trace contextRef="#ctx0" brushRef="#br0" timeOffset="19342.099">10725 10828,'-2'-2,"-2"8,-1 21,0 29,0 37,2 41,1 38,0 34,2 27,0 20,0 11,2 3,4-6,5-16,4-21,1-50</inkml:trace>
  <inkml:trace contextRef="#ctx0" brushRef="#br0" timeOffset="22645.722">30 6884,'-1'-1,"-24"-24,25 25,0 0,-1-1,1 1,-1-1,1 1,0-1,0 1,-1-1,1 1,0-1,0 0,0 1,-1-1,1 1,0-1,0 0,0 1,0-1,0 1,0-1,0 0,0 1,0-1,1 1,-1-1,0 1,0-1,0 1,1-1,-1 0,0 1,1-1,-1 1,0 0,1-1,-1 1,1-1,-1 1,1 0,-1-1,1 1,-1 0,1-1,-1 1,1 0,-1 0,1-1,-1 1,1 0,0 0,-1 0,1 0,0 0,91-1,350 18,22-21,630-46,-1046 48,169-10,198 15,-392-1,60 5,-1-4,1-4,56-7,94-39,-105 40,-86 8,-10 5,-40-1,-2-3</inkml:trace>
  <inkml:trace contextRef="#ctx0" brushRef="#br0" timeOffset="24023.295">190 8769,'851'-8,"442"3,-1081 10,215-2,-128-12,-184 23,150-14,-277 0</inkml:trace>
  <inkml:trace contextRef="#ctx0" brushRef="#br0" timeOffset="29913.595">11245 6577,'3'16,"2"14,1 13,0 9,-2 7,-4 4,-4 4,-5-2,-2-10</inkml:trace>
  <inkml:trace contextRef="#ctx0" brushRef="#br0" timeOffset="30163.608">11232 6670,'-2'13,"4"15,5 10,10 9,10 2,7 3,6-3,1-4,0-6,-6-11,-9-9</inkml:trace>
  <inkml:trace contextRef="#ctx0" brushRef="#br0" timeOffset="30431.832">11526 6577,'-4'-14,"-4"-4,-3 3,-2 10,-1 17,2 16,3 20,3 15,3 11,3 4,8 0,1-13</inkml:trace>
  <inkml:trace contextRef="#ctx0" brushRef="#br0" timeOffset="30747.299">11647 7084,'-61'-233,"60"230,0 2,0 0,0 0,0 0,0-1,0 1,1 0,-1-1,0 1,1-1,0 1,-1 0,1-1,0 1,-1-1,1 0,0 1,0-1,0 1,0-1,1 1,-1-1,0 1,1-1,-1 1,1-1,-1 1,1 0,-1-1,1 1,0 0,0-1,0 1,0 0,0 0,0 0,0 0,0 0,0 0,1 0,-1 0,0 0,1 1,-1-1,1 0,-1 1,0 0,1-1,-1 1,159 9,-152-8,5-1,1 1,-1 1,1 0,-1 0,0 2,0 0,0 0,0 1,2 2,-13-6,0 0,-1 0,1 1,-1-1,1 0,-1 1,0-1,0 1,1-1,-1 1,0 0,0-1,-1 1,1 0,0 0,-1 0,1 0,-1-1,1 1,-1 0,0 0,0 0,0 0,0 0,0 0,0 0,0 0,-1 0,1 0,-1 0,0 0,1-1,-2 3,-37 60,30-52,6-8,-37 69,39-72,0 1,1 0,-1 0,1 0,0 0,0 0,0 0,0-1,0 1,0 0,0 0,0 0,1 0,-1 0,1 0,0-1,-1 1,1 0,0 0,0-1,0 1,0-1,0 1,0-1,1 1,-1-1,1 0,-1 1,1-1,-1 0,1 0,-1 0,1 0,0-1,0 1,-1 0,1-1,0 1,0-1,1 1,21 3,0-1,1-1,-1-1,0-2,1 0,-1-1,0-2,13-3,-16 4,52-9</inkml:trace>
  <inkml:trace contextRef="#ctx0" brushRef="#br0" timeOffset="31147.02">13011 6630,'0'18,"0"20,0 15,0 13,0 11,2 7,3 3,1 1,-1-4,-1-9,-1-11,-2-15</inkml:trace>
  <inkml:trace contextRef="#ctx0" brushRef="#br0" timeOffset="31413.44">12944 6937,'-7'-86,"8"84,1 0,-1 0,1 0,0 0,0 0,0 1,0-1,0 1,0-1,0 1,0 0,1 0,-1 0,1 0,-1 0,0 0,1 0,0 1,-1 0,1-1,-1 1,1 0,-1 0,1 0,0 1,-1-1,1 0,-1 1,1 0,-1 0,0 0,1 0,-1 0,0 0,1 0,-1 1,1 0,11 3,0 1,-1 0,0 1,0 0,0 1,-1 0,0 1,-1 1,0-1,0 2,-1 0,0 0,0 2,-9-12,0 1,0 0,0 0,0 0,0 0,-1 0,1 0,0 0,-1 1,0-1,1 0,-1 0,0 0,0 0,0 1,-1-1,1 0,0 0,-1 0,1 0,-1 0,0 0,0 0,0 0,0 0,0 0,0 0,0 0,-1-1,1 1,-1 0,1-1,-1 1,0-1,0 1,-70 32,33-26,4-4</inkml:trace>
  <inkml:trace contextRef="#ctx0" brushRef="#br0" timeOffset="31945.884">13318 7098,'-2'-14,"-8"-53,2-1,4 1,3-55,2 117,-2 3,1 0,-1 0,1 0,0 1,0-1,0 0,0 0,0 0,0 0,1 0,-1 1,0-1,1 0,0 0,-1 1,1-1,0 0,0 1,0-1,0 0,0 1,0 0,1-1,-1 1,0 0,1-1,-1 1,1 0,-1 0,1 0,-1 0,1 0,0 1,0-1,-1 0,1 1,1-1,19 5,-1 0,0 2,0 0,0 1,-1 1,11 7,-23-13,-1 0,1 1,-1 0,1 0,-1 1,0 0,-1 1,1-1,-1 1,0 1,0-1,0 1,-1 0,0 0,0 0,0 1,-1 0,0 0,0 0,-1 0,0 1,0-1,-1 1,1 41,-4-44,1 1,-1-1,1 1,0 0,1-1,-1 1,1-1,0 1,1-1,-1 1,1-1,0 0,0 1,1-1,-1 0,1 0,0-1,1 1,-1-1,1 0,0 1,0-2,0 1,3 2,2-3,1-1,-1 0,0 0,1-1,-1 0,1 0,0-1,-1-1,1 1,-1-2,1 1,-1-1,0-1,1 0,-1 0,0-1,-1 0,1 0,-1-1,0 0,0 0,0-1,-1 0,0-1,0 0,0 0,-1 0,2-4,-2 3,-1 1,0-1,-1 0,1 0,-2-1,1 1,-1-1,-1 0,1 0,-1 0,-1 0,0 0,0-1,-1 9,0 0,1 0,-1-1,0 1,0 0,0 0,-1-1,1 1,0 0,0-1,-1 1,1 0,0 0,-1 0,0-1,1 1,-1 0,1 0,-1 0,0 0,0 0,0 0,0 0,0 0,0 1,0-1,0 0,0 0,0 1,0-1,0 1,0-1,-1 1,1-1,0 1,0 0,-1 0,1-1,0 1,-1 0,1 0,0 0,0 0,-1 1,1-1,0 0,0 0,-1 1,1-1,0 1,0-1,0 1,0 0,-1-1,1 1,0 0,0 0,0 0,1 0,-1 0,0 0,0 0,-3 4,0-1,1 1,-1 0,1 0,1 0,-1 0,1 0,0 0,0 1,0-1,1 1,0 0,0-1,0 1,1 0,0 0,0-1,0 1,1 0,-1 0,2-1,-1 1,1 0,-1-1,1 0,1 1,-1-1,1 0,0 0,0 0,1-1,-1 1,1-1,0 0,0 0,1 1,7 2,0 0,0 0,1-1,0 0,0-2,1 1,-1-1,1-1,0-1,0 0,5 0,41 3</inkml:trace>
  <inkml:trace contextRef="#ctx0" brushRef="#br0" timeOffset="32717.657">14454 6657,'-4'0,"-6"-2,0 1,-1 1,1 0,0 0,-1 1,1 0,0 1,0 0,0 0,0 2,0-1,0 1,1 0,0 1,0 0,0 1,0-1,1 2,-3 2,10-7,-1 0,1 0,0 0,-1 1,1-1,0 1,0-1,1 1,-1-1,0 1,1-1,0 1,0 0,-1-1,1 1,1 0,-1-1,0 1,1-1,-1 1,1 0,0-1,0 1,0-1,0 0,0 1,1-1,-1 0,1 0,-1 0,1 1,66 57,-55-51,9 7,-8-7,0 0,-1 2,0-1,-1 2,0 0,-1 0,0 1,-1 0,7 12,-16-23,0 0,0 0,0 1,0-1,0 0,-1 1,1-1,-1 1,1-1,-1 1,0-1,0 1,0-1,0 1,-1-1,1 1,0-1,-1 0,0 1,0-1,0 0,0 1,0-1,0 0,0 0,-1 0,1 0,-1 0,0 0,1 0,-1-1,0 1,0 0,0-1,0 0,0 1,-1-1,1 0,0 0,-1 0,1-1,0 1,-3 0,2 0,0 0,0-1,0 1,0 0,0-1,0 0,0 0,0 0,0 0,0 0,0-1,0 1,0-1,0 0,0 0,1 0,-1 0,0-1,0 1,1-1,-1 1,1-1,-1 0,1 0,0 0,0 0,0 0,0-1,0 1,0-1,1 1,-1-1,1 0,0 0,0 1,0-1,0 0,0 0,0 0,1 0,0 0,1-1,1 0,0 0,-1 1,2-1,-1 1,0-1,1 1,0 0,-1 0,1 0,0 0,1 1,-1-1,0 1,1 0,-1 0,1 0,0 0,0 1,0 0,0-1,0 1,0 0,0 1,0-1,0 1,0 0,4 0,4-2,18-5,-9 5,-1-2,0 0,0-1,0-2,0 0,-1 0,0-2,-1-1,0 0,0-1,15-13,-31 22,0 1,0-1,0 0,0 0,0 0,0 0,0 0,-1-1,1 1,-1 0,0-1,1 1,-1-1,-1 1,1-1,0 0,0 0,-1 1,0-1,1 0,-1 0,0 1,0-1,-1 0,1 0,-1 1,1-1,-1 0,0 1,0-1,0 1,0-1,0 1,-1-2,0 4,0 0,0-1,0 1,0 0,0 0,0 1,0-1,0 0,0 1,0-1,0 1,0-1,0 1,0 0,1 0,-1 0,0 0,0 0,1 0,-1 1,1-1,-1 0,1 1,0-1,0 1,-1 0,1-1,0 1,0 0,0 0,1 0,-1-1,0 1,1 0,-1 0,1 1,-2 2,-1 0,1 0,1 1,-1-1,1 1,0-1,0 1,1-1,-1 1,1-1,0 1,1 0,0-1,-1 1,2-1,-1 0,1 1,0-1,0 0,0 0,0 0,1 0,0 0,0 0,1-1,-1 0,1 0,0 0,0 0,0 0,1-1,-1 1,1-1,0-1,0 1,0 0,5 0,0 1,1-1,-1-1,1 0,0-1,-1 1,1-2,0 0,0 0,0-1,-1 0,1-1,0 0,-1-1,0 0,1-1,-1 0,-1 0,1-1,-1-1,1 1,-1-1,-1-1,1 0,-1 0,-1-1,1 0,-1 0,-1 0,4-6,6-18,0-2,-3 0,0 0,-3-1,0-1,-3 1,-1-2,-1 1,-2-14,22-314,-25 342,-4 47,-13 126,7 0,7 64,2-191,0 0,2 0,1 1,1-2,1 1,1 0,1-1,1 0,2 0,0-1,10 19,-1-21,-2-9</inkml:trace>
  <inkml:trace contextRef="#ctx0" brushRef="#br0" timeOffset="33826.154">14975 6523,'-11'0,"-60"10,70-9,1-1,-1 0,1 0,0 0,-1 1,1-1,-1 0,1 1,-1-1,1 0,0 1,-1-1,1 0,-1 1,1-1,0 1,0-1,-1 1,1-1,0 1,0-1,0 1,-1-1,1 1,0-1,0 1,0-1,0 1,0-1,0 1,0 0,0-1,0 1,0-1,0 1,1-1,-1 1,0-1,0 1,0-1,1 1,-1-1,0 0,1 1,-1-1,0 1,1-1,-1 0,1 1,-1-1,0 0,1 1,-1-1,1 0,-1 1,1-1,-1 0,1 0,-1 0,1 0,-1 0,1 1,97 25,49-12,1-6,74-8,-158 0,77-2,-156 12,-4-3,0 1,1 1,0 1,0 0,1 1,1 1,0 1,0 0,2 1,-1 1,2 0,0 1,1 0,0 1,-3 7,13-21,1-1,-1 1,0-1,1 1,0 0,-1 0,1 0,0-1,0 1,1 0,-1 0,1 0,-1 0,1 0,0 0,0 1,0-1,1 0,-1 0,1 0,-1 0,1 0,0-1,0 1,1 0,-1 0,0-1,1 1,0 0,-1-1,1 0,0 1,1-1,-1 0,0 0,0 0,1 0,-1-1,1 1,0 0,-1-1,1 0,0 0,0 0,0 0,2 0,6-1,0-1,1 0,-1-1,0 0,0-1,0 0,0-1,0 0,-1-1,0 0,0 0,0-1,0 0,-1-1,0 0,-1-1,0 0,0 0,0-1,-1 1,0-2,-1 1,5-10,9-29,-24 67,0-1,2 1,0-1,1 1,0 0,3 16,-2-31,0 0,0 0,0 0,0 0,1 0,0 0,-1 0,2 0,-1 0,0-1,1 1,-1 0,1-1,0 1,1-1,-1 0,0 1,1-1,0 0,0-1,0 1,0 0,0-1,0 0,1 1,-1-1,1-1,-1 1,1 0,0-1,0 0,0 0,0 0,-1 0,1-1,0 0,0 1,1-1,-1-1,0 1,0-1,-1 1,1-1,0 0,0-1,2 0,6-7,0 0,0-2,-1 1,-1-1,0-1,0 0,-2 0,1-1,-1 0,-1 0,0-1,-1 0,-1 0,0 0,-1-1,0 0,-1 0,0-6,12-69,-4-1,-4-1,-4 0,-5-6,-2-18,-4 103,0 30,-6 44,3-1,2 2,0 44,4-58,2 1,3-1,1 0,3 0,1 0,8 28,13-17,-25-59,-1 1,0-1,1 1,-1-1,1 1,-1-1,1 0,-1 1,1-1,0 0,-1 1,1-1,-1 0,1 0,0 1,-1-1,1 0,0 0,-1 0,1 0,0 0,-1 0,1 0,0 0,-1 0,1 0,-1-1,1 1,0 0,-1 0,1 0,0-1,-1 1,1 0,-1-1,1 1,-1-1,1 1,-1 0,1-1,-1 1,0-1,1 1,-1-1,1 0,-1 1,0-1,18-34,-15 28,-1 3,40-70,-41 72,1-1,0 1,0 0,0 0,0 0,0 0,1 0,-1 0,1 1,-1-1,1 1,-1 0,1 0,0 0,0 0,-1 0,1 0,0 1,0 0,0-1,0 1,0 0,0 0,-1 1,1-1,0 0,2 2,4 2,0 1,-1 1,1 0,-1 0,0 1,-1 0,0 0,0 1,0 0,-1 0,0 0,-1 1,0 0,0 0,-1 0,0 1,0-1,-1 1,-1 0,2 7,-3-13,1 0,-1 0,0 1,0-1,0 0,-1 1,1-1,-1 1,0-1,0 1,-1-1,1 1,-1-1,0 0,0 1,-1-1,1 0,-1 0,0 0,0 0,-1 0,1 0,-1 0,1-1,-1 1,0-1,-1 0,1 0,0 0,-1 0,0-1,-2 2,2-2,1-1,0 0,0 1,0-1,-1-1,1 1,0 0,-1-1,1 0,-1 0,1 0,-1 0,1 0,0-1,-1 1,1-1,0 0,-1 0,1 0,0-1,0 1,0-1,0 1,0-1,0 0,0 0,1-1,-1 1,1 0,0-1,-1 0,1 1,0-1,1 0,-1 0,0 0,1 0,0-1,-1 1,1 0,1 0,-1-1,0 1,1-1,0 1,0 0,0-1,0 1,0-1,3-7,1 0,0 0,1 1,0-1,1 1,0 1,0-1,1 1,0 0,0 1,1-1,1 2,-1-1,1 1,0 0,1 1,0 0,0 1,8-4,-6 2,1 0,1 1,-1 1,1 0,0 0,0 2,0 0,1 0,-1 1,1 1,3 0,-15 2,-1-1,1 0,0 1,-1-1,1 1,-1 0,1-1,-1 2,1-1,-1 0,0 0,1 1,-1-1,0 1,0-1,0 1,0 0,0 0,-1 0,1 0,0 0,-1 1,0-1,1 0,-1 1,0-1,0 1,0 0,7 80,-6-35,-2-45,0 0,1-1,0 0,0 1,0-1,0 1,0-1,0 0,0 0,1 1,-1-1,1 0,0 0,0-1,-1 1,1 0,0 0,0-1,1 1,-1-1,0 0,0 0,1 0,-1 0,1 0,-1 0,1-1,-1 1,1-1,-1 0,1 1,-1-1,1 0,0-1,-1 1,1 0,-1-1,1 1,-1-1,2 0,15-7</inkml:trace>
  <inkml:trace contextRef="#ctx0" brushRef="#br0" timeOffset="34394.089">16379 6255,'69'41,"1"-3,3-4,0-3,2-3,8-1,-76-24,0 0,0 0,0-1,0 0,0 0,1-1,-1 0,0-1,1 1,-1-1,1-1,-1 1,0-1,1-1,-1 1,0-1,0 0,0-1,0 0,0 0,8-8,-1-1,0 0,0 0,-2-2,0 1,0-2,-1 1,-1-2,0 1,-2-1,1-1,-2 0,0 0,-1 0,-1-1,1-6,-5 18,1 1,-1 0,0-1,-1 1,1-1,-1 1,0-1,-1 1,1-1,-1 1,0 0,0-1,-1 1,1 0,-1 0,-1 0,1 0,-1 0,1 0,-1 0,-1 1,1 0,-1-1,1 1,-1 1,0-1,-1 0,1 1,-3-1,1 1,-1 1,1-1,0 2,-1-1,0 1,1 0,-1 0,0 1,1 0,-1 0,0 0,0 1,1 0,-1 1,1-1,-1 1,1 0,-1 1,1 0,0 0,0 0,-2 3,-4 1,1 1,0 0,1 1,0 0,0 1,1 0,0 1,1 0,0 0,-4 10,3-3,1 0,1 1,0-1,2 1,0 1,1-1,1 1,1 0,0-1,2 1,0 0,2 0,0 0,2 6,10 39,3 0,3 0,17 36,8 24,-45-122,0 0,1 0,-1 0,1 0,0 0,0 0,0 0,0 0,0-1,1 1,-1 0,1-1,0 1,0-1,0 1,0-1,0 0,0 0,1 0,-1 0,1 0,-1-1,1 1,0-1,-1 0,1 0,0 1,0-2,0 1,0 0,0-1,0 1,0-1,2 0,19-5,-1-1,0-1,0-1,0-1,-1-1,20-12,-26 14,54-30,-45 23</inkml:trace>
  <inkml:trace contextRef="#ctx0" brushRef="#br0" timeOffset="34621.95">17542 6937,'0'0</inkml:trace>
  <inkml:trace contextRef="#ctx0" brushRef="#br0" timeOffset="36523.958">10938 2218,'-13'-82,"13"82,0 0,0 0,0 1,0-1,-1 0,1 0,0 0,0 1,0-1,-1 0,1 0,0 0,0 0,-1 1,1-1,0 0,0 0,-1 0,1 0,0 0,-1 0,1 0,0 0,0 0,-1 0,1 0,0 0,-1 0,1 0,0 0,0 0,-1 0,1 0,0 0,0-1,-1 1,1 0,0 0,0 0,-1 0,1-1,0 1,0 0,0 0,-1 0,1-1,0 1,0 0,0 0,0-1,0 1,-1 0,1 0,0-1,0 1,0 0,0 0,0-1,0 1,0 0,0-1,0 1,0 0,0 0,0-1,0 1,0 0,0 0,1-1,-1 1,-7 22,1 42,3-1,2 1,4 8,-3-66,47 703,-42 201,8-668,-13-241,0 0,0 0,0 0,0 0,0 1,0-1,0 0,0 0,-1 0,1 0,0 0,-1-1,1 1,0 0,-1 0,1 0,-1 0,0 0,1 0,-1-1,0 1,1 0,-1-1,0 1,0 0,0-1,1 1,-1-1,0 1,-1-1,-6 2</inkml:trace>
  <inkml:trace contextRef="#ctx0" brushRef="#br0" timeOffset="37562.389">12797 2152,'0'0,"-1"1,1 0,0-1,0 1,-1-1,1 1,0 0,-1-1,1 1,0-1,-1 1,1-1,-1 1,1-1,-1 1,1-1,-1 1,0-1,1 1,-1-1,1 0,-1 0,0 1,1-1,-1 0,0 0,1 0,-1 0,0 1,1-1,-1 0,0 0,0 0,1-1,-1 1,0 0,1 0,-1 0,0 0,1-1,-1 1,0 0,1-1,-1 1,1 0,-1-1,1 1,-1-1,1 1,-1-1,1 1,-1-1,1 1,-1-1,1 1,0-1,-1 0,1 1,0-1,0 0,0 1,-1-2,-4 152,6-109,30 715,-35 107,4-831,-3 15,2 0,3 0,1 0,3 0,1-1,3 1,1-2,8 17,-8-40</inkml:trace>
  <inkml:trace contextRef="#ctx0" brushRef="#br0" timeOffset="38324.887">14695 2098,'7'17,"-2"0,0 1,-1 0,0-1,-2 1,0 1,-1 15,1-1,67 819,-21-98,-47-695,0-1,2 1,2 0,7 19,-12-75,1 0,-1 0,1-1,0 1,0 0,0 0,0 0,0-1,1 1,-1 0,1-1,0 0,0 1,0-1,0 0,0 0,2 1,11 3</inkml:trace>
  <inkml:trace contextRef="#ctx0" brushRef="#br0" timeOffset="38954.895">16460 2325,'15'28,"0"0,-2 1,-1 1,-2 0,-1 0,-1 1,-1 0,-2 0,-1 1,-2-1,-1 21,5 184,-11 0,-14 48,2-49,10 1,13 54,14-79,-10-134</inkml:trace>
  <inkml:trace contextRef="#ctx0" brushRef="#br0" timeOffset="47115.143">10845 5240,'3'11,"2"13,1 14,-1 12,-1 10,-2 10,-5 6,-4 1,-6-3,-6-7,2-13,0-14,3-17,5-13</inkml:trace>
  <inkml:trace contextRef="#ctx0" brushRef="#br0" timeOffset="47381.039">10725 5440,'-57'-146,"56"144,0 0,0 0,0 0,0 0,1 0,-1 0,1 0,-1-1,1 1,-1 0,1 0,0 0,0-1,0 1,0 0,1 0,-1 0,1-1,-1 1,1 0,0 0,0 0,0 0,0 0,0 0,0 0,0 1,0-1,1 0,-1 1,1-1,0 1,-1-1,1 1,0 0,0-1,0 1,0 0,0 0,0 1,1-2,18-2,-1 0,1 1,-1 1,1 0,-1 2,17 2,-19-2,-6 1,10-2,-1 1,0 1,1 1,-1 1,0 1,0 0,0 2,-1 0,18 9,-36-14,-1 0,1-1,-1 1,1 0,-1 0,0 0,0 0,1 0,-1 1,0-1,0 0,0 1,0-1,0 0,0 1,-1-1,1 1,0-1,-1 1,1-1,-1 1,0 0,1-1,-1 1,0 0,0-1,0 1,0 0,0-1,0 1,-1 0,1-1,-1 1,1-1,-1 1,1-1,-1 1,0-1,0 1,0-1,0 1,0 0,-56 50,-227 113,251-141</inkml:trace>
  <inkml:trace contextRef="#ctx0" brushRef="#br0" timeOffset="47680.041">11045 5881,'0'7,"0"-1,0 0,0 1,1-1,0 0,0 1,1-1,0 0,0 0,0 0,1 0,-1-1,1 1,1-1,-1 1,1-1,0 0,0-1,1 1,-1-1,1 1,0-1,0-1,0 1,2 0,2 2,1-1,0 0,0 0,0-1,1 0,0-1,-1 0,1-1,0 0,0 0,1-1,-1-1,0 0,0 0,-6-1,-1 1,0-1,1 0,-1 0,0-1,1 1,-1-1,0 0,0 0,0 0,-1 0,1-1,0 0,-1 1,0-1,0-1,0 1,0 0,0-1,0 0,-1 1,0-1,0 0,0 0,0 0,0 0,-1-1,0 1,0 0,0-1,-1 1,1-1,-1 1,0-1,0 1,-1 0,1-1,-1 1,0-1,0 1,0 0,-1 0,1-1,-1 1,-1 0,0-2,-1-1,0 1,-1 0,0 0,0 1,0 0,0 0,-1 0,0 0,0 1,0 0,-1 0,1 0,-1 1,0 0,0 1,0-1,0 2,-1-1,1 1,0-1,-1 2,1-1,-1 1,1 1,-1-1,1 1,0 0,-1 1,1 0,0 0,-6 3,11-4,-1 0,1 1,0-1,0 1,-1 0,1 0,0-1,0 1,1 1,-1-1,0 0,1 0,-1 1,1-1,0 0,0 1,0 0,0-1,0 1,0 2,0 20</inkml:trace>
  <inkml:trace contextRef="#ctx0" brushRef="#br0" timeOffset="48113.032">12676 5227,'5'6,"1"10,2 11,0 10,-2 7,-2 9,-3 3,-3 2,0-3,-1-5,1-10,1-8,0-11</inkml:trace>
  <inkml:trace contextRef="#ctx0" brushRef="#br0" timeOffset="48414.514">12529 5119,'1'-5,"0"0,1 0,0 0,0 0,0 0,1 0,-1 0,1 1,0-1,0 1,1 0,-1 0,1 0,0 0,0 1,1 0,-1 0,0 0,1 0,0 0,0 1,5-2,6-2,0 1,1 1,-1 1,1 0,0 1,11 0,-12 1,0 1,0 1,-1 1,1 0,0 1,-1 0,1 1,9 5,-19-7,0 1,1 0,-1 0,0 0,-1 0,1 1,-1 0,1 1,-1-1,0 1,-1 0,1 0,-1 0,0 1,0-1,-1 1,0 0,0 0,0 1,-1-1,1 2,-2-3,0 1,0-1,-1 0,0 0,0 1,0-1,-1 0,0 0,1 1,-2-1,1 0,-1 0,0 0,0-1,0 1,0 0,-1-1,0 1,0-1,0 0,-1 0,1 0,-1 0,0-1,0 1,0-1,-2 1,-12 7,0 0,0-1,-1 0,0-2,-1 0,-3-1,-47 16,46-15</inkml:trace>
  <inkml:trace contextRef="#ctx0" brushRef="#br0" timeOffset="48680.484">13024 5801,'16'-14,"7"-11,3-8,-4-5,-5-1,-6 1,-7 8,-8 11,-9 15,-6 18,-3 18,3 12,5 11,6 4,13 2,13-3,11-7,1-12</inkml:trace>
  <inkml:trace contextRef="#ctx0" brushRef="#br0" timeOffset="49275.598">14816 5159,'-3'14,"-2"15,-1 15,1 11,1 10,1 2,3 3,5-6,1-5,-1-9,-3-13,-2-13</inkml:trace>
  <inkml:trace contextRef="#ctx0" brushRef="#br0" timeOffset="49547.252">14655 5133,'13'-12,"1"1,0 0,1 1,0 1,0 0,1 1,0 1,0 0,1 1,0 1,0 1,1 0,-1 2,1-1,-1 2,1 1,0 0,-1 1,1 1,-1 0,1 1,-1 1,13 5,50 27,-77-35,-1 1,0-1,1 1,-1 0,0 0,0 0,0 0,0 0,0 1,0-1,-1 1,1-1,-1 1,0-1,1 1,-1 0,0-1,-1 1,1 0,0 0,-1 0,0 0,0 0,0 0,0-1,0 1,-1 3,-2 1,-1 1,0-1,0 0,-1 0,0-1,0 1,-1-1,0 0,0-1,0 0,-1 0,0 0,1 0,-2-1,1 0,-1-1,-178 99,160-84</inkml:trace>
  <inkml:trace contextRef="#ctx0" brushRef="#br0" timeOffset="49864.696">15069 5573,'13'-4,"-1"-1,1 2,0 0,0 0,0 1,0 1,0 0,0 1,0 0,0 1,1 1,-1 0,-1 0,1 2,0-1,5 4,-16-6,0 0,1 0,-1 0,0 0,1 1,-1-1,0 1,0-1,0 1,0 0,0 0,-1 0,1 0,-1 0,1 0,-1 1,0-1,1 0,-1 1,0-1,-1 1,1-1,0 1,-1-1,0 1,1-1,-1 1,0 0,0-1,0 1,-1 0,1-1,-1 1,1-1,-1 1,0-1,0 1,0-1,-4 6,-1-1,0 0,0 0,-1-1,0 1,0-1,0-1,-1 0,-6 5,-27 19,42-30,0 1,-1 0,1 0,0-1,-1 1,1 0,0 0,0 0,0 0,-1-1,1 1,0 1,0-1,-1 0,1 0,0 0,0 0,-1 0,1 1,0-1,0 0,-1 1,1-1,0 0,-1 1,1-1,-1 1,1-1,0 1,-1-1,1 1,-1-1,0 1,1 0,-1-1,1 1,-1 0,0-1,1 1,-1 0,0 0,0-1,0 1,1 0,-1 0,0-1,0 1,0 0,0 0,0-1,-1 1,1 0,0 0,0-1,0 1,-1 0,1 0,0-1,-1 1,1 0,-1-1,1 1,0 0,-1-1,0 1,1-1,-1 1,1-1,-1 1,0-1,63 7,1-4,0-2,19-4,-27 1,53-2</inkml:trace>
  <inkml:trace contextRef="#ctx0" brushRef="#br0" timeOffset="50164.232">16727 5279,'-12'21,"-3"15,1 11,2 9,6 4,4-2,3-3,0-9,1-10,-1-11</inkml:trace>
  <inkml:trace contextRef="#ctx0" brushRef="#br0" timeOffset="50448.289">16500 5026,'38'-4,"0"2,0 1,0 2,0 2,-1 2,1 1,-1 1,35 13,-67-19,0 1,0-1,0 1,0 0,0 0,0 1,0-1,0 1,-1 0,0 0,1 1,-1-1,0 1,-1 0,1 0,-1 0,0 1,0-1,0 1,1 1,-5-2,0-1,0 0,0 1,0-1,0 0,-1 0,0 0,1 0,-1 0,0 0,0 0,-1-1,1 1,-1-1,1 1,-1-1,0 0,1 0,-1 0,0-1,0 1,-1-1,1 1,0-1,0 0,-1 0,-1 0,5-1,-95 31,-35 18,109-35</inkml:trace>
  <inkml:trace contextRef="#ctx0" brushRef="#br0" timeOffset="50846.494">16887 5507,'33'-1,"0"1,0 2,0 1,0 2,0 1,26 9,-58-15,1 1,0-1,-1 0,1 0,-1 1,1-1,-1 1,1-1,-1 1,1-1,-1 1,0 0,1 0,-1 0,0 0,0 0,0 0,1 0,-1 0,0 0,-1 1,1-1,0 0,0 1,0-1,-1 1,1-1,-1 1,1-1,-1 1,1-1,-1 1,0-1,0 1,0-1,0 1,0 0,0-1,0 1,-1-1,1 1,-52 31,48-32,-1 1,1-1,-1 2,1-1,0 0,0 1,0 0,0-1,1 2,-1-1,1 0,-1 1,0 2,4-5,-1 1,1-1,1 1,-1 0,0-1,0 1,1-1,-1 1,0-1,1 1,0-1,-1 0,1 1,0-1,0 1,0-1,-1 0,1 0,1 0,-1 0,0 1,0-1,0-1,1 1,-1 0,0 0,1 0,-1-1,0 1,1-1,-1 1,1-1,-1 1,1-1,0 0,0 0,-2 1,84 28,-64-24,-1 1,1 1,-1 1,-1 0,1 1,-2 2,14 9,-30-20,0 1,0-1,0 1,0-1,0 1,0 0,0-1,0 1,0 0,-1 0,1 0,0 0,0 0,-1 0,1 0,-1 0,1 0,-1 0,1 0,-1 0,0 0,1 0,-1 1,0-1,0 0,0 0,0 0,0 1,0-1,0 0,0 0,-1 0,1 0,0 0,-1 1,1-1,-1 0,1 0,-1 0,1 0,-1 0,0 0,0 0,1-1,-1 1,0 0,0 0,0 0,0-1,-1 1,-62 24,-13-11,-5-2</inkml:trace>
  <inkml:trace contextRef="#ctx0" brushRef="#br1" timeOffset="63009.313">7650 2285,'-17'128,"5"1,6 1,6-1,5 0,16 80,-21-201,26 382,-17 67,-46-476,26 15,1 1,-1 1,0 0,-1 0,1 1,0 0,0 1,0 0,-1 1,1 1,0-1,0 2,0-1,0 2,1-1,-1 2,1-1,0 1,0 1,1 0,-1 0,1 1,1 0,-1 0,1 1,1 0,-1 1,1 0,1 0,0 0,0 1,1 0,0 0,0 0,1 1,1 0,0-1,0 1,1 3,1 5,2-1,0 0,1 0,1 1,1-2,0 1,1 0,1-1,1 0,1 0,0-1,1 1,0-2,2 0,-1 0,2-1,0 0,1-1,0 0,1-1,0-1,1 0,1-1,-1 0,2-2,-1 0,1 0,0-2,0 0,5 0,-10-3,0 0,0-1,1 0,-1-1,1 0,-1-1,0-1,1 0,-1-1,0 0,1 0,-1-2,-1 1,1-1,0-1,-1 0,0-1,0 0,-1-1,0 0,0-1,0 0,-1 0,0-1,-1 0,0-1,0 1,-1-2,0 1,0-2,1-6,-1 0,-1-1,0 0,-1 0,-2-1,0 1,0-1,-2 0,-1 0,0 0,-1 1,-1-1,-1 0,-1 1,-1 0,-3-9,5 19,0 1,0 0,0-1,-1 2,0-1,-1 0,0 1,0 0,-1 0,1 0,-2 1,1 0,-1 0,1 0,-2 1,1 0,0 1,-1-1,0 1,0 1,0 0,-1 0,1 0,-1 1,0 0,1 1,-1 0,-2 0,-12 4,1 0,-1 1,1 1,0 1,1 1,0 1,0 1,0 0,1 2,1 1,0 0,0 1,2 1,-1 1,-1 3,0-1,1 1,1 0,1 2,0 0,1 1,2 0,0 1,1 0,-6 18,-5 25</inkml:trace>
  <inkml:trace contextRef="#ctx0" brushRef="#br1" timeOffset="63813.17">7382 5641,'-4'107,"-6"-1,-5 9,-3 26,18-138,0 86,0-86,0-1,1 0,-1 0,1 0,0 0,0 0,0 0,0 0,0 0,0 0,0 0,1 0,-1 0,1-1,-1 1,1-1,0 1,-1-1,1 0,0 1,0-1,0 0,0 0,0-1,0 1,0 0,1-1,-1 1,0-1,0 1,1-1,-1 0,0 0,0 0,0 0,3-1,53-14,-52 12,0 0,0 1,0 0,0 0,1 1,-1 0,0 0,1 0,-1 1,1 0,-1 0,1 1,-1 0,0 0,7 2,15 9,-20-7,0-1,0 0,1-1,-1 1,1-2,0 1,0-1,0-1,0 0,0 0,0-1,1 0,-1 0,6-2,5-3</inkml:trace>
  <inkml:trace contextRef="#ctx0" brushRef="#br1" timeOffset="64196.77">7984 5721,'0'-2,"0"3,0 9,0 12,-2 11,-1 11,-2 10,-3 4,-2 4,-1-1,0-8,3-7,2-9,3-14,1-11</inkml:trace>
  <inkml:trace contextRef="#ctx0" brushRef="#br1" timeOffset="64496.389">7944 5667,'19'3,"0"0,0 1,0 0,-1 2,0 0,0 2,0-1,-1 2,0 1,-1 0,0 1,3 3,0 0,0 0,-1 2,-1 0,-1 1,0 1,-1 0,0 2,7 15,-16-26,-1 0,0 0,-1 1,0-1,0 1,-1 0,-1 1,0-1,0 0,-1 1,0-1,0 1,-2-1,1 1,-1-1,-1 1,0-1,0 0,-1 0,-3 9,2-11,-1 0,0-1,0 1,0-1,-1 0,0 0,0-1,-1 0,0 0,0 0,0-1,-1 0,0 0,0-1,0 0,0-1,-1 0,1 0,-1 0,0-1,0-1,-7 1,-13 1,0-1,-1-1,1-2,-1-1,1-1,-10-3,-11-4</inkml:trace>
  <inkml:trace contextRef="#ctx0" brushRef="#br1" timeOffset="64946.659">7088 5360,'21'2,"29"1,31-4,31-5,29-6,22-1,11 0,0 2,-8 0,-20 3,-24 2,-30 2,-27 2,-23 1,-18 3,-16 4,-16 1,-6-2</inkml:trace>
  <inkml:trace contextRef="#ctx0" brushRef="#br1" timeOffset="68575.136">3933 1777,'229'11,"439"-8,-680-4,-11 1,28 1,-2 0,-1 0,1 1,0-1,-1 1,1-1,-1 1,1 0,-1 0,0 0,0 0,0 0,0 1,0-1,0 0,-1 1,1 0,-1-1,0 1,0 0,0 0,0 0,0-1,0 1,-1 0,0 0,1 0,-1 0,0 0,0 0,-1 0,1 0,-1 0,1 0,-1 0,0 0,-1 2,1 5,-7 102,5 0,11 107,33-30,-33-204,-2 12,-1-1,1 1,0 1,0-1,0 1,0 0,0 0,0 1,1 0,-1 0,1 1,-1-1,0 1,2 1,0-2,37-2,0 2,0 2,0 2,0 2,15 5,-58-10,-1 0,1 0,0-1,-1 1,1 0,-1-1,1 1,-1-1,0 0,1 1,-1-1,1 0,-1 0,0 0,0 0,0 0,1 0,-1 0,0 0,0 0,-1-1,1 1,0 0,0-1,0 1,-1 0,1-1,-1 1,1-1,-1 1,0-1,1 1,-1-1,0 0,0 1,0-1,0 1,-1-1,1 1,0-1,-1 1,1-1,0 1,-1-1,0 1,1-1,-1 1,0-6,-5-75,-3 1,-4 0,-3 1,-10-21,-17-17,42 117,0 0,0 0,0 0,1 0,-1 0,0 0,1 0,-1 0,1-1,-1 1,1 0,0 0,-1 0,1-1,0 1,0 0,0-1,0 1,0 0,0 0,0-1,1 1,-1 0,0-1,1 1,-1 0,1 0,-1 0,1 0,-1-1,1 1,0 0,0 0,0 0,-1 0,1 1,0-1,0 0,0 0,0 0,1 1,-1-1,0 1,0-1,0 1,0-1,1 1,-1-1,145-20,-103 18,335-22,53 16,-413 10,-23-1</inkml:trace>
  <inkml:trace contextRef="#ctx0" brushRef="#br1" timeOffset="70128.084">17583 975,'-48'-50,"-1"1,-2 3,-3 2,-1 2,-2 3,-1 2,-2 3,-35-13,-91-26,-2 7,-4 9,-1 8,-61-2,-446-80,-177 10,636 98,-1 10,0 10,0 11,0 11,2 10,-214 55,328-53,1 5,2 6,2 5,2 5,2 6,-46 33,-59 61,7 9,2 13,128-102,2 4,4 4,-5 12,54-56,2 1,2 1,2 1,1 1,2 2,1 0,3 1,-12 42,8 15,4 0,4 1,5 1,4 38,1-92,2 1,2-1,2 0,3 0,1 0,3-1,1 0,3 0,2-1,1-1,3-1,2-1,1 0,13 8,2-1,2-2,3-2,1-2,2-2,2-2,1-2,3-2,1-2,45 23,1-4,3-5,2-4,64 15,47 0,2-9,3-10,0-10,53-5,272 10,370-30,-116-51,305-76,-720 68,201-63,-435 78,-2-6,-2-6,-2-7,-3-6,42-30,-113 53,-1-3,-3-3,-2-3,-2-3,51-55,-81 73,-1-2,-2 0,-2-2,-1-1,-3-1,-1-1,-2-1,-1-1,-3-1,8-36,-15 34,-1 0,-3-1,-2 1,-2-1,-2 0,-2 1,-2-1,-2 1,-3 0,-12-37,-7-4,-3 1,-4 2,-4 2,-4 1,-9-8,7 15,-2 2,-4 2,-3 3,-3 2,-2 2,-4 4,-2 2,-2 3,-58-35,39 40,-2 4,-1 4,-3 4,-1 4,-2 4,-12 1,-66-9,-1 8,-2 7,-4 8,-142 3,-1 15,0 14,-279 52,265-15</inkml:trace>
  <inkml:trace contextRef="#ctx0" brushRef="#br1" timeOffset="71991.419">16567 1978,'-1'2,"0"0,0 0,1 0,-1 0,1 0,-1 0,1 0,0 1,0-1,0 0,0 0,0 0,1 0,-1 1,0-1,1 0,0 0,-1 0,1 0,0 0,0 0,0 0,0 0,1-1,-1 1,0 0,1-1,1 2,14 18,1 0,1-2,1 0,1-1,1-1,0-1,22 11,-35-21,772 459,-661-386,-3 5,-4 5,-4 4,-5 6,-3 3,-5 5,-5 5,-5 3,-5 3,4 20,15 60,-8 4,-8 4,-10 4,37 179,-40-104,-13 3,5 139,-47-256,-7 1,-8-1,-7 1,-28 158,6-166,-8-2,-7-2,-6-1,-8-3,-54 103,68-171,-4-2,-4-2,-3-3,-15 12,33-48,-2-2,-2-2,-2-2,-1-1,-2-3,-2-1,-40 21,30-25,-1-3,-2-3,0-2,-2-3,0-3,-1-2,-12-2,-80 7,-1-7,-58-7,-257-19,-365-64,833 78,-109-13,-233-25,-190 9,456 30,87-13,228-130,-226 136,286-169,154-60,-367 202,-83 33,0 1,0-1,0 0,0 0,0 1,0-1,-1 0,1 1,0-1,0 0,0 1,0-1,0 0,0 1,0-1,0 0,0 1,0-1,1 0,-1 1,0-1,0 0,0 0,0 1,0-1,1 0,-1 0,0 1,0-1,0 0,1 0,-1 1,0-1,0 0,1 0,-1 0,0 1,0-1,1 0,-1 0,0 0,1 0,-1 0,0 0,1 0,-1 0,0 0,1 0,-1 0,0 0,1 0,-1 0,0 0,0 0,1 0,-23 20,-74 19,35-18,-50 31,51-21</inkml:trace>
  <inkml:trace contextRef="#ctx0" brushRef="#br1" timeOffset="72363.079">15123 8702,'-32'16,"46"-7,4-5,-1 0,1 2,-2 0,1 1,0 1,-1 0,-1 1,0 1,0 0,0 1,5 6,29 32,-2 2,-2 2,0 5,-18-21,1 0,2-2,1-2,2-1,1-1,1-2,2-1,8 2,-33-23,0-1,0 0,1-1,-1-1,1 0,1-1,-1 0,0-1,1 0,3-1,-12-1,0 0,0 0,0-1,1 0,-1 0,0 0,-1 0,1-1,0 0,0 0,-1 0,1 0,-1-1,0 0,1 0,-1 0,-1 0,1-1,0 1,-1-1,0 0,0 0,0 0,0-1,-1 1,1-1,-1 1,0-2,5-15,-2-1,0 1,-1-1,-1 0,-1-19,2 4,21-170,9 2,9 2,68-190,-60 238</inkml:trace>
  <inkml:trace contextRef="#ctx0" brushRef="#br2" timeOffset="86614.229">20270 1617,'6'19,"-1"0,-1 1,-1 0,0 0,-1 0,-2 0,0 0,1 5,11 176,17 61,7 4,-7 65,-25-132,-16 130,10-297,-4 25,3 1,2-1,3 1,2-1,10 44,-4-51,-1 0,-3 0,-1 0,-3 18,-17 134,15-24,6-188,-10-4,0 18</inkml:trace>
  <inkml:trace contextRef="#ctx0" brushRef="#br2" timeOffset="87755.138">19802 5480,'5'13,"-1"0,0 1,-1-1,0 1,-1 0,-1 0,0-1,-1 9,1-3,-8 224,-5-211,6-192,5 86,-1-4,4 0,3 0,8-35,-5 86,-8 27,-1-1,1 1,0 0,0-1,0 1,0-1,1 1,-1 0,0-1,0 1,0 0,0-1,0 1,0 0,0-1,1 1,-1 0,0-1,0 1,1 0,-1 0,0-1,0 1,1 0,-1 0,0-1,0 1,1 0,-1 0,0 0,1-1,-1 1,0 0,1 0,-1 0,1 0,-1 0,0 0,1 0,-1 0,0 0,1 0,-1 0,0 0,1 0,-1 0,1 0,-1 0,0 1,1-1,-1 0,0 0,1 0,-1 0,0 1,0-1,1 0,-1 0,0 1,0-1,1 0,-1 1,0-1,0 1,6 10,-1 1,-1 1,0-1,-1 1,0 0,-1-1,1 7,4 24,-4-28,1 1,1-1,0 0,1 0,0-1,7 10,-11-20,1 0,0 1,0-1,0 0,1-1,-1 1,1 0,0-1,0 0,0 0,1 0,-1-1,1 1,0-1,-1 0,1 0,0-1,0 0,0 1,0-2,0 1,2 0,0-2,1 1,0-1,0 0,-1-1,1 0,0 0,-1 0,0-1,0-1,0 1,0-1,0 0,-1 0,1-1,-1 0,0 0,-1-1,1 1,-1-1,2-3,6-8,-1 0,-1-1,0 0,-2 0,0-1,-1-1,0 0,22-100,-30 109,-4 16,-3 18,-2 42,4 1,2-1,3 1,6 44,0 29,-5-109,-1-7</inkml:trace>
  <inkml:trace contextRef="#ctx0" brushRef="#br2" timeOffset="88423.075">20658 5306,'-66'492,"29"-277,29-192,8-23,0 0,0 0,0-1,0 1,0 0,0 0,-1 0,1 0,0-1,0 1,0 0,0 0,0 0,-1 0,1 0,0 0,0 0,0-1,-1 1,1 0,0 0,0 0,0 0,-1 0,1 0,0 0,0 0,0 0,-1 0,1 0,0 0,0 0,0 0,-1 0,1 1,0-1,0 0,0 0,-1 0,1 0,0 0,0 0,0 0,0 1,-1-1,1 0,0 0,0 0,0 0,-2-24,15-287,-9 249,-1 0,3-1,2 1,13-45,-21 104,1 1,-1-1,1 0,-1 1,1-1,0 0,0 1,0-1,0 1,1-1,-1 1,0 0,1 0,0-1,0 1,-1 0,1 0,0 1,1-1,-1 0,0 1,0-1,1 1,-1 0,1 0,-1 0,1 0,2-1,4 3,-1 1,1-1,-1 1,0 1,0-1,0 2,0-1,0 1,0 0,-1 0,1 1,6 3,196 126,-204-129,0-2,-1 0,1 1,-1 0,0 0,0 0,-1 1,1 0,-1-1,0 2,0-1,-1 0,0 1,0 0,0-1,2 7,-6-10,1 1,-1-1,0 1,0-1,0 0,0 0,0 1,0-1,0 0,-1 0,1 0,-1 0,0 0,1-1,-1 1,0 0,0-1,0 0,0 1,0-1,-1 0,1 0,0 0,-1 0,1 0,0-1,-1 1,1-1,-1 1,1-1,-1 0,1 0,-1 0,-39 5,0-1,0-3,0-1,-37-5,46 2,32 3,0 0,0-1,1 1,-1-1,0 1,0 0,0 0,0-1,1 1,-1 0,0 0,0 0,0 0,0 0,0 0,1 0,-1 0,0 0,0 1,0-1,0 0,1 1,-1-1,0 0,0 1,1-1,-1 1,0-1,0 1,1-1,-1 1,1 0,-1-1,1 1,-1 0,1-1,-1 1,1 0,-1 0,1-1,0 1,-1 0,1 0,0 0,0-1,0 1,0 0,0 0,0 0,0 0,0 0,0 0,0-1,0 1,0 0,0 0,1 0,-1-1,1 2,72 98,95 84,-151-169,1-1,0 0,0-1,1-1,1-1,0-1,1 0,-1-2,2 0,0-1,-13-5,1 0,-1 0,0-1,1 0,-1-1,1 0,-1 0,1-1,-1 0,1-1,-1 0,0 0,0-1,0-1,0 1,-1-1,1-1,3-2,17-15</inkml:trace>
  <inkml:trace contextRef="#ctx0" brushRef="#br1" timeOffset="103190.185">20323 7232,'-4'18,"-5"13,-2 12,-2 9,0 3,-2 3,1-3,2-3,1-4,3-8,2-10</inkml:trace>
  <inkml:trace contextRef="#ctx0" brushRef="#br1" timeOffset="103446.89">19949 7178,'-9'-2,"6"1,17 1,25 1,25-3,23-2,15-2,6-1,-5 0,-12 2,-22 1</inkml:trace>
  <inkml:trace contextRef="#ctx0" brushRef="#br1" timeOffset="103730.731">21045 7378,'-24'-9,"1"1,-2 0,1 2,-1 1,1 1,-1 2,0 0,-1 1,1 2,0 0,0 2,0 0,-20 7,38-8,0 0,0 0,0 1,0 0,0 0,1 0,-1 1,1 0,0 0,0 1,0 0,1 0,0 0,0 1,0 0,1 0,-1 0,1 0,1 0,-1 1,1 0,1 0,-1 0,1 0,0 0,1 0,-1 1,2-1,-1 0,1 1,0-1,0 1,2 5,0-5,2 1,-1-1,1 0,0 0,1 0,0-1,0 0,0 0,1 0,0 0,0-1,1 0,0-1,0 1,0-1,1-1,7 4,7 3,0 0,1-2,1-1,-1-1,23 3,-28-5,1-1,1-1,-1 0,0-2,1 0,-1-1,0-1,1-1,-1-1,0 0,0-2,0 0,-1-1,0-1,0 0,14-9,4-12</inkml:trace>
  <inkml:trace contextRef="#ctx0" brushRef="#br1" timeOffset="104130.855">21246 7392,'-1'0,"0"0,0 0,-1-1,1 1,0 0,0 0,0 0,0 0,0 1,0-1,0 0,0 0,0 1,0-1,0 1,0-1,0 1,0-1,0 1,0-1,0 1,0 0,0-1,1 1,-1 0,0 0,1 0,-1 0,0 0,1 0,-1 0,1 0,0 0,-1 0,1 0,0 0,-1 0,1 0,0 0,0 0,-8 51,8-47,-1 13,1 0,0-1,1 1,1 0,1-1,2 9,-4-21,0 0,0 0,1-1,0 1,0 0,0-1,0 0,1 1,0-1,0 0,0 0,0 0,1-1,-1 1,1-1,0 0,0 0,0 0,0 0,1-1,-1 0,1 0,-1 0,1 0,1-1,3-1,0 0,0-1,0-1,0 0,0 0,-1 0,1-1,-1-1,1 1,-1-1,0-1,0 1,-1-1,0-1,1 0,-2 0,1 0,-1 0,0-1,5-7,6-8,-1 0,0-2,-2 1,-1-2,0 0,-2 0,-1-1,-2-1,0 1,-2-1,1-7,-8 154,0-94,3-10,-1-1,-1 1,-1 0,0-1,-1 1,0-1,-1 1,-1-1,-1 0,0 0,-1-1,0 0,-1 0,-1 0,-3 3,-7 0</inkml:trace>
  <inkml:trace contextRef="#ctx0" brushRef="#br1" timeOffset="104480.93">20123 6951,'-31'-10,"-34"-19,65 28,0 0,0 0,0 0,0 1,0-1,0 0,1 0,-1 1,0-1,0 0,1 0,-1 1,0-1,1 0,-1 1,1-1,-1 0,1 1,-1-1,1 1,-1-1,1 0,0 1,-1 0,1-1,0 1,-1-1,1 1,0 0,-1-1,1 1,0 0,0 0,0 0,-1 0,1 0,0 0,0 0,-1 0,1 0,0 0,0 0,0 0,-1 0,1 0,0 1,195-12,-137 11,1120 4,-881 5,-286-9,-8 0,1 0,-1 0,1 0,-1 0,1 1,-1 0,0 0,0 0,1 0,-1 1,0 0,0 0,0 0,1 1,-1 3</inkml:trace>
  <inkml:trace contextRef="#ctx0" brushRef="#br1" timeOffset="105277.559">22449 7232,'-7'-4,"-1"1,1 1,-1-1,0 2,0-1,0 1,0 0,0 0,0 1,0 0,-1 1,1 0,0 0,0 1,0 0,1 0,-1 0,0 1,1 1,0-1,0 1,0 0,0 1,0 0,1 0,0 0,0 1,1 0,-1 0,1 0,0 1,1-1,0 1,0 0,0 2,2-3,0 0,1 1,0-1,0 1,1-1,0 1,0 0,0-1,1 1,0-1,0 1,1-1,0 0,0 1,0-1,1 0,0 0,0-1,1 1,-1-1,1 1,0-1,5 4,4 5,0-1,2 0,-1-2,1 1,1-2,0 0,15 7,-17-9,1-1,0 0,0-1,0-1,1 0,0-1,-1 0,2-2,-1 0,0 0,0-2,1 0,-1-1,0 0,0-2,0 0,2-1,-12 1,0 1,-1-2,1 1,-1-1,0 1,0-1,-1-1,1 1,-1-1,0 0,0 0,0 0,-1 0,0-1,0 1,0-1,-1 0,1 0,-1 0,-1 0,1 0,-1-5,2-5,-2 0,0 1,-1-1,0 0,-2 0,0 1,0-1,-4-10,3 14,0-1,-1 1,0 0,-1 1,-1-1,0 1,0 0,-1 0,0 1,-1 0,0 0,-1 1,0 0,0 1,-1 0,0 0,-1 1,1 0,-2 1,1 0,0 1,-1 0,0 0,0 2,0 0,-1 0,1 1,-1 0,-2 1,1 1,0 1,0 0,0 1,0 0,0 1,0 1,1 0,-1 1,1 0,0 1,1 1,-3 1,9-4,0-1,0 2,0-1,1 0,0 1,0 0,0 1,0-1,1 1,-1 0,2 0,-1 0,1 0,0 1,0-1,0 1,1 0,0 0,1 0,-1 0,1 0,1 0,-1 0,2 5,0-5,0 0,0 0,1 0,1 0,-1 0,1 0,0-1,0 1,1-1,0 0,0 0,1 0,3 4,29 27</inkml:trace>
  <inkml:trace contextRef="#ctx0" brushRef="#br1" timeOffset="105665.048">22770 7339,'1745'-14,"-1698"13,480-8,315 41,-640-6,-159-17,-29-3,-24-2,-110-1,70-4</inkml:trace>
  <inkml:trace contextRef="#ctx0" brushRef="#br1" timeOffset="106462.78">19909 9103,'-5'11,"-3"14,-3 10,-2 10,-1 5,0 4,0-1,0-3,2-2,3-8,4-8,2-9</inkml:trace>
  <inkml:trace contextRef="#ctx0" brushRef="#br1" timeOffset="106730.7">19574 9050,'-2'-3,"8"0,17 0,20 1,22 1,17-3,11-2,5-2,-2 0,-9 1,-14 2,-20 2</inkml:trace>
  <inkml:trace contextRef="#ctx0" brushRef="#br1" timeOffset="106998.251">20778 9251,'-2'-8,"-1"0,0 0,0 1,0-1,-1 1,0 0,-1 0,1 0,-1 1,-1 0,1 0,-1 0,0 0,0 1,-1 0,0 0,0 1,0 0,0 0,0 1,-1 0,0 0,-7-2,3 3,1-1,-1 2,0-1,0 2,0-1,1 2,-1 0,0 0,0 1,0 0,1 1,0 0,-1 1,1 1,0 0,-2 1,1 1,1 1,0-1,0 2,1-1,0 2,0-1,1 1,1 1,-1 0,2 0,-1 0,2 1,0 0,-1 2,4-7,0 1,1 0,-1 0,2-1,-1 1,1 1,0-1,1 0,0 0,0 0,0 0,1 0,1 0,-1 0,1 0,1 0,-1 0,1-1,1 1,-1-1,1 0,1 0,4 6,4-1,0 0,0-1,1-1,1 0,-1-1,2 0,-1-1,1-1,0-1,1 0,-1-1,1-1,0 0,0-1,1-1,-1-1,1 0,-1-2,0 0,1 0,-1-2,5-1,102-40,-76 16</inkml:trace>
  <inkml:trace contextRef="#ctx0" brushRef="#br1" timeOffset="107281.738">21098 9090,'-7'2,"-1"8,-3 13,1 15,2 9,2 8,3 5,-1-2,-2-4,0-7,-1-8,-1-12,0-12,1-8</inkml:trace>
  <inkml:trace contextRef="#ctx0" brushRef="#br1" timeOffset="107547.271">21031 9264,'49'-213,"-49"212,0 0,0 1,0-1,1 0,-1 1,0-1,0 0,0 1,0-1,1 0,-1 1,0-1,1 0,-1 1,1-1,-1 1,0-1,1 1,-1-1,1 1,-1-1,1 1,0 0,-1-1,1 1,-1 0,1-1,0 1,-1 0,1 0,0-1,-1 1,1 0,0 0,-1 0,1 0,0 0,-1 0,1 0,0 0,-1 0,1 0,0 1,-1-1,1 0,0 0,-1 1,1-1,0 0,-1 1,26 29,-25-29,178 242,-171-233,6 6,-1 0,0 2,-1 0,-1 0,0 1,-2 0,0 1,5 19,-13-37,-1 1,0-1,1 1,-1 0,0-1,0 1,0-1,0 1,-1-1,1 1,-1 0,0-1,1 1,-1-1,0 0,0 1,-1-1,1 0,0 0,-1 1,0-1,1 0,-1-1,0 1,0 0,0 0,0-1,0 1,0-1,-2 1,-78 20,6-18,-1-4</inkml:trace>
  <inkml:trace contextRef="#ctx0" brushRef="#br1" timeOffset="107830.701">19467 8661,'21'7,"20"5,19-1,24-1,26-2,29-4,34-1,31-2,30-1,24 0,12 0,-1 1,-17 4,-31 3,-40 0,-49-1</inkml:trace>
  <inkml:trace contextRef="#ctx0" brushRef="#br1" timeOffset="108526.307">22476 9116,'-9'0,"0"0,1 0,-1 0,1 1,-1 1,1-1,0 2,0-1,0 1,0 0,0 0,0 1,1 0,-1 1,1 0,0 0,1 0,-1 1,1 0,0 0,-1 3,-2 3,0 1,1 0,0 0,1 1,0 0,1 1,1-1,1 1,0 0,0 0,2 1,0-1,1 0,0 1,1-5,0 0,1-1,0 1,1 0,0-1,1 1,0-1,0 0,1 0,1 0,-1 0,2-1,-1 0,1 0,1 0,0-1,0 1,0-2,1 1,3 1,2 1,0-2,0 0,1-1,0 0,0-1,1-1,0 0,0-1,0 0,0-1,0-1,1-1,-1 0,1-1,-1 0,1-1,-1-1,0-1,1 0,-1-1,-1 0,1-1,-1-1,1-1,7-5,-15 8,-1-1,0-1,0 1,0-1,-1 0,0-1,0 1,0-1,-1 0,0 0,0 0,-1-1,0 1,0-1,-1 0,0 1,0-1,-1 0,0-1,0 1,-1 0,0 0,-1-1,0-7,-1 0,-1 0,-1 1,0-1,-1 1,0 0,-2 0,1 1,-2-1,0 1,-3-3,3 4,-1 2,1-1,-2 1,0 0,0 1,-1 0,0 1,0 0,-1 1,0 0,-1 0,0 2,0 0,0 0,-1 1,0 1,0 0,0 1,0 0,-1 1,1 1,-1 0,1 1,-1 1,1 0,-1 1,1 1,0 0,0 0,-3 3,11-4,0 1,0 0,0 1,0-1,0 1,1 1,0-1,0 1,0-1,0 1,1 1,0-1,0 1,0-1,0 1,1 0,0 1,1-1,-1 0,1 1,0-1,1 1,0 0,0 0,0 0,1-1,0 1,0 0,1 0,0 0,0-1,0 1,1 0,2 5,32 43,10-8</inkml:trace>
  <inkml:trace contextRef="#ctx0" brushRef="#br1" timeOffset="108981.239">22729 9357,'111'9,"1534"24,-1379-34,218 0,783 6,-986 4,-47 4,-49 2,36 18,-212-31,-5-1,1-1,-1 1,0 0,0 1,1-1,-1 1,0-1,0 1,0 1,0-1,-1 0,1 1,-1 0,3 2,-6-4,0 0,0 0,0 0,0 1,0-1,-1 0,1 0,0 0,-1 0,1 0,-1 0,1 0,-1 0,1 0,-1 0,0 0,0-1,1 1,-1 0,0 0,0-1,0 1,0 0,0-1,0 1,0-1,0 1,0-1,0 1,0-1,0 0,0 0,0 0,0 1,0-1,-1 0,1 0,0 0,0-1,0 1,-10 2,-1 0,1-1,-1 0,1-1,-1-1,1 0,-1 0,1-1,0 0,-4-2,-3-2</inkml:trace>
  <inkml:trace contextRef="#ctx0" brushRef="#br1" timeOffset="109763.751">24895 6884,'-20'7,"46"10,296 113,-242-96,-1 3,-3 4,5 7,-71-43,-1 1,1 0,-1 1,-1 0,1 1,-1-1,0 2,-1-1,0 1,-1 0,1 0,2 8,-8-14,0 1,0-1,-1 0,1 1,-1-1,0 1,0-1,0 1,-1-1,1 1,-1-1,0 0,0 1,0-1,0 0,-1 0,1 1,-1-1,0 0,0-1,0 1,0 0,0 0,-1-1,1 0,-1 1,1-1,-1 0,0 0,0 0,-2 0,-21 13,0-1,-1-1,0-1,-1-2,-1-1,0-1,-534 154,454-123</inkml:trace>
  <inkml:trace contextRef="#ctx0" brushRef="#br1" timeOffset="110577.786">25604 9036,'20'1,"42"30,0 2,-2 3,4 7,-38-26,-15-10,15 8,-1 0,0 2,-1 1,-1 1,-1 0,-1 2,-1 1,0 0,-2 2,11 18,-26-37,-1 1,1-1,-1 1,-1 0,1 0,-1 0,0 0,0 0,-1 0,0 1,0-1,0 0,-1 0,0 0,0 0,0 0,-1 0,0 0,0 0,0-1,-1 1,0-1,0 1,-1-1,1 0,-1 0,0 0,-11 10,-1 1,0-2,-1 0,0-1,-1-1,0-1,-9 4,-64 31,-2-5,-3-4,0-4,-40 6,-45 9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31:01.08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1,'22'4,"-1"2,0 0,0 1,0 1,-1 1,0 1,-1 1,0 1,0 0,9 9,-20-14,0-1,-1 1,0 0,0 1,0 0,-1 0,0 0,0 1,-1 0,-1 0,1 0,-1 0,-1 1,0 0,0-1,-1 1,0 1,-1-1,0 0,0 0,-1 0,-1 0,1 1,-2-1,0 0,0 0,-3 8,-6 6,-1-1,-1 0,-1-1,-1-1,0 0,-2-1,-1 0,0-2,-5 3,-83 99,103-117,0 0,0 0,0 0,1 1,-1-1,1 1,0-1,0 1,0 0,1 0,-1 0,1 0,0 0,0 0,1 0,-1 0,1 1,0-1,0 0,0 0,0 0,1 0,0 1,0-1,0 0,0 0,0 0,1 0,0-1,0 1,0 0,0-1,1 1,-1-1,1 0,1 1,13 6,0-1,1-1,0-1,0 0,0-1,1-1,0-1,0-1,1-1,-1 0,5-1,182 3,-205-5,-1 1,1 0,0 0,0-1,0 1,0 0,0 0,0 0,0 0,-1 0,1 0,0 0,0 1,0-1,0 0,0 0,0 1,-1-1,1 0,0 1,0-1,0 1,-1-1,1 1,0-1,-1 1,1 0,0-1,-1 1,1 0,-1-1,1 1,-1 0,1 0,-1 0,0-1,1 1,-1 0,0 0,0 0,0 0,1 0,-1 0,0-1,0 1,0 0,-1 0,1 0,0 0,0 0,0 0,-1 0,1-1,0 1,-1 0,1 0,0 0,-1-1,1 1,-1 0,0 0,1-1,-1 1,-15 38,2 1,1 0,2 2,2-1,2 1,0 17,8-12,2 0,3 0,1 0,2-1,3-1,1 0,5 7,-3-4,-15-46,2 0,-1 1,1 0,-1-1,0 1,0 0,0 0,0 0,-1 0,1 0,-1 0,0 0,0 0,0 0,0 0,0 0,-1 0,0 0,1 0,-1 0,0 0,0 0,0 0,-1-1,1 1,-1 0,0-1,1 1,-1-1,0 0,0 1,-1-1,-7 2,-1 0,1 0,-1-1,0-1,0 0,0 0,0-1,0-1,0 0,-1 0,-8-2,13 2,-33-2,0-2,0-1,0-3,1-1,-5-3,9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31:02.16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1 548,'0'2,"1"-1,0 1,0-1,-1 1,1-1,0 0,1 0,-1 1,0-1,0 0,0 0,1 0,-1 0,1 0,-1 0,0-1,1 1,-1 0,1-1,0 1,-1-1,1 0,-1 0,1 1,0-1,-1 0,1 0,0 0,-1-1,1 1,0 0,-1 0,1-1,-1 1,1-1,-1 0,1 1,0-2,33-9,0-2,-1-2,0-1,-1-1,-1-2,-1-1,-1-2,18-17,-23 20,-1-1,0 0,-2-2,-1-1,0-1,-2-1,-1-1,0 0,-3-1,0-1,-1 0,-12 25,-1 0,0 1,1-1,-1 0,0 0,0 0,-1 0,1 0,0 0,-1 0,0 0,0 0,0 0,0 0,0 0,-1 0,1 0,-1 0,0 0,0 0,0 0,0 1,0-1,-1 0,1 1,-1-1,0 1,0-1,0 1,0 0,0 0,0 0,-1 0,1 0,-1 0,1 0,-1 1,0 0,1-1,-1 1,-2 0,-3 0,0 1,0 0,0 1,0 0,1 0,-1 0,0 1,0 0,1 1,-1 0,1 0,0 1,0-1,0 2,0-1,1 1,-1 0,1 0,1 0,-1 1,1 0,0 0,0 1,1 0,-1-1,2 1,-1 1,1-1,0 0,0 1,1 0,-1 7,-4 21,2-1,1 2,2-1,2 0,1 0,1 1,3-1,0-1,11 33,6 61,-21-116,6 26,-3 1,-1-1,-2 1,-1 0,-5 27,-1-59,8-36,3 11,0 0,1 1,1 0,1 0,0 1,1 0,1 0,0 1,1 1,0-1,1 2,1 0,0 0,0 1,1 0,0 2,8-5,-21 14,0-1,0 0,0 0,0 0,0 1,0-1,1 1,-1-1,0 1,0-1,0 1,1 0,-1-1,0 1,0 0,1 0,-1 0,0 0,0 0,1 0,-1 0,0 0,0 1,1-1,-1 1,0-1,0 1,0-1,0 1,0-1,1 1,-1 0,0 0,0-1,-1 1,1 0,0 0,0 0,0 0,-1 0,1 0,0 0,-1 0,1 1,-1-1,1 0,-1 0,0 0,1 1,-1-1,0 0,0 0,0 1,0-1,0 0,0 1,0-1,-1 0,1 1,1 53,-3-48,1-1,1 1,-1 1,1-1,0 0,1 0,0 0,0-1,0 1,1 0,0 0,0 0,1-1,0 0,0 1,0-1,1 0,0 0,0-1,1 1,-1-1,1 0,0 0,1 0,6 1,1-1,-1 0,1-1,0-1,0 0,0 0,0-2,0 1,1-2,-1 0,0 0,12-3,-14 3,-1-1,0 0,0 0,0-1,-1-1,1 0,0 0,-1-1,0 0,0 0,0-1,0 0,-1-1,0 0,0 0,0-1,-1 0,0 0,0-1,-1 0,0 0,-1-1,1 1,-1-1,-1 0,0 0,0-1,-1 1,0-1,-1 0,0 0,-1 0,1 0,-2-10,1 18,-1 0,0 0,0-1,0 1,0 0,0-1,0 1,-1 0,1 0,-1-1,0 1,1 0,-1 0,0 0,0 0,0 0,-1 0,1 0,0 0,-1 0,1 1,-1-1,0 0,0 1,1 0,-1-1,0 1,0 0,0 0,0 0,-1 0,1 0,0 0,0 1,0-1,-1 1,1 0,0-1,-1 1,1 0,0 0,0 1,-1-1,1 0,0 1,-1 0,-3 4,0 0,1 1,0-1,0 1,0 1,1-1,0 1,0-1,0 1,1 0,0 1,1-1,-1 0,1 1,1 0,0-1,0 1,0 0,1-1,0 1,0 0,1 1,1 2,1-1,0 1,0-1,1 1,0-1,1 0,0-1,1 1,0-1,1 0,-1-1,1 0,1 0,0 0,0-1,1 0,-1 0,1-1,1 0,-1-1,1 0,2 0,30 15</inkml:trace>
  <inkml:trace contextRef="#ctx0" brushRef="#br0" timeOffset="285.709">1351 669,'4'16,"14"14,16 11,19 9,17 3,7 1,2-5,-5-7,-12-7,-13-10,-15-9</inkml:trace>
  <inkml:trace contextRef="#ctx0" brushRef="#br0" timeOffset="568.901">1833 722,'-21'0,"-15"5,-11 8,-9 8,-6 11,-2 6,3 3,10 2,14 0,17-2,12-9</inkml:trace>
  <inkml:trace contextRef="#ctx0" brushRef="#br0" timeOffset="835.707">2327 923,'1'-5,"0"0,0-1,0 1,0-1,-1 1,0-1,0 1,-1 0,0-1,1 1,-2-1,1 1,-1 0,0 0,0 0,0 0,0 0,-1 0,0 0,0 1,-1 0,1-1,-1 1,0 1,0-1,0 0,0 1,-1 0,1 0,-1 0,0 1,-3-2,3 2,0 1,0 0,-1 0,1 0,-1 1,1-1,-1 1,1 0,0 1,-1 0,1 0,-1 0,1 0,0 1,0 0,0 0,0 0,0 0,0 1,1 0,-1 0,1 1,0-1,0 1,0 0,0 0,1 0,-1 0,1 0,0 1,1 0,-1 0,1 0,0 0,0 0,0 0,1 0,0 0,0 1,0-1,0 1,1 2,1-2,0-1,1 0,-1 0,1 0,0 0,0-1,1 1,0 0,-1-1,1 0,1 0,-1 0,1 0,-1 0,1-1,0 1,1-1,-1 0,0 0,1-1,0 1,-1-1,1 0,1 0,5 2,-1-1,0 0,1-1,-1 0,1 0,0-1,0-1,-1 1,1-2,0 0,4-1,-8 1,0-1,0-1,0 1,-1-1,1 0,-1-1,0 1,0-1,0 0,0-1,-1 0,1 0,-1 0,-1 0,1-1,-1 1,0-1,0-1,0 1,1-6,-5 13,1-1,-1 1,0 0,0-1,0 0,1 1,-1-1,0 1,1-1,-1 1,0-1,1 0,-1 1,1-1,-1 1,1-1,-1 0,1 0,-1 1,1-1,-1 0,1 0,-1 0,1 1,-1-1,1 0,-1 0,1 0,-1 0,1 0,-1 0,1 0,0 0,-1 0,1-1,-1 1,1 0,-1 0,1 0,-1-1,1 1,-1 0,1 0,-1-1,0 1,1 0,-1-1,1 1,-1-1,0 1,1 0,-1-1,0 1,1-1,-1 1,0-1,0 1,0-1,1 1,-1-1,0 0,0 1,0-1,0 1,0-1,0 1,0-1,8 18,1 1,0-2,2 0,0 0,0-1,2 0,0-1,3 3,91 52,-56-46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30:58.95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589 12,'-7'-2,"1"-1,-1 1,0 1,0-1,0 1,0 1,0-1,0 1,0 1,-1-1,1 1,0 0,0 1,1-1,-1 1,0 1,0-1,1 1,0 0,-1 1,1 0,1 0,-1 0,0 0,1 1,0 0,0 0,0 1,1-1,0 1,0 0,0 0,-1 5,-4 6,0 0,1 1,1 1,1-1,1 1,0 0,2 0,0 0,1 0,1 1,0-1,2 1,0-1,2 1,0 0,-1-12,0-1,0 0,1-1,0 1,0 0,1-1,0 0,0 0,0 0,5 5,-7-9,0 0,0 0,-1-1,2 1,-1-1,0 1,0-1,0 0,0 0,1 0,-1 0,1 0,-1 0,1-1,-1 1,1-1,-1 1,1-1,-1 0,1 0,-1-1,1 1,-1 0,1-1,-1 1,1-1,-1 0,1 0,-1 0,0 0,1 0,-1-1,4-2,0-1,-1 1,0-1,0 0,0-1,-1 1,1-1,-1 0,-1 0,1 0,-1 0,0-1,0 1,-1-1,0 0,0 0,-1 0,0 0,0 0,0 0,-1 0,0 0,-1 0,0 0,0 0,0 0,-1 0,0 0,0 0,0 0,-2-2,2 7,0-1,-1 0,1 1,0 0,-1-1,1 1,-1 0,0 0,0 0,0 1,1-1,-2 1,1 0,0-1,0 2,0-1,-1 0,1 0,0 1,-1 0,1 0,0 0,-1 0,1 0,0 1,-1-1,1 1,0 0,0 0,-2 1,-2 0,-1 2,1-1,0 1,1 0,-1 0,1 1,0-1,0 2,0-1,0 0,1 1,-3 5,4-6,1-1,0 1,0 0,1 0,0 0,-1 1,2-1,-1 0,0 1,1-1,0 1,1 0,-1-1,1 1,0 0,0-1,1 1,0 0,0-1,0 1,1-1,0 1,0-1,0 0,0 0,1 0,0 1,18 22</inkml:trace>
  <inkml:trace contextRef="#ctx0" brushRef="#br0" timeOffset="534.78">709 160,'3'-14,"-5"-4,-8 0,-2 4</inkml:trace>
  <inkml:trace contextRef="#ctx0" brushRef="#br0" timeOffset="884.348">1 226,'110'-202,"-155"342,34-108,3 1,0 0,2 0,1 0,2 0,2 1,0 0,3-1,3 24,5-20</inkml:trace>
  <inkml:trace contextRef="#ctx0" brushRef="#br0" timeOffset="1400.62">682 160,'18'-6,"1"1,0 1,0 1,0 0,0 2,1 0,-1 1,0 1,1 1,-1 1,0 0,8 4,-26-7,0 0,0 0,0 0,0 0,0 0,0 0,0 0,0 1,0-1,0 0,0 1,0-1,0 0,0 1,-1 0,1-1,0 1,0-1,-1 1,1 0,0-1,-1 1,1 0,0 0,-1 0,1 0,-1-1,1 1,-1 0,0 0,1 0,-1 0,0 0,0 0,0 0,0 0,0 0,0 0,0 0,0 0,0 0,0 0,0 0,-1 0,1 0,0 0,-1 0,1 0,0 0,-1-1,1 1,-1 0,0 0,1 0,-1-1,0 1,1 0,-1-1,0 1,0 0,0-1,0 1,1-1,-1 0,0 1,0-1,0 1,0-1,-1 0,-103 46,105-46,0 0,-1 1,1-1,-1 0,1 0,0 0,-1 0,1 0,-1 1,1-1,0 0,-1 0,1 0,0 1,-1-1,1 0,0 1,0-1,-1 0,1 1,0-1,0 0,-1 1,1-1,0 0,0 1,0-1,0 1,0-1,0 0,0 1,0-1,0 1,0-1,0 1,0-1,0 0,0 1,0-1,0 1,0-1,0 0,0 1,1-1,-1 1,0-1,0 0,0 1,1-1,-1 0,0 1,0-1,1 0,-1 0,0 1,1-1,-1 0,0 0,1 0,-1 1,1-1,-1 0,0 0,1 0,-1 0,1 0,-1 0,0 0,1 0,0 0,35 9,-32-9,35 6,-25-5,0 0,0 1,0 0,-1 1,1 1,-1 0,1 1,-1 0,-1 1,1 0,-1 1,0 1,-1 0,1 0,-10-6,0 1,-1-1,1 0,0 1,-1-1,1 1,-1-1,0 1,0 0,0-1,0 1,-1 0,1 0,-1 0,1 0,-1-1,0 1,0 0,0 0,-1 0,1 0,-1 0,1-1,-1 1,0 0,0 0,0-1,0 1,-1-1,1 1,-1-1,0 1,1-1,-1 0,-1 0,-80 65,59-53,0-2,-1-1,0-1,0-1,-1-1,0-2,-14 2,19-7,9-2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30:57.73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1 413,'56'-258,"-26"138,-22 100,-9 129,-12 187,22-214,0-55</inkml:trace>
  <inkml:trace contextRef="#ctx0" brushRef="#br0" timeOffset="416.382">562 26,'-4'-3,"1"0,-1 1,0-1,0 1,0 0,0 0,0 0,-1 1,1 0,0-1,-1 2,1-1,-1 0,1 1,-1 0,1 0,-1 0,1 0,-1 1,1 0,-1 0,1 0,0 1,-1-1,1 1,0 0,0 0,0 0,-2 3,-5 9,0 0,2 1,-1 0,2 1,0-1,1 2,1-1,0 1,1 0,1 0,1 1,0-1,1 1,1 1,-2 0,2 1,0 0,1 0,1-1,1 1,1 0,4 16,-5-29,-1-1,1 1,1-1,0 0,-1 1,2-1,-1 0,1-1,0 1,0-1,1 0,-1 0,1 0,0 0,0-1,1 0,0 0,-1 0,1-1,0 0,1 0,-1 0,0-1,3 0,-7-1,1 0,0 0,0-1,0 1,0-1,0 0,0 0,0 0,0-1,0 1,0-1,0 1,0-1,0 0,0 0,0-1,0 1,-1 0,1-1,-1 0,1 1,-1-1,0 0,1 0,-1 0,0-1,0 1,0 0,-1-1,1 0,-1 1,1-1,-1 0,0 1,0-1,0 0,0 0,-1 0,1 0,-1 0,0 0,0 0,0 0,0 0,0 0,-1-3,0 3,0-1,-1 1,1-1,-1 1,0 0,0-1,0 1,0 0,0 1,-1-1,1 0,-1 0,0 1,1 0,-1 0,-1-1,1 2,0-1,0 0,-1 1,1-1,-1 1,1 0,-1 0,1 0,-1 1,0 0,0-1,1 1,-1 0,0 1,1-1,-1 1,0-1,1 1,-1 0,1 0,-1 1,1-1,0 1,-1 0,1 0,0 0,-2 1,1 0,0-1,1 1,-1 0,0 0,1 0,0 0,0 1,0-1,0 1,0 0,1 0,0 0,0 0,0 0,0 0,1 1,-1-1,1 0,0 1,0-1,1 1,-1 0,1-1,0 1,1-1,-1 1,1 0,0-1,0 1,0-1,0 0,1 1,0-1,0 0,0 0,0 0,1 0,-1 0,2 0,30 25,4-6</inkml:trace>
  <inkml:trace contextRef="#ctx0" brushRef="#br0" timeOffset="700.598">802 614,'1'-50,"1"1,3 0,2 0,2 0,2 1,2 0,3 1,1 1,10-15,6 8,-27 56,-21 70,-18 46,5 1,6 1,4 7,13-56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31:04.21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35 601,'16'-50,"-2"-1,-2 0,-2-1,-3 0,-2 0,-2-1,-3 0,-4-36,-10 6,15 82,-1 1,0-1,0 1,0-1,0 1,0-1,0 1,0-1,0 1,-1-1,1 1,0 0,0-1,0 1,0-1,-1 1,1-1,0 1,0-1,-1 1,1 0,0-1,-1 1,1 0,-1-1,1 1,0 0,-1-1,1 1,-1 0,1 0,-1-1,1 1,0 0,-1 0,1 0,-1 0,1 0,-1 0,1 0,-1 0,1 0,-1 0,1 0,-1 0,1 0,-1 0,1 0,-1 0,1 1,-1-1,1 0,-1 0,1 1,-1-1,1 0,0 0,-1 1,1-1,0 0,-1 1,1-1,0 1,-1-1,1 1,0-1,0 0,0 1,-1 0,-5 11,1 1,0 0,0 0,1 0,1 1,1-1,-1 1,2 5,-3 5,-5 29,2-1,2 1,3 0,1 0,4 0,2 9,6-9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31:04.61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242 1,'-7'0,"0"1,-1 0,1 1,0-1,0 2,0-1,0 1,0 0,0 0,1 1,0 0,-1 0,1 0,1 1,-1 0,1 0,0 0,0 1,-3 4,-5 7,1 1,1 1,1-1,0 2,1-1,0 6,2-9,1 1,0-1,1 1,1 1,1-1,0 0,1 1,1 0,1-1,0 1,2 0,0-1,1 1,1 3,-3-17,1 0,-1 0,1-1,0 1,0 0,0-1,1 1,-1-1,1 0,0 0,0 0,0 0,0-1,1 1,-1-1,1 1,-1-1,1 0,0-1,0 1,0-1,0 0,0 1,0-2,0 1,0 0,0-1,0 0,0 0,1 0,-1-1,0 1,0-1,0 0,0 0,0 0,0-1,0 1,0-1,-1 0,1 0,-1 0,1-1,-1 1,0-1,0 0,0 0,0 0,0 0,-1-1,1 1,-1-1,1-1,-1-1,0 1,0-1,-1 1,0-1,0 0,0 1,-1-1,0 0,0 0,0 0,-1 1,1-1,-1 4,1-1,0 1,-1 0,1 0,-1 0,0 0,0 0,0 0,0 0,0 0,0 0,0 0,-1 1,1-1,0 0,-1 1,0-1,1 1,-1 0,0-1,0 1,0 0,0 0,0 0,0 0,0 1,0-1,0 0,0 1,0 0,0-1,-1 1,1 0,-5 2,1 0,-1 0,1 1,-1 0,1 0,0 1,0-1,1 1,-1 1,1-1,0 1,0 0,0 0,1 0,0 1,0-1,0 1,0 0,1 0,0 1,1-1,-1 0,1 1,1 0,-1 0,1 1,-1-3,1 0,0 1,0-1,1 0,-1 1,1-1,0 0,1 1,-1-1,1 0,0 1,1-1,-1 0,1 0,0 0,0 0,0 0,1 0,0-1,0 1,0-1,0 0,1 0,1 1,35 21,3-9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31:04.98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213 40,'-10'6,"-1"0,1 0,0 2,1-1,0 1,0 0,1 1,0 0,0 0,1 1,0 0,1 0,0 1,0 0,3-4,0 0,0 0,1 1,0-1,0 1,0-1,1 1,1 0,-1-1,1 1,0 0,1-1,0 1,0 0,1-1,-1 1,2-1,-1 0,1 1,0-1,1 0,0 1,2-1,0-1,0 0,0 0,0-1,1 1,0-1,0-1,1 1,-1-1,1-1,0 1,0-1,0-1,1 1,-1-1,0-1,1 0,-1 0,1 0,0-1,-1-1,1 1,-1-1,1-1,-1 0,0 0,1 0,-1-1,0 0,-1-1,1 0,-1 0,1-1,-1 0,0 0,-1 0,1-1,-1 0,0 0,4-8,-5 7,0-1,0-1,-1 1,-1-1,1 1,-2-1,1 0,-1-1,0 1,-1 0,0 0,0-1,-1 1,-1 0,1-1,-2 1,1 0,-1 0,0 0,-1 0,0 0,-1 0,0 1,0-1,0 1,-1 0,-1 1,1-1,-1 1,0 0,-1 0,0 1,0 0,0 0,-1 0,0 1,0 1,0-1,-1 1,1 1,-1-1,0 1,0 1,0 0,0 0,-4 0,2 2,-1 0,1 1,0 0,0 1,0 0,0 0,0 1,1 1,-1 0,1 0,0 1,0 1,0-1,1 1,0 1,0 0,0 0,1 1,0 0,1 0,-5 8,-18 28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31:05.65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0 536,'14'-71,"4"1,19-48,-3 8,9-57,-56 231,-6 17,4 0,4 1,3 1,2 63,10-93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31:06.88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33,'17'-7,"0"1,0 1,0 1,0 0,1 1,-1 1,1 1,0 1,-1 0,1 1,0 1,-1 0,1 2,-1 0,0 0,0 2,0 0,-1 1,0 1,11 7,-20-9,0 1,0 0,-1 0,0 0,0 1,0 0,-1 0,-1 0,1 1,-1-1,-1 1,1 0,-2 1,1-1,-1 0,-1 1,1-1,-2 1,1-1,-1 1,-1 0,0-1,0 1,-1-1,0 0,0 1,-1-1,-1 0,1 0,-6 8,-95 175,78-152,2 1,2 1,2 1,-9 30,25-65,2-1,-1 1,1 0,0 0,1 0,-1 1,2-1,-1 0,1 0,0 1,1-1,0 0,1 0,-1 0,1 0,1 0,0 0,0-1,0 1,1-1,0 0,0 0,1 0,0 0,5 4,0-3,1-1,1 0,-1 0,1-1,0-1,1 0,-1 0,1-1,0-1,0 0,0-1,0-1,0 0,0 0,1-2,-1 1,0-2,0 0,12-3,-21 4,-3 1,-1-1,1 1,0-1,0 1,-1 0,1-1,0 1,0 0,0-1,-1 1,1 0,0 0,0 0,0 0,0 0,0 0,0 0,-1 0,1 0,0 0,0 0,0 0,0 1,-1-1,1 0,0 1,0-1,0 0,-1 1,1-1,0 1,-1 0,1-1,0 1,-1-1,1 1,-1 0,1-1,-1 1,1 0,-1 0,0 0,1-1,-1 1,0 0,1 0,-1 0,0 0,0-1,0 1,0 0,0 1,-20 116,13-45,4 1,2 0,4 0,10 52,-8-97,1 63,-6-88,0-1,-1 1,0-1,0 1,0-1,0 1,0-1,0 0,-1 1,0-1,0 0,0 0,0 0,0-1,0 1,-1 0,1-1,-1 1,0-1,0 0,0 0,0 0,-2 1,-16 3,0 0,0-1,0-1,-1 0,0-2,0-1,1-1,-19-1,9 0,-38 1,9-1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31:06.05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279 1,'-10'1,"0"2,-1-1,1 1,1 1,-1 0,0 0,1 1,0 0,0 1,0 0,1 0,0 1,0 0,1 0,-1 1,2 0,-1 0,1 0,-2 6,-6 5,1 0,2 1,0 1,1 0,1 1,1-1,1 2,0-1,2 1,1 0,1 0,1 0,0 10,2-28,0 1,0 0,0-1,0 1,1-1,0 1,0-1,1 1,0-1,0 0,0 1,0-1,1 0,0 0,0-1,0 1,0-1,1 1,0-1,0 0,0-1,0 1,1-1,-1 1,1-1,0-1,0 1,0-1,0 0,1 0,-1 0,0-1,1 1,0-1,-1-1,1 1,-1-1,1 0,0 0,1-1,-1 0,0-1,0 0,1 0,-2-1,1 1,0-1,0-1,-1 1,0-1,1 0,-1 0,-1 0,1-1,-1 0,0 1,0-2,0 1,0 0,-1-1,0 0,0 1,-1-1,0-1,0 1,0 0,0-2,-2 6,0 0,1 0,-1 0,0 0,0-1,-1 1,1 0,0 0,-1 0,1 0,-1 0,0 0,1 0,-1 0,0 0,0 0,0 0,-1 1,1-1,0 0,-1 1,1-1,-1 1,1-1,-1 1,0 0,0 0,1 0,-1 0,0 0,0 0,0 0,0 0,0 1,0-1,0 1,-1 0,-2-1,1 1,-1 0,1 0,-1 0,0 0,1 1,-1 0,1 0,-1 0,1 1,0-1,0 1,-1 0,1 0,0 0,1 1,-1 0,0-1,1 1,-1 0,1 0,0 0,0 0,0 0,1 1,-1-1,1 1,0 0,0 0,0 0,0 0,1 0,0 0,0 0,0 0,0 1,0-1,1 0,0 1,0-1,0 0,1 1,-1-1,1 0,0 0,0 1,0-1,2 2,13 19</inkml:trace>
  <inkml:trace contextRef="#ctx0" brushRef="#br0" timeOffset="300.287">480 201,'0'-4,"-1"1,1-1,0 1,0 0,0-1,0 1,0-1,1 1,0-1,0 1,0 0,0-1,0 1,1 0,-1 0,1 0,0 0,0 0,0 0,0 1,0-1,1 1,-1-1,1 1,0 0,-1 0,1 0,0 0,0 1,1-1,-1 1,0 0,0 0,1 0,-1 0,1 0,10-2,1 1,0 1,0 0,-1 0,1 2,0 0,0 0,-1 2,1 0,-1 0,0 1,0 1,0 1,0 0,-1 0,1 2,-10-6,0 1,0 0,0-1,-1 1,1 0,-1 1,0-1,0 1,0-1,0 1,-1 0,0 0,1 0,-1 0,-1 1,1-1,-1 1,1-1,-1 1,-1-1,1 1,-1-1,1 1,-1 0,-1-1,1 1,-1 0,1-1,-1 1,-1-1,1 1,0-1,-2 3,-6 10,-1 0,0-1,-2 1,1-2,-2 0,-10 10,9-11,2 0,-1 1,2 0,0 1,1 0,1 1,-1 2,9-16,0 0,-1 0,1 0,1 0,-1 0,0 0,1 0,-1 0,1 0,0 0,0 1,0-1,1 0,-1 0,1 0,0 0,-1 0,1 0,1 0,-1 0,0 0,1 0,0 0,-1-1,1 1,0-1,0 1,0-1,1 0,-1 0,2 1,8 4,0-1,0 0,0-1,1-1,0 0,0 0,0-1,0-1,1 0,-1-1,1-1,46 5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31:07.62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108 169,'12'110,"-4"1,-5 57,-4-158,2 2,-2-1,1 0,-1 0,-1 0,0 0,0-1,-1 1,-1 0,-3 8,6-18,1-1,0 1,0 0,-1 0,1 0,-1-1,1 1,-1 0,1 0,-1-1,1 1,-1 0,0-1,1 1,-1-1,0 1,1-1,-1 1,0-1,0 1,1-1,-1 0,0 1,0-1,0 0,0 0,0 0,1 0,-1 0,0 0,0 0,0 0,0 0,0 0,0 0,1 0,-1-1,0 1,0 0,0 0,0-1,1 1,-1-1,0 1,1-1,-1 1,0-1,1 0,-1 1,0-1,1 0,-1 1,1-1,-1 0,1 0,-26-47,14 6,2 0,2 0,1-1,3 0,1 0,2 0,3-10,-3 33,1 0,1 1,0-1,2 1,0-1,1 1,1 0,1 0,1 1,0-1,9-13,-13 28,0 0,1 1,-1-1,1 1,0-1,0 1,0 0,0 1,0-1,1 1,-1 0,1 0,0 0,0 1,-1-1,1 1,0 1,0-1,0 0,0 1,0 0,0 0,0 1,0 0,4 0,2 2,0 0,0 0,-1 0,1 2,-1-1,0 1,0 1,-1 0,0 0,0 1,1 1,-7-6,1 1,-1 0,-1 0,1-1,0 2,-1-1,0 0,0 0,0 1,0-1,0 1,0 0,-1-1,0 1,0 0,0 0,0 0,-1 0,1 0,-1 0,0 0,0 0,-1 0,1 0,-1 0,0 0,0 0,0-1,0 1,-1 0,0-1,0 1,0-1,0 1,0-1,0 0,-1 0,0 0,1 0,-2 0,-11 10,0-2,-1 1,0-2,0 0,-1-1,-11 3,-23 14,52-26,0 0,-1 0,1 1,0-1,-1 0,1 0,-1 1,1-1,0 0,-1 1,1-1,-1 0,1 1,-1-1,1 1,-1-1,0 1,1-1,-1 1,0-1,1 1,-1 0,0-1,1 1,-1-1,0 1,0 0,0-1,0 1,0 0,0-1,0 1,0 0,0-1,0 1,0 0,0-1,0 1,0 0,-1-1,1 1,0-1,0 1,-1 0,1-1,0 1,-1-1,1 1,-1-1,1 1,-1-1,1 0,-1 1,1-1,-1 1,1-1,-1 0,1 1,-1-1,0 0,1 0,-1 0,0 1,1-1,-1 0,0 0,1 0,-1 0,0 0,0 0,188 64,-172-58,0 0,0 1,-1 1,1 0,-2 1,1 1,-2 0,1 1,-1 0,-1 1,0 0,7 10,-16-19,-1 0,1 0,-1-1,0 1,1 0,-1 0,0 0,-1 0,1 0,-1 1,1-1,-1 0,0 0,0 0,0 0,-1 1,1-1,-1 0,0 0,1 0,-1 0,-1 0,1 0,0 0,-1-1,0 1,1 0,-1-1,0 1,0-1,0 0,-1 1,1-1,-2 0,-14 10,0-2,-1-1,0 0,-1-1,0-1,0-1,-1-1,1 0,-1-2,0-1,-6 0,-136 8,144-13,15-1</inkml:trace>
  <inkml:trace contextRef="#ctx0" brushRef="#br0" timeOffset="717.257">990 369,'-5'-8,"-1"-7,-2 1,0 0,-1 1,0 0,-1 0,0 1,-1 0,0 1,-1 0,0 1,-9-5,18 13,0 1,-1-1,1 1,-1 0,1 0,-1 1,1-1,-1 1,1-1,-1 1,1 0,-1 0,1 1,-1-1,1 1,-1 0,1 0,-1 0,1 0,0 0,-1 1,1 0,0-1,0 1,0 0,0 1,1-1,-1 0,1 1,-1 0,-5 6,1 0,0 0,0 1,1 0,0 0,1 0,0 1,-2 9,2-7,0 1,2 0,-1 0,2 0,0 0,1 1,0-1,1 1,1-1,0 0,1 1,0-1,2 0,-1 0,2 0,0-1,0 0,1 0,1 0,0 0,1-1,0 0,1-1,0 0,1 0,0-1,1 0,0-1,0 0,1-1,0 0,1-1,1 1,1-2,-1 0,1 0,1-2,-1 0,0 0,1-2,0 0,0 0,0-2,0 0,-1-1,1 0,0-1,0-1,-1-1,1 0,-1-1,0 0,-1-1,1-1,-1-1,0 0,-1 0,11-10,-6-1,-1-1,0-1,-2-1,-1 0,0 0,-2-2,0 1,-2-2,-1 1,-1-1,-1-1,-1 1,2-22,-4-10,-4 57,1 1,-1-1,0 0,0 0,0 1,0-1,0 0,0 1,0-1,0 0,0 0,0 1,0-1,0 0,0 1,0-1,0 0,0 0,0 1,0-1,0 0,0 1,-1-1,1 0,0 0,0 1,0-1,0 0,-1 0,1 1,0-1,0 0,-1 0,1 0,0 0,0 1,-1-1,1 0,0 0,0 0,-1 0,1 0,0 0,-1 0,1 0,0 0,-1 0,1 0,0 0,0 0,-1 0,1 0,0 0,-1 0,1 0,0 0,0 0,-1 0,1-1,0 1,0 0,-1 0,1 0,0 0,0-1,-1 1,1 0,0 0,0 0,0-1,-6 23,2 0,1 0,0 0,2 0,0 0,2 0,1 5,5 40,4-2,2 1,3-2,7 14,-18-62,3 11,-4-19,-3-15,-5-19,-130-645,129 640,5 31,0 1,1-1,-1 0,0 0,0 0,1 0,-1 0,0 0,1 1,-1-1,0 0,0 0,1 0,-1 0,0 0,1 0,-1 0,0 0,0 0,1 0,-1 0,0-1,0 1,1 0,-1 0,0 0,0 0,1 0,-1 0,0-1,0 1,1 0,-1 0,0 0,0-1,0 1,1 0,-1 0,0-1,0 1,0 0,0 0,0-1,0 1,0 0,1 0,-1-1,0 1,0 0,0-1,0 1,0 0,0 0,0-1,0 1,0 0,-1-1,1 1,0 0,0 0,0-1,0 1,0 0,0 0,-1-1,1 1,0 0,20 20,-16-15,159 162,-92-98,-2 4,36 53,-94-113,-1 1,-1 0,0 1,-1 0,-1 0,0 1,3 12,-9-24,-1 0,1 0,0-1,-1 1,0 0,0 0,0 0,0 0,-1 0,1 0,-1-1,0 1,-1 0,1 0,0-1,-1 1,0-1,0 1,0-1,0 0,0 0,-1 0,0 0,1 0,-1-1,-1 1,-5 4,-1 0,-1-1,1 0,-1-1,0 0,0-1,0 0,-7 0,-127 25,-15-9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31:26.87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951 295,'-96'-25,"77"18,0 2,-1 0,0 0,0 2,0 1,-7 0,-82-11,51 14,-83-10,131 7,0 1,0-1,0 2,1-1,-1 2,0-1,0 1,0 1,0 0,0 0,1 1,-1 0,1 0,0 1,0 1,0 0,1 0,-1 0,1 1,0 0,1 1,0 0,0 0,0 0,-3 6,-102 141,105-141,-1 1,1 0,1 0,1 0,0 1,1 0,0-1,1 2,1-1,0 0,2 1,-1-1,2 3,-1 18,-1-24,1 0,0 0,0 1,2-1,0 0,0 0,1 0,0-1,3 6,0-4,-2-3,0 1,1-1,0 0,0-1,1 1,0-1,1 0,0-1,1 1,0-2,0 1,0-1,4 2,22 8,1-1,0-2,1-2,0-1,16 2,-34-8,117 25,-107-23,0-1,1-1,-1-2,1-1,0-1,3-2,174 15,93-15,-235-5,-1-3,0-3,36-12,-73 19,-1-1,1-1,-1-2,-1-1,0 0,0-2,-1-1,-1 0,0-2,-1-1,0 0,-2-1,9-11,-22 19,0 0,0 0,-1-1,-1 0,0 0,0 0,-1-1,0 1,-1-1,0 0,-1 1,0-1,0 0,-1 0,-1 0,0 0,0 0,-1 1,-1-1,0 1,0-1,-1 1,0 0,0 0,-2 0,-4-7,-1 0,0 1,-1 0,-1 0,0 1,-1 1,-1 0,0 1,-1 1,0 0,-1 1,0 1,-1 0,0 2,0 0,-1 1,0 0,-19-2,-21-4,0 3,0 3,0 2,-1 3,-26 4,-207 27,211-15</inkml:trace>
  <inkml:trace contextRef="#ctx0" brushRef="#br0" timeOffset="1496.469">1059 1151,'-63'-15,"-89"-11,111 25,0 2,0 2,1 1,-1 2,-14 6,20-3,0 1,0 2,1 1,1 2,1 2,0 0,1 2,-23 19,44-30,1 0,1 0,-1 1,1 0,1 0,-1 1,2 0,-1 0,2 1,-1 0,1 0,1 0,0 1,0 4,-8 25,9-33,0-1,1 0,0 1,0 0,1-1,0 1,0 0,1 0,0-1,0 1,1 0,0 0,1 6,5-5,-1 0,2 0,-1 0,1-1,0 0,1-1,0 0,0 0,0-1,1 0,0-1,0 0,8 2,-10-3,23 10,1-2,1-1,0-2,32 5,25 7,-8-5,0-3,1-4,0-4,0-3,44-6,11 2,-53 2,0-4,31-7,-86 7,32-5,0-2,-1-2,13-8,-61 17,-1 0,0-1,0-1,-1 0,0 0,0-1,0-1,-1 0,0 0,-1-1,1 0,-2-1,1 0,-1 0,-1-1,0 0,-1 0,0-1,0 0,-1 0,-1 0,0 0,0-6,-1 1,-2 1,0-1,-1 1,-1-1,0 0,-1 1,-1 0,0 0,-1 0,-1 0,-1 0,0 1,-1 0,-1 0,0 1,-1 0,0 0,-1 1,-1 0,0 1,0 0,-1 1,-1 0,0 1,-9-5,-9 1,-1 3,0 0,0 2,-1 2,0 0,-1 3,1 0,-1 3,0 0,-11 3,1-1,0 2,1 2,-1 2,1 1,1 3,-1 2,-9 5</inkml:trace>
  <inkml:trace contextRef="#ctx0" brushRef="#br0" timeOffset="2726.618">1045 1766,'-12'-9,"-1"1,0 0,0 1,-1 0,0 2,0-1,0 2,-1 0,0 0,0 1,0 1,0 1,-11 0,-22 3,1 2,0 3,0 1,0 2,1 3,1 1,0 3,-7 4,23-8,5-4,0 0,1 2,1 1,0 1,0 0,1 2,1 0,1 1,-3 5,15-10,0 1,1 0,1 0,0 1,1 0,0 0,1 0,0 0,1 0,1 1,0-1,0 1,2-1,0 0,2 11,-2 11,-1-32,-2 9,1-1,1 1,0 0,1-1,0 1,1-1,0 1,1-1,0 0,1 0,0 0,1 0,0-1,0 0,1 0,1 0,-1 0,7 5,6-2,1-1,0 0,0-2,1-1,1 0,0-1,0-2,0 0,1-1,-1-2,1 0,0-1,15-1,-17 1,121 10,1-7,-1-5,34-10,-53-2,-1-5,15-10,-102 20,-1 1,0-2,0-1,-1-1,0-2,-1-1,0-2,-1-1,10-9,-32 17,-1-1,-1 0,0 0,0-1,-1 0,0 0,-1-1,0 0,0 0,-1 0,-1 0,0-1,0 1,-1-1,-1 0,0 1,-1-1,0 0,0 0,-1 0,-2-4,2 5,-2 1,1-1,-1 0,-1 1,1 0,-2 0,0 0,0 0,-1 1,0 0,0 0,-1 0,0 1,-1 0,1 0,-2 1,1 0,-1 0,0 1,0 1,-4-2,-28-18,-2 2,0 1,-1 3,-1 2,-1 1,-1 3,1 1,-2 3,0 2,0 2,-19 1,27 4,1 3,-1 0,-38 10,-5 7</inkml:trace>
  <inkml:trace contextRef="#ctx0" brushRef="#br0" timeOffset="3770.785">457 2501,'-12'-4,"-1"-1,0 2,0 0,0 0,0 1,0 1,0 0,-1 1,1 0,0 1,0 1,-1 0,1 1,1 0,-1 1,0 0,1 1,0 0,-8 5,9-1,0 0,1 0,0 1,0 0,1 1,0 0,0 0,2 1,-1 0,2 0,0 1,0 0,1 0,0 1,2-1,-1 1,2 0,-1 0,2 0,0 0,1 0,0 0,1 0,1 0,0 0,1 0,0-1,1 1,1-1,0 0,1 1,5 4,1-1,0 0,1-1,1-1,1 0,0-1,0-1,2 0,0-1,0 0,1-2,0 0,15 5,5 1,1-3,0-1,0-1,1-3,0-1,22 0,173 8,115-12,-297-5,-1-3,0-2,0-2,-1-3,36-13,-76 21,30-7,0-3,0-1,-2-2,0-1,-1-2,31-23,-51 30,-2-1,0-1,0 0,-1-1,-1-1,-1 0,0-1,4-9,-12 18,0 0,-1-1,0 1,-1-1,1 0,-2 0,0 0,0 0,0-1,-2 1,1-1,-1 1,-1 0,0-1,0 1,-1 0,0 0,-3-8,-4 0,-1 0,-1 0,-1 1,0 0,-2 1,1 1,-2 0,0 1,-1 0,0 1,-1 1,0 1,-1 0,0 1,-1 1,0 1,0 1,-16-4,-35-6,0 3,-1 3,-1 4,1 2,-1 4,0 3,0 2,-62 14,-43 4</inkml:trace>
  <inkml:trace contextRef="#ctx0" brushRef="#br0" timeOffset="8034.476">3144 135,'-9'-12,"-1"1,0 0,0 1,-1 0,-1 1,0 0,0 1,0 0,-1 1,-1 0,1 1,-1 1,0 0,0 0,0 2,-1 0,1 0,-1 2,0 0,1 0,-1 1,0 1,0 1,1 0,-1 1,1 0,-10 4,-28 15,1 2,1 2,-37 27,69-41,0 0,0 2,2 0,0 1,0 0,2 1,0 1,1 0,0 1,1 1,2 0,0 0,0 1,2 0,1 1,0-1,-2 20,-42 371,22-143,7 164,15 197,3-586,3 0,1 0,3 0,1 1,2-2,2 1,1-1,10 23,13 5,3-2,2-1,6 1,3 8,-11-18,4-1,1-2,3-2,2-2,3-2,1-1,24 14,-53-44,1 0,0-2,1 0,1-2,1 0,0-2,0 0,1-2,1-1,0-1,0-1,0-1,1-1,0-2,18 0,-3-9,-1-2,0-2,-1-1,0-2,0-2,-2-2,0-2,15-10,-42 24,25-12,-2-2,0 0,0-3,-2 0,-1-2,-1-2,-1-1,-1-1,-1-1,9-28,-2-1,-2-2,-3-1,-3-1,-3-1,-2-2,-3 0,6-50,163-744,-174 792,-3-1,-3 0,-3 0,-3-1,-2 1,-4 0,-3 0,-3 1,-5-14,-1 28,-1 1,-3 1,-2 1,-2 1,-2 1,-3 1,-1 1,-2 2,-2 2,-2 1,-2 1,-2 3,-1 1,-1 2,-2 2,-2 2,0 2,-2 2,-1 2,-1 3,-33-9,14 13,-1 4,-1 2,0 4,0 3,0 2,0 5,0 2,-55 12,-110 23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26:11.80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11551 760,'-9'-6,"1"1,-1 0,0 1,0 0,0 1,-1 0,1 0,-1 1,0 0,0 0,1 1,-1 1,0 0,0 0,0 1,0 0,0 0,0 1,1 1,-1 0,1 0,0 1,0 0,-7 4,-52 26,1 4,2 2,2 3,1 3,3 2,2 3,2 3,-11 16,25-26,3 1,1 2,2 2,2 1,3 1,-21 49,4 12,5 3,5 1,-7 49,29-85,3 0,3 0,3 17,4-61,1 0,2 0,1-1,2 1,1-1,2 0,9 26,95 249,-102-281,1 0,2-1,0 0,2-1,1 0,2-1,0-1,1-1,2 0,1-1,11 11,-1 2,-2 1,-1 2,22 41,-35-51,24 45,3-3,3-1,19 20,-24-40,-2 3,-3 1,5 14,104 154,38 50,-126-199,-3-5,-2 3,13 29,35 102,30 48,37 10,-93-155,5-4,87 89,31 37,-104-113,99 95,-152-171,1-2,2-1,2-3,1-1,1-2,1-3,37 15,328 105,-261-88,3-7,1-6,3-7,12-5,341 35,-78-25,-208-18,81 26,236 18,-465-61,494 28,-330-24,508-3,-627-14,0-6,46-13,68-14,350-71,-491 85,-1-3,-1-5,-2-3,5-8,-40 15,-1-2,-2-3,-1-2,-1-3,28-29,-3 0,-4-3,-2-3,-4-4,-3-2,-4-3,-4-2,4-15,142-332,-153 309,-6-1,3-33,21-64,-55 187,24-62,-5-1,-4-1,-5-1,-3-1,2-84,-19 84,5 0,4 0,4 1,5-6,-12 77,11-39,-3 0,-3-1,-3 0,-1-42,-31-341,40 130,-20 288,0 0,-3 0,0 0,-2 1,-2 0,-1 0,-1 1,-10-18,-20-56,-27-140,52 171,-3 0,-4 1,-16-33,12 52,-2 1,-2 2,-2 1,-3 1,-1 2,-10-5,-267-323,288 340,-1 0,-2 2,-1 2,-2 0,-1 2,-1 2,-1 1,-1 2,-13-5,-80-36,-114-64,124 49,46 29,-1 4,-3 2,-26-7,-7 11,-2 6,0 4,-83-9,146 29,-695-105,668 104,-908-105,755 93,-146 6,-462 10,622 4,-209 26,-158 19,313-21,-109 28,146-17,228-32,-247 34,-34 19,-307 60,441-59,-24 4,-58 17,177-58,-45 61,13-37,-12 0</inkml:trace>
  <inkml:trace contextRef="#ctx0" brushRef="#br0" timeOffset="50495.634">0 7243,'29'-11,"19"9,0 2,1 3,-1 1,10 4,-7-1,181 11,-181-18,-26-2,0 2,-1 1,1 1,-1 1,1 1,17 5,78 3,-26-6,71 1,-106-9,316-6,-203-6,-29 0,69 1,143 7,-220 8,246-2,-226 13,2152-13,-2154-14,-121 12,-43-1</inkml:trace>
  <inkml:trace contextRef="#ctx0" brushRef="#br0" timeOffset="62772.768">5588 7283,'96'-8,"119"1,-134 9,734-2,-573 13,508-13,-284-14,-414 14,158-1,16-10,9-8,36 10,-209 10,201-9,-208 2,-45-2,-13 2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27:22.74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1,'20'4,"21"5,21 2,21-1,17-1,14-3,5-2,0-2,-6-1,-13 1,-13 0,-18 3,-16 4,-12 4,-14-1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27:25.10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20,'1'-1,"-1"0,0 0,1 1,-1-1,1 0,-1 0,1 1,-1-1,1 0,-1 1,1-1,0 0,-1 1,1-1,0 1,-1-1,1 1,0-1,0 1,0 0,-1-1,1 1,0 0,0 0,0 0,0-1,0 1,0 0,-1 0,1 0,0 0,0 1,0-1,0 0,0 0,0 0,-1 1,1-1,0 0,85-1,0 4,0 3,-1 5,0 3,4 5,-85-19,-1 0,1 0,0 1,-1-1,1 1,-1 0,0 0,1 0,-1 1,0-1,0 1,0 0,0 0,0 0,0 0,0 1,-1-1,1 1,-1-1,0 1,1 0,-1 0,-1 0,1 0,0 0,-1 0,2 3,-1 18,0 0,-1 0,-2 0,0 0,-1 0,-2 0,0 0,-2-1,-7 20,-10 52,-6 168,17-49,13-211,1-1,-1 0,1 0,0 0,-1 0,1 0,0-1,0 1,0 0,1-1,-1 1,0-1,0 0,1 0,-1 0,1 0,-1 0,1 0,-1-1,1 1,0-1,-1 0,1 0,-1 0,1 0,0 0,-1-1,1 1,-1-1,1 1,1-2,3 2,27-2,1-2,-1-2,1 0,10-6,-41 9,0 1,-1-1,1 0,-1 0,0 0,0-1,0 1,0-1,0 0,-1 0,0 0,0 0,0 0,0 0,-1-1,1 1,-1 0,0-1,-1 1,1-1,-1 0,1 1,-2-1,1 1,0-1,-1 1,0-1,0 1,2-26,23-543,-40 371,17 201,0-1,0 1,0 0,0-1,0 1,0 0,0 0,0 0,0 0,1 0,-1 0,0 0,1 0,-1 0,1 1,-1-1,1 0,-1 1,1 0,-1-1,1 1,0 0,-1 0,1 0,0 0,-1 0,1 0,-1 0,1 0,0 1,-1-1,1 1,-1-1,1 1,0 0,4 0,490 61,648 79,-1026-119,-118-22,1 0,0-1,-1 1,1 0,0 0,-1 0,1 0,0 1,-1-1,1 0,0 0,-1 0,1 0,0 1,-1-1,1 0,-1 1,1-1,-1 0,1 1,-1-1,1 1,-1-1,1 1,-1-1,1 1,-1-1,0 1,1-1,-1 1,0 0,1-1,-1 1,0-1,0 1,0 0,1-1,-1 1,0 0,0-1,0 1,0 0,0-1,0 1,-1 0,-7 4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27:23.03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1,'16'0,"16"0,17 0,14 2,7 4,3 2,-6 5,-13 2,-14-1</inkml:trace>
  <inkml:trace contextRef="#ctx0" brushRef="#br0" timeOffset="283.358">148 148,'16'3,"19"-1,21 4,20-1,17 2,13-1,-11-1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27:20.97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54 124,'0'-27,"0"20,0 19,-13 313,-2-79,10-232,2-18</inkml:trace>
  <inkml:trace contextRef="#ctx0" brushRef="#br0" timeOffset="590.464">1 71,'2'-5,"1"0,-1 1,1-1,0 1,1 0,-1 0,1 0,0 1,0-1,0 1,0 0,0 0,1 0,-1 0,1 1,0 0,0 0,0 0,0 1,0 0,0 0,1 0,-1 0,0 1,0 0,1 0,2 1,9 0,0 0,-1 2,1 0,-1 0,1 2,-1 0,0 1,-1 0,0 2,0 0,0 0,-1 2,-12-10,0 1,0 1,0-1,0 0,0 0,-1 1,1-1,0 1,-1 0,1-1,-1 1,0 0,0 0,0 0,1 0,-2 0,1 0,0 0,0 0,-1 0,1 0,-1 0,1 1,-1-1,0 0,0 0,0 1,0-1,-1 0,1 0,-1 0,1 0,-1 1,0-1,1 0,-1 0,0 0,-1 1,-9 7,1 0,-1-1,-1-1,0 0,0 0,-1-1,1-1,-1 0,-1-1,1 0,-1-1,-4 1,-4 2,-62 19,76-20</inkml:trace>
  <inkml:trace contextRef="#ctx0" brushRef="#br0" timeOffset="1410.052">602 110,'8'6,"-5"24,0-1,-2 1,-2-1,0 1,-4 13,-11 62,-3 63,19-164,1 0,0 0,0 1,0-1,0 0,1 0,-1 0,1 0,0-1,1 1,-1-1,1 1,-1-1,1 1,0-1,0 0,0-1,1 1,-1 0,1-1,-1 0,1 0,0 0,0 0,0-1,0 1,0-1,0 0,0 0,0 0,1-1,1 0,44 9,0-3,0-2,0-2,1-3,10-2,-71 0,-9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32:08.72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766 109,'-7'-8,"0"-1,0 1,-1 0,1 0,-2 1,1 0,-1 0,0 1,-1 0,0 1,1 0,-2 1,1 0,0 0,-1 1,-8-1,-12 1,0 1,0 2,0 1,0 1,0 2,0 1,1 1,0 2,0 1,1 1,0 2,-8 5,21-9,1 0,0 2,0 0,1 0,0 1,1 1,0 1,1-1,0 2,-4 7,8-7,1 0,1 0,0 1,2 0,-1 0,2 1,0-1,0 0,2 1,0 0,1 0,0-1,3 14,-1-20,0 0,0 0,1 0,1 0,0-1,0 0,0 1,1-1,0-1,1 1,0-1,0 0,4 4,12 6,1 0,1-2,1 0,0-2,0-1,20 7,27 13,-49-22,0-1,1-1,-1-1,2-1,-1-2,1 0,0-1,0-2,185 26,-63-39,-130 10,1-2,-1 0,-1-1,1-1,-1-1,0 0,0-1,0 0,-2-1,1-1,4-5,-12 7,0 0,-1 0,-1-1,0 0,0 0,0 0,-1-1,-1 1,1-1,-2 0,1 0,-1 0,-1 0,0-1,0-9,1-2,2-11,-1-1,-2 1,-1-1,-2 1,-2-3,2 25,-2 0,0 0,0 0,-1 1,0-1,0 1,-1 0,-1 1,0-1,0 1,-1 1,0-1,0 1,-1 1,0-1,-1 2,1-1,-1 1,-1 1,1 0,-1 0,0 1,0 0,0 1,0 0,-1 1,-8 0,9-1,-74-2,85 6,0-1,1 0,-1 0,0 0,0 0,0 0,1 0,-1 0,0 0,0 0,0 0,0 1,0-1,1 0,-1 0,0 0,0 0,0 1,0-1,0 0,0 0,0 0,0 0,0 1,1-1,-1 0,0 0,0 0,0 1,0-1,0 0,0 0,0 0,0 1,0-1,0 0,-1 0,1 0,0 0,0 1,0-1,0 0,0 0,0 0,0 0,0 1,0-1,-1 0,1 0,0 0,20 4,166 9,-90 2,0 4,-1 4,-1 4,-2 5,33 18,-105-43,0 2,0 0,-1 1,-1 1,0 1,0 1,-1 0,-1 1,0 1,-1 1,0 0,-2 0,0 2,0 0,-2 0,3 7,2 18,-2 0,-2 1,-1 0,2 32,4 18,75 387,-89-464,3 29,2 0,2 0,2-1,2 0,1-1,3-1,12 21,-24-55,0 0,0-1,1 0,0 0,0 0,1-1,0 0,0-1,1 0,-1 0,1-1,1 0,-1 0,1-1,0 0,0-1,0 0,0-1,0 0,4 0,60 6,0-4,0-3,62-7,-89 3,502-21,-392 28,-148 1,-31-3,-1-4</inkml:trace>
  <inkml:trace contextRef="#ctx0" brushRef="#br0" timeOffset="310.673">2664 1474,'16'13,"1"-1,0 0,1-1,1-1,-1-1,2 0,16 4,-2 1,5 2,-8-5,0 2,-1 2,-1 0,0 2,13 12,-39-28,0 0,-1 1,1 0,-1-1,1 1,-1 0,0 0,0 1,0-1,0 0,0 1,0-1,-1 1,1-1,-1 1,0 0,0-1,0 1,0 0,0 0,0 0,-1 0,0 0,1 0,-1 0,0 0,0 0,-1 0,1 0,-1 0,1 0,-1 0,0 0,0 0,-1-1,0 4,-7 4,-1 0,0 0,0-1,-1 0,-1-1,1 0,-1 0,-11 4,-67 35,-3-4,-94 31,47-24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32:11.08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1593 155,'-176'-62,"111"43,-37-5,-2 5,0 5,0 4,-1 4,0 6,-53 7,137-6,-64 0,1 3,0 5,-47 12,122-20,1 0,0 1,0 0,0 1,1 0,-1 0,0 1,1-1,0 2,0-1,0 1,1 0,-1 0,1 1,0 0,1 0,0 1,0-1,0 1,0 0,1 0,1 1,-1-1,1 1,0 0,1 0,0 12,0 0,2 0,1 0,0 0,2 0,0 0,1-1,1 1,0-1,2 0,0-1,2 1,0-2,0 1,2-1,0 0,3 1,14 16,1-2,2-1,1-1,1-2,2-1,0-2,2-2,1-1,0-1,13 2,-15-6,2-3,-1-1,2-2,-1-1,2-2,-1-2,1-1,0-3,0-1,-1-2,1-1,0-2,0-2,-1-2,0-1,7-5,45-21,-2-5,-2-3,-1-4,46-36,-125 78,7-1,-1-1,0-1,-1 0,0-1,0 0,-1-1,0 0,0 0,-1-2,-1 1,0-1,0 0,-1-1,-1 0,0 0,4-14,-11 17,-1 1,-1 0,1 0,-1 0,-1 0,0 0,0 1,-1-1,0 1,0 0,-1 0,0 0,0 1,-1 0,0 0,0 0,-1 1,0 0,0 0,-1 0,1 1,-6-3,-16-12,0 0,-1 2,-1 1,-1 2,0 1,-1 1,0 2,-33-6,61 15,0 0,0 0,0 1,0 0,-1 0,1 0,0 1,-1 0,1 0,0 0,-1 1,1 0,0 0,0 0,-1 0,1 1,0 0,1 0,-1 0,0 1,0 0,1 0,0 0,-1 0,1 1,1-1,-1 1,-8 19</inkml:trace>
  <inkml:trace contextRef="#ctx0" brushRef="#br0" timeOffset="929.419">1379 222,'0'-1,"0"1,0-1,0 0,0 1,0-1,0 0,1 1,-1-1,0 0,0 1,1-1,-1 1,0-1,1 0,-1 1,0-1,1 1,-1-1,1 1,-1-1,1 1,-1 0,1-1,0 1,-1-1,1 1,-1 0,1 0,0-1,-1 1,1 0,0 0,-1 0,1 0,0 0,-1 0,1 0,0 0,0 0,-1 0,1 0,23-1,-1 0,1 2,-1 1,0 1,1 0,-1 2,19 7,-42-12,39 8,-1 2,0 1,0 2,-2 2,1 1,-2 2,0 2,-2 1,0 1,-1 2,17 17,-39-29,-1 0,0 0,-1 0,0 1,-1 1,0-1,-1 1,-1 0,0 0,-1 1,0 0,-1-1,-1 1,0 12,-1 24,-2 0,-2 0,-8 37,4-26,-7 32,5 0,5 0,3 0,4 0,4 0,12 41,-16-115,2 0,0-1,2 0,0-1,1 1,0-1,2 0,0-1,1-1,1 1,0-2,1 1,1-2,0 0,1-1,1 0,0-1,15 8,16 1,1-3,0-3,1-1,1-2,0-3,1-1,-1-3,1-2,25-3,-60 0,293 15,-292-16,-17-5,-25-11,4 7</inkml:trace>
  <inkml:trace contextRef="#ctx0" brushRef="#br0" timeOffset="1204.35">2342 1746,'18'-2,"17"1,17 3,15 7,10 5,5 5,1 4,-8 5,-11 5,-15 0,-16 3,-15 3,-22 5,-29 3,-36 6,-45 7,-58 7,1-8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34:36.37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171 6,'-6'-1,"1"0,-1-1,0 2,1-1,-1 1,0-1,1 2,-1-1,0 1,1-1,-1 2,0-1,1 1,0-1,-1 1,1 1,0-1,0 1,0 0,0 0,1 1,-1-1,1 1,0 0,0 0,0 0,1 1,-1-1,1 1,0 0,0 0,1 0,-1 0,1 1,1-1,-1 1,1-1,0 1,0-1,0 1,1 0,0-1,0 1,0 0,1 2,0-4,1 0,-1 0,1 0,0 0,0-1,0 1,1-1,-1 1,1-1,0 0,0 1,0-2,0 1,1 0,-1-1,1 1,-1-1,1 0,0 0,0 0,0-1,0 0,0 1,4-1,103 12,-91-13,0-1,0 0,0-2,0 0,-1-2,0 0,0-1,0-1,0-1,-1 0,-1-1,1-1,-2-1,1-1,-2 0,2-1,-13 9,0-1,0 1,0-1,0 1,0-1,-1 0,0 0,0-1,0 1,-1-1,0 1,0-1,0 0,-1 0,0 0,0 0,0-3,-12 32,10-15,0-1,1 1,0-1,1 1,0-1,0 0,0 1,1-1,0 0,1 0,0 0,0 0,0 0,1-1,-1 1,2-1,-1 0,1 0,0 0,0-1,0 0,1 0,0 0,0-1,0 0,1 0,-1 0,1-1,0 0,0 0,0-1,0 0,1 0,-1-1,0 1,1-2,-1 1,1-1,-1 0,1-1,5-1,-8 1,1-1,-1 1,1-2,-1 1,0-1,0 1,0-1,0-1,-1 1,1-1,-1 1,0-1,0-1,0 1,0-1,-1 1,0-1,0 0,0 0,-1 0,1 0,-1-1,0 1,-1-1,1 1,-1-1,-1 0,1 0,-1 1,0-1,0 0,0-2,-1 8,1-1,0 1,0 0,-1 0,1-1,0 1,-1 0,1 0,0 0,-1-1,1 1,0 0,-1 0,1 0,-1 0,1 0,0 0,-1-1,1 1,0 0,-1 0,1 0,-1 1,1-1,0 0,-1 0,1 0,-1 0,1 0,0 0,-1 0,1 1,0-1,-1 0,1 0,0 1,-1-1,1 0,0 0,0 1,-1-1,1 0,0 1,0-1,-1 0,1 1,0-1,0 0,0 1,0-1,0 0,0 1,-1-1,1 1,0-1,0 0,0 1,0-1,0 1,0-1,1 0,-1 1,0-1,0 1,0-1,0 0,0 1,1-1,-1 0,0 6,0-1,1 0,0 0,0 1,0-1,1 0,-1 0,1 0,0-1,1 1,-1 0,1-1,0 1,0-1,0 0,1 0,0 0,-1-1,1 1,1-1,-1 0,0 0,1 0,-1-1,5 3,10 3,-1 1,2-2,-1-1,1 0,16 2,36 5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34:39.02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0 969,'8'-8,"0"0,-1 0,0 0,0-1,-1 0,0 0,0-1,-1 0,-1 0,0 0,0 0,-1-1,0 1,0-1,-2 0,2-8,-2 13,33-164,-34 169,0 0,0 0,0 0,0 0,1 0,-1 0,0 0,1 0,-1 0,0 0,1 0,-1 0,1 0,0 0,-1 1,1-1,0 0,-1 0,1 1,0-1,0 1,0-1,-1 0,1 1,0-1,0 1,0 0,0-1,0 1,0 0,0 0,0-1,0 1,0 0,0 0,0 0,0 0,0 0,0 1,0-1,0 0,0 0,0 1,0-1,0 0,0 1,0-1,0 1,0-1,-1 1,1 0,0-1,0 1,-1 0,2 0,15 16,-1 1,0 1,-1 0,-1 1,6 13,-8-14,-7-11,4 4,0 1,-1 1,0 0,-1 0,-1 0,0 1,-1 0,-1 0,0 1,-4-17,0 1,-1-1,1 0,0 0,-1 1,1-1,-1 0,1 0,-1 1,1-1,-1 1,0-1,1 1,-1-1,0 1,1-1,-1 1,0-1,0 1,1 0,-1-1,0 1,0 0,0 0,1 0,-1-1,0 1,0 0,0 0,0 0,1 0,-1 1,0-1,0 0,0 0,1 0,-1 1,0-1,0 0,1 1,-1-1,0 1,0-1,1 1,-1-1,0 1,1-1,-1 1,1 0,-1-1,1 1,-1 0,1-1,0 1,-1 0,1 0,0 0,-1-1,1 1,0 0,0 0,0 0,0-1,0 1,0 0,0 0,-5-13,2 0,-1 0,2 0,0-1,0 1,1-1,0 1,1-1,1 1,0-1,1 0,0 1,1 0,0 0,1 0,0 0,3-4,151-351,-145 335,-1 0,-2 0,-1-1,-2 0,-1-1,0-8,-16-16,10 57,-1 0,1 0,0 0,-1 0,1 0,-1 0,1 0,-1 0,0 0,1 0,-1 0,0 1,0-1,0 0,0 0,1 1,-1-1,0 0,0 1,0-1,0 1,0-1,-1 1,1 0,0-1,0 1,0 0,0 0,0 0,0 0,-1 0,1 0,0 0,0 0,0 0,0 1,0-1,0 0,0 1,0-1,0 1,0-1,0 1,0-1,0 1,0 0,-1 0,-2 3,0 1,0 0,0 0,1 0,0 0,0 1,0-1,0 1,1-1,0 1,0 0,1 0,0 0,0 0,0 0,0 1,1 0,1 34,1-1,2 0,2 0,2 0,1-1,2 0,2 0,1-2,2 1,1-2,11 14,2 12,3 4,-3 1,13 46,-34-83</inkml:trace>
  <inkml:trace contextRef="#ctx0" brushRef="#br0" timeOffset="260.084">80 300,'32'4,"35"5,29 0,19 0,8 2,-17-1</inkml:trace>
  <inkml:trace contextRef="#ctx0" brushRef="#br0" timeOffset="527.358">695 795,'1'6,"0"0,0 0,1 0,0-1,0 1,0 0,0-1,1 0,0 1,0-1,0 0,1 0,0-1,0 1,0-1,1 0,-1 0,1 0,0-1,0 1,0-1,0 0,1-1,-1 1,1-1,0 0,-1-1,1 1,0-1,6 0,-6 1,0-1,1 0,-1-1,0 0,1 1,-1-2,0 1,0-1,1 0,-1 0,0-1,0 0,0 0,0 0,-1-1,1 0,0 0,-1 0,0-1,0 0,0 0,0 0,-1 0,1-1,-1 0,-1 0,1 0,0 0,-1-1,0 1,-1-1,1 0,-1 0,0 0,0 0,-1 0,0-2,0 2,-1-1,0 1,-1-1,0 1,0-1,0 1,-1-1,0 1,0 0,0 0,-1 0,0 0,0 0,-1 1,1-1,-1 1,0 0,-1 0,1 1,-1-1,0 1,0 0,-1 0,1 0,-1 1,0 0,0 0,-2-1,0 1,0 0,0 0,0 1,-1 0,1 0,-1 1,1 0,-1 0,1 1,-1 1,0-1,1 1,-1 1,1-1,0 1,-1 1,1 0,0 0,-4 3,8-4,0 0,0 0,0 1,1-1,-1 1,1 0,-1 0,1 1,0-1,1 0,-1 1,1 0,-1 0,1 0,0 0,0 0,1 0,-1 0,1 1,0-1,0 0,1 1,-1-1,1 1,0-1,0 1,0-1,1 0,-1 1,1-1,0 1,1-1,-1 0,1 0,-1 0,1 0,1 0,-1 1,5 2,0 0,0 0,0-1,0 0,1 0,0-1,1 0,-1-1,1 1,0-1,0-1,0 0,8 2,30 7</inkml:trace>
  <inkml:trace contextRef="#ctx0" brushRef="#br0" timeOffset="794.323">1096 366,'-14'-11,"-13"-9,-9 0,-3 3,-2 4,4 5,6 7,9 10,9 7,15 7,15 10,17 6,2-4</inkml:trace>
  <inkml:trace contextRef="#ctx0" brushRef="#br0" timeOffset="1292.838">1176 834,'0'5,"-1"0,0 0,1 0,0 0,1 1,-1-1,1 0,0 0,0 0,0-1,1 1,-1 0,1 0,0-1,1 1,-1-1,1 1,0-1,0 0,0 0,1-1,-1 1,1-1,0 1,0-1,0 0,1-1,-1 1,0-1,1 0,0 0,0 0,-1-1,6 2,-7-3,0 0,1 0,-1 0,1-1,-1 1,1-1,-1 1,0-1,1 0,-1-1,0 1,0-1,0 1,0-1,0 0,0 0,0 0,0 0,-1-1,1 1,-1-1,0 1,0-1,0 0,0 0,0 0,-1 0,2-3,22-97,-23 90,-1 0,0 0,-1 0,0 0,-1 0,0 0,-1 0,-1 0,0 1,-1-1,0 1,-1 0,0 0,-1 0,0 1,-1 0,0 0,-1 0,0 1,-1 0,0 1,0 0,-4-2,11 10,1-1,0 1,-1 0,0 1,1-1,-1 0,1 0,-1 1,0-1,0 1,1-1,-1 1,0 0,0-1,1 1,-1 0,0 0,0 1,0-1,1 0,-1 0,0 1,0-1,1 1,-2 0,2 0,1 0,0-1,0 1,0 0,0 0,0-1,0 1,0 0,0-1,0 1,0 0,0-1,0 1,0 0,1-1,-1 1,0 0,1-1,-1 1,0 0,1-1,-1 1,1-1,-1 1,0-1,1 1,0-1,-1 1,1-1,-1 0,1 1,-1-1,1 0,0 1,-1-1,2 0,12 7,0 0,0-2,1 1,0-2,0 0,0-1,1-1,-1 0,2-1,5 2,172 20,-192-24,0 1,0 0,0 0,0 1,0-1,1 0,-1 1,0-1,0 1,0 0,0-1,0 1,0 0,-1 0,1 0,0 1,0-1,-1 0,1 1,-1-1,1 1,-1-1,0 1,1 0,-1 0,0 0,0-1,0 1,0 0,-1 0,1 2,-2 57,0-51,0 0,1 1,0-1,1 0,0 1,0-1,1 0,2 5,0-7,0-1,1 0,0 0,0 0,0-1,1 0,0 0,0 0,1 0,-1-1,1 0,1-1,-1 0,0 0,1 0,0-1,0 0,0-1,0 1,0-2,1 1,-1-1,1 0,-1-1,0 0,1 0,-1-1,1 0,-1-1,0 0,1 0,-1 0,0-1,-1 0,1-1,0 0,4-3,2-3,-1 0,0-1,-1 0,0 0,-1-2,0 1,-1-1,0-1,-1 0,5-12,9-9,-17 36,-8 18,2-15,-2 14,1 0,1-1,0 1,2-1,0 1,3 12,-4-25,0-1,1 1,-1-1,1 1,0-1,0 0,1 1,-1-1,1 0,0-1,0 1,0-1,0 1,1-1,-1 0,1 0,0 0,0-1,0 1,0-1,1 0,-1 0,0 0,1-1,0 0,-1 0,3 1,19 0</inkml:trace>
  <inkml:trace contextRef="#ctx0" brushRef="#br0" timeOffset="1560.387">2112 381,'0'0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34:34.31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174 80,'0'20,"0"19,-2 13,-3 13,-1 5,1 1,1-3,1-9,2-11,0-15</inkml:trace>
  <inkml:trace contextRef="#ctx0" brushRef="#br0" timeOffset="250.648">1 134,'0'13,"6"14,15 9,14 8,13 3,7 0,4-1,-2-3,-6-5,-9-5,-10-4,-8-9,-7-6</inkml:trace>
  <inkml:trace contextRef="#ctx0" brushRef="#br0" timeOffset="534.67">468 0,'-6'5,"-4"12,4 15,4 16,8 13,4 10,4 4,-1 1,-3-3,-3-15</inkml:trace>
  <inkml:trace contextRef="#ctx0" brushRef="#br0" timeOffset="833.25">629 508,'-2'-17,"0"-1,-2 1,0-1,0 1,-2 0,0 1,-1-1,-1 1,-1 1,0-1,0 1,-2 1,-4-5,15 19,-1 0,0-1,0 1,1-1,-1 1,0-1,0 1,1-1,-1 1,1-1,-1 0,1 1,-1-1,1 0,-1 0,1 1,-1-1,1 0,0 0,0 0,-1 1,1-1,0 0,0 0,0 0,0 0,0 1,0-1,0 0,0 0,0 0,0 0,1 0,-1 1,0-1,0 0,1 0,-1 0,1 1,-1-1,1 0,-1 1,1-1,-1 0,1 1,-1-1,1 1,0-1,0 1,-1-1,1 1,0-1,0 1,-1 0,1-1,1 1,20-1,0 0,0 2,0 0,0 2,-1 0,5 3,-3-2,3 0,6 1,0 1,-1 1,0 2,18 8,-46-16,0 0,0 1,0-1,0 0,0 1,-1 0,1 0,0 0,-1 0,0 0,1 0,-1 1,0-1,0 1,0-1,0 1,-1 0,1 0,-1 0,0-1,0 2,0-1,0 0,0 0,-1 0,1 0,-1 0,0 1,0-1,0 0,0 0,-1 1,1-1,-1 0,0 0,0 0,0 0,-28 63,-6 32,34-95,1 0,0 0,0 1,0-1,1 0,-1 0,1 0,0-1,0 1,0 0,0 0,0 0,0 0,1-1,0 1,-1-1,1 1,0-1,0 0,0 0,0 1,1-2,-1 1,1 0,-1 0,1-1,0 1,0-1,85 24,85-25,-127-5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34:33.31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1 200,'20'-2,"19"-1,15 0,14 1,5 0,2 1,-2 1,-10-1,-13 1,-15 1</inkml:trace>
  <inkml:trace contextRef="#ctx0" brushRef="#br0" timeOffset="274.628">40 348,'28'11,"22"4,18-3,15-5,5-7,1-6,-10-3,-16-1</inkml:trace>
  <inkml:trace contextRef="#ctx0" brushRef="#br0" timeOffset="525.4">455 0,'83'31,"-29"-10,14 5,-1 2,-1 4,-2 2,14 12,-71-42,0 0,0 1,-1-1,1 1,-1 1,0-1,-1 1,1 0,-1 0,-1 1,1-1,-1 1,0 0,0 1,-1-1,0 0,0 1,-1 0,0 0,-1 0,1 0,-1 0,-1 0,0 0,0 2,-6 7,-1 0,0-1,-2 0,0 0,0-1,-2 0,0-1,0 0,-2 0,1-2,-2 1,1-2,-2 0,-9 6,-106 75,76-59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34:29.51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283 434,'-22'159,"-7"-1,-35 107,54-234,9-31,1 0,0 0,0-1,-1 1,1 0,0 0,0 0,-1 0,1 0,0-1,0 1,-1 0,1 0,0 0,-1 0,1 0,0 0,0 0,-1 0,1 0,0 0,-1 0,1 0,0 0,0 0,-1 0,1 1,0-1,-1 0,1 0,0 0,0 0,-1 0,1 1,0-1,0 0,0 0,-1 0,1 1,0-1,-1-217,4 113,4 0,5 1,13-49,-24 150,-2 1,1 0,0 0,0 1,-1-1,1 0,0 0,0 0,0 0,0 0,0 0,0 0,1 0,-1 0,0 0,0 0,1 1,-1-1,0 0,1 0,-1 0,1 0,-1 1,1-1,-1 0,1 0,0 1,-1-1,1 1,0-1,0 0,-1 1,1-1,0 1,0 0,0-1,0 1,0 0,-1-1,1 1,0 0,0 0,0 0,0 0,0 0,0 0,0 0,0 0,0 0,1 0,8 14,-1 0,0 0,-1 1,-1 0,0 0,2 9,7 13,5 5,-2 2,-1 0,-3 1,-1 1,-3 0,-2 1,-1 0,-3 0,-2 1,-1 9,-5-38,-1-7</inkml:trace>
  <inkml:trace contextRef="#ctx0" brushRef="#br0" timeOffset="1146.547">122 795,'-121'0,"364"-27,-173 16,285-22,-354 33,0 0,1 0,-1 0,0 1,1-1,-1 0,0 1,0-1,1 1,-1-1,0 1,0-1,0 1,0 0,0 0,0 0,0-1,0 1,0 0,0 0,0 0,-1 1,1-1,0 0,-1 0,1 0,-1 0,1 1,-1-1,1 0,-1 0,0 1,0-1,0 0,0 1,0-1,0 0,0 1,0-1,0 1,1 7,20 166,-8 1,-9 165,-5-310,1-29,0 1,-1-9,-50-353,2 89,48 265,0 3,0 0,0 1,0-1,0 0,0 0,0 1,1-1,-1 0,1 0,-1 0,1 0,0 0,0 0,0 0,0 0,0 0,0 0,0 0,1 0,-1 0,1 0,-1 1,1-1,0 0,0 0,0 0,0 1,0-1,0 1,0-1,1 1,-1-1,0 1,1-1,-1 1,1 0,0 0,-1 0,1 0,0 0,0 0,-1 1,1-1,2 0,9 3,1 1,-1 0,0 0,0 2,0 0,0 0,-1 1,0 1,0 0,7 5,-17-11,0 1,1 0,-1-1,0 1,0 0,0 0,0 0,0 1,0-1,-1 0,1 1,-1-1,0 1,1-1,-1 1,0 0,-1-1,1 1,0 0,-1 0,1 0,-1-1,0 1,0 0,0 0,-1 0,1 0,-1 0,1-1,-1 1,0 0,0-1,0 1,0 0,-1-1,1 1,-1-1,1 0,-1 1,0-1,0 0,0 0,0 0,0 0,0-1,-1 1,-1 1,0-1,1 1,-1 0,0-1,0 0,0 0,0 0,0 0,0-1,0 0,-1 0,1 0,-1 0,1 0,0-1,-1 0,1 0,-1 0,1-1,-1 1,1-1,-1 0,-1-1,5 0,-1-1,1 1,0 0,0-1,1 1,-1-1,0 1,1-1,-1 1,1-1,0 1,0-1,0 1,0-1,1 1,-1-1,0 1,1-1,0 1,0-1,0 1,0 0,0-1,0 1,0 0,1 0,-1 0,1 0,0 0,-1 0,2 0,20-26,0 2,2 1,0 1,26-18,76-77,-114 102,-1 0,0-1,-2 0,0-1,-1 0,-1-1,-1 0,0 0,-2-1,0 1,-1-1,-2 0,0-1,-1 1,-1 0,-1 0,-1 0,0 0,-2 0,-1 0,-4-11,8 26,0 1,-1-1,0 0,0 0,0 1,-1 0,0-1,0 1,0 0,-1 0,0 1,0-1,0 1,0 0,-2-2,4 6,1-1,0 0,0 1,-1-1,1 1,-1 0,1-1,0 1,-1 0,1 0,-1 0,1 0,-1 0,1 0,-1 1,1-1,0 0,-1 1,1-1,0 1,-1-1,1 1,0 0,0-1,-1 1,1 0,0 0,0 0,0 0,0 0,0 0,0 0,0 0,1 1,-1-1,0 1,-24 51,18-18,1 0,1 0,2 1,2 0,1-1,1 1,2 0,6 23,0-11,1 0,2-1,2 0,3-1,1-1,11 16,35 27,-61-85,-1-1,1 0,-1 0,1 0,0 0,0-1,0 1,0-1,0 1,0-1,0 0,0 0,0-1,0 1,1-1,-1 1,0-1,1 0,-1 0,0 0,1-1,-1 1,0-1,0 0,0 0,1 0,-1 0,0-1,0 1,-1-1,1 0,9-8,-1-2,0 0,-1 0,0-1,-1 0,-1 0,0-1,-1 0,0-1,-1 0,-1 0,-1 0,0 0,0-1,-2 1,1-13,-3 40,-1-1,2 1,-1-1,2 1,-1-1,2 0,-1 1,2-1,-1 0,2-1,-1 1,1-1,1 0,0 0,0 0,1-1,2 2,65 37,-53-42</inkml:trace>
  <inkml:trace contextRef="#ctx0" brushRef="#br0" timeOffset="1420.687">1311 514,'5'-2,"12"-1,16 2,1 2</inkml:trace>
  <inkml:trace contextRef="#ctx0" brushRef="#br0" timeOffset="2405.933">1993 741,'-11'-5,"-1"0,0 1,-1 0,1 1,-1 0,1 1,-1 0,0 1,0 1,0 0,1 0,-1 2,0-1,0 2,1-1,-1 2,1 0,0 0,0 1,1 1,-1 0,1 0,0 1,1 0,0 1,-1 1,-35 47,45-54,0-1,1 1,-1 0,0 0,1 0,-1-1,1 1,0 0,0 0,-1 0,1 0,0-1,1 1,-1 0,0 0,0 0,1 0,-1-1,1 1,0 0,0 0,-1-1,1 1,0 0,0-1,0 1,1-1,-1 0,0 1,0-1,1 0,-1 0,1 1,-1-1,1-1,1 2,8 3,-1-1,1 0,1-1,-1 0,0-1,1 0,-1 0,6-1,46 1,-1-3,0-2,1-3,-1-3,-1-2,0-3,-1-3,-1-2,51-25,-95 38,-8 4,-1 0,1 0,-1-1,0 0,0 0,0-1,0 0,-1 0,0 0,1-1,3-4,-9 8,0 0,0 0,-1 0,1-1,0 1,-1 0,1 0,0 0,-1 0,1 0,-1 0,0 0,1 0,-1 0,0 0,0 0,0 1,1-1,-1 0,0 0,0 1,0-1,0 1,0-1,0 1,0-1,0 1,-1-1,1 1,0 0,0 0,0 0,0 0,0 0,-1 0,1 0,0 0,0 0,0 0,-1 1,2-1,-16-2,0 0,-1 2,1 0,0 0,0 2,0 0,0 1,0 1,0 0,1 1,0 1,0 0,0 1,1 0,-13 9,25-14,0-1,-1 0,1 1,0-1,0 1,0 0,0 0,0-1,0 1,1 1,-1-1,1 0,-1 0,1 0,0 1,0-1,0 1,0-1,0 1,0-1,1 1,0 0,-1-1,1 1,0 0,0-1,0 1,0-1,1 1,-1 0,1-1,0 1,0-1,-1 1,2-1,-1 1,0-1,0 0,1 1,-1-1,1 0,0 0,1 1,6 1,0 1,1-1,0-1,0 0,0 0,0-1,0 0,0-1,1 0,-1-1,0 0,1-1,-1 0,4-1,6-1,0-2,1 0,-2-1,1-1,-1-1,0-1,0-1,-1 0,3-4,-20 14,0-1,0 1,0 0,0 0,0 0,0 0,0 0,0 0,0 0,0 0,0 0,0 1,0-1,0 0,0 1,0-1,0 0,-1 1,1-1,0 1,0-1,0 1,-1 0,1-1,0 1,-1 0,1-1,0 1,-1 0,1 0,-1 0,1 0,-1 0,0-1,1 1,-1 0,0 0,0 0,1 0,-1 0,0 0,0 0,0 0,0 0,0 0,0 0,-1 0,1 0,0 0,0 0,-1 0,1 0,-1 0,4 15,-1-10,0 1,0-1,1 1,0-1,0 0,0 0,1 0,-1 0,2-1,-1 0,0 0,1 0,0 0,0-1,1 1,-1-1,1-1,0 1,0-1,0 0,1 0,-1-1,0 0,1 0,0 0,-1-1,1 0,0-1,0 1,0-1,0 0,-1-1,1 0,0 0,0 0,3-3,-1 1,0-1,0 0,-1-1,1 0,-1 0,0-1,-1 0,1-1,-1 1,0-2,-1 1,0 0,0-1,-1 0,1-1,2-6,3-8,-1 0,-1-1,-1 0,-1-1,-1 1,1-10,5-61,-4-1,-4 0,-4 0,-5 0,-7-28,-1 35,8 75,1 17,-1 25,4 103,6 0,5 0,22 95,-9-57,-20-147,-2-8,0-1,1 1,1 0,0-1,0 0,2 0,-1 0,2 0,0-1,0 1,-4-11,0 1,0-1,0 0,0 0,0 0,0-1,1 1,-1-1,1 1,-1-1,1 0,-1 1,1-1,0-1,-1 1,1 0,0-1,0 1,0-1,-1 0,1 0,0 0,0 0,0 0,0-1,-1 1,1-1,0 0,0 0,-1 0,1 0,-1 0,1-1,0 0,78-60,-31 11,-49 51,0 0,0 1,1 0,-1-1,0 1,0-1,0 1,0 0,0 0,0 0,0 0,0-1,-1 1,1 0,0 1,-1-1,1 0,0 0,-1 0,1 0,-1 0,0 1,1-1,-1 0,0 0,0 0,0 1,0-1,0 0,0 1,0-1,0 0,0 0,0 0,-1 1,1 0,0 5,1-2,0 1,-1-1,2 0,-1 0,1 0,-1 0,1 0,1 0,-1-1,1 1,0-1,0 1,0-1,0 0,1 0,0-1,-1 1,2-1,-1 1,0-1,1-1,-1 1,1-1,0 1,-1-1,1-1,0 1,1 0,18 3</inkml:trace>
  <inkml:trace contextRef="#ctx0" brushRef="#br0" timeOffset="2653.743">3451 647,'-14'-6,"-6"-3,-3-2,1 1,-1 0,4 1</inkml:trace>
  <inkml:trace contextRef="#ctx0" brushRef="#br0" timeOffset="2853.548">2689 434,'18'-7,"22"-4,27-3,22 1,20 3,8 5,-1 10,-21 5</inkml:trace>
  <inkml:trace contextRef="#ctx0" brushRef="#br0" timeOffset="3103.463">3665 915,'14'1,"0"-1,0-1,-1 0,1-1,0 0,0-2,-1 1,0-1,0-1,0-1,0 0,-1 0,0-1,0-1,-1 0,0 0,0-1,-1 0,0-1,-1-1,5-5,-12 12,0 1,0 0,0-1,0 0,-1 1,0-1,1 0,-1 0,-1 0,1 0,0 0,-1 0,0 0,0 0,0 0,0 0,-1 0,0 0,0 0,0 1,0-1,0 0,-1 0,0 1,1-1,-2 1,1-1,0 1,0 0,-1 0,0 0,0 0,0 0,0 1,0-1,0 1,-1 0,1 0,-1 0,-4-1,0 0,0 0,-1 1,1 1,0-1,-1 1,1 0,-1 1,0 0,1 1,-1-1,1 2,0-1,-1 1,1 0,0 1,0 0,0 1,0-1,1 1,-1 1,1-1,0 1,0 1,1-1,0 1,0 0,0 0,0 1,1 0,0 0,1 0,0 1,-1 0,1-1,1 1,-1-1,1 1,0 0,1 0,0 0,0 0,1 0,0 1,1-1,-1 0,1 1,1-1,0 0,0 0,1 1,-1-1,2 0,-1 0,1-1,1 1,-1 0,1-1,1 0,-1 0,1 0,4 4,5 0,0-2,0 0,0 0,1-1,1-1,-1 0,1-2,0 1,1-2,-1 0,1-1,-1-1,1 0,0-2,0 1,0-2,5-1,35-4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34:47.75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122 1,'-17'-1,"22"5,171 8,-175-13,1 1,0 0,-1 0,1 0,0 0,-1 0,1 0,0 0,-1 1,1-1,-1 0,1 1,-1 0,1-1,-1 1,1 0,-1 0,1 0,-1 0,0 0,1 0,-1 0,0 0,0 0,0 1,0-1,0 0,0 1,0-1,-1 1,1-1,0 1,-1-1,1 1,-1 0,0-1,1 1,-36 92,20-45,2 1,3 0,1 1,3 0,3 0,1 18,2-58,0-4,0 0,-1 0,1 0,-1 0,0 0,-1 0,0-1,0 1,0 0,-1-1,0 1,-8 6</inkml:trace>
  <inkml:trace contextRef="#ctx0" brushRef="#br0" timeOffset="251.057">1 336,'18'-2,"17"-1,15 0,12 1,7 0,-2 1,-5-4,-9-6,-13-1</inkml:trace>
  <inkml:trace contextRef="#ctx0" brushRef="#br0" timeOffset="533.505">496 135,'4'-9,"2"31,-6 10,-1 0,-1 1,-2-1,-1 0,-2-1,-8 24,-5 27,14-22,6-58,1-1,-1 0,0 1,0-1,1 0,-1 1,0-1,1 0,-1 0,1 1,0-1,-1 0,1 0,0 0,0 0,0 0,0 0,0 0,0 0,0 0,0 0,0-1,0 1,0 0,1-1,-1 1,0-1,0 1,1-1,-1 1,0-1,1 0,-1 0,0 0,1 0,-1 0,0 0,1 0,-1 0,0-1,1 1,12-3</inkml:trace>
  <inkml:trace contextRef="#ctx0" brushRef="#br0" timeOffset="867.717">483 523,'9'0,"9"0,12 0,7 0,1 0,0 0,-5 0,-6 0,-9-2,-9-1</inkml:trace>
  <inkml:trace contextRef="#ctx0" brushRef="#br0" timeOffset="1116.86">656 403,'-2'2,"-3"8,-2 8,2 9,-1 9,0 4,0 5,0 2,1-1,2 0,1-10</inkml:trace>
  <inkml:trace contextRef="#ctx0" brushRef="#br0" timeOffset="1433.923">977 469,'6'-55,"4"1,1 0,3 0,2 1,4-1,-12 35,-8 19,0 0,0 1,0-1,0 0,0 0,0 1,0-1,0 0,0 0,0 0,0 1,1-1,-1 0,0 0,0 0,0 0,0 1,0-1,0 0,0 0,1 0,-1 0,0 1,0-1,0 0,0 0,1 0,-1 0,0 0,0 0,0 0,1 1,-1-1,0 0,0 0,0 0,1 0,-1 0,0 0,0 0,0 0,1 0,-1 0,0 0,0 0,1 0,-1-1,0 1,0 0,0 0,0 0,1 0,-1 0,0 0,0-1,0 25,-29 204,24-173,2 0,2 1,3-1,3 7,3-12</inkml:trace>
  <inkml:trace contextRef="#ctx0" brushRef="#br0" timeOffset="1933.859">1498 269,'0'-16,"-5"-53,5 67,0 0,-1 1,0-1,0 0,1 0,-1 1,0-1,0 0,0 1,-1-1,1 1,0 0,-1-1,1 1,0 0,-1 0,0-1,1 1,-1 1,0-1,1 0,-1 0,0 1,0-1,0 1,0-1,1 1,-1 0,0-1,0 1,0 0,-1 1,-1-1,0 0,0 0,0 1,0 0,0-1,0 2,0-1,0 0,1 1,-1 0,1-1,-1 2,1-1,-1 0,1 1,0-1,0 1,0 0,1 0,-1 0,1 0,-1 1,1-1,0 1,0-1,1 1,-1 0,1-1,0 1,0 0,0 0,0 0,0 2,4-1,0-1,0 1,0-1,0 0,1 0,0 0,0 0,0-1,0 0,0 0,1 0,-1 0,1-1,0 1,0-1,0 0,0-1,0 1,0-1,0 0,1 0,3-1,85 15,-92-13,1 0,-1 1,-1-1,1 0,0 1,0 0,-1-1,0 1,1 0,-1 0,0-1,0 1,-1 0,1 0,0 0,-1 0,0 0,0 0,0 0,0 0,0 0,-1 0,1 0,-1 0,1 8,7 289,-7-296,0-1,0 1,-1 0,1-1,-1 1,0-1,0 1,0-1,-1 1,1-1,-1 0,0 1,0-1,0 0,0 0,0-1,-1 1,1 0,-1-1,0 1,0-1,0 0,0 0,0 0,0 0,0-1,-1 1,1-1,-1 0,1 0,-1 0,1-1,-1 1,1-1,-1 1,0-1,1-1,-1 1,0 0,-14-3</inkml:trace>
  <inkml:trace contextRef="#ctx0" brushRef="#br0" timeOffset="2317.92">1792 323,'9'-3,"1"0,-1 1,1 0,-1 1,1 0,-1 0,1 1,0 0,-1 1,1 0,-1 1,1 0,-1 0,0 1,2 1,-6-2,0 0,0 0,0 0,0 1,-1 0,1 0,-1 0,0 0,0 1,0 0,0 0,-1 0,1 0,-1 1,0-1,-1 1,1 0,-1-1,1 1,-2 0,1 1,0-1,-1 0,0 0,0 1,-1-1,0 3,-2 4,0-1,-2 1,1 0,-2-1,1 0,-2 0,1 0,-2-1,1 0,-1 0,-1 0,1-1,-2 0,1-1,-1 0,-2 1,-23 27,-4 20,37-54,0-1,1 1,-1 0,1-1,0 1,-1 0,1-1,0 1,0 0,0 0,0-1,0 1,1 0,-1 0,1-1,-1 1,1 0,-1-1,1 1,0-1,0 1,0-1,0 1,0-1,0 1,0-1,0 0,0 0,1 0,-1 1,1-1,-1 0,1-1,-1 1,1 0,-1 0,1-1,18 8,0-2,1-1,-1 0,1-2,0 0,0-1,0-2,13 0,-9 0,32 1,-12-1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34:44.84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161 391,'10'6,"1"0,0-1,0 0,0-1,0-1,1 1,-1-2,1 0,0 0,0-1,0 0,-1-1,1 0,0-1,0-1,0 0,0 0,-1-1,0-1,2 0,-3 1,-1 0,0-1,0 0,-1 0,1-1,-1 0,0-1,0 0,0 0,-1 0,0-1,-1 0,1-1,-1 1,-1-1,1 0,-1-1,-1 1,1-1,-2 0,1 0,-1 0,-1-1,2-6,-3 14,0 0,-1-1,1 1,-1-1,1 1,-1-1,0 0,0 1,0-1,0 1,0-1,0 1,-1-1,0 1,1-1,-1 1,0-1,0 1,0 0,0 0,-1-1,1 1,-1 0,1 0,-1 0,0 0,0 1,0-1,0 0,0 1,0-1,0 1,0 0,-1 0,1 0,0 0,-1 0,1 0,-1 1,1-1,-1 1,1-1,-1 1,1 0,-1 0,0 0,1 1,-1-1,1 1,-1-1,-1 2,-5 6,0 2,1-1,0 1,1 0,0 1,1 0,0 0,0 0,1 1,1-1,0 1,1 0,0 1,0-1,2 1,-1-1,2 2,-13 87,5 0,4 63,5-95,-3 0,-2 0,-4-1,-2 1,-4-2,-18 54,26-105,0 0,-1-1,0 0,-1 0,-1-1,0 0,-1 0,-10 10,-3-4</inkml:trace>
  <inkml:trace contextRef="#ctx0" brushRef="#br0" timeOffset="993.154">0 711,'205'-2,"133"5,-258 7,-79-9,0 1,0-1,0 0,-1 0,1 1,-1-1,1 0,-1 1,1-1,-1 0,0 1,0-1,0 1,0-1,0 1,0-1,0 0,0 1,0-1,-1 1,1-1,0 0,-1 1,1-1,-1 0,0 1,1-1,-1 0,0 0,0 0,0 0,0 0,0 0,0 0,0 0,0 0,0 0,-2 0,-1 5,-37 63,41-67,-1 0,0 0,1 0,-1 0,1 0,0 0,0 1,0-1,0 0,0 0,0 0,0 0,1 0,-1 0,1 0,0 0,0 0,-1 0,1 0,0 0,1 0,-1 0,0-1,0 1,1 0,-1-1,1 1,-1-1,1 0,0 1,0-1,0 0,-1 0,1 0,2 0,0 1,0 1,0-2,1 1,-1 0,1-1,-1 0,1 0,0 0,-1-1,1 0,0 0,-1 0,1 0,0-1,-1 1,1-1,0 0,-1-1,1 1,-1-1,0 0,1 0,-1 0,0-1,0 0,-1 1,1-1,0 0,-1-1,0 1,0-1,0 1,0-1,0 0,-1 0,0 0,0-1,0 1,0 0,-1-1,1-3,0 0,-1 1,0-1,0 0,-1 0,0 0,0 0,-1 0,0 0,-1 0,1 0,-2 1,1-1,-1 1,0-1,0 1,-1 0,0 0,-1 1,1-1,-1 1,0 0,-1 0,1 0,-1 1,-1 0,1 0,-1 1,1-1,-1 2,0-1,-3 0,-1 0,1 0,-1 1,0 0,0 1,-1 0,1 1,0 0,0 1,-1 0,1 1,-7 1,18-2,1 1,-1-1,0 0,0 0,1 0,-1 1,0-1,0 0,0 0,0 1,1-1,-1 0,0 0,0 1,0-1,0 0,0 0,0 1,0-1,0 0,0 1,0-1,0 0,0 1,0-1,0 0,0 0,0 1,0-1,0 0,0 1,0-1,0 0,0 0,-1 1,1-1,0 0,0 0,0 1,0-1,-1 0,1 0,0 0,0 1,-1-1,1 0,0 0,0 0,-1 0,1 0,0 0,0 1,-1-1,1 0,0 0,-1 0,1 0,0 0,-1 0,1 0,0 0,0 0,-1 0,1 0,0 0,-1-1,1 1,0 0,23 9,1-7,0 0,1-1,-1-2,0-1,0 0,0-2,-1-1,1 0,-1-2,0-1,6-4,-10 3,0 0,0-2,-1 0,-1-1,0-1,0 0,-2-2,1 0,-2 0,0-1,-1-1,-1 0,0-1,-1-1,-2 1,1-1,-2-1,-1 0,0 0,-2-1,0 1,-1-1,-1 0,-1 0,-1-1,-1 1,-1-10,-21-47,22 76,-1 0,0 1,0-1,0 0,0 1,-1-1,1 1,0-1,-1 1,1-1,-1 1,1 0,-1 0,0 0,1 0,-1 0,0 0,0 0,0 0,0 1,1-1,-1 1,0-1,0 1,0 0,0 0,0 0,0 0,0 0,0 0,0 1,0-1,0 1,0-1,0 1,0 0,0 0,0 0,-8 7,1 0,0 1,0 0,1 0,0 1,1 0,0 0,1 1,0-1,0 2,1-1,1 1,0-1,0 1,0 4,-5 11,1 0,1 1,1 0,2 0,1 0,0 0,3 0,0 1,2-1,1 0,1 0,1 0,2 0,0-1,2 0,1-1,2 0,1 1,-11-22,0 0,0 0,0-1,1 1,0-1,0 1,0-1,1 0,-1 0,1-1,0 1,0-1,0 0,1 0,-1 0,1 0,0-1,-1 0,1 0,0 0,0-1,0 1,1-1,-1 0,0-1,0 1,1-1,-1 0,0 0,0-1,1 0,-1 0,0 0,0 0,0-1,0 0,4-2,47-39,-56 42,1 1,-1 0,1-1,-1 1,0 0,1-1,-1 1,1 0,-1-1,1 1,-1 0,1 0,-1 0,1 0,-1 0,1-1,-1 1,1 0,0 0,-1 0,1 0,-1 0,1 1,-1-1,1 0,-1 0,1 0,-1 0,1 1,-1-1,1 0,-1 0,1 1,-1-1,0 0,1 1,-1-1,1 0,-1 1,0-1,1 1,-1-1,0 1,0-1,1 1,-1-1,0 1,0-1,0 1,1-1,-1 1,0 0,4 36,-4-24,0-8,1 0,-1 0,0 0,1 0,0 0,0 0,1-1,-1 1,1 0,0-1,0 1,1-1,0 0,-1 0,1 0,0 0,1 0,-1 0,1-1,-1 0,1 0,0 0,1 0,-1 0,0-1,1 0,-1 0,1 0,0-1,-1 1,1-1,0 0,0 0,0-1,0 0,0 1,0-2,0 1,1-1,-1-2,0 0,-1 0,1-1,-1 0,0 0,0 0,0-1,0 1,-1-1,0 0,0 0,0 0,0 0,-1-1,0 1,0-1,-1 1,1-1,-1 0,-1 1,1-1,-1 0,0 0,0 0,0 1,-1-1,0 0,0 0,0 1,-1-1,-1-2,1 4,0 1,0-1,0 1,-1 0,1 0,-1 0,0 0,0 0,0 1,0-1,0 1,-1 0,1 0,-1 0,1 0,-1 1,0-1,0 1,1 0,-1 0,0 0,0 1,0-1,0 1,0 0,-1 0,-1 0,-1 0,1 1,0-1,0 1,-1 1,1-1,0 1,0 0,0 0,1 1,-1-1,0 1,1 1,0-1,0 1,-2 1,5-3,0 0,0 0,0 0,1 1,-1-1,1 0,-1 1,1-1,0 1,0-1,0 1,0-1,1 1,-1 0,1-1,-1 1,1 0,0 0,0 0,0-1,0 1,1 0,-1-1,1 1,0 0,0-1,0 1,0 0,0-1,0 0,1 1,-1-1,1 0,0 1,-1-1,1 0,0 0,0-1,0 1,1 0,1 1,24 17</inkml:trace>
  <inkml:trace contextRef="#ctx0" brushRef="#br0" timeOffset="1470.851">1699 604,'-17'-8,"-1"0,0 0,-1 2,0 0,0 2,-18-3,36 6,0 1,-1-1,1 1,-1-1,1 1,0 0,-1-1,1 1,-1 0,1 0,-1 0,1 0,-1 0,1 1,0-1,-1 0,1 1,-1-1,1 1,0-1,-1 1,1 0,0 0,0-1,-1 1,1 0,0 0,0 0,0 0,0 0,0 0,0 1,1-1,-1 0,0 0,0 1,1-1,-1 0,1 1,0-1,-1 1,1-1,0 1,0-1,-1 1,1-1,0 0,1 1,-1-1,0 1,0-1,1 1,5 9,0 0,1-1,0 0,1 0,0-1,0 0,1 0,0-1,1 0,4 2,13 13,-18-15,8 5,-2 0,0 1,0 1,-2 0,0 1,0 1,-2 0,0 0,6 14,-16-29,-1 0,1 0,-1 0,1-1,-1 1,0 0,0 0,0 0,0 0,0 0,0 0,0 0,-1 0,1 0,-1 0,1-1,-1 1,0 0,0 0,0-1,0 1,0 0,0-1,0 1,-1-1,1 1,0-1,-1 0,1 0,-1 1,1-1,-1 0,0 0,0-1,1 1,-1 0,0 0,0-1,-1 1,-3 1,-1 0,1-1,-1 0,0 0,0 0,0-1,0 0,1 0,-1-1,-5 0,11 1,0-1,-1 1,1 0,0-1,0 1,0 0,0-1,0 1,0-1,0 0,0 1,0-1,0 0,0 0,0 1,1-1,-1 0,0 0,0 0,1 0,-1 0,1 0,-1 0,1 0,-1 0,1-1,0 1,0 0,-1 0,1 0,0 0,0 0,0-1,0 1,0 0,0 0,1 0,-1 0,0-1,1 1,-1 0,0 0,1 0,-1 0,1 0,0 0,0-1,34-49,-18 33,0 0,1 2,1 0,1 1,0 1,1 1,1 1,19-8,-40 18,1 1,-1-1,1 1,0 0,0-1,0 1,0 0,0 0,0 1,0-1,0 0,0 1,0-1,0 1,0 0,1 0,-1-1,0 1,0 1,0-1,0 0,1 0,-1 1,0 0,0-1,0 1,0 0,0 0,0 0,0 0,0 0,-1 0,1 1,0-1,-1 1,1-1,-1 1,1-1,-1 1,0 0,0 0,1 0,-1 0,0 1,14 95,-15-85,1 1,1-1,0 0,0 1,1-1,1 0,0-1,1 1,1-1,0 1,6 8,28 11,-22-27</inkml:trace>
  <inkml:trace contextRef="#ctx0" brushRef="#br0" timeOffset="1921.207">1859 511,'24'-1,"1"0,0 1,0 2,0 0,-1 2,0 0,1 2,6 3,-22-7,0-1,-1 1,1 1,-1 0,0 0,0 0,0 1,-1 0,1 1,-1 0,0 0,0 0,0 1,-1 0,0 0,0 1,-1 0,0 0,0 0,0 1,-1-1,0 1,-1 0,3 6,-4 2,-1 0,0 1,-1-1,-1 0,0 0,-1 1,-2 1,-3 81,7-96,0 1,1-1,0 1,-1-1,1 1,0-1,1 0,-1 0,1 0,-1 1,1-1,0-1,0 1,0 0,0 0,1-1,-1 1,1-1,0 0,-1 0,1 0,0 0,0 0,1-1,-1 1,0-1,0 0,1 0,-1 0,0 0,3-1,3 2,0-1,1 0,-1-1,1 0,-1-1,1 0,-1 0,0-1,1 0,-1-1,2-1,-4 1,0 0,-1-1,1 0,-1 0,0-1,0 1,0-1,-1-1,0 1,0-1,0 0,-1 0,1 0,-1 0,-1-1,0 0,0 0,0 0,0 0,-1 0,0 0,-1-1,0 1,0-1,-1 1,1-1,-2 1,1-4,-1 12,1 0,0 0,-1 0,1 0,-1 0,1-1,-1 1,1 0,-1 0,1-1,-1 1,0 0,0-1,1 1,-1 0,0-1,0 1,0-1,1 0,-1 1,0-1,0 0,0 1,0-1,0 0,0 0,0 0,0 0,0 0,0 0,1 0,-1 0,0 0,0 0,0-1,0 1,0 0,0 0,0-1,0 1,1-1,-1 1,0-1,0 1,1-1,-1 0,0 1,0-1,1 0,-1 1,1-1,-1 0,1 0,-1 0,1 1,0-1,-1 0,1 0,0 0,-1 0,1 0,0 0,0 0,0 0,0 0,0 0,0 0,0 0,0 1,1-2,-3 6,0 1,0-1,1 1,0 0,0 0,0-1,0 1,1 0,0 0,0 0,0-1,1 1,-1 0,1 0,0 0,1-1,-1 1,1-1,0 1,0-1,0 0,0 1,1-1,0 0,0-1,3 4,2 2,1 0,1-1,-1 0,1 0,0-1,1-1,0 0,0 0,11 4,24 6</inkml:trace>
  <inkml:trace contextRef="#ctx0" brushRef="#br0" timeOffset="2337.925">2996 845,'-8'-3,"1"1,-1 0,0 1,0 0,0 0,1 0,-1 1,0 0,0 1,0 0,0 0,1 1,-1 0,0 0,1 0,0 1,-1 1,1-1,0 1,1 0,-1 0,1 1,0 0,0 0,0 1,1 0,0 0,0 0,0 0,1 1,-3 3,7-7,-1-1,0 1,0-1,1 1,-1-1,1 1,0 0,0-1,0 1,0-1,0 1,1 0,-1-1,1 1,-1-1,1 1,0-1,0 1,0-1,1 0,-1 0,0 1,1-1,0 0,-1 0,1 0,0-1,0 1,0 0,0-1,0 1,0-1,1 1,-1-1,0 0,1 0,-1 0,1-1,-1 1,1-1,-1 1,1-1,0 0,-1 0,1 0,1 0,2 0,1 0,0 0,0-1,-1 0,1 0,0-1,-1 0,1 0,-1-1,0 1,0-1,0-1,0 1,0-1,-1 0,1 0,-1-1,0 1,-1-1,1 0,-1-1,0 1,0-1,-1 0,9-14,-1 0,-1-1,-1-1,-1 0,-1 0,2-12,11-64,-3-1,-5-1,-2-82,-11 99,1 84,0-1,0 0,0 1,-1-1,1 0,0 0,0 1,-1-1,1 0,0 0,-1 1,1-1,0 0,-1 0,1 0,0 0,-1 1,1-1,-1 0,1 0,0 0,-1 0,1 0,0 0,-1 0,1 0,-1 0,1 0,0 0,-1 0,1 0,-1-1,1 1,0 0,-1 0,1 0,0 0,-1-1,1 1,0 0,0 0,-1-1,1 1,0 0,-1 0,1-1,0 1,0 0,0-1,-1 1,1-1,0 1,0 0,0-1,0 1,0 0,0-1,0 1,0-1,0 1,-10 20,2 0,0 0,1 1,2 0,0 0,1 1,1-1,0 17,-1 25,3-1,3 1,2-1,3 0,3 0,2-1,20 58,-17-70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34:41.49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240 825,'-15'-2,"0"1,-1 0,1 2,-1-1,1 2,-1 0,1 0,-5 3,15-4,0 1,-1-1,1 1,0 0,0 1,0-1,1 1,-1 0,0 0,1 1,0-1,0 1,0 0,0 0,1 0,0 1,-1-1,1 1,1 0,-1 0,1 0,0 0,0 0,-1 4,3-7,0 1,1-1,-1 0,0 1,1-1,-1 0,1 0,0 1,-1-1,1 0,0 0,0 0,1 0,-1 0,0 0,1 0,-1 0,1 0,0-1,0 1,-1-1,1 1,0-1,0 0,0 0,0 1,1-2,-1 1,0 0,0 0,1-1,-1 1,0-1,1 0,-1 1,0-1,1 0,-1 0,0-1,1 1,-1-1,0 1,1-1,-1 1,0-1,0 0,1 0,-1 0,0-1,0 1,1-2,7-2,0 0,-1-1,1 0,-1-1,-1 0,1 0,-1-1,-1 0,0-1,0 1,0-1,-1-1,0 1,-1-1,0 0,-1 0,0-1,2-8,3-13,-1-1,-2 0,-1-1,-2 1,0-22,-2 11,-2-1,-1 1,-3 1,-2-6,-12 5,18 45,0-1,0 1,0-1,0 1,0 0,0-1,0 1,0 0,1 0,-1-1,0 1,0 0,1 0,-1 0,0 0,1 0,-1 0,1 0,0 0,-1 0,1 0,0 0,-1 0,1 1,0-1,0 0,0 0,0 0,0 0,0 0,-5 36,1 1,2 0,1 0,2 1,-1-23,0 24,1 1,2 0,2 0,2-1,1 0,2-1,15 37,-24-72,0 0,0 0,1 0,0 0,0 0,0-1,0 1,0-1,1 1,-1-1,1 0,0 0,0 0,0 0,1-1,-1 1,1-1,-1 0,1 0,0 0,0 0,-1-1,1 1,1-1,-1 0,0 0,0-1,0 1,0-1,1 0,-1 0,0 0,0-1,0 0,0 0,0 0,3-1,5-5,-1 0,-1-1,1-1,-1 0,-1 0,0-1,0 0,-1-1,0 0,0 0,-2 0,1-1,-2 0,1-1,-2 1,1-1,-2 0,1-4,-3 12,1 2,-1-1,0 0,0 1,0-1,0 0,-1 1,0-1,1 0,-1 0,-1 1,1-1,-1 0,1 0,-1 1,0-1,-1-2,0 6,1 0,-1 0,1 0,-1 1,1-1,-1 0,1 1,-1-1,1 1,-1 0,1-1,0 1,-1 0,1 0,0 0,-1 0,1 0,0 0,0 0,0 0,0 1,0-1,0 0,1 1,-1-1,0 0,1 1,-1-1,0 2,-2 4,-1 0,1 0,1 0,-1 0,1 0,1 0,-1 1,1-1,0 1,1-1,0 1,0 0,0-1,1 1,1-1,-1 0,1 1,0-1,1 0,-1 0,1 0,1 0,0-1,0 1,0-1,0 0,1 0,0 0,0-1,1 0,0 0,-1 0,2-1,-1 1,0-2,1 1,0-1,4 2,21 5</inkml:trace>
  <inkml:trace contextRef="#ctx0" brushRef="#br0" timeOffset="307.82">521 437,'0'0</inkml:trace>
  <inkml:trace contextRef="#ctx0" brushRef="#br0" timeOffset="998.69">1083 665,'-22'-4,"-1"1,1 1,-1 2,0 0,0 1,1 1,-1 1,-9 3,30-6,0 1,0-1,1 0,-1 0,0 1,0-1,1 1,-1-1,0 1,1 0,-1-1,1 1,-1 0,1 0,-1 0,1 0,-1 1,1-1,0 0,0 1,0-1,0 0,0 1,0-1,0 1,0 0,1-1,-1 1,0 0,1-1,0 1,-1 0,1 0,0-1,0 1,0 0,0 0,0 0,0-1,0 1,1 0,-1-1,1 1,-1 0,1 0,0-1,0 1,0-1,-1 1,1-1,1 1,9 8,0 0,1-1,0 0,1-1,0 0,0-1,11 4,15 10,-33-18,7 3,-1 1,0 0,0 1,0 0,-1 0,-1 1,1 1,-2 0,1 0,0 4,-9-13,0 0,0 1,0-1,0 1,-1-1,1 1,-1-1,1 1,-1-1,1 1,-1 0,0-1,0 1,0 0,0-1,0 1,0 0,0-1,-1 1,1-1,-1 1,1 0,-1-1,1 1,-1-1,0 1,0-1,0 0,0 1,0-1,0 0,0 0,0 1,0-1,-1 0,1 0,0 0,-1-1,1 1,-1 0,1 0,-1-1,1 1,-1-1,0 1,0-1,-80 14,80-13,-1-1,1 1,0-1,-1 0,1 1,0-1,-1 0,1 0,0-1,-1 1,1 0,0-1,-1 1,1-1,0 0,0 0,-1 0,1 0,0 0,0-1,0 1,1 0,-1-1,0 1,0-1,1 0,-1 0,1 0,-1 0,1 0,0 0,0 0,0 0,0 0,0 0,0-1,1 1,-1 0,1 0,0-1,-1 1,1-1,0 0,4-9,0 0,0 1,1-1,1 1,0 0,0 1,1 0,0 0,1 0,7-6,0-3,25-32,1 5,-3-2,-2-1,-2-1,-2-3,-2 0,-3-2,-2 0,14-51,-35 94,-1 0,0 0,-1 0,0 0,-1 0,0-1,-1 1,-1 0,1-1,-2 1,0 0,0 0,-2 0,1 0,-3-4,5 15,0 0,-1-1,1 1,-1 0,1 0,-1 0,1 0,-1 0,0 0,1 0,-1 1,0-1,0 1,0-1,1 1,-1 0,0-1,0 1,0 0,0 0,0 0,0 1,1-1,-1 0,0 1,0-1,0 1,1 0,-1-1,0 1,1 0,-1 0,0 0,1 0,-1 0,1 1,0-1,-1 0,1 1,0-1,0 1,0-1,0 1,0-1,0 1,0 0,1 0,-1-1,1 1,-1 0,1 0,-1 1,-6 16,0 0,0 0,2 1,1 0,0 0,2 1,0-1,1 1,1-1,3 21,5 20,2 0,4 0,1-1,4-1,19 42,25 80,-32-82,-30-98,0 0,1 0,-1 0,1 0,0 0,-1 0,1-1,0 1,-1 0,1-1,0 1,0-1,-1 0,1 0,0 0,0 1,0-2,-1 1,1 0,0 0,0-1,0 1,-1 0,1-1,0 0,-1 1,1-1,0 0,-1 0,1 0,-1 0,1 0,-1-1,0 1,0 0,1-1,-1 1,0 0,0-1,0 1,0-1,-1 0,1 1,0-2,0 2,16-19,-1 0,-1-2,-1 1,-1-2,0 0,31-51,-38 72,-11 21,4-14,-2 3,0-1,0 0,1 1,0-1,0 1,1 0,0 0,0-1,1 1,0 0,1 0,-1 0,1-1,1 1,0 0,0-1,0 1,1-1,0 0,0 0,1 0,0 0,0 0,1-1,0 0,0 0,0 0,5 3,28 8,0-5</inkml:trace>
  <inkml:trace contextRef="#ctx0" brushRef="#br0" timeOffset="1233.406">1765 611,'-13'-7,"-8"-1,-2-3,1-1,4 1</inkml:trace>
  <inkml:trace contextRef="#ctx0" brushRef="#br0" timeOffset="1573.733">1203 371,'128'-10,"0"7,0 4,48 11,-150-11,0 1,0 1,0 1,0 2,-1 0,0 2,-1 1,1 0,-2 2,1 1,1 3,-20-11,0 0,0 0,0 1,-1 0,0 0,0 0,0 0,-1 1,0 0,0-1,0 1,0 0,-1 0,0 1,-1-1,1 0,-1 1,-1 0,-8 117,5-111,0-1,1 0,1 1,0 0,1-1,0 1,0 0,2-1,-1 1,2-1,0 1,0-1,1 0,1 0,-3-7,1-1,0 0,0 0,1 0,-1-1,1 1,0-1,0 1,0-1,0-1,0 1,1-1,-1 1,1-1,0 0,-1-1,1 1,0-1,0 0,0 0,0-1,0 1,0-1,0 0,0-1,0 1,0-1,0 0,0 0,0-1,0 1,0-1,-1 0,1 0,-1-1,1 1,-1-1,0 0,0 0,2-3,8-8,0 0,-1-1,-1-1,-1 0,0-1,-1 0,-1-1,0 0,-2 0,3-8,-5 17,-10 27,1-3,3-7,-1 0,1 0,1 0,0 1,0-1,0 0,1 0,0 0,1 0,-1 0,2 0,-1 0,1 0,0-1,1 1,0-1,0 0,0 0,1 0,0-1,1 0,-1 0,5 4,23 18</inkml:trace>
  <inkml:trace contextRef="#ctx0" brushRef="#br0" timeOffset="2232.832">2888 665,'-6'-1,"0"1,1 0,-1 0,0 0,0 1,1 0,-1 0,1 0,-1 1,1 0,-1 0,1 0,0 1,0-1,0 1,0 1,0-1,1 1,0 0,-1 0,1 0,1 0,-1 1,1-1,-1 1,1 0,1 0,-1 0,1 0,0 1,0-1,0 1,1-1,0 1,0 0,0-1,1 6,1-4,0 0,1 0,0 0,1 0,-1 0,1-1,0 1,1-1,0 0,0 0,0 0,1 0,0-1,0 0,0 0,0 0,1 0,0-1,0 0,0 0,1-1,-1 0,1 0,0 0,-1-1,1 0,1 0,-1-1,0 0,0 0,0 0,1-1,-1 0,0-1,0 0,0 0,1 0,1-2,2-1,0-1,-1-1,0 0,0 0,-1-1,0 0,0 0,0-1,-1 0,0-1,-1 0,0 0,0-1,3-5,4-10,-1 0,-2 0,0-1,-1-1,2-14,4-31,-4 1,-3-2,-3 0,-3 1,-4-26,0 76,2 7,-1-1,0 1,-2 0,1 0,-2 0,0 0,-1 0,-4-10,7 24,1 0,0 0,0 0,-1 0,1 0,-1 0,1 1,0-1,-1 0,0 0,1 0,-1 0,0 1,1-1,-1 0,0 1,0-1,1 1,-1-1,0 0,0 1,0 0,0-1,0 1,0 0,0-1,0 1,0 0,0 0,0 0,0 0,0 0,0 0,0 0,0 0,0 0,0 0,0 1,0-1,0 0,0 1,1-1,-1 1,0-1,0 1,0-1,0 1,1 0,-1-1,0 1,0 0,1-1,-1 1,0 0,-32 50,24-28,0 0,2 1,1 0,0 0,2 1,1-1,0 1,2 0,1 0,1 0,2-1,1 9,3 4,1 0,1-1,3 0,1 0,1-1,2-1,17 26,-27-47,0 0,2-1,-1 0,2-1,-1 0,2 0,-1 0,2-1,-1-1,1 0,0 0,1-1,0-1,1 0,-1 0,11 2,-17-8,0 0,0-1,0 0,0-1,0 1,0-1,0 0,0 0,0-1,0 0,0 0,0 0,-1-1,0 0,1 0,-1 0,0-1,0 1,-1-1,1-1,2-2,3-4,0 0,0 0,-1-1,-1-1,0 0,-1 0,0 0,1-5,-7 15,2-2,-1 0,0 0,0 0,-1 0,1 0,-1 0,0 0,0 0,-1-1,0 1,0 0,0-5,-1 10,0-1,-1 1,1-1,0 1,0 0,0 0,0-1,0 1,0 0,-1 0,1 0,0 0,0 0,0 1,0-1,-1 0,1 0,0 1,0-1,0 1,0-1,0 1,0-1,0 1,0 0,0-1,0 1,0 0,1 0,-1 0,0 0,0-1,1 1,-1 0,1 0,-1 1,1-1,-1 0,1 0,0 0,-6 7,1-1,1 1,0 1,0-1,1 0,0 1,0 0,1 0,0 0,0 0,1 0,1 0,-1 0,1 1,1-1,0 0,0 0,1 0,0 0,0 0,1-1,0 1,1 0,0-1,0 0,1 0,0-1,0 1,1-1,0 0,1 1,3 0,1 0,0-1,0-1,0 1,1-2,0 0,0 0,0-1,1 0,4 0,24 4</inkml:trace>
  <inkml:trace contextRef="#ctx0" brushRef="#br0" timeOffset="2506.926">2981 411,'-14'-4,"3"-5,14 0,26 2,29-1,31 1,22 2,11 2,-1 1,-22 1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34:55.30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1,'25'0,"24"0,25 0,21 0,16 0,10 0,-17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34:55.76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121 54,'-2'23,"-2"21,-1 14,0 11,0 6,2-4,1-7,0-10,2-14</inkml:trace>
  <inkml:trace contextRef="#ctx0" brushRef="#br0" timeOffset="484.198">1 1,'27'0,"0"2,0 2,0 0,0 2,-1 0,0 2,0 1,-1 1,14 8,27 36,-64-52,-1 1,1-1,-1 0,0 1,0-1,0 1,0-1,0 1,0 0,-1-1,1 1,-1 0,0 0,0-1,0 1,0 0,0 0,0-1,-1 1,0 0,1-1,-1 1,0 0,0-1,0 1,-1-1,1 0,-1 1,0 0,-5 5,-1 0,0-1,0 0,-1-1,1 0,-1 0,-1 0,1-2,-1 1,0-1,0 0,0-1,-1 0,1-1,-5 0,8-3,26-7,-4 5,0 0,0 0,0 2,0 0,1 0,-1 2,0 0,0 0,5 3,-13-3,0 1,0 0,0 0,-1 1,1 0,-1 0,0 0,0 1,0 0,0 0,0 1,-1-1,0 1,0 1,0-1,-1 0,0 1,0 0,0 0,-1 1,1-1,-2 1,0 0,0 0,-1 0,0 0,0 0,-1 0,0 0,0 0,0 0,-1 0,0 0,-1 0,1 0,-1 0,0-1,-1 1,0-1,0 1,0-1,-1 0,0 0,0 0,-1-1,1 0,-1 1,0-2,-1 1,1-1,-1 1,0-1,0-1,0 1,0-1,-1 0,-1 0,0 1,0 0,0-1,0 0,0 0,-1-1,1 0,-1 0,0-1,1 0,-1-1,0 0,0 0,1-1,-1 0,0 0,1-1,-1 0,1-1,0 1,-1-2,-5-3,3-3,5 1</inkml:trace>
  <inkml:trace contextRef="#ctx0" brushRef="#br0" timeOffset="767.334">1003 161,'-11'-9,"-1"0,-1 0,0 1,0 1,0 0,-1 1,0 0,0 1,-1 1,0 0,1 1,-1 1,7 0,0 2,0-1,0 1,1 0,-1 1,0-1,0 2,1-1,-1 1,1 0,-1 1,1 0,0 0,0 0,0 1,0 0,1 0,-1 1,1 0,0 0,1 0,-1 1,-2 4,2-2,2 0,-1 1,1-1,1 1,-1 0,1 0,1 0,0 0,0 0,1 1,0-1,0 0,1 1,1-1,-1 1,1-1,1 0,0 1,0-1,1 0,0 0,1-1,0 1,0-1,1 1,0-1,0-1,1 1,0-1,0 0,1 0,0-1,0 0,0 0,1 0,0-1,0 0,0-1,6 2,2 1,0-2,0 0,0-1,1 0,0-2,-1 0,1 0,0-2,0 0,0-1,0-1,0 0,-1-2,1 1,-1-2,0 0,2-2,30-15</inkml:trace>
  <inkml:trace contextRef="#ctx0" brushRef="#br0" timeOffset="966.9">1377 80,'-9'16,"-3"13,0 7,3 7,3 5,1 4,3 2,1-4,1-5,3-9,3-10,0-10</inkml:trace>
  <inkml:trace contextRef="#ctx0" brushRef="#br0" timeOffset="1217.048">1377 67,'9'9,"13"10,8 9,9 8,9 5,3 5,0 1,-4-1,-8-3,-11-4,-14-5,-22-6,-26-2,-34-2,-41 2,-2-4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34:53.47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134 64,'56'0,"26"1,0-4,68-11,-129 10,-41 6,15 0,-1 1,1 0,0 1,-1 0,2-1,-1 1,0 1,1-1,0 1,0 0,0 0,0 0,1 0,0 0,0 1,1 0,-1-1,0 5,-21 113,19 67,6-124,-3 1,-8 50,-6-64,8-40</inkml:trace>
  <inkml:trace contextRef="#ctx0" brushRef="#br0" timeOffset="526.873">0 398,'228'-56,"-197"47,26-8,0-2,-2-2,0-3,18-13,-64 32,1-1,-1-1,-1 0,1 0,-1 0,0-1,-1-1,4-5,-9 12,0-1,0 1,-1-1,1 1,-1-1,0 0,0 1,0-1,0 0,0 0,-1 0,1 0,-1 0,0 0,1 0,-2 0,1 0,0 0,0 0,-1 0,0 1,0-1,0 0,0 0,0 0,0 1,-1-1,1 0,-1 1,0 0,1-1,-1 1,-2-2,4 4,0 0,0-1,0 1,-1-1,1 1,0 0,0-1,0 1,-1 0,1-1,0 1,-1 0,1-1,0 1,-1 0,1 0,0-1,-1 1,1 0,0 0,-1 0,1 0,-1-1,1 1,0 0,-1 0,1 0,-1 0,1 0,-1 0,1 0,0 0,-1 0,1 0,-1 0,1 0,0 1,-1-1,1 0,-1 0,1 0,0 0,-1 1,1-1,0 0,-1 0,1 1,0-1,-1 0,1 1,0-1,0 0,-1 1,1-1,0 0,0 1,0-1,0 1,-1-1,1 0,0 1,0-1,0 1,0-1,0 1,0-1,0 0,-1 33,32 289,-23-196,-8-125,0 0,1 0,-1 0,0 0,1 0,-1 0,0 0,1 0,0 0,-1 0,1 0,0 0,-1 0,1 0,0 0,0-1,0 1,-1 0,1 0,0-1,0 1,0-1,0 1,0-1,0 1,0-1,1 0,-1 0,0 1,0-1,0 0,0 0,0 0,0 0,0 0,1 0,-1-1,0 1,0 0,0 0,0-1,42-27,-21 6,-2-2,-1 0,0-2,-2 0,-1-1,-1 0,9-25,-19 43,-7 18,2-6,-10 36,3 0,1 1,2-1,1 1,2 0,2 0,2 0,2 2,5 0</inkml:trace>
  <inkml:trace contextRef="#ctx0" brushRef="#br0" timeOffset="811.22">1110 425,'27'-395,"-27"371,-3 18,-2 18,-3 24,1-1,2 1,1 1,2-1,1 0,2 1,2 2,-1-16,0 0,2 0,1 0,1 0,0-1,2 1,7 13,7 6</inkml:trace>
  <inkml:trace contextRef="#ctx0" brushRef="#br0" timeOffset="1210.482">1671 144,'-18'-10,"0"1,-1 1,0 0,-1 2,0 0,1 1,-2 1,-14-2,31 6,-1 0,0 0,0 0,1 0,-1 0,0 1,1 0,-1 0,0 0,1 1,0 0,-1 0,1 0,0 0,0 0,0 1,0 0,0 0,1 0,-1 0,1 0,0 1,0 0,0 0,1-1,-1 1,1 1,0-1,0 0,0 1,1-1,-1 1,1-1,0 1,1-1,-1 1,1 0,0 0,0-1,0 1,0 0,1-1,1 5,-1-6,0 0,0 1,0-1,1 0,-1 0,1 0,0 0,0-1,0 1,0 0,1-1,-1 0,0 1,1-1,0 0,0 0,-1 0,1-1,0 1,0-1,1 1,-1-1,0 0,0 0,1-1,-1 1,0-1,1 1,1-1,6 0,-1 0,1 0,-1-1,1-1,-1 0,1 0,-1-1,10-4,84-52,-104 58,0 0,1 0,-1 0,1 0,-1 1,1-1,0 0,-1 1,1-1,0 0,-1 1,1-1,0 1,0-1,0 1,-1-1,1 1,0-1,0 1,0 0,0 0,0-1,0 1,0 0,0 0,0 0,-1 0,1 0,0 0,0 0,0 1,0-1,0 0,0 0,0 1,0-1,0 1,-1-1,1 1,0-1,0 1,-1-1,1 1,0-1,0 1,-1 0,1 0,-1-1,1 1,-1 0,1 0,-1 0,1 0,-1-1,0 1,1 0,-1 0,0 0,0 0,0 0,4 30,-3 1,0-1,-2 0,-3 21,2-24,-24 204,23-216</inkml:trace>
  <inkml:trace contextRef="#ctx0" brushRef="#br0" timeOffset="1527.06">1859 117,'21'-4,"1"1,-1 2,1 0,0 1,-1 0,1 2,-1 1,1 1,7 3,-25-6,1 0,-1 1,0-1,0 1,0 0,0 0,0 1,-1-1,1 1,-1-1,1 1,-1 1,0-1,0 0,0 1,-1-1,1 1,-1 0,0 0,0 0,0 0,-1 0,1 0,-1 1,0-1,0 0,-1 1,1-1,-1 1,0-1,0 0,-1 4,-2 6,-2-1,1 0,-1 0,-1 0,-1-1,0 0,0 0,-1-1,0 0,-1 0,0-1,-1 0,-2 1,-68 92,80-102,-1 0,0 0,0 0,1 0,-1 1,1-1,-1 0,1 0,0 0,-1 1,1-1,0 0,0 0,0 1,0-1,0 0,0 0,0 1,0-1,0 0,1 0,-1 0,1 1,-1-1,0 0,1 0,0 0,-1 0,1 0,0 0,0 0,-1 0,1 0,0 0,0 0,0 0,0-1,0 1,0 0,0-1,1 1,54 10,75-18,-61-2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34:58.48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220 0,'-16'3,"-12"6,-8 13,-3 12,4 17,5 18,7 16,11 13,13 8,16 3,15-4,14-9,14-11,11-16,6-17,-10-17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34:59.37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360 151,'-16'-15,"-1"1,0 0,-1 1,0 1,-1 1,0 1,0 0,-1 2,-1 0,0 1,-8-1,25 7,-1 1,0 0,1-1,-1 1,1 1,-1-1,0 1,1 0,-1 0,1 0,0 0,-1 1,1 0,0 0,0 0,0 0,0 1,0 0,0 0,1 0,0 0,-1 0,1 0,0 1,1 0,-1 0,1-1,-1 2,1-1,0 0,1 0,-1 0,1 1,0-1,0 1,0-1,0 1,1 0,0-1,0 1,0 0,1-1,0 2,0 0,1 0,0 0,0-1,1 1,0-1,0 0,0 0,0 0,1 0,0 0,0-1,0 1,0-1,1 0,0-1,-1 1,2-1,-1 0,0 0,0-1,1 1,0-1,-1 0,1-1,0 1,0-1,0 0,0-1,0 1,0-1,0-1,0 1,0-1,0 0,0 0,-1-1,1 1,0-1,3-2,-1 0,1 0,-1-1,0 0,0 0,0-1,-1 1,0-2,0 1,-1-1,1 0,-1-1,-1 1,0-1,0 0,0-1,-1 1,0-1,-1 0,0 0,0-2,-3 11,0 0,0 0,-1 0,1 0,0 0,-1 0,1 0,0 0,0 0,-1 0,1 0,0 0,0 0,-1 0,1 0,0 0,-1 0,0 9,0 0,1 0,-1 1,2-1,-1 0,1 0,1 0,0 1,0-1,1-1,0 1,0 0,1-1,0 1,0-1,1 0,1-1,-1 1,1-1,0 0,1 0,-1-1,1 0,1 0,-1-1,5 3,-10-7,0 0,1 1,-1-1,1-1,-1 1,1 0,-1-1,1 1,0-1,-1 1,1-1,-1 0,1 0,0-1,-1 1,1 0,0-1,-1 0,1 0,-1 1,1-1,-1-1,0 1,1 0,-1-1,0 1,0-1,0 1,0-1,0 0,0 0,-1 0,1 0,0 0,-1-1,0 1,1 0,-1-1,0 1,0 0,-1-1,1 0,0 1,-1-1,5-20,-1-1,0 0,-2 0,-1 0,-1 0,-2-1,0 1,-1 0,3 22,-1 1,1 0,-1-1,1 1,0 0,-1-1,1 1,0-1,0 1,0 0,0-1,0 1,0-1,0 1,1 0,-1-1,0 1,1 0,-1-1,1 1,0 0,-1 0,1-1,0 1,0 0,-1 0,1 0,0 0,0 0,0 0,1 0,-1 0,0 1,0-1,0 0,1 1,0-1,11 0,-1 2,0 0,1 0,-1 1,0 1,0 0,11 4,0 0,-2-2,-7-2,1 0,-1 2,0-1,0 1,0 1,-1 1,0 0,0 1,-1 0,1 1,-10-5,0 0,0 0,0 1,-1-1,0 1,0 0,0-1,0 1,-1 0,1 0,-1 0,-1 0,1 0,-1 1,0 2,0-3,0-1,1 1,-1-1,1 1,0-1,0 1,0-1,0 1,1-1,0 0,0 0,0 0,0 0,1 0,-1 0,1-1,0 1,0-1,3 3,4-2,1 1,-1-2,1 0,-1 0,1-1,0 0,0 0,0-2,0 1,0-1,0-1,1 0,-2-1,1 0,0 0,7-3,-6 2,1 1,0-1,-1-1,0-1,0 1,0-2,0 0,-1 0,0-1,0 0,-1-1,0-1,0 1,-1-1,0-1,-1 0,0 0,0-1,-1 1,0-2,-1 1,-1-1,0 0,1-5,-5 15,-1-1,1 1,-1-1,0 1,0-1,0 0,0 1,-1-1,1 1,-1-1,1 1,-1-1,0 1,0 0,0-1,0 1,0 0,-1 0,1 0,-1-1,1 1,-1 1,0-1,0 0,0 0,0 1,0-1,0 1,0 0,-1-1,1 1,0 0,-1 1,1-1,-1 0,1 1,-1-1,1 1,-1 0,1-1,-1 1,1 0,-1 1,0-1,1 0,-1 1,1 0,-1 0,-1 0,-1 1,1 0,0 0,1 1,-1-1,0 1,1-1,-1 1,1 1,0-1,0 0,0 1,0-1,1 1,-1 0,1 0,0 0,0 0,0 0,1 0,0 1,0-1,0 1,0-1,0 1,1-1,0 1,0-1,0 1,1-1,-1 1,1-1,0 0,1 1,-1-1,1 0,-1 0,1 1,0-1,1-1,-1 1,1 0,0-1,0 1,0-1,0 0,4 3,8 7,2-1,-1-1,2-1,-1 0,1-1,1 0,0-2,0-1,0 0,1-1,4 0,71 17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35:03.15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263 670,'-9'-3,"1"0,-1 1,1 0,-1 0,0 1,0 0,0 0,1 1,-1 0,0 1,0 0,0 0,1 1,-1 0,0 1,1-1,0 2,0-1,0 1,0 0,0 1,1 0,0 0,0 1,0 0,1 0,0 0,0 1,-1 1,4-3,0 0,1 0,0 0,-1 0,2 0,-1 0,0 0,1 1,0-1,1 1,-1-1,1 1,0-1,0 1,0-1,1 1,0-1,0 0,1 1,-1-1,1 0,0 0,1 0,-1 0,1 0,0 0,0-1,0 1,1-1,0 0,-1 0,2-1,-1 1,0-1,1 1,-1-1,1-1,0 1,0-1,0 0,0 0,4 1,-3-3,-1 1,1-1,-1 0,0-1,1 0,-1 0,0 0,1 0,-1-1,0 0,0 0,0 0,0 0,0-1,-1 0,1 0,-1 0,0-1,0 0,0 1,0-1,-1-1,1 1,-1 0,0-1,0-1,5-7,-1-1,0 0,0 0,-2-1,0 0,-1 0,0 0,1-11,-2-31,-2 0,-3 1,-2-1,-3 1,-2 0,-7-17,12 52,-13-60,17 81,0 1,-1-1,1 0,0 0,0 1,0-1,0 0,-1 1,1-1,0 0,0 0,-1 0,1 1,0-1,0 0,-1 0,1 0,0 0,0 1,-1-1,1 0,0 0,-1 0,1 0,0 0,-1 0,1 0,0 0,-1 0,1 0,0 0,0 0,-1 0,1 0,0 0,-1 0,1 0,0-1,-1 1,1 0,0 0,0 0,-1 0,1-1,0 1,0 0,-1 0,1-1,-5 37,2 0,2 0,1 0,3 24,-3-55,1 35,1-1,1 0,3 0,1 0,1-1,3 0,1-1,2 0,2 3,-14-36,0 1,0-1,0 0,0 0,1 0,-1 0,1 0,0 0,1-1,-1 1,0-1,1 0,0 0,0 0,0-1,0 1,0-1,0 0,1 0,-1 0,1-1,-1 1,1-1,0-1,-1 1,1 0,0-1,0 0,-1 0,1-1,0 1,0-1,-1 0,1 0,2-1,4-6,0-1,-1 0,1 0,-2-1,1-1,-1 1,-1-1,0-1,-1 0,0 0,-1 0,0-1,-1 1,0-2,-1 1,2-12,-5 20,1 2,-1 0,0 1,0-1,-1 0,1 0,-1 0,1 0,-1-1,0 1,0 0,0 0,0 0,-1 0,0 0,1 0,-1 0,0 0,0 0,-19 16,15-5,0 1,0 0,1 1,0-1,1 1,0 0,0-1,1 1,1 0,0 1,0-1,1 0,0 0,0 0,2 0,-1 1,1-1,0-1,1 1,0 0,1-1,0 1,1-1,3 5,-6-10,1-1,0 1,0-1,0 0,1 0,-1 0,1-1,-1 1,1-1,0 1,0-2,0 1,0 0,0-1,1 1,-1-1,1 0,-1-1,0 1,1-1,-1 0,3 0,25-3</inkml:trace>
  <inkml:trace contextRef="#ctx0" brushRef="#br0" timeOffset="265.32">610 323,'-16'0,"-7"2,-3 3,4 6,8 2,15 4,18 4,21 0,3-3</inkml:trace>
  <inkml:trace contextRef="#ctx0" brushRef="#br0" timeOffset="970.319">1118 563,'-13'-1,"0"1,0 1,0 0,0 0,0 2,0-1,0 2,1-1,-1 2,1 0,0 0,0 1,1 0,-1 2,10-7,0 0,1 0,-1 1,0-1,1 1,-1-1,1 1,-1-1,1 1,0 0,0 0,0 0,0-1,0 1,0 0,0 0,1 0,-1 0,1 1,-1-1,1 0,0 0,0 0,0 0,0 0,0 0,0 1,1-1,-1 0,1 0,-1 0,1 0,0 0,0 0,0 0,0-1,0 1,0 0,1 0,-1-1,1 1,-1-1,1 1,-1-1,1 0,0 1,12 8,0 0,1 0,1-1,-1-1,2-1,-1 0,0-1,2-1,1 1,-1 1,0 0,0 2,-1 0,0 1,8 6,-24-15,1 0,-1 0,1 0,-1 1,1-1,-1 0,0 0,0 1,0-1,0 1,0-1,0 1,0 0,0-1,0 1,-1 0,1-1,-1 1,0 0,1 0,-1 0,0-1,0 1,0 0,0 0,0 0,0 0,-1-1,1 1,-1 0,1 0,-1-1,0 1,1 0,-1-1,0 1,0-1,0 1,0-1,0 1,-1-1,1 0,0 0,-1 1,1-1,-1 0,1 0,-1 0,-11 7,1-1,-2 0,1-1,-1 0,1-1,-1-1,-9 2,23-7,1 0,-1 1,1-1,-1 1,0-1,1 0,-1 1,0-1,0 0,0 0,1 1,-1-1,0 0,0 1,0-1,0 0,0 0,0 1,0-1,-1 0,1 1,0-1,0 0,0 1,-1-1,1 0,0 1,-1-1,1 0,-1 1,1-1,-1 1,1-1,-1 1,1-1,-1 1,1-1,-1 1,1 0,-1-1,0 1,1 0,-1-1,0 1,1 0,-1 0,0 0,0 0,1 0,-1-1,0 1,1 0,-1 1,0-1,0 0,1 0,-1 0,0 0,1 0,-1 1,0-1,1 0,-1 1,0-1,1 0,-1 1,1-1,-1 1,1-1,-1 1,93-122,-61 81,-2-1,-2-2,-2 0,-2-2,-2-1,-2 0,-2-2,-2 0,-2-1,-2 0,-3 0,-1-1,-2-11,-4 52,-1-1,0 0,0 1,0-1,-2 0,1 0,-1 1,0-1,-1 1,0 0,-1 0,0 0,-3-6,6 14,1 0,-1 0,0 0,1 0,-1 0,0 0,0 0,1 0,-1 1,0-1,0 0,0 0,0 1,0-1,0 1,0-1,0 1,-1-1,1 1,0 0,0 0,0-1,0 1,-1 0,1 0,0 0,0 0,0 0,0 0,-1 1,1-1,0 0,0 1,0-1,0 1,0-1,0 1,0-1,0 1,0 0,0-1,0 1,0 0,0 0,-28 49,22-19,2 1,0 0,2 1,2-1,1 0,2 1,0-1,3 0,6 28,17 53,5 0,9 7,-6-12,-34-104,-2-2,0 1,0-1,0 0,0 0,1 1,-1-1,1 0,-1 0,1 1,0-1,0 0,0 0,0 0,1 0,-1 0,0-1,1 1,0 0,-1-1,1 1,0-1,0 1,-1-1,1 0,0 0,0 0,1 0,-1 0,0 0,0 0,0-1,1 1,-1-1,0 0,0 1,3-1,4-7,0-1,-1 1,1-1,-1-1,-1 1,0-2,0 1,-1-1,0 1,-1-2,1 1,-4 6,57-134,-60 131,-5 23,4-10,0 0,0 0,0 0,1 1,0-1,0 1,1-1,0 0,0 1,0-1,1 1,0-1,0 1,1-1,0 0,0 0,0 0,1 0,0 0,0 0,0 0,1-1,-1 0,2 0,-1 0,0 0,1-1,0 1,0-1,0 0,0-1,1 1,0-1,0 0,3 1,31 6,-3-5</inkml:trace>
  <inkml:trace contextRef="#ctx0" brushRef="#br0" timeOffset="1232.398">1801 563,'-16'-4,"-10"-3,-5-1,-2-2,-1-1,3 1</inkml:trace>
  <inkml:trace contextRef="#ctx0" brushRef="#br0" timeOffset="1564.767">1159 362,'152'-10,"-1"7,87 11,-228-8,19 1,0 0,-1 2,1 1,-1 1,0 2,0 1,-1 1,0 1,2 2,-25-10,1 1,-1 0,0 0,0 0,0 1,-1-1,1 1,-1 0,0 0,0 0,0 0,0 1,-1-1,0 1,0-1,0 1,-1 0,1 0,-1 0,0 0,-4 102,0 3,4-105,1 0,-1 0,1 0,0-1,1 1,-1-1,1 1,-1-1,1 0,0 0,1 0,-1 0,1-1,0 1,0-1,0 0,0 0,0-1,1 1,-1-1,3 1,-2 0,0-1,0 0,0-1,0 1,0-1,0 0,1-1,-1 1,0-1,0 0,1 0,-1 0,0-1,0 0,0 0,1 0,-1-1,0 0,-1 0,1 0,0 0,0-1,-1 1,0-1,1-1,-1 1,0-1,-1 1,1-1,-1 0,1 0,-1-1,-1 1,1 0,0-2,45-114,-49 96,-12 32,11-4,1 1,0 0,0 0,0-1,1 1,-1 0,1 0,1 0,-1-1,0 1,1 0,0 0,0-1,1 1,-1 0,1-1,0 0,0 1,1-1,-1 0,1 0,0 0,0 0,0-1,1 1,-1-1,1 0,0 0,0 0,0 0,0-1,0 0,0 0,5 2,26 15</inkml:trace>
  <inkml:trace contextRef="#ctx0" brushRef="#br0" timeOffset="2221.716">2829 617,'-11'-4,"0"0,0 2,0-1,-1 1,1 1,-1 0,1 1,-1 0,0 0,8 1,0-1,0 1,0 0,1 0,-1 0,0 1,1-1,-1 1,1 0,0-1,-1 2,1-1,0 0,0 1,0-1,1 1,-1 0,0 0,1 0,0 0,0 1,0-1,0 0,1 1,-1 0,1-1,0 1,0 1,-1 0,1 1,0 0,0-1,1 1,-1 0,1-1,1 1,-1 0,1-1,0 1,0 0,1-1,-1 1,1-1,1 0,-1 0,1 1,0-2,0 1,0 0,0 0,1-1,0 0,0 0,0 0,1 0,-1-1,2 1,1 1,0-1,0 0,1 0,-1-1,1 0,0 0,0-1,0 0,1 0,-1-1,0 0,0-1,1 1,-1-2,1 1,-1-1,0 0,0-1,2 0,3-3,-1 0,0-1,0 0,0 0,-1-2,0 1,0-1,-1-1,0 0,0 0,-1-1,0 0,-1-1,0 0,-1 0,0-1,3-7,6-16,-1 0,-2-1,-1-1,-2 0,2-22,0-5,-4 0,-2 0,-2-51,-3 109,-1-1,-1 0,1 0,-1 1,0-1,0 1,-1-1,0 1,0-1,-1 1,0-1,2 6,1 0,-1 0,1 1,-1-1,0 0,0 0,1 1,-1-1,0 1,0-1,0 1,0-1,0 1,0-1,0 1,0 0,0-1,0 1,0 0,0 0,0 0,0 0,0 0,0 0,0 0,0 0,0 0,0 0,0 1,0-1,0 0,0 1,0-1,0 1,1-1,-1 1,0-1,0 1,0-1,0 2,-31 31,20-12,0 1,1 0,2 1,0 0,1 1,2 0,0 0,1 0,2 1,0-1,2 1,1 0,1-1,1 1,1 0,1 2,-1-6,1 0,1 0,1-1,1 1,0-1,2-1,0 1,1-1,1-1,1 0,0-1,1 0,1-1,1 0,0-1,1-1,8 5,-17-15,-1 0,1 0,0-1,0 0,0-1,0 1,0-1,1-1,-1 1,0-1,1-1,0 1,-1-1,1-1,-1 1,1-1,-1-1,0 1,1-1,-1 0,0-1,0 0,0 0,0-1,-1 1,1-1,4-5,0 1,-1-1,-1 0,1 0,-1-1,-1 0,0-1,0 0,-1 0,-1-1,0 0,0 0,-1 0,-1-1,0 0,0 0,-3-30,-1 42,0 1,-1-1,1 0,0 0,0 1,-1-1,1 0,0 1,-1-1,1 0,0 1,-1-1,1 0,-1 1,1-1,-1 1,1-1,-1 1,0-1,1 1,-1 0,0-1,1 1,-1 0,0-1,1 1,-1 0,0 0,0-1,1 1,-1 0,0 0,0 0,1 0,-1 0,0 0,0 0,1 1,-1-1,0 0,0 0,1 1,-1-1,0 0,1 1,-1-1,0 0,1 1,-1-1,1 1,-1 0,-4 3,0 1,1 0,-1 0,1 1,1-1,-1 1,1 0,0 0,0 0,0 1,1-1,0 1,1-1,-1 1,1-1,0 1,1 0,0 0,0 2,-1 1,1 0,1-1,0 1,0 0,0-1,1 1,1-1,0 0,0 1,1-1,0-1,0 1,1-1,0 1,1-1,0-1,0 1,0-1,1 0,0 0,1-1,-1 0,1-1,0 1,1-1,-1-1,1 0,0 0,0-1,5 2,13-3</inkml:trace>
  <inkml:trace contextRef="#ctx0" brushRef="#br0" timeOffset="2480.878">2964 469,'18'-2,"24"-1,23 2,21 4,15 1,5 1,1-2,-18-1</inkml:trace>
  <inkml:trace contextRef="#ctx0" brushRef="#br0" timeOffset="2747.804">3926 216,'13'13,"10"16,3 20,1 19,-3 16,-7 16,-10 13,-17 11,-31 7,-42 5,-6-21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34:38.30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3798 783,'-14'-5,"0"2,1 0,-1 0,-1 1,1 1,0 1,0 0,0 0,0 2,-7 1,14-2,0 0,0 1,1 0,-1 0,1 1,0 0,-1 0,1 0,1 1,-1 0,0 0,1 1,0-1,0 1,0 0,1 0,0 1,0-1,0 1,0 0,1 0,-1 3,3-6,0 1,0-1,0 1,1 0,-1-1,1 1,0 0,0-1,1 1,-1 0,1-1,-1 1,1-1,0 1,1-1,-1 1,1-1,-1 0,1 1,0-1,0 0,0 0,1 0,-1-1,1 1,-1-1,1 1,0-1,0 0,0 0,0 0,0 0,1-1,-1 1,0-1,1 0,-1 0,1 0,0 0,-1-1,1 1,0-1,-1 0,1 0,0-1,2 1,4-1,0-1,0 1,0-1,0-1,-1 0,1-1,-1 1,0-2,0 1,0-1,0-1,-1 0,0 0,0 0,-1-1,2-2,5-5,-1-1,-1 0,-1-1,0 0,-1 0,-1-1,0-1,0-2,1-7,-1-1,-1 0,-2 0,0-1,-2 1,-1-1,-2 0,0 0,-2 0,-2 0,0 0,-4-12,-19-18,25 59,-1-1,0 1,1-1,-1 1,0 0,1 0,-1 0,0 0,1 0,-1 0,0 1,1-1,-1 0,1 1,-1 0,0-1,1 1,-1 0,1 0,0-1,-1 1,1 0,0 0,-1 1,1-1,0 0,0 0,0 1,0-1,0 0,0 1,0-1,1 1,-1-1,1 1,-1 0,1-1,-1 1,1-1,0 1,0 1,-7 19,1 1,2 0,0 0,1 0,2 1,0-1,1 1,2-1,0 0,2 1,0-1,2-1,0 1,2-1,0 0,1 0,2-1,11 18,-15-24,1 0,1 0,0-1,1 0,0 0,1-1,1-1,0 0,1-1,0 0,0 0,1-2,1 0,-1 0,9 2,-19-10,1 0,0 0,0-1,-1 0,1 1,0-2,0 1,0 0,0-1,-1 0,1 0,0-1,-1 1,1-1,-1 0,1 0,-1-1,0 1,0-1,0 0,0 0,-1 0,1 0,-1-1,0 1,0-1,0 0,2-4,4-5,-1-1,-1 1,0-2,-1 1,-1-1,0 0,-1 0,1-6,-3 14,-1 2,1 0,-1 0,0-1,0 1,-1 0,0 0,0-1,0 1,0 0,-1-1,0 1,0 0,0 0,-2-3,2 8,0 0,-1 0,1 0,0-1,-1 1,1 0,0 1,-1-1,1 0,0 0,0 1,-1-1,1 0,0 1,0-1,-1 1,1 0,0-1,0 1,0 0,0 0,0 0,0 0,0 0,0 0,0 0,0 0,1 0,-1 0,0 0,1 0,-1 1,1-1,-1 0,1 0,0 1,-1-1,1 0,0 1,0-1,-2 5,-1 1,2-1,-1 0,1 1,0-1,0 1,0-1,1 1,0-1,1 1,-1-1,1 1,0-1,1 1,0-1,0 0,0 0,1 0,0 0,0 0,0 0,1-1,1 2,3 4,2 0,-1-1,2 0,-1-1,1 0,0-1,1 0,0-1,0 0,6 2,43 16</inkml:trace>
  <inkml:trace contextRef="#ctx0" brushRef="#br0" timeOffset="-1403.856">883 755,'0'-301,"0"338,-1 7,1 0,2-1,2 1,3-1,10 42,21-9,-18-53</inkml:trace>
  <inkml:trace contextRef="#ctx0" brushRef="#br0" timeOffset="-1054.242">1270 609,'-4'2,"-1"1,0 0,1 1,0-1,0 1,0 0,0 0,1 0,-1 0,1 1,0-1,1 1,-1 0,1 0,0 0,0 0,0 0,1 0,-1 0,2 1,-1-1,0 1,1-1,0 0,0 1,1-1,-1 1,1-1,0 0,1 1,1 3,6 0,0 1,1-1,0 0,0-1,1-1,0 1,1-2,-1 1,1-2,1 1,-1-2,1 0,-1 0,1-1,0-1,1 0,-1-1,0 0,0-1,10-1,-18 2,0-1,1 1,-1-1,0-1,0 1,1-1,-1 1,0-2,0 1,0 0,0-1,0 0,0 0,0-1,-1 1,1-1,-1 0,0 0,0 0,0-1,0 0,0 0,-1 0,0 0,1 0,-2 0,1-1,0 0,-1 1,0-1,0 0,0-3,-1 1,0 0,-1-1,0 1,0 0,-1 0,0-1,-1 1,1 0,-1 0,0 0,-1 0,0 0,0 1,0-1,-1 1,0 0,0 0,-1 0,0 1,0-1,0 1,0 0,-1 1,0-1,1 1,1 1,-1 0,1 0,-1 0,0 1,0 0,0 0,-1 0,1 0,0 1,-1 0,1 0,-1 0,1 1,-1 0,1 0,-1 0,1 1,-1 0,1 0,-1 0,1 0,0 1,0 0,-1 0,1 1,1-1,-1 1,0 0,1 1,-4 2,5-4,1 0,-1 0,0 1,1-1,0 1,0 0,-1-1,2 1,-1 0,0 0,0 0,1 1,0-1,0 0,0 1,0-1,0 0,1 1,-1-1,1 1,0-1,0 1,0-1,1 1,-1-1,1 0,0 1,0-1,0 1,0-1,0 0,1 0,0 0,-1 0,1 0,0 0,1 0,1 1,3 2,1 0,0-1,0 1,0-2,1 1,0-1,0-1,0 0,6 2,39 9</inkml:trace>
  <inkml:trace contextRef="#ctx0" brushRef="#br0" timeOffset="-753.668">1939 769,'5'8,"0"-2,0 1,1-1,0 1,0-1,1-1,-1 0,1 0,0 0,1 0,-1-1,1-1,0 1,-1-1,2 0,2 0,-7-2,0 0,0 0,0 0,0-1,1 1,-1-1,0 0,1 0,-1-1,0 1,0-1,0 0,1 0,-1 0,0-1,0 1,0-1,-1 0,1 0,0 0,-1-1,1 1,-1-1,0 0,0 0,0 0,0 0,-1-1,1 1,-1-1,0 0,0 1,0-2,0 1,0-1,-1 0,0 0,0 0,0 0,0-1,-1 1,0 0,0 0,0 0,-1 0,0 0,0 0,0 0,-1 0,1 0,-1 0,0 0,-1 1,1-1,-1 1,0-1,0 1,0 0,-1 0,-3-4,0 0,-1 0,0 0,0 1,-1 1,0-1,0 1,-1 1,1 0,-1 0,-5-1,9 4,0-1,-1 1,1 0,-1 0,0 0,1 1,-1 0,0 1,0 0,1 0,-1 0,0 1,0 0,1 0,-1 0,0 1,1 0,-1 0,1 1,0 0,0 0,0 1,0-1,1 1,-1 0,1 1,0-1,0 1,1 0,0 1,-1-1,2 1,-1-1,1 1,-1 0,2 0,-2 4,3-4,1 0,0-1,0 1,1 0,-1 0,1 0,1 0,-1-1,1 1,0-1,0 1,1-1,-1 0,1 0,0 0,1 0,-1 0,1-1,0 1,0-1,1 0,2 2,32 27</inkml:trace>
  <inkml:trace contextRef="#ctx0" brushRef="#br0" timeOffset="22659.184">1858 2226,'61'-245,"-60"241,-1 3,0-1,-1 1,1 0,0-1,0 1,0-1,1 1,-1-1,0 1,0-1,1 1,-1 0,1-1,-1 1,1-1,0 1,-1 0,1 0,0 0,0-1,0 1,0 0,0 0,0 0,0 0,0 0,1 1,-1-1,0 0,1 0,-1 1,0-1,1 1,-1-1,0 1,1 0,-1-1,1 1,-1 0,1 0,-1 0,2 0,8 9,0 0,-1 1,0 0,-1 0,0 1,0 1,-2-1,1 1,-1 1,2 6,-5-12,0-3,-1 1,-1 0,1-1,0 1,-1 0,0 0,0 0,-1 1,1-1,-1 0,0 1,-1-1,1 0,-1 1,0-1,0 1,-2 4,2-9,0 0,0-1,0 1,-1 0,1-1,0 1,-1 0,1-1,-1 1,1-1,-1 1,1-1,-1 1,1-1,-1 1,1-1,-1 1,0-1,1 1,-1-1,0 0,1 0,-1 1,0-1,1 0,-1 0,0 0,0 0,1 1,-1-1,0 0,0-1,1 1,-1 0,0 0,0 0,1 0,-1 0,0-1,1 1,-1 0,0-1,1 1,-1-1,0 1,1 0,-1-1,1 1,-1-1,1 0,-1 1,1-1,-1 1,1-1,0 0,-1 1,1-1,0 0,-1 1,1-1,0 0,0 0,0 1,0-1,0 0,0 1,0-1,0 0,0 0,0 0,-1-8,1-1,1 1,-1-1,1 1,1-1,0 1,0 0,1 0,0 0,1 0,0 0,0 0,0 1,1 0,1 0,0 1,0-1,0 1,2-1,2-6,11-14,-1 0,-2-2,-1 0,-1 0,-2-2,-1 0,7-26,-15 40,0-1,-1 1,-1-1,-1 1,0-1,-1 0,-2 0,0 0,0 1,-2-1,0 1,-2-4,4 21,1 0,0-1,0 1,-1 0,1 0,-1-1,1 1,-1 0,1 0,-1 0,0 0,0 0,1 0,-1 0,0 0,0 0,0 0,0 0,0 0,0 0,0 1,-1-1,1 1,0-1,0 1,0-1,-1 1,1 0,0-1,0 1,-1 0,1 0,0 0,-1 0,1 0,0 0,-1 0,1 1,0-1,0 0,-1 1,1-1,0 1,0-1,0 1,0 0,-1-1,1 1,0 0,0 0,0 0,1 0,-1 0,0 0,0 0,0 0,1 0,-1 0,0 0,1 0,-1 1,1-1,0 0,-6 15,2 0,0 0,0 0,2 1,0-1,1 1,0 0,2-1,0 1,0-1,4 12,3 24,1 0,4-1,1-1,2 0,3-1,1-1,3-1,2-1,3 0,-23-37,0 0,1 0,0-1,1 0,0-1,0 1,1-1,0 0,0-1,3 1,5-2,-4-7</inkml:trace>
  <inkml:trace contextRef="#ctx0" brushRef="#br0" timeOffset="22930.233">1899 1798,'23'2,"25"1,30 0,24 2,18 2,4 2,-5 2,-16 4,-24 3,-25 0</inkml:trace>
  <inkml:trace contextRef="#ctx0" brushRef="#br0" timeOffset="23196.771">2714 2012,'-9'11,"0"-1,0 1,1 1,1 0,0 0,0 0,2 1,-1 0,1 0,1 0,1 1,0-1,-1 8,5-17,-1 0,1 0,0 0,0 0,0-1,0 1,1 0,0 0,-1-1,2 1,-1-1,0 0,0 0,1 1,0-2,0 1,0 0,0 0,0-1,0 0,1 0,-1 0,1 0,-1 0,1-1,0 1,0-1,109 19,-100-20,0-1,-1 0,1-1,0 0,-1-1,1 0,-1-1,0-1,2 0,-11 3,1 1,-1-1,0 1,0-1,1 0,-1-1,-1 1,1 0,0-1,0 1,-1-1,0 0,1 0,-1 0,0 0,0 0,-1-1,1 1,-1 0,0-1,1 1,-2-1,1 0,0 1,-1-1,1 0,-1 1,0-1,0 0,-1 1,1-1,-1 0,0-1,-1-1,0 1,-1-1,0 0,0 1,0 0,0 0,-1 0,0 0,0 0,0 1,-1-1,1 1,-1 0,0 1,0-1,-1 1,1 0,-1 0,1 1,-3-1,-5-2,0 1,0 0,-1 1,1 0,-1 1,1 1,-1 0,-10 1,19 0,0 0,0 0,0 0,0 1,0-1,0 1,0 1,0-1,0 1,0 0,1 0,-1 0,0 0,1 1,0 0,0 0,0 0,0 0,0 1,1 0,-1 0,1 0,0 0,0 0,0 0,1 1,0-1,0 1,0 0,0 0,1 0,-1 0,1 0,1 0,-1 0,1 0,0 0,0 0,0 0,1 0,-1 0,1 0,1 0,-1 1,3 0,0 0,0 0,0 0,1 0,0 0,0-1,0 0,1 0,0-1,0 1,0-1,0 0,1-1,0 0,-1 0,1 0,2 0,36 12</inkml:trace>
  <inkml:trace contextRef="#ctx0" brushRef="#br0" timeOffset="23463.722">3049 1852,'-18'-14,"-13"-4,-9 3,-1 9,2 9,7 12,9 10,11 7,12 5,6-3</inkml:trace>
  <inkml:trace contextRef="#ctx0" brushRef="#br0" timeOffset="23912.617">3102 2347,'8'-1,"1"0,-1 0,0-1,-1 0,1-1,0 0,-1 0,1 0,-1-1,0 0,0-1,0 1,-1-1,0-1,0 1,0-1,-1 0,1 0,-1-1,-1 0,1 1,-1-2,-1 1,1 0,-1-1,0 1,-1-1,1-4,-1 4,0 1,-1-1,0-1,0 1,-1 0,0 0,0 0,-1 0,0 0,0 0,-1 0,0 0,-1 0,1 1,-2-1,1 1,-1 0,0-1,0 2,-1-1,0 1,0-1,-1 1,1 1,-1-1,-1 1,1 0,-1 0,0 1,0 0,0 0,0 1,-1 0,1 0,-1 0,0 1,-15 3,22-1,1 0,0 0,-1 0,1 0,0 0,0 0,-1 0,1 0,0 0,-1 0,1 0,0 1,-1-1,1 0,0 0,0 0,-1 0,1 0,0 0,0 1,-1-1,1 0,0 0,0 1,0-1,-1 0,1 0,0 0,0 1,0-1,0 0,-1 1,1-1,0 0,0 0,0 1,0-1,0 0,0 1,0-1,0 0,0 1,0-1,0 0,0 0,0 1,0-1,0 0,0 1,1-1,-1 0,0 0,0 1,0-1,0 0,1 0,-1 1,0-1,0 0,0 0,1 1,-1-1,0 0,0 0,1 0,-1 0,0 1,1-1,5 3,0 0,0 0,1 0,-1-1,1 1,0-2,-1 1,1-1,0 0,0 0,0-1,1 0,6 1,261 25,-271-26,-1 1,0-1,0 0,1 1,-1-1,0 1,0 0,0 0,0 0,0 1,0-1,0 1,0 0,-1-1,1 1,-1 0,1 1,-1-1,0 0,0 1,0-1,0 1,0 0,0-1,-1 1,1 0,-1 0,0 0,0 1,-10 56,7-56,0 1,1-1,-1 0,1 0,0 1,0-1,0 1,1-1,0 1,0-1,0 1,0 0,1-1,-1 1,1-1,1 0,-1 1,0-1,1 0,0 0,0 0,0 0,1 0,-1 0,1 0,0-1,0 1,1 0,5 1,0-1,0 0,0-1,0 0,1 0,-1-1,1 0,0 0,0-1,-1-1,1 0,0 0,0-1,0 0,-1 0,1-1,0-1,-1 1,0-2,0 1,0-1,3-2,-3 0,1 0,-2-1,1 0,-1 0,0 0,0-1,-1-1,0 1,0-1,-1-1,0 1,-1-1,0 0,-1 0,0 0,0-1,-1 1,2-12,-8 40,1 0,1 1,1-1,0 0,2 0,0 0,1 0,1 4,-2-17,0 1,0-1,0 0,1 0,0 0,0 0,0 0,0 0,1-1,0 0,0 0,0 0,0 0,1 0,0-1,-1 0,1 0,0 0,1-1,-1 1,0-1,1-1,-1 1,1-1,-1 0,1 0,5 0,15-3</inkml:trace>
  <inkml:trace contextRef="#ctx0" brushRef="#br0" timeOffset="24094.097">3918 1811,'9'9,"3"4</inkml:trace>
  <inkml:trace contextRef="#ctx0" brushRef="#br0" timeOffset="21478.855">0 2213,'13'-32,"-1"0,-1 0,-2-1,-1-1,-2 1,-1-1,-1 0,-2-30,-8 19,6 44,0 1,0 0,0 0,-1-1,1 1,0 0,0 0,0 0,-1 0,1-1,0 1,0 0,-1 0,1 0,0 0,0 0,-1 0,1 0,0-1,-1 1,1 0,0 0,0 0,-1 0,1 0,0 0,-1 1,1-1,0 0,0 0,-1 0,1 0,0 0,0 0,-1 0,1 0,0 1,0-1,-1 0,1 0,0 0,0 1,0-1,-1 0,1 0,0 1,0-1,0 0,0 0,0 1,-1-1,1 0,0 0,0 1,0-1,0 0,0 0,0 1,0-1,0 0,0 1,0-1,0 0,0 0,0 1,0-1,1 0,-1 1,0-1,0 0,-5 21,2 1,0-1,1 1,2 0,0 15,0-17,-1-6,0 0,1-1,0 1,1 0,1 0,0 0,1-1,0 1,1-1,1 0,0 0,1-1,0 1,1-1,0 0,1-1,5 6,15 6</inkml:trace>
  <inkml:trace contextRef="#ctx0" brushRef="#br0" timeOffset="21796.308">415 2039,'-2'4,"-1"0,1 0,0 1,0-1,1 1,-1-1,1 1,0 0,0-1,1 1,-1 0,1 0,0-1,0 1,1 0,-1 0,1 0,0-1,0 1,1 0,0-1,-1 0,1 1,1-1,-1 0,1 0,-1 0,1 0,1 0,-1-1,0 1,1-1,-1 0,1 0,0 0,3 1,3 1,0-1,0 0,1-1,-1 0,1 0,0-1,0 0,0-1,0 0,0-1,0-1,0 1,0-2,2 0,-8 2,0-1,0 0,0 0,0-1,0 0,0 1,-1-1,1-1,-1 1,0-1,1 0,-1 0,0 0,-1 0,1-1,-1 0,1 1,-1-1,0 0,0-1,-1 1,1 0,-1-1,0 0,0 1,-1-1,1 0,-1 0,0 0,0 0,-1-4,0 3,-1 0,0 0,0 0,0 1,-1-1,0 0,0 0,-1 1,1-1,-1 1,0 0,-1 0,1 0,-1 0,0 1,0-1,-1 1,1 0,-1 1,0-1,0 1,0-1,-1 2,1-1,0 0,-1 1,-2 0,3-1,0 1,-1 0,1 1,0-1,-1 1,1 0,-1 1,1-1,-1 1,0 0,1 1,-1-1,1 1,-1 0,1 0,-1 1,1-1,0 1,0 1,-1-1,2 1,-1 0,0 0,0 0,1 0,0 1,0 0,0 0,-2 3,3-2,1 0,0 0,0 0,0 1,0-1,1 1,0-1,0 1,1 0,0 0,0-1,0 1,0 0,1-1,0 1,0 0,1-1,-1 1,1-1,0 0,1 0,-1 0,1 0,0 0,0 0,1 0,-1-1,1 0,2 2,28 32</inkml:trace>
  <inkml:trace contextRef="#ctx0" brushRef="#br1" timeOffset="36432.543">642 181,'-4'65,"-3"-1,-3 0,-2 0,-10 22,3-3,-5 22,4 2,5 0,4 1,5 24,18-12,-11-119,-1 0,1 0,-1 0,1 0,-1 1,1-1,0 0,-1 0,1 0,0-1,0 1,0 0,0 0,0 0,0-1,0 1,0 0,0-1,0 1,0-1,0 1,1-1,-1 0,0 1,0-1,0 0,1 0,-1 0,0 0,0 0,1 0,-1 0,0 0,0-1,0 1,1 0,-1-1,0 1,0-1,0 1,0-1,0 0,0 1,1-2,16-2,157-2,-107 7,1593-1,-1584 2,0 4,-1 3,19 6,-2-8,-90-9,-1 0,1-1,-1 1,0-1,0 0,1 0,-2 0,1 0,0 0,-1 0,1 0,-1 0,0-1,0 1,0 0,0-1,-1 1,0-1,1 1,-1-1,-1 1,1-1,0 1,-1-1,1 1,-2-2,2-4,-5-122,0 60,4-1,2 0,9-50,5 51,4 2,2 0,3 1,30-56,-4 4,-48 115,30-102,-31 103,-1 0,0 0,1 0,-1 0,-1 0,1 0,0 0,-1 0,0 0,0 0,0 0,-1 1,1-1,-1 0,0 1,0-1,0 1,0 0,-1 0,1 0,-1 0,0 0,0 0,0 1,0-1,-2 0,-8-3,-1 0,0 1,0 0,-1 1,1 1,-1 1,0 0,1 0,-1 2,-11 0,7-1,-202 0,-21 11,-78 1,-432 4,-284 82,998-92,27-2,21-1,11-2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35:28.39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366 427,'-3'-30,"4"20,-1 1,0-1,0 0,-1 1,0-1,-1 1,0 0,-1-1,0 1,0 0,-1 0,0 1,0-1,-1 1,0 0,-1 0,0 1,0-1,-1 1,1 1,-2-1,1 1,-1 0,1 1,-2 0,1 0,0 1,-1 0,0 0,0 1,0 0,0 1,-7-1,10 2,0 1,0 0,-1 0,1 1,0 0,0 0,0 1,0-1,0 1,0 1,0-1,1 1,-1 0,1 0,0 1,0-1,0 1,0 0,1 0,-1 1,1 0,0 0,0 0,1 0,0 0,0 0,0 1,-1 2,-2 8,0 0,1 0,0 0,1 1,1 0,1 0,1 0,0 0,1 0,0 0,2 0,0 0,2 0,-1 0,2 0,0-1,1 0,1 0,1 0,0-1,0 0,2 0,0-1,1-1,0 0,0 0,2-1,0 0,0-1,1-1,0 0,1-1,0-1,0 0,1-1,0 0,0-1,0-1,1-1,0-1,0 0,-11-2,0-1,0 1,0-2,0 1,0-1,0 0,0 0,0 0,0-1,0 0,-1 0,1 0,-1-1,1 0,-1 0,0-1,0 1,0-1,-1 0,0 0,1-1,-1 1,-1-1,1 0,-1 0,1 0,-1 0,53-118,-48 109,1 45,-8-7,-2-18,0-1,0 1,1-1,-1 1,2 0,-1-1,0 1,1 0,0-1,0 1,1-1,0 1,0-1,0 0,0 0,1 0,0 0,0 0,0 0,1-1,0 0,-1 0,1 0,1 0,-1 0,1-1,-1 0,1 0,0 0,3 0,1-1,-1 0,0-1,1 0,-1 0,1-1,0 0,-1-1,1 1,-1-2,0 1,1-1,6-3,-12 4,1 0,-1 0,0-1,1 1,-1-1,0 0,0 0,0 0,0 0,-1 0,1-1,-1 1,1-1,-1 0,0 1,0-1,0 0,0 0,-1-1,1 1,-1 0,0-1,0 1,0 0,0-1,0 1,-1-1,0 1,0-1,0 0,0 1,0-1,-1 1,1-1,-1-1,-1 0,1 1,-1-1,0 0,0 1,0-1,0 1,-1 0,0 0,0 0,0 0,0 0,-1 0,0 1,1 0,-1 0,0 0,-1 0,1 0,0 1,-1 0,1 0,-1 0,0 1,0-1,0 1,0 0,0 1,-3-1,1 0,1 1,-1-1,0 2,0-1,0 1,1 0,-1 0,0 1,1 0,-1 0,1 0,0 1,0 0,0 0,0 1,0 0,1 0,-1 0,1 1,0-1,-2 5,4-7,0 1,0 1,0-1,1 0,0 1,0-1,0 1,0 0,0-1,0 1,1 0,0 0,0 0,0 0,1 1,-1-1,1 0,0 0,0 0,0 0,0 1,1-1,0 0,0 0,0 0,0 0,1 0,0 0,-1-1,1 1,1-1,-1 1,0-1,1 1,0-1,2 2,18 9</inkml:trace>
  <inkml:trace contextRef="#ctx0" brushRef="#br0" timeOffset="272.503">673 200,'-14'-5,"-8"-1,-4 0,3 4,6 4,5 4,9 3,13 5,10 5,10 5,3 6,-3-2</inkml:trace>
  <inkml:trace contextRef="#ctx0" brushRef="#br0" timeOffset="754.781">819 708,'5'9,"1"-1,0 1,0-1,1 0,0-1,0 0,0 0,1 0,4 2,-9-7,0 0,-1-1,1 1,0-1,0 0,0 1,0-1,0-1,1 1,-1 0,0-1,0 1,0-1,1 0,-1 0,0-1,0 1,0-1,0 1,1-1,-1 0,0 0,0 0,0-1,0 1,-1-1,1 1,0-1,-1 0,1 0,1-2,4-6,-1-1,0 1,-1-2,0 1,0-1,-1 1,-1-1,0-1,-1 1,0-1,-1 1,0-1,0-11,5-58,-3 1,-4-1,-3 0,-4 0,-10-36,-2 41,19 78,0-1,0 0,0 1,0-1,0 1,0-1,0 0,0 1,0-1,0 1,0-1,0 1,0-1,0 0,0 1,-1-1,1 1,0-1,0 0,0 1,-1-1,1 0,0 1,-1-1,1 0,0 1,0-1,-1 0,1 0,-1 1,1-1,0 0,-1 0,1 0,-1 0,1 0,0 1,-1-1,1 0,-1 0,1 0,0 0,-1 0,1 0,-1 0,1 0,-1 0,1-1,0 1,-1 0,1 0,-1 0,1 0,0-1,-1 1,1 0,0 0,-1-1,1 1,0 0,-1 0,1-1,0 1,0-1,-1 1,1 0,0-1,0 1,-6 27,1 1,2 0,1 0,1 0,1 0,1 0,4 14,-3-5,2 0,1-1,2 1,1-1,2-1,2 0,1-1,1 0,2 0,1-2,19 25,-28-47,0 0,0-1,1 0,0-1,1 0,0-1,0 1,5 0,-12-5,0-2,1 1,-1 0,1-1,-1 0,1 1,0-1,-1-1,1 1,0-1,0 1,0-1,-1 0,1 0,0-1,0 1,0-1,-1 0,1 0,0 0,-1 0,1-1,-1 1,0-1,1 0,-1 0,0 0,3-3,3-5,-1-1,0 0,-1-1,0 0,-1 0,0 0,-1-1,0 1,-1-1,-1 0,0-1,1-11,-1 1,-3 24,0 1,0-1,0 0,0 0,0 0,-1 0,1 1,0-1,0 0,0 0,-1 0,1 0,0 0,0 0,-1 0,1 0,0 0,0 0,0 0,-1 0,1 0,0 0,0 0,-1 0,1 0,0 0,0 0,-1 0,1 0,0 0,0 0,0 0,-1 0,1 0,0-1,0 1,0 0,-1 0,1 0,0 0,0-1,-4 10,0 1,1-1,1 1,-1-1,1 1,1 0,0 0,0 0,1 0,1 0,-1 0,1 0,1-1,0 1,1 0,1 5,1-9,1 0,0 0,0-1,0 1,0-1,1-1,0 1,0-1,0 0,0-1,1 0,-1 0,1-1,0 1,0-2,0 1,0-1,0 0,0-1,0 0,0 0,0-1,0 0,0 0,8-3,28-4</inkml:trace>
  <inkml:trace contextRef="#ctx0" brushRef="#br0" timeOffset="1038.228">1061 360,'-18'-6,"-11"-4,-3 2,5-2,8 2,15 2,22 0,27-2,30-1,29 1,24-1,-10 1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35:26.99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254 473,'-4'-14,"2"4,0 1,-1-1,0 1,0 0,-1 0,0 0,-1 1,0-1,0 1,-1 0,-2-2,6 8,0 1,0-1,-1 1,1 0,0 0,-1 0,1 0,-1 0,1 0,-1 1,1-1,-1 1,1 0,-1 0,1 0,-1 0,1 0,-1 0,0 1,1-1,-1 1,1 0,0-1,-1 1,1 0,0 1,-1-1,1 0,-57 47,52-41,0 0,1 0,0 1,0-1,1 1,0 1,0-1,1 1,0 0,1 0,0 0,0 0,1 0,0 1,1-1,-1 2,3-8,-1-1,0 0,1 0,-1 0,1 0,0 1,0-1,0 0,0 0,0-1,0 1,0 0,0 0,1 0,-1-1,1 1,0-1,-1 1,1-1,0 0,0 0,0 1,0-1,0 0,0-1,0 1,0 0,0-1,0 1,0-1,0 1,2-1,1 0,1 1,0-1,-1 0,1-1,0 1,-1-1,1 0,-1-1,1 1,-1-1,0 0,1-1,3-3,-1 0,0-1,0 0,0 0,-1 0,0-1,-1 0,0-1,0 1,0-1,-1-1,-1 1,0-1,0 1,-1-1,0 0,0 0,-1-1,-1 1,1 0,-2-1,0-8,-4 15,-1 21,2-3,1 0,0 1,2-1,-1 0,2 1,-1-1,2 0,0 0,1 0,0 0,1 0,1 0,0-1,4 7,-7-17,0 0,1 0,-1 0,0-1,1 0,0 1,-1-1,1 0,0 0,0 0,0-1,0 1,1-1,-1 1,0-1,1 0,-1-1,0 1,1 0,-1-1,1 0,-1 0,1 0,-1 0,1-1,-1 1,1-1,-1 0,1 0,-1 0,0 0,2-2,22-11</inkml:trace>
  <inkml:trace contextRef="#ctx0" brushRef="#br0" timeOffset="273.148">509 206,'0'-23,"-3"-16,0-9,-2 2,0 11,0 20,2 27,3 29,4 28,4 25,0 22,-6 16,-14 11,-17 3,-19-5,-2-26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35:29.96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237 785,'-6'-3,"-1"0,-1 0,1 1,0 0,0 0,-1 1,1 0,-1 0,0 0,1 1,-1 1,1-1,-1 1,1 0,-1 1,1 0,-1 0,1 0,0 1,0 0,0 1,1 0,-1 0,1 0,0 0,0 1,0 0,1 1,0-1,0 1,0 0,1 0,-1 0,0 4,4-6,0-1,0 0,0 0,1 1,0-1,-1 0,1 1,1-1,-1 0,0 1,1-1,-1 0,1 1,0-1,0 0,1 0,-1 0,1 0,-1 0,1 0,0 0,0-1,0 1,0-1,1 1,-1-1,1 0,-1 0,1 0,0 0,0 0,0-1,0 1,0-1,0 0,0 0,0 0,1 0,2 0,16 4,0-1,1-1,-1-2,1 0,-1-1,1-1,-1-1,0-1,1-1,-1-1,-1-1,12-4,-22 6,0 1,0-1,0-1,-1 0,0 0,0-1,0 0,-1-1,0 0,0-1,0 0,-1 0,-1 0,1-1,-1-1,-1 1,0-1,0 0,-1 0,2-7,-8-10,-6 37,5-3,0 1,1-1,1 1,-1 0,1-1,0 1,1 0,0-1,0 1,1-1,-1 1,2-1,-1 1,1-1,0 0,1 0,-1-1,1 1,1-1,-1 0,1 0,0 0,1 0,-1-1,1 0,0 0,1-1,-1 0,1 0,-1 0,1-1,0 0,1 0,-1 0,0-1,3 0,15 2,-4-1</inkml:trace>
  <inkml:trace contextRef="#ctx0" brushRef="#br0" timeOffset="250.004">572 411,'-5'0,"-1"3,3 2,1 3,6 2,3 0</inkml:trace>
  <inkml:trace contextRef="#ctx0" brushRef="#br0" timeOffset="1053.165">892 1079,'2'-27,"1"1,1-1,2 0,0 1,2 0,10-48,-16 65,4-15,-2-1,0 0,-2 0,0 0,-2-13,0 36,0 1,0-1,0 1,0-1,0 1,0-1,0 1,0-1,-1 1,1-1,-1 1,1-1,-1 1,1 0,-1-1,0 1,0 0,0-1,0 1,0 0,0 0,0 0,0 0,0 0,0 0,-1 0,1 0,0 0,-1 1,1-1,-1 0,1 1,0 0,-1-1,1 1,-1 0,1-1,-1 1,0 0,1 0,-1 0,1 0,-1 1,1-1,-1 0,1 1,-1-1,1 1,-1-1,1 1,0 0,-1 0,0 0,2 1,0-1,0 1,0-1,0 1,0-1,1 1,-1-1,0 1,1-1,-1 1,1-1,0 1,-1-1,1 0,0 1,0-1,0 0,0 0,0 0,0 0,0 0,0 0,1 0,-1 0,0 0,1 0,-1-1,0 1,1 0,-1-1,1 1,-1-1,1 0,-1 0,1 1,-1-1,1 0,1 0,83 11,22 9,-105-16,1-1,-1 1,0 0,0 0,0 0,-1 0,1 1,-1-1,0 1,0-1,-1 1,1 0,-1 0,0-1,0 1,-1 0,1 0,-1 0,0 0,-1 0,1 0,-1 0,0 0,0 0,-1 0,1-1,-2 3,0 15,2-19,0 0,1 0,0 0,-1 0,1 0,0 0,1 0,-1 0,0 0,1 0,0 0,-1 0,1 0,0 0,1 0,-1 0,0-1,1 1,0-1,-1 1,1-1,0 1,0-1,0 0,1 0,-1 0,0 0,1-1,0 1,-1-1,3 2,71 12,-34-12</inkml:trace>
  <inkml:trace contextRef="#ctx0" brushRef="#br0" timeOffset="1849.908">1722 759,'-106'-32,"102"31,0 1,0-1,0 1,0 0,0 1,0-1,0 0,0 1,0 0,0 0,0 1,0-1,0 1,0-1,1 1,-1 0,1 1,0-1,-1 1,1-1,0 1,0 0,1 0,-1 0,0 1,0 1,1 0,-1-1,1 1,0 0,1 0,-1 0,1 1,0-1,0 0,1 1,-1-1,1 0,0 1,1-1,-1 0,1 0,0 1,1-1,-1 0,1 0,0 0,0 0,0 0,1-1,0 1,0-1,0 1,0-1,1 0,0 0,-1-1,1 1,1-1,-1 0,0 0,1 0,0-1,0 1,-1-1,5 1,2 1,0 0,1 0,-1-2,1 1,0-1,0-1,0 0,0-1,0 0,0-1,-1 0,1-1,0 0,0-1,-1 0,1-1,-1 0,0-1,0 0,-1-1,0 0,0-1,0 0,-1 0,1-1,-2 0,1-1,-1 0,-1 0,0-1,0 0,-1 0,0-1,-1 1,0-1,0 0,-2-1,1 1,-1-2,-4-24,2 37,-1-1,0 1,0-1,0 1,0-1,0 1,0-1,0 0,0 1,-1-1,1 1,0-1,0 1,0-1,0 1,-1-1,1 1,0-1,-1 1,1 0,0-1,-1 1,1-1,0 1,-1 0,1-1,-1 1,1 0,-1-1,1 1,-1 0,1 0,-1 0,1-1,-1 1,1 0,-1 0,1 0,-1 0,1 0,-1 0,1 0,-1 0,1 0,-1 0,0 0,1 0,-1 1,1-1,-1 0,1 0,-1 0,1 1,-1-1,1 0,0 1,-1-1,1 0,-1 1,-2 4,-1-1,1 1,1 0,-1 0,1 1,-1-1,1 0,1 1,-1 0,1-1,0 1,0 0,1-1,0 1,0 0,1 4,-1-4,0-1,1 0,-1 0,1-1,1 1,-1 0,1 0,0 0,0-1,0 1,0-1,1 0,0 1,0-1,0 0,0-1,1 1,-1-1,1 1,0-1,0 0,0 0,1-1,-1 1,1-1,-1 0,1 0,0-1,0 1,0-1,0 0,3 0,2 2,0-1,-1 0,1-1,0 0,0-1,-1 0,1 0,0-1,0 0,0-1,-1 0,1 0,-1-1,0-1,1 1,-1-1,-1-1,1 0,-1 0,0-1,0 0,0 0,-1 0,0-1,0-1,-1 1,0-1,0 0,-1 0,0-1,0 1,-1-1,2-7,-1-47,-6 63,1 0,-1 1,0-1,1 0,-1 0,0 0,0 0,1 1,-1-1,0 0,1 0,-1 1,1-1,-1 1,0-1,1 0,-1 1,1-1,-1 1,1 0,0-1,-1 1,1-1,-1 1,1 0,0-1,-1 1,1-1,0 1,0 0,0 0,0-1,-1 1,1 0,0-1,0 1,0 0,0 0,1-1,-1 1,-2 4,0 0,0 0,0 0,1 1,0-1,0 0,1 1,-1-1,1 1,1-1,-1 0,1 1,-1-1,1 0,1 1,-1-1,1 0,0 0,0 0,1 0,-1-1,1 1,0 0,0-1,1 0,-1 0,1 0,0 0,0-1,0 1,1-1,-1 0,1 0,0-1,2 2,1-2,0-1,1 1,-1-1,0-1,1 1,-1-1,1-1,-1 0,0 0,1-1,-1 1,0-2,0 1,0-1,0-1,-1 1,1-1,-1-1,0 1,0-1,-1 0,6-6,1 0,-1-1,-1 0,0-1,-1 0,0-1,-1 0,0 0,-1-1,-1 0,0-1,-1 0,-6 87,-1-65,0 0,0-1,0 1,1 0,0 0,0 1,0-1,1 0,0-1,0 1,0 0,1 0,0 0,0-1,0 1,1-1,0 1,0-1,0 0,1 0,0-1,-1 1,2-1,-1 0,0 0,1 0,0 0,0-1,5 3,17-1,-1-5</inkml:trace>
  <inkml:trace contextRef="#ctx0" brushRef="#br0" timeOffset="2100.847">2630 345,'-13'2,"-5"3,1 6,9 2,14 2,15 1,3-3</inkml:trace>
  <inkml:trace contextRef="#ctx0" brushRef="#br0" timeOffset="2450.841">2965 51,'-8'-51,"8"52,0-1,0 0,0 0,0 1,1-1,-1 0,0 1,0-1,0 0,0 0,0 1,0-1,0 0,0 1,0-1,0 0,0 1,0-1,0 0,0 0,0 1,0-1,0 0,0 1,0-1,-1 0,1 0,0 1,0-1,0 0,0 0,-1 1,1-1,0 0,0 0,0 1,-1-1,1 0,0 0,0 0,-1 0,1 0,0 1,-1-1,1 0,0 0,0 0,-1 0,1 0,0 0,-1 0,1 0,0 0,-1 0,1 0,0 0,0 0,-1 0,1 0,0 0,-1-1,1 1,0 0,-1 0,-17 257,18-257,-4 47,1 0,3-1,2 1,1 0,3-1,2 0,2 0,2-1,16 42,-25-80,-1 0,1-1,1 1,-1-1,1 0,0 0,0-1,1 1,0-1,0 0,0 0,1 0,-1-1,1 0,0 0,0 0,1-1,-1 0,1 0,0-1,-1 0,1 0,0 0,0-1,0 0,0 0,1-1,-1 0,5-1,-1-3,0-1,-1 0,0 0,1-1,-2-1,1 1,-1-2,0 1,-1-1,0-1,0 1,0-1,-1-1,-1 1,0-1,0-1,-1 1,0-1,-1 0,0 0,0 0,-1 0,-1-1,0 1,-1-1,0 11,0-1,-1 1,1 0,-1-1,1 1,-1-1,0 1,1-1,-1 1,0-1,0 1,0-1,0 1,0 0,0-1,-1 1,1-1,0 1,-1-1,1 1,-1-1,0 1,1 0,-1 0,0-1,0 1,0 0,0 0,0 0,0 0,0 0,0 0,0 0,0 0,-1 0,1 0,0 1,-1-1,1 0,0 1,-1 0,1-1,-1 1,1 0,-1-1,1 1,-1 0,1 0,-1 0,1 0,-1 1,1-1,0 0,-2 1,-5 6,1-1,0 1,0 1,0 0,1-1,0 2,1-1,0 1,0 0,1 0,0 0,1 1,0-1,0 1,1 0,0-1,1 1,0 0,1 4,0-8,0-1,0 0,1 1,-1-1,1 0,1 0,-1 1,1-1,0 0,0 0,0-1,1 1,-1 0,1-1,0 1,1-1,-1 0,1 0,0-1,0 1,0-1,0 1,1-1,-1-1,2 2,6 2,0-1,1 0,-1-1,1 0,0-1,0 0,0-1,1-1,7 0,26 0</inkml:trace>
  <inkml:trace contextRef="#ctx0" brushRef="#br0" timeOffset="2750.529">2978 478,'11'-4,"18"-5,22-2,23-2,16-3,-6 1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35:33.94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17,'7'0,"0"1,0-1,0 1,0 0,0 1,-1 0,1 0,0 0,-1 1,0 0,0 0,0 1,0 0,0 0,-1 0,1 0,-1 1,0 0,4 5,1 1,-1 0,0 1,0 0,-1 1,0 0,-1 0,-1 0,0 1,-1 0,-1 0,0 1,-1-1,0 2,2 3,-5-18,0-1,0 0,1 0,-1 1,0-1,0 0,0 0,1 0,-1 1,0-1,0 0,1 0,-1 0,0 0,1 0,-1 0,0 0,0 0,1 0,-1 1,0-1,1 0,-1 0,0 0,0-1,1 1,-1 0,0 0,1 0,-1 0,0 0,0 0,1 0,-1 0,0-1,0 1,1 0,-1 0,0 0,0-1,1 1,-1 0,0 0,0 0,0-1,0 1,1 0,-1 0,0-1,0 1,0 0,0-1,0 1,0 0,0 0,0-1,0 1,0 0,0-1,0 1,0 0,0 0,0-1,0 1,0-1,22-43,-15 27,1 1,0 0,1 0,1 1,1 0,0 1,0 0,5-2,-16 15,0 1,1-1,-1 1,1-1,-1 1,0 0,1-1,-1 1,1 0,-1-1,1 1,-1 0,1 0,-1-1,1 1,0 0,-1 0,1 0,-1 0,1 0,-1 0,1 0,0 0,-1 0,1 0,-1 0,1 0,0 0,-1 0,1 0,-1 1,1-1,-1 0,1 0,-1 1,1-1,-1 0,1 1,-1-1,1 0,-1 1,0-1,1 1,-1-1,0 1,1-1,-1 1,0-1,1 1,-1-1,8 34,-7-26,-1-2,1 1,-1-1,1 0,1 1,-1-1,1 0,0 0,0 0,1-1,0 1,0 0,0-1,0 0,1 1,0-2,0 1,1 0,-1-1,1 0,0 0,0 0,3 1,5-1,0-2,0 0,1 0,-1-1,0-1,1 0,-1-1,0 0,1-1,-1 0,0-1,0-1,-1 0,1-1,-1 0,0-1,0-1,10-6,-14 9,1-1,-1 0,0 0,0-1,0 0,-1-1,0 1,0-1,0-1,-1 1,-1-1,1 0,-1 0,0-1,-1 0,0 0,-1 0,1 0,0-7,-4 13,0 0,-1 0,1 0,-1 0,0 0,0 0,0 0,0 0,0 1,-1-1,1 1,-1-1,0 1,0-1,0 1,0 0,0 0,0 0,-1 0,1 0,0 0,-1 1,0-1,1 1,-1 0,0-1,0 1,0 1,0-1,0 0,0 1,0-1,0 1,0 0,0 0,0 0,0 1,0-1,0 1,0-1,1 1,-1 0,0 0,0 0,0 1,1-1,-1 1,1-1,-2 2,-1 0,1 0,-1 0,1 0,-1 0,1 1,0 0,1 0,-1 0,1 0,-1 1,1-1,1 1,-1 0,1 0,-1 0,1 0,1 0,-1 0,1 1,0-1,0 1,1-1,-1 0,1 1,0-1,1 1,-1-1,1 1,0-1,1 0,-1 1,1-1,0 0,0 0,1 0,-1 0,1-1,0 1,1-1,-1 1,1-1,0 0,14 8,0-1,0 0,2-2,-1 0,1-1,0-1,1 0,-1-2,1-1,1 0,-1-2,0 0,2-1,62 6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35:37.06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81,'19'-11,"2"0,-1 2,1 0,0 1,1 2,0 0,0 1,0 1,1 1,11 0,-33 3,5-1,-1-1,0 1,1 0,-1 1,1 0,-1-1,0 2,1-1,-1 1,1 0,-1 0,0 0,0 0,1 1,-1 0,0 0,0 1,-1 0,1-1,-1 1,1 1,2 2,-6-3,-1 0,0 1,0-1,0 0,0 1,0-1,-1 0,0 0,1 0,-1 0,0 1,-1-1,1 0,0-1,-1 1,0 0,0 0,0-1,0 1,0-1,0 1,0-1,-1 0,0 2,-52 57,42-50,2 1,-1 0,1 0,1 1,1 0,-1 1,2 0,0 1,1-1,0 2,1-1,1 1,-1 5,7-12,0-1,1 1,-1 0,2 0,-1-1,1 0,1 1,-1-1,2 0,-1-1,1 1,0-1,0 0,1 0,0 0,0-1,1 0,-1 0,1-1,6 4,-2 1,21 19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35:37.35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1,'5'7,"1"2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35:34.43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495 1,'0'13,"0"19,0 19,0 18,0 14,0 10,2 4,1 0,2-5,3-10,4-12,7-12,7-15,9-14,6-15,4-14,-1-11,-8-4</inkml:trace>
  <inkml:trace contextRef="#ctx0" brushRef="#br0" timeOffset="266.924">1 469,'22'0,"24"-3,25 0,22-2,16 0,11 1,2 0,-20 2</inkml:trace>
  <inkml:trace contextRef="#ctx0" brushRef="#br0" timeOffset="816.575">776 923,'9'-9,"0"-2,-1 1,0-1,-1-1,0 1,-1-1,0 0,-1 0,0-1,-1 0,0 0,-1 0,-1 0,0 0,-1-1,0 1,-1-1,0 1,-1 0,-1-1,0 1,-1 0,0 0,-1 0,-1 0,-1-1,6 14,-1-1,1 1,-1 0,1-1,0 1,-1-1,1 1,0 0,-1-1,1 1,0-1,-1 1,1-1,0 1,0-1,0 1,-1-1,1 1,0-1,0 1,0-1,0 0,0 1,0-1,0 1,0-1,0 1,0-1,1 1,-1-1,0 1,0-1,0 1,1-1,-1 1,0-1,0 1,1-1,-1 1,0-1,1 1,-1 0,1-1,-1 1,1 0,-1-1,0 1,1 0,-1 0,1-1,-1 1,1 0,-1 0,1 0,0 0,-1 0,1 0,-1-1,1 1,-1 1,1-1,-1 0,1 0,-1 0,1 0,0 0,43 2,0 1,0 2,42 11,-80-15,-1 0,1 1,0-1,-1 1,1 0,-1 1,0-1,0 1,0 0,0 0,0 1,-1-1,1 1,-1 0,0 0,0 1,-1-1,1 1,-1 0,0 0,0 0,0 0,-1 1,0-1,0 1,1 5,1 37,-5-42,1-1,-1 0,1 0,0 0,1 0,-1 0,1 0,0 0,0 0,1 0,-1 0,1 0,0-1,1 1,-1-1,1 1,0-1,0 0,0 0,0 0,1 0,0-1,2 3,4-3,1 0,-1 0,0-1,1 0,-1-1,1 0,0-1,-1 0,1 0,-1-1,1-1,-1 0,1 0,-1-1,0 0,0-1,0 0,8-6,-8 6,-1 0,1-1,-2 0,1-1,0 0,-1 0,0-1,-1 0,1 0,-1-1,-1 0,0 0,0 0,0-1,-1 0,0 0,-1-1,0 1,0-1,-1 0,-1 0,1 0,-2 0,1-4,-2 12,1 0,-1 0,0 0,0 0,0 0,0 0,0 0,0 0,0 0,-1 0,1 0,-1 0,0 1,1-1,-1 0,0 0,0 1,0-1,0 0,0 1,-1-1,1 1,0-1,-1 1,1 0,-1 0,1-1,-1 1,0 0,1 0,-1 1,0-1,0 0,0 1,1-1,-1 1,0-1,0 1,0 0,0 0,0 0,0 0,0 0,0 0,-1 1,-3 3,0 0,1 0,0 1,0 0,0 0,0 0,1 1,0-1,0 1,0 0,1 1,0-1,0 0,0 1,1 0,0-1,1 1,-1 0,1 0,0 0,1 0,0 0,0 0,1 0,-1 0,2 5,1-3,0 1,1-1,0 0,0 0,1 0,0-1,0 0,1 0,0 0,0-1,1 1,0-1,1-1,-1 0,1 0,0 0,1-1,-1 0,1-1,0 0,0 0,1-1,-1 0,1-1,-1 0,1 0,0-1,0 0,0-1,0 0,-1-1,1 0,0 0,0-1,3-1,30-11</inkml:trace>
  <inkml:trace contextRef="#ctx0" brushRef="#br0" timeOffset="1756.259">1898 201,'-18'-72,"6"63,6 34,0 85,5 0,5 14,-3-108,0 40,4 1,10 55,-15-111,-1 1,1-1,0 1,0-1,0 1,0 0,0-1,0 1,0-1,1 1,-1-1,1 1,-1 0,1-1,-1 0,1 1,0-1,0 1,0-1,-1 0,1 0,0 1,1-1,-1 0,0 0,0 0,0 0,1 0,-1 0,0-1,1 1,-1 0,1-1,-1 1,1-1,-1 1,1-1,0 0,-1 0,1 0,-1 0,1 0,-1 0,1 0,0 0,-1 0,1-1,-1 1,1-1,-1 1,2-1,65-64,-62 56,0 2,1-1,0 1,1 0,-1 0,1 1,1 0,-1 0,1 1,0 0,0 0,9-2,-15 6,0 1,0-1,-1 1,1 0,0 0,0 0,0 0,-1 1,1-1,0 1,0-1,-1 1,1 0,-1 0,1 0,0 0,-1 1,0-1,1 1,-1 0,0-1,0 1,0 0,0 0,0 0,0 0,-1 1,1-1,-1 1,1-1,-1 1,27 84,-27-79,1 0,-1-1,0 1,-1 0,0 0,0 0,-1 0,0 0,0 0,-1 0,0-1,0 1,-1-1,0 1,0-1,-1 0,0 0,0 0,0-1,-1 1,0-1,0 0,-1 0,-6 4,11-9,-1 0,0-1,0 1,1-1,-1 1,0-1,0 1,0-1,0 0,1 0,-1 0,0 0,0 0,0 0,0-1,0 1,0 0,1-1,-1 0,0 1,0-1,1 0,-1 0,1 0,-1 0,0 0,1 0,0-1,-1 1,1 0,0-1,0 1,0-1,0 1,0-1,0 0,0 1,0-1,1 0,-1 0,-17-78,17 74,1-1,0 1,1 0,0-1,0 1,0-1,0 1,1 0,0 0,1 0,-1 0,1 0,0 1,1-1,-1 1,1 0,0 0,0 0,1 0,0 1,-1-1,2 1,-1 1,0-1,1 1,-1 0,1 0,0 0,0 1,0 0,0 0,1 1,-1-1,0 1,1 1,1-1,5 3,0-1,-1 2,1-1,-1 2,1 0,-1 0,0 1,-1 1,1 0,-1 0,0 1,-1 1,1 0,-2 0,1 1,-1 0,6 8,50 40,-61-54,0-1,1 1,-1-1,1 1,0-1,-1-1,1 1,0-1,0 1,0-1,0-1,0 1,0-1,0 0,0 0,0 0,1-1,-1 0,0 0,-1 0,1 0,0-1,0 0,0 0,-1 0,1-1,-1 0,0 1,0-1,0-1,0 1,3-4,3-3,0-2,0 1,-1-1,0-1,-1 1,0-2,-1 1,-1-1,0 0,-1 0,-1 5,-6 18,0 1,1-1,0 0,0 1,1-1,1 1,0-1,0 0,1 5,0-9,-1-1,1 0,0 0,1 0,-1 0,0 0,1 0,0 0,0-1,0 0,1 1,-1-1,1 0,-1-1,1 1,0-1,0 1,0-1,0 0,1-1,-1 1,1-1,-1 0,1 0,-1 0,1 0,1-1,5 1,0 0,0-1,1 0,-1-1,0-1,0 1,0-2,0 1,-1-2,10-3,-12 4,-1-1,0 0,0-1,0 1,0-1,-1-1,0 1,0-1,0 0,-1-1,0 1,0-1,0 0,-1 0,0 0,-1-1,1 1,-2-1,1 0,-1 0,0 0,-1 0,1-1,-2 1,1-6,-1 90,1-69,1 1,-1-1,1 1,1-1,-1 0,1 0,1 0,-1 0,1 0,0-1,1 0,-1 0,1 0,0 0,1-1,-1 0,1 0,0 0,1-1,-1 1,1-2,0 1,0-1,0 0,7 2,5-2</inkml:trace>
  <inkml:trace contextRef="#ctx0" brushRef="#br0" timeOffset="2017.504">3061 282,'-2'18,"6"11,11 4,3-2</inkml:trace>
  <inkml:trace contextRef="#ctx0" brushRef="#br0" timeOffset="2283.572">3422 776,'16'-8,"-1"0,-1-1,0 0,0-1,-1-1,0 0,0 0,-1-2,-1 1,0-2,-1 1,-1-1,0-1,-1 0,0 0,3-12,-9 25,-1-1,0 1,0-1,0 0,0 1,0-1,-1 0,1 1,-1-1,0 0,0 0,0 0,0 0,0 1,-1-1,1 0,-1 0,0 1,0-1,0 0,0 1,0-1,0 1,-1-1,1 1,-1 0,0 0,0 0,0-1,0 2,0-1,0 0,0 0,-1 1,1-1,0 1,-1 0,1-1,-1 1,0 1,1-1,-1 0,-3 0,-3 1,0 1,0 0,0 1,1 0,-1 0,0 1,1 0,-1 0,1 1,0 0,0 1,1 0,-1 0,1 0,0 1,1 0,-1 1,1-1,0 1,1 0,0 1,0-1,0 1,1 0,0 0,1 1,0-1,0 1,-1 6,3-10,0 1,1-1,0 0,0 1,0-1,1 0,0 1,0-1,0 0,0 0,1 0,0 0,0 0,0 0,1 0,0-1,0 1,0-1,0 0,1 0,-1 0,1 0,0 0,0-1,1 0,-1 0,1 0,2 1,8 4,1 0,0-2,0 1,1-2,0 0,0-1,0-1,5 0,56 3,-4-5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36:00.39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14,'714'-5,"-649"0,-99 1,-22 10,52-1,6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35:57.25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188 880,'-9'1,"0"0,0 0,0 1,1 0,-1 1,1 0,0 0,0 1,0 0,0 0,0 1,1 0,0 0,0 1,1-1,-1 2,1-1,0 1,1 0,0 0,0 0,0 1,1 0,0 0,1 0,-1 0,2 1,-2 3,5-6,1 0,-1-1,1 0,0 1,0-1,1 0,-1 0,1 0,1-1,-1 1,0-1,1 1,0-1,0 0,0-1,1 1,-1-1,1 0,0 0,0 0,0 0,0-1,0 0,0 0,1-1,-1 1,1-1,-1 0,3-1,17 7,-1-2,2-1,-1-1,0-1,1-1,-1-1,0-1,1-2,-1 0,0-2,0-1,-1-1,0-1,3-2,-19 7,0-1,0 0,0 0,-1 0,0-1,0-1,0 1,0-1,-1 0,0-1,0 1,-1-1,0 0,0-1,-1 1,1-1,-5 7,1 0,0 0,-1 0,1 0,-1 0,1-1,-1 1,0 0,1 0,-1 0,0 0,0 0,0-1,0 1,0 0,0 0,0 0,0 0,-1-1,1 1,0 0,-1 0,1 0,0 0,-1 0,0 0,1 0,-1 0,0 0,1 0,-1 0,0 0,0 1,0-1,0 0,1 0,-1 1,0-1,0 1,-1-1,1 1,0-1,0 1,0 0,0-1,0 1,-1 0,0 2,-1 0,1 0,-1 1,1-1,0 1,0-1,0 1,0 0,1 0,-1 0,1 0,-1 0,1 0,0 0,1 0,-1 0,0 1,1-1,0 0,-1 1,1-1,1 0,-1 3,1 2,1 0,0 0,0 0,1 0,0-1,0 1,1-1,0 0,0 0,1 0,-1 0,2-1,-1 0,1 0,0 0,0-1,0 0,1 0,0 0,0-1,0 0,0 0,1-1,-1 0,1 0,0-1,6 1,11 2</inkml:trace>
  <inkml:trace contextRef="#ctx0" brushRef="#br0" timeOffset="267.643">655 586,'-15'0,"-11"0,0 2,4 8,10 7,17 9,20 7,19 7,0-3</inkml:trace>
  <inkml:trace contextRef="#ctx0" brushRef="#br0" timeOffset="582.706">990 1174,'10'-8,"-1"-1,0 0,-1-1,0 0,0 0,-1-1,0 0,-1 0,0 0,-1-1,0 0,-1 0,0-1,-1 1,-1-1,0 1,0-1,-1 0,-1 0,0 0,-1 1,-1-1,1 0,-4-8,4 17,-1 0,0 0,0 0,0 0,-1 1,1-1,-1 0,0 1,0 0,0 0,0 0,-1 0,1 0,-1 0,0 1,0 0,0 0,0 0,0 0,0 1,0-1,-1 1,1 0,4 1,0 0,0 0,1 0,-1 0,0 0,1 0,-1 0,0-1,0 1,1 0,-1 0,0 0,1 0,-1 0,0 0,0 1,1-1,-1 0,0 0,1 0,-1 0,0 0,0 0,1 0,-1 1,0-1,0 0,1 0,-1 0,0 1,0-1,0 0,1 0,-1 0,0 1,0-1,0 0,0 1,0-1,0 0,1 0,-1 1,0-1,0 0,0 0,0 1,0-1,0 0,0 1,0-1,0 0,0 1,0-1,0 0,-1 0,1 1,0-1,0 0,0 0,0 1,0-1,-1 0,1 0,0 1,0-1,0 0,-1 0,1 1,33 11,0 0,1-2,1-2,33 4,-14-2,-32-5,87 27,-107-31,0-1,0 1,0 0,-1 1,1-1,0 0,-1 0,1 1,-1-1,0 1,1-1,-1 1,0 0,0 0,0-1,0 1,0 0,0 0,-1 0,1 0,-1 0,1 0,-1 0,0 0,0 0,0 0,0 0,0 0,0 0,0 0,-1 0,1 0,-1 0,1 0,-1 0,0 0,0 0,0 0,-1 1,-10 21,9-20,0 0,1 0,-1 0,1 0,0 0,0 1,0-1,0 1,1-1,0 1,0-1,0 1,0 0,1 0,0-1,0 1,0 0,1 0,-1-1,1 1,0 0,1-1,-1 1,1-1,0 1,1 2,4-2,0 0,0 0,0-1,0 0,1 0,-1-1,1 0,0 0,0-1,0 0,1 0,-1-1,0 0,1 0,-1-1,2 0,29 0</inkml:trace>
  <inkml:trace contextRef="#ctx0" brushRef="#br0" timeOffset="1384.016">1939 960,'-103'-32,"99"31,1 0,-1 1,0 0,0 0,0 0,0 0,0 0,1 1,-1 0,0 0,0 0,1 0,-1 1,0-1,1 1,0 0,-1 0,1 0,0 0,0 1,0-1,0 1,1 0,-1 0,-2 3,4-4,-1 1,1-1,0 1,0 0,0-1,0 1,0 0,1 0,-1 0,1 0,0 0,-1-1,1 1,1 0,-1 0,0 0,1 0,-1 0,1 0,0-1,0 1,0 0,1-1,-1 1,0 0,1-1,0 0,-1 1,1-1,0 0,0 0,1 0,-1 0,2 1,5 4,0 0,1-1,0-1,0 1,1-2,-1 1,1-1,5 1,3 0,0-1,0-1,0 0,0-2,0 0,0-1,0-1,16-3,-25 3,0-1,0 0,0-1,-1 0,1-1,-1 0,0-1,0 1,-1-2,1 1,-1-1,0 0,-1-1,0 0,0 0,0-1,3-5,-2 2,-2-1,1-1,-2 1,0-1,0 0,-1 0,0 0,-1-5,25 78,-24-51,0 0,0 0,1-1,1 0,-1 0,1 0,1-1,-1 1,1-2,0 1,1-1,0 0,0 0,0-1,0 0,1-1,0 0,0 0,0-1,0 0,1 0,-1-1,1-1,0 1,-1-2,1 1,0-1,-1-1,1 0,0 0,4-2,0-1,-1-1,-1 0,1-1,-1-1,0 0,-1-1,1 0,-2 0,1-1,-1-1,0 1,-1-2,0 1,-1-1,0-1,-1 0,3-5,-9 15,-1 2,-1-1,1 1,0-1,0 1,0 0,0-1,0 1,0-1,0 1,0 0,0-1,0 1,0-1,0 1,0 0,0-1,1 1,-1-1,0 1,0 0,0-1,0 1,1 0,-1-1,0 1,0 0,1 0,-1-1,0 1,1 0,-1-1,0 1,1 0,-1 0,0 0,1 0,-1-1,0 1,1 0,-1 0,1 0,-1 0,0 0,1 0,-1 0,1 0,-1 0,0 0,1 0,-1 0,1 0,-1 0,0 0,1 1,-1-1,1 0,-1 0,0 0,1 1,-1-1,0 0,0 0,1 1,-1-1,0 0,1 1,2 39,-4-36,1 1,0 0,0 0,1 0,0 0,0 0,0-1,0 1,0 0,1-1,0 1,0-1,0 1,1-1,0 0,-1 0,1 0,2 1,3 0,1 1,0-2,0 1,1-1,0 0,-1-1,1-1,0 1,0-1,0-1,1 0,-1 0,0-1,0-1,1 1,-1-2,0 1,0-2,0 1,1-1,2-2,-1 0,0-1,0 0,0-1,0 0,-1 0,-1-2,1 1,-1-1,-1-1,1 0,-2 0,1-1,-1-1,-11 54,2-35,-1-1,1 0,0 1,0-1,1 1,0-1,0 1,1-1,0 1,0-1,0 0,1 0,0 1,0-1,0 0,1 0,0-1,0 1,1-1,-1 1,1-1,1 0,-1 0,0-1,1 1,15 6</inkml:trace>
  <inkml:trace contextRef="#ctx0" brushRef="#br0" timeOffset="1665.851">3116 479,'-14'-7,"-6"-2,2 5,11 12,15 12,8 2</inkml:trace>
  <inkml:trace contextRef="#ctx0" brushRef="#br0" timeOffset="2082.263">3423 1067,'52'-216,"-24"119,-4 0,-4-2,-4-1,-5 0,-4-1,-4-7,-15-15,12 122,0 0,0 0,0 0,-1 0,1 0,0 0,0 0,-1-1,1 1,0 0,-1 1,1-1,-1 0,1 0,-1 0,0 0,1 0,-1 0,0 1,0-1,1 0,-1 0,0 1,0-1,0 1,0-1,0 1,0-1,0 1,0 0,0-1,0 1,-23 27,11 10,2 1,2 0,1 1,1 0,3 0,0 31,1-19,2 1,2-1,3 0,2 1,2-2,2 1,2-1,3-1,1 0,3-1,11 18,-24-55,1 1,-1-1,2 0,0 0,0-1,1 0,0 0,8 5,-14-12,1 0,0-1,0 1,1-1,-1 0,0 0,1 0,-1 0,1-1,0 0,-1 0,1 0,0-1,0 1,0-1,-1 0,1-1,0 1,0-1,-1 0,1 0,0 0,-1-1,1 1,0-2,6-3,0-1,-1 0,0-1,-1 0,0 0,0-1,0-1,-1 1,-1-1,0-1,0 1,-1-1,0 0,-1-1,0 1,-1-1,0 0,-1 0,0 0,0-8,-2 19,-1 0,1 0,-1 1,1-1,-1 0,0 0,1 0,-1 0,0 0,1 0,-1 1,0-1,0 0,0 0,0 0,0 0,0 0,0 0,0 0,0 0,-1 0,1 0,0 0,-1 0,1 0,0 1,-1-1,1 0,-1 0,1 0,-1 1,0-1,1 0,-1 1,0-1,1 0,-1 1,0-1,0 1,0-1,0 1,1 0,-1-1,0 1,0 0,0-1,0 1,0 0,0 0,0 0,0 0,0 0,0 0,0 0,0 0,1 0,-1 1,0-1,0 0,-1 1,-3 4,-1 0,1 0,0 0,0 1,1 0,-1 0,1 1,1-1,-1 1,1 0,0-1,1 1,0 1,0-1,0 0,1 0,0 1,0-1,1 1,0-1,1 1,-1-1,1 1,2 6,3-2,0 0,0 0,1 0,1-1,0 0,1 0,0-1,0 0,1-1,0 0,1 0,0-1,1-1,-1 0,1 0,0-1,1-1,0 0,6 1,27 11</inkml:trace>
  <inkml:trace contextRef="#ctx0" brushRef="#br0" timeOffset="2263.93">3557 533,'-16'-7,"-8"-2,4 0,12 2,25 2,30 2,29 1,27 4,17 3,5 1,-18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35:54.87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273 218,'0'16,"0"16,0 15,0 10,0 5,0 3,0-3,-3-5,0-7,-2-11,-1-11</inkml:trace>
  <inkml:trace contextRef="#ctx0" brushRef="#br0" timeOffset="325.163">58 4,'-2'4,"-1"0,1 0,0 0,0 1,1-1,-1 1,1-1,0 1,0 0,1-1,-1 1,1 0,0 0,0 0,1-1,-1 1,1 0,0-1,1 1,-1 0,2 2,53 88,-19-55,2-2,1-2,2-1,1-3,27 15,89 71,-147-109,0 2,-1-1,0 2,-1-1,0 2,5 9,-13-20,0 1,-1-1,1 1,-1 0,0 0,0 0,0-1,0 1,-1 0,1 0,-1 0,1 0,-1 0,0 0,0 1,-1-1,1 0,-1 0,1 0,-1-1,0 1,0 0,0 0,0 0,-1-1,1 1,-1 0,0-1,0 1,0-1,0 0,0 0,0 0,0 0,-1 0,1 0,-1 0,-19 9,-1 0,0-1,0-2,-1 0,0-1,0-2,-1 0,1-2,-20 0,43-2,-64 7,0-3,0-3,-63-6,112-4,39-2,9 2</inkml:trace>
  <inkml:trace contextRef="#ctx0" brushRef="#br0" timeOffset="1047.478">754 713,'2'4,"0"0,0 0,0 0,1 0,0 0,0-1,0 1,0-1,0 0,1 0,0 0,-1-1,1 1,0-1,0 0,0 0,1 0,-1 0,0-1,1 0,-1 0,1 0,-1 0,1-1,0 0,-4 0,16 5,1-1,-1-1,1 0,0-2,0 0,0-1,0-1,5-1,-21 2,0 0,0 0,0-1,0 1,0-1,0 1,0-1,0 0,0 0,-1 0,1 0,0 0,0 0,-1 0,1 0,0-1,-1 1,0-1,1 1,-1-1,0 0,0 1,0-1,0 0,0 0,0 0,0 0,-1 0,1 0,-1 0,1 0,-1 0,0 0,0 0,1 0,-2 0,1 0,0 0,0 0,-1 0,1 0,-1 0,0-1,-6-11,0 1,0 1,-2 0,0 0,0 0,-1 1,0 0,-1 1,0 0,0 1,-1 0,-9-4,15 9,0-1,0 1,-1 0,0 1,0 0,0 0,0 0,-1 1,1 0,-1 0,1 1,-1 0,1 0,-1 1,0 0,0 0,1 1,-4 0,12-1,0 0,-1 0,1 0,-1 0,1 0,-1 0,1 0,-1 1,1-1,0 0,-1 0,1 0,-1 0,1 1,-1-1,1 0,-1 1,0-1,1 0,-1 1,1-1,-1 1,0-1,1 0,-1 1,0-1,1 1,-1-1,0 1,0-1,1 1,-1-1,0 1,0 0,0-1,0 1,0-1,0 1,0-1,0 1,0-1,0 1,0 0,0-1,0 1,0-1,-1 1,1-1,0 1,0-1,-1 1,1-1,0 1,-1-1,1 0,0 1,-1-1,1 1,-1-1,1 0,0 1,-1-1,1 0,-1 1,1-1,-1 0,0 0,28 6,0-2,0-1,0-2,0 0,26-4,-25 3,289-22,-317 22,2 0,0-1,-1 0,1 1,0-1,-1 1,1 0,0 0,0-1,-1 1,1 0,0 0,0 1,-1-1,1 0,0 1,0-1,-1 1,1-1,0 1,-1 0,1 0,-1-1,1 1,-1 0,1 1,-1-1,0 0,0 0,1 0,-1 1,0-1,0 1,0-1,0 1,-1-1,1 1,0 0,-1-1,1 1,-1 0,1 0,-1 22,-1-20,0 0,1 0,0 0,0-1,0 1,0 0,1 0,0 0,-1-1,1 1,1 0,-1-1,0 1,1-1,0 1,0-1,0 0,0 1,0-1,1 0,-1-1,2 2,6 1,0 1,0-2,0 1,1-2,0 1,0-1,0-1,0 0,0 0,0-2,1 1,-1-1,4-1,-6 2,0 0,0-1,0 0,1-1,-1 1,0-2,0 0,-1 0,1 0,0-1,-1 0,1-1,-1 0,0 0,0-1,0 0,-1 0,0-1,0 0,0 0,-1-1,0 1,0-1,-1-1,0 1,0-1,0 0,2-8,-5 8,0 0,0-1,-1 1,0-1,-1 0,1 1,-2-1,1 0,-1 1,-2-6,3 15,0-1,0 0,-1 0,1 0,0 0,0 0,0 1,-1-1,1 0,0 0,0 0,-1 0,1 0,0 0,0 0,-1 0,1 0,0 0,0 0,-1 0,1 0,0 0,0 0,-1 0,1 0,0 0,0 0,-1 0,1 0,0 0,0-1,0 1,-1 0,1 0,0 0,0 0,0-1,-1 1,1 0,0 0,0 0,0-1,0 1,0 0,-1 0,1-1,0 1,0 0,0 0,0 0,0-1,0 1,0 0,-4 24,3-15,1 0,0 0,1 0,0 0,1 0,0 0,0 0,0-1,2 1,-1-1,1 0,0 0,0 0,1 0,0-1,0 0,1 0,0 0,1-1,-1 1,1-2,0 1,0-1,1 0,0 0,0-1,0 0,7 2,1-2,0 0,1-1,-1 0,1-1,0-1,0-1,-1 0,1-2,0 0,-1 0,10-4,21-5</inkml:trace>
  <inkml:trace contextRef="#ctx0" brushRef="#br0" timeOffset="1508.023">2291 632,'-2'1,"1"0,-1 1,1-1,0 0,0 1,0-1,0 1,0-1,0 1,0 0,0-1,0 1,1 0,-1-1,1 1,-1 0,1 0,0 0,0-1,0 1,0 0,0 0,0 0,0 0,0-1,1 1,-1 0,1 0,0-1,-1 1,1 0,0-1,0 1,0 0,0-1,0 1,0-1,0 0,1 1,-1-1,0 0,1 0,-1 0,3 1,10 5,0-1,1-1,0 0,0-1,0 0,0-1,1-1,-1-1,1 0,2-1,19 3,126 14,-156-17,-1 1,1-2,0 1,0-1,0 0,0-1,-1 1,1-1,-1 0,1-1,-1 0,0 0,0 0,0-1,0 0,-1 0,1 0,-1-1,0 0,2-3,-5 7,-1-1,0 1,1-1,-1 1,0-1,0 1,0-1,0 0,-1 0,1 1,0-1,-1 0,1 0,-1 0,0 0,0 0,1 0,-1 1,0-1,-1 0,1 0,0 0,-1 0,1 0,-1 0,1 1,-1-1,0 0,1 0,-1 1,0-1,-1 0,1 1,0-1,0 1,-55-44,42 39,0 0,0 1,0 1,-1 0,1 1,-1 0,0 2,0-1,0 2,0 0,0 1,0 0,0 1,1 1,-15 4,25-6,0 1,0-1,1 1,-1-1,0 1,1 0,0 0,-1 1,1-1,0 1,0 0,1-1,-1 1,0 1,1-1,0 0,0 0,0 1,0 0,0-1,1 1,0 0,-1-1,1 1,1 0,-1 0,1 0,-1 0,1 0,0 0,0 0,1 0,-1 0,1 0,0 0,0 0,0-1,1 1,-1 0,1-1,0 1,0-1,1 1,4 5,0 0,1 0,1-1,-1-1,1 1,1-1,-1-1,1 0,0 0,1-1,-1 0,1-1,0 0,3 0,28 8</inkml:trace>
  <inkml:trace contextRef="#ctx0" brushRef="#br0" timeOffset="1776.088">2906 151,'-18'-18,"-18"-13,-16-4,-10 5,-7 7,0 10,7 13,12 15,14 13,20 9,22 6,21 7,16 2,-1-7</inkml:trace>
  <inkml:trace contextRef="#ctx0" brushRef="#br0" timeOffset="2057.612">2772 565,'-3'19,"0"7,3 5,7-1,13-6,13-7,13-6,13-5,11-3,-6-3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35:53.49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22 312,'-11'-2,"1"-1,10 0,18-2,18 1,20 0,16 1,10 1,3 1,-2 3,-11 3,-16 6,-18 5,-19 2,-13-2</inkml:trace>
  <inkml:trace contextRef="#ctx0" brushRef="#br0" timeOffset="290.897">116 499,'5'2,"12"1,20 0,21 0,17-1,10-4,1 0,-5-3,-15-1</inkml:trace>
  <inkml:trace contextRef="#ctx0" brushRef="#br0" timeOffset="556.746">611 5,'-61'-5,"60"5,1 0,-1 0,1 0,-1 0,1 0,-1 1,1-1,-1 0,1 0,-1 0,1 1,0-1,-1 0,1 0,-1 1,1-1,0 0,-1 1,1-1,0 0,-1 1,1-1,0 1,0-1,-1 0,1 1,0-1,0 1,0-1,-1 1,1-1,0 1,0-1,0 1,0-1,0 1,0-1,0 1,0-1,0 1,0-1,1 1,-1-1,0 1,0-1,0 0,0 1,1-1,-1 1,0-1,1 0,-1 1,0-1,1 1,-1-1,0 0,1 1,-1-1,0 0,1 0,-1 1,1-1,-1 0,1 0,-1 0,86 50,69 9,-103-41,0 2,-1 2,-1 3,7 6,-52-29,0 1,-1-1,1 1,-1 0,0 0,0 0,0 0,0 1,-1 0,1 0,-1 0,0 0,0 0,0 1,-1-1,0 1,0 0,0-1,0 1,-1 0,1 0,-1 0,0 0,-1 1,0-1,1 0,-2 0,1 0,-1 0,1 1,-1-1,-1 2,-8 11,0 0,-1-1,-1 0,0-1,-1-1,-1 0,0-1,-1 0,-1-1,-14 9,19-13,-226 169,176-134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36:04.70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181 69,'-19'-14,"-12"-4,-5 1,0 3,7 9,8 9,12 11,11 10,4 1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36:05.31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0,'7'0,"11"0,16 0,19 0,18 0,17 0,13 0,6 0,0 0,-20 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36:07.20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68 3,'-14'-3,"-4"5,1 3,5 4,5 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36:05.68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5 31,'-1'-1,"1"1,-1-1,1 0,0 1,-1-1,1 0,0 0,-1 1,1-1,0 0,0 0,0 1,-1-1,1 0,0 0,0 0,0 1,1-1,-1 0,0 0,0 0,0 1,0-1,1 0,-1 0,0 1,1-1,-1 0,1 1,-1-1,1 0,-1 1,1-1,-1 1,1-1,-1 1,1-1,0 1,-1-1,1 1,0-1,0 1,-1 0,1 0,0-1,0 1,-1 0,1 0,0 0,0 0,0 0,-1 0,1 0,48 7,-47-7,25 6,-1 1,0 1,-1 1,0 1,0 2,-1 0,-1 2,0 0,2 3,-22-14,1-1,-1 1,0 0,0 0,0 0,0 0,0 0,-1 1,1-1,-1 1,0 0,0 0,-1 0,1 0,-1 0,0 0,0 0,0 0,0 0,-1 1,0-1,1 0,-2 0,1 1,0-1,-1 0,0 0,0 0,0 0,-1 1,1-2,-1 1,0 0,0 0,0 0,-2 2,-11 11,1 0,-2-1,0-1,-1 0,-16 9,-41 40,72-63,1-1,-1 1,1 0,0 0,-1-1,1 1,0 0,0 0,0 1,0-1,0 0,0 0,0 1,0-1,0 0,0 1,1-1,-1 1,1-1,-1 0,1 1,-1 0,1-1,0 1,0-1,0 1,0-1,0 1,0 0,0-1,0 1,1-1,-1 1,1-1,-1 1,1-1,-1 1,1-1,0 0,0 1,0-1,0 0,0 0,0 1,0-1,0 0,10 3,-1 1,1-1,0-1,0 0,0-1,1 0,-1-1,1 0,-1-1,6 0,4 1,53 2,-1-4,1-2,72-14,-71-5,-56 11</inkml:trace>
  <inkml:trace contextRef="#ctx0" brushRef="#br0" timeOffset="299.964">18 272,'16'-4,"19"-2,21 0,20 1,13-1,7 1,1 1,-17 2</inkml:trace>
  <inkml:trace contextRef="#ctx0" brushRef="#br0" timeOffset="583.756">847 84,'-3'4,"1"-1,0 1,0 0,0-1,1 1,0 0,-1 0,1 0,0 0,1 0,-1 0,1 0,0 0,0 1,0-1,0 0,1 0,0 0,0 0,0 0,0 0,2 3,-3-5,3 13,0-1,1 0,1 0,0 0,1-1,0 1,1-2,1 1,0-1,1 0,0 0,0-1,1 0,1-1,0 0,0-1,1 0,0-1,0 0,1-1,0-1,1 0,1 1,10-1,0-1,1-1,-1 0,1-2,0-2,-1 0,1-1,-1-2,1 0,16-6,5-3</inkml:trace>
  <inkml:trace contextRef="#ctx0" brushRef="#br0" timeOffset="850.237">794 232,'23'0,"20"0,20 0,15 0,7 0,1-2,-7-4,-15-2,-18 0</inkml:trace>
  <inkml:trace contextRef="#ctx0" brushRef="#br0" timeOffset="1233.097">887 45,'240'-12,"-173"11,507-8,-548 6,-80 3,32 3,0 1,1 1,-1 1,1 1,1 1,-5 2,18-7,0 0,1 1,-1 0,1 0,0 0,1 0,-1 1,1 0,0 0,0 1,0-1,1 1,-1 0,2 0,-1 1,1-1,0 1,0 0,0 0,0 4,2-6,1 0,0 0,0 0,0 0,1 0,-1 0,1 0,0 0,1 0,-1-1,1 1,0 0,0-1,0 1,1-1,-1 0,1 0,0 0,1 0,-1 0,1-1,-1 1,1-1,0 0,4 3,7 3,0 0,0-1,1 0,-1-1,2-1,15 4,-1-1,1-1,1-2,0-1,-1-2,1-1,0-1,0-2,0-2,0-1,0-1,-1-1,28-11,-49 14,1-1,-1-1,0 0,0-1,0 0,-1 0,0-1,0-1,-1 1,0-2,0 1,-1-1,0 0,0-1,-1 0,-1 0,0-1,0 0,-1 0,0 0,-1 0,1-4,-6 15,1 1,0-1,-1 0,1 0,-1 0,1 0,-1 1,1-1,0 0,-1 0,1 0,-1 0,1 0,-1 0,1 0,-1 0,1-1,-1 1,1 0,-1 0,1 0,0 0,-1-1,1 1,-1 0,1 0,0-1,-1 1,1 0,0-1,-1 1,1 0,0-1,0 1,-1 0,1-1,0 1,0-1,-1 1,1 0,0-1,0 1,0-1,0 1,0-1,0 1,0-1,0 1,0-1,0 1,0-1,0 1,0 0,0-1,0 1,0-1,1 1,-1-1,0 1,-3 8,-1 0,1 0,0 0,1 0,0 1,1-1,-1 1,2 0,-1-1,1 1,0 0,1-1,0 1,1-1,0 1,0-1,0 1,1-1,2 4,0-2,1 0,0 0,0-1,1 0,0-1,0 1,1-1,0-1,1 1,-1-1,1-1,1 0,-1 0,1-1,0 0,1 0,-1-1,1-1,-1 0,1 0,0-1,10 0,5-1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36:03.26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8 161,'-2'18,"-1"13,0 11,3 4,4 1,3 1,3-7,0-10</inkml:trace>
  <inkml:trace contextRef="#ctx0" brushRef="#br0" timeOffset="266.472">422 148,'-9'16,"-5"12,-3 10,2 6,3 2,4-2,4-7,1-7,5-8,1-11,0-7</inkml:trace>
  <inkml:trace contextRef="#ctx0" brushRef="#br0" timeOffset="532.493">156 68,'598'0,"-572"0,-19-1,1 0,-1 1,1 0,-1 0,1 1,-1 0,1 0,-1 1,0 0,0 0,1 0,-1 1,1 2,-5-2,-1 1,0 0,0 0,0 0,0 1,-1-1,0 0,0 1,0-1,0 1,-1-1,0 1,0-1,0 1,0-1,-1 1,1-1,-1 0,0 1,-1-1,1 0,-1 1,0-1,0 0,-1 2,3-6,-89 214,89-214,-1 0,1 0,-1 0,1 1,0-1,0 0,-1 0,1 1,0-1,-1 0,1 1,0-1,0 0,0 1,-1-1,1 1,0-1,0 0,0 1,0-1,0 1,0-1,-1 0,1 1,0-1,0 1,0-1,1 0,-1 1,0-1,0 1,0-1,0 0,0 1,0-1,0 1,1-1,-1 0,0 1,0-1,1 0,-1 1,0-1,0 0,1 0,-1 1,0-1,1 0,-1 0,1 1,-1-1,0 0,1 0,-1 0,0 0,1 0,-1 1,1-1,-1 0,0 0,1 0,-1 0,1 0,-1 0,1 0,-1-1,0 1,1 0,-1 0,23-24,-2-14,-2-1,-1 0,-2-2,-2 0,17-42,12-16,-38 110,-6 9,1 1,1-1,1 0,0 1,2-1,1 0,0-1,1 1,1-1,3 4,89 126,-76-119,-21-27,13 34,-21-27</inkml:trace>
  <inkml:trace contextRef="#ctx0" brushRef="#br0" timeOffset="815.98">810 268,'77'-21,"1"4,1 3,0 3,29 2,-60 5,-10 0,8-2,-1 3,0 2,1 1,8 4,-51-5,0 1,0 0,0 1,-1-1,1 1,0-1,0 1,0 0,0 0,-1 0,1 0,-1 0,1 1,-1-1,1 1,-1 0,0 0,1-1,-1 1,0 1,0-1,-1 0,1 1,0-1,-1 0,1 1,-1 0,0-1,0 1,0 0,0 0,-1-1,1 1,-1 0,1 0,-1 1,-17 92,13-86,1 1,0-1,1 1,0 0,0-1,2 1,-1 0,1 0,1 0,0 0,0 1,0-10,-1 1,1-1,0 0,0 0,-1 1,1-1,1 0,-1 0,0 0,0 0,1 0,-1 0,1 0,0-1,-1 1,1-1,0 1,0-1,0 1,0-1,0 0,1 0,-1 0,0 0,0-1,1 1,-1 0,0-1,1 0,0 1,11-5</inkml:trace>
  <inkml:trace contextRef="#ctx0" brushRef="#br0" timeOffset="1164.459">1265 0,'201'0,"-1"8,105 22,-291-28,-3-1,0 1,0 0,-1 0,1 1,-1 0,1 1,-1 1,7 3,-15-6,0 1,1 0,-1 0,0 0,0 0,0 0,-1 1,1-1,-1 0,0 1,0-1,0 1,0-1,-1 1,1 0,-1-1,0 1,0-1,-1 1,1 0,-1-1,0 4,0 13,1 243,10-231,-1-25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36:01.05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14 0,'-7'70,"2"1,4 0,4 17,-2-72,0 0,2-1,0 1,1-1,0 0,6 13,-8-24,-1 0,1 0,0 0,0-1,0 1,1-1,0 1,-1-1,1 0,0 0,0 0,1 0,-1-1,1 1,-1-1,1 0,0 0,0 0,0-1,0 1,0-1,0 0,0 0,0 0,0-1,1 1,1-1,4-3,1 1,-1-2,0 0,0 0,-1 0,1-1,-1-1,0 0,-1 0,1 0,-1-1,0-1,-1 1,0-1,0-1,-1 1,0-1,0 0,-1 0,0-1,-1 1,0-1,0 0,-1-3,4-6,0-1,-2-1,0 1,-2-1,0 1,-1-1,-2 0,0 0,-1 0,0 0,-13-6,13 26,0 1,1 0,-1 0,1 0,-1 0,0 0,1 0,-1 0,1 0,-1 0,0 0,1 0,-1 1,1-1,-1 0,0 0,1 1,-1-1,1 0,-1 1,1-1,-1 0,1 1,-1-1,1 1,0-1,-1 1,1-1,0 1,-1-1,1 1,0-1,-1 1,1-1,0 1,0 0,0-1,0 1,0-1,-1 1,1 0,0-1,0 1,1-1,-1 1,0 0,-4 16,1 0,1 0,1 0,0 1,1-1,1 0,0 0,2 0,0 0,0 0,4 6,8 24,2-1,2 0,10 15,-6-18,-4-9</inkml:trace>
  <inkml:trace contextRef="#ctx0" brushRef="#br0" timeOffset="1368.445">695 187,'-2'16,"-1"14,0 10,3 5,4 4,3-3,1-5,-1-4,-2-9</inkml:trace>
  <inkml:trace contextRef="#ctx0" brushRef="#br0" timeOffset="1653.129">669 254,'5'14,"10"11,11 6,14 4,11-1,3-2,0-6,-5-8,-11-7</inkml:trace>
  <inkml:trace contextRef="#ctx0" brushRef="#br0" timeOffset="1936.425">1070 174,'0'-14,"-2"-4,-1 3,-2 11,-1 13,2 14,0 14,2 11,1 5,5 3,4 0,3-4,5-8,-2-12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36:14.24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114 0,'-6'3,"-1"-1,1 1,0 0,0 1,0-1,1 1,-1 0,1 1,0-1,0 1,0 0,1 1,0-1,0 1,0-1,1 1,-1 0,2 0,-1 1,1-1,-1 1,1 3,-1 1,0 1,1-1,1 1,0 0,1-1,0 1,0 0,1-1,1 1,0 0,1-1,3 9,1-6,0-1,1 0,0-1,1 1,1-2,0 1,0-2,1 1,1-1,0-1,0 0,0-1,1 0,1-1,-1 0,1-1,0-1,1 0,-1-1,1 0,0-1,0-1,0-1,0 0,13-1,-22 0,-1-1,0 1,0-1,0 0,0-1,0 1,0-1,0 0,0-1,-1 1,1-1,-1 1,1-2,-1 1,0 0,0-1,-1 1,1-1,-1 0,0-1,0 1,0 0,0-1,-1 0,0 1,0-1,0 0,-1 0,1 0,-1 0,0 0,-1-1,1 1,-1 0,0-3,0-6,0-1,-1 1,0 0,-1-1,-1 1,-1 0,1 0,-2 1,0-1,-1 1,0 0,-1 0,0 1,-1 0,-1 0,0 1,0 0,-1 1,0 0,-3-1,9 7,-1 1,0 0,0 1,1-1,-2 1,1 0,0 0,0 1,-1 0,1-1,0 2,-1-1,1 1,-1 0,1 0,-1 0,1 1,-1 0,1 0,-1 0,1 0,0 1,0 0,0 0,0 1,0 0,0-1,1 1,-1 1,0 0,-2 2,0 1,0 0,0 0,1 0,0 1,0 0,1 0,0 1,1-1,0 1,0 0,1 1,0-1,0 0,1 1,0-1,1 1,0 0,1 0,0 8,6 31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36:14.53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64 421,'1'-58,"0"4,-1 0,-3 0,-3 0,-1 1,-5-8,0 28,13 34,-1-1,0 1,0-1,0 1,0-1,0 1,0-1,0 1,0-1,0 1,0-1,-1 0,1 1,0-1,0 1,0-1,0 1,-1-1,1 0,0 1,0-1,-1 0,1 1,0-1,-1 0,1 1,0-1,-1 0,1 1,-1-1,1 0,0 0,-1 0,1 1,-1-1,1 0,-1 0,1 0,-1 0,1 0,0 0,-1 0,1 0,-1 0,1 0,-1 0,1 0,-1 0,1 0,-1-1,1 1,0 0,-1 0,1 0,-1-1,1 1,0 0,-1 0,1-1,0 1,-1 0,1-1,0 1,-1-1,-2 30,0 1,2-1,1 0,2 1,1-1,1 0,4 14,58 264,-54-252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36:15.00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77 1,'9'18,"5"17,1 17,-6 13,-12 13,-20 12,-23 9,-5-13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36:15.56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80 0,'4'21,"4"15,1 13,-6 10,-10 6,-13 4,-17 1,-2-11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36:16.61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0,'3'19,"2"12,3 10,5 5,2 4,1 0,-3 0,-5 2,-11 0,-16-1,-5-10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36:16.86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1,'16'4,"14"3,11-2,6 0,-6-1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36:17.05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1,'14'0,"11"0,1 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36:17.23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6,'16'0,"14"-2,2-1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36:17.40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1,'16'2,"14"1,11 0,-1-1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36:17.61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0,'16'0,"14"0,2 0</inkml:trace>
  <inkml:trace contextRef="#ctx0" brushRef="#br0" timeOffset="1">602 40,'16'0,"5"0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36:20.20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116 178,'-9'6,"0"1,0 0,1 0,-1 1,2 0,-1 1,1 0,0 0,1 0,0 1,1 0,0 0,0 0,0 5,2-8,1 0,1 0,-1-1,1 1,0 0,1 0,0 0,0 0,0 0,1 0,0 0,0 0,1 0,0-1,0 1,0 0,1-1,0 0,0 0,1 0,0 0,0 0,3 3,-1-2,1-1,1 1,-1-1,1 0,0-1,0 0,1 0,0-1,-1 0,1-1,1 1,-1-2,0 1,1-1,-1-1,1 0,0 0,-1-1,1 0,0-1,-1 0,1 0,-1-1,1 0,-1-1,0 0,0-1,0 0,0 0,-1 0,1-1,-1-1,0 0,-1 0,0 0,0-1,0 0,0 0,-1 0,4-9,-4 6,-1 0,-1 0,0-1,0 0,-1 1,0-1,-1-1,0 1,-1 0,-1 0,1-1,-2 1,1 0,-2 0,1-1,-2 1,0-3,1 7,-1 0,1 0,-1 0,0 1,-1-1,1 1,-1 0,-1 0,1 0,-1 0,0 1,0 0,-1 0,0 0,1 0,-2 1,1 0,0 1,-1-1,1 1,-1 1,0-1,0 1,0 0,-1 1,-5-1,4 1,0 1,-1 1,1 0,0 0,0 1,0 0,0 0,0 1,1 0,-1 1,1 0,0 0,0 1,0 0,0 0,1 1,0 0,0 0,1 1,-1 0,2 0,-1 0,1 1,0 0,0 0,1 0,0 0,1 1,0 0,0-1,1 1,0 0,0 1,1 1,0 35</inkml:trace>
  <inkml:trace contextRef="#ctx0" brushRef="#br0" timeOffset="350.344">798 164,'-7'15,"1"0,0 1,1-1,1 1,0 1,1-1,1 0,0 1,1 16,1-26,0 0,1 1,0-1,0 0,1 1,0-1,0 0,0 0,1 0,0-1,0 1,1 0,0-1,0 0,1 0,-1 0,1-1,0 0,1 0,-1 0,1 0,0-1,2 1,0-2,1 0,-1 0,1-1,0 0,-1 0,1-1,0 0,0-1,0 0,0 0,0-1,0 0,0-1,-1 0,1 0,-1-1,1 0,-1 0,0-1,0 0,0-1,-1 0,1 0,-1 0,0-1,-1 0,1 0,-1-1,-1 0,1 0,-1 0,0-1,-1 0,0 0,3-6,-1-1,0-1,-1 0,0 0,-1 0,-1 0,-1-1,0 1,-2-1,1 1,-2-1,-1-11,1 20,0 0,-1-1,0 1,0 0,0 0,-1 0,0 1,-1-1,0 0,0 1,-1 0,1 0,-1 1,-1-1,0 1,0 0,0 0,0 1,-1 0,0 0,0 1,0 0,-7-3,2 4,-1 0,0 2,0-1,0 2,0-1,-1 2,1 0,0 0,0 2,1-1,-1 2,0-1,1 2,0 0,0 0,0 1,1 0,0 1,0 1,-7 6,-43 30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36:18.29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535 97,'-13'-11,"0"1,0 0,-1 1,0 1,-1 0,0 1,0 1,0 0,-1 1,0 0,0 2,0 0,-1 0,1 2,-1 0,1 1,-1 0,1 2,0 0,-1 0,1 2,0 0,0 1,1 0,-1 1,1 1,1 1,-1 0,1 1,1 0,-4 4,14-12,0 1,1-1,-1 1,0 0,0 0,1 0,-1 1,1-1,0 1,0-1,-1 1,2 0,-1 0,0 0,1 0,-1 0,1 0,0 0,0 0,0 1,0-1,1 0,-1 1,1-1,0 0,0 1,0-1,1 1,-1-1,1 0,0 1,0-1,0 0,0 0,0 0,1 0,-1 0,1 0,0 0,0 0,0-1,2 3,9 1,0-1,0 0,1-1,0-1,-1 0,1-1,0 0,0-1,0-1,1 0,-1-1,0-1,0 0,-1 0,1-2,1 0,3 2,-1-1,1-1,-1 0,0-1,0-1,-1-1,1 0,-1-1,-1-1,0 0,0-1,-1-1,0 0,0-1,-2 0,1-1,-2-1,0 0,0 0,-1-1,3-8,-13 23,0 1,1-1,-1 1,0-1,0 1,1-1,-1 0,0 1,1-1,-1 1,1-1,-1 0,1 1,-1-1,0 0,1 0,-1 0,1 1,-1-1,1 0,-1 0,1 0,-1 0,1 0,-1 0,1 0,-1 0,1 0,0 0,-1 0,1 0,-1 0,1 0,-1 0,1 0,-1-1,0 1,1 0,-1 0,1-1,-1 1,1 0,-1-1,0 1,1 0,-1-1,0 1,1-1,-1 1,0 0,1-1,-1 1,0-1,0 1,0-1,1 0,14 27,-2 0,0 0,-2 1,0 1,-2 0,-2 0,0 1,1 19,-8-38,0-1,0 1,-2-1,1 1,-1-1,0 1,-1-1,0 0,0 0,-1 0,-1-1,1 1,-1-1,-1 0,1-1,-1 1,-1-1,1 0,-1 0,0-1,-1 0,0 0,0-1,0 0,-2 0,-7 5,-1-1,0-1,-1-1,0-1,0 0,0-2,-1 0,1-1,-1-1,0 0,-15-2,-4-5,8-1</inkml:trace>
  <inkml:trace contextRef="#ctx0" brushRef="#br0" timeOffset="508.748">1203 149,'-8'-7,"1"0,-1 1,0-1,0 2,-1-1,0 1,0 0,0 1,-1 0,1 1,-1 0,0 0,0 1,0 0,0 1,0 0,-1 1,1 0,0 0,0 1,0 0,0 1,0 0,0 1,-1 0,8-1,0 0,0 0,0 0,0 0,0 0,1 1,-1-1,1 1,-1-1,1 1,0 0,0 0,0 0,1 1,-1-1,1 0,-1 0,1 1,0-1,0 1,1-1,-1 1,1 0,0-1,0 1,0-1,0 1,0 0,1-1,0 1,0-1,0 1,0-1,0 0,1 1,-1-1,1 0,0 0,0 0,0 0,1 0,-1-1,0 1,1-1,2 3,6-1,-1 1,1-2,0 1,0-2,0 1,0-1,0-1,1 0,-1-1,1 0,-1-1,0 0,1 0,-1-1,0-1,0 0,0-1,-1 0,1 0,-1-1,0 0,0-1,6-5,48-56,-63 66,0 0,-1 0,1 1,0-1,0 0,0 0,0 0,0 1,0-1,0 1,0-1,0 1,0-1,0 1,0-1,0 1,1 0,-1 0,0 0,0-1,0 1,1 0,-1 1,0-1,0 0,0 0,0 0,1 1,-1-1,0 0,0 1,0-1,0 1,0 0,0-1,0 1,0 0,0 0,0-1,0 1,-1 0,2 1,32 42,-24-26,1 1,-2 1,-1-1,0 1,-2 1,0-1,-1 1,-1 0,-1 0,0 22,-3-37,-1 0,0 0,0 0,0 0,-1 0,0-1,0 1,-1 0,1-1,-1 0,0 1,-1-1,1 0,-1 0,0-1,0 1,0-1,-1 0,0 0,0-1,0 1,0-1,0 0,-1 0,1-1,-1 1,0-1,1-1,-1 1,-3 0,-26 5,-1 0,0-3,0 0,-1-3,-7-1,-9 0</inkml:trace>
  <inkml:trace contextRef="#ctx0" brushRef="#br0" timeOffset="1430.761">1898 511,'0'20,"0"17,2 10,2 9,-1 6,-8 4,-11 2,-18 3,-18-1,-14-4,4-13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36:16.00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28 27,'-6'16,"1"0,1 0,1 0,0 0,1 1,1 0,0-1,2 1,0-1,0 1,2-1,0 1,1-1,0 0,1 0,1-1,1 2,-1-6,-1-1,2 0,0 0,0 0,0-1,1 1,1-2,-1 0,2 0,-1 0,1-1,0 0,0-1,1 0,0-1,0 0,0-1,11 3,-18-7,0 1,0-1,1 0,-1 0,0-1,0 1,0-1,0 0,1 0,-1 0,0-1,-1 1,1-1,0 0,0 0,-1 0,1-1,-1 1,0-1,0 0,0 0,0 0,0 0,0-1,-1 1,0-1,0 1,0-1,0 0,0 0,-1 0,0 0,1 0,-2 0,1 0,0 0,-1-3,3-9,-2 0,0 0,-1 1,0-1,-1 0,-1 0,-1 1,0-1,-1 1,0 0,-1 0,-1 0,-1 0,0 1,0 0,-2 1,0 0,-8-10,13 19,0-1,0 1,-1 1,1-1,-1 1,0 0,1 0,-1 0,-1 0,1 1,0 0,-1 0,1 1,-1-1,1 1,-1 0,0 1,1 0,-1-1,0 2,0-1,1 1,-1 0,1 0,-1 0,1 1,-1 0,1 0,0 0,-1 1,1-1,1 1,-1 1,0-1,1 1,0-1,-1 1,0 2,-1 1,1 0,0 0,0 0,1 1,0 0,0-1,1 1,0 1,0-1,1 0,0 1,1-1,-1 1,2 0,-1-1,2 9,4 29</inkml:trace>
  <inkml:trace contextRef="#ctx0" brushRef="#br0" timeOffset="350.126">589 1,'19'1,"-1"1,0 0,0 2,0 0,-1 1,1 1,-1 0,0 1,-1 1,0 1,0 1,9 6,-22-13,1 1,-1 0,1-1,-1 1,-1 0,1 0,0 1,-1-1,0 1,0-1,0 1,0 0,-1-1,0 1,0 0,0 0,-1 0,0 0,0 0,0 0,0 0,-1 0,1 0,-2 0,1 0,0-1,-1 1,0 0,0-1,0 1,0-1,-3 3,-10 17,-1-1,-2 0,0-1,-1-1,-16 13,-69 86,103-119,-1 1,1-1,0 0,0 0,0 1,0-1,0 1,0-1,0 1,1-1,-1 1,0-1,1 1,-1 0,1-1,0 1,0 0,-1-1,1 1,0 0,0 0,1-1,-1 1,0 0,0-1,1 1,-1 0,1-1,0 1,-1-1,1 1,0-1,0 1,0-1,0 1,0-1,0 0,1 0,-1 0,0 1,0-1,2 1,8 1,-1 0,1-1,-1 0,1-1,0 0,-1 0,1-1,0-1,0 0,0 0,6-3,-5 3,220-44,-164 28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36:12.73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43 95,'-6'25,"1"1,1-1,1 1,1 0,2-1,1 1,0 0,3 3,-3-17,1-1,1-1,0 1,1 0,0-1,0 1,1-1,0 0,1-1,0 1,1-1,0 0,0-1,1 0,0 0,0 0,1-1,0-1,7 5,-10-7,1 0,0 0,0-1,0 1,0-2,0 1,1-1,-1 0,1 0,0-1,0 0,-1-1,1 0,0 0,0 0,-1-1,1 0,0-1,-1 0,1 0,-1 0,1-1,-1 0,0-1,0 1,-1-1,1-1,-1 1,0-1,0 0,0-1,-1 1,3-4,-1-4,-1-1,0 0,-1 0,0 0,-1-1,-1 1,0-1,-1 0,-1 0,0 0,-1 0,-1 0,0 0,-1 0,0 0,-1 0,-1 0,-1 1,0 0,0 0,-6-7,5 6,-1 1,-1 0,0 0,-1 1,0 0,-2 0,1 1,-10-8,17 17,0 0,-1 0,1 1,-1-1,0 1,0 0,0 0,0 0,0 1,0-1,0 1,-1 0,1 0,0 0,-1 1,1 0,0 0,-1 0,1 0,-1 0,1 1,0 0,-1 0,1 0,0 1,0-1,0 1,0 0,0 0,0 0,1 1,-1-1,-2 3,-10 11,0 1,1 0,1 2,0-1,2 2,0-1,1 2,1 0,-4 14,-21 46</inkml:trace>
  <inkml:trace contextRef="#ctx0" brushRef="#br0" timeOffset="840.121">604 82,'-7'18,"0"0,0 1,2-1,1 1,0 1,1-1,1 0,1 1,1 18,0-27,2 0,-1-1,1 1,1-1,0 1,0-1,1 0,0 0,1 0,0-1,1 1,0-1,0-1,1 1,0-1,0 0,1 0,4 2,-6-4,1-1,-1 0,1-1,0 0,0 0,0 0,0-1,1 0,-1 0,1 0,0-1,0-1,0 1,0-2,0 1,0-1,0 0,0 0,0-1,0 0,0-1,0 1,0-2,0 1,-1-1,1 0,-1-1,0 1,0-2,0 1,-1-1,1 0,0-1,-1-2,-1 0,0 0,0 0,0-1,-1 0,-1 0,0 0,0 0,0-1,-1 1,-1-1,0 1,0-1,-1 0,0 1,0-1,-1 0,-1 1,0-1,0 1,0-1,-2-1,0-2,-1 0,0 1,0 0,-2 0,1 0,-2 0,1 1,-1 0,-1 1,0 0,-1 0,0 1,0 0,-1 1,-8-5,14 9,-1 1,1 0,-1 1,0-1,1 1,-1 0,0 1,-1-1,1 1,0 1,0-1,0 1,-1 0,1 0,0 1,0 0,0 0,0 0,0 1,0 0,0 0,0 0,0 1,1 0,-1 0,1 0,0 1,-4 3,1 2,-1 1,1 0,1 0,0 1,0 0,1 0,0 0,1 1,0 0,1 0,1 1,0-1,-1 10,-6 42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36:22.15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100 0,'0'14,"0"13,0 14,0 8,0 8,-5 3,-6 1,-10-4,-10-6,-1-13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36:23.26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146 1,'4'20,"2"17,0 12,-2 10,-5 4,-10 0,-11-2,-15-1,-11-7,2-13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36:23.56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12,'19'-2,"18"-1,18 0,13 1,-5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36:23.85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6,'16'0,"14"0,14 0,10-2,-3-1</inkml:trace>
  <inkml:trace contextRef="#ctx0" brushRef="#br0" timeOffset="1">923 32,'18'-2,"15"-3,2-1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36:24.13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1,'0'0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36:22.56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155 194,'-8'2,"1"0,-1 0,1 1,0-1,0 2,0-1,0 1,1 0,-1 1,1-1,0 1,1 0,-1 1,1 0,0-1,0 2,1-1,0 0,0 1,0 0,1 0,0 0,0 0,0 4,1-5,0 1,0-1,1 0,0 1,0-1,1 0,0 1,0-1,0 1,1-1,0 1,0-1,1 0,0 0,0 1,0-1,1 0,-1-1,1 1,1 0,-1-1,1 0,0 0,1 0,-1 0,1-1,0 1,0-1,0 0,5 2,1-1,-1 0,1-1,0 0,0 0,0-1,0-1,1 0,-1 0,1-1,-1-1,1 0,0-1,-1 0,12-2,-17 2,1 0,0-1,0 0,-1 0,1 0,-1-1,1 0,-1 0,0-1,0 1,-1-1,1-1,-1 1,0-1,0 0,0 0,-1 0,0-1,0 1,0-1,-1 0,1 0,-1-1,-1 1,1-1,0-6,-1 2,-2 0,1 0,-1-1,-1 1,0 0,-1 0,0 0,0 0,-1 0,-1 0,0 0,0 1,-1 0,0 0,-1 0,0 1,-1-1,0 2,0-1,-1 1,-7-6,9 7,-1 1,0 0,0 0,-1 1,1 0,-1 0,0 1,-1 0,1 0,-1 1,0 0,0 1,0 0,0 0,0 1,0 0,0 1,0 0,-1 0,1 1,0 0,0 0,0 1,0 1,0-1,-6 4,10-3,-1 0,2 0,-1 0,0 0,0 1,1 0,0 0,0 0,0 1,0-1,1 1,0 0,0 0,0 0,0 0,1 0,0 1,0-1,1 1,-1 0,1-1,0 1,1 0,-1 0,1 0,0 0,1-1,-1 1,1 0,1 0,-1-1,1 1,0-1,0 1,19 41</inkml:trace>
  <inkml:trace contextRef="#ctx0" brushRef="#br0" timeOffset="299.567">702 408,'8'-31,"0"0,2 0,1 1,1 0,3-2,9-22,40-107,-63 154,-6 18,-3 19,1 0,1 0,2 1,1 0,1 0,2 0,1 0,2 0,0 0,2-1,2 0,1 0,1 0,10 22,-2-17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37:00.81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289 63,'-11'1,"0"0,-1 0,1 1,0 0,0 1,0 0,0 1,1 0,-1 1,1 0,0 1,1 0,-1 0,1 1,1 0,-1 1,1 0,0 0,1 1,0 0,0 0,1 1,0 0,1 0,0 0,0 1,0 4,-1 1,2 0,0 0,1 0,1 0,0 1,1-1,1 1,0-1,1 1,1-1,1 0,0 1,1-1,1-1,1 1,0-1,0 0,2 0,0-1,1 1,0-2,1 0,0 0,1 0,1-2,0 1,0-2,1 1,1-2,-1 0,2 0,-1-1,6 1,-16-6,1-1,-1 0,1 0,-1 0,1-1,0 0,-1 0,1 0,0 0,0-1,0 0,0 0,-1 0,1 0,0-1,0 0,0 0,-1 0,1 0,0-1,-1 0,1 0,-1 0,0-1,0 1,0-1,0 0,0 0,-1 0,2-2,4-11,0-1,-1 0,-1 0,-1 0,0-1,-1 0,-1 0,-1-1,0 1,-2-1,0 1,-1-13,2 0,0-1,-2 0,-2 0,-1 0,-1 0,-2 1,-1-1,-1 1,-2 1,-1 0,-1 0,9 25,0-1,0 1,0 0,0 1,-1-1,0 1,0 0,0-1,-1 2,1-1,-1 0,0 1,0 0,0 0,0 1,0-1,-1 1,1 0,-1 1,0-1,1 1,-1 0,0 0,0 1,0 0,0 0,1 0,-1 1,0 0,0 0,1 0,-1 1,0 0,-1 1,-10 5,0 0,1 2,0 0,1 1,0 0,0 1,1 1,1 0,0 1,-8 13,-24 31</inkml:trace>
  <inkml:trace contextRef="#ctx0" brushRef="#br0" timeOffset="756.036">998 211,'-1'-6,"1"1,-1-1,0 1,-1-1,1 1,-1-1,0 1,-1 0,1 0,-1 0,0 0,0 1,0-1,-1 1,0-1,0 1,0 1,0-1,0 0,-1 1,0 0,1 0,-1 0,0 1,-1 0,1 0,0 0,-1 0,1 1,-1 0,1 0,-1 1,1-1,-1 1,0 0,1 1,-1-1,1 1,-4 1,0 0,-1-1,1 2,1-1,-1 1,0 0,1 1,-1 0,1 0,0 1,1 0,-1 1,1 0,0 0,0 0,1 1,-1 0,2 0,-1 0,1 1,0 0,1 0,-3 6,6-12,1 0,-1 1,1-1,-1 0,1 1,0-1,0 0,0 1,0-1,1 1,-1-1,1 0,-1 0,1 1,0-1,0 0,0 0,0 0,0 1,0-1,0 0,1-1,-1 1,1 0,0 0,-1-1,1 1,0-1,0 1,0-1,0 0,1 0,2 2,1 0,0 0,0-1,0 0,0-1,1 1,-1-1,0 0,1-1,-1 1,5-2,1 0,0-1,1-1,-2 0,1-1,0 0,-1-1,1 0,-1-1,-1 0,1-1,-1 0,0 0,-1-1,1 0,6-9,-13 14,-3 2,0 1,0-1,0 0,0 1,1-1,-1 1,0-1,1 0,-1 1,0-1,1 1,-1-1,0 1,1-1,-1 1,1-1,-1 1,1 0,0-1,-1 1,1 0,-1-1,1 1,-1 0,1 0,0-1,-1 1,1 0,0 0,-1 0,1 0,0 0,-1 0,1 0,0 0,-1 0,1 0,-1 1,1-1,0 0,-1 0,1 0,0 1,-1-1,1 0,-1 1,1-1,-1 1,1-1,-1 0,1 1,-1-1,1 1,13 133,17 82,-31-213,0 1,0-1,0 0,-1 1,1-1,-1 0,0 1,0-1,0 0,0 0,-1 0,1 0,-1 0,0 0,1 0,-2-1,1 1,0 0,0-1,-1 0,1 0,-1 1,0-1,0-1,1 1,-1 0,0-1,-1 0,1 1,-3 0,-19 4,0 0,0-1,-1-2,0 0,0-2,-21-2,2-6,36 1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37:03.38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0 322,'25'-28,"-2"-1,-1-1,-2-1,-1-1,-1-1,0-3,26-46,-44 80,0 2,0-1,0 0,0 1,0-1,0 0,0 1,0-1,1 0,-1 1,0-1,0 0,0 1,1-1,-1 0,0 1,1-1,-1 1,1-1,-1 0,0 1,1-1,-1 1,1 0,0-1,-1 1,1-1,-1 1,1 0,0-1,-1 1,1 0,0 0,-1-1,1 1,0 0,-1 0,1 0,0 0,-1 0,1 0,0 0,-1 0,1 0,0 0,-1 1,1-1,0 0,-1 0,1 1,0-1,-1 0,1 1,-1-1,1 1,14 105,-12-82,0 1,-2 0,0-1,-2 1,-1 0,-1-1,-1 1,-1-1,-2 5,-24 103,30-131,0 0,0-1,-1 1,1-1,0 1,-1-1,1 1,0-1,-1 0,1 0,0 0,-1 0,1 0,-1 0,1 0,0 0,-1 0,1-1,0 1,-1 0,1-1,0 0,0 1,-1-1,1 1,-1-2,-6-1,3 2,3 0,-1 0,0 0,0 0,0 1,0-1,0 1,0 0,0-1,-1 1,1 1,0-1,0 0,0 1,0-1,0 1,0 0,0 0,-1 1,4-1,0 0,1 0,-1 0,0 0,1-1,-1 1,1 0,0 0,-1-1,1 1,0 0,-1-1,1 1,0 0,0-1,-1 1,1-1,0 0,0 1,0-1,0 0,0 1,0-1,-1 0,1 0,0 0,0 0,0 0,0 0,0 0,0 0,0 0,335 13,-266-8,-45-5</inkml:trace>
  <inkml:trace contextRef="#ctx0" brushRef="#br0" timeOffset="355.107">842 309,'1'-1,"-1"0,0 0,1 0,-1 0,0 0,0-1,0 1,0 0,0 0,0 0,0 0,0 0,0 0,0 0,0 0,-1 0,1 0,-1 0,1 0,0 0,-1 0,0 0,1 0,-1 0,0 0,1 1,-1-1,0 0,0 0,1 1,-1-1,0 1,0-1,0 0,0 1,0 0,0-1,0 1,0 0,0-1,0 1,0 0,0 0,0 0,-1 0,1 0,0 0,0 0,0 0,0 0,0 1,0-1,0 0,0 1,0-1,0 1,0-1,0 1,0-1,0 1,-4 8,-1-1,2 1,-1 0,1 1,0-1,1 1,0-1,1 1,0 0,1 0,0 0,0 0,1 8,0-13,0 0,1-1,-1 1,1 0,0-1,1 1,-1-1,1 0,0 1,0-1,0 0,0 0,1 0,0 0,-1 0,1-1,1 0,-1 1,1-1,-1 0,1 0,0-1,0 1,0-1,0 0,0 0,4 1,2 1,0-1,0-1,0 1,0-2,1 1,-1-1,1-1,-1 0,0 0,1-1,-1-1,2 0,-2-1,1 0,-1 0,0-1,-1-1,1 1,-1-2,1 1,-2-1,1-1,-1 0,0 0,0 0,-1-1,0 0,0-1,-1 0,0 0,0 0,-1 0,-1-1,1 0,-2 0,1 0,-1 0,-1-1,0 0,0 1,-1-1,-1 0,0 1,0-4,-1 0,0 1,-1 0,-1 0,0 0,0 0,-1 1,-1-1,0 1,-1 0,0 0,-1 1,-1 0,5 6,0 0,0 1,-1-1,0 1,0 0,0 0,0 1,0-1,-1 1,0 0,0 0,0 0,0 1,0 0,0 0,0 0,-1 1,1-1,-1 1,0 1,1-1,-1 1,1 0,-1 0,0 0,1 1,-1 0,1 0,-2 1,-3 2,1 1,0 1,0-1,0 2,1-1,0 1,0 0,0 1,1-1,0 2,1-1,0 1,0 0,1 0,0 0,1 1,-3 8,-23 52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37:11.13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0,'11'12,"9"5,0 3,-3-3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37:11.41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0,'5'16,"3"8,6 4,2-1,-2-2,-2-6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37:11.70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1,'0'16,"4"9,2 2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37:12.10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0 422,'99'-354,"-97"296,-3 58,0-1,1 0,-1 0,0 1,0-1,1 0,-1 1,0-1,0 1,0-1,0 1,0-1,0 1,0 0,0-1,0 1,0 0,0 0,0 0,0 0,0 0,0 0,0 0,0 0,0 0,0 0,0 1,0-1,0 0,0 1,1-1,-1 1,0-1,0 1,0-1,0 1,0-1,1 1,-1 0,0 0,1-1,-1 1,0 0,1 0,-1 0,1 0,-1 0,1 0,0-1,-1 1,1 0,0 0,0 0,0 0,-1 1,-8 16,1 1,0 1,2-1,0 1,1 0,1 0,0 1,2-1,0 14,1-13,0 0,1 0,2 0,0 0,1 0,1 0,1 0,0-1,2 0,2 3,10 17</inkml:trace>
  <inkml:trace contextRef="#ctx0" brushRef="#br0" timeOffset="550.414">696 288,'2'-8,"0"1,0 0,-1-1,0 1,0-1,0 1,-1-1,0 1,-1-1,0 1,0-1,-1 1,1 0,-2-1,1 1,-1 0,0 0,0 1,-1-1,0 1,0-1,-1 1,0 0,0 1,0-1,-1 0,-3 2,1 0,-1 0,0 1,0 0,-1 0,1 1,-1 0,1 1,-1 0,1 1,-1 0,0 0,1 1,-1 0,1 1,-1 0,1 0,0 1,0 0,0 1,0 0,1 0,-1 1,1 0,0 1,0 0,1 0,0 0,0 1,1 0,-1 0,1 1,1 0,-1 1,5-7,0 0,0 1,0-1,0 0,0 0,1 1,-1-1,1 0,-1 1,1-1,0 1,0-1,0 0,0 1,1-1,-1 1,1-1,-1 0,1 0,0 1,0-1,0 0,0 0,0 0,0 0,1 0,-1 0,1 0,-1 0,1 0,0-1,0 1,-1-1,1 1,2 0,80 27,-68-27,-1 0,1-1,0-1,0 0,-1-2,1 1,0-2,-1 0,0-1,1-1,-1 0,-1-1,1 0,-1-1,0-1,-1 0,0-1,4-4,-5 12,-19 25,3-13,-1 16,0 1,2 0,1 0,2 0,1 0,1 6,-1-32,-1 1,1-1,-1 1,0 0,0-1,0 1,0 0,0-1,-1 1,1 0,-1-1,0 1,0-1,0 1,0-1,0 1,0-1,0 0,-1 1,0-1,1 0,-1 0,0 0,0 0,0-1,0 1,0 0,0-1,0 1,-1-1,1 0,-2 1,-16 3,-1-1,0 0,0-2,0 0,0-1,0-2,-10-1,-4 2,-13-1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37:20.63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0,'0'0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37:20.90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 0,'-3'16,"3"8,0-1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37:21.18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12 0,'-7'14,"3"9,4 4,1 1,2-4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37:21.71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79,'17'-11,"1"0,1 1,0 1,0 1,1 1,0 0,0 1,17-2,-34 8,-1-1,1 1,0-1,0 1,-1 0,1 0,0 0,0 1,-1-1,1 1,0-1,-1 1,1 0,0 0,-1 0,1 0,-1 0,0 1,1-1,-1 1,0 0,0-1,0 1,0 0,0 0,0 0,-1 1,1-1,-1 0,1 1,-1-1,0 1,0-1,0 1,0-1,-1 1,1 0,-1-1,1 1,-1 2,0 3,1-1,-2 1,1 0,-1-1,0 1,-1 0,1-1,-1 0,-1 1,0-1,0 0,0 0,-1-1,0 1,0-1,-1 1,0 0,-100 91,47-49,56-48,0 0,0 1,0-1,0 1,0 0,0-1,0 1,0 0,1 0,-1 0,1 0,-1 0,1 1,0-1,0 0,0 1,0-1,1 0,-1 1,0-1,1 1,0-1,0 1,0 0,0-1,0 1,0-1,0 1,1-1,0 1,-1-1,1 1,0 0,8 3,0-1,0 1,0-1,0-1,1 0,-1 0,1-1,0 0,1-1,-1 0,0-1,1 0,8 0,-14-1,119 8,-66-7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37:22.23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371 121,'-10'-11,"0"0,0 1,-1 1,0-1,-1 2,0 0,-1 0,1 1,-1 1,-1 0,1 0,-1 2,0 0,0 0,0 1,0 1,-1 0,1 1,-1 1,-8 1,19-1,0 0,0 0,0 0,1 1,-1-1,0 1,0 0,1 1,-1-1,1 0,-1 1,1 0,0 0,-1 0,1 0,0 0,0 1,1-1,-1 1,0 0,1 0,0 0,0 0,-1 0,2 1,-1-1,0 1,1-1,0 1,-1-1,2 1,-1 0,0 0,1-1,-1 1,1 0,0 0,0 0,1 0,-1-1,1 1,1 3,3-1,0 0,1-1,0 0,0 0,1 0,-1-1,1 0,0 0,0 0,0-1,0 0,1-1,-1 0,1 0,-1 0,1-1,0 0,0-1,0 0,-1 0,1 0,0-1,0-1,0 1,4-2,148-50,-158 52,0 0,-1 0,1 0,0 1,0-1,0 1,-1-1,1 1,0 0,0-1,0 1,0 0,0 0,0 0,0 1,-1-1,1 0,0 1,0-1,0 1,0 0,-1-1,1 1,0 0,-1 0,1 0,-1 0,1 1,-1-1,1 0,-1 1,0-1,0 0,0 1,1 0,-2-1,1 1,0 0,0-1,0 1,-1 0,9 18,-1 0,-1 0,-1 1,-1 0,-1 0,0 0,-2 1,-1-1,0 1,-2 11,1-28,-1 0,0 0,0 0,0 0,0 0,-1 0,0 0,0 0,0-1,0 1,-1-1,0 0,0 0,0 0,0 0,-1 0,1-1,-1 1,0-1,0 0,0 0,-1 0,1-1,-1 0,1 0,-1 0,0 0,0-1,0 1,0-1,0-1,0 1,-2 0,-8-1,0 1,1-2,-1 0,0-1,1 0,-1-1,-12-5,19 6,-7-1,4 3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37:15.73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811 56,'0'-2,"0"1,0-1,0 0,0 1,0-1,0 1,-1-1,1 0,0 1,-1-1,0 1,1-1,-1 1,0-1,0 1,0 0,0-1,0 1,0 0,0 0,0 0,0 0,-1 0,1 0,0 0,-1 0,1 0,-1 0,1 1,-1-1,1 1,-1-1,1 1,-1 0,0-1,1 1,-1 0,0 0,1 0,-1 0,1 1,-1-1,0 0,1 1,-1-1,0 1,-6 3,0 1,1 0,0 0,0 0,0 1,1 0,0 0,0 1,0 0,1 0,0 0,0 1,1-1,0 1,1 0,-1 0,1 3,-1-3,-2 5,0 1,2 0,0 0,0 0,1 0,1 1,0 0,1-1,1 1,0 7,0 3,2 0,0 0,2-1,0 1,2-1,5 16,-6-31,0 0,0-1,1 0,0 1,0-2,1 1,0-1,1 0,-1-1,1 0,0 0,1 0,0-1,1 0,-5-3,1 1,0-2,0 1,0-1,0 0,0 0,0 0,0-1,0 0,0 0,0-1,0 1,0-1,0-1,0 1,0-1,-1 0,1 0,0-1,-1 0,0 0,0 0,0-1,0 1,0-1,-1 0,1-1,-1 1,0-1,0 0,-1 0,0 0,0 0,0 0,0-1,-1 1,0-1,0 0,0-1,42-149,-26 71,-17 73,0-1,-1 1,-1 0,1 0,-2 0,0 0,-1 0,0 0,0 0,-1 1,-1-1,0 1,-6-8,-10-13,20 28,-1 1,0-1,-1 0,1 0,-1 1,1 0,-1-1,0 1,0 0,0 0,-1 1,1-1,-1 1,1 0,-1-1,0 2,0-1,0 0,0 1,0 0,0 0,-2-1,-24 1,16 2</inkml:trace>
  <inkml:trace contextRef="#ctx0" brushRef="#br0" timeOffset="4429.955">183 189,'-31'11,"26"-9,0 1,-1-1,1 0,-1-1,1 1,-1-1,0 0,1-1,-1 0,0 1,0-2,0 1,5 0,0-1,0 1,0-1,0 1,0-1,0 0,0 1,0-1,0 0,0 0,0 1,0-1,0 0,1 0,-1 0,0 0,1 0,-1 0,1 0,-1 0,1-1,-1 1,1 0,0 0,-1 0,1 0,0-1,0 1,0 0,0 0,0 0,0-1,1 1,-1 0,0 0,0 0,1 0,-1-1,1 1,20-48,-20 46,1-1,0 0,0 0,0 0,0 0,1 0,0 1,0-1,0 1,0-1,0 1,1 0,-1 1,1-1,0 0,0 1,0 0,0 0,0 0,1 1,-1-1,0 1,1 0,-1 0,1 1,0-1,-1 1,1 0,-1 0,1 0,-1 1,1 0,-1 0,1 0,-1 0,1 1,-1 0,0-1,0 2,1-1,-1 0,1 0,-1 1,0 0,0-1,0 1,0 0,0 1,-1-1,1 1,-1 0,0 0,0 0,0 0,-1 0,1 0,-1 1,0 0,0-1,-1 1,0 0,1 0,-1-1,-1 2,-2 101,-1-99,0-1,0 0,0 0,-1 0,0 0,0 0,0-1,-1 0,0 0,0 0,-1-1,0 1,0-1,0-1,0 1,-1-1,0 0,0 0,0-1,0 0,0-1,-1 1,1-1,-6 0,-8 6,14-5,-2 0,0 0,0 0,1 1,-1 1,1-1,0 1,0 0,0 1,1 0,0 0,0 1,1 0,0 0,-3 4,8-10,0-1,0 1,0 0,0-1,0 1,0 0,1 0,-1 0,0 0,1-1,-1 1,0 0,1 0,-1 0,1 0,0 0,-1 0,1 1,0-1,-1 0,1 0,0 0,0 0,0 0,0 0,0 0,0 1,1-1,-1 0,0 0,0 0,1 0,-1 0,1 0,-1 0,1 0,-1 0,1 0,0 0,-1 0,1-1,0 1,0 0,0 0,-1-1,1 1,0 0,0-1,0 1,0-1,0 1,0-1,0 0,0 1,1-1,85 3,24 5,2 20,-110-28,0 0,0 0,0 0,0 0,0-1,0 1,1-1,-1 0,0 0,-1 0,1 0,0 0,0-1,0 1,-1-1,1 0,-1 0,1 0,-1 0,0 0,0 0,0-1,0 1,1-2,9-8,-7 7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37:23.73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143 136,'-2'-2,"-1"0,1 0,-1 0,1 0,-1 1,1-1,-1 1,0 0,0-1,0 1,0 0,0 1,0-1,0 0,0 1,0 0,0 0,0 0,0 0,0 0,0 1,0-1,0 1,0 0,0 0,0 0,0 0,0 0,1 1,-1-1,0 1,1 0,-1-1,1 1,0 0,0 1,0-1,0 0,0 1,-1 1,-3 11,1 1,1-1,0 1,1 0,1 0,0 0,1 0,1 0,0 0,2 7,-1 15,-1-33,0 1,0-1,1 1,-1-1,1 1,1-1,-1 1,1-1,0 0,0 0,0 0,1 0,0 0,0 0,0-1,0 1,1-1,0 0,0 0,0 0,0-1,1 1,-1-1,1 0,0 0,0-1,4 3,-4-3,0 1,1-1,-1 0,0 0,1-1,-1 1,1-1,-1 0,1-1,0 0,-1 1,1-2,-1 1,1-1,0 0,-1 0,1 0,-1-1,0 1,1-2,-1 1,0 0,0-1,-1 0,1 0,0-1,-1 1,0-1,0 0,2-2,4-9,-1 0,-1-1,0 0,-1-1,-1 1,-1-1,0-1,-1 1,-1-1,0 0,-2 1,0-1,-1 0,0 0,-4-16,4 1,0 27,1 1,-1-1,0 0,-1 1,1-1,-1 1,0-1,-1 0,1 1,-1 0,0-1,-1 1,1 0,-1 0,0 0,0 1,0-1,-1 1,0-1,0 1,0 1,0-1,-1 0,1 1,-1 0,0 0,0 0,0 1,0-1,0 1,-1 1,1-1,-1 1,1 0,-4 1,0 0,1 1,-1 0,1 0,0 1,-1 0,1 1,0 0,0 0,0 1,1 0,-1 0,1 1,-6 4,-42 23,28-17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37:24.45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67,'8'-8,"1"1,0 1,0 0,1 0,0 1,0 0,0 0,1 1,0 1,-1 0,1 0,0 1,0 0,1 1,-1 1,7 0,-16-1,0 1,0 0,0 0,0 1,0-1,0 0,0 1,0-1,0 1,0 0,-1-1,1 1,0 0,0 0,-1 0,1 0,0 1,-1-1,1 0,-1 1,0-1,1 1,-1-1,0 1,0 0,0 0,0-1,0 1,0 0,-1 0,1 0,-1 0,1 0,-1 0,0 0,0 0,1 0,-1 0,-1 0,1 0,0 5,0 0,0 1,-1-1,0 0,0 0,-1 0,0 0,0 0,-1 0,0-1,0 1,0-1,-1 0,0 0,0 0,-5 5,10-12,-1 1,1 0,-1 0,1 0,-1 0,1 0,0-1,-1 1,1 0,-1 0,1 0,-1 1,1-1,-1 0,1 0,0 0,-1 0,1 0,-1 1,1-1,-1 0,1 0,-1 1,0-1,1 0,-1 1,1-1,-1 1,1-1,-1 0,0 1,0-1,1 1,-1-1,0 1,1-1,-1 1,0-1,0 1,0 0,0-1,0 1,0-1,0 1,0-1,0 1,0-1,0 1,0 0,0-1,0 1,0-1,0 1,-1-1,1 1,0-1,0 1,-1-1,1 1,0-1,-1 1,1-1,0 0,-1 1,14 0,-3 0,0 0,-1 1,1 0,0 1,0 0,-1 0,0 1,1 0,-2 1,1 0,0 0,-1 1,0 0,0 0,-1 1,0 0,0 1,-1-1,1 1,-2 1,1-1,-1 1,0 0,2 6,-7-12,1-1,-1 1,0-1,0 1,0 0,0-1,0 1,-1-1,1 1,-1-1,0 1,1-1,-1 1,0-1,0 1,-1-1,1 0,0 0,-1 0,0 0,1 0,-1 0,0 0,0 0,0-1,0 1,0-1,0 1,-1-1,1 0,0 0,-1 0,1 0,-1 0,1-1,-1 1,-95 8,87-9,1-1,0-1,-1 0,1 0,0-1,0 0,0-1,1 0,-1-1,1 0,0 0,8 5,1 0,0-1,0 1,0 0,0 0,0 0,0-1,-1 1,1 0,0 0,0-1,0 1,0 0,0 0,0 0,0-1,0 1,0 0,0 0,0-1,0 1,0 0,0 0,0-1,0 1,0 0,1 0,-1 0,0-1,0 1,0 0,0 0,0 0,0-1,1 1,-1 0,0 0,0 0,0 0,0 0,1-1,-1 1,0 0,0 0,1 0,-1 0,0 0,0 0,0 0,1 0,-1 0,0 0,0 0,1 0,-1 0,0 0,0 0,1 0,-1 0,0 0,0 0,0 0,1 0,-1 0,0 0,0 1,0-1,1 0,-1 0,9-1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38:58.48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1325 2286,'21'46,"-1"1,-3 1,-3 1,-1 0,-2 0,-3 1,-1 0,-3 1,-3 45,-2 458,-4-240,18 81,3-227,7 149,-25-290,2-27,0-1,0 1,1-1,-1 1,0 0,0-1,0 1,0 0,0-1,0 1,0 0,0-1,0 1,0-1,-1 1,1 0,0-1,0 1,0 0,0-1,0 1,-1 0,1-1,0 1,0 0,-1 0,1-1,0 1,0 0,-1 0,1-1,0 1,-1 0,1 0,0 0,-1-1,1 1,0 0,-1 0,1 0,0 0,-1 0,1 0,0 0,-1 0,1 0,-1 0,1 0,0 0,-1 0,1 0,0 0,-1 0,1 1,0-1,-1 0,1 0,0 0,-1 0,1 1,0-1,-1 0,-11-45,2 0,1-1,3 0,0-22,0-11</inkml:trace>
  <inkml:trace contextRef="#ctx0" brushRef="#br0" timeOffset="1">1392 3116,'-25'-195,"-44"-258,63 428,-2-4,1 0,1-1,1 0,2 0,1 0,2 0,0 0,2 0,2 0,0 0,8-25,-8 45,-4 7,0 0,1 0,0 0,0 0,0 0,0 0,0 0,0 0,1 0,-1 0,1 1,0-1,0 1,0-1,0 1,0 0,1 0,-1 0,1 0,-1 0,1 0,0 1,0-1,-1 1,1 0,0 0,0 0,0 0,111 28,-16-16,0-4,0-4,0-4,0-5,53-11,77-2,639 6,-617 14,2130 0,-1958-13,210 2,154 19,-786-9,0 0,0 0,-1-1,1 1,0 0,0 0,0 0,0-1,0 1,0 0,0 0,0 0,0-1,0 1,0 0,0 0,0 0,0-1,0 1,0 0,0 0,0 0,0-1,0 1,0 0,0 0,0 0,1 0,-1-1,0 1,0 0,0 0,0 0,0 0,0-1,1 1,-1 0,0 0,0 0,0 0,1 0,-1 0,0 0,0 0,0-1,0 1,1 0,-1 0,0 0,0 0,1 0,-1 0,0 0,0 0,0 0,1 0,-2 0,-3-6</inkml:trace>
  <inkml:trace contextRef="#ctx0" brushRef="#br0" timeOffset="2">1418 4520,'-5'157,"5"110,18-133,26 93,-20-116,-5 0,4 101,-22-21,-1-188,0-3,0 1,-1 0,1-1,0 1,0 0,-1-1,1 1,0 0,0 0,0-1,0 1,0 0,0-1,0 1,0 0,0 0,0-1,1 1,-1 0,0-1,0 1,1 0,-1-1,0 1,1 0,-1-1,1 1,-1-1,1 1,-1-1,1 1,-1-1,1 1,-1-1,1 1,0-1,-1 0,1 1,0-1,-1 0,1 0,0 0,-1 1,1-1,0 0,0 0,-1 0,1 0,0 0,-1 0,1 0,0 0,0-1,112-53,-73 44,0 0,1 3,0 2,0 1,1 2,-1 2,3 2,-8-2,1083-37,227 19,447 37,8 45,-1092-20,-530-35,-209-25,-2 5</inkml:trace>
  <inkml:trace contextRef="#ctx0" brushRef="#br0" timeOffset="3">3785 3610,'151'46,"-95"-36,1-3,0-3,0-2,0-3,16-3,-48 1,-36 9,1 1,0 0,0 0,1 1,0 0,0 1,1 0,0 0,1 1,0 0,0 0,1 1,1-1,-1 1,2 1,0-1,0 1,1-1,-1 5,-3 21,2-1,1 1,1 0,2 0,4 29,14 104,-13-131</inkml:trace>
  <inkml:trace contextRef="#ctx0" brushRef="#br0" timeOffset="4">3879 4065,'23'-2,"23"-4,22-2,15-5,10-4,0-2,-15 2</inkml:trace>
  <inkml:trace contextRef="#ctx0" brushRef="#br0" timeOffset="5">4641 3704,'-1'-5,"-2"-15,2 26,1 69,-3 0,-9 52,2-28,12-7,-1-89,-1 0,1 0,0 0,0 0,0 0,0 0,0 0,1-1,0 1,-1-1,1 1,0-1,0 1,0-1,0 0,1 0,-1 0,0 0,1-1,0 1,-1-1,1 1,0-1,0 0,0 0,0 0,0 0,1 0,6-2,0 0,0-1,0 0,0-1,-1 1,1-2,-1 0,0 0,0 0,0-1,0 0,-1-1,0 0,0-1,-1 1,1-1,-1-1,-1 1,0-1,5-8,53-92,-60 91,-13 33,-2 19,2 0,1 0,2 1,1 0,2 0,2 36,0-48,2 0,1 0,1 0,1-1,1 1,1-1,3 6,10 19</inkml:trace>
  <inkml:trace contextRef="#ctx0" brushRef="#br0" timeOffset="6">5322 4052,'-27'-377,"19"296,0 75,2 23,-4 36,2 0,3 0,1 51,1-85,2 1,0 0,1 0,1-1,1 1,1 0,0-1,2 0,0 1,1-2,1 1,0-1,2 0,0 0,1-1,5 6,18 7</inkml:trace>
  <inkml:trace contextRef="#ctx0" brushRef="#br0" timeOffset="7">5951 3838,'-6'-15,"1"1,-2 0,0 0,0 1,-1 0,-1 0,0 1,-1 0,0 1,-1 0,0 1,-2-1,6 5,1 1,-1 0,-1 1,1 0,-1 0,1 0,-1 1,0 0,0 1,-1 0,1 0,0 1,-1 0,1 0,-1 1,1 0,-1 0,1 1,-1 0,1 1,0 0,-3 1,2 0,1 1,0-1,0 2,1-1,-1 1,1 0,0 1,0-1,1 1,0 1,0-1,0 1,1 0,0 0,0 1,1 0,0 0,0 0,1 0,0 0,0 1,1-1,0 1,1 0,-1 2,2-7,1 0,-1 0,1 0,-1 0,1 0,0 0,1 0,-1 0,1-1,-1 1,1 0,0-1,1 1,-1-1,0 0,1 0,0 0,0 0,0 0,0-1,0 1,0-1,1 0,-1 0,1 0,0-1,-1 1,1-1,0 0,0 0,2 1,7 0,-1 1,1-2,0 0,0 0,0-1,0-1,0 0,-1-1,6-1,-7 1,0-1,0-1,-1 0,1 0,-1-1,0 0,0-1,-1 0,1 0,-1-1,-1 0,1-1,-2 0,1-1,-1 1,0-1,0-1,-1 1,-1-1,2-3,-22 61,2 1,2 1,2-1,2 11,0-7,3-1,2 1,4 28,12-25,-6-43</inkml:trace>
  <inkml:trace contextRef="#ctx0" brushRef="#br0" timeOffset="8">6071 3838,'30'-9,"0"1,1 2,-1 1,1 1,0 2,1 1,-1 1,12 3,-32-2,0 1,0 0,0 1,0 0,-1 0,1 1,-1 0,1 1,-9-4,1 1,-1-1,0 0,0 1,0-1,0 1,0 0,0 0,0-1,0 1,-1 1,1-1,-1 0,0 0,1 0,-1 1,0-1,0 1,-1-1,1 0,0 1,-1 0,1-1,-1 1,0-1,0 1,0 0,0-1,-1 1,1-1,-1 1,1-1,-1 1,0-1,0 1,0-1,0 0,-8 13,-1-1,0-1,-1 0,0 0,-1-1,0-1,-1 0,-1-1,1 0,-2-1,1 0,-16 12,22-15,-19 12,2 1,0 1,1 1,-6 10,28-30,1 0,-1 0,1 0,-1 0,1 0,0 1,-1-1,1 1,0-1,0 1,0-1,0 1,0-1,1 1,-1 0,0 0,1-1,-1 1,1 0,-1 0,1 0,0-1,0 1,0 0,0 0,0 0,0 0,1 0,-1-1,1 1,-1 0,1 0,0-1,-1 1,1 0,0-1,0 1,0 0,0-1,1 0,-1 1,0-1,1 0,-1 1,1-1,-1 0,1 0,12 5,0-1,0-1,0 0,1-1,-1-1,1 0,0 0,-1-2,8 0,1 1,205 0,-171-2</inkml:trace>
  <inkml:trace contextRef="#ctx0" brushRef="#br0" timeOffset="9">1940 3423,'5'79,"-8"-91,-2 1,0-1,0 1,-1 0,0 0,-1 1,0 0,-1 0,0 1,-7-7,13 13,-1 0,0 0,0 0,0 0,-1 1,1 0,0-1,-1 1,0 0,1 1,-1-1,0 1,0 0,0-1,0 2,0-1,0 0,0 1,0 0,0 0,-1 0,1 0,0 1,0 0,0 0,0 0,0 0,0 0,1 1,-1 0,0-1,1 2,-1-1,1 0,0 1,-1-1,1 1,-4 8,1-1,1 1,-1 0,2 0,0 1,0-1,1 1,0 0,1 0,0 0,1 0,0 0,1 0,1 1,0-1,0 0,1 0,3 7,-4-10,0 0,1-1,0 1,0-1,1 0,0 0,0 0,1 0,0 0,1-1,0 1,0-1,0-1,1 1,0-1,0 0,1 0,-1 0,1-1,1 0,-1-1,1 1,-1-2,1 1,0-1,1 0,-1 0,1-1,-1-1,1 1,-1-1,9 0,-2-4,0 0,-1 0,0-1,1-1,-1-1,-1 0,1-1,-1 0,0-1,-1 0,0-1,0 0,-1-1,0 0,2-4,15-16</inkml:trace>
  <inkml:trace contextRef="#ctx0" brushRef="#br0" timeOffset="10">2167 3436,'-5'-15,"5"15,0 0,0 0,0 0,0 0,0 0,0 0,0 0,0 0,-1 0,1 0,0 0,0 0,0 0,0 0,0 0,0 0,-1 0,1 0,0 0,0 0,0 0,0 0,0 0,0 0,-1 0,27 184,-25-182,20 86,-19-85,-1 0,0 0,1 0,-1 0,1-1,0 1,0-1,0 1,0-1,1 0,-1 0,1 0,-1 0,1 0,0 0,0-1,-1 1,1-1,0 0,0 0,0 0,1 0,-1-1,0 1,0-1,3 1,3-3,0 0,0 0,0 0,0-1,-1-1,1 1,-1-1,0-1,0 1,-1-1,1-1,-1 0,0 0,-1 0,1 0,-1-1,-1 0,1-1,-1 1,0-1,-1 0,0 0,0-1,-1 1,0-1,0 0,1-7,-2 2,0 1,0-1,-1 0,-1 1,0-1,-1 1,0-1,-1 0,-1 1,0 0,-1 0,0 0,-1 0,0 0,-2 0,-9 1,11 41,13 236,-5-206</inkml:trace>
  <inkml:trace contextRef="#ctx0" brushRef="#br0" timeOffset="11">2047 4520,'1'1,"1"1,-1-1,1 1,-1-1,1 1,0-1,-1 0,1 0,0 0,0 0,0 0,0 0,0-1,0 1,0 0,0-1,0 0,0 1,1-1,-1 0,0 0,0-1,0 1,0 0,0-1,0 1,0-1,0 1,0-1,0 0,0 0,0 0,0 0,0 0,-1 0,1-1,0 1,-1-1,1 1,-1-1,0 0,1 1,-1-1,0 0,0 0,0 0,0 0,0-1,-2-2,1 0,-2 0,1 1,0-1,-1 0,0 1,0 0,-1-1,1 1,-1 0,0 0,0 0,0 0,0 1,-1-1,1 1,-1 0,0 0,0 0,0 1,-1-1,1 1,-1 0,1 0,-1 1,1-1,-1 1,0 0,0 0,0 1,0-1,0 1,1 0,-6 1,3 0,0 0,-1 1,1 0,0 1,0-1,0 1,0 1,1-1,-1 1,1 0,0 1,0-1,0 1,1 1,-1-1,1 1,1-1,-1 2,1-1,0 0,-2 5,-2 4,1 0,0 1,2 0,-1 0,2 0,0 0,1 1,1-1,0 7,1-15,1-1,0 1,0 0,1 0,0 0,0-1,1 1,0 0,0-1,1 1,0-1,0 0,1 0,-1 0,2-1,-1 1,1-1,0 0,0 0,1-1,-1 1,1-1,1 0,-1-1,1 0,-1 0,1 0,0-1,3 1,1 0,1-1,0 0,0-1,0 0,0 0,0-2,0 0,0 0,0-1,0 0,0-1,0-1,0 1,-1-2,1 0,-1 0,0-1,0-1,0 0,-1 0,6-5,0-1,-2 0,1-1,-1-1,-1 0,0-1,-2 0,1-1,-2 0,0-1,-1 0,0-1,-2 0,1-4,2-8,-2-1,-2 0,0 0,-2 0,-2-1,-1-5,-8 78,-4 275,11-307,0-5,-1 0,1 0,0 0,0 0,1-1,-1 1,1 0,0 0,0-1,0 1,1 0,-1-1,1 1,-1-1,1 0,2 2,4-1</inkml:trace>
  <inkml:trace contextRef="#ctx0" brushRef="#br0" timeOffset="12">2489 4385,'-1'0,"0"1,0-1,0 0,1 0,-1 1,0-1,0 0,1 1,-1-1,0 1,0-1,1 1,-1-1,1 1,-1-1,0 1,1 0,-1-1,1 1,0 0,-1-1,1 1,-1 0,1 0,0-1,0 1,-1 0,1 0,0 0,0-1,0 1,0 0,0 0,0 0,0 0,0-1,0 1,1 0,-1 0,0 0,0-1,1 1,-1 0,0 0,1-1,-1 1,1 0,6 24,1-1,1 0,1 0,2-1,0-1,1 1,1-2,7 8,101 132,-121-159,1-1,0 0,-1 1,1 0,-1-1,1 1,-1 0,0 0,0 0,0 0,0 0,0 0,0 0,-1 0,1 0,-1 0,1 0,-1 1,0-1,0 0,0 0,0 0,0 1,0-1,-1 0,1 0,-1 0,1 0,-1 0,0 1,0-1,0-1,0 1,0 0,0 0,-1 0,1 0,-1-1,1 1,-2 1,-13 4,-1-1,1 0,-1-1,0-1,0-1,0 0,-13 0,-3 1,-83 13,67-10</inkml:trace>
  <inkml:trace contextRef="#ctx0" brushRef="#br0" timeOffset="13">7568 2046,'48'-4,"-1"1,0 3,1 2,-1 2,0 2,13 5,72 7,584 30,-236-22,309 40,-712-65,-103-2,9 1</inkml:trace>
  <inkml:trace contextRef="#ctx0" brushRef="#br0" timeOffset="14">4627 5188,'-24'22,"1"1,1 1,1 1,2 1,0 1,2 1,0 0,3 1,0 1,1 1,12-29,0 0,-1 0,1 1,1-1,-1 0,0 0,0 0,1 1,-1-1,1 0,0 1,0-1,0 1,0-1,0 0,0 1,1-1,-1 0,1 1,-1-1,1 0,0 0,0 0,0 1,0-1,0 0,1 0,-1 0,1-1,-1 1,1 0,0-1,0 1,-1-1,1 1,0-1,0 0,0 0,1 1,-1-2,0 1,0 0,8-2,0 0,-1-1,1 0,-1-1,0 0,0 0,0-1,0 0,0-1,-1 1,0-2,0 1,0-1,-1-1,0 1,0-1,5-7,8-7,0-1,-2 0,0-2,-2 0,0-1,-2-1,0 0,-2-1,-2 0,0-1,-1 0,-2-1,-1 0,-2 0,0 0,-2 0,-1-1,-2-2,1 25,0-1,-1 1,0 0,-1-1,1 1,-1 0,-1 0,1 0,-1 0,-1 0,1 1,-1-1,0 1,-1 0,1 0,-1 0,0 1,-1 0,-2-3,7 7,-1 1,1-1,-1 0,1 0,-1 0,1 1,-1-1,0 1,1-1,-1 1,0 0,1-1,-1 1,0 0,1 0,-1 0,0 1,1-1,-1 0,0 1,1-1,-1 1,1-1,-1 1,0 0,1-1,0 1,-1 0,1 0,-1 0,1 0,0 0,0 1,0-1,0 0,0 1,0-1,0 0,0 1,0 0,-22 67,17-38,2 1,1-1,2 0,1 1,1-1,2 1,1-1,1 0,2 0,1-1,2 0,1 0,1-1,1 0,92 145,-96-155,-5-5</inkml:trace>
  <inkml:trace contextRef="#ctx0" brushRef="#br0" timeOffset="15">5055 5441,'-1'4,"-28"87,28-88,1 0,0-1,-1 1,1 0,1 0,-1 0,0-1,1 1,-1 0,1-1,0 1,0 0,0-1,0 1,0-1,0 1,1-1,-1 0,1 0,0 1,0-1,0 0,0 0,0-1,0 1,0 0,1-1,-1 1,0-1,1 0,-1 0,1 0,2 1,-1-1,0 0,1 0,-1 0,0 0,1-1,-1 0,1 0,-1 0,1 0,-1-1,1 0,-1 0,1 0,-1 0,0-1,0 1,0-1,0 0,0 0,0-1,0 1,-1-1,1 0,-1 0,0 0,0-1,0 1,0-1,0 1,-1-1,0 0,0 0,0 0,0 0,0 0,-1-1,0 1,0 0,0-1,0 1,-1-1,0 1,0-1,0 1,0-1,-1 1,0-1,0 1,0 0,0-1,-1 1,1 0,-2-1,0 1,1 0,-1 0,0 1,-1 0,1-1,-1 1,1 0,-1 1,0-1,0 1,0-1,0 1,0 1,-1-1,1 0,-1 1,1 0,-1 0,1 1,-1-1,0 1,1 0,-1 0,0 0,1 1,-1-1,1 1,-1 1,1-1,-1 0,1 1,0 0,-1 0,1 0,0 1,1-1,-1 1,0 0,1 0,-1 0,1 1,0-1,0 1,-1 2,3-3,0 1,0-1,0 0,1 1,0-1,-1 0,1 1,0-1,1 1,-1-1,0 0,1 1,0-1,0 0,0 0,0 1,1-1,-1 0,1 0,0 0,-1-1,1 1,1 0,-1-1,0 1,1-1,2 2,22 20</inkml:trace>
  <inkml:trace contextRef="#ctx0" brushRef="#br0" timeOffset="16">5964 5108,'-11'-2,"1"1,-1 1,1 0,-1 0,1 1,-1 1,1-1,-1 2,1-1,0 1,0 1,0 0,1 0,0 1,-1 0,1 1,1 0,-1 1,1-1,0 1,1 1,0 0,0 0,1 0,-1 1,2-1,-1 2,2-1,-1 0,1 1,0 0,1 0,0 0,1 1,0-1,1 0,0 1,0 0,1 3,1-10,-1 1,1-1,0 1,0-1,0 0,0 0,1 1,0-1,-1 0,2 0,-1-1,0 1,1 0,0-1,0 0,0 1,0-1,0 0,1 0,-1-1,1 1,0-1,-1 0,1 0,1 0,-1 0,0-1,0 0,0 0,1 0,-1 0,1 0,-1-1,0 0,1 0,-1 0,1-1,-1 1,3-2,3 0,0-1,-1 0,1 0,-1-1,0 0,0-1,0 0,-1 0,1-1,-1 0,-1 0,1-1,-1 0,0-1,-1 1,0-1,3-5,1-3,-1 0,0 0,-1-1,-1 0,-1-1,0 1,-1-1,-1-1,-1-1,1-4,-1 0,-1 0,-1-1,-2 1,0-1,-1 1,-2 0,0 0,-2 0,-7-18,-12-3,25 43,-1 1,0 0,1 0,-1 1,0-1,0 0,0 0,1 0,-1 0,0 1,0-1,0 0,0 1,0-1,-1 1,1-1,0 1,0-1,0 1,0 0,0 0,-1-1,1 1,0 0,0 0,-1 0,1 0,0 1,0-1,0 0,0 0,-1 1,1-1,0 1,0-1,0 1,0-1,0 1,0 0,-4 4,1 1,0-1,0 1,1 0,0 0,0 0,0 1,1-1,-1 1,2 0,-1-1,1 1,-1 6,0-3,-7 37,1 1,3 0,1 0,3 1,2-1,2 0,4 15,-6-53,1 1,0-1,1 0,0 0,1 0,0 0,0 0,1-1,0 0,1 0,0 0,1-1,-1 1,1-2,1 1,0-1,0 0,0 0,1-1,0-1,2 2,19 5</inkml:trace>
  <inkml:trace contextRef="#ctx0" brushRef="#br0" timeOffset="17">6311 5321,'-9'20,"-5"17,-3 10,0 4,2 1,4-2,6-5,9-8,3-10</inkml:trace>
  <inkml:trace contextRef="#ctx0" brushRef="#br0" timeOffset="18">6766 5147,'-10'7,"0"1,0 0,1 0,0 1,1 0,0 1,0 0,1 0,0 1,1 0,0 0,1 0,0 1,1-1,0 1,1 0,0 0,1 1,0-1,1 11,0-19,1 1,1-1,-1 1,0-1,1 1,0-1,0 1,1-1,-1 0,1 1,0-1,0 0,0 0,1 0,-1 0,1-1,0 1,0-1,0 0,0 0,1 0,-1 0,1 0,0-1,0 1,0-1,0 0,0 0,1-1,-1 1,0-1,1 0,-1 0,1-1,-1 1,1-1,-1 0,1 0,0-1,2 0,8-3,1-2,-1 0,0-1,0 0,-1-1,0-1,-1 0,0-1,0 0,-1-1,0 0,-1-1,0-1,-1 0,-1 0,0-1,1-2,2-2,0-2,-1 0,-1 0,-1-1,0 0,-2-1,-1 1,0-1,-2-1,0 1,-2-1,0 1,-2-1,0 0,-2 1,0-1,-4-12,6 31,-1-1,-1 0,1 1,0-1,-1 0,0 1,0 0,0-1,-1 1,0 0,1 0,-1 1,-1-1,1 0,0 1,-1 0,0 0,0 0,0 0,0 1,0-1,0 1,-1 0,1 0,-1 1,1 0,-1-1,0 1,1 1,-1-1,0 1,0 0,0 0,0 0,-1 1,-5 4,0 1,0 0,1 0,0 2,0-1,1 1,-1 0,2 1,-1 0,1 1,1 0,0 0,0 0,1 1,0 0,1 0,0 1,1-1,0 1,1 0,0 0,1 3,-2 1,0 0,1 1,1-1,1 1,0-1,1 1,1 0,1-1,0 1,1-1,1 0,0 0,1 0,1 0,0-1,2 0,-1 0,2-1,0 0,0 0,2-1,-1 0,2-1,0-1,0 1,3 1,70 34,-50-34</inkml:trace>
  <inkml:trace contextRef="#ctx0" brushRef="#br0" timeOffset="19">7247 5228,'13'3,"-3"-1,0 1,0-1,0 2,0-1,0 1,-1 1,1 0,-1 0,-1 1,1 0,-1 0,8 8,-14-11,-1-1,1 1,-1 0,1 0,-1 0,0 0,0 0,0 1,-1-1,1 0,-1 0,0 1,0-1,0 0,0 0,0 1,-1-1,0 0,1 0,-1 0,0 0,-1 0,1 0,-2 2,-47 68,37-56,5-8,-30 57,39-64,0 0,-1 0,1 0,0-1,0 1,0 0,0 0,1-1,-1 1,0-1,1 1,-1-1,1 1,0-1,-1 0,1 0,0 0,-1 0,1 0,0 0,0 0,0 0,0-1,0 1,0-1,0 0,0 0,0 1,0-1,0 0,0-1,1 1,-1 0,0-1,28 2,-1-2,1-2,0-1,22-5,-33 5,55-10</inkml:trace>
  <inkml:trace contextRef="#ctx0" brushRef="#br0" timeOffset="20">8317 4814,'-9'2,"-1"0,1 1,0 0,0 0,0 1,0 1,1-1,-1 1,1 1,0-1,1 2,0-1,-1 1,2 0,-1 0,1 1,1-1,-1 2,-2 4,-4 9,1 1,0 0,2 1,1 0,0 0,-3 24,8-30,0-1,1 1,1-1,0 1,1 0,2-1,1 10,-3-21,2 0,-1 0,1 0,0 0,0 0,0 0,1-1,0 1,0-1,1 0,-1 0,1 0,0 0,1-1,-1 1,1-1,-1 0,1 0,1-1,-1 0,0 1,5 0,-3-1,0-1,0 0,0 0,1-1,-1 0,1 0,-1 0,0-1,1 0,-1-1,1 0,-1 0,0-1,1 1,-1-2,0 1,0-1,0 0,-1 0,1-1,-1 0,6-4,-1-1,1 0,-1-1,-1 0,0-1,0 0,-1-1,-1 0,0 0,0-1,-1 0,1-4,2-9,-2-1,0-1,-2 1,-1-1,-1 0,-1 0,-2-1,-1 1,-1 0,-1-1,-2 1,0 0,-2 0,-2 1,-9-26,-23-18,39 70,0-1,-1 1,1-1,0 1,-1-1,0 1,1 0,-1 0,0 0,1 0,-1 0,0 0,0 0,0 0,0 1,0-1,0 1,0 0,0-1,0 1,0 0,0 0,0 0,0 1,0-1,0 0,0 1,0-1,0 1,0 0,0-1,1 1,-1 0,0 0,0 1,1-1,-2 1,-5 6,1 1,0 0,1 1,0 0,0 0,1 0,0 0,1 1,0 0,0 0,1 0,1 0,0 0,1 1,0 5,-4 14,3 0,0 0,2 0,2 1,1-1,1 0,1 0,7 18,-7-30,1-1,1 0,1 0,1 0,0-1,1-1,1 1,0-2,1 1,1-2,0 1,1-2,1 0,5 3,11 4</inkml:trace>
  <inkml:trace contextRef="#ctx0" brushRef="#br0" timeOffset="21">8624 5147,'198'45,"-196"-45,0 0,0 1,1-1,-1 0,0 1,0 0,0-1,0 1,0 0,0 0,0 0,0 0,0 0,0 1,0-1,-1 1,1-1,0 1,-1-1,1 1,-1 0,0 0,0 0,0 0,0 0,0 0,0 0,0 0,-1 0,1 0,-1 1,1-1,-1 0,0 0,0 0,0 2,-3 1,0 0,-1 1,0-1,1-1,-2 1,1 0,-1-1,1 0,-1 0,0-1,-1 1,-4 1,-42 41,51-44,0 0,1 0,0 1,-1-1,1 1,0-1,0 0,0 1,1-1,-1 0,0 1,1-1,0 0,-1 1,1-1,0 0,0 0,0 0,1 0,-1 0,0 0,1 0,-1 0,1 0,0-1,0 1,-1-1,1 1,0-1,0 0,0 1,1-1,-1 0,0-1,0 1,0 0,1-1,-1 1,0-1,1 1,1-1,4 4,12 5,-10-6,-1 1,0 1,0 0,0 0,0 0,-1 1,0 1,6 5,-13-10,0-1,0 0,0 1,0-1,0 1,0-1,-1 1,1 0,0-1,-1 1,1 0,-1 0,0-1,0 1,1 0,-1 0,0-1,-1 1,1 0,0 0,0-1,-1 1,1 0,-1-1,1 1,-1 0,0-1,0 1,0-1,0 1,0-1,0 1,-1 0,-48 40,-2-11,-2-4</inkml:trace>
  <inkml:trace contextRef="#ctx0" brushRef="#br0" timeOffset="22">10055 2314,'50'-15,"163"1,-136 13,692-20,-678 20,1 5,-1 4,-1 3,86 23,-34-11,-141-23,0 0,0 0,0 0,0 0,0 0,0 0,0 0,0 1,0-1,0 0,0 0,-1 1,1-1,0 1,0-1,0 0,0 1,-1 0,1-1,0 1,0 0,-1-1,1 1,-1 0,1-1,-1 1,1 0,-1 0,1 0,-1 0,1 0,-1-1,0 1,0 0,0 0,1 0,-1 0,0 0,0 0,0 0,0 0,0 0,-1 0,1 0,0 0,0 0,-1 0,1-1,0 1,-1 0,1 0,-1 0,1 0,-1-1,0 1,1 0,-1 0,0-1,1 1,-1-1,0 1,-6 13,1 0,1 1,0-1,1 1,0 0,1 0,1 0,1 0,0 0,1 0,1 11,29 172,-20-146,33 208,-1 114,85 1134,-110-1322,8-1,34 118,-53-275,5 13,-2 0,-1 0,-3 1,-1-1,-2 1,-2 11,0-50,1 0,-1 0,-1 0,1 0,0 0,-1 0,0 0,1 0,-1 0,0 0,-1 0,1-1,0 1,-1 0,1-1,-1 1,0-1,0 1,0-1,0 0,-1 0,1 0,-2 1,-6 0</inkml:trace>
  <inkml:trace contextRef="#ctx0" brushRef="#br0" timeOffset="23">8758 5923,'453'22,"-182"-5,950 0,-477-14,18 5,-708-13,-55 0,2 1,22-6,-12 1</inkml:trace>
  <inkml:trace contextRef="#ctx0" brushRef="#br0" timeOffset="24">4761 5763,'4'79,"3"0,15 62,-3-23,9 124,-11 1,-11 0,-10 1,-16 57,-10-17,-14 205,49-349,3-104</inkml:trace>
  <inkml:trace contextRef="#ctx0" brushRef="#br0" timeOffset="25">5978 5829,'2'25,"3"27,6 26,2 29,2 24,1 25,-3 22,-4 19,-7 15,-9 10,-8 6,-5-4,-1-11,5-18,4-25,9-27,10-31,3-35</inkml:trace>
  <inkml:trace contextRef="#ctx0" brushRef="#br0" timeOffset="26">7154 5735,'0'19,"0"19,0 23,0 25,0 27,0 28,0 27,-2 21,-6 20,-5 14,-6 6,-4-1,-2-11,3-16,4-43</inkml:trace>
  <inkml:trace contextRef="#ctx0" brushRef="#br0" timeOffset="27">8210 6003,'2'21,"4"26,2 34,5 36,2 35,3 30,3 26,1 17,-4 10,-5 3,-5 0,-3-6,-3-14,-2-43</inkml:trace>
  <inkml:trace contextRef="#ctx0" brushRef="#br0" timeOffset="28">10376 3543,'-5'-9,"-1"2,-2 10,-2 17,-1 14,-2 12,2 8,3 1,3-1,1-6,3-7,3-9,3-11,1-9</inkml:trace>
  <inkml:trace contextRef="#ctx0" brushRef="#br0" timeOffset="29">9975 3557,'-14'-3,"3"0,9 1,17-3,20-2,17 0,16-1,12 1,8 1,1 2,-6 7,-16 2</inkml:trace>
  <inkml:trace contextRef="#ctx0" brushRef="#br0" timeOffset="30">10870 3651,'-10'-5,"0"0,0 1,-1 0,1 1,-1 0,0 1,0 0,0 0,0 2,0-1,0 1,0 1,0 0,0 0,0 1,0 1,0 0,1 0,-1 1,1 0,0 1,0 0,0 1,1 0,0 1,0-1,1 2,0-1,-1 2,6-6,-1 1,1-1,0 1,0-1,1 1,-1 0,1 0,0 0,0 1,0-1,0 0,1 1,0-1,0 1,0 0,0-1,1 1,-1 0,2-1,-1 1,0 0,1-1,0 1,0 0,0-1,0 1,1-1,0 0,0 1,0-1,0 0,1 0,-1 0,1-1,3 4,10 5,1-1,-1-1,2-1,-1 0,1-1,1-1,-1-1,1 0,0-2,1 0,-1-1,1-1,0 0,-1-2,1-1,2 0,-8 2,1 0,0-1,-1-1,1 0,0-1,-1 0,0-1,1-1,-1 0,-1-1,1-1,-1 0,0-1,0 0,0-1,-1 0,-1-1,1-1,-7 0,0-1,-1 1,-1-1,0 1,0-1,-1 0,0 0,-1-1,0 1,-1 0,0 0,-1 0,0-1,-1 1,0 0,-1 0,0 1,-1-1,-3-7,7 18,-1 0,1 0,0 1,0-1,-1 0,1 0,0 0,-1 1,1-1,-1 0,1 0,0 0,-1 0,1 0,0 0,-1 0,1 0,0 0,-1 0,1 0,-1 0,1 0,0 0,-1 0,1 0,0 0,-1-1,1 1,0 0,-1 0,1 0,0-1,-1 1,1 0,0 0,0-1,-1 1,1 0,0 0,0-1,-1 1,1 0,0-1,0 1,0 0,0-1,0 1,0-1,-1 1,1 0,0-1,0 1,0 0,0-1,0 1,0-1,0 1,1 0,-1-1,0 1,0 0,0-1,0 1,0 0,1-1,-1 1,0 0,0-1,0 1,-1 161,0-154,1-1,0 1,0 0,0-1,1 1,0 0,0-1,1 0,0 1,0-1,0 0,1 0,0 0,0 0,1 0,0-1,-1 1,2-1,-1 0,1 0,-1-1,1 1,1-1,-1 0,1 0,-1-1,1 0,0 0,0 0,3 0,-3-2,1 1,0-2,0 1,0-1,0 0,0 0,0-1,-1 0,1 0,0 0,0-1,-1 0,1-1,-1 0,0 1,0-2,0 1,0-1,0 0,-1 0,1-1,-1 1,0-2,3-3,1 0,-2-1,1-1,-1 1,-1-1,0 0,-1 0,0-1,0 0,-2 0,1 0,-1-4,10-136,-7 193,6 260,-13-266,-2-10</inkml:trace>
  <inkml:trace contextRef="#ctx0" brushRef="#br0" timeOffset="31">9975 3290,'-133'-40,"111"33,23 2,93 4,1390 14,-1415-13</inkml:trace>
  <inkml:trace contextRef="#ctx0" brushRef="#br0" timeOffset="32">12127 3516,'-11'9,"0"0,0 1,1 0,0 1,1 0,1 1,0-1,0 2,1-1,-5 12,9-17,0 0,0 1,0-1,1 1,1-1,-1 1,1 0,0 0,1 0,0-1,0 1,1 0,0 0,0 0,1-1,-1 1,2-1,-1 1,1-1,2 3,0-3,1 0,0 0,1-1,-1 0,1 0,0 0,1-1,-1 0,1-1,0 0,0 0,1 0,-1-1,1 0,0-1,-1 0,1 0,0-1,0 0,0-1,0 0,0 0,0-1,0 0,0-1,0 0,0 0,4-2,-8 1,0 1,-1-1,1 0,-1 0,0 0,0-1,0 1,0-1,-1 0,1 0,-1 0,0-1,-1 1,1-1,-1 1,1-1,-2 0,1 0,0 0,-1 0,0 0,0-1,0 1,-1 0,0 0,0-4,0-3,-1 1,0 0,-1-1,0 1,-1 0,0 0,0 0,-2 1,1-1,-1 1,-6-9,6 12,-1-1,0 1,0 1,-1-1,0 1,0 0,0 1,-1-1,1 1,-1 1,-1 0,-7-3,12 5,0 0,0 1,0 0,0 0,0 0,0 0,-1 1,1 0,0 0,0 0,0 0,-1 1,1-1,0 1,0 0,0 0,0 1,0-1,0 1,0 0,1 0,-1 0,1 0,-1 1,1 0,0-1,0 1,0 0,0 1,1-2,0 1,0 0,1 0,-1 1,1-1,0 0,-1 0,2 1,-1-1,0 1,1-1,-1 1,1-1,0 1,0-1,0 1,1-1,-1 1,1-1,0 0,0 1,0-1,0 0,1 1,-1-1,1 0,0 0,0 0,0-1,2 3,22 26</inkml:trace>
  <inkml:trace contextRef="#ctx0" brushRef="#br0" timeOffset="33">12501 3664,'23'0,"23"0,24-3,24 1,15-1,11 0,0 2,-9 0,-19 0,-25 1</inkml:trace>
  <inkml:trace contextRef="#ctx0" brushRef="#br0" timeOffset="34">10122 4800,'0'16,"2"12,1 10,0 8,-1 6,0 0,-1-4,0-6,-1-7,0-11</inkml:trace>
  <inkml:trace contextRef="#ctx0" brushRef="#br0" timeOffset="35">9934 4746,'-4'0,"5"0,13 0,21 0,21 0,20 0,16-2,11-1,1 0,-18 1</inkml:trace>
  <inkml:trace contextRef="#ctx0" brushRef="#br0" timeOffset="36">10790 4827,'-9'-4,"0"1,0 0,-1 0,1 1,-1 1,0-1,1 1,-1 1,0 0,0 1,1-1,-1 2,0-1,1 2,-1-1,1 1,0 0,0 1,0 0,0 1,1 0,0 0,0 1,-4 3,7-4,0 0,0 1,1-1,0 1,0 0,0 0,1 1,0-1,0 1,1 0,0-1,0 1,1 0,-1 0,1 0,1 0,-1 1,1-1,1 0,-1 0,1 0,1 0,-1 0,1 0,0 0,1 0,-1-1,1 1,1-1,-1 0,1 0,0 0,1 0,-1-1,1 0,0 0,0 0,1 0,2 1,6 1,1 0,0-1,0 0,0-2,1 1,0-2,0 0,0-1,0-1,0 0,0-1,0-1,0 0,0-1,0-1,0 0,0-2,-1 0,0 0,0-1,0-1,-1-1,0 0,0 0,9-9,-14 10,0-1,0 0,-1 0,0 0,-1-1,0-1,0 1,-1-1,0 0,-1 0,0-1,0 1,-1-1,-1 0,0 0,0-1,-1 1,-1-1,0 1,0-1,-2-8,-4 0,5 20,0 0,-1-1,1 1,0 0,0 0,0 0,-1-1,1 1,0 0,0 0,0 0,-1 0,1 0,0-1,0 1,-1 0,1 0,0 0,-1 0,1 0,0 0,0 0,-1 0,1 0,0 0,0 0,-1 0,1 0,0 0,-1 0,1 0,0 0,0 0,-1 1,1-1,0 0,0 0,-1 0,1 0,0 1,0-1,0 0,-1 0,1 0,0 1,0-1,0 0,0 0,0 1,-1-1,1 0,0 0,0 1,0-1,0 0,0 0,0 1,0-1,0 0,0 1,0-1,0 0,0 0,0 1,0-1,0 0,-4 15,0 0,1 0,1 0,1 0,0 0,0 0,2 7,-1-11,11 157,-7-162,-1-6</inkml:trace>
  <inkml:trace contextRef="#ctx0" brushRef="#br0" timeOffset="37">11165 4814,'0'0,"1"0,-1 1,1-1,-1 0,1 0,-1 1,0-1,1 0,-1 0,1 0,-1 1,1-1,-1 0,1 0,0 0,-1 0,1 0,-1 0,1 0,-1 0,1-1,-1 1,1 0,-1 0,1 0,-1 0,1-1,-1 1,0 0,1 0,-1-1,1 1,-1 0,0-1,1 1,-1-1,0 1,1 0,-1-1,0 1,1-1,-1 1,0-1,0 1,0-1,0 1,1-1,-1 1,0-1,0 1,0-1,0 1,0-1,0 1,0-1,0 1,0-1,-1 1,1-1,0 1,0-1,0 1,-1-1,1 1,0-1,0 1,-1 0,1-1,0 1,103 132,-68-92,1 0,-2 2,-2 1,7 16,-37-57,-1-1,1 1,-1 0,1 0,-1-1,0 1,0 0,0 0,0 1,0-1,0 0,-1 0,1 0,-1 0,1 1,-1-1,0 0,0 1,0-1,0 0,0 0,0 1,-1-1,1 0,-1 0,0 1,0-1,1 0,-1 0,-1 0,1 0,0 0,0 0,-1-1,1 1,-1 0,0 0,-9 3,-1 0,0 0,0-1,0 0,-1-2,1 1,-1-1,0-1,1 0,-1-1,-4 0,1 0,-59 2</inkml:trace>
  <inkml:trace contextRef="#ctx0" brushRef="#br0" timeOffset="38">9788 4439,'2'7,"10"4,16 3,23-1,24-3,29-3,30-3,24-4,24-4,13-4,4-3,-5 0,-17 3,-25 2,-31 2,-35 4,-36 5,-26 1</inkml:trace>
  <inkml:trace contextRef="#ctx0" brushRef="#br0" timeOffset="39">12301 4867,'-11'2,"-1"1,1 0,0 0,1 1,-1 1,1 0,0 0,0 1,0 0,1 1,0 0,-6 6,10-9,1 0,0 1,0 0,0 0,1 0,0 0,0 0,0 1,1 0,-1-1,2 1,-1 0,0 0,1 0,0 0,1 0,-1 0,1 0,0 1,1-1,-1 0,1 0,0 0,2 2,-1-1,0-1,1 0,0-1,0 1,1 0,-1-1,1 0,0 1,1-2,-1 1,1 0,0-1,0 0,1 0,-1-1,1 1,0-1,0 0,0-1,0 0,2 1,5 1,0 0,-1-1,1-1,0 0,1-1,-1-1,0 0,0 0,0-1,5-2,-13 2,0 0,1-1,-1 1,0-1,0-1,0 1,0-1,0 0,-1 0,1 0,-1-1,0 1,0-1,0 0,0 0,-1-1,1 1,-1-1,-1 0,1 0,0 0,-1 0,0 0,0 0,-1 0,0-1,0 1,0-1,0 1,-1-1,0 1,0-1,0 0,-1 1,0-1,0 1,0 0,-1-1,0 1,0 0,-2-6,0 0,-1 1,0 0,-1 0,0 0,-1 1,0-1,0 2,-1-1,0 1,0 0,-1 1,5 3,0 1,1 0,-1 1,-1-1,1 1,0-1,0 1,-1 1,1-1,-1 1,0-1,1 1,-1 0,0 1,0-1,0 1,1 0,-1 1,0-1,0 1,0-1,1 2,-1-1,1 0,-1 1,1 0,-1 0,1 0,-2 2,1-1,1 1,-1 0,1 0,0 1,0-1,1 1,-1 0,1 0,0 0,0 0,1 1,-1-1,1 1,1 0,-1-1,1 1,0 0,0 0,1 0,-1 0,1 0,1 0,-1-1,1 1,0 0,1 4,9 26</inkml:trace>
  <inkml:trace contextRef="#ctx0" brushRef="#br0" timeOffset="40">12488 5027,'482'11,"285"4,-729-16,-38 1,0-1,-1 1,1 0,0 0,-1 0,1 0,0 0,0 0,-1-1,1 1,0 0,0 0,0 0,-1-1,1 1,0 0,0 0,0-1,-1 1,1 0,0 0,0-1,0 1,0 0,0 0,0-1,0 1,0 0,0-1,0 1,0 0,0 0,0-1,0 1,0 0,0-1,0 1,0 0,0-1,0 1,0 0,0 0,1-1,-95-11,65 10</inkml:trace>
  <inkml:trace contextRef="#ctx0" brushRef="#br0" timeOffset="41">4493 295,'5'0,"3"6,4 13,0 15,4 19,2 20,-3 23,-4 22,-4 17,-3 9,-4 4,-2-3,-1-11,0-16,2-19,5-25,3-21,1-21</inkml:trace>
  <inkml:trace contextRef="#ctx0" brushRef="#br0" timeOffset="42">5897 148,'5'16,"5"19,7 21,4 22,3 23,0 19,-4 16,-5 11,-6 4,-4 0,-3-5,-2-12,0-17,-1-29</inkml:trace>
  <inkml:trace contextRef="#ctx0" brushRef="#br0" timeOffset="43">6847 228,'9'18,"7"22,4 27,-2 29,-2 26,-3 19,-2 14,0 6,0 0,2-5,5-12,5-13,5-16,6-16,1-18,-6-23</inkml:trace>
  <inkml:trace contextRef="#ctx0" brushRef="#br0" timeOffset="44">8410 281,'7'21,"5"22,1 29,3 30,-1 31,0 27,0 19,0 10,-4 3,0-4,-2-10,-4-34</inkml:trace>
  <inkml:trace contextRef="#ctx0" brushRef="#br0" timeOffset="45">4560 2487,'-24'178,"7"-92,4 25,26-159,1-47,-25-141,10 233,1 1,0-1,0 0,0 0,0 0,0 0,1 1,-1-1,1 0,0 0,0 1,0-1,0 0,0 1,1-1,-1 1,1-1,-1 1,1 0,0 0,0 0,0 0,0 0,0 0,1 0,-1 1,0-1,1 1,-1 0,1 0,0 0,-1 0,3-1,24-2,0 1,1 1,-1 2,0 0,0 2,7 3,-35-5,103 17,-103-18,0 1,0 0,0 0,0 0,0 0,0 1,0-1,0 0,0 0,-1 0,1 1,0-1,0 1,0-1,0 0,0 1,-1-1,1 1,0 0,-1-1,1 1,0 0,-1-1,1 1,-1 0,1 0,-1-1,1 1,-1 0,1 0,-1 0,0 0,0 0,1 0,-1 0,0-1,0 1,0 0,0 0,0 0,0 0,0 0,0 0,0 0,-1 0,1 0,0 0,-1-1,1 1,0 0,-1 0,-8 8,-1-1,1 0,-2 0,1-1,-1 0,0-1,0 0,-1-1,-2 0,-7 5,-131 56,133-47,22-12</inkml:trace>
  <inkml:trace contextRef="#ctx0" brushRef="#br0" timeOffset="46">4881 2835,'0'5,"-1"-1,1 1,0-1,0 1,1-1,-1 1,1-1,0 1,0-1,1 1,-1-1,1 0,0 0,0 0,0 0,1 0,-1 0,1 0,0-1,0 1,0-1,0 0,1 0,0 0,-1-1,1 1,0-1,0 0,0 0,0 0,1-1,-1 1,1-1,-1 0,0 0,1-1,0 1,-1-1,1 0,-1 0,1 0,-1-1,4 0,-3 0,-1-1,0 1,0-1,1 1,-1-1,0 0,0-1,-1 1,1-1,0 0,-1 0,0 0,0 0,0 0,0-1,0 1,-1-1,1 0,-1 0,0 0,0 0,0 0,-1 0,1 0,-1-1,0 1,-1-1,1 1,-1-1,0 1,0-1,0 1,0-1,-1 1,0 0,0-1,0 1,0 0,-1-1,0 1,0 0,0 0,0 0,-1 1,1-1,-1 0,0 1,0 0,0-1,-3-1,1 1,-1 0,1 1,-1 0,1 0,-1 0,0 1,0-1,0 1,0 1,-1-1,1 1,0 0,-1 1,1 0,0 0,-1 0,1 0,0 1,-1 0,1 1,0-1,0 1,-6 3,11-4,0 0,-1 0,1 0,0 0,0 0,0 0,0 0,0 1,0-1,0 0,0 1,1-1,-1 1,1-1,-1 1,1-1,-1 1,1-1,0 1,0 0,0-1,0 1,0-1,0 1,0-1,0 1,0 0,1-1,-1 1,1-1,-1 1,1-1,0 1,0-1,-1 0,1 1,0-1,0 0,0 0,0 0,1 1,-1-1,0 0,1 0,20 19</inkml:trace>
  <inkml:trace contextRef="#ctx0" brushRef="#br0" timeOffset="47">5710 2460,'5'16,"1"14,2 12,-1 9,0 4,-3-2,-1-2,-2-8,0-9,-1-13,0-9</inkml:trace>
  <inkml:trace contextRef="#ctx0" brushRef="#br0" timeOffset="48">5643 2380,'35'-7,"-1"1,1 1,0 2,0 2,0 1,0 1,18 5,21 16,-72-21,1 0,-1 0,0 0,0 0,0 0,1 1,-1-1,-1 1,1-1,0 1,0 0,0 0,-1 0,1 0,-1 0,0 0,0 0,0 1,0-1,0 0,0 1,0-1,-1 0,1 1,-1-1,0 1,1-1,-1 2,-3 2,1-1,-1 1,0-1,0 0,-1 0,1 0,-1 0,0-1,0 1,-1-1,0 0,1 0,-1-1,-1 1,1-1,0 0,-5 1,6-2,-169 90,135-59,33-21</inkml:trace>
  <inkml:trace contextRef="#ctx0" brushRef="#br0" timeOffset="49">6138 2874,'2'-20,"3"-12,1-6,0-3,-2 5,-2 10,0 17,-3 18,-2 17,0 13,0 12,2 6,4 0,7-3,6-6,0-11</inkml:trace>
  <inkml:trace contextRef="#ctx0" brushRef="#br0" timeOffset="50">6967 2434,'-2'16,"-1"14,-3 13,1 9,0 5,2 1,1 0,1-3,0-6,1-9,0-9,0-11</inkml:trace>
  <inkml:trace contextRef="#ctx0" brushRef="#br0" timeOffset="51">6820 2421,'28'-7,"0"1,0 1,1 2,0 1,0 1,20 3,-28-3,0 2,-1 0,1 1,0 1,-1 1,1 0,-1 2,0 1,-1 0,2 2,-19-8,0 0,0 0,0 0,0 0,-1 0,1 1,0-1,-1 1,1-1,-1 1,1 0,-1 0,0-1,1 1,-1 0,0 0,0 0,-1 0,1 0,0 0,-1 1,1-1,-1 0,0 0,0 0,1 1,-2-1,1 0,0 0,0 0,-1 1,1-1,-1 0,1 0,-1 0,0 0,0 0,0 0,-1 1,-6 8,0-1,-1 0,0 0,-1-1,0 0,0-1,-1 0,0-1,0 0,-1-1,0 0,-85 64,85-56</inkml:trace>
  <inkml:trace contextRef="#ctx0" brushRef="#br0" timeOffset="52">7221 2889,'4'-6,"1"1,-1 1,1-1,0 1,1-1,-1 1,1 1,0-1,0 1,0 0,0 1,0-1,1 1,-1 0,1 1,-1 0,1 0,0 0,0 1,-1-1,1 2,0-1,-1 1,1 0,0 1,-1-1,1 1,-1 0,0 1,0 0,0 0,0 0,0 1,0-1,-1 1,1 2,-3-4,-1 0,0 1,0-1,0 1,-1-1,1 1,0 0,-1 0,0 0,0 0,0 0,0 0,0 0,0 0,-1 0,0 0,1 1,-1-1,0 0,-1 0,1 0,-1 0,1 1,-1-1,0 0,0 0,0 0,0 0,-1 0,1-1,-1 1,-1 2,-72 80,70-80,-11 9,11-10,0 0,1 0,-1 0,1 1,0 0,0 0,0 0,0 0,1 0,0 1,-2 4,6-8,-1 0,0 0,1 0,0-1,-1 1,1 0,0-1,0 1,0-1,0 1,0-1,0 1,0-1,0 0,1 1,-1-1,0 0,1 0,-1 0,1 0,-1 0,1 0,0-1,-1 1,1-1,0 1,0-1,-1 1,1-1,0 0,0 0,0 0,-1 0,1 0,0 0,0 0,0-1,-1 1,2-1,25 0,0-1,0-2,0 0,25-9,2-1</inkml:trace>
  <inkml:trace contextRef="#ctx0" brushRef="#br0" timeOffset="53">8477 2567,'-7'9,"-2"13,-1 13,0 10,0 8,1 5,3 0,2-7,1-6,2-9,1-13,0-11</inkml:trace>
  <inkml:trace contextRef="#ctx0" brushRef="#br0" timeOffset="54">8357 2460,'-1'-2,"0"0,1 0,-1 0,1 0,0 0,0 0,0 0,0 0,0 0,0 0,0 0,1 0,-1 0,1 0,-1 0,1 0,0 0,0 0,0 0,0 1,0-1,0 0,0 1,1-1,-1 1,0-1,1 1,0-1,-1 1,1 0,0 0,-1 0,1 0,0 0,0 0,0 1,0-1,2 0,80-14,-67 13,-1 1,1 1,0 0,-1 1,1 1,-1 0,1 1,-1 1,0 1,0 0,-1 1,1 1,11 7,-25-13,0 1,0-1,0 1,0 0,0 0,0 0,-1 0,1 1,-1-1,1 0,-1 1,0-1,0 1,0-1,0 1,0-1,-1 1,1 0,-1-1,0 1,0 0,0 0,0-1,0 1,0 0,-1-1,1 1,-1 0,0-1,0 1,0-1,0 1,0-1,0 1,-1-1,1 0,-1 0,0 0,0 0,0 0,0 0,0 0,0 0,0-1,-23 22,0-2,-2 0,0-2,-14 6,-64 48,81-52</inkml:trace>
  <inkml:trace contextRef="#ctx0" brushRef="#br0" timeOffset="55">8651 2889,'11'-8,"1"0,0 1,0 1,0 0,1 1,0 0,0 1,0 1,1 0,-1 0,1 1,0 1,0 1,-1 0,-10-1,0 2,-1-1,1 0,-1 0,1 1,-1-1,1 1,-1 0,1 0,-1 0,1 0,-1 0,0 1,0-1,0 0,0 1,0 0,0 0,0-1,0 1,-1 0,1 0,-1 1,1-1,-1 0,0 0,0 1,0-1,0 1,0-1,-1 1,1-1,-1 1,1-1,-1 1,0-1,0 1,0 0,-1-1,1 1,-1-1,1 1,-1-1,0 1,0 1,-3 4,-1 1,0-1,0 0,0-1,-1 0,0 0,-1 0,0 0,0-1,0 0,-1 0,-20 19,27-25,1 1,-1-1,1 0,-1 0,1 0,-1 1,1-1,-1 0,1 1,-1-1,1 0,0 1,-1-1,1 1,0-1,-1 0,1 1,0-1,0 1,-1-1,1 1,0-1,0 1,0-1,0 1,-1-1,1 1,0 0,0-1,0 1,0-1,0 1,1-1,-1 1,0-1,0 1,0-1,0 1,0-1,1 1,-1-1,0 1,1-1,-1 1,0-1,1 0,-1 1,0-1,1 1,-1-1,1 0,-1 1,0-1,1 0,0 0,32 6,-29-5,1-1,4 0,1-1,0 2,-1-1,1 1,-1 1,1 0,-1 0,0 1,0 0,0 1,0 0,0 0,-1 1,1 0,-2 0,1 1,0 0,-1 0,0 1,3 4,-8-8,-1 1,0-1,0 0,0 1,0-1,-1 1,1 0,-1-1,0 1,0-1,0 1,-1 0,1-1,-1 1,0-1,0 1,0-1,0 1,0-1,-1 0,0 0,0 0,0 0,0 0,0 0,0 0,-3 2,-78 61,-46-12,63-37</inkml:trace>
  <inkml:trace contextRef="#ctx0" brushRef="#br0" timeOffset="56">2689 0,'6'224,"14"46,-1-48,-10 204,-23-229,37-158,-16-31,-6-8,-1 0,0 0,1 1,-1-1,0 0,1 0,-1 0,0 0,1 0,-1 0,0 0,1 0,-1 0,0 0,1 0,-1 0,0 0,1 0,-1 0,0 0,1 0,-1 0,0 0,1 0,-1-1,0 1,1 0,-1 0,0 0,0-1,1 1,-1 0,0 0,0-1,1 1,-1 0,0 0,0-1,0 1,0 0,1-1,-1 1,0 0,0-1,0 1,0 0,0-1,0 1,0 0,0-1,0 1,0 0,0-1,0 1,0 0,0-1,0 1,0 0,-1-1,1 1,0 0,0-1,0 1,-1 0,2-29,-1 26,-1 0,1 0,-1 0,1 0,-1 0,0 0,0 1,0-1,-1 0,1 1,-1-1,1 0,-1 1,0 0,0-1,0 1,0 0,0 0,-1 0,1 0,-1 1,1-1,-1 1,1-1,-1 1,0 0,0 0,0 0,0 0,1 1,-2-1,-2 0,-1 0,1 1,-1 0,1 0,-1 0,1 1,-1 0,1 0,-1 0,1 1,0 0,0 0,0 1,-1 0,-2 3,-1 1,2-1,-1 1,1 1,-1 0,2 0,0 1,0 0,0 0,1 0,0 1,1 0,0 0,1 0,0 1,1 0,0-1,0 1,1 1,0 0,1-3,0 0,0 0,1 0,0 0,0 0,1 0,0 0,1-1,0 1,0 0,1-1,0 1,1-1,0 0,0 0,0-1,1 1,0-1,1 0,0 0,0 0,0-1,1 0,0-1,4 4,8 1,1-1,0-1,1-1,0 0,0-2,1 0,-1-1,1-1,0-2,0 0,0-1,0-1,18-3,-32 3,1 1,0-1,0-1,0 0,-1 0,1 0,-1-1,0-1,1 1,-2-1,1-1,0 1,-1-1,0-1,0 1,0-1,-1 0,0-1,0 0,0 0,-1 0,0 0,-1-1,0 0,0 0,0 0,-1 0,0-1,-1 1,0-1,0 0,0-8,-3 7,0 0,0-1,-1 1,0 1,-1-1,0 0,-1 0,0 1,0 0,-1 0,0 0,-1 1,1-1,-2 1,1 0,-1 1,-1 0,1 0,-1 1,0-1,-1 2,1-1,-1 1,0 1,-1-1,1 2,-1-1,1 1,-1 1,0 0,0 0,0 1,0 0,-1 1,1 0,0 0,-3 2,-2 1,0 2,0 0,1 0,0 2,0-1,1 2,-1 0,2 1,-1 0,1 0,1 2,0-1,0 2,1-1,0 1,-5 9,-17 29</inkml:trace>
  <inkml:trace contextRef="#ctx0" brushRef="#br0" timeOffset="57">2649 2407,'-11'379,"11"-367,-2-8,1 1,0-1,1 0,-1 1,1-1,0 1,0-1,0 1,1-1,-1 0,1 1,0-1,1 0,-1 1,1-1,-1 0,1 0,1 0,-1 0,0-1,1 1,0 0,0-1,0 0,0 0,0 0,1 0,1 0,8 0,1 0,-1-2,1 0,0 0,0-2,-1 1,1-2,-1 0,1 0,-1-1,3-2,9 0,100-23,-110 23</inkml:trace>
  <inkml:trace contextRef="#ctx0" brushRef="#br0" timeOffset="58">3103 2580,'-5'-2,"0"4,-1 8,1 12,2 8,1 9,1 7,1 2,0 0,0-4,0-7,0-7,3-10,0-9,2-12,0-6</inkml:trace>
  <inkml:trace contextRef="#ctx0" brushRef="#br0" timeOffset="59">3103 2514,'9'13,"10"10,9 7,8 4,5 2,3 0,-3-2,-2-2,-9-2,-9-4,-8-1,-12-1,-11-2,-14-3,-12-2,-9-4,-6-4,6-3</inkml:trace>
  <inkml:trace contextRef="#ctx0" brushRef="#br0" timeOffset="60">2355 2434,'16'-7,"19"-4,21-3,22-2,23 3,16 3,12 3,4 3,-5 5,-12 4,-27 1</inkml:trace>
  <inkml:trace contextRef="#ctx0" brushRef="#br0" timeOffset="61">10162 455,'22'39,"-1"2,-2 0,-2 0,-2 2,0 5,-13-42,25 91,-4 2,-4 1,-5 0,-5 1,-3 0,-6 0,-3 1,-7 19,-1-3,1-29,5 0,3 19,17-15,-5-69</inkml:trace>
  <inkml:trace contextRef="#ctx0" brushRef="#br0" timeOffset="62">10082 2634,'7'25,"-1"0,-1 1,-1 0,-2 0,0 0,-2 9,-4-13,-1-33,13-181,-7 135,0 65,-1 1,1-1,1 0,0 0,0-1,0 1,1 0,0-1,0 1,1-1,4 6,-6-10,-1 0,1 0,0-1,0 1,1-1,-1 0,0 1,1-1,-1 0,1 0,0-1,0 1,0 0,-1-1,1 0,1 0,-1 0,0 0,0 0,0 0,0-1,1 0,-1 0,0 0,0 0,1 0,-1 0,0-1,0 0,3 0,4-5,1 0,-1 0,-1-1,1-1,-1 1,-1-1,1-1,-1 0,-1 0,0 0,0-1,-1 0,0-1,0 1,-2-1,1 0,-1 0,-1-1,0 1,1-7,-4 17,2 23,-4-10,-3 31,2 0,1 0,2 1,7 41,15-15,-9-48</inkml:trace>
  <inkml:trace contextRef="#ctx0" brushRef="#br0" timeOffset="63">10629 2621,'-13'274,"28"-469,-14 174,0 3,1 0,0-1,1 1,1 1,1-1,5-13,-9 29,1-1,-1 1,1-1,0 1,0 0,0-1,0 1,0 0,1 1,-1-1,1 0,-1 1,1-1,-1 1,1 0,0 0,0 0,0 0,-1 0,1 1,0-1,0 1,0 0,0 0,2 0,77 10,-74-8,6 0,-1 0,1 2,-1-1,1 2,-1 0,-1 0,1 1,-1 1,0 0,0 0,-1 1,11 10,-21-17,0 0,0 1,0-1,0 0,0 0,0 1,-1-1,1 1,0-1,-1 1,1-1,-1 1,0-1,1 1,-1-1,0 1,0-1,0 1,0 0,0-1,0 1,0-1,-1 1,1-1,-1 1,1-1,-1 1,1-1,-1 1,0-1,0 0,0 1,1-1,-1 0,-1 0,1 1,0-1,0 0,0 0,-1 0,1 0,0-1,-1 1,1 0,-1-1,1 1,-72 25,-24-17,97-9,-1 0,1 0,-1 0,0-1,1 1,-1 0,1 0,-1 0,1 0,-1 0,1 0,-1 0,1 0,-1 0,1 1,-1-1,0 0,1 0,-1 0,1 1,0-1,-1 0,1 0,-1 1,1-1,-1 1,1-1,0 0,-1 1,1-1,0 1,-1-1,1 1,0-1,-1 1,1-1,0 1,0-1,0 1,0-1,0 1,-1-1,1 1,0-1,0 1,0-1,0 1,0-1,1 1,-1 0,0-1,0 1,0-1,0 1,1-1,-1 1,0-1,27 25,20 4,2-2,1-2,2-2,0-2,1-3,32 6,-50-14</inkml:trace>
  <inkml:trace contextRef="#ctx0" brushRef="#br0" timeOffset="64">15 3410,'-7'-2,"0"-2,6 1,12 3,21 2,22 2,27 1,27-1,21 0,13-2,7-1,-3-2,-9-2,-13 0,-19 1,-23 0,-23 1,-22 0</inkml:trace>
  <inkml:trace contextRef="#ctx0" brushRef="#br0" timeOffset="65">216 4867,'-11'0,"2"0,11 0,15 0,19 0,19 0,19-4,19-5,16-2,13 1,6-1,2 2,-6 2,-10 2,-10 3,-17 3,-18 2,-21 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41:06.67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0,'27'1,"351"78,-214-54,0-7,156-4,411 37,-498-37,139-13,-168-3,-186 2,45 1,0-3,-1-3,25-6,129-11,-235 16,-4 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41:07.40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288 1,'120'78,"-90"-62,447 254,-454-254,-39-1,-222 101,108-48,-228 85,163-81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41:21.34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 0,'0'1,"-1"-1,1 1,0 0,-1-1,1 1,0 0,-1-1,1 1,0 0,0 0,0-1,-1 1,1 0,0 0,0-1,0 1,0 0,0 0,0-1,1 1,-1 0,0-1,0 1,1 0,-1 0,0-1,0 1,1 0,-1-1,1 1,-1-1,1 1,-1-1,1 1,-1-1,1 1,-1-1,1 1,0-1,4 5,1-2,0 1,-1 0,1-1,0 0,1-1,-1 1,0-1,1 0,-1-1,1 1,0-1,1-1,5 3,136 18,0-6,66-5,-186-9,1194 11,-860-14,87 1,-399-1,-52-3,-8-1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41:22.12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18 0,'29'31,"50"21,2-3,3-4,79 30,-110-51,233 110,-266-120,-29 0,-2-9,2 0,-1 1,0 0,1 1,1 0,-1 0,1 1,0 0,1 1,0 0,-3 4,-21 23,-78 73,-4-5,-5-6,-17 5,-56 39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41:45.87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26,'1122'0,"-538"-13,-456 6,-86 4,0 1,0 1,37 6,-32 0,0-1,0-3,21-3,-51 0,-4-1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41:46.48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 0,'-4'6,"22"4,-13-7,135 69,69 41,-203-110,0 1,1-1,-1 1,0 0,0 1,-1-1,0 1,1 0,-2 1,1-1,-1 1,1 0,-2 0,1 0,-1 1,0-1,0 1,0 0,-1 0,0 0,-1 0,1 0,-1 0,-1 0,0 1,0 2,-3-1,0 0,-1 0,-1 0,1-1,-2 1,1-1,-1 0,0-1,0 1,-1-1,0-1,-5 4,-31 25,-1-1,-2-3,-1-2,-1-2,-11 3,-48 23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41:47.15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14 1,'-3'14,"1"13,-1 11,0 11,2 9,0 7,0 4,1 2,2 1,4-6,2-7,5-9,6-11,8-11,8-12,7-12,-4-7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41:47.42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78 149,'-1'-14,"1"-1,-2 0,0 0,-1 1,0-1,-1 1,-1 0,0 0,-4-5,9 20,0-1,0 0,0 1,0-1,0 1,0-1,0 1,0-1,-1 1,1-1,0 0,0 1,-1-1,1 0,0 1,0-1,-1 0,1 1,0-1,-1 0,1 1,-1-1,1 0,0 0,-1 0,1 1,-1-1,1 0,-1 0,1 0,0 0,-1 0,1 0,-1 0,1 0,-1 0,1 0,-1 0,1 0,0 0,-1 0,1 0,-1 0,1 0,-1-1,1 1,0 0,-1 0,1-1,-1 1,1 0,0 0,-1-1,-15 278,7-10,9-260,0 0,1 0,0 0,0 0,1 0,0-1,0 1,0 0,1-1,0 0,1 1,-1-1,1-1,0 1,1 1,14 9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41:47.70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19 0,'-5'16,"0"14,-1 14,4 10,6 8,3 4,2 1,2-5,0-6,-4-8,-1-10,-3-11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41:47.97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14 228,'-2'-18,"-1"11,1 0,0-1,1 1,0-1,0 1,0-1,1 1,0-1,0 0,1 1,0-1,1 1,-1 0,1-1,1 1,0 0,0 0,0 0,0 0,1 1,1-1,-1 1,1 0,0 1,0-1,3-2,4 4,0 0,-1 1,1 0,0 1,0 1,0 0,0 0,1 1,-1 1,0 0,0 0,0 2,0-1,-1 1,1 1,-1 0,1 1,-1 0,-1 1,1 0,-1 1,0 0,9 8,-4-4,0 1,-1 1,0 0,-1 1,-1 1,0 0,-1 0,0 1,-2 1,4 7,-9-17,-1 1,0-1,0 1,-1 0,0 0,0 0,-1 0,0 0,0 0,-1 1,0-1,0 0,-1 0,0 0,-1 0,0 0,0 0,-1 0,0 0,0-1,0 1,-1-1,0 0,-1 0,-1 1,-10 7,0-1,-2-1,1 0,-2-1,1-1,-1-1,-1-1,0 0,-1-2,1 0,-1-2,0 0,-1-1,-16 1,-32 6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41:48.28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103 1,'-2'0,"-6"0,-10 0,-18 2,-3 1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41:49.97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2664 1,'-83'9,"0"-4,0-3,-1-4,-7 1,-438 1,476 3,52-3,1 1,-1 0,1-1,0 1,-1 0,1 0,0 0,-1-1,1 1,0 0,0 0,0 0,0 0,0-1,0 1,0 0,0 0,0 0,1 0,-1-1,0 1,0 0,1 0,-1-1,0 1,1 0,-1 0,1-1,-1 1,1 0,-1-1,1 1,0-1,-1 1,1-1,0 1,-1-1,1 1,0-1,0 0,-1 1,1-1,0 0,0 1,1 1,14 13,0 1,-1 0,-1 1,0 1,-2 0,0 1,-1 0,5 13,3 25,-2 1,-3 0,-3 1,3 47,-8-64,70 606,-66-539,-4 100,-5-205,0 0,-1 0,1 0,-1 0,0 0,0 0,-1 0,1 0,-1 0,0 0,0 0,0 0,-1 0,1-1,-1 1,0 0,0-1,0 1,-1-1,1 0,-1 0,0 0,0 0,0 0,0-1,0 1,0-1,-1 0,1 0,-1 0,0 0,1-1,-1 0,0 1,0-1,-3 0,-180-28,-90-2,-1 13,0 11,-12 14,-224 22,445-21,70-6,113 1,-66-5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41:50.35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88 18,'-83'-18,"83"18,0 0,0 1,1-1,-1 0,0 0,0 0,1 0,-1 1,0-1,0 0,0 0,1 0,-1 1,0-1,0 0,0 0,0 1,0-1,1 0,-1 0,0 1,0-1,0 0,0 0,0 1,0-1,0 0,0 1,0-1,0 0,0 0,0 1,0-1,0 0,0 1,-1-1,1 0,0 0,0 1,0-1,0 0,0 0,-1 0,1 1,0-1,0 0,0 0,-1 0,1 1,0-1,0 0,-1 0,1 0,0 0,0 0,-1 0,1 1,0-1,0 0,-1 0,1 0,0 0,-1 0,1 0,0 0,0 0,-1 0,1 0,0 0,20 15,169 71,-96-48,-58-23,-4-3,0 2,0 1,-2 1,0 2,26 20,-51-35,0 0,0 1,-1-1,1 1,-1-1,0 1,0 0,0 1,-1-1,1 0,-1 1,0-1,0 1,-1 0,1 0,-1 0,0-1,0 1,-1 0,0 0,1 0,-2 0,1 0,-1 0,1 0,-1 0,-1 0,1 0,-6 10,-1 0,-1 0,0-1,-1 0,-1-1,0 0,0-1,-1 0,-1-1,0 0,-10 6,-70 50,-3-4,-24 8,88-52,-43 25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41:50.99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1,'4'22,"5"22,2 17,1 11,2 8,-2 1,-3-2,-2-5,-6-11,-3-15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41:51.33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 0,'-1'5,"1"0,0-1,1 1,-1-1,1 1,0-1,0 1,0-1,0 1,1-1,0 0,0 1,0-1,2 2,-2-3,22 39,3-2,2-1,1-1,1-2,2-1,30 23,39 45,-32-7,-68-91,0 0,0 0,0 0,-1 0,1 0,-1 0,0 0,-1 0,0 0,1 1,-1-1,-1 0,1 0,-1 0,0 0,0 1,-1-1,1-1,-1 1,0 0,-2 2,-7 7,0-1,-1 0,-1-1,0 0,-1-1,0-1,-1 0,0-1,-1-1,1 0,-2-1,1 0,-1-2,0 0,-4 0,-135 21,152-25,2-1,1 0,0 1,0-1,-1 0,1 0,0 0,0 0,-1 0,1 0,0 0,0 0,-1-1,1 1,0 0,0-1,0 1,-1-1,1 1,0-1,0 0,0 1,0-1,0 0,0 0,0 0,0-1,3-8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41:57.29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98 0,'-11'35,"1"0,1 1,3 0,1 0,1 1,2-1,2 1,3 29,-3-51,0 0,1-1,1 1,0-1,1 0,1 1,0-1,1 0,0-1,1 1,1-1,0-1,0 1,2-1,-1 0,2-1,-1 0,8 6,-14-15,0 0,1-1,-1 1,0-1,1 1,-1-1,1 0,-1 0,1-1,0 1,-1-1,1 0,0 0,0 0,-1 0,1-1,0 1,-1-1,1 0,-1 0,1 0,-1-1,1 1,-1-1,0 0,0 0,0 0,0 0,0-1,0 1,-1-1,1 1,-1-1,2-2,5-6,0-1,-1 1,-1-2,0 1,0-1,-1 0,-1 0,2-8,-2 1,-1 0,0 0,-2 0,0-1,-1 1,-2-1,0 1,-1-1,0 1,-2 0,-1 0,0 0,-1 1,-2-1,1 1,-2 1,-1 0,-5-8,13 21,-1 1,1-1,-1 1,0-1,0 1,-1 0,1 0,-1 0,0 1,0-1,0 1,0 0,0 0,-1 0,1 1,-1-1,0 1,0 0,0 1,0-1,0 1,0 0,0 0,-1 1,1 0,0-1,0 2,-1-1,1 1,0-1,0 1,0 1,0-1,-4 2,-2 6,1 0,0 0,1 1,0 0,0 1,1 0,0 0,1 1,0 0,1 0,1 1,0-1,0 1,1 0,1 1,0-1,0 10,1-12,1 1,-1-1,2 0,0 1,0-1,1 1,1-1,-1 0,2 0,0 0,0 0,1 0,0 0,1-1,0 0,4 6,25 27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41:57.82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0 176,'92'200,"-78"-167,5 11,1-1,2-2,2 0,23 29,-14-37,-32-32,-1-1,1 1,0-1,-1 1,1-1,0 1,0-1,-1 0,1 1,0-1,0 0,-1 0,1 1,0-1,0 0,0 0,-1 0,1 0,0 0,0 0,0 0,-1 0,1-1,0 1,0 0,0 0,-1-1,1 1,0 0,0-1,-1 1,1-1,0 1,-1-1,1 1,-1-1,1 0,-1 1,1-1,-1 1,1-1,-1 0,1 0,-1 1,0-1,1 0,-1 0,0 1,0-1,0-1,4-14,-1-1,-1 1,0-1,-2 0,0 0,-1-13,0-4,0-124,1 158,0 0,0 1,0-1,0 0,1 0,-1 1,0-1,0 0,0 1,0-1,1 0,-1 0,0 0,0 1,1-1,-1 0,0 0,0 0,1 1,-1-1,0 0,0 0,1 0,-1 0,0 0,1 0,-1 0,0 0,1 0,-1 0,0 0,1 0,-1 0,0 0,0 0,1 0,-1 0,0 0,1 0,-1 0,0 0,1 0,-1-1,0 1,0 0,1 0,-1 0,0-1,0 1,0 0,1 0,-1 0,0-1,0 1,0 0,1-1,-1 1,0 0,0 0,0-1,0 1,0 0,0-1,0 1,0 0,0-1,0 1,0 0,0-1,0 1,14 23,36 91,-42-88,2 0,2-1,0 0,1-1,1-1,2 0,6 6,-21-26,1-1,-1 0,1 0,0 0,0 0,0 0,0 0,0-1,0 1,0-1,1 1,-1-1,0 0,1 0,0 0,-1 0,1 0,-1 0,1-1,0 0,-1 1,1-1,0 0,0 0,-1 0,1-1,0 1,-1-1,1 1,0-1,-1 0,2-1,4-4,-1-1,0 1,-1-1,1-1,-2 1,1-1,-1 0,0-1,0 1,-1-1,-1 0,1 0,-1 0,0-4,12-47,-3 1,-2-1,-3-1,-3 0,-2 0,-5-35,3 24,0 65,-1 6,1-1,-1 1,1-1,0 1,-1-1,1 0,0 1,0-1,0 0,0 1,0-1,1 0,-1 1,0-1,1 1,-1-1,1 0,0 1,-1-1,1 1,0 0,0-1,0 1,0 0,0-1,0 1,0 0,1 0,-1 0,0 0,1 0,0 0,11 6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41:58.07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112 1,'-2'20,"-4"21,-2 17,0 12,-1 8,-2 4,-3 2,-1-4,-1-9,3-14,3-17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41:58.33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0 328,'1'24,"0"-1,2 0,0 0,1 0,2 0,0 0,2-1,0 0,2-1,0 1,1-2,1 0,1 0,1-1,0-1,2 0,0-1,1-1,0 0,2-2,-1 0,2-1,0 0,8 2,-26-14,3 2,0-1,0 0,0 0,0 0,0 0,1-1,-1 0,0 0,1 0,-1-1,1 0,-1 0,4-1,-7-1,0 0,1 0,-1-1,-1 1,1-1,0 1,-1-1,1 0,-1 0,0 0,0 0,0 0,0 0,0 0,-1 0,1 0,-1 0,0 0,0 0,0 0,0-1,-1 1,1 0,-2-2,2-6,-37-349,35 340,-8-71,4-1,4-12,5 59,2 14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42:20.64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1337 6765,'19'-54,"18"-118,-8-2,-8-1,-1-155,-5 86,12-50,21-44,28-136,-18-41,-32 111,26-287,15 79,-66 607,-1 18,0-9,0 16</inkml:trace>
  <inkml:trace contextRef="#ctx0" brushRef="#br0" timeOffset="1842.617">1765 3035,'-24'50,"-27"40,-3-2,-5-3,-9 5,6-6,54-77,13-20,63-129,-3 5,6 3,16-15,-76 133,-2 79,-1-46,0-1,2-1,0 1,0-2,2 1,0-2,0 1,1-2,1 0,0 0,1-1,0-1,0-1,15 7,7 8,-12-7,-9-9,-1 1,-1 1,1 1,-1 0,-1 1,0 0,-1 1,0 0,-1 1,-1 1,5 7,-14-19,1 0,-1 0,0-1,0 1,0 0,-1 0,1 0,-1 0,1 0,-1 0,0 1,0-1,-1 0,1 0,0 0,-1 0,0 0,0 0,0 0,0-1,0 1,0 0,-1 0,0-1,1 1,-1-1,0 1,0-1,0 0,-1 0,1 0,0 0,-1 0,1-1,-1 1,0-1,1 1,-1-1,0 0,-2 1,-15 2,0-1,-1 0,1-1,-1-2,0 0,1-1,-1-1,1 0,-7-4,3 3,-536-69,807 72,-241 1,0-1,1 0,-1 0,0 0,0-1,1 0,-1 0,0-1,0 0,0 0,0 0,-1-1,1 0,-1 0,1 0,-1-1,0 1,0-1,-1-1,1 1,-1 0,0-1,0 0,0 0,-1-1,2-2,29-136,-33 143,0 1,0 0,0-1,0 1,0 0,0 0,0 0,0 0,0 0,1 0,-1 0,0 1,0-1,0 0,0 0,0 1,0-1,0 1,-1-1,1 1,0-1,0 1,0 0,0-1,-1 1,1 0,0 0,0-1,-1 1,1 0,-1 0,1 0,7 5,93 35,-100-41,1 1,-1-1,1 1,-1 0,0 0,1-1,-1 1,0 0,0 0,0 0,0 1,0-1,0 0,0 0,0 1,0-1,-1 0,1 1,0-1,-1 0,1 1,-1-1,0 1,1-1,-1 1,0 0,0-1,0 1,0-1,0 1,0-1,0 1,-1-1,1 1,-1-1,1 1,-1-1,1 1,-1-1,0 0,0 1,0-1,1 0,-2 0,-49 51,-66 2,153-60,24-10,-31 8,-1 0,2 2,-1 1,30-1,-57 6,0-1,0 1,0 0,0 0,0 0,0 0,1 1,-1-1,0 0,0 1,0-1,0 1,0 0,0 0,-1 0,1 0,0 0,0 0,-1 0,1 1,0-1,-1 1,1-1,0 1,-4 0,1 0,0-1,-1 1,0-1,1 0,-1 0,1 1,-1-1,0 0,0 0,0 0,0-1,0 1,0 0,0-1,0 0,0 1,0-1,0 0,0 0,0 0,0 0,0 0,-1 0,-34 3,0-2,0-1,1-3,-1 0,-27-8,47 6,35 1,72 2,1 4,43 8,-127-8,-20-1,-318-24,383 32,-9-4</inkml:trace>
  <inkml:trace contextRef="#ctx0" brushRef="#br0" timeOffset="3403.825">509 522,'7'65,"-2"-1,-3 51,10-175,-8 42,-2 0,0 1,-1-1,-1 0,0 0,-2 0,0 1,-1-1,0 1,-2-1,0 1,-1 0,-1 1,0-1,-1 1,-1 1,0 0,-9-11,8 16,0 0,0 0,-1 1,0 1,0 0,-1 1,0 0,0 0,-1 1,0 1,-6-2,12 5,0 0,0 0,-1 1,1 0,0 0,-1 0,1 1,-1 0,1 1,-1 0,1 0,0 0,-1 1,1 0,0 1,0 0,0 0,1 0,-1 1,1-1,-6 6,3-1,1 1,0 0,0 0,1 1,0 0,1 0,0 0,1 1,0 0,0 0,1 1,1-1,0 1,-1 9,0 6,1 0,1 0,1 1,1-1,5 28,-1-24,2 1,1-1,2-1,1 0,1 0,2-1,0 0,3-1,0-1,1 0,2-1,0-1,2-1,1-1,1-1,7 5,-21-18,1 0,0-1,1-1,0 1,0-2,0 1,1-2,0 1,0-2,1 0,-1 0,1-1,0 0,-1-1,1-1,0 0,1-1,-1 0,0-1,0-1,-1 0,1 0,0-1,-1-1,1 0,7-4,-9 1,-1-1,1 1,-1-2,-1 1,1-1,-2-1,1 0,-1 0,-1 0,0-1,0 0,-1-1,0 1,-1-1,-1-1,0 1,0 0,-1-1,-1 0,0 1,-1-1,0 0,-1-4,-3 4,-2 18,-3 26,7-14,0 0,0 0,2 1,0-1,1 0,0 0,2 0,2 6,-4-16,0 0,1-1,-1 1,2-1,-1 0,1 0,0 0,0 0,1 0,-1-1,1 0,1 0,-1 0,1-1,-1 0,1 0,0 0,1-1,-1 0,1 0,4 1,-5-2,1-1,-1 1,0-2,1 1,-1-1,0 0,1 0,-1 0,1-1,-1 0,0-1,0 1,0-1,0 0,0-1,0 1,0-1,-1 0,1-1,-1 1,0-1,0 0,0-1,-1 1,1-1,-1 0,0 0,-1 0,1 0,-1-1,0 1,0-1,-1 0,1 0,-1-1,5-12,-1-1,0 1,-2-1,0 0,-1-1,-2 1,0 0,0-1,-2-3,-4 23,0 15,-7 46,3 1,2 1,3-1,3 28,0-52,-1 133,3-61,-4-1,-5 0,-5-1,-8 16,20-113,-1 0,0-1,-1 1,0 0,0-1,-1 0,0 0,-1 0,0 0,0-1,-1 0,0 0,-7 7,10-14,-1 0,1 0,0 0,0 0,-1 0,1-1,0 0,0 1,-1-1,1 0,0-1,-1 1,1-1,0 1,-1-1,1 0,0 0,0 0,0-1,0 1,0-1,0 0,0 0,1 0,-1 0,1 0,-1 0,1-1,0 1,0-1,0 0,0 1,0-1,1 0,-1 0,1 0,0 0,0 0,-1-2,-17-37,1 0,2-2,2 0,2 0,2-1,2 0,1-4,3 25,-21-163,25 186,0-1,-1 0,1 0,1 0,-1 0,0 0,0 0,1 0,-1 0,1 0,0 0,-1 1,1-1,0 0,0 1,0-1,0 0,0 1,1-1,-1 1,0-1,1 1,-1 0,1 0,0 0,-1 0,1 0,0 0,-1 0,1 0,0 0,0 1,0-1,0 1,0 0,0-1,0 1,0 0,-1 0,1 0,0 0,0 1,0-1,0 1,1-1,111 15,-50-5</inkml:trace>
  <inkml:trace contextRef="#ctx0" brushRef="#br0" timeOffset="3679.377">1471 1284,'14'-2,"17"-1,16 0,13 3,10 1,5 1,-4 0,-14-1</inkml:trace>
  <inkml:trace contextRef="#ctx0" brushRef="#br0" timeOffset="3979.096">2741 683,'1'-6,"0"1,0-1,-1 0,0 1,0-1,-1 0,1 1,-1-1,0 1,-1-1,1 1,-1-1,0 1,-1 0,1 0,-1 0,0 0,0 0,0 1,-1-1,0 1,0 0,0 0,0 0,-1 1,1 0,-1-1,0 2,0-1,0 0,0 1,-1 0,-7-3,0 1,0 0,0 1,0 1,-1 0,1 1,0 0,-1 1,1 0,-1 1,1 1,-1 0,1 1,0 1,0 0,0 0,1 1,0 1,0 0,-5 3,2 1,1-1,0 2,0 0,1 1,1 0,0 1,0 0,1 1,1 0,1 0,0 1,0 1,2 0,0 0,-3 10,5-6,0 1,1 0,1 0,1 1,1-1,0 0,2 1,1-1,0 0,2 1,0-2,1 1,2 0,0-1,1 0,1-1,0 0,2 0,0-1,1 0,1-1,1-1,0 0,16 14,-16-18,1 1,0-2,0 0,1-1,1-1,0 0,0-1,1-1,13 4,20 1</inkml:trace>
  <inkml:trace contextRef="#ctx0" brushRef="#br0" timeOffset="4263.41">2541 1016,'-103'-23,"390"68,-287-45,4 0,-1 0,1 0,-1 0,1 0,-1 1,1-1,-1 1,0 0,1 0,-1 0,0 1,0-1,1 1,-1 0,0 0,-1 0,1 0,0 0,-1 0,1 1,-1 0,0-1,0 1,0 0,0 0,0 0,0 0,-1 0,1 3,6 23,-2 1,-2 0,0 0,-2 0,-1 0,-2 0,-2 15,2-36,-1 0,-1 0,1 0,-1-1,-1 1,0-1,0 1,0-1,-1-1,0 1,-1-1,0 1,-2 0,-21 19</inkml:trace>
  <inkml:trace contextRef="#ctx0" brushRef="#br0" timeOffset="5255.248">1 14,'52'-8,"457"2,1451 69,-1945-63,62 4,0 3,52 13,-217-22,50-8,14 1</inkml:trace>
  <inkml:trace contextRef="#ctx0" brushRef="#br0" timeOffset="8670.209">174 4025,'0'0,"0"-1,-1 1,1 0,0-1,-1 1,1 0,0-1,-1 1,1 0,0-1,0 1,0 0,-1-1,1 1,0-1,0 1,0-1,0 1,0 0,0-1,0 1,0-1,0 1,0-1,0 1,0-1,0 1,0 0,0-1,0 1,0-1,0 1,1-1,-1 1,0 0,0-1,1 1,-1 0,0-1,0 1,1 0,-1-1,0 1,1 0,-1-1,1 1,-1 0,0 0,1 0,-1-1,1 1,-1 0,0 0,1 0,-1 0,1 0,-1 0,1 0,-1 0,1 0,-1 0,0 0,33-3,209 11,-173 1,-68-9,0 0,-1 0,1 0,-1 0,1 0,-1 0,1 0,0 0,-1 1,1-1,-1 0,1 0,-1 1,1-1,-1 0,1 1,-1-1,0 0,1 1,-1-1,1 1,-1-1,0 1,1-1,-1 1,0-1,0 1,1-1,-1 1,0-1,0 1,0-1,0 1,0 0,0-1,0 1,0-1,0 1,0 0,0-1,0 1,0-1,0 1,0-1,-1 1,1-1,0 1,0-1,-1 1,1-1,0 1,-1-1,1 1,-1-1,-27 25,21-21,-1 1,1 1,-1 0,1 0,0 0,0 1,0 0,1 0,0 0,1 1,0 0,0 0,1 1,0-1,0 1,1 0,0 0,0 0,1 0,0 1,1-1,0 1,1-1,0 3,2 2,1 0,1 1,1-1,0-1,1 1,0-1,1 0,0 0,1 0,6 6,36 66,-44-64,-5-18,-1-1,0 1,1-1,-1 0,1 1,0-1,0 0,0 0,0 1,0-1,1 0,-1 0,0 0,1-1,0 1,-1 0,1 0,0-1,0 1,0-1,0 0,0 1,0-1,2 0,139 26,-142-26,1 0,0 0,-1 0,1-1,0 1,-1 0,1-1,0 1,0-1,0 1,-1-1,1 0,0 0,0 0,0 0,0 0,0 0,-1 0,1-1,0 1,0-1,0 1,-1-1,1 0,0 0,-1 1,1-1,-1 0,1-1,-1 1,1 0,-1 0,0-1,1 1,-1-1,0 1,0-1,0 1,0-1,0-1,4-12,-1 1,-1-1,-1 0,0 0,0 0,-2 0,0 0,-1-9,0-6,0-425,1 453,-1 1,1-1,0 1,0-1,0 1,0-1,0 0,0 1,1-1,-1 1,0-1,1 1,-1-1,1 1,0 0,-1-1,1 1,0-1,0 1,0 0,0 0,0 0,0-1,0 1,0 0,1 0,-1 1,0-1,1 0,-1 0,0 1,1-1,-1 0,1 1,-1 0,1-1,-1 1,1 0,-1 0,2-1,144 15,-133-13,29 3,0 1,0 2,-1 1,38 15,-42 1,-37-15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42:35.47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228 81,'23'-81,"-19"128,-6 192,-16 55,-8 100,17 125,8-352,-23 164,-4-92,25-228,0-17,-1-15,4 21,0 0,0 1,1-1,-1 0,0 0,0 0,1 0,-1 0,0 0,1-1,-1 1,0 0,0 0,1 0,-1 0,0 0,0 0,1 0,-1 0,0-1,0 1,0 0,1 0,-1 0,0-1,0 1,0 0,1 0,-1 0,0-1,0 1,0 0,0 0,0-1,7 168,18 22,-24-173,-12-43,5 6</inkml:trace>
  <inkml:trace contextRef="#ctx0" brushRef="#br0" timeOffset="475.624">0 1338,'11'14,"30"110,-23-61,4-1,2 0,3-2,17 26,11-17,-53-67,0-1,0 1,0 0,0-1,0 0,0 1,0-1,0 0,0 0,1 0,-1 0,0-1,1 1,-1 0,0-1,1 0,-1 0,1 0,-1 0,1 0,-1 0,1 0,-1-1,0 1,1-1,-1 0,0 0,1 0,-1 0,0 0,0 0,0 0,0-1,0 0,5-5,0-2,0 1,-1-1,-1 0,1 0,-1 0,-1-1,0 0,0 0,-1 0,1-7,2 0,34-113,-24 67,3 2,3 0,3 1,2 1,33-52,-32 72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42:37.93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254 443,'0'15,"0"15,0 14,0 10,0 8,0 2,0-1,-2-4,-1-7,0-13</inkml:trace>
  <inkml:trace contextRef="#ctx0" brushRef="#br0" timeOffset="505.57">201 308,'26'9,"0"1,0 2,-1 0,-1 2,0 0,-1 2,0 1,-1 0,-1 2,-21-19,9 6,-1 0,-1 1,1 0,-1 0,0 1,-1-1,0 2,0-1,-1 1,0-1,3 9,-8-13,0-1,0 1,-1 0,1-1,-1 1,0-1,0 1,0-1,-1 1,1-1,-1 0,0 1,0-1,0 0,0-1,-1 1,1 0,-1 0,0-1,1 0,-1 1,0-1,0 0,-1-1,1 1,0 0,-1-1,1 0,-1 0,1 0,-1 0,1 0,-1-1,-1 0,-177 30,182-30,0 0,0 1,0-1,0 0,0 0,1 1,-1-1,0 0,0 0,0 1,0-1,0 0,0 1,0-1,0 0,0 0,-1 1,1-1,0 0,0 0,0 1,0-1,0 0,0 0,0 1,-1-1,1 0,0 0,0 1,0-1,-1 0,1 0,0 0,0 0,-1 1,1-1,0 0,0 0,-1 0,1 0,0 0,0 0,-1 0,1 0,0 0,0 0,-1 0,1 0,-1 0,28 9,0-4,0 1,0 2,0 1,-1 0,-1 2,0 1,0 2,-1 0,-1 1,-1 1,0 1,2 4,-21-19,-1 0,1 1,0-1,-1 1,1 0,-1 0,0 0,0 0,0 0,0 1,-1-1,1 0,-1 1,0-1,0 1,0-1,-1 1,1 0,-1-1,0 1,0 0,0 0,0-1,-1 1,1 0,-1-1,0 1,0-1,-1 1,1-1,-1 1,1-1,-1 0,0 0,0 0,0 0,-1 0,1 0,-1-1,-1 2,-13 4,0 0,-1-1,1-1,-1-1,-1 0,1-2,-1 0,1-1,-1-1,0 0,-3-2,17 1,-105 1,100-4,10 0</inkml:trace>
  <inkml:trace contextRef="#ctx0" brushRef="#br0" timeOffset="1072.492">722 522,'14'19,"0"-1,-1 2,-1 0,-1 0,0 1,-2 0,-1 1,0 0,-2 0,0 1,-2 0,0 0,-1 5,5 62,-7-65,1-1,1 1,1 0,2-1,5 18,-11-40,1 0,-1 0,0 0,1 0,-1 0,1-1,0 1,0 0,-1 0,1-1,0 1,1 0,-1-1,0 1,0-1,1 1,-1-1,1 0,-1 0,1 0,-1 1,1-1,0-1,0 1,-1 0,1 0,0-1,0 1,0-1,0 1,0-1,0 0,0 0,-1 0,1 0,0 0,0 0,0-1,0 1,0-1,0 1,0-1,0 0,0 0,5-6,-1 0,-1 0,1-1,-1 0,-1 0,1 0,-1 0,-1-1,1 0,-2 1,1-1,-1-1,0 1,-1 0,0-7,5-17,-3 0,0-1,-2 0,-2-18,-3 31,4 21,0 0,1 0,-1 1,0-1,0 0,0 1,0-1,0 0,0 0,0 1,0-1,0 0,0 1,-1-1,1 0,0 0,0 1,0-1,0 0,0 0,0 1,-1-1,1 0,0 0,0 0,0 1,-1-1,1 0,0 0,0 0,0 1,-1-1,1 0,0 0,0 0,-1 0,1 0,0 0,-1 0,1 0,0 0,0 0,-1 0,1 0,0 0,-1 0,1 0,0 0,0 0,-1 0,1 0,0 0,0 0,-1 0,1 0,0-1,0 1,-1 0,1 0,0 0,0 0,-1-1,1 1,-4 18,1 1,1-1,0 1,1-1,1 1,1 0,1-1,0 1,2-1,2 8,-3-14,1-1,0 1,1-1,1 0,-1-1,2 1,-1-1,3 2,-7-9,1 1,0-1,-1 0,1 0,0-1,1 1,-1-1,0 1,1-1,-1 0,1 0,0 0,-1-1,1 1,0-1,0 0,0 0,0-1,0 1,0-1,0 0,0 0,1 0,-1 0,0-1,0 0,4-3,-1 0,1-1,-1-1,0 1,0-1,-1 0,1 0,-2-1,1 0,-1 0,0 0,0-1,0 0,-1 0,-1 0,0 0,0-1,0 1,1-8,13-39,-2-1,-3 0,-2 0,-3-1,-2-1,-3 1,-2-5,-9 23,-8 66,10 4,1 3</inkml:trace>
  <inkml:trace contextRef="#ctx0" brushRef="#br0" timeOffset="1313.098">1471 1084,'20'0,"19"0,15 0,14 0,7-2,1-1,-13 0</inkml:trace>
  <inkml:trace contextRef="#ctx0" brushRef="#br0" timeOffset="1606.072">2540 456,'-13'-7,"1"1,-1 1,0 0,-1 0,1 2,-1 0,0 0,0 1,0 1,0 0,0 1,0 1,0 0,0 0,1 2,-1 0,0 0,1 1,0 1,0 0,0 1,0 1,1 0,0 0,-8 8,5 0,1 0,1 1,1 1,0 0,1 0,1 1,0 1,2 0,0 0,1 0,1 1,1 0,0 1,2-1,0 1,2-1,0 1,1 0,1 0,1-1,1 1,2 5,0-9,0-1,1 1,1-2,0 1,2-1,-1 0,2 0,0-1,0-1,2 1,-1-2,2 0,0 0,0-1,1-1,0 0,1-1,0 0,0-1,1-1,0-1,0 0,1-1,-1 0,1-2,0 0,12 0,16-2</inkml:trace>
  <inkml:trace contextRef="#ctx0" brushRef="#br0" timeOffset="1872.405">2486 977,'-12'-13,"-2"0,1 1,-2 0,0 1,0 1,-1 0,0 1,0 1,-1 0,-1 1,-15 7,32 0,1 0,-1 0,1 0,0 1,-1-1,1 0,-1 1,1-1,-1 0,1 1,0-1,-1 0,1 1,0-1,-1 1,1-1,0 1,0-1,0 1,-1-1,1 1,0-1,0 1,0-1,0 1,0-1,0 1,0-1,0 1,0-1,0 1,0-1,0 1,0-1,0 1,1-1,-1 1,0-1,0 1,0-1,1 1,-1-1,0 1,1-1,-1 0,0 1,1-1,-1 0,1 1,-1-1,1 0,-1 1,0-1,1 0,-1 0,1 0,0 1,10 6,0-1,0 0,1 0,0-2,0 1,0-1,1-1,-1 0,1-1,0 0,-1-1,1 0,11-2,-15 2,149-4,-158 3,1-1,0 1,-1 0,1 0,-1 0,1 0,0 0,-1 0,1 0,-1 1,1-1,0 0,-1 0,1 0,-1 1,1-1,-1 0,1 0,-1 1,1-1,-1 0,1 1,-1-1,1 1,-1-1,1 1,-1-1,0 1,1-1,-1 1,0-1,0 1,1-1,-1 1,0 0,0-1,0 1,0-1,0 1,0 0,0-1,0 1,0-1,0 1,0 0,0-1,0 1,0 0,-16 32,9-21,-4 11,0 1,2 0,0 0,2 1,0 0,2 1,1-1,1 1,1 0,1 16,5 0</inkml:trace>
  <inkml:trace contextRef="#ctx0" brushRef="#br0" timeOffset="2563.335">0 1,'870'105,"-809"-100,503 44,482-25,-839-35,-177 7,-37 0,-25 1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39:20.34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F6630D"/>
      <inkml:brushProperty name="ignorePressure" value="1"/>
    </inkml:brush>
    <inkml:brush xml:id="br2">
      <inkml:brushProperty name="width" value="0.1" units="cm"/>
      <inkml:brushProperty name="height" value="0.1" units="cm"/>
      <inkml:brushProperty name="ignorePressure" value="1"/>
    </inkml:brush>
    <inkml:brush xml:id="br3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21966 13977,'-11'7,"1"0,-1 0,2 1,-1 0,1 1,1 0,-1 0,2 1,-1 0,1 1,1-1,0 1,0 1,1-1,1 1,0-1,0 1,1 1,1-1,-1 3,-1 3,1 1,1-1,0 1,1 0,1 0,1 0,1-1,0 1,1 0,1-1,1 0,1 0,0 0,2-1,0 1,0-2,2 1,0-1,1-1,0 0,1-1,8 8,5 2,1 0,1-1,1-2,1-1,0-1,2-2,0 0,1-3,0 0,1-2,1-2,32 7,-37-16,-1-1,0-1,1-1,-1-1,0-2,0-1,-1-1,0-1,0-2,25-12,48-13,-15 10,1 4,1 5,1 2,0 5,0 4,1 3,6 5,-50-1,0 3,-1 1,0 2,0 2,-1 2,5 4,-25-7,-1 0,0 2,-1 0,0 1,-1 2,-1 0,0 1,0 0,-2 2,0 0,-1 1,1 4,88 147,-103-164,1-1,1 0,-1 0,1 0,-1 0,1-1,1 1,-1-1,0 0,1 0,-1 0,1-1,0 0,0 0,0 0,0 0,0-1,0 0,0 0,1 0,-1-1,0 1,1-1,-1-1,0 1,0-1,1 0,-1 0,0 0,0-1,0 0,30-12,0-1,-2-2,0-2,-1-1,-1-1,5-6,38-24,-43 29,2 3,0 0,1 2,1 2,0 1,1 2,1 1,0 2,0 1,1 2,0 2,13 1,69 7,0 6,90 20,-65-8,902 96,-929-109,1-4,59-9,-138 1,1-1,-1-3,0-1,-1-2,0-2,0-1,-2-2,1-2,4-4,15-17,-1-2,-2-3,-2-2,-1-2,-3-2,-2-2,-3-3,-2-1,22-40,19-54,-81 145,1 0,0 0,-1-1,0 1,0 0,0-1,-1 1,1 0,-1-1,0 1,0-1,-1 1,1 0,-1-1,0 1,0 0,-1-1,1 1,-1 0,-1-1,-19-22</inkml:trace>
  <inkml:trace contextRef="#ctx0" brushRef="#br1" timeOffset="11620.194">11671 15180,'-13'-16,"-10"-10,-3 0,4-3,2-10,5 2</inkml:trace>
  <inkml:trace contextRef="#ctx0" brushRef="#br2" timeOffset="48051.654">415 582,'0'-11,"1"22,0 6,7 138,-8 0,-7 3,6-138,7 55,-5-73,1-1,-1 1,1-1,-1 0,1 0,0 0,-1 0,1 0,0 0,0 0,0 0,-1-1,1 1,0-1,0 1,0-1,0 0,0 0,0 0,0 0,0 0,0 0,0 0,0-1,0 1,0-1,0 0,0 1,0-1,-1 0,1 0,0 0,0 0,-1 0,1-1,-1 1,1-1,6-2,8-4,0 0,1 1,0 0,0 2,0 0,1 1,0 0,0 2,0 0,0 1,0 1,18 1,-18 5</inkml:trace>
  <inkml:trace contextRef="#ctx0" brushRef="#br2" timeOffset="48493.594">870 702,'0'9,"0"12,0 12,0 9,0 7,0 3,0 1,-3-3,1-4,-1-9,0-12,2-16,0-8</inkml:trace>
  <inkml:trace contextRef="#ctx0" brushRef="#br2" timeOffset="48811.309">870 755,'-1'-1,"1"-1,-1 0,1 0,-1 0,1 0,0 0,0 0,0 0,0 1,0-1,0 0,1 0,-1 0,1 0,-1 0,1 1,0-1,0 0,-1 0,1 1,0-1,1 1,-1-1,0 1,0-1,1 1,-1 0,1-1,-1 1,1 0,-1 0,1 0,0 0,-1 0,1 1,0-1,0 1,0-1,0 1,-1-1,1 1,1 0,10 0,0 1,0 0,0 0,-1 2,1-1,0 2,-1 0,0 0,0 1,0 1,-1 0,9 5,-7-4,0 0,0 0,0 1,-1 1,-1 0,1 0,-2 1,1 1,-1 0,-1 0,0 1,-1 0,0 0,-1 1,0 0,-1 1,0-1,-1 1,-1 0,0 1,-1-1,0 4,-3-13,0 1,0 0,-1 0,0 0,0 0,0 0,-1-1,0 1,0-1,0 1,-1-1,0 0,0 0,0 0,-1 0,1 0,-1-1,0 0,-1 1,1-2,-1 1,1 0,-1-1,0 0,-4 2,-10 4,0 0,-1-2,0 0,0-1,0 0,-13 0,32-6,-19 4,1 0,-1-1,0-1,0-1,0-1,0-1,-4-1,11-1</inkml:trace>
  <inkml:trace contextRef="#ctx0" brushRef="#br2" timeOffset="50460.894">1552 1143,'16'0,"12"0,10 0,8 0,5 0,3-2,0-1,-4-2,-5-1,-8 2,-8 0,-9 2</inkml:trace>
  <inkml:trace contextRef="#ctx0" brushRef="#br2" timeOffset="51027.482">2795 755,'-18'-7,"0"1,0 1,-1 0,1 1,-1 1,0 1,0 0,0 2,0 0,0 1,0 1,-10 3,18-3,0 0,0 1,0 1,0 0,1 0,-1 1,1 1,0-1,1 2,-1-1,1 1,0 1,1 0,0 0,0 0,1 1,0 0,1 1,-1-1,2 1,-1 3,1-5,2 0,-1 0,1 0,0 1,1-1,0 1,0 0,1 0,0 0,1-1,0 1,0 0,1 0,0 0,1 0,0-1,0 1,0 0,2-1,-1 0,1 0,0 0,0 0,1 0,0-1,0 0,1 0,0-1,0 1,1-1,4 3,7 1,1 0,0-2,0 0,0-1,1-1,0-1,1-1,-1 0,1-2,-1 0,1-2,0 0,0-1,7-2,-17 2,-1 0,0-1,0-1,0 1,0-1,0-1,-1 0,1 0,-1-1,3-3,9-8</inkml:trace>
  <inkml:trace contextRef="#ctx0" brushRef="#br2" timeOffset="51316.585">2541 1036,'-28'0,"28"0,0 0,0 0,1 0,-1-1,0 1,0 0,0 0,0 0,0 0,0 0,1-1,-1 1,0 0,0 0,0 0,0 0,0-1,0 1,0 0,0 0,0 0,0 0,0-1,0 1,0 0,0 0,0 0,0-1,0 1,0 0,0 0,0 0,0 0,0-1,0 1,0 0,-1 0,1 0,0 0,0-1,0 1,0 0,0 0,0 0,-1 0,1 0,0 0,0 0,0-1,0 1,20-8,34-6,0 2,1 2,0 3,47 0,-98 7,-1-1,0 0,0 0,0 1,0-1,0 1,0 0,0 0,0 0,0 0,0 1,0-1,0 1,0-1,0 1,0 0,0 0,0 1,0-1,-1 1,1-1,-1 1,1 0,-1 0,1 0,-1 0,0 0,0 0,0 1,0-1,-1 1,1 0,-1-1,1 2,-2 4,-1 1,0-1,-1 0,0 1,0-1,-1 0,0 0,0 0,-1-1,0 1,-3 4,-14 32,20-43,0 2,0-1,-1 0,1 1,0-1,1 1,-1-1,0 1,1 0,-1-1,1 1,0 0,0-1,0 1,0-1,1 1,-1 0,1-1,-1 1,1-1,0 1,0-1,1 2,8 6</inkml:trace>
  <inkml:trace contextRef="#ctx0" brushRef="#br2" timeOffset="49469.516">282 354,'82'8,"284"-25,-235 7,491-25,-563 29,-50 3</inkml:trace>
  <inkml:trace contextRef="#ctx0" brushRef="#br2" timeOffset="52327.311">1432 328,'35'-9,"0"2,1 1,0 2,0 2,0 1,17 2,-3-1,165-1,65 2,0-12,224-40,-410 27,-70 11</inkml:trace>
  <inkml:trace contextRef="#ctx0" brushRef="#br0" timeOffset="-13271.097">9800 1811,'0'0</inkml:trace>
  <inkml:trace contextRef="#ctx0" brushRef="#br1" timeOffset="-87324.253">3755 7580,'21'46,"-1"1,-3 1,-3 1,-1 0,-2 0,-3 1,-1 0,-3 1,-3 45,-2 458,-4-240,18 81,3-227,7 149,-25-290,2-27,0-1,0 1,1-1,-1 1,0 0,0-1,0 1,0 0,0-1,0 1,0 0,0-1,0 1,0-1,-1 1,1 0,0-1,0 1,0 0,0-1,0 1,-1 0,1-1,0 1,0 0,-1 0,1-1,0 1,0 0,-1 0,1-1,0 1,-1 0,1 0,0 0,-1-1,1 1,0 0,-1 0,1 0,0 0,-1 0,1 0,0 0,-1 0,1 0,-1 0,1 0,0 0,-1 0,1 0,0 0,-1 0,1 1,0-1,-1 0,1 0,0 0,-1 0,1 1,0-1,-1 0,-11-45,2 0,1-1,3 0,0-22,0-11</inkml:trace>
  <inkml:trace contextRef="#ctx0" brushRef="#br1" timeOffset="-86493.092">3822 8410,'-25'-195,"-44"-258,63 428,-2-4,1 0,1-1,1 0,2 0,1 0,2 0,0 0,2 0,2 0,0 0,8-25,-8 45,-4 7,0 0,1 0,0 0,0 0,0 0,0 0,0 0,0 0,1 0,-1 0,1 1,0-1,0 1,0-1,0 1,0 0,1 0,-1 0,1 0,-1 0,1 0,0 1,0-1,-1 1,1 0,0 0,0 0,0 0,111 28,-16-16,0-4,0-4,0-4,0-5,53-11,77-2,639 6,-617 14,2130 0,-1958-13,210 2,154 19,-786-9,0 0,0 0,-1-1,1 1,0 0,0 0,0 0,0-1,0 1,0 0,0 0,0 0,0-1,0 1,0 0,0 0,0 0,0-1,0 1,0 0,0 0,0 0,0-1,0 1,0 0,0 0,0 0,1 0,-1-1,0 1,0 0,0 0,0 0,0 0,0-1,1 1,-1 0,0 0,0 0,0 0,1 0,-1 0,0 0,0 0,0-1,0 1,1 0,-1 0,0 0,0 0,1 0,-1 0,0 0,0 0,0 0,1 0,-2 0,-3-6</inkml:trace>
  <inkml:trace contextRef="#ctx0" brushRef="#br1" timeOffset="-84966.662">3848 9814,'-5'157,"5"110,18-133,26 93,-20-116,-5 0,4 101,-22-21,-1-188,0-3,0 1,-1 0,1-1,0 1,0 0,-1-1,1 1,0 0,0 0,0-1,0 1,0 0,0-1,0 1,0 0,0 0,0-1,1 1,-1 0,0-1,0 1,1 0,-1-1,0 1,1 0,-1-1,1 1,-1-1,1 1,-1-1,1 1,-1-1,1 1,-1-1,1 1,0-1,-1 0,1 1,0-1,-1 0,1 0,0 0,-1 1,1-1,0 0,0 0,-1 0,1 0,0 0,-1 0,1 0,0 0,0-1,112-53,-73 44,0 0,1 3,0 2,0 1,1 2,-1 2,3 2,-8-2,1083-37,227 19,447 37,8 45,-1092-20,-530-35,-209-25,-2 5</inkml:trace>
  <inkml:trace contextRef="#ctx0" brushRef="#br1" timeOffset="-84248.729">6215 8904,'151'46,"-95"-36,1-3,0-3,0-2,0-3,16-3,-48 1,-36 9,1 1,0 0,0 0,1 1,0 0,0 1,1 0,0 0,1 1,0 0,0 0,1 1,1-1,-1 1,2 1,0-1,0 1,1-1,-1 5,-3 21,2-1,1 1,1 0,2 0,4 29,14 104,-13-131</inkml:trace>
  <inkml:trace contextRef="#ctx0" brushRef="#br1" timeOffset="-83998.565">6309 9359,'23'-2,"23"-4,22-2,15-5,10-4,0-2,-15 2</inkml:trace>
  <inkml:trace contextRef="#ctx0" brushRef="#br1" timeOffset="-83689.587">7071 8998,'-1'-5,"-2"-15,2 26,1 69,-3 0,-9 52,2-28,12-7,-1-89,-1 0,1 0,0 0,0 0,0 0,0 0,0 0,1-1,0 1,-1-1,1 1,0-1,0 1,0-1,0 0,1 0,-1 0,0 0,1-1,0 1,-1-1,1 1,0-1,0 0,0 0,0 0,0 0,1 0,6-2,0 0,0-1,0 0,0-1,-1 1,1-2,-1 0,0 0,0 0,0-1,0 0,-1-1,0 0,0-1,-1 1,1-1,-1-1,-1 1,0-1,5-8,53-92,-60 91,-13 33,-2 19,2 0,1 0,2 1,1 0,2 0,2 36,0-48,2 0,1 0,1 0,1-1,1 1,1-1,3 6,10 19</inkml:trace>
  <inkml:trace contextRef="#ctx0" brushRef="#br1" timeOffset="-83389.261">7752 9346,'-27'-377,"19"296,0 75,2 23,-4 36,2 0,3 0,1 51,1-85,2 1,0 0,1 0,1-1,1 1,1 0,0-1,2 0,0 1,1-2,1 1,0-1,2 0,0 0,1-1,5 6,18 7</inkml:trace>
  <inkml:trace contextRef="#ctx0" brushRef="#br1" timeOffset="-82956.453">8381 9132,'-6'-15,"1"1,-2 0,0 0,0 1,-1 0,-1 0,0 1,-1 0,0 1,-1 0,0 1,-2-1,6 5,1 1,-1 0,-1 1,1 0,-1 0,1 0,-1 1,0 0,0 1,-1 0,1 0,0 1,-1 0,1 0,-1 1,1 0,-1 0,1 1,-1 0,1 1,0 0,-3 1,2 0,1 1,0-1,0 2,1-1,-1 1,1 0,0 1,0-1,1 1,0 1,0-1,0 1,1 0,0 0,0 1,1 0,0 0,0 0,1 0,0 0,0 1,1-1,0 1,1 0,-1 2,2-7,1 0,-1 0,1 0,-1 0,1 0,0 0,1 0,-1 0,1-1,-1 1,1 0,0-1,1 1,-1-1,0 0,1 0,0 0,0 0,0 0,0-1,0 1,0-1,1 0,-1 0,1 0,0-1,-1 1,1-1,0 0,0 0,2 1,7 0,-1 1,1-2,0 0,0 0,0-1,0-1,0 0,-1-1,6-1,-7 1,0-1,0-1,-1 0,1 0,-1-1,0 0,0-1,-1 0,1 0,-1-1,-1 0,1-1,-2 0,1-1,-1 1,0-1,0-1,-1 1,-1-1,2-3,-22 61,2 1,2 1,2-1,2 11,0-7,3-1,2 1,4 28,12-25,-6-43</inkml:trace>
  <inkml:trace contextRef="#ctx0" brushRef="#br1" timeOffset="-82639.552">8501 9132,'30'-9,"0"1,1 2,-1 1,1 1,0 2,1 1,-1 1,12 3,-32-2,0 1,0 0,0 1,0 0,-1 0,1 1,-1 0,1 1,-9-4,1 1,-1-1,0 0,0 1,0-1,0 1,0 0,0 0,0-1,0 1,-1 1,1-1,-1 0,0 0,1 0,-1 1,0-1,0 1,-1-1,1 0,0 1,-1 0,1-1,-1 1,0-1,0 1,0 0,0-1,-1 1,1-1,-1 1,1-1,-1 1,0-1,0 1,0-1,0 0,-8 13,-1-1,0-1,-1 0,0 0,-1-1,0-1,-1 0,-1-1,1 0,-2-1,1 0,-16 12,22-15,-19 12,2 1,0 1,1 1,-6 10,28-30,1 0,-1 0,1 0,-1 0,1 0,0 1,-1-1,1 1,0-1,0 1,0-1,0 1,0-1,1 1,-1 0,0 0,1-1,-1 1,1 0,-1 0,1 0,0-1,0 1,0 0,0 0,0 0,0 0,1 0,-1-1,1 1,-1 0,1 0,0-1,-1 1,1 0,0-1,0 1,0 0,0-1,1 0,-1 1,0-1,1 0,-1 1,1-1,-1 0,1 0,12 5,0-1,0-1,0 0,1-1,-1-1,1 0,0 0,-1-2,8 0,1 1,205 0,-171-2</inkml:trace>
  <inkml:trace contextRef="#ctx0" brushRef="#br1" timeOffset="-81538.966">4370 8717,'5'79,"-8"-91,-2 1,0-1,0 1,-1 0,0 0,-1 1,0 0,-1 0,0 1,-7-7,13 13,-1 0,0 0,0 0,0 0,-1 1,1 0,0-1,-1 1,0 0,1 1,-1-1,0 1,0 0,0-1,0 2,0-1,0 0,0 1,0 0,0 0,-1 0,1 0,0 1,0 0,0 0,0 0,0 0,0 0,1 1,-1 0,0-1,1 2,-1-1,1 0,0 1,-1-1,1 1,-4 8,1-1,1 1,-1 0,2 0,0 1,0-1,1 1,0 0,1 0,0 0,1 0,0 0,1 0,1 1,0-1,0 0,1 0,3 7,-4-10,0 0,1-1,0 1,0-1,1 0,0 0,0 0,1 0,0 0,1-1,0 1,0-1,0-1,1 1,0-1,0 0,1 0,-1 0,1-1,1 0,-1-1,1 1,-1-2,1 1,0-1,1 0,-1 0,1-1,-1-1,1 1,-1-1,9 0,-2-4,0 0,-1 0,0-1,1-1,-1-1,-1 0,1-1,-1 0,0-1,-1 0,0-1,0 0,-1-1,0 0,2-4,15-16</inkml:trace>
  <inkml:trace contextRef="#ctx0" brushRef="#br1" timeOffset="-81172.206">4597 8730,'-5'-15,"5"15,0 0,0 0,0 0,0 0,0 0,0 0,0 0,0 0,-1 0,1 0,0 0,0 0,0 0,0 0,0 0,0 0,-1 0,1 0,0 0,0 0,0 0,0 0,0 0,0 0,-1 0,27 184,-25-182,20 86,-19-85,-1 0,0 0,1 0,-1 0,1-1,0 1,0-1,0 1,0-1,1 0,-1 0,1 0,-1 0,1 0,0 0,0-1,-1 1,1-1,0 0,0 0,0 0,1 0,-1-1,0 1,0-1,3 1,3-3,0 0,0 0,0 0,0-1,-1-1,1 1,-1-1,0-1,0 1,-1-1,1-1,-1 0,0 0,-1 0,1 0,-1-1,-1 0,1-1,-1 1,0-1,-1 0,0 0,0-1,-1 1,0-1,0 0,1-7,-2 2,0 1,0-1,-1 0,-1 1,0-1,-1 1,0-1,-1 0,-1 1,0 0,-1 0,0 0,-1 0,0 0,-2 0,-9 1,11 41,13 236,-5-206</inkml:trace>
  <inkml:trace contextRef="#ctx0" brushRef="#br1" timeOffset="-80188.88">4477 9814,'1'1,"1"1,-1-1,1 1,-1-1,1 1,0-1,-1 0,1 0,0 0,0 0,0 0,0 0,0-1,0 1,0 0,0-1,0 0,0 1,1-1,-1 0,0 0,0-1,0 1,0 0,0-1,0 1,0-1,0 1,0-1,0 0,0 0,0 0,0 0,0 0,-1 0,1-1,0 1,-1-1,1 1,-1-1,0 0,1 1,-1-1,0 0,0 0,0 0,0 0,0-1,-2-2,1 0,-2 0,1 1,0-1,-1 0,0 1,0 0,-1-1,1 1,-1 0,0 0,0 0,0 0,0 1,-1-1,1 1,-1 0,0 0,0 0,0 1,-1-1,1 1,-1 0,1 0,-1 1,1-1,-1 1,0 0,0 0,0 1,0-1,0 1,1 0,-6 1,3 0,0 0,-1 1,1 0,0 1,0-1,0 1,0 1,1-1,-1 1,1 0,0 1,0-1,0 1,1 1,-1-1,1 1,1-1,-1 2,1-1,0 0,-2 5,-2 4,1 0,0 1,2 0,-1 0,2 0,0 0,1 1,1-1,0 7,1-15,1-1,0 1,0 0,1 0,0 0,0-1,1 1,0 0,0-1,1 1,0-1,0 0,1 0,-1 0,2-1,-1 1,1-1,0 0,0 0,1-1,-1 1,1-1,1 0,-1-1,1 0,-1 0,1 0,0-1,3 1,1 0,1-1,0 0,0-1,0 0,0 0,0-2,0 0,0 0,0-1,0 0,0-1,0-1,0 1,-1-2,1 0,-1 0,0-1,0-1,0 0,-1 0,6-5,0-1,-2 0,1-1,-1-1,-1 0,0-1,-2 0,1-1,-2 0,0-1,-1 0,0-1,-2 0,1-4,2-8,-2-1,-2 0,0 0,-2 0,-2-1,-1-5,-8 78,-4 275,11-307,0-5,-1 0,1 0,0 0,0 0,1-1,-1 1,1 0,0 0,0-1,0 1,1 0,-1-1,1 1,-1-1,1 0,2 2,4-1</inkml:trace>
  <inkml:trace contextRef="#ctx0" brushRef="#br1" timeOffset="-79922.88">4919 9679,'-1'0,"0"1,0-1,0 0,1 0,-1 1,0-1,0 0,1 1,-1-1,0 1,0-1,1 1,-1-1,1 1,-1-1,0 1,1 0,-1-1,1 1,0 0,-1-1,1 1,-1 0,1 0,0-1,0 1,-1 0,1 0,0 0,0-1,0 1,0 0,0 0,0 0,0 0,0-1,0 1,1 0,-1 0,0 0,0-1,1 1,-1 0,0 0,1-1,-1 1,1 0,6 24,1-1,1 0,1 0,2-1,0-1,1 1,1-2,7 8,101 132,-121-159,1-1,0 0,-1 1,1 0,-1-1,1 1,-1 0,0 0,0 0,0 0,0 0,0 0,0 0,-1 0,1 0,-1 0,1 0,-1 1,0-1,0 0,0 0,0 0,0 1,0-1,-1 0,1 0,-1 0,1 0,-1 0,0 1,0-1,0-1,0 1,0 0,0 0,-1 0,1 0,-1-1,1 1,-2 1,-13 4,-1-1,1 0,-1-1,0-1,0-1,0 0,-13 0,-3 1,-83 13,67-10</inkml:trace>
  <inkml:trace contextRef="#ctx0" brushRef="#br1" timeOffset="-78540.082">9998 7340,'48'-4,"-1"1,0 3,1 2,-1 2,0 2,13 5,72 7,584 30,-236-22,309 40,-712-65,-103-2,9 1</inkml:trace>
  <inkml:trace contextRef="#ctx0" brushRef="#br1" timeOffset="-77400.656">7057 10482,'-24'22,"1"1,1 1,1 1,2 1,0 1,2 1,0 0,3 1,0 1,1 1,12-29,0 0,-1 0,1 1,1-1,-1 0,0 0,0 0,1 1,-1-1,1 0,0 1,0-1,0 1,0-1,0 0,0 1,1-1,-1 0,1 1,-1-1,1 0,0 0,0 0,0 1,0-1,0 0,1 0,-1 0,1-1,-1 1,1 0,0-1,0 1,-1-1,1 1,0-1,0 0,0 0,1 1,-1-2,0 1,0 0,8-2,0 0,-1-1,1 0,-1-1,0 0,0 0,0-1,0 0,0-1,-1 1,0-2,0 1,0-1,-1-1,0 1,0-1,5-7,8-7,0-1,-2 0,0-2,-2 0,0-1,-2-1,0 0,-2-1,-2 0,0-1,-1 0,-2-1,-1 0,-2 0,0 0,-2 0,-1-1,-2-2,1 25,0-1,-1 1,0 0,-1-1,1 1,-1 0,-1 0,1 0,-1 0,-1 0,1 1,-1-1,0 1,-1 0,1 0,-1 0,0 1,-1 0,-2-3,7 7,-1 1,1-1,-1 0,1 0,-1 0,1 1,-1-1,0 1,1-1,-1 1,0 0,1-1,-1 1,0 0,1 0,-1 0,0 1,1-1,-1 0,0 1,1-1,-1 1,1-1,-1 1,0 0,1-1,0 1,-1 0,1 0,-1 0,1 0,0 0,0 1,0-1,0 0,0 1,0-1,0 0,0 1,0 0,-22 67,17-38,2 1,1-1,2 0,1 1,1-1,2 1,1-1,1 0,2 0,1-1,2 0,1 0,1-1,1 0,92 145,-96-155,-5-5</inkml:trace>
  <inkml:trace contextRef="#ctx0" brushRef="#br1" timeOffset="-77055.643">7485 10735,'-1'4,"-28"87,28-88,1 0,0-1,-1 1,1 0,1 0,-1 0,0-1,1 1,-1 0,1-1,0 1,0 0,0-1,0 1,0-1,0 1,1-1,-1 0,1 0,0 1,0-1,0 0,0 0,0-1,0 1,0 0,1-1,-1 1,0-1,1 0,-1 0,1 0,2 1,-1-1,0 0,1 0,-1 0,0 0,1-1,-1 0,1 0,-1 0,1 0,-1-1,1 0,-1 0,1 0,-1 0,0-1,0 1,0-1,0 0,0 0,0-1,0 1,-1-1,1 0,-1 0,0 0,0-1,0 1,0-1,0 1,-1-1,0 0,0 0,0 0,0 0,0 0,-1-1,0 1,0 0,0-1,0 1,-1-1,0 1,0-1,0 1,0-1,-1 1,0-1,0 1,0 0,0-1,-1 1,1 0,-2-1,0 1,1 0,-1 0,0 1,-1 0,1-1,-1 1,1 0,-1 1,0-1,0 1,0-1,0 1,0 1,-1-1,1 0,-1 1,1 0,-1 0,1 1,-1-1,0 1,1 0,-1 0,0 0,1 1,-1-1,1 1,-1 1,1-1,-1 0,1 1,0 0,-1 0,1 0,0 1,1-1,-1 1,0 0,1 0,-1 0,1 1,0-1,0 1,-1 2,3-3,0 1,0-1,0 0,1 1,0-1,-1 0,1 1,0-1,1 1,-1-1,0 0,1 1,0-1,0 0,0 0,0 1,1-1,-1 0,1 0,0 0,-1-1,1 1,1 0,-1-1,0 1,1-1,2 2,22 20</inkml:trace>
  <inkml:trace contextRef="#ctx0" brushRef="#br1" timeOffset="-76606.727">8394 10402,'-11'-2,"1"1,-1 1,1 0,-1 0,1 1,-1 1,1-1,-1 2,1-1,0 1,0 1,0 0,1 0,0 1,-1 0,1 1,1 0,-1 1,1-1,0 1,1 1,0 0,0 0,1 0,-1 1,2-1,-1 2,2-1,-1 0,1 1,0 0,1 0,0 0,1 1,0-1,1 0,0 1,0 0,1 3,1-10,-1 1,1-1,0 1,0-1,0 0,0 0,1 1,0-1,-1 0,2 0,-1-1,0 1,1 0,0-1,0 0,0 1,0-1,0 0,1 0,-1-1,1 1,0-1,-1 0,1 0,1 0,-1 0,0-1,0 0,0 0,1 0,-1 0,1 0,-1-1,0 0,1 0,-1 0,1-1,-1 1,3-2,3 0,0-1,-1 0,1 0,-1-1,0 0,0-1,0 0,-1 0,1-1,-1 0,-1 0,1-1,-1 0,0-1,-1 1,0-1,3-5,1-3,-1 0,0 0,-1-1,-1 0,-1-1,0 1,-1-1,-1-1,-1-1,1-4,-1 0,-1 0,-1-1,-2 1,0-1,-1 1,-2 0,0 0,-2 0,-7-18,-12-3,25 43,-1 1,0 0,1 0,-1 1,0-1,0 0,0 0,1 0,-1 0,0 1,0-1,0 0,0 1,0-1,-1 1,1-1,0 1,0-1,0 1,0 0,0 0,-1-1,1 1,0 0,0 0,-1 0,1 0,0 1,0-1,0 0,0 0,-1 1,1-1,0 1,0-1,0 1,0-1,0 1,0 0,-4 4,1 1,0-1,0 1,1 0,0 0,0 0,0 1,1-1,-1 1,2 0,-1-1,1 1,-1 6,0-3,-7 37,1 1,3 0,1 0,3 1,2-1,2 0,4 15,-6-53,1 1,0-1,1 0,0 0,1 0,0 0,0 0,1-1,0 0,1 0,0 0,1-1,-1 1,1-2,1 1,0-1,0 0,0 0,1-1,0-1,2 2,19 5</inkml:trace>
  <inkml:trace contextRef="#ctx0" brushRef="#br1" timeOffset="-76393.873">8741 10615,'-9'20,"-5"17,-3 10,0 4,2 1,4-2,6-5,9-8,3-10</inkml:trace>
  <inkml:trace contextRef="#ctx0" brushRef="#br1" timeOffset="-75956.469">9196 10441,'-10'7,"0"1,0 0,1 0,0 1,1 0,0 1,0 0,1 0,0 1,1 0,0 0,1 0,0 1,1-1,0 1,1 0,0 0,1 1,0-1,1 11,0-19,1 1,1-1,-1 1,0-1,1 1,0-1,0 1,1-1,-1 0,1 1,0-1,0 0,0 0,1 0,-1 0,1-1,0 1,0-1,0 0,0 0,1 0,-1 0,1 0,0-1,0 1,0-1,0 0,0 0,1-1,-1 1,0-1,1 0,-1 0,1-1,-1 1,1-1,-1 0,1 0,0-1,2 0,8-3,1-2,-1 0,0-1,0 0,-1-1,0-1,-1 0,0-1,0 0,-1-1,0 0,-1-1,0-1,-1 0,-1 0,0-1,1-2,2-2,0-2,-1 0,-1 0,-1-1,0 0,-2-1,-1 1,0-1,-2-1,0 1,-2-1,0 1,-2-1,0 0,-2 1,0-1,-4-12,6 31,-1-1,-1 0,1 1,0-1,-1 0,0 1,0 0,0-1,-1 1,0 0,1 0,-1 1,-1-1,1 0,0 1,-1 0,0 0,0 0,0 0,0 1,0-1,0 1,-1 0,1 0,-1 1,1 0,-1-1,0 1,1 1,-1-1,0 1,0 0,0 0,0 0,-1 1,-5 4,0 1,0 0,1 0,0 2,0-1,1 1,-1 0,2 1,-1 0,1 1,1 0,0 0,0 0,1 1,0 0,1 0,0 1,1-1,0 1,1 0,0 0,1 3,-2 1,0 0,1 1,1-1,1 1,0-1,1 1,1 0,1-1,0 1,1-1,1 0,0 0,1 0,1 0,0-1,2 0,-1 0,2-1,0 0,0 0,2-1,-1 0,2-1,0-1,0 1,3 1,70 34,-50-34</inkml:trace>
  <inkml:trace contextRef="#ctx0" brushRef="#br1" timeOffset="-75672.352">9677 10522,'13'3,"-3"-1,0 1,0-1,0 2,0-1,0 1,-1 1,1 0,-1 0,-1 1,1 0,-1 0,8 8,-14-11,-1-1,1 1,-1 0,1 0,-1 0,0 0,0 0,0 1,-1-1,1 0,-1 0,0 1,0-1,0 0,0 0,0 1,-1-1,0 0,1 0,-1 0,0 0,-1 0,1 0,-2 2,-47 68,37-56,5-8,-30 57,39-64,0 0,-1 0,1 0,0-1,0 1,0 0,0 0,1-1,-1 1,0-1,1 1,-1-1,1 1,0-1,-1 0,1 0,0 0,-1 0,1 0,0 0,0 0,0 0,0-1,0 1,0-1,0 0,0 0,0 1,0-1,0 0,0-1,1 1,-1 0,0-1,28 2,-1-2,1-2,0-1,22-5,-33 5,55-10</inkml:trace>
  <inkml:trace contextRef="#ctx0" brushRef="#br1" timeOffset="-75126.196">10747 10108,'-9'2,"-1"0,1 1,0 0,0 0,0 1,0 1,1-1,-1 1,1 1,0-1,1 2,0-1,-1 1,2 0,-1 0,1 1,1-1,-1 2,-2 4,-4 9,1 1,0 0,2 1,1 0,0 0,-3 24,8-30,0-1,1 1,1-1,0 1,1 0,2-1,1 10,-3-21,2 0,-1 0,1 0,0 0,0 0,0 0,1-1,0 1,0-1,1 0,-1 0,1 0,0 0,1-1,-1 1,1-1,-1 0,1 0,1-1,-1 0,0 1,5 0,-3-1,0-1,0 0,0 0,1-1,-1 0,1 0,-1 0,0-1,1 0,-1-1,1 0,-1 0,0-1,1 1,-1-2,0 1,0-1,0 0,-1 0,1-1,-1 0,6-4,-1-1,1 0,-1-1,-1 0,0-1,0 0,-1-1,-1 0,0 0,0-1,-1 0,1-4,2-9,-2-1,0-1,-2 1,-1-1,-1 0,-1 0,-2-1,-1 1,-1 0,-1-1,-2 1,0 0,-2 0,-2 1,-9-26,-23-18,39 70,0-1,-1 1,1-1,0 1,-1-1,0 1,1 0,-1 0,0 0,1 0,-1 0,0 0,0 0,0 0,0 1,0-1,0 1,0 0,0-1,0 1,0 0,0 0,0 0,0 1,0-1,0 0,0 1,0-1,0 1,0 0,0-1,1 1,-1 0,0 0,0 1,1-1,-2 1,-5 6,1 1,0 0,1 1,0 0,0 0,1 0,0 0,1 1,0 0,0 0,1 0,1 0,0 0,1 1,0 5,-4 14,3 0,0 0,2 0,2 1,1-1,1 0,1 0,7 18,-7-30,1-1,1 0,1 0,1 0,0-1,1-1,1 1,0-2,1 1,1-2,0 1,1-2,1 0,5 3,11 4</inkml:trace>
  <inkml:trace contextRef="#ctx0" brushRef="#br1" timeOffset="-74772.832">11054 10441,'198'45,"-196"-45,0 0,0 1,1-1,-1 0,0 1,0 0,0-1,0 1,0 0,0 0,0 0,0 0,0 0,0 1,0-1,-1 1,1-1,0 1,-1-1,1 1,-1 0,0 0,0 0,0 0,0 0,0 0,0 0,0 0,-1 0,1 0,-1 1,1-1,-1 0,0 0,0 0,0 2,-3 1,0 0,-1 1,0-1,1-1,-2 1,1 0,-1-1,1 0,-1 0,0-1,-1 1,-4 1,-42 41,51-44,0 0,1 0,0 1,-1-1,1 1,0-1,0 0,0 1,1-1,-1 0,0 1,1-1,0 0,-1 1,1-1,0 0,0 0,0 0,1 0,-1 0,0 0,1 0,-1 0,1 0,0-1,0 1,-1-1,1 1,0-1,0 0,0 1,1-1,-1 0,0-1,0 1,0 0,1-1,-1 1,0-1,1 1,1-1,4 4,12 5,-10-6,-1 1,0 1,0 0,0 0,0 0,-1 1,0 1,6 5,-13-10,0-1,0 0,0 1,0-1,0 1,0-1,-1 1,1 0,0-1,-1 1,1 0,-1 0,0-1,0 1,1 0,-1 0,0-1,-1 1,1 0,0 0,0-1,-1 1,1 0,-1-1,1 1,-1 0,0-1,0 1,0-1,0 1,0-1,0 1,-1 0,-48 40,-2-11,-2-4</inkml:trace>
  <inkml:trace contextRef="#ctx0" brushRef="#br1" timeOffset="-73411.292">12485 7608,'50'-15,"163"1,-136 13,692-20,-678 20,1 5,-1 4,-1 3,86 23,-34-11,-141-23,0 0,0 0,0 0,0 0,0 0,0 0,0 0,0 1,0-1,0 0,0 0,-1 1,1-1,0 1,0-1,0 0,0 1,-1 0,1-1,0 1,0 0,-1-1,1 1,-1 0,1-1,-1 1,1 0,-1 0,1 0,-1 0,1 0,-1-1,0 1,0 0,0 0,1 0,-1 0,0 0,0 0,0 0,0 0,0 0,-1 0,1 0,0 0,0 0,-1 0,1-1,0 1,-1 0,1 0,-1 0,1 0,-1-1,0 1,1 0,-1 0,0-1,1 1,-1-1,0 1,-6 13,1 0,1 1,0-1,1 1,0 0,1 0,1 0,1 0,0 0,1 0,1 11,29 172,-20-146,33 208,-1 114,85 1134,-110-1322,8-1,34 118,-53-275,5 13,-2 0,-1 0,-3 1,-1-1,-2 1,-2 11,0-50,1 0,-1 0,-1 0,1 0,0 0,-1 0,0 0,1 0,-1 0,0 0,-1 0,1-1,0 1,-1 0,1-1,-1 1,0-1,0 1,0-1,0 0,-1 0,1 0,-2 1,-6 0</inkml:trace>
  <inkml:trace contextRef="#ctx0" brushRef="#br1" timeOffset="-72559.554">11188 11217,'453'22,"-182"-5,950 0,-477-14,18 5,-708-13,-55 0,2 1,22-6,-12 1</inkml:trace>
  <inkml:trace contextRef="#ctx0" brushRef="#br1" timeOffset="-71711.536">7191 11057,'4'79,"3"0,15 62,-3-23,9 124,-11 1,-11 0,-10 1,-16 57,-10-17,-14 205,49-349,3-104</inkml:trace>
  <inkml:trace contextRef="#ctx0" brushRef="#br1" timeOffset="-71157.64">8408 11123,'2'25,"3"27,6 26,2 29,2 24,1 25,-3 22,-4 19,-7 15,-9 10,-8 6,-5-4,-1-11,5-18,4-25,9-27,10-31,3-35</inkml:trace>
  <inkml:trace contextRef="#ctx0" brushRef="#br1" timeOffset="-70656.225">9584 11029,'0'19,"0"19,0 23,0 25,0 27,0 28,0 27,-2 21,-6 20,-5 14,-6 6,-4-1,-2-11,3-16,4-43</inkml:trace>
  <inkml:trace contextRef="#ctx0" brushRef="#br1" timeOffset="-70156.743">10640 11297,'2'21,"4"26,2 34,5 36,2 35,3 30,3 26,1 17,-4 10,-5 3,-5 0,-3-6,-3-14,-2-43</inkml:trace>
  <inkml:trace contextRef="#ctx0" brushRef="#br1" timeOffset="-64869.675">12806 8837,'-5'-9,"-1"2,-2 10,-2 17,-1 14,-2 12,2 8,3 1,3-1,1-6,3-7,3-9,3-11,1-9</inkml:trace>
  <inkml:trace contextRef="#ctx0" brushRef="#br1" timeOffset="-64572.432">12405 8851,'-14'-3,"3"0,9 1,17-3,20-2,17 0,16-1,12 1,8 1,1 2,-6 7,-16 2</inkml:trace>
  <inkml:trace contextRef="#ctx0" brushRef="#br1" timeOffset="-63975.867">13300 8945,'-10'-5,"0"0,0 1,-1 0,1 1,-1 0,0 1,0 0,0 0,0 2,0-1,0 1,0 1,0 0,0 0,0 1,0 1,0 0,1 0,-1 1,1 0,0 1,0 0,0 1,1 0,0 1,0-1,1 2,0-1,-1 2,6-6,-1 1,1-1,0 1,0-1,1 1,-1 0,1 0,0 0,0 1,0-1,0 0,1 1,0-1,0 1,0 0,0-1,1 1,-1 0,2-1,-1 1,0 0,1-1,0 1,0 0,0-1,0 1,1-1,0 0,0 1,0-1,0 0,1 0,-1 0,1-1,3 4,10 5,1-1,-1-1,2-1,-1 0,1-1,1-1,-1-1,1 0,0-2,1 0,-1-1,1-1,0 0,-1-2,1-1,2 0,-8 2,1 0,0-1,-1-1,1 0,0-1,-1 0,0-1,1-1,-1 0,-1-1,1-1,-1 0,0-1,0 0,0-1,-1 0,-1-1,1-1,-7 0,0-1,-1 1,-1-1,0 1,0-1,-1 0,0 0,-1-1,0 1,-1 0,0 0,-1 0,0-1,-1 1,0 0,-1 0,0 1,-1-1,-3-7,7 18,-1 0,1 0,0 1,0-1,-1 0,1 0,0 0,-1 1,1-1,-1 0,1 0,0 0,-1 0,1 0,0 0,-1 0,1 0,0 0,-1 0,1 0,-1 0,1 0,0 0,-1 0,1 0,0 0,-1-1,1 1,0 0,-1 0,1 0,0-1,-1 1,1 0,0 0,0-1,-1 1,1 0,0 0,0-1,-1 1,1 0,0-1,0 1,0 0,0-1,0 1,0-1,-1 1,1 0,0-1,0 1,0 0,0-1,0 1,0-1,0 1,1 0,-1-1,0 1,0 0,0-1,0 1,0 0,1-1,-1 1,0 0,0-1,0 1,-1 161,0-154,1-1,0 1,0 0,0-1,1 1,0 0,0-1,1 0,0 1,0-1,0 0,1 0,0 0,0 0,1 0,0-1,-1 1,2-1,-1 0,1 0,-1-1,1 1,1-1,-1 0,1 0,-1-1,1 0,0 0,0 0,3 0,-3-2,1 1,0-2,0 1,0-1,0 0,0 0,0-1,-1 0,1 0,0 0,0-1,-1 0,1-1,-1 0,0 1,0-2,0 1,0-1,0 0,-1 0,1-1,-1 1,0-2,3-3,1 0,-2-1,1-1,-1 1,-1-1,0 0,-1 0,0-1,0 0,-2 0,1 0,-1-4,10-136,-7 193,6 260,-13-266,-2-10</inkml:trace>
  <inkml:trace contextRef="#ctx0" brushRef="#br1" timeOffset="-63689.857">12405 8584,'-133'-40,"111"33,23 2,93 4,1390 14,-1415-13</inkml:trace>
  <inkml:trace contextRef="#ctx0" brushRef="#br1" timeOffset="-62993.891">14557 8810,'-11'9,"0"0,0 1,1 0,0 1,1 0,1 1,0-1,0 2,1-1,-5 12,9-17,0 0,0 1,0-1,1 1,1-1,-1 1,1 0,0 0,1 0,0-1,0 1,1 0,0 0,0 0,1-1,-1 1,2-1,-1 1,1-1,2 3,0-3,1 0,0 0,1-1,-1 0,1 0,0 0,1-1,-1 0,1-1,0 0,0 0,1 0,-1-1,1 0,0-1,-1 0,1 0,0-1,0 0,0-1,0 0,0 0,0-1,0 0,0-1,0 0,0 0,4-2,-8 1,0 1,-1-1,1 0,-1 0,0 0,0-1,0 1,0-1,-1 0,1 0,-1 0,0-1,-1 1,1-1,-1 1,1-1,-2 0,1 0,0 0,-1 0,0 0,0-1,0 1,-1 0,0 0,0-4,0-3,-1 1,0 0,-1-1,0 1,-1 0,0 0,0 0,-2 1,1-1,-1 1,-6-9,6 12,-1-1,0 1,0 1,-1-1,0 1,0 0,0 1,-1-1,1 1,-1 1,-1 0,-7-3,12 5,0 0,0 1,0 0,0 0,0 0,0 0,-1 1,1 0,0 0,0 0,0 0,-1 1,1-1,0 1,0 0,0 0,0 1,0-1,0 1,0 0,1 0,-1 0,1 0,-1 1,1 0,0-1,0 1,0 0,0 1,1-2,0 1,0 0,1 0,-1 1,1-1,0 0,-1 0,2 1,-1-1,0 1,1-1,-1 1,1-1,0 1,0-1,0 1,1-1,-1 1,1-1,0 0,0 1,0-1,0 0,1 1,-1-1,1 0,0 0,0 0,0-1,2 3,22 26</inkml:trace>
  <inkml:trace contextRef="#ctx0" brushRef="#br1" timeOffset="-62705.587">14931 8958,'23'0,"23"0,24-3,24 1,15-1,11 0,0 2,-9 0,-19 0,-25 1</inkml:trace>
  <inkml:trace contextRef="#ctx0" brushRef="#br1" timeOffset="-62122.524">12552 10094,'0'16,"2"12,1 10,0 8,-1 6,0 0,-1-4,0-6,-1-7,0-11</inkml:trace>
  <inkml:trace contextRef="#ctx0" brushRef="#br1" timeOffset="-61856.784">12364 10040,'-4'0,"5"0,13 0,21 0,21 0,20 0,16-2,11-1,1 0,-18 1</inkml:trace>
  <inkml:trace contextRef="#ctx0" brushRef="#br1" timeOffset="-61506.391">13220 10121,'-9'-4,"0"1,0 0,-1 0,1 1,-1 1,0-1,1 1,-1 1,0 0,0 1,1-1,-1 2,0-1,1 2,-1-1,1 1,0 0,0 1,0 0,0 1,1 0,0 0,0 1,-4 3,7-4,0 0,0 1,1-1,0 1,0 0,0 0,1 1,0-1,0 1,1 0,0-1,0 1,1 0,-1 0,1 0,1 0,-1 1,1-1,1 0,-1 0,1 0,1 0,-1 0,1 0,0 0,1 0,-1-1,1 1,1-1,-1 0,1 0,0 0,1 0,-1-1,1 0,0 0,0 0,1 0,2 1,6 1,1 0,0-1,0 0,0-2,1 1,0-2,0 0,0-1,0-1,0 0,0-1,0-1,0 0,0-1,0-1,0 0,0-2,-1 0,0 0,0-1,0-1,-1-1,0 0,0 0,9-9,-14 10,0-1,0 0,-1 0,0 0,-1-1,0-1,0 1,-1-1,0 0,-1 0,0-1,0 1,-1-1,-1 0,0 0,0-1,-1 1,-1-1,0 1,0-1,-2-8,-4 0,5 20,0 0,-1-1,1 1,0 0,0 0,0 0,-1-1,1 1,0 0,0 0,0 0,-1 0,1 0,0-1,0 1,-1 0,1 0,0 0,-1 0,1 0,0 0,0 0,-1 0,1 0,0 0,0 0,-1 0,1 0,0 0,-1 0,1 0,0 0,0 0,-1 1,1-1,0 0,0 0,-1 0,1 0,0 1,0-1,0 0,-1 0,1 0,0 1,0-1,0 0,0 0,0 1,-1-1,1 0,0 0,0 1,0-1,0 0,0 0,0 1,0-1,0 0,0 1,0-1,0 0,0 0,0 1,0-1,0 0,-4 15,0 0,1 0,1 0,1 0,0 0,0 0,2 7,-1-11,11 157,-7-162,-1-6</inkml:trace>
  <inkml:trace contextRef="#ctx0" brushRef="#br1" timeOffset="-61228.251">13595 10108,'0'0,"1"0,-1 1,1-1,-1 0,1 0,-1 1,0-1,1 0,-1 0,1 0,-1 1,1-1,-1 0,1 0,0 0,-1 0,1 0,-1 0,1 0,-1 0,1-1,-1 1,1 0,-1 0,1 0,-1 0,1-1,-1 1,0 0,1 0,-1-1,1 1,-1 0,0-1,1 1,-1-1,0 1,1 0,-1-1,0 1,1-1,-1 1,0-1,0 1,0-1,0 1,1-1,-1 1,0-1,0 1,0-1,0 1,0-1,0 1,0-1,0 1,0-1,-1 1,1-1,0 1,0-1,0 1,-1-1,1 1,0-1,0 1,-1 0,1-1,0 1,103 132,-68-92,1 0,-2 2,-2 1,7 16,-37-57,-1-1,1 1,-1 0,1 0,-1-1,0 1,0 0,0 0,0 1,0-1,0 0,-1 0,1 0,-1 0,1 1,-1-1,0 0,0 1,0-1,0 0,0 0,0 1,-1-1,1 0,-1 0,0 1,0-1,1 0,-1 0,-1 0,1 0,0 0,0 0,-1-1,1 1,-1 0,0 0,-9 3,-1 0,0 0,0-1,0 0,-1-2,1 1,-1-1,0-1,1 0,-1-1,-4 0,1 0,-59 2</inkml:trace>
  <inkml:trace contextRef="#ctx0" brushRef="#br1" timeOffset="-60889.951">12218 9733,'2'7,"10"4,16 3,23-1,24-3,29-3,30-3,24-4,24-4,13-4,4-3,-5 0,-17 3,-25 2,-31 2,-35 4,-36 5,-26 1</inkml:trace>
  <inkml:trace contextRef="#ctx0" brushRef="#br1" timeOffset="-59014.719">14731 10161,'-11'2,"-1"1,1 0,0 0,1 1,-1 1,1 0,0 0,0 1,0 0,1 1,0 0,-6 6,10-9,1 0,0 1,0 0,0 0,1 0,0 0,0 0,0 1,1 0,-1-1,2 1,-1 0,0 0,1 0,0 0,1 0,-1 0,1 0,0 1,1-1,-1 0,1 0,0 0,2 2,-1-1,0-1,1 0,0-1,0 1,1 0,-1-1,1 0,0 1,1-2,-1 1,1 0,0-1,0 0,1 0,-1-1,1 1,0-1,0 0,0-1,0 0,2 1,5 1,0 0,-1-1,1-1,0 0,1-1,-1-1,0 0,0 0,0-1,5-2,-13 2,0 0,1-1,-1 1,0-1,0-1,0 1,0-1,0 0,-1 0,1 0,-1-1,0 1,0-1,0 0,0 0,-1-1,1 1,-1-1,-1 0,1 0,0 0,-1 0,0 0,0 0,-1 0,0-1,0 1,0-1,0 1,-1-1,0 1,0-1,0 0,-1 1,0-1,0 1,0 0,-1-1,0 1,0 0,-2-6,0 0,-1 1,0 0,-1 0,0 0,-1 1,0-1,0 2,-1-1,0 1,0 0,-1 1,5 3,0 1,1 0,-1 1,-1-1,1 1,0-1,0 1,-1 1,1-1,-1 1,0-1,1 1,-1 0,0 1,0-1,0 1,1 0,-1 1,0-1,0 1,0-1,1 2,-1-1,1 0,-1 1,1 0,-1 0,1 0,-2 2,1-1,1 1,-1 0,1 0,0 1,0-1,1 1,-1 0,1 0,0 0,0 0,1 1,-1-1,1 1,1 0,-1-1,1 1,0 0,0 0,1 0,-1 0,1 0,1 0,-1-1,1 1,0 0,1 4,9 26</inkml:trace>
  <inkml:trace contextRef="#ctx0" brushRef="#br1" timeOffset="-58738.325">14918 10321,'482'11,"285"4,-729-16,-38 1,0-1,-1 1,1 0,0 0,-1 0,1 0,0 0,0 0,-1-1,1 1,0 0,0 0,0 0,-1-1,1 1,0 0,0 0,0-1,-1 1,1 0,0 0,0-1,0 1,0 0,0 0,0-1,0 1,0 0,0-1,0 1,0 0,0 0,0-1,0 1,0 0,0-1,0 1,0 0,0-1,0 1,0 0,0 0,1-1,-95-11,65 10</inkml:trace>
  <inkml:trace contextRef="#ctx0" brushRef="#br1" timeOffset="-57801.271">6923 5589,'5'0,"3"6,4 13,0 15,4 19,2 20,-3 23,-4 22,-4 17,-3 9,-4 4,-2-3,-1-11,0-16,2-19,5-25,3-21,1-21</inkml:trace>
  <inkml:trace contextRef="#ctx0" brushRef="#br1" timeOffset="-57456.093">8327 5442,'5'16,"5"19,7 21,4 22,3 23,0 19,-4 16,-5 11,-6 4,-4 0,-3-5,-2-12,0-17,-1-29</inkml:trace>
  <inkml:trace contextRef="#ctx0" brushRef="#br1" timeOffset="-57056.737">9277 5522,'9'18,"7"22,4 27,-2 29,-2 26,-3 19,-2 14,0 6,0 0,2-5,5-12,5-13,5-16,6-16,1-18,-6-23</inkml:trace>
  <inkml:trace contextRef="#ctx0" brushRef="#br1" timeOffset="-56722.181">10840 5575,'7'21,"5"22,1 29,3 30,-1 31,0 27,0 19,0 10,-4 3,0-4,-2-10,-4-34</inkml:trace>
  <inkml:trace contextRef="#ctx0" brushRef="#br1" timeOffset="-53707.032">6990 7781,'-24'178,"7"-92,4 25,26-159,1-47,-25-141,10 233,1 1,0-1,0 0,0 0,0 0,0 0,1 1,-1-1,1 0,0 0,0 1,0-1,0 0,0 1,1-1,-1 1,1-1,-1 1,1 0,0 0,0 0,0 0,0 0,0 0,1 0,-1 1,0-1,1 1,-1 0,1 0,0 0,-1 0,3-1,24-2,0 1,1 1,-1 2,0 0,0 2,7 3,-35-5,103 17,-103-18,0 1,0 0,0 0,0 0,0 0,0 1,0-1,0 0,0 0,-1 0,1 1,0-1,0 1,0-1,0 0,0 1,-1-1,1 1,0 0,-1-1,1 1,0 0,-1-1,1 1,-1 0,1 0,-1-1,1 1,-1 0,1 0,-1 0,0 0,0 0,1 0,-1 0,0-1,0 1,0 0,0 0,0 0,0 0,0 0,0 0,0 0,-1 0,1 0,0 0,-1-1,1 1,0 0,-1 0,-8 8,-1-1,1 0,-2 0,1-1,-1 0,0-1,0 0,-1-1,-2 0,-7 5,-131 56,133-47,22-12</inkml:trace>
  <inkml:trace contextRef="#ctx0" brushRef="#br1" timeOffset="-53356.029">7311 8129,'0'5,"-1"-1,1 1,0-1,0 1,1-1,-1 1,1-1,0 1,0-1,1 1,-1-1,1 0,0 0,0 0,0 0,1 0,-1 0,1 0,0-1,0 1,0-1,0 0,1 0,0 0,-1-1,1 1,0-1,0 0,0 0,0 0,1-1,-1 1,1-1,-1 0,0 0,1-1,0 1,-1-1,1 0,-1 0,1 0,-1-1,4 0,-3 0,-1-1,0 1,0-1,1 1,-1-1,0 0,0-1,-1 1,1-1,0 0,-1 0,0 0,0 0,0 0,0-1,0 1,-1-1,1 0,-1 0,0 0,0 0,0 0,-1 0,1 0,-1-1,0 1,-1-1,1 1,-1-1,0 1,0-1,0 1,0-1,-1 1,0 0,0-1,0 1,0 0,-1-1,0 1,0 0,0 0,0 0,-1 1,1-1,-1 0,0 1,0 0,0-1,-3-1,1 1,-1 0,1 1,-1 0,1 0,-1 0,0 1,0-1,0 1,0 1,-1-1,1 1,0 0,-1 1,1 0,0 0,-1 0,1 0,0 1,-1 0,1 1,0-1,0 1,-6 3,11-4,0 0,-1 0,1 0,0 0,0 0,0 0,0 0,0 1,0-1,0 0,0 1,1-1,-1 1,1-1,-1 1,1-1,-1 1,1-1,0 1,0 0,0-1,0 1,0-1,0 1,0-1,0 1,0 0,1-1,-1 1,1-1,-1 1,1-1,0 1,0-1,-1 0,1 1,0-1,0 0,0 0,0 0,1 1,-1-1,0 0,1 0,20 19</inkml:trace>
  <inkml:trace contextRef="#ctx0" brushRef="#br1" timeOffset="-53056.11">8140 7754,'5'16,"1"14,2 12,-1 9,0 4,-3-2,-1-2,-2-8,0-9,-1-13,0-9</inkml:trace>
  <inkml:trace contextRef="#ctx0" brushRef="#br1" timeOffset="-52855.699">8073 7674,'35'-7,"-1"1,1 1,0 2,0 2,0 1,0 1,18 5,21 16,-72-21,1 0,-1 0,0 0,0 0,0 0,1 1,-1-1,-1 1,1-1,0 1,0 0,0 0,-1 0,1 0,-1 0,0 0,0 0,0 1,0-1,0 0,0 1,0-1,-1 0,1 1,-1-1,0 1,1-1,-1 2,-3 2,1-1,-1 1,0-1,0 0,-1 0,1 0,-1 0,0-1,0 1,-1-1,0 0,1 0,-1-1,-1 1,1-1,0 0,-5 1,6-2,-169 90,135-59,33-21</inkml:trace>
  <inkml:trace contextRef="#ctx0" brushRef="#br1" timeOffset="-52573.413">8568 8168,'2'-20,"3"-12,1-6,0-3,-2 5,-2 10,0 17,-3 18,-2 17,0 13,0 12,2 6,4 0,7-3,6-6,0-11</inkml:trace>
  <inkml:trace contextRef="#ctx0" brushRef="#br1" timeOffset="-52273.053">9397 7728,'-2'16,"-1"14,-3 13,1 9,0 5,2 1,1 0,1-3,0-6,1-9,0-9,0-11</inkml:trace>
  <inkml:trace contextRef="#ctx0" brushRef="#br1" timeOffset="-52006.429">9250 7715,'28'-7,"0"1,0 1,1 2,0 1,0 1,20 3,-28-3,0 2,-1 0,1 1,0 1,-1 1,1 0,-1 2,0 1,-1 0,2 2,-19-8,0 0,0 0,0 0,0 0,-1 0,1 1,0-1,-1 1,1-1,-1 1,1 0,-1 0,0-1,1 1,-1 0,0 0,0 0,-1 0,1 0,0 0,-1 1,1-1,-1 0,0 0,0 0,1 1,-2-1,1 0,0 0,0 0,-1 1,1-1,-1 0,1 0,-1 0,0 0,0 0,0 0,-1 1,-6 8,0-1,-1 0,0 0,-1-1,0 0,0-1,-1 0,0-1,0 0,-1-1,0 0,-85 64,85-56</inkml:trace>
  <inkml:trace contextRef="#ctx0" brushRef="#br1" timeOffset="-51672.601">9651 8183,'4'-6,"1"1,-1 1,1-1,0 1,1-1,-1 1,1 1,0-1,0 1,0 0,0 1,0-1,1 1,-1 0,1 1,-1 0,1 0,0 0,0 1,-1-1,1 2,0-1,-1 1,1 0,0 1,-1-1,1 1,-1 0,0 1,0 0,0 0,0 0,0 1,0-1,-1 1,1 2,-3-4,-1 0,0 1,0-1,0 1,-1-1,1 1,0 0,-1 0,0 0,0 0,0 0,0 0,0 0,0 0,-1 0,0 0,1 1,-1-1,0 0,-1 0,1 0,-1 0,1 1,-1-1,0 0,0 0,0 0,0 0,-1 0,1-1,-1 1,-1 2,-72 80,70-80,-11 9,11-10,0 0,1 0,-1 0,1 1,0 0,0 0,0 0,0 0,1 0,0 1,-2 4,6-8,-1 0,0 0,1 0,0-1,-1 1,1 0,0-1,0 1,0-1,0 1,0-1,0 1,0-1,0 0,1 1,-1-1,0 0,1 0,-1 0,1 0,-1 0,1 0,0-1,-1 1,1-1,0 1,0-1,-1 1,1-1,0 0,0 0,0 0,-1 0,1 0,0 0,0 0,0-1,-1 1,2-1,25 0,0-1,0-2,0 0,25-9,2-1</inkml:trace>
  <inkml:trace contextRef="#ctx0" brushRef="#br1" timeOffset="-51045.127">10907 7861,'-7'9,"-2"13,-1 13,0 10,0 8,1 5,3 0,2-7,1-6,2-9,1-13,0-11</inkml:trace>
  <inkml:trace contextRef="#ctx0" brushRef="#br1" timeOffset="-50756.03">10787 7754,'-1'-2,"0"0,1 0,-1 0,1 0,0 0,0 0,0 0,0 0,0 0,0 0,0 0,1 0,-1 0,1 0,-1 0,1 0,0 0,0 0,0 0,0 1,0-1,0 0,0 1,1-1,-1 1,0-1,1 1,0-1,-1 1,1 0,0 0,-1 0,1 0,0 0,0 0,0 1,0-1,2 0,80-14,-67 13,-1 1,1 1,0 0,-1 1,1 1,-1 0,1 1,-1 1,0 1,0 0,-1 1,1 1,11 7,-25-13,0 1,0-1,0 1,0 0,0 0,0 0,-1 0,1 1,-1-1,1 0,-1 1,0-1,0 1,0-1,0 1,0-1,-1 1,1 0,-1-1,0 1,0 0,0 0,0-1,0 1,0 0,-1-1,1 1,-1 0,0-1,0 1,0-1,0 1,0-1,0 1,-1-1,1 0,-1 0,0 0,0 0,0 0,0 0,0 0,0 0,0-1,-23 22,0-2,-2 0,0-2,-14 6,-64 48,81-52</inkml:trace>
  <inkml:trace contextRef="#ctx0" brushRef="#br1" timeOffset="-50373.479">11081 8183,'11'-8,"1"0,0 1,0 1,0 0,1 1,0 0,0 1,0 1,1 0,-1 0,1 1,0 1,0 1,-1 0,-10-1,0 2,-1-1,1 0,-1 0,1 1,-1-1,1 1,-1 0,1 0,-1 0,1 0,-1 0,0 1,0-1,0 0,0 1,0 0,0 0,0-1,0 1,-1 0,1 0,-1 1,1-1,-1 0,0 0,0 1,0-1,0 1,0-1,-1 1,1-1,-1 1,1-1,-1 1,0-1,0 1,0 0,-1-1,1 1,-1-1,1 1,-1-1,0 1,0 1,-3 4,-1 1,0-1,0 0,0-1,-1 0,0 0,-1 0,0 0,0-1,0 0,-1 0,-20 19,27-25,1 1,-1-1,1 0,-1 0,1 0,-1 1,1-1,-1 0,1 1,-1-1,1 0,0 1,-1-1,1 1,0-1,-1 0,1 1,0-1,0 1,-1-1,1 1,0-1,0 1,0-1,0 1,-1-1,1 1,0 0,0-1,0 1,0-1,0 1,1-1,-1 1,0-1,0 1,0-1,0 1,0-1,1 1,-1-1,0 1,1-1,-1 1,0-1,1 0,-1 1,0-1,1 1,-1-1,1 0,-1 1,0-1,1 0,0 0,32 6,-29-5,1-1,4 0,1-1,0 2,-1-1,1 1,-1 1,1 0,-1 0,0 1,0 0,0 1,0 0,0 0,-1 1,1 0,-2 0,1 1,0 0,-1 0,0 1,3 4,-8-8,-1 1,0-1,0 0,0 1,0-1,-1 1,1 0,-1-1,0 1,0-1,0 1,-1 0,1-1,-1 1,0-1,0 1,0-1,0 1,0-1,-1 0,0 0,0 0,0 0,0 0,0 0,0 0,-3 2,-78 61,-46-12,63-37</inkml:trace>
  <inkml:trace contextRef="#ctx0" brushRef="#br1" timeOffset="-48838.553">5119 5294,'6'224,"14"46,-1-48,-10 204,-23-229,37-158,-16-31,-6-8,-1 0,0 0,1 1,-1-1,0 0,1 0,-1 0,0 0,1 0,-1 0,0 0,1 0,-1 0,0 0,1 0,-1 0,0 0,1 0,-1 0,0 0,1 0,-1 0,0 0,1 0,-1-1,0 1,1 0,-1 0,0 0,0-1,1 1,-1 0,0 0,0-1,1 1,-1 0,0 0,0-1,0 1,0 0,1-1,-1 1,0 0,0-1,0 1,0 0,0-1,0 1,0 0,0-1,0 1,0 0,0-1,0 1,0 0,0-1,0 1,0 0,-1-1,1 1,0 0,0-1,0 1,-1 0,2-29,-1 26,-1 0,1 0,-1 0,1 0,-1 0,0 0,0 1,0-1,-1 0,1 1,-1-1,1 0,-1 1,0 0,0-1,0 1,0 0,0 0,-1 0,1 0,-1 1,1-1,-1 1,1-1,-1 1,0 0,0 0,0 0,0 0,1 1,-2-1,-2 0,-1 0,1 1,-1 0,1 0,-1 0,1 1,-1 0,1 0,-1 0,1 1,0 0,0 0,0 1,-1 0,-2 3,-1 1,2-1,-1 1,1 1,-1 0,2 0,0 1,0 0,0 0,1 0,0 1,1 0,0 0,1 0,0 1,1 0,0-1,0 1,1 1,0 0,1-3,0 0,0 0,1 0,0 0,0 0,1 0,0 0,1-1,0 1,0 0,1-1,0 1,1-1,0 0,0 0,0-1,1 1,0-1,1 0,0 0,0 0,0-1,1 0,0-1,4 4,8 1,1-1,0-1,1-1,0 0,0-2,1 0,-1-1,1-1,0-2,0 0,0-1,0-1,18-3,-32 3,1 1,0-1,0-1,0 0,-1 0,1 0,-1-1,0-1,1 1,-2-1,1-1,0 1,-1-1,0-1,0 1,0-1,-1 0,0-1,0 0,0 0,-1 0,0 0,-1-1,0 0,0 0,0 0,-1 0,0-1,-1 1,0-1,0 0,0-8,-3 7,0 0,0-1,-1 1,0 1,-1-1,0 0,-1 0,0 1,0 0,-1 0,0 0,-1 1,1-1,-2 1,1 0,-1 1,-1 0,1 0,-1 1,0-1,-1 2,1-1,-1 1,0 1,-1-1,1 2,-1-1,1 1,-1 1,0 0,0 0,0 1,0 0,-1 1,1 0,0 0,-3 2,-2 1,0 2,0 0,1 0,0 2,0-1,1 2,-1 0,2 1,-1 0,1 0,1 2,0-1,0 2,1-1,0 1,-5 9,-17 29</inkml:trace>
  <inkml:trace contextRef="#ctx0" brushRef="#br1" timeOffset="-48145.019">5079 7701,'-11'379,"11"-367,-2-8,1 1,0-1,1 0,-1 1,1-1,0 1,0-1,0 1,1-1,-1 0,1 1,0-1,1 0,-1 1,1-1,-1 0,1 0,1 0,-1 0,0-1,1 1,0 0,0-1,0 0,0 0,0 0,1 0,1 0,8 0,1 0,-1-2,1 0,0 0,0-2,-1 1,1-2,-1 0,1 0,-1-1,3-2,9 0,100-23,-110 23</inkml:trace>
  <inkml:trace contextRef="#ctx0" brushRef="#br1" timeOffset="-47879.419">5533 7874,'-5'-2,"0"4,-1 8,1 12,2 8,1 9,1 7,1 2,0 0,0-4,0-7,0-7,3-10,0-9,2-12,0-6</inkml:trace>
  <inkml:trace contextRef="#ctx0" brushRef="#br1" timeOffset="-47621.951">5533 7808,'9'13,"10"10,9 7,8 4,5 2,3 0,-3-2,-2-2,-9-2,-9-4,-8-1,-12-1,-11-2,-14-3,-12-2,-9-4,-6-4,6-3</inkml:trace>
  <inkml:trace contextRef="#ctx0" brushRef="#br1" timeOffset="-47356.147">4785 7728,'16'-7,"19"-4,21-3,22-2,23 3,16 3,12 3,4 3,-5 5,-12 4,-27 1</inkml:trace>
  <inkml:trace contextRef="#ctx0" brushRef="#br1" timeOffset="-46478.887">12592 5749,'22'39,"-1"2,-2 0,-2 0,-2 2,0 5,-13-42,25 91,-4 2,-4 1,-5 0,-5 1,-3 0,-6 0,-3 1,-7 19,-1-3,1-29,5 0,3 19,17-15,-5-69</inkml:trace>
  <inkml:trace contextRef="#ctx0" brushRef="#br1" timeOffset="-45611.215">12512 7928,'7'25,"-1"0,-1 1,-1 0,-2 0,0 0,-2 9,-4-13,-1-33,13-181,-7 135,0 65,-1 1,1-1,1 0,0 0,0-1,0 1,1 0,0-1,0 1,1-1,4 6,-6-10,-1 0,1 0,0-1,0 1,1-1,-1 0,0 1,1-1,-1 0,1 0,0-1,0 1,0 0,-1-1,1 0,1 0,-1 0,0 0,0 0,0 0,0-1,1 0,-1 0,0 0,0 0,1 0,-1 0,0-1,0 0,3 0,4-5,1 0,-1 0,-1-1,1-1,-1 1,-1-1,1-1,-1 0,-1 0,0 0,0-1,-1 0,0-1,0 1,-2-1,1 0,-1 0,-1-1,0 1,1-7,-4 17,2 23,-4-10,-3 31,2 0,1 0,2 1,7 41,15-15,-9-48</inkml:trace>
  <inkml:trace contextRef="#ctx0" brushRef="#br1" timeOffset="-45040.715">13059 7915,'-13'274,"28"-469,-14 174,0 3,1 0,0-1,1 1,1 1,1-1,5-13,-9 29,1-1,-1 1,1-1,0 1,0 0,0-1,0 1,0 0,1 1,-1-1,1 0,-1 1,1-1,-1 1,1 0,0 0,0 0,0 0,-1 0,1 1,0-1,0 1,0 0,0 0,2 0,77 10,-74-8,6 0,-1 0,1 2,-1-1,1 2,-1 0,-1 0,1 1,-1 1,0 0,0 0,-1 1,11 10,-21-17,0 0,0 1,0-1,0 0,0 0,0 1,-1-1,1 1,0-1,-1 1,1-1,-1 1,0-1,1 1,-1-1,0 1,0-1,0 1,0 0,0-1,0 1,0-1,-1 1,1-1,-1 1,1-1,-1 1,1-1,-1 1,0-1,0 0,0 1,1-1,-1 0,-1 0,1 1,0-1,0 0,0 0,-1 0,1 0,0-1,-1 1,1 0,-1-1,1 1,-72 25,-24-17,97-9,-1 0,1 0,-1 0,0-1,1 1,-1 0,1 0,-1 0,1 0,-1 0,1 0,-1 0,1 0,-1 0,1 1,-1-1,0 0,1 0,-1 0,1 1,0-1,-1 0,1 0,-1 1,1-1,-1 1,1-1,0 0,-1 1,1-1,0 1,-1-1,1 1,0-1,-1 1,1-1,0 1,0-1,0 1,0-1,0 1,-1-1,1 1,0-1,0 1,0-1,0 1,0-1,1 1,-1 0,0-1,0 1,0-1,0 1,1-1,-1 1,0-1,27 25,20 4,2-2,1-2,2-2,0-2,1-3,32 6,-50-14</inkml:trace>
  <inkml:trace contextRef="#ctx0" brushRef="#br1" timeOffset="-43906.577">2445 8704,'-7'-2,"0"-2,6 1,12 3,21 2,22 2,27 1,27-1,21 0,13-2,7-1,-3-2,-9-2,-13 0,-19 1,-23 0,-23 1,-22 0</inkml:trace>
  <inkml:trace contextRef="#ctx0" brushRef="#br1" timeOffset="-43155">2646 10161,'-11'0,"2"0,11 0,15 0,19 0,19 0,19-4,19-5,16-2,13 1,6-1,2 2,-6 2,-10 2,-10 3,-17 3,-18 2,-21 0</inkml:trace>
  <inkml:trace contextRef="#ctx0" brushRef="#br1" timeOffset="8205.262">6083 13482,'5'43,"1"0,2-1,2 0,2-1,2 0,1 0,2-2,2 0,2-1,13 17,7 22,3-2,4-2,2-2,4-3,3-2,52 47,-95-98,1-1,1-1,1 0,0-1,0-1,1 0,1-2,-1 0,2-1,-1-1,1-1,0 0,0-2,1 0,-1-1,1-1,0-1,0-1,20-3,-1-9,0-2,-1-2,-1-2,-1-1,0-2,-1-1,-2-2,6-6,8-4,47-31,2 4,3 4,75-30,-140 72,1 2,0 1,0 1,1 3,0 1,1 1,-1 2,1 2,0 2,0 1,0 1,0 3,7 3,23 12,-1 4,-1 3,-1 2,-1 3,-3 3,36 28,119 62,-161-96,2-4,0-1,1-4,2-2,0-2,0-3,1-3,1-2,-1-4,1-1,0-4,56-7,-4-12,-2-5,0-4,27-16,59-15,-175 52,0 1,1 1,0 1,-1 1,2 1,-1 1,0 1,0 1,0 1,1 1,-1 2,0 0,14 5,267 144,-252-133,2-1,0-3,1-2,0-3,1-3,0-1,0-4,1-1,-1-4,1-1,-1-4,-1-1,1-4,-1-1,1-4,-24 5,0 0,-2-3,0 0,0-2,-2-1,0-2,-1 0,16-17,-29 24,-2-2,1 1,-2-1,0-1,-1 0,0-1,-1 0,-1-1,-1 0,-1 0,0-1,-1 0,-1 0,-1 0,1-16,-3 26,-1-1,0 1,-1 0,0-1,0 1,-1 0,0 0,-1-1,0 1,0 0,-1 0,0 1,-1-1,0 1,0-1,-1 1,0 0,0 1,-1-1,0 1,0 0,0 1,-1-1,-5-2,-25-10</inkml:trace>
  <inkml:trace contextRef="#ctx0" brushRef="#br2" timeOffset="36434.818">5121 5447,'8'-354,"0"-702,12 793,40-177,-57 421,13-90,-4-1,-4-56,-10-477,2 614,-3-1,0 1,-2 0,-1 1,-1-1,-3-3,-5-22,-29-70,43 123,1 0,0 1,-1-1,1 0,0 1,-1-1,1 0,0 1,0-1,0 0,-1 1,1-1,0 0,0 0,0 1,0-1,1 0,-1 1,0-1,0 0,0 0,0 1,1-1,-1 0,0 1,1-1,-1 1,0-1,1 0,-1 1,1-1,-1 1,1-1,-1 1,1-1,0 1,-1-1,1 1,-1 0,1-1,0 1,-1 0,1 0,0 0,0-1,-1 1,1 0,0 0,-1 0,1 0,0 0,0 0,-1 0,1 0,3-1,8-3</inkml:trace>
  <inkml:trace contextRef="#ctx0" brushRef="#br2" timeOffset="41303.646">843 1891,'-12'4,"41"1,72-2,0-4,37-7,-17 1,57 2,1 8,55 12,-22-3,163-15,-173 0,282 15,-60-12,75-23,-171 0,31 15,39-21,215 5,248 25,336 39,2041-40,-2492 18,219 18,243 20,5 21,-101-21,-252-19,-773-31,679 29,-407-22,-233 1,646-15,-632-13,10 1,179 13,-183-13,228 13,-364 2,-1 0,1 0,-1 1,1 0,-1 1,0 0,0 0,-1 1,1 1,-1-1,0 1,-1 0,1 1,0 1,2 0,-1 1,0 0,-1 0,0 0,0 1,-1 1,0-1,-1 1,0 0,-1 0,0 1,-1 0,0 0,-1 0,0 0,0 13,0 30,-2 0,-3 0,-2 0,-3 0,-1-1,-5 7,-3 25,-16 194,26-218,-2-1,-15 49,6-24,-26 239,21-81,14 22,3 25,28-119,-10-110,0 146,-7-176,-3-23,-1 1,0 0,-1 0,0 1,0-1,-1 0,-1 0,-1 10,-14 221,11-214,1-14,2 0,-1 0,1 0,1 0,1 1,0-1,0 0,1 0,1 0,0 0,1 0,4 12,-5-21,0 0,-1 0,1 0,-1 1,0-1,-1 0,1 0,-1 1,0-1,0 0,0 0,0 1,-1-1,1 0,-1 0,0 1,-1-1,0 2,-4 2</inkml:trace>
  <inkml:trace contextRef="#ctx0" brushRef="#br2" timeOffset="42782.54">1151 1584,'-1'0,"1"-1,-1 1,1 0,0 0,-1-1,1 1,-1 0,1 0,-1 0,1-1,-1 1,1 0,-1 0,1 0,-1 0,1 0,-1 0,1 0,-1 0,1 0,-1 0,1 0,-1 1,1-1,-1 0,1 0,-1 0,1 1,-1-1,1 0,0 1,-1-1,1 0,-1 1,1-1,0 0,0 1,-1-1,1 1,0-1,-1 0,1 1,0-1,0 1,0-1,0 1,-1-1,1 1,0-1,0 1,0-1,0 1,0-1,0 1,0-1,0 1,0-1,1 1,-1-1,0 1,0-1,0 1,1-1,-1 1,0-1,0 1,1-1,28 26,54 22,1-2,3-5,1-3,54 13,-122-44,-13-5,0-1,-1 2,1-1,0 1,-1 0,0 0,0 1,0 0,0 0,-1 0,1 1,-5-3,-1 0,0-1,0 1,0 0,0-1,0 1,0 0,-1-1,1 1,0-1,-1 1,1 0,-1-1,0 1,1-1,-1 0,0 1,0-1,0 0,0 1,0-1,0 0,-1 0,1 0,0 0,-1 0,1 0,0 0,-1 0,1 0,-1-1,1 1,-1-1,1 1,-2-1,0 2,-202 135,143-81,3 4,-20 28,20-19</inkml:trace>
  <inkml:trace contextRef="#ctx0" brushRef="#br2" timeOffset="45522.503">1 1811,'4'0,"7"3,8 0,12-1,16 1,19-2,16-2,15-1,9-3,0 0,-4 0,-11 2,-14 0,-15 2,-16 0,-14 1,-12 0</inkml:trace>
  <inkml:trace contextRef="#ctx0" brushRef="#br2" timeOffset="55689.047">5094 1732,'-15'23,"6"-11,1 1,0-1,1 1,0 1,1 0,1-1,0 2,-2 9,7-22,0 0,0-1,0 1,0 0,0 0,0 0,0 0,1-1,-1 1,1 0,-1 0,1-1,0 1,-1 0,1-1,0 1,0-1,0 1,0-1,1 1,-1-1,0 0,1 0,-1 1,1-1,-1 0,1 0,-1 0,1-1,0 1,-1 0,1-1,0 1,0-1,-1 1,1-1,0 0,0 0,0 0,0 0,75-9,-72 7,-1 0,1 0,-1 0,0-1,0 1,0-1,0 0,0 0,-1 0,1-1,-1 1,0-1,0 0,0 0,-1 0,1 0,-1-1,0 1,0 0,0-1,-1 0,0 1,0-1,0 0,0 0,-1 1,0-1,0 0,0 0,0 0,-1 0,0 1,0-1,0 0,-1 1,1-1,-1 1,0-1,0 1,-1 0,0 0,1 0,-1 0,-2-2,1 3,0 0,0 0,0 0,0 0,0 0,-1 1,1 0,-1 0,0 0,0 0,1 1,-1 0,0 0,0 0,0 1,-1 0,1 0,0 0,0 0,0 1,0 0,0 0,0 0,1 0,-1 1,0 0,0 0,1 0,0 1,-1 0,1 0,0 0,0 0,0 0,1 1,-1-1,1 1,0 0,0 0,-1 2,0 2,0-1,0 1,0 0,1 0,0 0,1 0,0 0,0 1,1-1,-1 7,2-12,0 1,0-1,0 1,0 0,1-1,-1 1,1-1,0 1,0-1,0 0,1 1,-1-1,1 0,0 0,0 0,0 0,0 0,0 0,0-1,1 1,0-1,-1 1,1-1,0 0,0 0,2 0,1 1,0-1,1 0,-1 0,1-1,-1 0,1 0,0-1,-1 1,1-1,0-1,-1 1,1-1,-1-1,1 1,-1-1,1 0,-1 0,0-1,0 0,0 0,0 0,-1-1,1 0,-1 0,0-1,0 1,0-1,-1 0,0 0,0 0,0-1,0 0,-1 1,0-1,0 0,-1-1,0 1,0 0,0-1,-1 1,0-1,0 0,0 1,-1-1,0 0,0 1,-2-6,1 7,0 1,-1-1,1 1,-1-1,0 1,0 0,-1 0,1 0,-1 0,0 0,0 1,0-1,-1 1,1 0,-1 0,1 0,-1 0,0 1,0-1,-1 1,1 0,0 0,-1 1,1-1,-1 1,1 0,-1 0,0 1,0-1,1 1,-1 0,0 1,1-1,-1 1,0 0,1 0,-1 0,1 0,-1 1,1 0,0 0,-1 0,1 0,0 1,0 0,-3 2,3 0,-1-1,1 1,0 0,0 1,1-1,-1 0,1 1,0 0,1 0,-1 0,1 0,0 0,1 0,0 1,0-1,0 0,0 1,1-1,0 1,1-1,-1 1,1-1,1 0,-1 1,1-1,0 0,0 0,1 0,0 0,0-1,0 1,1-1,0 0,1 3,1-4,0-1,0 1,1-1,-1 0,1 0,-1-1,1 0,0 0,0 0,0-1,0 0,0-1,0 0,0 0,0 0,0-1,0 0,0 0,0 0,-3 0,1 0,-1 0,1-1,-1 1,0-1,0 0,0 0,0 0,0 0,-1-1,1 0,0 0,-1 0,0 0,0 0,0-1,0 1,-1-1,1 0,-1 0,0 0,0 0,0 0,-1 0,1 0,-1-1,0 1,0-1,0-3,-1 3,-1 0,1 0,-1 0,0 0,0 0,-1 0,1 1,-1-1,0 1,0-1,-1 1,1-1,-1 1,0 0,0 0,0 1,-1-1,1 1,-1-1,0 1,0 0,0 1,-1-1,1 1,-3-2,-1 0,0 1,0-1,0 1,0 1,-1 0,1 0,-1 0,0 1,1 0,-1 1,0 0,0 0,0 1,-3 1,-39 15,4 4</inkml:trace>
  <inkml:trace contextRef="#ctx0" brushRef="#br3" timeOffset="61480.242">11284 768,'0'0</inkml:trace>
  <inkml:trace contextRef="#ctx0" brushRef="#br3" timeOffset="62822.156">5482 127,'-43'381,"32"-300,4-92,4-4,-15-59,3-1,4 0,-2-67,13 137,-1-1,1 1,0-1,0 1,0-1,1 1,0-1,0 1,0 0,1-1,-1 1,1 0,1 0,-1 0,1 0,0 1,0-1,0 1,0-1,1 1,0 0,0 0,0 1,2-2,4 1,1 1,-1-1,1 2,0 0,-1 0,1 0,0 2,0-1,0 2,0-1,0 1,0 1,0 0,0 1,-1 0,1 0,-1 1,0 0,6 4,-13-7,0 0,0 1,-1-1,1 1,0 0,-1-1,1 1,-1 0,0 0,1 1,-1-1,0 0,-1 1,1-1,0 1,-1 0,1 0,-1-1,0 1,0 0,0 0,0 0,0 0,-1 0,1 1,-1-1,0 0,0 0,0 0,0 0,-1 0,1 0,-1 0,0 0,0 0,0 0,0 0,-1 0,1 0,-1-1,1 1,-2 1,-11 7,0 1,0-2,-1 0,-1-1,0 0,0-1,-1-1,1-1,-2 0,1-1,0-1,-2 0,18-4,-75 20,74-18,1 0,-1 1,0-1,1 1,0 0,0-1,-1 1,2 0,-1 0,0 0,0 0,1-1,0 1,0 0,0 0,0 0,0 0,0 0,1 0,-1 0,1 0,0 0,0 0,0-1,0 1,0 0,1-1,-1 1,1-1,0 1,0 0,3 7,-2 3,1 0,1 0,0-1,1 0,0 0,1-1,0 0,1 0,0 0,1-1,0 0,1-1,0 0,0 0,1-1,0-1,0 0,1 0,0-1,0-1,1 1,-2-4,0 0,1-1,0 0,-1 0,1-1,-1-1,1 0,0 0,-1-1,6-2,6-2</inkml:trace>
  <inkml:trace contextRef="#ctx0" brushRef="#br3" timeOffset="63377.789">5896 140,'-1'88,"8"152,-7-235,0 0,1-1,-1 1,1 0,0 0,1 0,-1-1,1 1,0 0,0-1,0 0,0 1,1-1,0 0,0 0,0-1,0 1,1-1,-1 1,1-1,0 0,0 0,0-1,1 1,-1-1,0 0,1 0,0 0,-1-1,1 0,0 1,10-2,0 0,0-1,0 0,0-1,0-1,0 0,-1-1,0-1,0 0,0-1,0 0,-1-1,12-8,8-5</inkml:trace>
  <inkml:trace contextRef="#ctx0" brushRef="#br3" timeOffset="63662.373">5803 395,'14'-3,"13"0,16 1,12-3,8 0,4-3,-2-4,-7-1,-14-1,-14 2</inkml:trace>
  <inkml:trace contextRef="#ctx0" brushRef="#br3" timeOffset="64059.937">5843 86,'765'0,"-809"0,0 2,1 2,-1 2,-31 9,73-15,0 0,0 0,0 0,0 0,0 1,0-1,1 1,-1-1,0 1,0 0,1 0,-1-1,0 1,1 0,-1 1,1-1,-1 0,1 0,0 1,-1-1,1 1,0-1,0 1,0-1,0 1,0 0,0 0,1-1,-1 1,1 0,-1 0,1 0,0 0,-1-1,1 1,0 0,0 0,0 0,1 0,-1 0,0 0,1 0,0 1,5 7,2 1,-1-1,1 0,1 0,0-1,0 0,1 0,0-1,1-1,4 3,8 7,16 13,-14-14,-2 2,0 1,-1 0,-1 2,-1 1,2 3,-20-23,-1 0,1 0,-1 0,0-1,0 1,0 0,1 0,-2 1,1-1,0 0,0 0,-1 0,1 1,-1-1,0 0,0 0,1 1,-1-1,-1 0,1 1,0-1,-1 0,1 0,-1 1,0-1,1 0,-1 0,0 0,0 0,-1 0,1 0,0 0,-1 0,1-1,-1 1,1 0,-1-1,0 1,0-1,0 0,0 1,0-1,-1 0,-14 6,0 0,0-2,0 0,0-1,-1-1,1 0,-1-1,0-1,0-1,-1-1,-29-8,47 9,0 0,0-1,1 1,-1-1,0 1,0-1,1 1,-1-1,0 0,0 1,1-1,-1 0,1 1,-1-1,1 0,-1 0,1 0,-1 0,1 1,0-1,-1 0,1 0,0 0,0 0,0 0,-1 0,1 0,0 0,0 0,1 0,-1 0,0 0,0 0,0 1,1-1,-1 0,0 0,1 0,-1 0,1 0,-1 1,1-1,-1 0,1 0,-1 1,14-19</inkml:trace>
  <inkml:trace contextRef="#ctx0" brushRef="#br3" timeOffset="64310.887">6859 154,'-8'12,"1"0,0 1,0 0,1 0,1 0,1 1,0 0,0 0,1 0,1 0,0 1,1-1,1 0,0 1,1-1,1 1,0-1,4 11,-5-15,2-1,-1 1,2-1,-1 0,1 0,0-1,1 1,0-1,1 0,-1 0,1 0,1-1,0 0,0 0,0-1,0 0,1 0,0 0,1-1,-1-1,1 1,0-1,0-1,0 0,1 0,-1-1,9 2,-9-2,-1-1,1 1,-1-1,1-1,-1 0,1 0,0 0,-1-1,1-1,-1 1,1-1,-1-1,0 1,0-1,0-1,0 0,-1 0,1 0,-1-1,0 0,0-1,-1 1,0-1,0 0,0-1,0 0,1-3,3-16</inkml:trace>
  <inkml:trace contextRef="#ctx0" brushRef="#br3" timeOffset="64495.064">6739 381,'23'5,"20"-1,18-2,11-2,5-2,-3-3,-11-3,-13-2,-15 1</inkml:trace>
  <inkml:trace contextRef="#ctx0" brushRef="#br3" timeOffset="64927.849">6765 47,'43'11,"1"-2,0-2,0-2,0-1,20-3,-43 0,344 1,-360-2,0-1,0 1,-1 0,1 1,0-1,-1 1,1 0,0 0,-1 1,1-1,-1 1,0 0,1 0,-1 0,0 1,0-1,-1 1,1 0,0 1,3 2,1 1,-2 1,1-1,-1 1,0 0,-1 0,0 1,0 0,0 0,-2 0,1 0,-1 0,0 1,-1 0,0-1,-1 1,0 0,0 0,-1 9,-45 240,53-211,-8-47,1 0,-1 0,0-1,1 1,-1 0,1 0,-1-1,1 1,-1 0,1-1,0 1,-1-1,1 1,0-1,0 1,-1-1,1 1,0-1,0 0,0 1,-1-1,1 0,0 0,0 1,0-1,0 0,0 0,-1 0,1 0,0 0,0 0,0-1,0 1,0 0,-1 0,1-1,0 1,0 0,0-1,-1 1,1-1,0 1,0-1,-1 1,1-1,-1 0,1 1,0-1,-1 0,1 1,-1-1,14-14</inkml:trace>
  <inkml:trace contextRef="#ctx0" brushRef="#br3" timeOffset="65141.028">7207 47,'-16'0,"-10"0,-3 0,9 0,18 0,26 0,29 0,31 0,28 0,23 0,12 0,3 0,-25 0</inkml:trace>
  <inkml:trace contextRef="#ctx0" brushRef="#br3" timeOffset="65628.539">7941 528,'23'0,"19"2,13 1,12 0,7-1,3-2,0-5,-5-2,-14-1</inkml:trace>
  <inkml:trace contextRef="#ctx0" brushRef="#br3" timeOffset="65926.845">9199 7,'-22'-3,"1"1,-1 1,1 1,-1 1,1 1,0 1,0 0,0 2,0 1,0 0,1 1,0 2,0 0,6-2,0 1,0 0,1 1,0 0,0 1,1 1,1 0,0 1,0 0,1 0,1 1,0 0,0 1,2 0,0 0,0 1,-2 10,7-16,0 0,1 0,0 1,0-1,1 0,0 1,1-1,0 0,0 0,1 1,1-1,-1 0,1-1,1 1,0 0,0-1,0 0,1 0,0 0,1-1,0 0,0 0,1 0,-1-1,1 0,1 0,-1 0,1-1,0 0,0-1,1 0,4 2,9 4,1-1,1-2,-1 0,1-1,0-1,0-1,1-2,-1 0,1-1,-1-2,1 0,15-4,3-6,-10-3</inkml:trace>
  <inkml:trace contextRef="#ctx0" brushRef="#br3" timeOffset="66210.935">8958 301,'0'0,"0"1,1 0,-1 0,0 0,1 0,-1 0,1-1,-1 1,1 0,-1 0,1-1,-1 1,1 0,0-1,-1 1,1-1,0 1,0-1,-1 1,1-1,0 1,0-1,0 0,-1 1,1-1,0 0,0 0,0 0,0 0,0 0,0 0,0 0,0 0,0 0,143 4,-19-3,-123-2,-1 1,0 0,0 0,1 0,-1 0,0 0,0 1,0-1,1 0,-1 0,0 1,0-1,0 1,0-1,0 1,0-1,1 1,-1 0,-1 0,1-1,0 1,0 0,0 0,0 0,-1 0,1 0,0 0,-1 0,1 0,-1 0,1 0,-1 1,1-1,-1 0,0 0,0 0,1 1,-1-1,0 0,0 0,0 1,-1-1,1 0,0 0,0 0,-1 1,1-1,0 0,-1 0,1 0,-1 0,0 0,1 0,-2 1,-43 64,-15 27,59-89,-1 1,1-1,-1 0,1 1,0-1,1 0,-1 1,1-1,0 1,0-1,1 1,-1-1,1 1,0-1,0 0,0 1,1-1,-1 0,1 0,0 0,0 0,2 1,23 26,3-7</inkml:trace>
  <inkml:trace contextRef="#ctx0" brushRef="#br3" timeOffset="68605.727">10081 448,'49'10,"200"19,245-5,-482-24,223 6,568 28,-441-3,-394-13,25-5,0-1,0 1,2 1,0-1,0 1,1 0,1 0,-1 8,-1-1,-4 39,2 0,4 0,1 0,4 0,2 0,9 39,0 38,-8-56,7 69,18 85,82 356,-52-327,50 183,-94-380,-2 2,-3 0,-1 26,18 203,-12-112,36 107,-15-91,-26-74,-4 70,-9-125,-14 115,8-114,3 1,3-1,5 19,-2 16,0 147,12-102,12 28,-25-182,0 0,0-1,1 1,-1 0,0-1,0 1,1 0,-1 0,0-1,1 1,-1 0,0 0,1-1,-1 1,1 0,-1 0,0 0,1 0,-1 0,0 0,1 0,-1 0,1 0,-1 0,0 0,1 0,-1 0,1 0,-1 0,0 0,1 0,-1 0,1 1,-1-1,0 0,2-28,-1-5</inkml:trace>
  <inkml:trace contextRef="#ctx0" brushRef="#br3" timeOffset="72577.117">12313 582,'-6'0,"1"1,-1 0,1 0,0 0,-1 1,1 0,0 0,0 0,0 1,0 0,0 0,1 0,-1 0,1 1,0-1,0 1,0 0,0 1,1-1,0 1,0-1,0 1,0 0,1 0,0 0,0 1,0-1,0 0,1 1,0 3,0-7,1 0,0 0,0 0,0 0,1 0,-1 0,0-1,1 1,-1 0,1 0,-1 0,1 0,0 0,0 0,0-1,0 1,0 0,1-1,-1 1,0-1,1 1,-1-1,1 0,-1 0,1 1,0-1,-1 0,1-1,0 1,0 0,0 0,0-1,-1 1,1-1,0 1,0-1,0 0,0 0,0 0,2 0,79-14,-75 11,-1-1,0 0,0 0,-1-1,0 0,1 0,-1-1,-1 1,1-1,-1 0,0-1,-1 1,1-1,0-4,-3 7,0 1,0-1,-1 0,0 0,0 0,0 0,0 0,-1 0,1-1,-1 1,0 0,0 0,-1 0,1 0,-1 0,0 0,0 0,0 0,-1 0,1 0,-1 0,0 1,0-1,0 0,-1 1,1 0,-1 0,-1-2,-1 0,0 1,1-1,-1 1,-1 0,1 0,-1 1,1-1,-1 1,0 1,0-1,0 1,-1 0,1 0,0 1,-1 0,1 0,-1 0,1 1,-1 0,0 0,1 1,-1 0,1 0,0 0,-1 1,1 0,0 0,0 1,0 0,0 0,0 0,1 1,-1-1,1 1,0 1,0-1,1 1,-3 2,3-2,1 0,0 0,0 0,0 0,0 0,1 0,0 1,0-1,0 1,1-1,0 1,0 0,0 0,1 0,0-1,0 1,1 0,-1 0,1 0,0-1,1 1,-1 0,1-1,0 0,1 1,-1-1,1 0,0 0,0 0,1 0,0-1,-1 0,2 1,-1-1,0-1,4 3,1 0,1-1,-1 0,1 0,1-1,-1-1,1 0,-1 0,1-1,0 0,0-1,0 0,0-1,0 0,0-1,0 0,0-1,-1 0,1 0,0-1,-1-1,0 0,2-1,-9 3,0 0,0 0,0 0,-1-1,1 1,-1-1,0 1,0-1,0 0,0 0,0 0,0 0,-1 0,1 0,-1-1,0 1,0 0,0-1,-1 1,1-1,-1 1,0-1,0 1,0-1,0 1,-1-1,1 1,-1-1,0 1,0 0,0-1,0 1,-1 0,1 0,-1 0,0 0,0 0,0 0,0 0,-1 1,1-1,-3-1,-3-4,0 0,-1 0,1 0,-2 1,1 1,-1-1,0 2,0-1,-1 1,0 1,0 0,0 1,0 0,0 0,-1 1,1 1,-1 0,-8 0,18 1,0 0,0 0,0 0,0 0,0 0,0 1,0-1,0 1,0-1,0 1,1 0,-1-1,0 1,0 0,1 0,-1 0,0 1,1-1,-1 0,1 1,0-1,-1 1,1-1,0 1,0-1,0 1,0 0,0 0,0 0,0-1,1 1,-1 0,1 0,-1 0,1 0,0 0,0 0,0 0,0 0,0 0,0 0,1 0,-1 0,1 0,-1 0,1 0,-1-1,1 1,0 0,0 0,0-1,0 1,1 0,-1-1,0 1,1 0,3 2,1 1,-1-1,1 1,0-1,0-1,1 1,-1-1,1-1,-1 1,1-1,0 0,0 0,0-1,0 0,0 0,0-1,1 0,-1 0,0-1,3 0,42-15,120 40,283 0,1172 82,58 21,-871-80,-182-15,923 119,-279-43,-1066-93,663 52,231 46,119 33,-1146-138,880 68,-251-41,-161-28,-346-9,84-26,108 9,-64-4,-273 18,-1 2,0 3,1 2,-1 2,0 3,9 4,-30-5,-18-4,1 0,-1 1,1 1,-1 0,0 1,0 0,-1 1,0 1,9 5,-21-10,1-1,-1 1,0 0,0 0,0 1,0-1,0 0,0 0,-1 0,1 1,-1-1,1 0,-1 0,0 1,0-1,0 0,0 1,0-1,-1 0,1 1,-1-1,1 0,-1 0,0 1,0-1,0 0,0 0,0 0,0 0,-1 0,1-1,-1 1,1 0,-1-1,0 1,-1 0,-8 15,-1 11,1 0,2 1,1 0,1 0,1 1,2-1,1 1,1 1,2-1,1 0,1 0,2 0,4 17,2 72,-5-42,-3-1,-4 1,-3-1,-3 0,-6 13,-80 286,0-36,79-294,1 1,2 0,3 1,1 0,3 0,2 0,1 5,4 390,1-408,3-1,0-1,2 1,1-1,2-1,1 1,2-2,0 0,3-1,0 0,11 12,41 81,-38-65,-18-37,-1 1,-1 1,-1 0,-1 0,0 1,-2 0,-1 0,-1 1,-1-1,1 14,-8 392,-37-107,41-160,9-125,-10-37,0 1,0 0,0-1,0 1,1 0,-1-1,0 1,1-1,-1 1,0-1,1 1,-1 0,0-1,1 1,-1-1,1 1,-1-1,1 0,-1 1,1-1,0 0,-1 1,1-1,-1 0,1 1,0-1,-1 0,1 0,0 0,-1 0,1 0,0 0,-1 0,1 0,0 0,-1 0,1 0,0 0,-1 0,1 0,-1-1,1 1,0 0,-1 0,1-1,-1 1,1 0,0-1,-1 1,1-1,-1 1,1-1,2-3,-1 0,0 0,1 0,-1 0,-1 0,1 0,0-1,-1 1,0-1,0 1,-1-1,1 1,-1-1,0 0,0 0,0 0,2-34</inkml:trace>
  <inkml:trace contextRef="#ctx0" brushRef="#br3" timeOffset="92707.052">15642 8950</inkml:trace>
  <inkml:trace contextRef="#ctx0" brushRef="#br2" timeOffset="212206.068">6364 5341,'5'-19,"0"0,2 0,0 0,1 1,1 0,1 0,0 1,1 0,1 1,1 1,0 0,1 0,0 1,2 1,-1 1,1 0,1 1,0 1,2-1,6-1,1 1,0 2,1 0,-1 1,2 2,-1 1,1 1,0 1,7 2,89 0,-1 6,-1 6,1 4,-2 6,15 9,-95-20,-1 1,0 2,-1 1,-1 3,0 1,28 18,-59-31,0 0,0 0,0-1,1 0,0 0,0-1,0 0,0 0,0-1,0 0,1-1,-1 0,0 0,1-1,0 1,-1-2,1 0,-1 0,0 0,1-1,1-1,14-7,0 0,-1-2,-1-1,0-1,19-16,19-11,-41 28,1 2,0-1,1 2,0 1,0 1,1 0,0 2,1 0,-1 2,1 0,20 1,35 6,-1 4,1 3,-2 4,0 2,26 13,-96-28,491 153,-458-142,0-1,0-2,1-1,0-3,0-1,1-2,-1-1,0-3,1-1,-1-2,0-1,-1-3,1-1,-2-2,0-1,0-2,-1-2,-1-1,-1-2,24-18,-9-4,-39 31,-1 1,2 0,0 1,0 1,0 0,1 0,0 1,1 1,-1 0,14-3,15 3,-1 2,1 2,0 1,17 4,10-2,-21 0,1 2,-1 2,1 2,44 13,-70-13,0 0,-1 2,0 0,0 1,-1 1,0 2,-1 0,-1 0,0 2,-1 1,2 2,-8-4,0 1,0 1,-1 0,-1 1,-1 0,-1 0,0 1,-1 0,-1 0,0 0,0 11,25 212,-31-231,12 236,-9-221</inkml:trace>
  <inkml:trace contextRef="#ctx0" brushRef="#br2" timeOffset="-214035.842">7313 3082,'8'76,"-3"1,-5 32,1-17,-42-537,40 443,1 0,-1 1,1-1,0 0,-1 0,1 0,0 0,0 0,0-1,1 1,-1 0,0 1,1-1,-1 0,1 0,0 0,0 0,-1 0,1 0,0 1,1-1,-1 0,0 1,0-1,1 1,-1-1,1 1,-1 0,1 0,0-1,-1 1,1 0,0 1,0-1,0 0,0 0,-1 1,3-1,7 1,1 1,0 1,-1-1,0 2,1 0,-1 0,0 1,0 0,-1 1,1 0,-1 1,0 0,-1 1,4 2,-10-7,0-1,0 1,0 0,-1 1,1-1,0 0,-1 1,0 0,1-1,-1 1,0 0,0 0,-1 0,1 0,-1 1,1-1,-1 0,0 1,0-1,0 0,-1 1,1-1,-1 1,0 0,0-1,0 1,-1-1,1 1,-1-1,0 1,0-1,0 0,-1 2,-6 4,0 0,-1-1,0 0,-1 0,0-1,0 0,-1-1,0 0,0-1,0 0,0-1,-1 0,-12 2,23-5,-26 6,14-3,27-7,7-1,0 0,0 2,1 0,-1 1,1 2,-1 0,20 4,-34-4,0 0,0 1,0 0,0 0,0 1,-1 0,1 0,-1 1,0-1,0 1,0 1,0-1,-1 1,1 0,-1 0,-1 1,1-1,-1 1,0 0,0 0,-1 1,1-1,-1 1,-1 0,1 1,-1 1,-1 0,0 0,-1 0,0 0,-1 1,1-1,-2 0,1 0,-1 0,-1-1,0 1,0 0,0-1,-1 0,0 0,-1 0,0 0,0 0,-1-1,0 0,0-1,0 1,-1-1,0 0,-1-1,1 1,-1-2,0 1,0-1,0 0,-1-1,1 1,-1-2,0 1,0-2,0 1,0-1,0 0,0-1,0 0,-5-1,11 2,1-1,-1 0,0-1,0 1,1 0,-1-1,0 0,1 1,-1-1,0 0,1 0,-1-1,1 1,0 0,-1-1,1 1,0-1,0 0,0 0,0 0,0 0,0 0,1 0,-1-1,1 1,-1 0,1-1,0 1,0-1,0 0,0 1,1-1,-1 0,1 1,0-1,-1 0,1 0,1-2,5-12</inkml:trace>
  <inkml:trace contextRef="#ctx0" brushRef="#br2" timeOffset="-213735.274">8209 3082,'-11'-10,"-1"1,-1 0,0 1,0 1,0 0,-1 0,0 2,0 0,0 0,-1 1,0 1,0 0,0 1,0 1,0 1,0 0,0 0,0 2,0 0,-2 1,10 1,0 0,0 1,0 0,1 1,-1-1,1 1,1 0,-1 1,1-1,0 1,0 0,1 1,0-1,1 1,-1-1,1 1,1 0,0 0,0 1,0-1,1 0,0 1,1-1,0 0,0 1,1-1,0 1,0-1,1 0,0 0,0 0,1 0,0 0,1 0,0-1,0 0,0 1,1-1,0-1,0 1,1-1,4 3,5 2,0-1,1-1,0-1,1 0,0-1,0-1,1-1,-1 0,1-1,0-1,0-1,1 0,-1-2,0 0,1-1,-1 0,0-2,0 0,9-3,33-11,-9-1</inkml:trace>
  <inkml:trace contextRef="#ctx0" brushRef="#br2" timeOffset="-213450.33">8544 3041,'-5'16,"-1"15,0 10,4 8,4 2,4 0,3-3,1-4,-3-10</inkml:trace>
  <inkml:trace contextRef="#ctx0" brushRef="#br2" timeOffset="-213186.408">8530 2975,'2'-2,"0"1,0-1,0 1,0 0,1 0,-1 0,1 0,-1 1,0-1,1 1,-1-1,1 1,-1 0,1 0,0 0,-1 0,1 0,-1 1,1-1,-1 1,0 0,1-1,-1 1,0 0,1 0,-1 1,0-1,0 0,0 1,0 0,1 0,2 1,26 13,0 3,-2 0,0 2,-1 1,-1 1,-1 1,-1 2,-2 0,0 2,1 3,-16-19,-1 0,0 1,-1-1,0 1,-1 0,0 1,1 8,-5-18,0 0,0 0,0-1,-1 1,0 0,0 0,0-1,0 1,-1 0,1 0,-1 0,0-1,0 1,0-1,-1 1,1-1,-1 1,0-1,0 0,0 1,0-1,-1 0,1-1,-1 1,1 0,-1-1,0 1,0-1,-1 0,0 1,-10 2,-1 0,0-1,1 0,-1-1,0-1,0 0,-1-1,1-1,0 0,-4-2,0 2,-107-2,68 1</inkml:trace>
  <inkml:trace contextRef="#ctx0" brushRef="#br2" timeOffset="-212540.888">7327 4071,'46'319,"-44"-312,0 1,1-1,0 1,0-1,1 0,0 0,0 0,0-1,5 6,-7-10,-1-1,1 1,0 0,0-1,0 0,0 1,0-1,0 0,0 0,0 0,0 0,0 0,1-1,-1 1,0 0,1-1,-1 0,0 0,1 0,-1 0,0 0,1 0,-1 0,0-1,1 1,-1-1,0 0,0 0,0 0,1 0,-1 0,0 0,0 0,0-1,9-8,0 0,-1-1,0 1,-1-2,0 0,-1 0,0 0,-1-1,0 0,-1-1,-1 1,0-1,-1 0,-1 0,0-1,0 1,-2-3,6-74,-6 216,-1-116,1 0,0 0,0 0,1 0,0-1,1 1,0 0,0-1,1 0,0 0,1 0,0 0,0-1,0 1,1-1,0-1,0 1,1-1,0 0,0-1,4 3,17 4</inkml:trace>
  <inkml:trace contextRef="#ctx0" brushRef="#br2" timeOffset="-212002.556">7902 4232,'-1'1,"1"0,-1 0,0 0,1 0,-1 0,1 0,-1 0,1 0,0 1,-1-1,1 0,0 0,0 1,0-1,0 0,0 0,0 0,0 1,0-1,1 0,-1 0,0 1,1-1,-1 0,1 0,0 1,3 10,0 0,2-1,-1 1,1-1,1 0,0-1,0 0,1 0,1 0,7 6,-12-12,1 1,0-1,0 0,0-1,0 1,1-1,-1 0,1 0,0-1,0 0,0 0,0 0,0-1,1 0,-1 0,0 0,1-1,-1 0,0 0,1-1,-1 1,3-2,-3 0,0-1,-1 1,1-1,-1 0,0 0,0-1,0 0,-1 0,1 0,-1 0,0-1,0 1,0-1,-1 0,0-1,1 1,-2 0,1-1,-1 0,1-2,20-97,-24 124,4 88,-2-103,0 0,0 0,0 0,0 0,1 0,0 0,0 0,0 0,0 0,0-1,1 1,0-1,0 0,0 0,0 0,0 0,1 0,-1-1,1 1,-1-1,1 0,0 0,1 0,3 0,1 0,0-1,-1 0,1 0,0 0,0-2,0 1,-1-1,1 0,0-1,-1 1,1-2,-1 1,1-1,-1-1,0 0,-1 0,1 0,-1-1,1 0,-1 0,-1-1,1 0,-1 0,0-1,0 0,-1 0,0 0,0 0,-1-1,0 0,0 0,-1 0,2-6,9-20,-3 59,-9-14,-1 1,1-1,1 0,0 0,1 0,0-1,0 1,1-1,1 0,0-1,0 1,1-1,0 0,0 0,1-1,0 0,1-1,0 1,7-1</inkml:trace>
  <inkml:trace contextRef="#ctx0" brushRef="#br2" timeOffset="-211718.323">8503 3910,'0'16,"9"10,17 7,4-2</inkml:trace>
  <inkml:trace contextRef="#ctx0" brushRef="#br2" timeOffset="-211468.668">8984 4378,'4'-80,"4"0,11-49,-8 65,-2 0,-3-1,-3 0,-4-21,-15 6,16 79,0 0,0 0,0 0,-1 0,1 0,0 0,-1 1,1-1,0 0,-1 0,1 0,-1 1,1-1,-1 0,0 1,1-1,-1 0,0 1,1-1,-1 1,0-1,1 1,-1-1,0 1,0 0,0-1,0 1,1 0,-1 0,0-1,0 1,0 0,0 0,0 0,0 0,0 0,1 0,-1 1,0-1,0 0,0 0,0 1,0-1,1 0,-1 1,0-1,0 1,0-1,1 1,-1-1,0 1,-26 40,18-12,2 1,1 0,1 0,2 0,0 0,3 1,0-1,2 1,1-1,4 13,-2-8,1 0,1-1,2 0,2 0,1-1,1 0,2-1,1-1,2-1,0 0,10 9,4-6,-4-10</inkml:trace>
  <inkml:trace contextRef="#ctx0" brushRef="#br2" timeOffset="-211035.113">8877 4031,'-44'16,"44"-16,-1 1,1 0,0-1,0 1,0 0,0-1,0 1,0-1,0 1,0 0,0-1,0 1,0 0,0-1,1 1,-1-1,0 1,0 0,1-1,-1 1,0-1,1 1,-1-1,0 1,1-1,-1 1,1-1,-1 1,1-1,-1 0,1 1,-1-1,1 0,0 1,-1-1,1 0,-1 0,1 0,0 0,-1 1,1-1,-1 0,1 0,0 0,-1 0,1 0,0 0,-1 0,23 5,0-1,0-1,0-1,1 0,9-2,2 0,44 2,-28-3,0 3,-1 2,1 2,-1 3,-45-9,1 1,-1 0,0 0,0 0,0 1,0 0,-1 0,1 0,0 0,-1 1,1 0,-1 0,0 0,0 0,0 1,0-1,-1 1,0 0,1 0,-1 1,-1-1,1 0,-1 1,1 0,-1 0,-1 0,1-1,-1 2,0-1,0 1,-21 100,15-94,2 0,-1 1,1-1,1 0,1 1,-1 0,2-1,0 5,1-13,-1 0,1 0,0 0,1-1,-1 1,1 0,-1-1,1 1,0-1,1 0,-1 1,0-1,1 0,0 0,0-1,0 1,0-1,0 1,0-1,1 0,-1 0,1 0,-1-1,1 1,0-1,0 0,-1 0,1 0,3 0,2 0,0 0,0 0,1 0,-1-1,0-1,1 0,-1 0,0-1,0 0,0 0,0-1,2-1,-5 1,0 0,0-1,0 0,-1 0,0 0,0-1,0 1,0-1,-1 0,1-1,-1 1,-1-1,1 0,-1 0,0 0,0 0,-1 0,0-1,0 1,0-1,-1 0,0 1,0-1,-1 0,0 0,0 1,0-1,-1 0,0 0,0 1,-1-1,0 1,0-1,-1 1,1 0,-1-1,-1 2,1-1,-1 0,0 1,0-1,-1 1,0 0,1 1,-4-3,3 4,0 1,0-1,0 1,0 0,0 0,-1 1,1 0,0 0,-1 0,1 0,-1 1,1 0,-1 0,0 0,1 1,-1 0,1 0,0 0,-1 1,1 0,0 0,0 0,0 0,0 1,0 0,1 0,-1 0,1 1,0 0,0 0,0 0,0 0,1 0,0 1,0-1,0 1,0 0,1 0,0 0,0 0,0 0,0 1,1-1,0 1,0-1,1 1,-1-1,1 1,0-1,1 1,0 4,0-7,0 1,0 0,1 0,-1-1,1 1,0-1,0 1,0-1,0 0,1 0,-1 0,1 0,0 0,0 0,0-1,1 1,23 15</inkml:trace>
  <inkml:trace contextRef="#ctx0" brushRef="#br2" timeOffset="-210772.923">9720 3750,'-18'-3,"-11"3,-5 7,4 11,6 13,10 9,14 10,7-4</inkml:trace>
  <inkml:trace contextRef="#ctx0" brushRef="#br2" timeOffset="-210318.997">9907 4485,'11'-3,"1"-1,-1-1,-1 0,1 0,-1-1,0-1,0 1,0-2,-1 1,0-1,-1-1,0 0,0 0,-1 0,0-1,-1 0,5-10,3-7,-1-2,-1 0,-2 0,-1-1,-2 0,1-10,4-33,-3-1,-4 0,-2-1,-4 1,-4 0,-2 0,-5-5,-15-25,27 103,0 0,0 1,0-1,0 0,-1 1,1-1,0 0,0 1,0-1,-1 1,1-1,0 0,-1 1,1-1,0 1,-1-1,1 1,-1-1,1 1,-1-1,1 1,-1-1,1 1,-1-1,1 1,-1 0,0 0,1-1,-1 1,1 0,-1 0,0 0,1-1,-1 1,0 0,1 0,-1 0,0 0,1 0,-1 0,0 1,0-1,1 0,-1 0,1 0,-1 1,0-1,1 0,-1 0,1 1,-1-1,0 1,1-1,-18 36,8 13,2 0,2 1,3 0,1 0,3 10,0 2,3 1,3-1,2 0,3-1,2 0,3-1,10 17,-22-63,1 0,1 0,0-1,0 0,1-1,1 1,0-2,4 4,-10-12,0 0,0 0,1 0,-1 0,1-1,0 1,0-1,0 0,0 0,0-1,0 1,1-1,-1 0,0 0,1 0,-1 0,1-1,-1 0,1 0,-1 0,1-1,-1 1,1-1,-1 0,0 0,1-1,-1 1,0-1,0 0,12-8,-1-1,-1 0,0-2,0 1,-1-2,-1 1,0-2,-1 0,-1 0,0-1,-1 0,0-1,-2 0,3-7,14-37,-45 112,18-44,0-1,0 0,1 1,0-1,1 1,-1 0,1-1,1 1,-1 0,1 0,0 0,1 0,-1-1,2 1,-1 0,0-1,1 1,1 0,-1-1,1 0,0 0,0 0,1 0,0 0,0-1,0 1,0-1,1 0,0-1,2 3,6-2,0 0,0 0,0-1,1-1,-1 0,1-1,0 0,8-1,21 2</inkml:trace>
  <inkml:trace contextRef="#ctx0" brushRef="#br2" timeOffset="-210160.153">10843 4004</inkml:trace>
  <inkml:trace contextRef="#ctx0" brushRef="#br2" timeOffset="-209957.074">10068 3736,'15'-4,"22"-4,25-3,27-2,27-1,20 0,11-1,-19 3</inkml:trace>
  <inkml:trace contextRef="#ctx0" brushRef="#br2" timeOffset="-208372.087">21951 5461,'7'-40,"1"0,2 0,1 1,2 0,2 1,2 1,1 0,8-9,-21 38,1-1,-1 1,2 0,-1 1,1-1,1 1,-1 1,1-1,0 1,1 1,-1-1,1 1,0 1,1 0,-1 0,1 1,-1 0,1 1,0 0,0 0,3 1,26 1,0 2,0 1,0 3,-1 1,0 1,35 14,-49-15,98 24,-2 5,-1 5,-3 6,81 45,-187-86,17 12,2-1,0-2,0-1,1-1,1-1,0-2,1-1,0-2,26 3,-29-11,1-1,-1-1,1-2,-1 0,-1-2,1-2,-1 0,-1-2,0-1,0-1,-1-1,-1-1,-1-2,0 0,-1-2,0 0,-2-2,-1 0,8-11,-27 31,-1 0,1 0,-1 0,1 0,0 0,0 0,0 0,-1 1,1-1,0 0,0 1,0-1,0 0,0 1,0-1,0 1,0 0,1-1,-1 1,0 0,0 0,0-1,0 1,0 0,1 0,-1 0,0 0,0 1,0-1,0 0,0 0,0 1,1-1,-1 1,0-1,0 1,0-1,0 1,0 0,-1-1,1 1,0 0,0 0,0 0,0-1,-1 1,1 0,-1 0,1 0,0 0,-1 0,0 1,1-1,-1 0,0 0,1 0,34 68,-31-57,1 1,0-1,1 0,1 0,0 0,0-1,1 0,0-1,1 0,1 0,-1-1,1 0,1-1,0 0,0 0,0-1,5 2,5-4,0-1,0-1,0 0,0-2,1 0,-1-2,0 0,1-1,-1-1,-1-2,1 1,0-2,-1-1,0-1,-1 0,0-2,0 0,-1-1,0-1,-1 0,0-1,-1-1,2-3,21-20,-30 26,1 1,0 0,1 0,0 1,0 1,1-1,0 2,1 0,0 0,0 1,0 1,1 0,-1 1,1 0,7 0,259 3,-133-2,397-1,-496 5,0 1,0 2,-1 2,0 2,0 3,0 1,-2 3,0 1,14 9,-48-19,1 0,-1 1,1 1,-2 0,1 0,-2 1,1 0,-1 1,0 0,-1 0,0 1,-1 0,0 1,-1-1,0 1,0 1,-2-1,1 1,-2 0,0 0,1 10,-5 199,7-197,1-6</inkml:trace>
  <inkml:trace contextRef="#ctx0" brushRef="#br2" timeOffset="-207361.003">22955 3041,'25'343,"-24"-321,-1-22,0 0,0-1,0 1,-1 0,1 0,0 0,0 0,0 0,0 0,0 0,-1 0,1 0,0 0,0 0,0 0,0 0,-1 0,1 0,0 0,0 0,0 0,0 0,-1 0,1 0,0 0,0 0,0 0,0 0,-1 0,1 1,0-1,0 0,0 0,0 0,0 0,0 0,-1 0,1 0,-7-20,-7-49,3 1,3-2,1-55,6 121,7-66,-6 68,0 0,1 1,0-1,-1 1,1-1,0 1,0-1,0 1,-1-1,2 1,-1 0,0-1,0 1,0 0,1 0,-1 0,0 0,1 0,-1 0,1 1,-1-1,1 0,-1 1,1-1,0 1,-1-1,1 1,0 0,-1 0,1 0,0 0,-1 0,1 0,0 0,-1 1,1-1,0 0,-1 1,2 0,17 7,1 0,-2 2,1 0,-1 1,-1 1,0 1,16 14,-27-22,1 0,-1 1,0 0,0 0,0 0,-1 1,0 0,0 0,-1 1,0 0,0 0,-1 0,0 0,-1 1,1-1,-2 1,1 0,0 5,-5-9,-1 0,0 1,1-1,-2 0,1-1,0 1,-1-1,0 1,0-1,-1 0,1 0,-1-1,1 0,-1 1,0-2,-1 1,1 0,0-1,-1 0,1 0,-1-1,0 0,1 0,-1 0,0 0,-1-1,-111 18,154-17,-1 3,1 1,-1 1,31 10,-52-13,-1 1,0 0,1 1,-1 0,-1 1,1 0,-1 1,0 0,-1 1,0 1,0 0,-1 0,0 1,1 2,-9-9,-1 0,0 1,0-1,-1 0,1 1,-1-1,0 1,0-1,0 0,0 1,0-1,-1 1,1-1,-1 0,0 0,0 1,-1-1,1 0,0 0,-1 0,0 0,0 0,0 0,0-1,0 1,0-1,-1 1,1-1,-1 0,0 0,0 0,0 0,0-1,0 1,0-1,0 0,0 1,0-1,-1-1,1 1,-3 0,-24 8,0 0,0-2,-1-2,0 0,0-2,0-2,-30-2,5-9,45 0</inkml:trace>
  <inkml:trace contextRef="#ctx0" brushRef="#br2" timeOffset="-207064.194">23837 3282,'0'-12,"-1"1,0-1,-1 1,0 0,-1-1,0 1,0 1,-2-1,1 0,-1 1,-1 0,0 0,0 0,-7-7,10 15,1 0,-1 1,0-1,0 0,0 1,0 0,0-1,0 1,-1 1,1-1,0 0,0 1,-1-1,1 1,0 0,-1 0,1 1,0-1,-1 1,1-1,0 1,0 0,-1 0,1 1,0-1,0 1,0-1,1 1,-1 0,0 0,0 1,-6 4,1 0,0 0,1 1,-1 0,2 0,-1 1,1-1,0 1,-1 4,3-6,1 1,-1-1,1 1,1 0,0 0,0 0,0 0,1 0,0 0,0 0,1 1,0-1,1 0,0 0,0 0,1 1,0-1,0-1,1 1,0 0,0 0,1-1,0 0,0 0,1 0,0 0,0-1,0 0,1 0,0 0,5 3,7 3,1-1,0-1,0-1,1-1,1 0,-1-1,1-2,0 0,0-1,1-1,-1-1,1-1,0-1,-1-1,12-2,32-8,-10-5</inkml:trace>
  <inkml:trace contextRef="#ctx0" brushRef="#br2" timeOffset="-206818.587">24305 3161,'-5'14,"-1"13,0 12,2 7,0 6,2 3,3-3,4-4,4-8,1-10,3-11,0-8,1-11,-2-5</inkml:trace>
  <inkml:trace contextRef="#ctx0" brushRef="#br2" timeOffset="-206651.044">24372 3054,'0'-2,"7"4,11 10,11 10,13 13,11 10,7 5,2 5,-2 1,-6-2,-12-3,-13-6,-20-6,-22-5,-25-6,-24-6,-22-4,3-5</inkml:trace>
  <inkml:trace contextRef="#ctx0" brushRef="#br2" timeOffset="-206184.972">23288 4232,'19'1,"-1"1,0 1,-1 0,1 1,0 2,-1-1,0 2,-1 0,1 1,-1 1,-1 1,0 0,12 10,-20-15,0 1,0 0,0 1,0-1,-1 1,0 0,-1 1,0 0,0 0,0 0,-1 0,0 1,-1-1,0 1,0 0,-1 0,0 0,-1 0,0 0,0 1,-1-1,0 0,-1 0,0 1,0-1,-2 6,-4 2,0-1,0 0,-2-1,1 0,-2 0,-2 2,-6 10,17-27,0 1,0 1,-1-1,1 0,0 1,0-1,0 0,0 1,0 0,0-1,0 1,1-1,-1 1,1 0,-1 0,1-1,-1 1,1 0,0 0,0 0,0-1,0 1,0 0,0 0,1 0,-1-1,1 1,-1 0,1-1,-1 1,1 0,0-1,0 1,0-1,0 1,1 0,6 2,0 0,0 0,1-1,-1 0,1-1,0 0,-1 0,1-1,0 0,0 0,4-1,1 1,161 1,-128-5</inkml:trace>
  <inkml:trace contextRef="#ctx0" brushRef="#br2" timeOffset="-205918.085">23329 4512,'16'-7,"16"-4,17-1,14 2,11 3,6 2,-1 2,-13 2</inkml:trace>
  <inkml:trace contextRef="#ctx0" brushRef="#br2" timeOffset="-205635.195">23984 4352,'0'0,"0"1,0-1,1 0,-1 1,0-1,0 0,1 0,-1 1,0-1,0 0,1 0,-1 1,0-1,1 0,-1 0,1 0,-1 0,0 1,1-1,-1 0,0 0,1 0,-1 0,1 0,-1 0,0 0,1 0,-1 0,1 0,-1 0,0 0,1-1,-1 1,0 0,1 0,-1 0,1 0,-1-1,0 1,1 0,-1 0,0-1,0 1,1 0,-1-1,0 1,0 0,1-1,-1 1,0 0,0-1,0 1,0 0,1-1,-1 1,9 38,-1 17,-3-19,1 0,2 0,1-1,6 13,-12-40,1 1,0-1,0 1,0-1,1 0,1-1,-1 1,1-1,1 0,-1-1,1 1,0-1,0-1,1 1,0-1,0 0,0-1,1 0,3 1,2-1,0-1,0 0,1-1,-1-1,1 0,0-1,-1 0,1-2,8-1,27-5</inkml:trace>
  <inkml:trace contextRef="#ctx0" brushRef="#br2" timeOffset="-205350.684">23930 4498,'18'-2,"20"-1,19 0,14 1,11 0,2 1,-6 1,-12 0,-17 0</inkml:trace>
  <inkml:trace contextRef="#ctx0" brushRef="#br2" timeOffset="-205084.353">24011 4258,'23'-2,"20"-1,20 0,17 5,13 5,7 5,-14 1</inkml:trace>
  <inkml:trace contextRef="#ctx0" brushRef="#br2" timeOffset="-204901.203">24986 4419,'-37'-6,"0"2,0 2,0 1,-24 3,56-2,-1 0,1 1,0-1,0 1,0 0,0 0,1 1,-1 0,0 0,0 0,1 0,-1 1,1-1,0 1,0 0,0 0,0 1,1-1,-1 1,1 0,0 0,0 0,0 0,0 1,1-1,0 1,0 0,0-1,1 1,-1 0,1 0,0 0,1 0,-1 0,1 0,0 1,1 1,1 1,0-1,0 1,0-1,1 1,0-1,1 0,0-1,0 1,0-1,1 1,0-1,0 0,0-1,1 0,0 1,0-2,3 3,11 7,1-1,0 0,1-2,1-1,4 2,-8-3,1-1,0 0,1-2,0 0,-1-1,2-1,-1-1,0-1,1-1,-1 0,1-2,-1-1,1 0,-1-2,0 0,17-7,-30 6,1 0,-1 0,1-1,-2 0,1-1,-1 0,0 0,0-1,-1 0,0 0,0 0,-1-1,0 1,0-1,-1-1,-1 1,1 0,-2-1,1 0,0-4,-16 35,9-6,1-1,0 0,1 1,0 0,1-1,1 1,1 0,0-1,2 9,-2-17,0 0,0-1,1 1,0 0,0-1,0 1,1-1,0 0,0 0,0 0,1 0,-1-1,1 1,0-1,1 0,-1 0,1 0,-1-1,1 0,0 0,1 0,-1 0,0-1,5 2,19 3</inkml:trace>
  <inkml:trace contextRef="#ctx0" brushRef="#br2" timeOffset="-204704.43">25508 4204,'-16'-7,"-10"3,-2 6,-2 7,-2 3,5-1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39:29.51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  <inkml:brush xml:id="br1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2834 0,'15'524,"-14"-508,1 27,1-1,2 0,2-1,4 9,-10-46,-1 1,1-1,0 1,0-1,1 0,-1 0,1 1,0-1,0 0,1 0,-1-1,1 1,-1 0,1-1,0 0,1 1,-1-1,1-1,-1 1,1 0,0-1,0 0,0 0,0 0,0 0,0-1,1 1,-1-1,0 0,1 0,-1-1,1 0,-1 1,1-1,3-1,5-5,0-1,-1 0,0 0,0-2,-1 1,0-2,-1 1,0-1,0-1,-1 0,0 0,-1-1,-1 0,0 0,0-1,1-4,12-27,-3 0,-1-1,-2-1,-2 0,-3-1,-1 0,-2 0,-3 0,-2-43,-9-6,8 96,-1 0,1 1,0-1,0 1,-1-1,1 0,0 1,-1-1,1 0,-1 1,1-1,0 0,-1 0,1 1,-1-1,1 0,-1 0,1 0,-1 0,1 0,-1 1,1-1,-1 0,1 0,-1 0,1 0,-1 0,1-1,0 1,-1 0,1 0,-1 0,1 0,-1 0,1-1,-1 1,1 0,0 0,-1-1,1 1,-1 0,1-1,0 1,-1 0,1-1,0 1,-1 0,1-1,0 1,0-1,0 1,-1-1,1 1,0-1,0 1,0-1,0 1,0-1,0 1,0-1,0 1,0-1,0 1,0 0,0-1,0 0,-22 98,12-13,3 1,4-1,3 1,11 70,3-72,3-17</inkml:trace>
  <inkml:trace contextRef="#ctx0" brushRef="#br0" timeOffset="234.288">3624 241,'-5'20,"-3"23,-1 18,-1 16,1 10,1 2,0-4,3-7,-1-15,1-18</inkml:trace>
  <inkml:trace contextRef="#ctx0" brushRef="#br0" timeOffset="507.592">3570 415,'8'80,"-2"-57,0 0,2 0,0-1,1 0,2 0,0-1,1-1,1 0,1 0,1-2,0 1,1-2,1 0,1-1,0-1,2-1,-1 0,1-2,1 0,3 0,-20-9,1-1,0 0,0 1,0-2,0 1,0 0,0-1,0 0,0 0,1-1,-1 0,0 1,0-2,1 1,-1-1,0 1,0-2,0 1,1 0,-1-1,-1 0,1 0,0 0,0-1,-1 0,1 0,-1 0,0 0,0-1,0 1,-1-1,1 0,1-3,2-10,-2 1,0-1,0 0,-2 0,0-1,-1 1,-1-1,0 1,-2-1,0-1,-5-84,-5-1,-4 2,-10-28,12 64,9 2,4 63,1 1,0-1,0 1,0-1,0 1,0 0,0-1,0 1,0 0,0 0,0 0,0 0,0 0,0 0,0 0,0 0,0 0,0 0,0 1,0-1,0 0,0 1,0-1,0 1,0-1,0 1,0-1,0 1,-1-1,1 1,0 0,0 0,-1-1,1 1,-1 0,1 0,1 0,29 25,1 4</inkml:trace>
  <inkml:trace contextRef="#ctx0" brushRef="#br0" timeOffset="691.411">4452 348,'0'23,"0"20,0 15,0 12,0 4,3 2,2-6,3-8,5-11,0-16</inkml:trace>
  <inkml:trace contextRef="#ctx0" brushRef="#br0" timeOffset="973.651">5107 241,'-2'13,"-1"19,0 19,1 18,0 10,1 7,1-1,-3-6,0-13,0-14,1-19,-2-22,0-12</inkml:trace>
  <inkml:trace contextRef="#ctx0" brushRef="#br0" timeOffset="1473.875">4800 160,'-47'-1,"46"1,1 0,-1 0,0 0,0 0,0 0,0 0,0 0,0 1,1-1,-1 0,0 0,0 1,0-1,0 1,1-1,-1 0,0 1,0 0,1-1,-1 1,0-1,1 1,-1 0,1-1,-1 1,1 0,-1 0,1-1,0 1,-1 0,1 0,0 0,-1 0,1-1,0 1,0 0,0 0,0 0,0 0,0 0,0 0,0-1,0 1,0 0,1 0,-1 0,0 0,1 0,1 2,1 0,-1 0,1 0,0 0,0 0,1 0,-1-1,0 1,1-1,0 0,-1 0,1-1,0 1,0-1,0 0,2 1,42 9,0-1,0-3,1-2,0-2,0-2,34-4,-73 3,342-12,-331 11,0 1,0 1,0 0,-1 2,1 0,3 3,-20-5,0 0,0 1,0 0,0-1,0 1,-1 1,1-1,-1 1,0-1,1 1,-1 0,-1 0,1 0,0 1,-1-1,1 1,-1-1,0 1,0 0,-1 0,1 0,-1 0,0 0,0 0,0 0,0 0,-1 0,0 1,1-1,-2 0,1 4,-2 11,-1 0,-1 0,0-1,-2 1,0-1,-3 5,-118 246,112-230,12-23,13-22,5-19,0-1,-2 0,-1-1,-1 0,-1-1,4-22,-5 22,31-108,-15 47,4 0,11-17,-38 102,0 0,-1 0,0 0,1 0,0 1,0-1,0 0,0 1,1 0,-1 0,1-1,0 1,0 1,0-1,0 0,0 1,2-1,-3 3,0 0,-1 0,1 1,0-1,-1 1,1-1,0 1,-1-1,1 1,-1 0,1 0,-1 0,1 0,-1 0,0 0,1 0,-1 1,0-1,0 0,0 1,0-1,0 1,0-1,-1 1,1-1,0 1,-1-1,1 1,-1 0,1-1,-1 2,12 34,-2 0,-2 1,-2 0,-1 0,-1 1,-3 1,1-15,7 124,-2-22,18 95,-21-202,-1-12</inkml:trace>
  <inkml:trace contextRef="#ctx0" brushRef="#br0" timeOffset="1808.079">5588 561,'-1'0,"-29"14,29-14,1 0,-1 0,1 0,-1 1,1-1,-1 0,1 0,-1 1,1-1,-1 0,1 1,-1-1,1 1,-1-1,1 0,0 1,-1-1,1 1,0-1,0 1,-1-1,1 1,0-1,0 1,0-1,-1 1,1 0,0-1,0 1,0-1,0 1,0-1,0 1,0 0,0-1,0 1,1-1,-1 1,0-1,0 1,0-1,1 1,-1-1,0 1,1-1,-1 1,0-1,1 1,-1-1,1 1,4 1,0 1,0-1,0 0,0 0,0 0,1-1,-1 0,1 0,-1 0,1-1,-1 0,1 0,-1 0,-2 0,77-2,-1-4,1-3,63-16,-102 18,81-16,42-7,62 1,-222 28,-1 0,0 0,1 0,-1 0,0 0,1 0,-1 1,0 0,1-1,-1 1,1 0,-1 1,0-1,1 1,-1-1,0 1,1 0,-1 0,0 1,0-1,0 1,0-1,0 1,0 0,0 0,-1 0,1 1,-1-1,1 0,-1 1,0 0,0 0,0-1,0 1,-1 0,1 0,-1 1,0-1,0 19,-1 0,-1 0,-1 0,0 0,-2 0,-2 2,-2 18,-28 223,21-214,15-51,-1 1,1-1,-1 1,1-1,0 1,-1-1,1 1,-1-1,1 0,-1 1,1-1,-1 0,1 1,-1-1,0 0,1 0,-1 1,1-1,-1 0,0 0,1 0,-1 0,0 0,1 0,-1 0,1 0,-1 0,0 0,1 0,-1 0,0-1,1 1,-1 0,1 0,-1-1,1 1,-1 0,1-1,-1 1,1-1,-1 1,1 0,-1-1,-13-11</inkml:trace>
  <inkml:trace contextRef="#ctx0" brushRef="#br0" timeOffset="2173.44">6217 267,'23'6,"0"-2,0 0,0-1,1-2,-1 0,1-1,12-3,-10 2,310-24,-179 10,0 6,94 10,-226 0,0 0,-1 2,1 0,-1 2,1 1,-2 0,1 2,-1 1,13 7,-33-14,0 0,0 0,0 0,0 1,-1-1,1 1,-1 0,1 0,-1 0,0 0,0 0,0 0,-1 1,1-1,-1 0,0 1,0-1,0 1,0 0,-1-1,1 1,-1 0,0-1,0 1,-18 90,13-79,-4 18,-1-3,1 1,1 0,1 0,3 1,0-1,2 1,1 0,2 19,0-47,-1 0,0 0,1 0,0-1,0 1,0 0,0 0,1 0,-1-1,1 1,0-1,0 1,0-1,1 0,-1 0,1 0,0 0,-1 0,1 0,1-1,1 2,11 0</inkml:trace>
  <inkml:trace contextRef="#ctx0" brushRef="#br1" timeOffset="-206334">188 307,'-29'99,"4"0,-3 40,23-113,-4-39,-18-101,5 25,4-1,0-31,16 116,1 1,0 0,0 0,1-1,-1 1,1-1,0 1,0 0,0-1,1 1,-1 0,1-1,0 1,1 0,-1 0,1-1,-1 1,1 0,1 1,-1-1,0 0,1 1,0-1,0 1,0 0,0 0,0 0,1 0,-1 0,2 0,5 2,-1 1,1 0,-1 0,0 1,1 0,-1 1,0 0,0 1,0-1,0 2,0-1,0 1,-1 1,0-1,0 1,0 1,3 3,-1-2,1 0,-2 1,1 1,-1 0,0 0,-1 0,0 1,4 8,-9-14,-1 0,0 0,0-1,0 1,-1 0,0 0,1 1,-1-1,-1 0,1 0,-1 1,1-1,-1 0,0 0,-1 1,1-1,-1 0,0 1,0-1,0 0,0 0,-1 0,0 0,0 0,0-1,0 1,-1 0,-7 7,-1 0,0 0,-1-2,0 1,-1-2,0 1,0-2,-1 0,1 0,-2-2,1 1,-1-2,-5 1,107-12,-70 7,0 1,0 1,0 0,-1 1,1 1,-1 0,0 1,8 4,-19-7,1 1,0-1,-1 1,0 0,0 0,0 1,0-1,0 1,-1 1,1-1,-1 0,0 1,0 0,-1 0,0 0,0 0,0 1,0-1,-1 1,0 0,0-1,0 1,-1 0,1 6,-2-6,0 0,-1 0,0 0,0 0,0 0,-1-1,1 1,-1 0,-1-1,1 1,-1-1,0 0,0 0,-1 0,1 0,-1-1,0 1,0-1,-1 0,1 0,-6 3,-5 4,-1-1,0-1,-1 0,0-1,-1-1,-6 2,9-3,0-1,0 0,-1-2,1 1,-1-2,0 0,0-1,0 0,0-2,0 0,-15-2,30 3,-1 0,1 0,0-1,0 1,0 0,0 0,0-1,0 1,0 0,0-1,-1 1,1-1,1 1,-1-1,0 0,0 1,0-1,0 0,0 0,0 0,1 1,-1-1,0 0,1 0,-1 0,1 0,-1 0,1 0,-1 0,1-1,0 1,0 0,-1 0,1 0,0 0,0 0,0 0,0-1,0 1,1 0,-1 0,0 0,9-11</inkml:trace>
  <inkml:trace contextRef="#ctx0" brushRef="#br1" timeOffset="-206054.279">923 387,'2'-15,"0"9,-1 1,1 0,-1 0,0-1,-1 1,0 0,1-1,-2 1,1-1,-1 1,1 0,-1-1,-1 1,1 0,-1 0,0 0,0 0,-1 0,1 0,-2 4,1-1,0 1,-1 0,1-1,-1 2,1-1,-1 0,1 1,-1 0,0 0,1 0,-1 0,0 0,1 1,-1-1,1 1,-1 0,1 0,-1 1,1-1,0 1,-1 0,1-1,0 1,0 1,0-1,0 1,-10 5,1 1,0 1,1 0,0 0,0 1,1 1,1 0,0 0,0 0,1 1,1 1,-3 7,6-13,1 0,0 1,0-1,1 1,0 0,0 0,1 0,0 0,1 0,0 0,0 0,1 0,0-1,1 1,0 0,0 0,1-1,0 1,1-1,0 0,3 6,1-3,0-1,1 0,0-1,1 0,-1 0,2-1,-1 0,1-1,0 0,1-1,-1 0,1-1,1 0,7 2,3-1,-1 0,1-1,0-2,1 0,-1-1,0-2,18-1,14-5</inkml:trace>
  <inkml:trace contextRef="#ctx0" brushRef="#br1" timeOffset="-205737.936">1324 281,'-7'18,"-4"13,-3 10,1 10,3 5,3 2,2 0,3-2,4-7,5-9,5-12,0-10</inkml:trace>
  <inkml:trace contextRef="#ctx0" brushRef="#br1" timeOffset="-205570.923">1284 254,'88'59,"-74"-49,15 7,-1 2,0 0,-2 2,0 1,-2 1,0 1,-2 1,0 2,-2 0,14 25,-31-46,-1-1,0 2,0-1,0 0,0 0,-1 0,0 1,-1-1,1 1,-1-1,-1 1,1-1,-1 1,0-1,0 0,-1 0,0 1,0-1,0 0,-1 0,0-1,0 1,-1-1,1 1,-1-1,0 0,-1 0,1-1,-1 1,-1 0,-4 2,0 1,-1-2,1 1,-1-2,0 1,-1-1,0-1,1 0,-1-1,-1 0,1-1,0 0,-10-1,-24-14,34 1</inkml:trace>
  <inkml:trace contextRef="#ctx0" brushRef="#br1" timeOffset="-205335.009">2072 869,'21'-7,"20"-2,17 1,12 1,8 2,1 1,-4 3,-12 0,-16 1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39:21.09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  <inkml:brush xml:id="br1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2649 104,'27'1,"0"1,0 1,-1 1,1 1,-1 1,0 2,-1 1,1 0,-2 2,0 1,10 7,-27-15,0 0,-1 0,1 0,-1 1,0 0,-1 0,1 1,-1-1,0 1,0 1,-1-1,0 0,0 1,0 0,-1 0,0 0,-1 0,1 1,-1-1,-1 1,1-1,-1 1,-1-1,1 1,-1 0,-1 0,1-1,-1 1,-1 0,1-1,-1 0,-1 1,-2 5,-9 11,-1 0,-2-1,0-1,-1 0,-1-2,-1 0,-1-1,-8 5,-75 75,65-37,39-60,-1 1,1-1,-1 0,1 0,0 0,0 0,0 1,0-1,0 0,0 0,1 0,-1 1,1-1,-1 0,1 0,0 0,0 0,0 0,0 0,0 0,0-1,1 1,-1 0,1-1,-1 1,1 0,0-1,-1 0,1 1,0-1,0 0,12 6,-1-1,1-1,0 0,0-1,0-1,1 0,0-1,-1 0,1-1,8-1,-14 1,69 3,0-3,1-3,-1-4,22-6,-14-12,-64 12</inkml:trace>
  <inkml:trace contextRef="#ctx0" brushRef="#br0" timeOffset="462.95">2529 519,'274'-6,"-193"8,-57-2,72 3,-1-4,1-4,-1-5,72-16,-148 21,0-1,0 0,-1-1,0-1,0-1,16-10,-28 15,0 0,-1 0,1-1,-1 0,0 0,0-1,0 1,-1-1,0 0,0 0,0 0,-1-1,0 1,0-1,-1 0,0 0,0 0,0 0,-1 0,0-3,-3-35,-5 54,-48 280,52-278,1 1,0-1,1 1,0 0,1-1,0 1,1 0,0 0,1-1,1 1,-1-1,2 0,0 0,0 0,1 0,0 0,0-1,3 3,2-3,0 0,0 0,1-1,0-1,1 0,0 0,0-1,0-1,1 0,0 0,0-1,6 0,15 5,1-2,0-2,0-1,12 0,107-12,-95-4</inkml:trace>
  <inkml:trace contextRef="#ctx0" brushRef="#br0" timeOffset="713.409">3545 572,'23'-2,"26"-1,24 0,21 0,12 1,5 1,-6 1,-14-3,-19-2,-23-1</inkml:trace>
  <inkml:trace contextRef="#ctx0" brushRef="#br0" timeOffset="997.044">3545 197,'16'-6,"24"-4,27 2,27 1,26 2,16 2,11 1,-1 1,-26 1</inkml:trace>
  <inkml:trace contextRef="#ctx0" brushRef="#br0" timeOffset="1263.521">5042 264,'-23'-3,"-1"0,1 2,-1 1,1 0,0 2,-1 1,1 1,0 0,0 2,1 1,0 1,0 0,0 2,1 0,1 2,0 0,0 2,1 0,1 0,1 2,0 0,-2 5,13-15,1 0,1 1,-1 0,1 0,1 0,-1 0,1 1,0-1,1 1,0 0,0 0,0 0,1 0,0 0,1 0,0 0,0 0,1 0,0 0,0 0,1 0,0 0,0-1,1 1,0-1,0 1,1-1,0 0,3 3,8 4,0 0,2-2,0 0,0 0,1-2,0 0,1-1,0-1,0-1,0 0,1-2,1 0,-1-1,0-1,6-1,27 6,1-3,1-2,-1-2,0-2,1-3,-1-3,-1-1,9-5,-47 10,0 0,-1-1,1-1,-1 0,1-1,-1 0,-1-1,0-1,0 0,0-1,-1 0,0-1,-1 0,0-1,-1-1,0 1,0-1,-2-1,1 0,1-5,-1-11</inkml:trace>
  <inkml:trace contextRef="#ctx0" brushRef="#br0" timeOffset="1513.49">5604 452,'0'16,"0"12,0 10,2 8,4 3,2 2,5-1,4-4,2-5,0-6,-3-10,-5-10</inkml:trace>
  <inkml:trace contextRef="#ctx0" brushRef="#br0" timeOffset="1514.49">5631 10,'-11'-4,"-5"-2</inkml:trace>
  <inkml:trace contextRef="#ctx0" brushRef="#br1" timeOffset="-195025.057">69 491,'-23'339,"14"-304,-15-213,23 155,-5-23,2 0,3 0,1-1,2 1,3 0,1 0,3 0,-9 43,0-1,1 1,-1 0,1 0,0-1,0 1,0 0,1 0,-1 0,1 0,0 0,-1 1,1-1,1 0,-1 1,0-1,0 1,1 0,-1 0,1 0,0 0,0 0,0 1,0-1,0 1,0 0,0 0,0 0,0 0,1 0,-1 1,0 0,0-1,1 1,2 1,2 1,0 1,1 0,-1 0,-1 1,1 0,0 1,-1-1,0 1,0 1,0-1,-1 1,0 1,0-1,0 1,-1 0,0 0,-1 1,1-1,-1 1,-1 0,1 0,-2 0,1 1,0 4,-2-7,-1 0,0 0,0 0,-1-1,1 1,-1 0,-1 0,1-1,-1 1,0-1,0 1,0-1,-1 0,0 0,0 0,0 0,-1 0,0-1,0 0,0 0,-4 4,-103 67,93-64,19-11,-1 1,1 0,-1 0,1 0,-1-1,1 1,0 0,-1-1,1 1,0 0,-1-1,1 1,0-1,0 1,0-1,0 1,-1-1,1 0,0 1,0-1,0 0,0 0,0 0,0 0,0 0,0 0,0 0,0 0,0 0,0 0,0 0,-1-1,1 1,0 0,0-1,1 1,0 0,12 1,0 0,1 1,-1 1,-1 0,1 1,0 1,-1 0,0 0,0 2,5 2,-12-5,0 0,0 0,0 1,0-1,-1 1,0 0,0 1,0 0,-1-1,1 1,-2 1,1-1,-1 0,1 1,-2 0,1 0,-1 0,0 0,0 0,-1 0,0 2,-1-4,0 1,0-1,-1 1,0-1,0 1,0-1,-1 0,1 1,-1-1,0 0,-1 0,1 0,-1 0,0-1,-1 1,1-1,-1 0,1 0,-1 0,0 0,-1-1,1 1,-1-1,-1 1,-4 1,0 1,0-1,0 0,-1-1,1-1,-1 1,0-2,-1 0,1 0,0-1,-6 0,15 0,1-1,-1 1,0-1,0 0,1 0,-1 0,0 0,0 0,1 0,-1-1,0 1,0 0,1-1,-1 0,0 1,1-1,-1 0,1 0,-1 0,1 0,-1 0,1 0,0 0,-1 0,1-1,0 1,0 0,0-1,0 1,0-1,0 1,1-1,-1 0,0 1,1-1,-1 0,1 0,3-12</inkml:trace>
  <inkml:trace contextRef="#ctx0" brushRef="#br1" timeOffset="-194732.41">1072 626,'0'-8,"1"-1,-2 1,1 0,-1-1,0 1,-1 0,0 0,0 0,0 0,-1 0,-1 1,1-1,-1 1,-1 0,1 0,-1 0,0 1,-1-1,1 1,-1 1,0-1,-1 1,1 0,-1 0,0 1,-1 0,1 0,-1 1,1 0,-1 0,0 1,0 0,0 0,-1 1,1 0,0 0,0 1,-6 0,4 2,0 1,0 0,0 0,1 1,0 1,0-1,0 1,0 1,1 0,0 0,0 0,0 1,1 1,0-1,0 1,1 0,0 0,1 1,0 0,0 0,0 0,2 1,-1-1,1 1,0 0,1 0,0 0,1 0,0 0,0 0,1 1,1-1,0 0,0 0,1 0,0 0,1 0,0 0,0-1,2 4,2-3,1 1,0-1,0-1,1 0,1 0,-1 0,1-1,1-1,0 0,0 0,0-1,0 0,1-1,0-1,2 1,10 2,0 0,1-2,-1-1,1 0,0-2,0-1,9-2,35-6,-8-5</inkml:trace>
  <inkml:trace contextRef="#ctx0" brushRef="#br1" timeOffset="-194482.73">1500 505,'-4'4,"-5"7,0 10,2 8,1 9,2 7,2 2,1-2,1-4,2-7,2-9</inkml:trace>
  <inkml:trace contextRef="#ctx0" brushRef="#br1" timeOffset="-194250.332">1406 545,'0'-10,"-1"-7,1 0,1 0,1 0,0 0,1 1,1-1,1-4,-4 20,-1-1,0 1,1 0,-1-1,0 1,1 0,0 0,-1-1,1 1,0 0,-1 0,1 0,0 0,0 0,0 0,0 0,0 0,0 0,1 0,-1 0,0 1,0-1,0 1,1-1,-1 1,0-1,1 1,-1-1,0 1,1 0,-1 0,1 0,-1 0,0 0,1 0,-1 0,1 1,-1-1,0 0,1 1,-1-1,0 1,1-1,9 7,0 0,-1 0,0 1,0 0,0 1,-1 0,5 8,-1-4,14 14,-2 0,-2 2,0 1,-2 1,-1 0,-1 2,-1 3,-15-31,-1-1,0 1,0 0,0 0,0 0,-1 0,0 0,0 0,0 0,-1 0,0 0,0 0,0 0,0 1,-1-1,0 0,0 0,0 0,-1 0,0 0,0-1,0 1,0 0,-1-1,0 0,0 1,0-1,-2 1,-8 5,-1-2,-1 0,0 0,0-2,0 0,-1 0,0-2,0 0,0-1,0 0,-1-1,1-1,-1-1,-2 0,-7 0</inkml:trace>
  <inkml:trace contextRef="#ctx0" brushRef="#br1" timeOffset="-193965.662">2115 973,'18'-7,"15"-2,14 0,9 3,8 1,-2 2,-10 1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45:15.30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290 27,'-13'-6,"-1"2,0-1,-1 2,1 0,-1 0,1 2,-1 0,0 0,0 1,-2 2,11-2,0 1,0-1,1 2,-1-1,0 1,1-1,-1 2,1-1,-1 0,1 1,0 0,0 1,0-1,1 1,-1 0,1 0,0 0,0 0,0 1,1 0,-1-1,1 1,0 1,1-1,-1 0,1 3,0-3,1-1,0 1,0 0,0 0,1 0,0 0,0 0,0 0,1 0,-1 0,1 0,1-1,-1 1,0 0,1 0,0-1,0 1,1-1,-1 0,1 0,0 0,0 0,0 0,0 0,1-1,0 0,0 0,0 0,3 2,7 4,0 0,0-1,1-1,0-1,0 0,0-1,1 0,9 1,1-1,0-1,1-2,-1 0,0-2,27-3,-42 2,0 0,0-1,0 0,0-1,0-1,-1 0,1 0,-1-1,0 0,0-1,-1 0,1 0,-1-1,-1 0,2-3,-4 3,0-2,-1 1,0-1,0 1,-1-1,0-1,-1 1,0 0,0-1,-1 0,-1 1,1-1,-1 0,-1 0,0 0,0 0,-1 0,-2-5,37 102,-31-80,0 0,1 0,0 0,0-1,0 1,1-1,0 0,1-1,-1 1,1-1,0 0,0 0,1-1,-1 0,1 0,0 0,0-1,1 0,-1 0,0-1,1 0,0 0,-1-1,1 0,0-1,0 1,-1-1,1-1,0 1,0-2,0 1,-1-1,7-2,-3 0,0 0,-1-1,1 0,-1 0,0-2,-1 1,1-1,-1 0,-1-1,1 0,-1-1,-1 0,1 0,-2 0,1-1,-1 0,-1 0,1-1,-2 1,0-1,0 0,-1 0,2-10,-6 22,1-1,-1 1,1-1,0 1,-1-1,1 1,-1-1,0 1,1-1,-1 0,1 1,-1-1,1 0,-1 0,0 1,1-1,-1 0,0 0,1 0,-1 0,0 0,1 0,-1 0,1 0,-1 0,0 0,1 0,-1 0,0 0,1-1,-1 1,0 0,1 0,-1-1,1 1,-1-1,1 1,-1 0,1-1,-1 1,1-1,-1 1,1-1,-1 1,1-1,0 1,-1-1,1 0,0 1,0-1,-1 1,1-1,0 0,0 1,0-1,0 0,0 0,-3 5,1 0,0 1,0-1,0 0,0 1,1-1,-1 1,1-1,0 1,1 0,-1-1,1 1,0 0,0 0,1-1,-1 1,1 0,0-1,0 1,1-1,-1 1,1-1,0 0,0 1,0-1,1 0,0 0,-1-1,1 1,1 0,-1-1,0 0,3 1,7 5,2-1,-1-1,1 0,0-1,1-1,-1-1,1 0,0 0,0-2,0 0,8-1,-15 0,77 8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45:16.92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0,'28'14,"1"-2,0-1,1-1,0-2,0 0,1-3,0 0,0-2,0-1,4-2,-32 0,182 7,-155-5,-30-2,1 0,0 1,-1-1,1 0,-1 1,1-1,-1 1,1-1,-1 1,1-1,-1 1,1 0,-1-1,1 1,-1-1,0 1,0 0,1-1,-1 1,0 0,0 0,0-1,0 1,1 0,-1-1,0 1,0 0,-1 0,1-1,0 1,0 0,0-1,0 1,-1 0,1-1,0 1,0 0,-1-1,1 1,-1 0,1-1,-1 1,1-1,-1 1,1-1,-1 1,1-1,-1 0,1 1,-1-1,0 1,1-1,-1 0,0 0,1 1,-1-1,0 0,1 0,-2 0,-4 7,-7 11,0 1,2 0,0 1,1 0,1 0,1 1,1 1,1-1,1 1,0 0,2 0,0 6,0 22,2 0,2 0,2 0,10 48,14 91,-27-168</inkml:trace>
  <inkml:trace contextRef="#ctx0" brushRef="#br0" timeOffset="167.34">120 588,'14'-2,"18"-1,20-2,18-3,16-1,10-5,1-2,-3 0,-19 2</inkml:trace>
  <inkml:trace contextRef="#ctx0" brushRef="#br0" timeOffset="600.038">949 68,'14'377,"-15"-344,0-24,0 0,1-1,0 1,1 0,-1 0,2 0,-1-1,1 1,1 0,-1-1,1 0,3 5,-3-11,1 1,0-1,-1 1,1-1,0 0,0-1,0 1,1-1,-1 0,0 0,1 0,-1 0,0-1,1 0,-1 0,1 0,-1 0,0-1,1 0,-1 0,0 0,0 0,1 0,-1-1,0 0,1-1,9-1,0-1,-1 0,1-1,-1-1,0 0,-1 0,0-1,0-1,-1 0,0-1,-1 0,1-1,-2 0,0 0,0-1,0-2,-8 13,-1 1,1 0,-1 0,1-1,-1 1,1-1,-1 1,1-1,-1 1,1-1,-1 1,1-1,-1 1,0-1,1 1,-1-1,0 1,0-1,1 0,-1 1,0-1,0 0,0 1,0-1,0 0,0 1,0-1,0 0,0 1,0-1,0 1,0-1,0 0,-1 1,1-1,0 0,-1 1,1-1,0 1,-1-1,1 1,0-1,-1 1,1-1,-1 1,1-1,-1 1,1 0,-1-1,1 1,-1 0,0-1,1 1,-1 0,1 0,-1-1,0 1,1 0,-1 0,0 0,1 0,-1 0,0 0,1 0,-1 0,0 0,-5 5,0 0,-1 0,2 1,-1 0,1 0,0 0,0 1,1 0,0-1,0 2,0-1,-2 7,-4 9,1-1,1 1,1 0,1 1,1 0,2 0,0 0,1 0,1 0,2 1,0-1,1 0,2 0,1 0,5 18,9 20,-1-10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45:15.67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19 26,'2'26,"1"23,3 20,-1 11,2 7,-1 1,1-5,2-9,-1-16,-1-17</inkml:trace>
  <inkml:trace contextRef="#ctx0" brushRef="#br0" timeOffset="349.837">340 0,'-2'25,"-1"0,-2-1,0 0,-2 0,0 0,-2-1,0 0,-2 0,0-1,-1-1,-2 0,0 0,-1-1,-1-1,-12 11,16-18,0 0,-1 0,0-1,-1 0,0-1,0-1,-1-1,-1 0,-2 1,-8-6,26-3,0 0,-1 0,1-1,0 1,-1 0,1 0,0 0,0-1,-1 1,1 0,0 0,0-1,0 1,-1 0,1-1,0 1,0 0,0-1,0 1,-1 0,1-1,0 1,0 0,0-1,0 1,0 0,0-1,0 1,0 0,0-1,0 1,0 0,0-1,1 1,-1 0,0-1,0 1,0 0,0-1,0 1,1 0,-1-1,0 1,0 0,1 0,-1-1,0 1,0 0,1 0,-1 0,0-1,1 1,-1 0,0 0,1 0,-1 0,0 0,1 0,-1 0,0 0,1-1,-1 1,1 0,7-5,1 0,-1 1,1 0,0 0,1 1,-1 0,0 1,1 0,0 0,-1 1,1 0,0 1,0 0,0 1,-1 0,1 0,0 1,3 1,23 8,0 1,0 2,-2 2,24 13,22 11,133 39,-177-70</inkml:trace>
  <inkml:trace contextRef="#ctx0" brushRef="#br0" timeOffset="564.622">955 161,'14'-3,"18"0,19 0,17 1,11-2,3 0,-13 0</inkml:trace>
  <inkml:trace contextRef="#ctx0" brushRef="#br0" timeOffset="759.976">1115 401,'21'10,"24"2,28-3,24-8,18-8,-10-3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45:14.10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9,'9'-3,"-1"1,0 1,1 0,-1 0,1 0,0 1,-1 0,1 1,-1 0,1 0,-1 1,1 0,-1 1,0-1,0 2,0-1,0 1,-1 0,1 1,-1 0,0 0,-1 0,1 1,-1 0,0 0,2 3,4 14,-1 1,-1 0,0 1,-2 0,-1 0,-1 0,-2 1,0 0,-1 0,-2 0,-1 0,-1 15,0 49,-2-67,1 1,2 0,0 0,2 0,0 0,2 0,0-1,2 1,1-1,0 0,2-1,1 0,3 5,-8-20,-1-1,2 0,-1-1,0 1,1-1,0 0,0-1,1 1,0-1,-1 0,1-1,6 3,-10-5,0 0,0 0,0-1,0 1,0-1,0 1,0-1,1 0,-1 0,0 0,0 0,0-1,0 0,0 1,0-1,0 0,0 0,0-1,0 1,0 0,-1-1,1 0,0 0,-1 0,0 0,1 0,-1 0,0-1,0 1,0-1,0 1,-1-1,3-4,0 0,-1 0,0 0,0 0,-1-1,0 1,-1-1,1 0,-1 1,-1-1,1 0,-2 1,1-1,-1 0,0 0,0 1,-1-1,-1-1,-2-8,0 0,-2 0,0 1,-1 1,-1-1,0 1,-7-8,-2 2,-1-1,-1 2,-1 1,0 0,-1 2,-2 0,1 2,-2 0,0 2,-1 1,0 1,0 1,-17-4,-31-10,75 24,-1 0,1 0,-1 0,0 0,1 0,-1-1,1 1,-1 0,1 0,-1 0,0 0,1-1,-1 1,0 0,1 0,-1-1,0 1,1 0,-1-1,0 1,1 0,-1-1,0 1,0-1,1 1,-1 0,0-1,0 1,0-1,0 1,0 0,0-1,0 1,1-1,-1 1,0-1,-1 1,1-1,0 1,0 0,0-1,0 1,0-1,0 1,0-1,-1 1,1 0,0-1,0 1,-1 0,1-1,0 1,0 0,-1-1,1 1,0 0,-1-1,1 1,0 0,-1 0,1 0,-1-1,1 1,-1 0,1 0,0 0,-1 0,149-37,136-7,-200 48,-81-4,0 1,0-1,0 1,0 0,0 0,0 1,0-1,0 1,-1-1,1 1,-1 0,1 0,-1 0,1 0,-1 0,0 1,0-1,0 1,-1-1,1 1,0 0,-1-1,0 1,1 3,6 36,-8-38,1 1,-1 0,1 0,-1-1,1 1,1 0,-1-1,1 1,-1-1,1 0,1 1,-1-1,0 0,1 0,0-1,0 1,0 0,1-1,-1 0,1 0,-1 0,1 0,4 1,-3-1,0 0,1-1,0 0,0 0,0-1,0 1,0-1,0 0,0-1,0 0,0 0,0 0,0-1,0 1,0-2,0 1,0 0,0-1,-1 0,1-1,0 1,-1-1,0 0,0-1,0 1,0-1,0 0,-1 0,1 0,-1-1,0 1,-1-1,1 0,-1 0,0-1,0 1,0-1,-1 1,0-1,0 0,-1 0,1 0,-1 0,-1 0,1 0,-1 0,0-1,-1 0,-1 0,0 0,-1 0,1 0,-1 0,0 1,-1 0,0-1,0 1,0 0,-1 1,1-1,-1 1,-1 0,1 0,-1 1,0-1,0 1,0 1,0-1,-1 1,0 0,1 0,-1 1,0 0,0 0,0 1,-1 0,1 0,0 1,0-1,-1 2,1-1,0 1,0 0,-3 1,6-1,1 0,-1 1,1-1,0 1,0-1,-1 1,1 0,0 0,1 1,-1-1,0 1,1-1,-1 1,1 0,0 0,0 0,0 0,0 0,0 1,1-1,-1 0,1 1,0-1,0 1,1-1,-1 1,1 0,-1-1,1 1,0 0,1-1,-1 1,1 0,-1-1,1 1,0-1,0 1,1-1,-1 0,1 1,-1-1,1 0,0 0,0 0,1 0,28 29,5-5</inkml:trace>
  <inkml:trace contextRef="#ctx0" brushRef="#br0" timeOffset="429.905">1110 409,'-12'-125,"12"96,-2 1,-2-1,0 0,-2 1,-1 0,-5-14,-13 0,34 46,1 1,-1-2,1 1,0-1,1-1,-1 1,0-2,1 0,-1 0,5-1,6 2,21 2,103 18,-142-21,0 0,0-1,0 2,0-1,0 0,0 1,0-1,-1 1,1 0,0 0,-1 0,1 0,-1 1,0-1,0 0,0 1,0 0,0-1,-1 1,1 0,-1 0,1 0,-1 0,0 0,-1 0,1 1,0-1,-1 0,0 0,1 0,-1 1,-1-1,1 2,-30 87,24-79,1-1,0 1,1-1,0 1,1 0,1 0,0 6,2-17,0 1,0 0,0-1,0 1,1-1,0 1,-1 0,1-1,0 1,0-1,0 0,1 1,-1-1,1 0,-1 0,1 0,0 0,-1 0,1 0,0 0,0 0,1-1,-1 1,0-1,0 0,1 0,-1 1,1-2,-1 1,1 0,-1 0,2-1,90 10,-90-10,175-13,-85 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45:11.77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123 201,'-6'-13,"-4"-8,2 3,1 11,4 18,5 24,5 20,3 18,2 10,1 5,-1-2,-3-6,0-13,-3-14,-1-17</inkml:trace>
  <inkml:trace contextRef="#ctx0" brushRef="#br0" timeOffset="566.75">3 0,'-1'2,"1"0,-1 0,1 0,0 0,-1 0,1 0,0 0,0 0,0 0,0 0,1 0,-1 0,1 0,-1 0,1 0,-1 0,1 0,0 0,0-1,0 1,0 0,0-1,1 1,-1-1,1 1,20 29,2-2,1-1,2-1,25 20,-26-24,29 26,-12-12,-1 2,-2 2,-2 2,26 38,-56-70,-1 1,-1-1,0 2,0-1,-2 1,1 0,-1 0,-1 0,1 9,-3-16,-1 0,0 0,0 1,0-1,-1 0,0 0,0 0,0 0,-1 0,0 0,0 0,-1-1,1 1,-1-1,0 1,-1-1,1 0,-1 0,0-1,0 1,-5 3,0-2,0 0,-1 0,0-1,0 0,0-1,-1 0,1 0,-1-1,0-1,0 0,0 0,0-1,0-1,0 1,0-2,0 0,-1 0,1-1,1 0,-1-1,0 0,1-1,-8-3,17 7,0 0,-1 0,1-1,-1 1,1 0,0 0,-1-1,1 1,0-1,0 1,-1-1,1 0,0 1,0-1,0 0,0 0,0 0,0 0,0 0,0 0,0 0,0 0,0 0,1 0,-1-1,0 1,1 0,-1 0,1-1,-1 1,1 0,0-1,0 1,0-1,-1 1,1 0,0-1,1 1,-1 0,0-1,0 1,1 0,-1-1,0 1,1 0,0-1,-1 1,1 0,78-38,-56 31,114-43,182-59,-315 108,-3 2,1-1,-1 0,1 0,-1 1,0-1,1 1,-1-1,1 1,0 0,-1-1,1 1,-1 0,1 0,-1 0,1 0,0 0,-1 1,1-1,-1 0,1 1,-1-1,1 1,-1 0,0-1,1 1,-1 0,0 0,1 0,-1 0,0 0,0 0,0 0,0 0,0 0,1 2,35 112,-34-107,0 0,1-1,1 0,-1 1,1-2,0 1,1 0,-1-1,1 0,1-1,-1 1,1-1,2 1,7 1</inkml:trace>
  <inkml:trace contextRef="#ctx0" brushRef="#br0" timeOffset="817.9">725 295,'-16'-6,"-1"-4,8 2,13 3,19 5,13 5,1 2</inkml:trace>
  <inkml:trace contextRef="#ctx0" brushRef="#br0" timeOffset="1049.531">1059 549,'186'252,"-186"-252,0 1,0 0,0-1,0 1,0 0,0-1,0 1,0 0,1-1,-1 1,0 0,1-1,-1 1,0-1,1 1,-1 0,1-1,-1 1,0-1,1 0,0 1,-1-1,1 1,-1-1,1 0,-1 1,1-1,0 0,-1 0,1 1,0-1,-1 0,1 0,0 0,-1 0,1 0,0 0,-1 0,1 0,0 0,-1 0,1 0,0 0,-1-1,1 1,0 0,-1 0,1-1,-1 1,1 0,0-1,-1 1,1-1,-1 1,1-1,-1 1,1-1,-1 1,0-1,1 1,-1-1,2-138,-2 1,13 113,-5 20</inkml:trace>
  <inkml:trace contextRef="#ctx0" brushRef="#br0" timeOffset="1334.733">1540 562,'0'16,"0"10,2 7,4 3,2 1,5 0,2-2,1-5,0-8,-2-7</inkml:trace>
  <inkml:trace contextRef="#ctx0" brushRef="#br0" timeOffset="1616.822">1447 322,'18'-3,"6"1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45:18.35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161 0,'4'14,"2"18,-2 17,-5 16,-8 13,-10 5,-9 2,-3-5,-2-9,3-14,6-17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45:18.75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0 664,'31'-2,"0"-2,0-1,0-1,-1-1,0-2,0-1,-1-2,-1-1,0-1,8-6,-17 10,-1 0,0-2,-1 0,0-1,-1-1,0 0,-1-2,-1 1,0-2,-1 0,-1 0,-1-1,0-1,-2 0,0 0,-1-1,-1 0,0 0,-2-1,0 0,-1-3,-3 18,-1 1,1-1,-1 0,0 0,-1 0,1 0,-1 1,0-1,0 0,-1 0,0 1,0-1,0 1,-1 0,0-1,0 1,0 1,0-1,-1 0,0 1,0-1,0 1,0 0,-1 1,0-1,1 1,-1 0,-1 0,1 0,0 1,-1 0,1 0,-1 0,1 1,-1-1,0 1,-4 0,4 2,1 0,-1 0,0 0,1 0,-1 1,1 0,0 0,0 0,-1 1,2 0,-1 0,0 0,0 0,1 1,0 0,0 0,0 0,0 0,1 1,-1 0,1-1,0 1,1 0,-1 1,-1 3,-3 11,0-1,1 1,2 1,0-1,0 1,1 11,3 52,4-1,3 0,3 0,4-1,4 0,13 30,-28-100,18 72,5 15,-4 1,-1 31,-17-67,-6-15</inkml:trace>
  <inkml:trace contextRef="#ctx0" brushRef="#br0" timeOffset="433.274">174 905,'85'-27,"1"4,87-10,-150 29,37-8,0 3,0 3,15 3,-72 2,-1 1,1-1,-1 1,1 0,0 0,-1 0,1 1,0-1,-1 0,1 1,-1 0,1 0,-1 0,1 0,-1 0,0 0,0 0,1 1,-1-1,0 1,0 0,0-1,0 1,-1 0,1 0,0 1,-1-1,0 0,1 0,-1 1,0-1,0 0,0 1,-1-1,1 1,0 0,-1-1,0 1,1 1,-1 22,-1-21,1 1,0-1,0 0,0 0,0 0,1 0,0 0,0 0,0 0,1 0,-1 0,1 0,0-1,1 1,-1-1,1 1,0-1,0 0,0 0,4 3,-3-4,1 0,-1 0,1 0,0 0,0-1,0 0,0 0,0-1,0 1,0-1,1 0,-1 0,0-1,1 0,-1 0,0 0,1 0,-1-1,0 0,1 0,-1-1,0 1,0-1,0 0,0 0,0-1,-1 0,1 1,-1-2,1 1,-1 0,0-1,-1 0,1 0,0 0,-1 0,0-1,0 1,0-1,-1 1,0-1,0 0,0 0,0-1,-1 1,0 0,0 0,0-1,0-1,-2 0,1 1,-1-1,-1 1,1-1,-1 1,0 0,-1 0,1 0,-1 0,0 0,-1 0,1 1,-1 0,0-1,-1 1,1 1,-1-1,0 1,0 0,0 0,-1 0,1 1,-1-1,0 2,0-1,0 1,-1-1,1 2,0-1,-1 1,-4-1,1 0,1 0,-1 1,0 1,0-1,1 1,-1 1,0 0,1 0,-1 1,1 0,-1 1,1 0,0 0,0 1,0 1,0-1,1 1,0 0,0 1,0 0,-2 3,8-6,-1 0,1 0,0 0,0 0,0 0,0 0,0 1,1-1,0 1,-1-1,1 1,1 0,-1-1,0 1,1 0,0 0,0-1,0 1,1 3,7 26</inkml:trace>
  <inkml:trace contextRef="#ctx0" brushRef="#br0" timeOffset="1139.995">1311 731,'24'-34,"-2"0,-1-1,-2-1,-1-1,-2-1,-2 0,-1-1,-2-1,-2 0,-1 0,-2-1,-1-28,-3 58,0 0,-1-1,0 1,-1-1,-1 1,0 0,0-1,-1 1,-1 0,1 0,-2 0,0 0,0 0,-1 1,0 0,-6-9,8 17,1 1,-1-1,1 1,-1 0,0-1,1 1,-1 0,0 1,0-1,0 0,0 1,1 0,-1-1,0 1,0 0,0 1,0-1,0 0,0 1,0 0,0-1,1 1,-1 0,0 1,1-1,-1 0,0 1,1 0,0-1,-1 1,1 0,0 0,0 0,0 0,0 1,0-1,1 1,-1-1,1 1,0-1,-1 1,1 0,0 1,-11 22,1 1,1 1,1 0,1 0,2 1,1-1,1 2,1-1,2 0,1 1,-3 20,2 0,3 0,1 0,3 0,2 0,2-1,2-1,15 37,-21-70,1 0,0-1,2 0,-1 0,2-1,0 0,0 0,9 7,-14-16,-1 0,1 0,0 0,0-1,0 1,0-1,0-1,1 1,0-1,-1 0,1 0,0 0,0-1,0 0,0 0,0 0,0-1,0 0,0 0,0-1,0 0,0 0,0 0,2-1,2-2,0-1,-1 0,0-1,0 0,0 0,-1-1,1 0,-2-1,1 0,-1 0,0 0,-1-1,0 0,0 0,-1-1,0 0,-1 1,0-2,-1 1,0 0,0-1,0-2,-4-22,1 35,0-1,0 1,0-1,0 0,0 1,0-1,-1 1,1-1,0 1,0-1,-1 1,1-1,0 0,-1 1,1 0,0-1,-1 1,1-1,-1 1,1-1,0 1,-1 0,1-1,-1 1,1 0,-1 0,0-1,1 1,-1 0,1 0,-1 0,1-1,-1 1,0 0,1 0,-1 0,1 0,-1 0,0 0,1 1,-1-1,1 0,-1 0,1 0,-1 0,0 1,1-1,-1 0,1 1,-1-1,1 0,-1 1,-3 3,0 0,0 1,1 0,-1 0,1 0,0 0,0 1,1-1,0 1,0-1,0 1,0 0,1 0,0 0,0 0,1 0,0 0,0 0,0 0,1 0,0 4,1-3,1-1,-1 1,1 0,0-1,1 0,0 0,0 0,0 0,0 0,1-1,0 0,0 0,1 0,-1-1,1 0,0 0,0 0,1-1,-1 0,1 0,-1 0,1-1,0 0,0 0,0-1,0 0,0 0,1-1,-2 1,-1 0,0 0,1-1,-1 0,0 0,1-1,-1 1,1-1,-1 0,0-1,0 1,0-1,0 0,0 0,0-1,0 1,-1-1,1 0,-1 0,0-1,0 1,0-1,0 0,-1 0,1 0,-1-1,0 1,0-1,-1 0,0 0,1 0,-2 0,1 0,0 0,-1 0,0 0,0-2,-1 2,0 0,0 0,0-1,-1 1,1 0,-1 0,-1-1,1 1,-1 0,1 0,-2 0,1 1,0-1,-1 0,0 1,0 0,0 0,-1 0,1 0,-1 0,0 0,0 1,0 0,-1 0,1 0,-1 0,0 1,1 0,-4-1,1 0,0 0,0 1,0 0,0 1,-1-1,1 1,-1 1,1-1,-1 1,1 1,0-1,-1 1,1 0,0 1,-1 0,1 0,0 1,0 0,1 0,-7 3,11-5,0 0,1 0,-1 0,0 0,0 0,1 0,-1 1,1-1,-1 0,1 1,-1 0,1-1,0 1,0-1,0 1,0 0,0 0,0 0,0 0,1 0,-1 0,1 0,-1 0,1 0,0 0,0 0,0 0,0 0,0 0,0 0,1 0,-1 0,0 0,1 0,0 0,-1 0,2 1,22 17,6-3</inkml:trace>
  <inkml:trace contextRef="#ctx0" brushRef="#br0" timeOffset="1650.078">2380 597,'-12'-1,"5"-1,0 0,-1 0,1 1,-1 0,0 1,1 0,-1 0,1 0,-1 1,1 0,-1 1,1 0,-1 0,1 0,0 1,0 0,0 0,0 1,6-2,0-1,0 0,0 0,0 1,1-1,-1 0,0 1,1-1,-1 1,1-1,0 1,-1-1,1 1,0-1,0 1,0-1,0 1,0-1,0 1,0-1,0 1,1-1,-1 1,1-1,-1 1,1-1,0 0,-1 1,1-1,0 0,0 1,0-1,0 0,1 1,40 38,-8-18,1-2,0-1,1-2,4 0,118 62,-157-79,1 0,-1 0,1 1,-1-1,1 1,-1-1,0 1,1-1,-1 1,0 0,0 0,1 0,-1 0,0 0,0 0,0 0,0 0,0 0,0 0,0 0,-1 1,1-1,0 0,-1 1,1-1,-1 1,1-1,-1 0,0 1,1-1,-1 1,0-1,0 1,0-1,0 1,0-1,-1 1,1-1,0 1,-1-1,1 1,-1-1,1 0,-1 1,0-1,1 0,-1 0,0 1,0-1,0 0,0 0,-1 0,-8 4,-1 0,0-2,0 1,0-1,-1-1,1 0,-1 0,1-1,-1-1,0 0,-5-1,16 1,0 0,0 0,-1 1,1-1,0 0,0 0,0-1,0 1,0 0,0 0,0 0,0-1,0 1,0-1,0 1,0-1,0 1,0-1,0 1,0-1,0 0,0 0,1 1,-1-1,0 0,1 0,-1 0,0 0,1 0,-1 0,1 0,0 0,-1 0,1 0,0 0,-1 0,1 0,0 0,0 0,0 0,0-1,0 1,0 0,0 0,0 0,1 0,-1 0,0 0,1 0,-1 0,1 0,-1 0,1 0,-1 0,1 0,40-53,-9 25,1 1,2 1,1 2,0 1,6 1,-37 20,-3 0,1 1,-1 1,0-1,1 0,-1 1,1-1,-1 1,1-1,0 1,-1 0,1 0,0 1,0-1,0 1,0-1,0 1,-1 0,1 0,0 0,0 0,0 0,0 1,0 0,0-1,0 1,-1 0,1 0,0 1,-1-1,1 0,0 1,1 6,0 0,0 1,0-1,-1 1,0-1,-1 1,0 0,-1 0,1 5,4 16,-3-17,-2-4,0 0,0 1,1-1,1 0,0-1,0 1,1 0,-1-1,2 0,-1 0,1 0,1 0,-1-1,1 0,1 0,-1-1,7 5,4-3</inkml:trace>
  <inkml:trace contextRef="#ctx0" brushRef="#br0" timeOffset="2133.374">2794 344,'60'2,"-27"3,0 2,-1 1,1 1,-1 2,-1 2,0 0,15 11,-34-18,-1 1,0 1,-1 0,1 0,-2 1,1 0,-1 0,0 1,-1 1,0-1,-1 1,0 1,-1-1,0 1,-1 0,-1 0,1 1,-2 0,0-1,1 12,-2 125,-2-145,0 0,1 0,0 0,0 0,0 1,0-1,1-1,-1 1,1 0,0 0,0-1,0 1,1-1,-1 1,1-1,0 0,0 0,0 0,0-1,0 1,1-1,-1 1,1-1,0 0,0-1,0 1,0-1,0 1,0-1,0 0,0-1,0 1,1-1,8 0,-1-1,0 0,0-1,0 0,0-1,0 0,0-1,-1 0,0-1,0-1,0 1,0-2,-1 1,0-2,0 1,-1-1,0-1,-1 1,1-2,-2 1,1-1,-1 0,-1-1,0 1,-1-1,2-3,7 46,-7-25,-1 0,1-1,1 0,-1 0,1-1,0 0,0 0,0-1,1 0,0 0,0-1,0 0,0-1,0 0,0 0,1-1,-1 0,48 9</inkml:trace>
  <inkml:trace contextRef="#ctx0" brushRef="#br0" timeOffset="2515.467">4386 758,'-14'-9,"0"0,0 1,-1 0,0 1,0 1,-1 0,1 1,-1 1,-3 0,14 3,-1 0,1 0,0 1,0-1,-1 1,1 1,0-1,-1 1,1 0,0 0,0 0,0 1,0 0,0 0,0 0,1 0,-1 1,0 0,1 0,0 0,0 1,0-1,0 1,1 0,-1 0,1 0,0 0,0 1,-2 4,3-4,0-1,0 2,0-1,1 0,-1 0,1 1,0-1,1 0,-1 1,1-1,0 1,1-1,-1 1,1-1,0 0,0 1,1-1,0 0,-1 0,2 0,-1 0,1 0,-1-1,1 1,1-1,-1 1,1-1,-1 0,1-1,0 1,1-1,-1 1,1-1,-1 0,1-1,0 1,0-1,0 0,0 0,4 0,-3 0,1-1,-1 0,0 0,1 0,-1-1,1 0,-1 0,1-1,-1 0,0 0,1 0,-1-1,0 0,0 0,0-1,0 1,0-1,-1-1,1 1,-1-1,0 0,0 0,0 0,-1-1,1 0,-1 0,0 0,6-9,-1 1,0-2,-1 1,-1-1,0 0,-1-1,0 0,-2 0,0 0,0-2,7-65,-4 0,-4 0,-5-49,2 128,-14-248,6 208,8 44,0-1,1 1,-1 0,0-1,0 1,0 0,0-1,1 1,-1-1,0 1,0-1,0 1,0 0,0-1,0 1,0-1,0 1,0-1,0 1,0 0,0-1,-1 1,1-1,0 1,0 0,0-1,0 1,-1-1,1 1,0 0,0-1,-1 1,1 0,0-1,-1 1,1 0,0 0,-1-1,1 1,-1 0,1 0,0 0,-1-1,1 1,-1 0,1 0,0 0,-1 0,1 0,-1 0,1 0,-1 0,1 0,0 0,-1 0,1 0,-1 0,1 0,-1 1,1-1,0 0,-1 0,1 0,-1 1,1-1,0 0,-1 0,1 1,-10 30,3 32,3 2,2-1,4 0,8 62,5-9,4-1,8 8,-12-64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45:22.43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1,'7'20,"8"16,3 2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45:23.36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0,'14'0,"11"0,1 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45:24.65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360 682,'-8'-9,"-1"0,0 1,0 0,-1 0,0 1,-1 0,1 1,-1 0,0 1,-1 0,1 1,-1 0,0 1,0 0,0 1,0 0,0 1,-1 0,1 1,0 1,-1 0,1 0,0 1,0 1,-2 0,10 0,-1-1,1 1,0 0,0 0,0 0,0 0,0 1,1-1,-1 1,1 0,0 0,1 0,-1 1,0-1,1 1,0-1,0 1,1 0,-1 0,1 0,0-1,0 1,1 1,0-1,-1 0,2 0,-1 0,0 0,1 0,0 0,0 0,1 0,-1-1,1 1,0 0,1-1,-1 1,1-1,-1 0,1 0,1 0,-1 0,3 2,0 0,0-1,0 0,0 0,1 0,0-1,0 0,0 0,1-1,-1 0,1 0,0-1,-1 0,1 0,0-1,0 0,0-1,1 1,-1-1,0-1,0 0,0 0,0 0,0-1,-1 0,4-2,-7 1,0 0,0 0,-1 0,1 0,-1-1,0 1,0-1,0 0,-1 0,1 0,-1 0,0 0,0-1,0 1,-1-1,1 1,-1-1,-1 0,1 1,0-2,0-100,-2 90,-3-5,6 45,1-1,1 1,1 0,1-1,1 0,1-1,1 1,4 4,-12-22,0-1,1 1,0 0,0-1,1 0,-1 1,1-1,0 0,0 0,0-1,1 1,-1-1,1 0,0 1,0-1,0-1,0 1,0-1,1 0,-1 0,1 0,-1 0,1-1,0 0,0 0,0 0,-1 0,1-1,0 0,0 0,0 0,0-1,0 1,0-1,0 0,-1-1,1 1,1-2,1-1,0-1,-1 0,1-1,-1 1,0-1,0 0,-1-1,0 0,0 0,-1 0,1 0,-2 0,1-1,-1 0,0 0,0 0,-1 0,0-3,3-16,-1-1,-1 1,-1 0,-3-27,0 34,0 76,3-42,0 0,1-1,0 0,1 1,1-1,0 0,0-1,2 0,1 4,-5-10,1-1,0 1,0-1,0 0,1 0,-1-1,1 1,0-1,0 0,1 0,-1 0,1-1,0 0,0 0,0-1,0 1,0-2,1 1,-1 0,4-1,-4-1,-1 0,1 0,0 0,0-1,-1 0,1-1,-1 1,1-1,-1 0,0 0,1-1,-1 1,0-1,-1-1,1 1,0 0,-1-1,0 0,0 0,0-1,0 1,1-4,6-7,0-1,-2-1,0 0,0 0,-2-1,0-2,-1 5,0 34,-5-7,0 1,1 0,1 0,0-1,1 1,0-1,1 0,0 0,1 0,0-1,1 0,5 6,-9-12,1 0,0-1,0 1,1-1,-1 0,1 0,0 0,0-1,1 0,-1 0,0 0,1-1,0 1,0-2,0 1,0 0,0-1,0 0,0-1,0 1,0-1,0 0,0-1,0 1,0-1,1 0,1-2,4-1,0 0,-1-1,1-1,-1 0,-1-1,1 0,-1 0,0-1,-1-1,0 1,0-1,-1-1,0 0,-1 0,0 0,5-11,7-16,-1-1,-2 0,-1-1,3-20,0-3,-3-1,-3 0,-2 0,-1-44,-7 98,-1-1,-1 0,0 0,0 0,0 1,-2-1,1 0,-1 1,0-1,-1 1,0-1,-1 1,0 0,0 0,-4-4,7 11,-1 0,0 1,0-1,0 0,0 1,0-1,0 1,0 0,-1 0,1 0,0 0,-1 0,1 0,-1 1,1-1,-1 1,1-1,-1 1,1 0,-1 0,0 0,1 0,-1 1,1-1,-1 1,1 0,0-1,-1 1,-1 1,-60 48,53-34,1 1,0 0,2 0,0 1,1 0,0 1,2 0,0 0,1 0,1 0,1 0,0 1,2-1,0 1,1 0,1-1,1 0,1 0,1 2,3 6,1 0,1 0,1-1,1-1,2 0,0 0,2-2,0 0,2 0,0-2,2 0,0-1,1-1,1-1,1-1,0-1,2-2,-1 0,4 0,-24-11,0-1,0 0,0 0,0 0,1-1,-1 1,0-1,1 0,-1 0,1-1,-1 1,1-1,-1 0,1 0,-1-1,1 1,-1-1,0 0,1 0,-1 0,0-1,1 0,-1 0,0 0,0 0,-1 0,1-1,0 0,-1 0,1 0,-1 0,0 0,0-1,-1 1,1-1,1-2,1-6,0-1,0 0,-2 0,0 0,0 0,-1 0,0-1,-1-11,-1 25,0 0,1-1,-1 1,0-1,1 1,-1-1,0 1,0-1,0 1,1-1,-1 1,0-1,0 1,0-1,0 1,0-1,0 1,0-1,0 1,0-1,0 1,0-1,-1 1,1-1,0 1,0-1,0 1,-1-1,1 1,0-1,0 1,-1 0,1-1,0 1,-1-1,1 1,-1 0,1 0,0-1,-1 1,1 0,-1-1,1 1,-1 0,1 0,-1 0,1 0,-1-1,1 1,-1 0,1 0,-1 0,0 0,-16 26,14-18,-1 0,2 1,-1-1,1 1,0-1,1 1,0 0,1-1,-1 1,2 0,-1 0,1 0,1-1,-1 1,1-1,1 1,0-1,0 0,1 0,-1 0,2 0,-1 0,1-1,0 0,1 0,0-1,0 1,0-1,1 0,0-1,4 3,63 24,-44-27</inkml:trace>
  <inkml:trace contextRef="#ctx0" brushRef="#br0" timeOffset="263.989">1281 334,'-13'-7,"-5"-4,7-1,18 2,27 3,32 5,28 4,22 5,11 4,-16-1</inkml:trace>
  <inkml:trace contextRef="#ctx0" brushRef="#br0" timeOffset="812.668">2071 976,'10'-5,"0"0,-1-1,0 0,0-1,0 0,0 0,-1-1,-1 0,1-1,-1 1,-1-1,1-1,-2 1,1-1,-1 0,-1 0,0-1,0 1,-1-1,1-8,0 1,-1-1,-1 1,0 0,-2-1,0 1,-1-1,-1 1,-1 0,0-1,-1 1,-1 1,-2-4,4 13,0 0,0 0,0 1,-1-1,0 1,-1 0,1 0,-1 1,-1-1,1 1,-1 0,0 1,-1-1,1 1,-4-1,4 8,20 11,11-1,0 0,1-2,1-1,0-1,0-2,24 3,111 35,-158-43,0 0,0 1,0 0,0-1,-1 1,1 1,-1-1,1 0,-1 1,1 0,-1 0,0 0,-1 0,1 0,0 1,-1-1,0 1,0-1,0 1,0 0,0 0,-1 0,0 0,0 0,0 0,0 0,0 1,-1-1,0 0,0 2,-4 24,3-26,-1 0,1 0,1 0,-1 0,0 0,1 0,0 0,0 1,0-1,0 0,1 0,0 0,0 0,0 0,0 0,0 0,1 0,0-1,0 1,0 0,0-1,0 1,1-1,0 0,2 2,4 0,1 0,-1-1,1 0,1-1,-1 0,0 0,1-1,0 0,-1-1,1-1,0 1,-1-2,1 1,9-3,-13 2,1 0,-1-1,1 0,-1 0,0-1,0 0,0 0,0 0,0-1,-1 0,0-1,0 1,0-1,0 0,-1-1,1 1,-1-1,-1 0,1-1,-1 1,3-7,0-1,-3 33,11 102,-14-117,0 0,0 0,1 0,-1 0,1 0,0-1,0 1,1 0,-1-1,1 0,-1 1,1-1,0 0,0 0,1-1,-1 1,0-1,1 1,0-1,-1 0,1-1,0 1,0 0,0-1,0 0,0 0,1 0,14-1</inkml:trace>
  <inkml:trace contextRef="#ctx0" brushRef="#br0" timeOffset="1063.857">2860 240,'0'7,"11"9,16 9,2-1</inkml:trace>
  <inkml:trace contextRef="#ctx0" brushRef="#br0" timeOffset="1263.538">3100 721,'-1'8,"-1"-1,1 1,0-1,1 1,0-1,0 1,0-1,1 1,0 0,1-1,0 0,0 1,0-1,1 0,0 0,0 0,1-1,0 1,0-1,1 0,-1 0,1 0,1-1,-1 1,1-1,0-1,0 1,0-1,1 0,0 0,-1-1,1 0,0 0,1-1,6 2,-11-4,0 0,0 0,0 0,0 0,0 0,0-1,0 0,0 1,0-1,-1 0,1 0,0-1,0 1,-1-1,1 1,-1-1,1 0,-1 0,0 0,0 0,1 0,-2 0,1-1,0 1,0-1,-1 1,1-1,-1 0,0 0,0 0,0 1,0-1,0 0,-1-2,2-4,0-1,-1 1,0-1,-1 1,0-1,-1 0,0 1,0-1,-1 1,-1-5,2 10,1 0,-1 0,0 0,-1 1,1-1,-1 0,0 0,0 1,0-1,0 1,0-1,-1 1,1 0,-1 0,0 0,0 0,0 1,-1-1,1 1,-1 0,1 0,-1 0,0 0,1 1,-1 0,0-1,0 1,0 1,0-1,0 0,0 1,0 0,0 0,-1 0,1 1,0-1,0 1,0 0,0 0,0 0,1 1,-1-1,0 3,0-1,1 1,0 0,0-1,0 1,0 0,1 1,0-1,-1 0,1 1,1 0,-1-1,1 1,0 0,0 0,0-1,1 1,-1 0,2 3,-1 28</inkml:trace>
  <inkml:trace contextRef="#ctx0" brushRef="#br0" timeOffset="1696.299">3421 949,'23'-98,"-4"-1,4-67,-22 119,-5 42,3 17,3-7,1 0,0 0,0 0,0 0,1 0,0-1,0 1,0-1,0 0,1-1,-1 1,1-1,0 1,0-1,0-1,1 1,4 1,78 31,-69-29,0 1,-1 0,0 1,-1 1,0 1,0 0,4 5,-18-12,-1 0,1-1,-1 1,0 0,0 0,0 0,-1 1,1-1,-1 0,0 0,0 1,0-1,0 1,0-1,-1 1,0 0,0-1,0 1,0-1,0 1,-1 0,1-1,-1 1,0-1,0 0,0 1,-1-1,1 0,-1 1,0-1,-1 1,-11 43,14-43,1 1,0-1,0 0,0 0,0 0,0 0,1 0,0 0,0-1,0 1,0 0,1-1,-1 0,1 1,0-1,0 0,0 0,0-1,0 1,1-1,-1 0,1 1,0-1,0-1,0 1,0-1,0 1,0-1,0 0,0-1,0 1,49 13,1-2,0-2,0-2,41-1,-86-7,137 4,-99-8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45:22.15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220 140,'-8'-2,"0"1,0 0,0 0,1 1,-1 0,0 1,0-1,0 2,0-1,0 1,1 0,-1 1,1-1,-1 2,1-1,0 1,0 0,1 0,-1 1,1 0,0 0,0 0,1 1,-1 0,1 0,1 1,-1-1,1 1,0 0,0 0,1 0,0 1,0 1,2-4,-1 0,2 0,-1 0,1 0,-1 1,1-1,1 0,-1 0,1 0,0 0,0 0,0 0,1 0,-1 0,1-1,1 1,-1-1,0 1,1-1,0 0,0 0,1 0,-1 0,1 0,-1-1,1 0,0 0,1 0,-1 0,0 0,1-1,0 0,15 7,0-2,0-1,1 0,0-1,0-2,0 0,0-1,0-1,0-1,1-1,-1-1,0-1,0 0,0-2,-1 0,2-2,-4 1,0-1,-1 0,0-1,0-1,-1 0,0-1,-1-1,14-12,-24 18,1 0,-1-1,1 0,-1 0,-1 0,1 0,-1 0,-1-1,1 0,-1 0,0 0,0 0,-1-1,0 1,-1-1,1 1,-1-1,-1 1,1-1,-1 0,-1 1,0-8,-16-23,17 37,-1 1,1-1,-1 0,1 0,-1 1,1-1,-1 0,1 1,-1-1,1 1,-1-1,0 1,1-1,-1 1,0-1,1 1,-1 0,0-1,0 1,1 0,-1-1,0 1,0 0,0 0,1 0,-1 0,0 0,0 0,0 0,0 0,1 0,-1 0,0 0,0 1,0-1,1 0,-1 1,0-1,0 0,1 1,-1-1,0 1,1-1,-1 1,0 0,-2 4,0 1,0-1,1 1,0-1,0 1,0 0,1 0,-1 0,1 0,1 0,-1 0,1 0,1 3,-2-4,1 5,-1 1,2 0,-1-1,1 1,1 0,0-1,1 1,0-1,0 0,1 0,0 0,1-1,0 1,1-1,0 0,0 0,1-1,0 0,0 0,1-1,0 0,4 3,13 5</inkml:trace>
  <inkml:trace contextRef="#ctx0" brushRef="#br0" timeOffset="633.765">902 460,'11'-27,"-2"0,-1-1,-1 0,-2 0,0-1,-2 1,-1-1,-2 0,0 0,-2 1,-1-1,-3-8,5 30,-1-1,1 1,-1 0,-1 0,1 0,-1 0,-1 1,1-1,-1 1,-4-6,5 9,14 14,11-1,-1-1,2-1,-1-1,1-1,0-1,0-1,1-1,11 0,-30-3,122 10,-125-11,-1 1,1 0,-1 0,1 0,0 0,-1 0,1 0,-1 0,1 1,0-1,-1 0,1 1,-1-1,1 1,-1 0,0-1,1 1,-1 0,0 0,1 0,-1 0,0 0,0 0,0 1,0-1,0 0,0 0,0 1,0-1,0 1,-1-1,1 1,-1-1,1 1,-1-1,1 1,-1-1,0 1,0 0,0-1,0 1,0-1,0 1,0 0,-1 0,-18 84,14-76,2 1,-1 0,1 0,1 0,0 0,1 0,0 0,0 0,1 1,1-1,0 0,0 0,1 0,1 0,0 0,0 0,2 1,-2-7,1 0,0 1,0-1,0-1,1 1,0-1,0 1,0-1,0-1,0 1,1-1,0 0,0 0,0-1,0 1,0-1,0-1,1 1,-1-1,0 0,1-1,6 1,7-1,0-1,1 0,-1-2,1 0,-1-1,14-5,24-10,-5-1</inkml:trace>
  <inkml:trace contextRef="#ctx0" brushRef="#br0" timeOffset="933.768">2158 193,'-14'-10,"0"0,0 0,-1 2,-1 0,0 0,0 1,0 1,0 1,-1 1,0 0,0 1,-1 1,1 0,-8 1,18 2,0 1,1 0,-1 0,0 0,1 1,-1 0,1 0,0 1,0 0,0 0,0 0,1 1,0 0,0 0,0 0,0 0,1 1,0 0,0 0,0 0,1 0,0 1,0 0,1-1,0 1,0 0,1 0,-1 0,1 0,1 0,0 0,0 0,0 0,1 0,0 0,0 0,0 0,1 0,0 0,1 0,0-1,0 1,0-1,0 0,1 0,0 0,1 0,-1-1,1 0,11 6,0-2,1 0,0 0,1-2,-1 0,1-1,1-1,-1-1,1-1,-1 0,1-1,0-1,0-1,0 0,6-2,51 0,-9-1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45:30.77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270 452,'-56'-94,"54"92,0 0,0-1,0 1,-1 0,1 0,-1 0,1 1,-1-1,0 1,0-1,0 1,1 0,-1 0,0 0,-1 0,1 1,0-1,0 1,0 0,0 0,0 0,0 0,-1 1,1-1,0 1,0 0,0 0,0 0,0 0,1 0,-1 1,-3 1,-3 5,-1 0,1 1,0 0,0 0,1 1,1 0,0 1,0 0,1 0,0 0,1 1,0 0,1 0,0 0,1 0,1 1,0-1,-1 12,3-21,-1 0,0-1,1 1,0-1,0 1,-1 0,1-1,1 1,-1 0,0-1,1 1,-1 0,1-1,0 1,0-1,0 1,0-1,1 0,-1 1,0-1,1 0,0 0,-1 0,1 0,0 0,0 0,0-1,0 1,1-1,-1 1,0-1,1 0,-1 0,1 0,-1 0,1 0,0 0,5-3,-1 1,-1-2,1 1,0-1,-1 0,1 0,-1-1,0 0,0 0,0 0,-1-1,1 0,-1 0,0 0,-1-1,1 1,-1-1,2-4,2-1,-1 0,0-1,-1 0,0-1,-1 1,0-1,-1 0,-1-1,0 1,0 0,-2-1,1 0,-2 1,0-2,-8-9,8 23,0 1,-1 0,1 0,-1 0,1-1,-1 1,1 0,0 0,-1 0,1 0,-1 0,1 0,-1 0,1 0,-1 0,1 0,0 0,-1 0,1 0,-1 1,1-1,-1 0,1 0,0 0,-1 0,1 1,-1-1,1 0,0 1,-1-1,1 0,0 1,-1-1,1 0,0 1,0-1,-1 0,1 1,0-1,0 1,0-1,0 0,0 1,-1-1,1 1,0-1,0 1,0-1,0 1,0-1,0 0,0 1,0 0,-4 15,-1 0,2 0,0 0,1 1,1-1,0 1,1 0,1-1,1 1,0-1,4 14,-5-23,1 1,-1-1,2 0,-1 0,1 0,-1-1,2 1,-1-1,1 1,0-1,0 0,1 0,0-1,0 1,0-1,1 0,0-1,-1 1,2-1,-1-1,0 1,1-1,0 0,-1 0,1-1,1 0,-1 0,0 0,0-1,0 0,1-1,-1 0,1 0,-1 0,0-1,4-1,-3 0,0-2,0 1,0-1,0 0,-1-1,1 1,-1-1,0-1,0 0,-1 0,0 0,0-1,0 1,-1-1,0-1,-1 1,1-1,-1 0,-1 0,1 0,-2 0,1-1,1-6,1-10,-1-1,0 0,-2 0,-1 0,-2 0,0 1,-3-15,-61-292,93 380,-5-8,-3 0,-1 2,-2 0,-2 1,-2 0,-2 1,-2 0,-1 1,-3 0,-1 0,-3 1,-1-1,-3 0,-1 1,-3-1,-5 16,-37 74,-8-18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45:32.82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80 117,'0'19,"0"16,0 15,0 9,2 7,1 3,0-1,2-7,2-12,0-15</inkml:trace>
  <inkml:trace contextRef="#ctx0" brushRef="#br0" timeOffset="283.638">0 211,'9'21,"13"11,15 6,15 3,11-3,5-2,1-3,-7-5,-10-7,-11-7,-12-6</inkml:trace>
  <inkml:trace contextRef="#ctx0" brushRef="#br0" timeOffset="566.545">455 51,'-5'-14,"-3"-4,-1 3,2 11,-1 17,1 19,2 16,2 17,5 11,8 8,6 1,5-2,4-7,2-11,-4-17</inkml:trace>
  <inkml:trace contextRef="#ctx0" brushRef="#br0" timeOffset="883.15">722 572,'-9'-38,"3"0,1-1,1 0,2-11,-8-83,5 114,5 20,0-1,0 0,0 0,1 0,-1 0,0 0,0 0,1 0,-1 0,0 0,1 0,-1 0,0 0,0 0,1 0,-1 0,0 0,0 0,0-1,1 1,-1 0,0 0,0 0,1 0,-1 0,0-1,0 1,0 0,1 0,12 10,2 0,-1-1,1 0,1-1,-1-1,1 0,1-1,-1-1,1-1,7 1,-17-3,33 8,-23-7,0 1,0 1,-1 1,1 0,-1 1,7 5,-20-10,-1-1,1 1,-1 0,0 0,0 0,1 0,-2 0,1 1,0-1,0 1,-1-1,1 1,-1 0,0-1,1 1,-1 0,-1 0,1 0,0 0,-1 0,0 0,1 0,-1 0,0 0,-1 0,1 0,0 0,-1 0,0 0,0 2,-46 87,32-68,11-17,-25 56,28-61,1 0,-1-1,1 1,0 0,-1 0,1 0,0 0,0 0,0 0,1 0,-1 0,0 0,1 0,-1 0,1 0,0 0,0-1,-1 1,1 0,0-1,1 1,-1 0,0-1,0 1,1-1,-1 0,0 1,1-1,0 0,-1 0,1 0,0 1,9 1,0 1,0-1,0-1,0 0,0 0,1-1,-1-1,0 0,1-1,-1 0,0 0,6-2,-15 3,64-10,-2-3,62-20,-46 7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45:41.00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234 82,'-19'-16,"-12"-5,-5 0,-2 5,4 9,5 10,7 14,9 11,5 9,4-1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45:43.70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201 632,'-2'19,"-3"12,-1 8,1 2,1-4,3-6,5-8,1-11,0-6</inkml:trace>
  <inkml:trace contextRef="#ctx0" brushRef="#br0" timeOffset="366.397">1 379,'9'2,"0"1,1-1,-1-1,0 0,1 0,-1-1,1 0,-1-1,1 0,-1 0,0-1,1 0,-1-1,0 0,0 0,-1-1,1 0,-1-1,0 0,0 0,0-1,-1 1,0-2,0 1,0-1,-1 0,0-1,0 1,-1-1,3-5,0-10,-2 0,0-1,-1 0,-1 0,-2 0,0 0,-1 0,-2 0,0-1,-4-12,3 66,4 12,2 0,2 0,1 0,3-1,1-1,2 0,15 33,-3-18</inkml:trace>
  <inkml:trace contextRef="#ctx0" brushRef="#br0" timeOffset="799.624">615 566,'12'15,"-1"1,0 0,-1 1,-1 0,-1 1,-1-1,0 2,-1-1,-1 1,1 11,0-8,0 1,-5-17,0 1,0-1,1 1,0-1,0 1,1-1,0 0,0 0,0 0,1 0,0-1,2 3,-5-8,0 0,1 1,-1-1,1 0,-1 0,1 0,-1 0,1 0,-1-1,1 1,-1 0,1-1,-1 1,0-1,1 1,-1-1,0 1,1-1,-1 0,0 0,0 0,1 0,-1 0,0 0,0 0,0 0,0 0,-1-1,1 1,0 0,0 0,-1-1,1 0,-1 1,15-21,-2-1,0-1,-2 0,-1-1,3-10,14-34,-27 68,0 0,0 0,0 0,0 0,0 0,0 0,1 0,-1 0,0 1,0-1,1 0,-1 0,1 0,-1 0,1 0,-1 0,1 0,-1 1,1-1,0 0,-1 0,1 1,0-1,0 1,-1-1,1 0,0 1,0-1,0 1,0 0,0-1,0 1,0 0,0 0,0-1,0 1,0 0,0 0,0 0,1 0,31 78,-21-66,0 0,0-1,2-1,-1 0,1 0,1-2,0 0,0 0,0-1,1-1,0-1,0 0,0-1,1-1,0 0,-1-2,9 1,142 7,-94-11</inkml:trace>
  <inkml:trace contextRef="#ctx0" brushRef="#br0" timeOffset="1706.558">1712 686,'-10'-9,"0"0,0 1,0 0,-1 1,0 0,-1 1,0 0,0 1,0 0,0 1,-1 1,1-1,-1 2,0 0,0 1,0 0,0 0,0 2,-1 0,11-1,-1 0,1 0,0 0,0 1,0-1,0 1,-1 0,1 0,0 0,1 0,-1 1,0-1,0 1,0-1,1 1,-1 0,1 0,0 1,-1-1,1 0,0 1,0-1,0 1,1 0,-1-1,1 1,-1 0,1 0,0 0,0 0,0 0,1 0,-1 0,1 1,0-1,-1 0,2 0,-1 0,0 1,0-1,1 0,0 0,0 0,5 5,0-1,1-1,-1 1,2-1,-1 0,1-1,0 1,0-2,0 1,1-1,-1 0,1-1,0 0,0-1,0 1,1-2,-1 1,0-1,1-1,-1 0,3 0,-5 1,0-1,0 1,1-1,-1 0,0-1,0 0,1 0,-1-1,0 0,0 0,0 0,-1-1,1 0,0 0,-1-1,0 0,0 0,0 0,-1-1,1 0,-1 0,0-1,0 1,-1-1,0 0,0 0,0 0,-1-1,0 1,0-1,0 0,-1-1,-2 9,-1-1,1 0,-1 1,1-1,-1 1,0-1,1 0,-1 1,1-1,-1 0,0 0,1 0,-1 1,0-1,1 0,-1 0,0 0,1 0,-1 0,0 0,1 0,-1-1,0 1,1 0,-1 0,0 0,1-1,-1 1,0 0,1-1,-1 1,1 0,-1-1,1 1,-1-1,1 1,-1-1,1 1,-1-1,1 1,0-1,-1 1,1-1,0 0,-1 1,1-1,0 0,0 1,0-1,0 0,0 1,0-1,-1 0,1 1,1-1,-1 0,0 1,0-1,0 0,0 1,0-1,1 0,-1 1,0-1,0 1,1-1,-1 0,1 1,-4 3,1 1,0 0,1 0,-1 0,0 0,1 0,0 0,0 0,0 0,1 1,-1-1,1 0,0 1,1-1,-1 0,0 0,1 1,0-1,0 0,1 0,-1 0,1 0,0 0,0 0,0 0,1 1,2 3,1-1,0 1,0-1,0 0,1-1,0 1,0-1,0-1,1 1,0-1,7 3,-2-2,1-1,-1 0,1-1,0-1,0 0,0-1,0 0,1-1,-1 0,14-2,-20 0,0 0,0 0,0-1,-1 0,1 0,0-1,-1 1,0-2,0 1,1-1,-2 0,1-1,-1 1,1-2,-1 1,-1 0,1-1,-1 0,0 0,1-2,2-10,-1 0,0 0,-1-1,-1 0,-1 1,-1-2,0 1,-2 0,0-1,-1 1,-1 0,-1-5,-9-39,11 63,0 0,-1-1,1 1,0-1,0 1,-1 0,1-1,0 1,-1 0,1 0,0-1,-1 1,1 0,0 0,-1-1,1 1,-1 0,1 0,0 0,-1 0,1 0,-1 0,1 0,-1-1,1 1,0 0,-1 1,1-1,-1 0,1 0,-1 0,1 0,0 0,-1 0,1 0,-1 1,1-1,0 0,-1 0,1 1,-1-1,1 0,0 0,0 1,-1-1,1 0,0 1,-1-1,1 0,0 1,0-1,0 1,-1-1,1 0,0 1,0-1,0 1,0-1,0 1,0-1,0 1,0-1,0 0,0 1,0-1,0 1,-7 21,1 0,1 1,2 0,0 0,1 0,1 0,1 0,1 3,6 49,4 0,2-1,4 0,3-2,24 57,12 48,-83-295,6-1,5-1,5-1,5 0,6-27,0 141,0 6,-1 0,1-1,-1 1,1-1,0 1,0-1,0 1,0-1,0 1,0-1,0 1,1-1,-1 1,0-1,1 1,-1-1,1 1,0 0,-1-1,1 1,0 0,0-1,0 1,0 0,0 0,0 0,0 0,0 0,0 0,1 0,-1 0,0 1,1-1,-1 0,0 1,1-1,-1 1,1 0,-1-1,12 2,1 1,-1 0,-1 1,1 0,0 1,-1 1,12 5,-8-4,1 1,5 1,1 0,-1 2,-1 0,0 2,0 0,-2 2,9 7,-26-21,-1 1,0 0,0 0,1 0,-1 0,0 0,0 0,0 0,0 0,0 0,0 0,-1 1,1-1,0 0,-1 1,1-1,0 0,-1 1,0-1,1 1,-1-1,0 1,0-1,0 1,0-1,0 1,0-1,0 1,0-1,-1 1,1-1,-1 1,1-1,-1 0,1 1,-1-1,0 0,0 1,1-1,-1 0,0 0,-1 1,-8 3,1 0,-1-1,0 0,0-1,0 0,-1-1,1 0,-1 0,1-1,-1-1,1 0,-4 0,3 0,-93-2,104 2,-1 0,1 1,-1-1,1 0,-1 0,1 0,-1 0,1 0,-1 0,1 0,-1 0,1 0,-1 0,1 0,-1 0,1 0,-1 0,1-1,-1 1,1 0,-1 0,1-1,-1 1,1 0,-1-1,1 1,0 0,-1-1,1 1,-1 0,1-1,0 1,0-1,-1 1,1-1,0 1,0-1,-1 1,1-1,0 1,0-1,0 1,0-1,0 1,0-1,0 1,0-1,0 1,0-1,0 1,0-1,0 0,0 1,1-1,-1 1,0-1,0 1,1 0,-1-1,0 1,1-1,29-18,-2 8</inkml:trace>
  <inkml:trace contextRef="#ctx0" brushRef="#br0" timeOffset="2016.439">2701 713,'161'47,"-158"-45,1-1,0 0,-1 0,1 0,0-1,0 1,0-1,0 0,0 0,0 0,-1-1,1 1,0-1,0 0,0 0,-1-1,1 1,-1-1,1 1,-1-1,1 0,-1-1,0 1,0 0,0-1,0 0,-1 1,1-1,-1 0,1-1,-1 1,0 0,0-1,-1 1,1-1,-1 1,0-1,1-3,-1 3,0-1,0 0,-1 0,0 1,0-1,0 0,-1 0,1 1,-1-1,0 0,-1 1,1-1,-1 1,0-1,0 1,0 0,-1 0,1 0,-1 0,0 0,0 1,0-1,-1 1,1 0,-1 0,0 0,0 0,0 0,0 1,0 0,0 0,-1 0,-1 0,-6-2,0 0,0 1,0 0,-1 1,1 1,0 0,-1 0,1 1,-1 1,1 0,-1 1,1 0,0 1,-4 1,13-3,1 0,0 0,0 0,1 0,-1 0,0 0,0 0,0 1,1-1,-1 1,1-1,-1 1,1-1,0 1,-1 0,1 0,0 0,0 0,0 0,0 0,1 0,-1 0,1 0,-1 0,1 0,0 0,-1 1,1-1,0 0,1 0,-1 0,0 0,1 1,-1-1,1 0,-1 0,1 0,0 0,0 0,0 0,0 0,0-1,1 1,-1 0,0 0,1-1,-1 1,1-1,0 0,0 1,9 7,1 0,0-1,0 0,1-1,0 0,1-1,-1 0,1-2,8 3,31 9</inkml:trace>
  <inkml:trace contextRef="#ctx0" brushRef="#br0" timeOffset="2266.299">3316 619,'10'-13,"2"-3,-1 4,-1 8,-4 13,-2 10,-2 10,-1 6,2 4,1 0,6-2,3-5,4-6,1-7,2-7,-2-6</inkml:trace>
  <inkml:trace contextRef="#ctx0" brushRef="#br0" timeOffset="2434.074">3503 218,'-9'-16,"-5"-5,-3 1,2 4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45:41.99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99,'7'5,"0"0,-1 0,1 0,-1 1,0 0,-1 1,0-1,0 1,0 0,-1 0,0 1,0-1,-1 1,1 0,-2 0,1 0,-2 0,1 1,-1-1,0 0,0 1,-1 2,6 28,-5-23,1 0,0 0,1-1,1 1,1-1,0 0,1 0,6 9,-11-22,0 0,1 0,-1-1,0 1,1 0,0-1,-1 1,1-1,0 0,0 1,0-1,0 0,0 0,0 0,0 0,0-1,0 1,0-1,0 1,1-1,-1 0,0 0,0 1,1-2,-1 1,0 0,0 0,0-1,1 1,-1-1,0 0,0 0,0 1,0-1,0-1,0 1,1-1,62-55,-54 44,-1-1,-1 0,0 0,-1-1,0 0,-2 0,0-1,0 0,-1 0,-1 0,-1 0,0-1,-2 0,-4 13,-1 22,2-5,1-1,0 0,1 0,0 1,1-1,1 0,0 0,0 1,1-2,5 12,-6-17,0 0,1-1,0 1,0-1,0 0,1 0,0 0,0-1,0 1,0-1,1 0,-1 0,1 0,0-1,1 1,-1-1,0-1,1 1,0-1,0 0,-1 0,1-1,0 1,-1-2,-1 1,0-1,1 0,-1 0,0 0,1-1,-1 1,0-1,1 0,-1 0,0-1,0 1,0-1,0 0,0 0,-1 0,1-1,-1 1,1-1,-1 0,0 0,0 0,0 0,0-1,-1 1,1-1,-1 1,0-1,0 0,1-3,4-10,0 0,-1 0,-1 0,-1-1,0 0,0-13,-2-12,-10 70,7-17,0 1,0-1,1 0,0 1,1-1,1 0,-1 1,2-1,-1 0,1 0,1 0,0-1,0 1,1-1,0 0,0 0,1-1,1 1,-1-1,1-1,1 1,-1-1,1 0,0-1,1 0,0 0,5 2,-10-7,0 0,0 0,0 0,0-1,0 1,0-1,0 0,0 0,0-1,0 1,0-1,-1 0,1 0,0 0,0-1,-1 1,1-1,0 0,-1 0,0 0,1 0,-1-1,0 1,0-1,-1 0,1 0,0 0,-1 0,0 0,1-2,5-7,-1 0,-1 0,0-1,-1 0,0-1,-1 1,3-14,17-169,-36 322,11-117,-1 0,2 0,-1 1,1-1,1 0,0 0,0 0,1 0,0 0,0 0,1 0,0 0,1-1,0 1,0-1,1 0,0 0,0-1,1 0,0 0,0 0,1 0,0-1,0 0,7 4,23 3,-1-5</inkml:trace>
  <inkml:trace contextRef="#ctx0" brushRef="#br0" timeOffset="1309.293">1243 86,'8'17,"2"1,0-2,0 1,2-1,10 11,6 10,70 117,-95-149,-3-4,0 0,0 1,1-1,-1 0,1 0,-1 1,1-1,-1 0,1 0,0 0,0 0,-1 0,1 0,0 0,0 0,0 0,0 0,0 0,0 0,0-1,1 1,-1 0,0-1,0 1,1-1,-1 1,0-1,0 0,1 0,-1 1,0-1,1 0,-1 0,0 0,1 0,0-1,2-3,0 0,0 0,-1 0,1 0,-1-1,0 0,-1 0,1 0,-1 0,0 0,0 0,0 0,-1-1,3-3,45-163,-46 144,-3 29,0-1,0 0,0 0,0 0,-1 0,1 0,0 0,0 0,-1 1,1-1,0 0,0 0,0 0,-1 0,1 0,0 0,0 0,-1 0,1 0,0 0,0 0,0-1,-1 1,1 0,0 0,0 0,-1 0,1 0,0 0,0 0,0 0,0-1,-1 1,1 0,0 0,0 0,0 0,0-1,0 1,-1 0,1 0,0 0,0-1,0 1,0 0,0 0,0-1,0 1,-12 22,8-12,1 1,0 0,0-1,1 1,1 0,-1 0,2 0,0 0,0 1,1-1,1 6,-1-12,0 0,0-1,0 1,1 0,0-1,-1 0,2 1,-1-1,0 0,1 0,0 0,0-1,0 1,1-1,-1 1,1-1,-1 0,1 0,0-1,0 1,1-1,-1 0,0 0,1 0,-1-1,1 0,0 1,0-1,1-1,1 1,-1-1,0 1,1-2,-1 1,0-1,1 0,-1 0,0-1,0 0,0 0,0 0,0-1,0 0,-1 0,1 0,-1-1,0 0,0 0,0 0,-1 0,0-1,1 0,-1 0,-1 0,1 0,0-2,8-14,0-1,-1 0,-1-1,-2 0,0 0,1-10,-2 20,-6 36,-1-18,-1 5,1 0,0 0,1 0,0 0,1 0,0 0,1 0,0 0,0-1,1 1,0-1,1 0,0 0,0-1,1 1,0-1,1 0,-1-1,2 1,-1-2,1 1,0-1,0 0,1 0,-1-1,9 3,-3-3,0-1,1-1,0 0,-1-1,1 0,0-2,0 1,0-2,0 0,0-1,0 0,-1-1,1-1,-1 0,0-1,0-1,0 0,-1-1,0 0,0-1,-1 0,0-1,0-1,-1 0,-1 0,1-1,-2 0,1-1,-2 0,1-1,-2 1,0-2,0 1,-1-1,-1 0,2-10,-6 23,1-1,-1 0,-1 0,1 0,0 0,0 0,-1 0,1 0,-1 0,1 0,-1 0,0 0,0 0,0 0,0 0,0 0,-1-1,1 1,-1 0,1 0,-1 0,0 0,0 1,1-1,-1 0,-1 0,1 0,0 1,0-1,-1 0,1 1,-1-1,1 1,-1 0,0-1,1 1,-1 0,0 0,0 0,0 0,0 1,0-1,0 0,0 1,-2-1,-3 3,0 1,0 0,0 0,0 0,0 1,0 0,1 0,0 1,0 0,0 0,1 0,-1 1,1 0,1 0,-1 0,1 0,0 1,0 0,1 0,0 0,0 0,1 0,0 1,0-1,1 1,-1-1,2 1,-1 1,1-3,0 1,0-1,1 1,0-1,0 0,1 1,0-1,0 0,0 0,1 0,-1 0,1 0,1-1,-1 1,1-1,0 0,0 0,1 0,0-1,-1 0,1 1,1-2,-1 1,1 0,-1-1,1 0,0-1,5 2,2 1,0 0,0-1,0-1,0 0,0-1,1-1,-1 0,0-1,1 0,-1-1,1 0,-1-1,9-3,-14 2,0 0,0 0,0-1,-1 0,1 0,-1-1,0 0,-1 0,1 0,-1-1,0 0,0-1,-1 1,0-1,0 0,-1 0,0-1,0 1,0-1,1-7,2-5,-1 0,-2 0,0 0,-1 0,0-1,-2 0,-1 1,-1-3,2 19,-1 0,0 0,0 0,0 0,0 0,-1 0,1 0,-1 1,0-1,-1 0,1 0,-1 1,1-1,-1 0,0 1,0 0,-1-1,1 1,-1 0,1 0,-1 0,0 1,0-1,-1 1,1 0,0-1,-1 2,1-1,-1 0,0 1,1-1,-1 1,0 0,0 0,0 1,-3-1,7 1,-1-1,1 1,-1 0,1 0,-1 0,1 0,0 0,-1 0,1 0,-1 0,1 0,-1 0,1 0,0 0,-1 0,1 0,-1 0,1 0,-1 0,1 1,0-1,-1 0,1 0,0 0,-1 1,1-1,0 0,-1 1,1-1,0 0,-1 1,1-1,0 0,0 1,0-1,-1 0,1 1,0-1,0 1,0-1,0 1,0-1,-1 0,1 1,0-1,0 1,0-1,0 1,0-1,1 0,-1 1,0-1,0 1,0-1,0 0,0 1,1-1,-1 1,0-1,0 0,0 1,1-1,-1 0,0 1,1-1,-1 1,29 16,-4-11,1 0,-1-2,1 0,0-2,3-1,118 19,-144-18,1-1,-1 1,0-1,0 1,-1 0,1 0,0 0,-1 1,1-1,-1 1,1-1,-1 1,0 0,0 0,-1-1,1 2,0-1,-1 0,0 0,0 0,0 1,0-1,0 0,-1 1,0-1,1 1,-1-1,0 1,-1-1,1 0,-1 1,1-1,-1 2,-1 2,1 1,1 0,0 0,0 0,0 0,1 0,0 0,1 0,0 0,0 0,0-1,1 1,1-1,-1 0,1 0,0 0,0 0,1-1,0 1,0-1,1 0,3 3,3-3,0-1,0 0,1 0,0-1,-1-1,1 0,0-1,1 0,-1-1,0 0,0-1,0-1,1 0,-1-1,0 0,0-1,0 0,6-4,-8 4,0 0,0-2,-1 1,0-1,0 0,0-1,-1-1,1 1,-1-1,-1-1,1 0,-2 0,1 0,-1-1,0 0,-1-1,0 1,0-1,-1 0,0-1,-1 1,-1-1,1-2,-3 10,-1 0,1 1,-1-1,0 0,0 0,0 0,-1 0,1 1,-1-1,1 0,-1 0,0 1,0-1,0 1,-1-1,1 1,0-1,-1 1,0 0,1-1,-1 1,0 0,0 0,0 0,-1 1,1-1,0 0,-1 1,1 0,-1-1,1 1,-1 0,0 0,1 1,-1-1,0 0,0 1,1 0,-1-1,0 1,-2 1,-4-1,0 1,0 0,0 1,0 0,0 0,1 1,-1 0,1 0,-1 1,1 0,0 1,0 0,1 0,0 1,0 0,0 0,0 0,1 1,0 1,2-4,1-1,0 2,0-1,0 0,0 1,0-1,1 1,0 0,0 0,0-1,1 1,0 1,0-1,0 0,0 0,1 0,0 1,0-1,0 0,1 0,-1 0,1 1,1-1,-1 0,1 0,0-1,0 1,0 0,1 0,-1-1,1 0,0 1,3 1,4 3,1 0,-1-1,2-1,-1 0,1 0,0-2,0 1,1-1,0-1,-1 0,2-1,-1 0,10 0,48 8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45:40.02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281 24,'-13'0,"-8"0,1 2,1 5,-1 7,3 0</inkml:trace>
  <inkml:trace contextRef="#ctx0" brushRef="#br0" timeOffset="715.314">0 398,'5'-33,"1"1,1 0,2 1,1 0,2 0,0 1,2 1,2 0,0 1,2 1,2-1,-19 26,-1 0,1 0,0 0,0 0,0 0,1 0,-1 0,0 0,1 1,-1-1,1 1,-1-1,1 1,0-1,0 1,0 0,0 0,0 0,0 0,0 0,0 0,0 1,0-1,0 1,0-1,1 1,-1 0,0 0,0 0,1 0,-1 0,0 1,0-1,0 0,0 1,1 0,-1 0,0-1,0 1,0 0,-1 1,1-1,1 1,10 16,0 1,-2 0,0 0,-1 1,6 18,-8-19,52 137,-59-155,-1 0,1 0,-1 0,1-1,-1 1,0 0,1 0,-1 0,0 0,0 0,0 0,0 0,0-1,0 1,0 0,0 0,0 0,0 0,0 0,-1 0,1 0,0 0,0-1,-1 1,1 0,-1 0,1 0,-1-1,1 1,-1 0,0-1,1 1,-1 0,0-1,1 1,-1-1,0 1,0-1,1 1,-1-1,0 0,0 1,0-1,0 0,0 0,0 1,0-1,1 0,-1 0,0 0,0 0,0 0,0 0,0-1,0 1,0 0,0 0,1-1,-1 1,0 0,0-1,0 1,1-1,-1 1,0-1,0 0,1 1,-1-1,0 1,1-1,-7-4,1 0,0 0,0-1,1 0,-1 0,1 0,0 0,1-1,0 0,0 0,0 0,1 0,0-1,0-1,1 5,1 1,0-1,0 0,0 0,0 0,1 0,0 0,-1 0,2 0,-1 0,0 0,1 0,-1 1,1-1,0 0,0 0,1 0,-1 1,1-1,0 1,0-1,0 1,0 0,1-1,-1 1,1 1,0-1,0 0,1 0,7-3,2 1,-1 0,0 1,1 1,0 0,0 0,0 2,0-1,0 2,1-1,-1 2,9 1,-8-2,-7 0,81 10,-85-10,0 1,0 0,0 0,0 0,0 0,0 1,-1-1,1 1,0 0,-1 0,1 0,-1 0,0 0,0 0,0 1,0-1,0 1,0-1,-1 1,1 0,-1-1,0 1,1 0,-2 0,1 0,0 1,2 17,-3-17,0-1,0 1,1 0,-1 0,1-1,-1 1,1 0,0-1,1 1,-1 0,1-1,-1 0,1 1,0-1,1 0,-1 0,0 0,1 0,-1 0,1-1,0 1,0-1,0 0,0 0,1 0,1 1,2-1,1 0,-1-1,1 0,-1 0,1 0,0-1,-1-1,1 1,-1-1,1 0,-1-1,1 0,-1 0,0 0,0-1,7-3,-10 4,0 0,-1 0,1 0,0 0,-1-1,1 1,-1-1,0 0,0 0,0 0,0 0,-1-1,1 1,-1-1,0 0,0 1,0-1,-1 0,1 0,-1 0,0 0,0 0,0-1,-1 1,1 0,-1 0,0-1,0 1,-1 0,0-3,0 2,-1 1,0-1,0 1,0 0,0 0,-1 0,1 0,-1 0,0 0,0 0,-1 1,1 0,-1 0,0 0,0 0,0 0,0 1,0 0,0-1,-1 2,1-1,-1 0,-1 1,-3-2,1 1,-1 0,1 1,-1 0,1 0,-1 1,0 0,0 1,1-1,-1 2,1-1,-7 3,9-1,-1-1,1 2,0-1,-1 1,1 0,1 0,-1 1,1-1,0 1,0 1,0-1,1 1,-1-1,1 1,1 1,-1-1,2-3,1 0,-1 1,1-1,0 0,0 1,0-1,0 1,0-1,1 1,0-1,-1 1,1-1,1 1,-1 0,0-1,1 1,0-1,0 1,0-1,0 0,1 1,-1-1,1 0,0 0,0 0,0 0,0 0,0 0,1-1,-1 1,1-1,1 2,5 1,0 1,0-1,0-1,1 1,0-2,-1 1,2-1,-1-1,0 0,0 0,1-1,-1 0,36 1</inkml:trace>
  <inkml:trace contextRef="#ctx0" brushRef="#br0" timeOffset="1264.687">883 183,'20'14,"16"4,14 0,11-4,9-4,7-6,-10-4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45:38.08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245 542,'-13'0,"1"1,-1 0,1 1,-1 0,1 1,0 0,0 1,0 0,1 1,-1 1,1 0,0 0,1 1,-1 0,1 1,1 0,0 0,0 1,0 1,0 1,8-9,-1 0,1 0,-1 0,1 1,0-1,0 1,0-1,1 1,-1-1,0 1,1-1,0 1,-1 0,1-1,0 1,1 0,-1-1,0 1,1-1,-1 1,1-1,0 1,0-1,0 1,0-1,0 1,1-1,-1 0,1 0,-1 0,1 0,0 0,0 0,0 0,0-1,0 1,0 0,0-1,1 0,-1 0,0 0,1 0,-1 0,2 0,20 6,0-2,1 0,-1-2,1-1,0-1,0-1,0-1,-1-1,19-4,-2 1,0 0,-1-3,1-2,-2-1,1-2,18-10,-39 13,-16 6,-13 11,8-5,0 1,0-1,0 1,0-1,1 1,0 0,-1 0,1-1,0 1,0 0,1 0,-1 0,0 0,1 1,0-1,0 0,0 0,0 0,0 0,1 0,-1 0,1 0,0 0,0 0,0 0,0 0,1 0,-1-1,1 1,-1 0,1-1,0 1,0-1,0 0,1 0,-1 0,0 0,1 0,-1 0,1-1,1 2,5 2,1-1,0 1,0-1,0-1,1 0,-1-1,1 1,-1-2,1 0,0 0,0-1,0 0,-1-1,1 0,7-2,-15 2,-1 1,1-1,0 0,-1 1,1-1,0-1,-1 1,0 0,1 0,-1-1,0 0,1 1,-1-1,0 0,0 0,0 0,-1 0,1-1,0 1,-1 0,0-1,1 1,-1-1,0 1,0-1,0 0,-1 1,1-1,-1 0,1 0,-1 1,0-1,0 0,0 0,-1 0,1 1,0-1,-1 0,0 0,0 1,0-1,0 1,-1-3,-5-5,0 1,-1 0,0 0,-1 1,1 0,-1 1,-1 0,0 0,1 1,-2 0,1 1,-1 0,0 1,0 0,0 0,-1 1,1 1,-1 0,-9 0,-16 3,37 0,0-1,0 1,1 0,-1-1,1 1,-1 0,1-1,-1 1,1 0,-1-1,1 1,0-1,-1 1,1-1,0 1,-1-1,1 1,0-1,0 0,-1 1,1-1,0 0,0 0,0 0,-1 0,1 1,0-1,0 0,0-1,-1 1,1 0,0 0,0 0,0 0,-1 0,1-1,0 1,0-1,180 6,48 4,-222-9,1 1,-1 0,1 1,-1-1,1 1,-1 1,0 0,0 0,0 0,0 1,-1-1,1 2,-1-1,0 1,0 0,0 0,-1 0,0 1,0 0,-1 0,1 1,-1-1,0 2,-4-6,1 0,-1 0,0 0,1 0,0-1,-1 1,1 0,0 0,0 0,0-1,0 1,0 0,1-1,-1 1,0-1,1 1,-1-1,1 0,-1 0,1 1,0-1,0 0,-1-1,1 1,0 0,0 0,0-1,0 1,0-1,0 0,0 1,0-1,0 0,0 0,0 0,0-1,0 1,0 0,0-1,0 1,1-1,7-6,0 1,0-1,-1-1,0 1,0-2,-1 1,0-1,0 0,-1-1,-1 0,1 0,-2-1,5-10,-2 8,28-45,-28 71,-6 31,-3-36,1 1,0-1,0 1,1-1,0 1,0-1,1 1,0-1,0 0,1 0,0 0,1 0,0 0,0-1,0 1,1-1,0 0,0-1,1 1,0-1,1 1,2-2,0 0,0-1,1 0,-1 0,1-1,0 0,0-1,0 0,0-1,0 0,0 0,1-1,34 0</inkml:trace>
  <inkml:trace contextRef="#ctx0" brushRef="#br0" timeOffset="355.139">1769 503,'63'-11,"0"-3,-1-2,0-3,-2-3,42-21,-83 34,-1-2,0 0,0-1,-1 0,-1-2,0 0,-1 0,2-3,-11 10,-1 0,1 0,-1 0,-1-1,1 1,-1-1,-1 0,1 0,-1-1,-1 1,1-1,-2 1,1-1,-1 0,0 1,-1-1,0 0,0 0,-1 0,-1-4,1 8,0 1,0 0,0-1,-1 1,0 0,1 0,-1 0,-1 0,1 1,-1-1,1 0,-1 1,0 0,0-1,0 1,-1 1,1-1,-1 0,0 1,1 0,-1 0,0 0,0 0,-1 0,1 1,0 0,0 0,-1 0,1 1,-1-1,1 1,0 0,-1 0,1 0,-1 1,1 0,0 0,-1 0,1 0,0 1,0-1,0 1,0 0,-2 1,-4 8,0 0,0 0,1 1,0 0,1 1,1 0,0 0,0 1,2-1,0 1,0 1,1-1,1 1,0-1,1 1,1 0,0 0,1 5,1 46,3 0,2-1,4 0,2 0,3-1,3 0,25 58,-13-32,-3 2,-5 2,1 24,-20 24,-10-95</inkml:trace>
  <inkml:trace contextRef="#ctx0" brushRef="#br0" timeOffset="671.797">1930 784,'7'-8,"1"0,0 0,0 1,1 0,0 0,0 1,1 1,-1-1,1 1,1 1,-1 0,0 1,11-3,-4 0,65-20,1 2,1 5,83-9,-157 27,-7 0,0 0,0 0,0 0,0 0,0 0,0 1,0-1,1 1,-1 0,0 0,0 0,1 0,-1 1,0-1,0 1,0 0,0 0,0 0,0 0,0 1,0-1,0 1,0-1,-1 1,1 0,-1 0,1 1,-1-1,0 0,0 1,0-1,0 1,0 0,0 2,-2 67,-1-67,0 0,0 0,0 1,0-1,1 0,0 0,0 1,0-1,1 0,0 0,0 1,0-1,0 0,1 0,0 0,0-1,0 1,1 0,0-1,0 1,0-1,0 0,1 0,-1 0,1-1,1 2,-1-3,0 0,1 0,-1 0,1 0,-1 0,1-1,0 0,0 0,-1 0,1-1,0 0,0 0,0 0,0 0,-1-1,1 0,0 0,3-1,22-8</inkml:trace>
  <inkml:trace contextRef="#ctx0" brushRef="#br0" timeOffset="872.289">2584 370,'-6'15,"3"13,13 6,17 4,21-1,1-5</inkml:trace>
  <inkml:trace contextRef="#ctx0" brushRef="#br0" timeOffset="1355.033">3333 649,'-10'-10,"0"0,-1 0,-1 1,1 1,-1-1,-1 2,1 0,-1 0,-1 2,1-1,-1 2,0-1,0 2,0 0,-1 1,1 0,-1 1,1 1,-1 0,1 1,-1 1,1 0,-4 2,13-2,-1 0,1 1,0 0,0 0,0 0,1 1,-1 0,1 0,0 0,0 0,0 1,1-1,-1 2,2-4,1 0,0 0,0 0,0 0,0 0,0 1,0-1,0 0,1 1,-1-1,1 1,0-1,0 1,0-1,0 1,0-1,0 0,1 1,-1-1,1 1,-1-1,1 0,0 1,0-1,0 0,0 0,1 0,-1 0,1 0,-1 0,2 1,6 3,0 0,0-1,0 0,0-1,1 0,0-1,0 0,0 0,0-1,0 0,0-1,1 0,-1-1,0 0,1-1,0 0,3 1,0-1,0-1,0 0,-1-1,1 0,-1-1,1 0,-1-2,-1 1,1-2,-1 1,0-2,0 0,0-1,5-4,-16 13,-1 0,0 0,1 0,-1-1,0 1,1 0,-1 0,0 0,1 0,-1 0,0 0,1 0,-1 0,0 0,1 0,-1 0,1 0,-1 0,0 0,1 0,-1 0,0 1,1-1,-1 0,0 0,1 0,-1 1,0-1,0 0,1 0,-1 1,0-1,0 0,1 0,-1 1,0-1,0 0,0 1,1-1,-1 0,0 1,0-1,0 0,0 1,0-1,0 0,0 1,0-1,0 1,0-1,0 0,0 1,0-1,0 0,0 1,0-1,0 0,0 1,-1-1,1 0,0 1,0-1,0 0,-1 1,1-1,0 2,-9 237,4 210,5-431,1-7,0 1,-1 0,0-1,-1 1,0 0,-1-1,0 1,-1-1,0 0,-1 0,0 0,-1 0,0-1,-1 0,-4 7,7-15,0 1,0-1,-1 0,1 0,0 0,-1 0,0 0,1-1,-1 0,0 0,1 0,-1 0,0 0,0-1,0 1,0-1,0 0,0-1,0 1,1-1,-1 1,0-1,0 0,0-1,0 1,-84-51,72 37,1-1,0 0,1-1,1-1,0 0,1 0,1-2,1 1,1-1,1 0,1-1,0 0,2 0,0-1,-1-17,5 34,1 0,0-1,0 1,0 0,0 0,1 0,0 0,0 0,0 0,1 0,0 0,0 0,0 0,0 1,1-1,0 1,0-1,0 1,0 0,1 1,-1-1,1 0,0 1,0 0,0 0,1 0,-1 0,1 1,-1 0,1 0,0 0,0 0,0 1,36-10,0 3,0 1,0 2,2 1,-13 1,62-5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45:36.68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0 752,'27'3,"1"-1,-1-2,0-1,0 0,0-2,0-2,0 0,-1-2,1 0,-2-2,1-1,-1-1,-1-1,17-12,23-31,-62 53,-1 1,1-1,-1 0,0 0,1 0,-1 0,0 0,0 0,0 0,-1-1,1 1,0 0,-1 0,1-1,-1 1,0 0,0 0,0-1,0 1,0 0,-1-1,1 1,-1 0,1 0,-1-1,0 1,0 0,0 0,0 0,0 0,0 0,0 0,-1 0,0 0,-3-3,-1 1,0 0,0 1,0 0,-1-1,1 2,-1-1,1 1,-1 0,0 1,0-1,0 1,0 1,0-1,0 1,0 0,0 1,0 0,0 0,0 0,0 1,-2 1,5-2,0 1,0 0,0 0,1 1,-1-1,0 1,1 0,0 0,-1 0,1 0,1 0,-1 1,0-1,1 1,0 0,0 0,0 0,0 0,0 0,1 0,0 1,0-1,0 0,0 1,1-1,0 0,0 1,0 1,0 3,1-1,0 1,1 0,0 0,0-1,0 1,1-1,1 0,0 1,0-2,0 1,1 0,4 4,-2-3,1-1,0 0,0-1,1 0,0 0,0-1,1 0,-1 0,1-1,1-1,-1 1,1-2,6 2,-11-3,0-1,0 0,0 0,0-1,0 1,0-1,0-1,0 1,0-1,0 0,0 0,0-1,0 0,0 0,-1 0,1-1,-1 0,1 0,-1 0,0 0,0-1,-1 0,1 0,-1-1,3-2,-1-2,0-1,0 0,0-1,-1 1,-1-1,0 0,-1 0,1-3,30-69,-33 81,0 0,1 1,-1-1,1 0,-1 1,1 0,0-1,-1 1,1 0,0 0,0 0,0 0,0 0,0 0,0 1,0-1,0 0,0 1,0 0,1 0,-1-1,0 1,0 1,0-1,0 0,1 0,-1 1,0-1,0 1,0 0,0 0,0-1,0 1,0 1,64 41,-65-42,11 7,0 0,-1 1,0 1,-1 0,0 1,0 0,-1 0,-1 0,0 2,-1-1,0 1,0 0,-2 0,0 0,1 5,-5-16,-1 0,0 0,0 0,0 0,0 1,0-1,0 0,0 0,-1 0,1 0,-1 0,0 0,1-1,-1 1,0 0,0 0,0 0,0-1,-1 1,1 0,0-1,-1 1,1-1,-1 0,1 1,-1-1,0 0,1 0,-1 0,0 0,0 0,0-1,0 1,0 0,0-1,0 1,0-1,0 0,0 0,-1 0,-3 0,1 1,-1-2,0 1,1-1,-1 0,1 0,-1 0,1-1,-1 0,1 0,0 0,0-1,0 1,-2-3,4 3,0 0,0-1,1 1,-1-1,1 0,-1 0,1 0,0 0,0 0,1 0,-1 0,1-1,-1 1,1-1,0 1,0-1,0 1,1-1,0 0,-1 1,1-1,0 0,1 1,-1-1,1 1,-1-1,1 0,0 1,0-1,1 1,-1 0,1-1,0 1,0 0,2-3,12-16,2 1,0 1,1 0,1 1,11-6,13-15,-26 24,0 0,-2-2,0 0,-1-1,0 0,-2-1,0-1,-2 0,0-1,-1 0,-2 0,0-1,2-10,-5 9,-1 0,-1 0,-1-1,-1 1,-2 0,0-1,-1 1,-5-19,7 43,1-1,-1 1,0-1,0 0,0 1,1-1,-1 0,0 1,0-1,0 0,0 0,0 1,0-1,-1 0,1 1,0-1,0 0,0 1,-1-1,1 1,0-1,0 0,-1 1,1-1,-1 1,1-1,-1 1,1-1,-1 1,1-1,-1 1,1-1,-1 1,1 0,-1-1,0 1,1 0,-1 0,1-1,-1 1,0 0,1 0,-1 0,0 0,1 0,-1 0,0 0,0 0,1 0,-1 0,0 0,1 0,-1 1,1-1,-1 0,0 0,1 1,-1-1,-4 10,1 0,1 0,0 0,0 1,1-1,0 1,1-1,0 4,-1 4,-4 27,2 0,1 0,3 0,2 0,2 0,1 0,3-1,1 0,3 0,3 5,-12-38,1 0,0 0,1 0,0-1,1 0,0 0,0 0,1 0,0-1,1 0,0-1,1 0,-1 0,1-1,1 0,0 0,-1-1,2 0,-1-1,1 0,0-1,0 0,0-1,0 0,1-1,-1 0,1-1,0 0,1-1,-3-2,1 0,-1-1,0 0,0-1,0 0,0-1,-1 0,0 0,0-1,0 0,-1-1,0 0,0 0,0-1,-1 0,0 0,-1-1,0 1,0-1,-1-1,0 1,-1-1,0 0,0 0,-1 0,-1-1,1 1,-2-1,1 1,-2-1,1 0,-6-23,5 34,-1-1,1 1,0-1,0 1,0-1,0 1,-1-1,1 1,0 0,-1-1,1 1,0-1,0 1,-1 0,1-1,-1 1,1 0,0 0,-1-1,1 1,-1 0,1 0,-1-1,1 1,-1 0,1 0,-1 0,1 0,-1 0,1 0,-1 0,1 0,-1 0,1 0,-1 0,1 0,-1 0,1 0,-1 0,1 1,0-1,-1 0,1 0,-1 0,1 1,-1-1,1 0,0 1,-1-1,1 0,0 1,-1-1,1 1,0-1,-1 0,1 1,0-1,0 1,0-1,-1 1,1-1,0 1,-5 6,1 1,0 0,0 0,1 0,0 0,0 1,1-1,0 1,1-1,0 1,0 0,1-1,0 1,0 0,1 0,0-1,1 1,-1 0,2-1,-1 0,2 2,1-1,0 0,1 0,0 0,0-1,1 0,0-1,1 1,0-1,0-1,0 1,1-1,-1-1,1 0,1 0,-1-1,1 0,0 0,0-1,0-1,0 0,0 0,1-1,-1 0,3 0,31-2</inkml:trace>
  <inkml:trace contextRef="#ctx0" brushRef="#br0" timeOffset="274.109">910 378,'-16'0,"-14"0,-7 0,5 0,20 0,30 0,36-2,40-3,35-1,25-2,-14 1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46:09.95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34,'16'-6,"0"0,0 1,1 0,-1 1,1 1,0 1,0 1,0 0,14 1,-22 0,-1 1,1 0,-1 0,1 1,-1 0,0 0,0 1,0 0,0 0,4 3,-9-4,-1-1,1 1,-1 0,0 0,0 0,1 0,-1 0,0 0,-1 1,1-1,0 0,-1 1,1 0,-1-1,0 1,0 0,0 0,0 0,-1-1,1 1,-1 0,1 0,-1 0,0 0,0 0,0 0,-1 0,1 0,-1 0,0 0,0 0,0 0,-6 12,-2 1,0-1,-1-1,0 0,-2 0,1-1,-1 0,-1-1,0-1,-1 0,0-1,-4 2,17-11,-120 86,107-65,42-13,192-24,-117 6,-6 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46:10.30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15 413,'-9'-85,"4"0,5-43,-1 14,2 182,-1 1,3-1,2 1,4-1,8 28,-1-39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46:11.26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93 133,'-3'2,"1"0,-1 1,1-1,0 1,-1 0,1 0,0 0,1 0,-1 0,1 0,-1 1,1-1,0 0,0 1,0-1,1 1,-1-1,1 1,0-1,0 1,0 0,0-1,1 1,-1-1,1 1,0-1,0 0,0 1,1-1,-1 0,1 0,0 0,-1 0,2 0,-1 0,0 0,0-1,3 3,6 5,1 0,0 0,0-1,1-1,0 0,0-1,1 0,0-1,1-1,-1 0,1-1,0 0,0-1,0-1,0-1,0 0,1-1,-1 0,0-1,3-1,-12 1,0 0,0 0,0 0,0 0,0-1,0 0,-1-1,1 1,-1-1,1 0,-1 0,0-1,0 0,0 1,-1-2,1 1,-1 0,0-1,-1 0,1 0,-1 0,0 0,0-1,0 1,-1-1,0 0,0 0,0 0,-1 0,0 0,0 0,0 0,-1-4,-1 2,0 0,-1 0,0 0,0 0,-1 0,0 1,0-1,-1 1,1 0,-2 0,1 0,-1 1,0-1,-1 1,1 0,-1 1,0-1,-1 1,-5-3,-2-2,-1 1,0 1,0 1,-1 0,0 1,0 0,0 2,-1 0,-1 0,7 2,1 0,-1 0,0 1,1 1,-1 0,0 0,0 1,0 0,1 1,-1 0,1 1,-1 0,1 1,0 0,0 0,1 1,-1 1,1 0,0 0,0 0,1 1,0 0,0 1,1 0,0 0,-3 5,8-9,0 1,1-1,-1 1,1 0,-1-1,1 1,1 0,-1 0,1 0,0 0,0 0,0 0,1-1,-1 1,1 0,1 0,-1 0,1 0,16 36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46:14.26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0,'20'0,"23"0,25 0,0 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46:14.53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5,'18'0,"22"-2,5-1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46:14.82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0,'25'0,"8"0</inkml:trace>
  <inkml:trace contextRef="#ctx0" brushRef="#br0" timeOffset="1">857 15,'20'-3,"8"0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46:13.17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351 103,'-12'-7,"-1"1,-1 0,1 1,-1 0,1 1,-1 1,-1 0,1 1,0 0,-1 1,1 1,0 0,-1 1,1 0,0 1,-1 1,-9 4,17-4,0 0,0 1,1 0,0 0,-1 0,1 1,1 0,-1 0,1 1,0-1,-3 5,7-8,-1 0,1-1,-1 2,1-1,0 0,0 0,0 0,0 1,0-1,0 0,1 1,-1-1,1 1,0-1,0 0,0 1,0-1,0 1,0-1,0 1,1-1,-1 1,1-1,0 0,0 1,0-1,0 0,0 0,0 0,1 0,-1 0,1 0,-1 0,1 0,0 0,1 0,8 4,0 0,1-1,0 0,0-1,0 0,0-1,1-1,-1 0,1 0,-1-1,1-1,-1 0,1-1,11-2,289-50,-311 52,0 0,0 0,-1 1,1-1,0 1,0-1,0 1,-1 0,1-1,0 1,0 0,0 0,0 1,0-1,0 0,-1 1,1-1,0 1,0-1,0 1,-1 0,1 0,0-1,-1 1,1 1,-1-1,1 0,-1 0,0 0,1 1,-1-1,0 1,0-1,0 1,0-1,0 1,0 0,0 0,-1-1,1 2,-2 6,-1 0,0-1,0 1,-1-1,0 1,0-1,-1 0,0 0,-1-1,0 1,0 0,0 0,-27 40,-2-1,-1-2,-16 12,29-32</inkml:trace>
  <inkml:trace contextRef="#ctx0" brushRef="#br0" timeOffset="476.792">805 183,'25'30,"2"-2,1 0,2-2,0-2,31 20,79 68,-104-65,-36-45,1-1,-1 0,1 1,-1-1,0 1,1-1,-1 0,0 1,0-1,0 1,0-1,0 0,-1 1,1-1,0 1,-1-1,1 0,-1 1,1-1,-1 0,0 0,1 1,-1-1,0 0,0 0,0 0,0 0,0 0,0 0,0 0,0 0,0-1,0 1,-1 0,1-1,0 1,-1 0,1-1,0 0,-14 5,-1-1,1-1,0 0,-1-1,0-1,1 0,-1-1,0-1,1 0,-1-1,1-1,0-1,-14-4,27 7,-3 1,0-1,1 0,-1-1,0 1,1-1,-1 0,1 0,0 0,-1-1,1 0,0 0,1 0,-1 0,0 0,1-1,0 1,0-1,0 0,3 1,0 0,1 1,-1-1,1 1,0-1,0 0,0 1,0 0,0-1,0 1,1 0,-1-1,1 1,0 0,-1 0,1 0,0 0,0 1,0-1,0 1,1-1,-1 1,0 0,1-1,-1 1,1 0,-1 1,1-1,0 0,1-1,89-41,-72 36,0-1,0 0,-1-2,0-1,-1 0,0-2,-1 0,0 0,-1-2,-1 0,0-2,-1 1,-1-2,4-6,-15 19,0-1,0 1,-1 0,1-1,-1 0,-1 1,1-1,-1 0,0 0,0 0,0 0,-1 0,0 0,0 0,-1 0,0 0,0 0,0 1,-1-1,0 0,0 0,0 1,-1-1,1 1,-1 0,-1 0,1 0,-1 0,0 1,-3-4,1 3,-1 0,0 0,0 1,0 0,-1 1,1-1,-1 1,0 1,0-1,0 2,0-1,0 1,-1 0,1 0,0 1,0 1,-1-1,1 1,0 0,0 1,0 0,0 0,0 1,0 0,-5 3,4-1,-1 0,0 0,1 1,0 0,1 0,-1 1,1 0,0 1,1 0,0 0,0 1,1 0,0 0,1 0,0 1,0-1,1 1,0 1,-1 4,0 38,8-6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46:11.96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280 85,'-4'-6,"1"0,-1 1,0-1,-1 1,1-1,-1 1,0 1,0-1,-1 1,1 0,-1 0,0 0,0 1,0 0,-1 0,1 1,-1 0,1 0,-1 0,0 1,0 0,1 0,-1 0,0 1,0 0,0 1,0 0,0 0,0 0,1 1,-1 0,0 0,1 1,0-1,-1 1,1 1,1-1,-1 1,0 0,1 1,0-1,0 1,-3 3,6-6,0 1,1-1,-1 1,0 0,1 0,-1 0,1 0,0 0,0 0,0 0,0 0,1 0,-1 0,1 0,0 1,0-1,0 0,0 0,1 0,-1 1,1-1,0 0,0 0,0 0,0 0,0 0,1 0,-1-1,1 1,0 0,0-1,0 1,0-1,0 0,1 1,-1-1,1 0,-1 0,1-1,0 1,-1-1,1 1,3 0,16 5,1-2,0 0,0-1,1-2,-1 0,0-1,1-2,-1 0,9-3,-14 3,131-8,-146 8,-1 1,1 0,0-1,0 1,-1 0,1 0,0 0,0 1,-1-1,1 1,0-1,-1 1,1 0,0 0,-1 0,1 1,-1-1,0 1,1-1,-1 1,0 0,0-1,0 1,0 0,0 0,0 1,-1-1,1 0,-1 1,0-1,1 1,-1-1,0 1,0-1,-1 1,1 2,-3 5,0 0,-1 0,0 0,-1 0,0-1,0 0,-1 1,-1-1,1-1,-1 1,-1-1,0 0,0-1,0 1,-1-2,0 1,0-1,-5 5,0-1,-1-1,0 0,-1 0,0-2,0 0,0-1,-1 0,0-1,0-1,-2 0,-6-1</inkml:trace>
  <inkml:trace contextRef="#ctx0" brushRef="#br0" timeOffset="393.994">1082 126,'-18'-7,"-1"0,1 2,-1 0,0 1,-1 1,1 0,0 2,-1 1,1 0,-1 1,1 1,-6 2,-26 24,50-27,0 0,0 0,0 0,1 0,-1 0,0 1,1-1,-1 0,1 0,0 0,-1 0,1 1,0-1,-1 0,1 1,0-1,0 0,0 0,0 1,0-1,1 0,-1 0,0 1,1-1,-1 0,1 0,-1 0,1 1,-1-1,1 0,0 0,-1 0,1 0,0 0,0 0,0 0,0-1,0 1,0 0,0 0,0-1,0 1,0 0,1-1,14 8,0-1,1 0,0-1,0-1,1-1,0 0,-1-2,1 0,0-1,0 0,9-2,-13 2,174 7,-184-8,-1 1,0-1,0 1,0 0,0 0,0 0,0 0,0 1,-1-1,1 1,0 0,-1 0,1 0,-1 0,0 0,0 0,1 1,-2-1,1 1,0-1,0 1,-1 0,1 0,-1 0,0-1,0 1,0 1,0-1,-1 0,1 0,-1 0,0 0,0 0,0 0,0 1,0-1,-1 0,0 0,0 1,-4 11,-2-1,0 0,0-1,-1 1,-1-1,0-1,-1 0,0 0,-1-1,-1 0,1-1,-2 0,1-1,-1-1,-6 4,-56 27,44-27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46:08.34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94 83,'0'-9,"0"-5,-2-3,-4 2,-2 3,-2 4,-3 3,0 3,2 3,0 5,2 0</inkml:trace>
  <inkml:trace contextRef="#ctx0" brushRef="#br0" timeOffset="840.581">1 97,'12'-6,"1"0,0 0,0 2,0-1,1 2,-1 0,1 0,0 1,0 1,0 0,0 1,2 1,-12-1,7 0,1 0,0 1,0 0,0 1,-1 0,1 1,-1 0,2 1,-10-3,0 1,1-1,-1 1,0-1,0 1,0 0,0 0,-1 0,1 1,0-1,-1 0,1 1,-1 0,0 0,0 0,0 0,-1 0,1 0,-1 0,1 0,-1 1,0-1,0 0,-1 1,1-1,-1 1,1-1,-1 4,-3 3,0-1,-1 0,0 0,0-1,-1 1,0-1,0 0,-1 0,0 0,0-1,-1 0,0-1,0 1,-1-1,0 0,0-1,0 0,-1 0,-6 2,10-4,4-3,1 0,-1 0,1 0,-1 0,1 0,-1 0,1 0,-1 0,1 0,0 0,-1 0,1 0,-1 0,1 0,-1 1,1-1,-1 0,1 0,0 0,-1 1,1-1,-1 0,1 1,0-1,-1 0,1 1,0-1,0 0,-1 1,1-1,0 1,0-1,-1 1,1-1,0 0,0 1,0-1,0 1,0-1,0 1,0-1,0 1,0-1,0 1,0-1,0 1,0-1,0 1,0-1,0 0,1 1,-1-1,0 1,0-1,1 1,-1-1,0 0,0 1,1-1,-1 0,0 1,1-1,-1 0,1 1,-1-1,1 0,35 4,-17-5,0 1,1 1,-1 1,0 0,1 1,-1 1,-1 1,1 1,-1 0,0 2,0 0,-1 0,3 4,-17-10,0 0,0 0,0 1,0-1,-1 1,1 0,-1-1,0 1,1 0,-1 1,-1-1,1 0,0 0,-1 1,0-1,0 1,0 0,0-1,0 1,-1 0,1-1,-1 1,0 0,0-1,-1 1,1 0,-1-1,0 1,0 0,0-1,0 1,-1-1,1 1,-1 0,-9 8,0-1,0 1,-1-2,0 0,-1 0,0-1,-1-1,0 0,0-1,-1-1,1 0,-1-1,-1 0,-4 0,-2 2,-1-1,1-1,-1-1,-1-1,1-1,-13-1,11-6,27 2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46:15.99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38,'13'-3,"21"-4,21-7,0 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46:16.25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32,'18'-2,"16"-6,12-3,0 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46:16.42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45,'16'-7,"12"-4,10-3,-1 1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46:16.58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35,'18'-7,"7"-2</inkml:trace>
  <inkml:trace contextRef="#ctx0" brushRef="#br0" timeOffset="1">775 21,'16'-9,"5"-3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46:17.78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1,'59'-1,"134"11,-190-10,0-1,0 2,0-1,0 0,0 1,0-1,-1 1,1 0,0 0,0 0,0 0,-1 0,1 1,-1-1,1 1,-1 0,0 0,1 0,-1 0,0 0,0 0,0 0,-1 1,1-1,-1 1,1-1,-1 1,0 0,0-1,0 1,0 0,0 0,-1 0,1 0,-1 0,0 0,0 0,0 0,0 0,0 0,-1 0,-5 8,-1 0,0-1,-1 1,0-2,0 1,-1-1,0 0,-1-1,0 0,0-1,-1 0,-7 4,-49 32,67-43,-1 0,1 0,-1 0,0 0,1 0,-1 0,1 0,-1 1,0-1,1 0,-1 0,1 0,-1 1,1-1,-1 0,1 1,-1-1,1 1,0-1,-1 0,1 1,-1-1,1 1,0-1,-1 1,1-1,0 1,0-1,-1 1,1-1,0 1,0 0,0-1,0 1,0-1,0 1,-1 0,2-1,-1 1,0-1,0 1,0-1,0 1,0 0,0-1,1 1,-1-1,0 1,0-1,1 1,-1-1,0 1,1-1,-1 1,0-1,1 1,-1-1,1 0,-1 1,1-1,-1 0,1 1,-1-1,1 0,-1 0,1 1,0-1,-1 0,47 5,-43-5,57 1,-26-2,-1 1,0 2,1 1,-1 2,0 1,-1 2,24 9,-55-17,0 0,-1 1,1-1,0 0,0 1,-1-1,1 1,0 0,-1-1,1 1,-1 0,1 0,-1 0,1 0,-1 0,0 1,1-1,-1 0,0 1,0-1,0 1,0-1,0 1,0-1,-1 1,1 0,0-1,-1 1,1 0,-1-1,0 1,0 0,1 0,-1 0,0-1,0 1,-1 0,1 0,0 0,-1-1,1 1,-1 0,0 0,-68 39,-190 42,236-74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46:18.08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41 0,'7'14,"4"11,1 8,-2 3,-5 2,-8 2,-10-1,-7-4,-6-4,3-9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46:18.66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3,'34'-2,"0"1,0 2,0 1,0 2,0 1,-1 2,0 1,25 10,24 24,-79-40,0 0,0 0,-1 1,1-1,-1 1,0-1,1 1,-1 0,0 0,-1 0,1 0,-1 0,1 1,-1-1,0 0,0 1,0-1,-1 0,1 1,-1-1,0 1,0-1,0 1,0 1,-5 7,1-2,-2 1,0 0,0-1,-1 0,0-1,0 0,-1 0,0 0,-1-1,0 0,0-1,-1 0,0 0,-7 3,9-5,-24 17,-45 40,76-62,1 1,-1-1,1 1,-1 0,1-1,-1 1,1 0,-1-1,1 1,-1 0,1-1,0 1,-1 0,1 0,0-1,0 1,0 0,0 0,0-1,0 1,0 0,0 0,0 0,0-1,0 1,0 0,0 0,0-1,1 1,-1 0,0 0,1-1,-1 1,1 0,-1-1,0 1,1 0,0-1,-1 1,1-1,-1 1,1-1,0 1,-1-1,1 1,0-1,-1 0,1 1,0-1,0 0,-1 0,1 0,0 1,0-1,104 14,71-12,-87-2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46:18.92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50 0,'14'16,"4"12,-1 10,-7 6,-11 2,-14 0,-11-3,-8-7,2-9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46:19.20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1 368,'110'-283,"-78"207,-27 67,-10 31,1-9,-7 32,1 1,3 0,2 0,1 1,3-30,1 1,1-1,1 1,0-1,1 1,1-1,0 0,2-1,0 1,0-1,2 0,2 4,9 7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46:19.45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0,'9'16,"7"12,6 12,4 10,-1 4,-4 2,-8-1,-16-3,-20-7,-7-9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46:20.08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320 58,'-31'-9,"1"0,-2 3,1 0,-1 2,0 1,-3 2,32 1,-1 0,1 0,0 0,-1 1,1-1,0 1,-1 0,1 0,0 0,0 0,0 1,0-1,0 1,0 0,0-1,0 1,1 1,-1-1,1 0,-1 1,1-1,0 1,0 0,0 0,1-1,-1 1,1 1,-1-1,1 0,0 0,0 0,0 1,1-1,-1 1,-1 10,0 0,0 0,2 0,-1 0,2 0,0 0,1 0,0-1,1 1,1 0,0-1,0 0,2 0,-1 0,2 0,0-1,0 0,1-1,1 1,-1-2,2 1,0-1,0-1,1 1,0-2,0 0,1 0,0-1,0 0,1-1,0-1,0 0,0-1,1 0,0-1,5 1,-12-4,-1 0,1 0,0 0,-1-1,1 0,0-1,-1 1,0-1,1 0,-1-1,0 1,0-1,0-1,-1 1,1-1,-1 0,0 0,0 0,0-1,0 0,-1 0,0 0,0 0,0-1,-1 0,1 0,-2 0,1 0,-1 0,1 0,-2-1,1 1,-1-1,0 0,1-6,-1 1,0-1,-1 0,-1 0,0 1,0-1,-1 1,-1-1,0 1,-1 0,0 0,-1 0,0 0,-1 1,-1 0,1 0,-2 1,1-1,-1 2,-1-1,0 1,0 0,-1 1,0 0,-1 1,1 0,-1 1,0 0,-1 0,0 1,0 1,0 0,0 1,-1 0,1 1,-1 0,1 1,-1 0,0 1,0 0,-5 2,11-1,1 1,-1 0,0 0,1 1,-1-1,1 1,0 1,0-1,0 1,1 0,-1 1,1-1,0 1,0 0,0 1,-22 32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46:20.40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93 0,'7'20,"4"19,3 13,-1 10,-3 6,-3 0,-10-3,-15-7,-16-9,-16-14,0-11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46:20.88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312 136,'-4'-8,"0"-1,0 1,-1 0,0 0,0 0,-1 1,0 0,0 0,-1 0,0 1,0 0,0 1,-1-1,0 1,0 1,0-1,-1 1,1 1,-1 0,0 0,0 1,0 0,-1 0,1 1,0 0,0 1,-1 0,1 0,-9 2,14-1,0-1,0 1,1 0,-1 0,0 1,1-1,-1 1,1-1,0 1,-1 0,1 0,0 1,0-1,0 1,0 0,1-1,-1 1,1 0,0 0,0 1,0-1,0 0,0 1,1-1,-1 1,1 0,0-1,0 1,1 0,-1 0,1 0,0 0,0-1,0 1,0 0,0 0,1 0,0-1,0 1,0 0,0 0,1-1,-1 1,1-1,8 7,0-1,0 0,1-1,0 0,1 0,0-1,0-1,0 0,1-1,0 0,0-1,0 0,0-1,1 0,-1-2,1 1,13-2,2 2,1-1,0-2,0-2,-1 0,1-2,6-3,-31 7,-3 0,0 0,0 1,0-1,0 0,0 1,0-1,-1 1,2 0,-1-1,0 1,0 0,0 0,0 0,0 1,0-1,0 0,0 1,0-1,-1 1,1 0,0 0,0 0,0 0,-1 0,1 0,0 0,-1 0,1 1,-1-1,1 1,-1-1,0 1,0-1,1 2,3 13,-2 1,1-1,-2 1,0 0,-2 0,1-1,-2 1,-1 3,2-13,0 5,0 0,-1-1,-1 1,0-1,-1 1,0-1,0 0,-1 0,-1 0,0-1,0 0,-1 0,0 0,-1 0,0-1,0 0,-1-1,-1 1,1-2,-1 1,0-1,-1 0,0-1,0 0,0-1,-9 3,-25 6,6-7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46:21.35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201 63,'-9'-8,"-1"1,0 0,0 0,-1 1,1 0,-1 1,-1 0,-5-1,14 5,0 0,0 0,1 0,-1 1,0-1,0 1,0 0,-1 0,1 0,0 0,0 0,0 1,0 0,1-1,-1 1,0 0,0 0,0 1,1-1,-1 0,0 1,1 0,-1 0,1 0,0 0,0 0,0 0,0 0,0 1,0-1,0 1,1-1,-1 1,1 0,0-1,0 1,-1 1,0 1,1-1,0 1,0-1,0 1,0-1,1 1,0 0,-1-1,2 1,-1-1,1 1,-1 0,1-1,1 1,-1-1,0 0,1 1,0-1,0 0,1 0,-1 0,1 0,-1 0,1-1,3 3,0 0,1 0,0 0,0-1,0 0,0 0,1-1,0 0,0 0,0-1,0 0,0-1,1 1,7 0,-3-2,0-1,0 0,0 0,0-1,0-1,0 0,0-1,0 0,-1-1,10-4,-15 5,-4 1,0 0,1 0,-1 1,1-1,-1 1,1 0,-1 0,1 0,0 0,-1 1,1-1,0 1,-1 0,1 0,0 1,0-1,-1 1,1-1,0 1,-1 1,1-1,-1 0,0 1,1-1,-1 1,0 0,3 2,3 12,0 1,-1 0,0 0,-2 1,0-1,-1 2,0-1,-2 0,0 4,2 2,-1 1,-2-1,0 1,-2 0,-1 9,1-26,-1 1,-1-1,0 0,0 0,0-1,-1 1,0 0,0-1,-1 0,0 0,0 0,-1 0,0 0,0-1,0 0,-1 0,0-1,-3 3,-5 1,0-1,-2 0,1-1,0-1,-1 0,0-1,-1 0,-13 1,-65 12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46:40.034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7 154,'-5'-9,"4"-3,12 0,22 1,24 1,28 1,30-1,28 0,27-2,23 0,15-1,9-1,-2 3,-36 3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46:45.090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0 581,'9'-6,"1"0,0 1,0 0,0 0,0 1,0 1,1-1,0 2,0 0,0 0,0 1,0 0,0 1,0 0,0 1,10 1,12-1,1143 0,-84-54,-623 51,227-7,-483 0,955-67,-1037 62,672-60,9 39,-167 24,-223-28,-244 18,204 15,-380 7,0 0,-1 0,1 0,-1 0,1 0,-1 0,1 0,-1 0,0 1,1-1,-1 0,0 1,0-1,0 1,0-1,0 1,-1 0,1-1,0 1,-1 0,1 0,-1 0,0-1,0 1,1 0,-1 0,0 0,-1 0,1-1,0 1,-1 1,2 2,3 351,12-59,-16-296,6 26,-6-26,0-1,1 0,-1 1,0-1,0 0,1 0,-1 1,0-1,1 0,-1 1,0-1,1 0,-1 0,0 0,1 1,-1-1,1 0,-1 0,0 0,1 0,-1 0,1 0,-1 0,0 0,1 0,-1 0,1 0,-1 0,0 0,1 0,-1 0,1 0,-1-1,0 1,1 0,-1 0,0 0,1-1,-1 1,0 0,1 0,-1-1,0 1,1 0,-1-1,0 1,0 0,1-1,-1 1,0 0,0-1,0 1,0-1,0 1,1 0,-1-1,0 1,7-10,-1 1,0 0,1 0,-1 1,2-1,-1 2,1-1,0 1,1 0,-1 1,1 0,1 0,-1 1,1 0,0 1,0 0,0 0,1 1,5 0,-2 3,1 0,-1 1,0 1,0 0,0 1,-1 1,1 0,-1 1,1 0,0 2,1 0,1-1,0-1,0 0,1-1,-1-1,17 1,-30-4,-1 0,1 0,0-1,0 1,0-1,0 1,0-1,0 0,-1 0,1-1,0 1,-1-1,1 1,-1-1,1 0,-1 1,0-1,0-1,0 1,0 0,0 0,0-1,-1 1,1-1,-1 1,0-1,0 0,0 0,0 1,0-1,0 0,-1 0,1 0,4-103,-14 39,-4 0,-2 0,-3 1,-3 1,-15-28,21 51,8 13,7 29,0-1,0 1,0-1,1 0,-1 1,0-1,0 1,1 0,-1-1,0 1,1-1,-1 1,1-1,-1 1,0 0,1-1,-1 1,1 0,-1-1,1 1,-1 0,1 0,-1 0,1-1,0 1,-1 0,1 0,-1 0,1 0,-1 0,1 0,-1 0,1 0,0 0,-1 0,1 1,-1-1,1 0,-1 0,1 0,-1 1,1-1,-1 0,1 0,-1 1,238 61,-159-56,1-3,46-5,-18 0,2436 2,-1637-25,-85-4,830 30,-858-15,164 28,270-32,-177 10,-433 21,27 0,838 28,-512-42,-693-14,115-27,-327 34,90-14,-56 7,103-3,-16 10,6-12,-158 21,-23-1,-1 1,1-1,0-1,-1 0,1-1,-1 0,1-1,5-2,60-39,-73 43,0 0,-1 0,1 0,0 1,0-1,0 1,0 0,0 0,0 1,0-1,0 1,0-1,0 1,-1 0,1 1,0-1,0 1,-1 0,1 0,-1 0,0 0,0 0,1 1,-2-1,4 4,27 74,-28-61,3 24,-2 0,-1 0,-3 1,-1-1,-3 1,-1-1,-2 1,-9 35,-9 104,20-32,5-155,0 0,0 1,0-1,1 0,0 0,-1 1,1 0,1-1,-1 1,0 0,1 1,0-1,-1 1,1-1,0 1,0 0,0 1,1-1,2 0,13-1,-1 0,1 2,-1 0,1 1,-1 1,1 1,-1 1,0 0,1 1,7 4,60 10,-84-17,-1-1,1 0,-1 0,1 0,0 0,-1-1,1 1,0-1,-1 1,1-1,-1 0,1 0,-1 0,0 0,1-1,-1 1,0 0,0-1,0 0,0 0,0 1,0-1,-1 0,1 0,0-1,-1 1,0 0,1 0,-1-1,0 0,20-81,-17 19,-4-1,-2 1,-4 0,-8-36,7 43,-35-245,30 250,18 59,0 0,1-1,-1 0,1 0,0 0,0-1,1 0,-1 0,1-1,0 0,0 0,0-1,0 0,1 0,-1-1,0 0,1-1,2 0,-4 1,490 38,277 5,561 51,-1117-67,51 19,-222-36,-46-12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46:38.861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440 142,'0'3,"0"9,0 14,0 14,2 12,1 8,0 4,-3-1,-2-4,-2-8,-3-9,-1-15,2-17,1-9</inkml:trace>
  <inkml:trace contextRef="#ctx0" brushRef="#br0" timeOffset="293.307">159 63,'-14'-7,"-11"-2,-4 0,-1 2,4 4,7 5,6 5,10 3,13 2,15-1,20-2,23-5,20-6,17-6,13-5,0 0,-2 2,-22 4</inkml:trace>
  <inkml:trace contextRef="#ctx0" brushRef="#br0" timeOffset="659.093">1148 183,'-2'-5,"0"-1,0 1,-1 0,1 1,-1-1,0 0,-1 1,1-1,-1 1,0 0,0 0,0 1,0-1,-1 1,1 0,-1 0,0 1,0-1,0 1,0 0,-1 0,1 1,0-1,-1 1,1 0,-1 1,1 0,-1-1,1 2,-1-1,1 1,-1 0,-1 0,-8 5,1 0,-1 2,1-1,1 2,0 0,0 0,1 1,0 1,0 0,1 0,1 1,0 1,1 0,0 0,1 1,0 0,1 0,-1 7,4-15,0 1,1 0,0 0,0 0,0 0,1 0,0 0,1 1,0-1,0 1,0-1,1 1,0-1,0 1,1-1,0 1,1-1,0 0,0 1,0-1,1 0,0 0,0 0,0-1,1 1,1-1,-1 0,5 5,4-3,1 0,0-2,1 1,-1-2,1 0,0-1,0 0,1-1,-1-1,0 0,1-1,0-1,-1-1,1 0,-1-1,1 0,11-4,2 0,1-1,-1-1,0-1,0-2,-2-1,1-1,-1-1,22-17,-37 23,-1 0,0-1,-1 0,0 0,0-1,-1-1,-1 0,1 0,-2-1,0 1,0-2,-1 1,0-1,-1 0,-1 0,0 0,-1-1,0 1,-1-1,0-6,-8-32,6 52,0 0,0 1,0-1,0 0,0 0,0 1,0-1,0 0,0 0,0 0,0 1,0-1,0 0,-1 0,1 0,0 1,0-1,0 0,0 0,-1 0,1 0,0 0,0 1,0-1,0 0,-1 0,1 0,0 0,0 0,-1 0,1 0,0 0,0 0,-1 0,1 0,0 0,0 0,0 0,-1 0,1 0,0 0,0 0,-1 0,1 0,0 0,0 0,0 0,-1 0,1 0,0-1,0 1,0 0,-1 0,1 0,-4 25,4 26,2-1,2 0,8 32,1 23,-2-34,-8-71,-1-8</inkml:trace>
  <inkml:trace contextRef="#ctx0" brushRef="#br0" timeOffset="938.512">1535 129,'-22'-104,"22"103,0-1,1 1,-1 0,0 0,1 0,-1-1,1 1,0 0,-1 0,1 0,0 0,-1 0,1 0,0 1,0-1,0 0,0 0,0 0,0 1,0-1,0 1,0-1,0 1,1-1,-1 1,0-1,0 1,0 0,1 0,-1 0,0 0,0 0,1 0,-1 0,0 0,0 0,0 0,1 1,-1-1,0 0,0 1,0-1,0 1,0 0,0-1,0 1,0 0,0-1,0 1,0 0,0 0,0 0,29 15,0 1,-2 1,0 1,-1 2,-1 1,-1 1,18 21,28 45,-69-86,0 0,0 1,0-1,0 0,-1 1,0 0,0-1,0 1,0-1,0 1,-1 0,1 0,-1-1,0 1,-1 0,1 0,0-1,-1 1,0 0,0 0,0-1,0 1,-1-1,0 1,1-1,-1 0,0 0,-2 2,-6 4,1-1,-2-1,1 0,-1-1,0 0,0 0,-1-1,1-1,-1 1,0-2,0 0,-13 1,-43 10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47:32.78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78 68,'-17'87,"4"1,4 0,2 79,3-88,0 30,8-275,-4 164,-1-1,1 1,0 0,1 0,-1-1,0 1,1 0,-1 0,1 0,0 0,-1-1,1 1,0 0,0 0,0 0,1 1,-1-1,0 0,1 0,0 1,-1-1,1 1,0-1,-1 1,1 0,0-1,0 1,0 0,0 0,0 1,1-1,-1 0,0 1,0-1,0 1,1 0,-1 0,0 0,0 0,1 0,-1 0,0 0,0 1,0-1,14 9,-1 0,-1 1,0 1,0 0,-1 0,0 2,-1 0,-1 0,0 1,-1 0,0 1,2 6,-4-10,-2 0,1 1,-2 0,1 0,-2 0,0 1,1 4,-4-14,0 0,-1 1,1-1,-1 1,0-1,0 0,0 1,-1-1,1 1,-1-1,1 0,-1 1,0-1,-1 0,1 0,0 0,-1 0,0 0,0 0,0 0,0 0,0-1,0 1,-1-1,1 0,-1 0,0 0,0 0,1 0,-2 0,-11 4,0 0,0-2,0 0,-1 0,1-2,-1 0,0-1,0 0,1-1,-1-1,0 0,0-2,1 1,-10-5,4 1,22 6,-1 1,0-1,0 0,1 0,-1 0,0 0,0 0,1 0,-1 0,0 0,1 0,-1 0,0 0,0 1,1-2,-1 1,0 0,0 0,1 0,-1 0,0 0,1 0,-1 0,0 0,0 0,1 0,-1-1,0 1,0 0,0 0,1 0,-1 0,0-1,0 1,0 0,1 0,-1 0,0-1,0 1,0 0,0 0,0-1,0 1,1 0,-1-1,0 1,0 0,0 0,0-1,0 1,0 0,0 0,0-1,0 1,0 0,-1-1,1 1,0 0,0 0,0-1,0 1,0 0,0-1,27-1,6 1</inkml:trace>
  <inkml:trace contextRef="#ctx0" brushRef="#br0" timeOffset="266.83">358 174,'-2'-16,"-1"-16,0-10,1-2,3 13,5 23,12 31,9 32,6 32,3 29,-5 21,-10 17,-22 12,-34 8,-42 0,-9-28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47:35.65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46 0,'0'0,"0"1,0-1,0 1,0-1,0 0,0 1,0-1,0 0,-1 1,1-1,0 0,0 0,0 1,-1-1,1 0,0 1,0-1,-1 0,1 0,0 1,-1-1,1 0,0 0,-1 0,1 0,0 0,-1 1,1-1,0 0,-1 0,1 0,-1 0,1 0,0 0,-1 0,1 0,0 0,-1 0,1 0,0 0,-1-1,1 1,0 0,-1 0,1 0,0 0,-1-1,1 1,0 0,-1 0,1-1,0 1,0 0,-1 0,1-1,0 1,0 0,0-1,-1 1,1 0,0-1,0 1,-2 37,2-34,-3 146,-18 113,20-250,-1 63,2-73,0 0,0-1,1 1,-1 0,1 0,-1-1,1 1,0 0,0-1,0 1,0 0,0-1,0 0,0 1,0-1,0 1,1-1,-1 0,1 0,-1 0,1 0,-1 0,1 0,-1 0,1-1,0 1,-1 0,1-1,0 0,0 1,0-1,-1 0,1 0,0 0,0 0,0 0,0 0,12-3,0 0,0-1,0-1,-1 0,1 0,-1-2,-1 1,13-9,20-10,-31 18,-1 2,2-1,-1 2,1 0,-1 1,1 0,0 1,0 0,13 2,-10 0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47:36.31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359 31,'-23'-7,"1"1,-1 0,-1 2,1 1,0 0,-15 2,29 1,0 0,0 1,0 0,0 0,1 1,-1 1,0-1,1 1,0 0,-1 1,1 0,1 1,-1-1,1 2,-1-1,2 1,-1 0,-4 4,9-8,0 0,0 0,0 0,0 1,0-1,1 0,-1 1,1-1,-1 1,1-1,0 1,0 0,0 0,0-1,1 1,-1 0,1 0,-1 0,1 0,0 0,0 0,1 0,-1-1,1 1,-1 0,1 0,0 0,0 0,0-1,0 1,0-1,1 1,-1-1,1 1,0-1,0 0,0 1,0-1,0 0,0-1,0 1,1 0,-1-1,1 1,-1-1,3 1,4 1,0 0,0-1,1-1,-1 1,0-2,1 1,-1-1,1-1,-1 1,0-2,1 1,-1-1,0-1,0 0,6-2,-9 3,0-1,0 1,0-1,-1-1,1 1,-1-1,0 0,0 0,0 0,0-1,-1 0,0 0,0 0,0 0,0-1,-1 1,0-1,0 0,-1 0,1 0,-1 0,-1-1,1 1,-8-35,5 40,1 0,0 0,-1 0,1 1,0-1,-1 0,1 0,-1 1,1-1,-1 0,1 1,-1-1,0 1,1-1,-1 1,0-1,0 1,1-1,-1 1,0-1,0 1,0 0,1 0,-1-1,0 1,0 0,0 0,0 0,0 0,1 0,-1 0,0 0,0 0,0 0,0 0,0 1,1-1,-1 0,0 1,0-1,0 0,1 1,-1-1,0 1,0 0,-1 1,0 0,0 0,0 1,0 0,0-1,0 1,0 0,1 0,0 0,0 0,-1 0,2 0,-1 0,0 0,1 0,-1 1,1-1,0 0,0 0,0 1,0-1,1 0,-1 0,1 0,0 0,0 0,0 1,0-2,1 1,-1 0,1 0,0 0,0-1,0 1,0-1,0 1,12 7,0-1,1 0,0-1,0-1,0 0,1-1,0-1,0 0,1-2,0 1,-1-2,1 0,0-1,2-1,-16 0,88 7,-5-3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47:37.18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18 691,'22'-67,"-3"0,-3-1,-3-1,-3 0,-3 0,-3-1,-5-54,-12 53,13 70,0 0,0 1,0-1,0 0,0 1,0-1,0 1,-1-1,1 0,0 1,0-1,-1 0,1 1,0-1,-1 1,1-1,0 1,-1-1,1 1,-1-1,1 1,-1 0,1-1,-1 1,1 0,-1-1,0 1,1 0,-1-1,1 1,-1 0,0 0,1 0,-1 0,0 0,1 0,-1 0,0 0,1 0,-1 0,0 0,1 0,-1 0,1 0,-1 0,0 1,1-1,-1 0,1 1,-1-1,1 0,-1 1,1-1,-1 1,1-1,-1 0,1 1,-1-1,1 1,0 0,-1-1,1 1,0-1,-1 1,1 0,-20 43,7 9,2 0,3 1,2 0,3 0,2 33,-1-59,0-1,2 1,2-1,0 0,2 1,1-1,1-1,1 1,1-1,1 0,2-1,1 0,-8-18,0-1,1 0,0 0,0-1,0 1,1-1,0-1,0 1,0-1,0 0,1 0,-1 0,1-1,0 0,0-1,1 1,-1-1,0-1,1 1,-1-2,1 1,-1-1,1 0,0 0,-1-1,1 0,-1 0,0-1,1 0,-1 0,0 0,0-1,0-1,3-1,21-17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47:37.36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70 1,'-14'2,"-6"3,-1 3,7 3,13 1,24-1,26-3,28-2,25-5,20-4,13-3,-4 3,-23 2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47:37.96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0 439,'9'-4,"-1"-1,0-1,0 1,-1-1,1-1,-1 1,-1-1,1-1,-1 1,0-1,-1 0,0 0,0-1,-1 1,0-1,-1 0,1 0,-2-1,1 1,-1 0,-1-1,0 0,0 1,-1-3,0-10,0 1,-1 0,-2 0,0 0,-1 0,-1 0,-1 1,-1-2,5 16,1 5,0 0,0 0,0 0,1 0,-1 1,1-1,-1 0,0 0,1 0,0-1,-1 1,1 0,0 0,-1 0,1 0,0 0,0 0,0 0,0-1,0 1,0 0,0 0,0 0,1 0,-1 0,0 0,1 0,-1 0,1 0,-1 0,1 0,-1 0,1 0,0 0,0 0,-1 0,1 0,0 1,0-1,0 0,0 1,0-1,0 0,0 1,0-1,0 1,120 22,-92-16,-10-3,-1 0,1 1,0 2,-1-1,0 2,0 1,-1 0,0 1,0 1,3 3,-16-8,0 0,0 1,0-1,-1 1,1 0,-2 0,1 0,0 1,-1-1,-1 1,1-1,-1 1,0-1,0 1,-1 0,0 0,0-1,0 1,-1 0,0-1,-1 1,1-1,-1 1,-3 5,-4 48,9-58,0 1,0-1,0 0,0 0,0 0,1 1,-1-1,1 0,-1 0,1 0,0 0,0 0,0 0,0 0,0 0,0 0,1 0,-1-1,1 1,-1 0,1-1,0 0,-1 1,1-1,0 0,0 0,0 0,0 0,0 0,0 0,0 0,0-1,2 1,75 1,-61-4,0-2,0 0,0-1,-1-1,1 0,-1-2,-1 0,1 0,-1-2,-1 0,0-1,-1 0,0-1,0-1,-1 0,-1-1,0 0,-1-1,-1 0,6-11,-14 23,-1 1,1-1,0 1,-1-1,0 0,0 1,0-1,0 0,0 0,0 0,-1 0,1 0,-1 0,0 1,0-1,0 0,0 0,0 0,-1 0,1 0,-1 0,0 0,0 0,0 0,0 1,-1-1,1 1,-1-1,1 1,-1-1,0 1,0 0,0-1,0 1,-1 0,1 1,0-1,-3-1,0 3,-1 0,0 0,1 0,-1 1,1 0,-1 0,1 0,-1 1,1 0,0 0,0 0,0 1,0 0,0-1,0 2,1-1,-1 1,1-1,0 1,0 0,1 1,-1-1,1 1,0-1,0 1,0 0,1 0,0 0,0 0,0 1,0-1,1 1,0-1,0 1,1-1,-1 1,1 0,1-1,-1 1,1-1,0 1,0-1,0 1,1-1,0 0,0 1,2 3,7 0,0 0,1 0,-1-1,2-1,-1 0,1-1,0 0,1-1,-1-1,1 0,0 0,0-1,0-1,0-1,1 0,0-1,65 7,-7-3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47:39.47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300 45,'-7'-5,"1"0,-1 1,0-1,-1 1,1 1,-1-1,0 1,0 0,0 1,0 0,0 0,0 1,0 0,-1 1,1 0,-1 0,1 0,0 1,0 0,-1 1,1 0,0 0,0 1,1 0,-1 0,0 1,1 0,0 1,0-1,0 1,-3 4,6-6,-1 1,1 0,1 0,-1 0,1 1,-1-1,1 1,0 0,1 0,-1 0,1 0,0 0,0 1,1-1,0 0,0 1,0 0,0-1,1 1,0-1,0 1,1 0,-1-1,1 1,0-1,1 1,-1-1,1 0,0 0,1 1,-1-1,1-1,0 1,0 0,1-1,-1 1,1-1,3 3,10 3,-1 0,2-1,-1-1,1-1,0 0,1-2,0 0,-1-1,2 0,-1-2,0 0,0-2,1 0,18-2,-23 1,0 0,0-1,1-1,-2 0,1-1,0-1,-1 0,0-1,0 0,0-1,-1-1,0 0,0-1,-1 0,-1-1,1 0,-1-1,-1 0,0-1,-1 0,8-13,-15 23,-1 0,1 0,0 0,-1 0,0 0,0 0,1-1,-1 1,0 0,-1-1,1 1,0-1,-1 1,0-1,1 1,-1-1,0 1,0-1,0 0,-1 1,1-1,-1 1,1-1,-1 1,0-1,0 1,0 0,0 0,0-1,-1 1,1 0,0 0,-1 0,0 0,0 0,1 0,-1 1,0-1,0 1,-1-1,1 1,-1 0,1 1,-1 0,0 0,1 0,-1 1,0-1,1 0,-1 1,0 0,1 0,-1 0,1 0,0 0,-1 0,1 0,0 1,-1-1,1 1,0 0,0 0,1 0,-1 0,0 0,0 0,1 0,0 0,-1 1,1-1,-1 1,-21 77,23-72,1 0,0 0,0 0,0 0,1 0,0-1,1 1,0 0,0-1,1 0,0 0,0 0,0 0,1 0,0-1,0 0,1 0,0 0,0-1,0 0,6 4,1 0,0-1,0-1,1 0,0 0,0-1,0-1,1-1,0 0,0-1,0 0,3-1,-13-1,-1 0,1-1,0 0,0 0,-1 0,1 0,0-1,-1 0,1 0,0 0,-1 0,1-1,-1 0,0 0,1 0,-1 0,0-1,0 1,0-1,-1 0,1-1,-1 1,0 0,0-1,0 0,0 0,0 0,0-2,5-16,-1 0,-2-1,0 1,-1-1,-1 0,-2 0,0-4,1-2,-5-32,3 61,0-1,0 0,0 1,0-1,0 1,0-1,1 0,-1 1,0-1,0 1,1-1,-1 1,0-1,1 1,-1-1,0 1,1 0,-1-1,1 1,-1-1,1 1,-1 0,1 0,-1-1,1 1,-1 0,1 0,-1-1,1 1,0 0,-1 0,1 0,-1 0,1 0,-1 0,1 0,0 0,-1 0,1 0,-1 0,1 0,0 1,-1-1,1 0,-1 0,1 0,-1 1,4-1,17 0,0 2,0 0,0 1,0 2,-1 0,0 1,0 0,0 2,4 3,-18-8,-1 1,0 0,1 0,-1 0,-1 1,1 0,-1 0,0 0,0 0,0 1,-1-1,0 1,0 0,0 0,-1 0,0 1,0-1,0 1,-1-1,0 1,0-1,-1 1,0-1,0 1,-1 5,0-6,1-1,0 1,0 0,0 0,1-1,0 1,0-1,1 1,-1-1,1 1,0-1,1 0,-1 1,1-1,0-1,0 1,1 0,-1-1,1 0,0 0,0 0,1 0,-1 0,1-1,0 0,2 1,10 2,0 0,1-1,-1-1,1-1,0-1,0 0,1-1,-1-1,0-1,0 0,0-1,0-2,15-3,-21 4,-1 0,1 0,-1-1,0 0,0-1,0 0,-1-1,0 0,0-1,0 0,-1-1,0 1,0-2,-1 1,0-1,-1-1,0 1,0-1,-1-1,0 1,-1-1,0 0,-1 0,0 0,1-8,-4 16,-1-1,0 1,1-1,-2 0,1 1,0-1,-1 0,1 1,-1-1,0 1,0-1,0 1,-1-1,0 1,1 0,-1 0,0 0,0 0,0 0,-1 0,1 0,-1 1,0-1,1 1,-1 0,0 0,-1 0,1 0,0 1,0-1,-1 1,1-1,-1 1,1 1,-1-1,1 0,-1 1,0-1,1 1,-1 0,0 1,1-1,-1 0,0 1,-1 0,1 0,0 0,0 0,1 0,-1 1,0-1,0 1,1 0,-1 0,1 1,-1-1,1 1,0-1,0 1,0 0,1 0,-1 0,1 1,-1-1,1 1,0-1,0 1,1 0,-1-1,1 1,0 0,0 0,0 0,0 0,1 0,0 0,-1 1,1-1,1 0,-1 0,1 0,0 0,0 0,0 0,0 0,2 2,5 4,1 0,1-1,0 0,0 0,1-1,0-1,0 0,1 0,-1-1,2 0,-1-1,0-1,1 0,0-1,0 0,0-1,1 0,3-1,52 9,0-2,0-4,0-3,54-6,-104 5,-1-1,1-1,-1-1,0 0,0-1,0-1,0-1,-1-1,0 0,0-1,-1-1,0 0,0-2,4-3,-18 12,0 0,1 0,-1 0,0-1,0 1,0-1,0 1,0-1,-1 1,1-1,-1 0,0 0,0 0,0 0,0 0,0 0,0 0,-1 0,0 0,0 0,0 0,0 0,0-1,0 1,-1 0,1 0,-1 0,0 0,0 0,0 0,-1 0,1 1,-1-1,1 0,-1 1,0-1,0 1,0-1,0 1,0 0,-1 0,0 0,-6-4,-1 1,1 1,-1 0,0 0,0 1,-1 1,1-1,-1 2,1-1,-1 1,1 1,-1 0,0 1,1 0,-1 0,1 1,-1 0,1 1,0 0,0 1,0 0,1 1,-1 0,0 1,6-4,0 0,1 0,-1 0,0 1,1-1,0 1,0 0,0 0,0 0,0 0,1 1,-1-1,1 1,0 0,0-1,0 1,1 0,-1 0,1 0,0 0,0 1,0-1,1 0,-1 0,1 1,0-1,1 0,-1 0,1 0,-1 1,1-1,0 0,1 0,-1 0,1 0,0 0,0-1,0 1,1 0,3 3,1 0,1-1,-1 0,1 0,0-1,0 0,1-1,0 1,-1-2,1 1,1-1,-1-1,0 1,1-2,-1 1,1-1,-1-1,1 0,0 0,-1-1,1 0,-1 0,1-1,-1-1,0 0,0 0,0 0,0-1,0-1,-1 1,0-1,0-1,5-4,-8 6,1-1,-1-1,0 1,-1-1,1 1,-1-1,0-1,-1 1,0 0,0-1,0 0,0 0,-1 0,0 0,-1 0,0 0,0 0,0 0,-1-1,0 8,-1-1,1 1,-1-1,1 1,-1-1,1 1,-1 0,0-1,1 1,-1-1,1 1,-1 0,0 0,1-1,-1 1,0 0,1 0,-1 0,0 0,1 0,-1 0,0 0,1 0,-1 0,0 0,1 0,-1 0,0 1,1-1,-1 0,0 0,1 1,-1-1,1 0,-1 1,1-1,-1 1,1-1,-1 0,1 1,-1-1,1 1,-1 0,1-1,0 1,-1-1,1 1,0 0,-1-1,1 1,0 0,0-1,0 1,0 0,-3 3,1 0,0 0,0 0,0 0,1 0,-1 0,1 1,0-1,0 0,1 1,-1-1,1 1,0-1,0 1,0-1,1 1,0-1,0 0,0 1,0-1,0 0,1 0,0 0,0 0,0 0,1 0,-1 0,1-1,0 1,0-1,0 0,0 1,0-2,1 1,0 0,-1-1,2 1,20 10,0-1,1-2,1 0,-1-2,1 0,1-2,-1-2,16 2,-30-4,103 14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47:40.08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 1,'27'103,"-5"1,-5 2,-4 0,-3 34,-6-95,-3 1,-1-1,-2 0,-2 0,-4 10,-15 5,22-60,0 1,1-1,-1 0,0 0,0 1,0-1,0 0,0 0,0 0,0 0,0 0,0 0,1 0,-1 0,0 0,0-1,0 1,0 0,0-1,0 1,1 0,-1-1,0 1,0-1,0 1,1-1,-1 0,0 1,1-1,-1 0,1 1,-1-1,1 0,-1 0,1 0,-1 1,1-1,0 0,-1 0,1 0,0 0,0 0,0 0,-1 1,1-1,0 0,0 0,0 0,1 0,-1 0,0 0,0 0,0 0,1 0,-1 1,1-1,-21-211,18 167,-6-368,8 400,0 8,-1-1,1 1,0-1,0 1,1 0,-1-1,1 1,1 0,-1-1,1 1,-1 0,2 0,-1 0,0 0,1 1,0-1,2-1,-3 5,1 0,0 0,0 1,0-1,0 1,0 0,0 0,-1 0,1 0,0 0,0 1,0-1,0 1,0 0,-1 0,1 0,0 0,-1 0,1 1,-1-1,1 1,-1-1,0 1,1 0,-1 0,2 2,-4-3,16 10,-1 1,-1 1,0 0,-1 1,0 0,-1 1,-1 0,0 1,-1 1,5 12,-14-28,0 1,0-1,-1 1,1 0,-1-1,1 1,-1 0,1-1,-1 1,0 0,0-1,0 1,0 0,0 0,0-1,0 1,-1 0,1-1,-1 1,1 0,-1-1,0 1,1-1,-1 1,0-1,0 1,0-1,0 0,0 1,-1-1,1 0,0 0,-1 0,1 0,0 0,-1 0,1 0,-1 0,0-1,1 1,-1 0,-11 2,-1 0,1 0,-1-2,0 1,1-2,-1 0,0 0,0-2,-8-1,-22-12,37 5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47:40.65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19 442,'-6'-23,"2"-1,0 1,2-1,0 0,2 1,0-1,2 0,1 0,1 1,0-2,4-30,0-50,-8 104,0 1,0-1,0 1,1-1,-1 0,0 1,0-1,0 0,0 1,0-1,0 1,0-1,0 0,0 1,-1-1,1 0,0 1,0-1,-1 1,1-1,0 1,0-1,-1 1,1-1,-1 1,1-1,0 1,-1-1,1 1,-1-1,1 1,-1 0,0-1,1 1,-1 0,1 0,-1-1,1 1,-1 0,0 0,1 0,-1 0,0 0,1 0,-1 0,1 0,-1 0,0 0,1 0,-1 0,0 0,1 0,-1 0,1 1,-1-1,0 0,1 1,-1-1,1 0,-1 1,1-1,-1 0,1 1,0-1,-1 1,1-1,-1 1,1-1,-1 2,1 0,1 0,-1 0,0 1,1-1,-1 0,1 0,-1 1,1-1,0 0,0 0,0 0,0 0,1 0,-1 0,0 0,1-1,-1 1,1 0,0-1,0 1,-1-1,1 0,0 0,0 1,0-1,0 0,1-1,-1 1,0 0,0-1,0 1,1-1,1 1,159 26,-18-5,-142-22,-1 0,1 1,0 0,-1 0,1 0,-1 0,1 0,-1 0,0 1,0-1,1 1,-1 0,0-1,0 1,-1 0,1 0,0 0,0 1,-1-1,0 0,1 1,-1-1,0 1,0-1,0 1,-1-1,1 1,0-1,-1 1,0 0,2 14,-3-13,1 1,0 0,0 0,1 0,-1-1,1 1,0 0,1-1,-1 1,1-1,0 1,0-1,0 0,0 1,1-1,0 0,0-1,0 1,0-1,0 1,1-1,3 3,4-1,0-1,1 1,0-2,0 0,0 0,0-1,0-1,1 0,-1 0,0-1,1-1,-1 0,0-1,0 0,0-1,0 0,0-1,-1 0,1-1,6-4,-8 4,-1 0,0-1,0 1,0-2,-1 1,0-1,0 0,0-1,-1 0,0 0,-1-1,0 0,-1 0,1 0,-1-1,-1 1,0-1,-1 0,0 0,2-9,-6 7,-5 26,2 2,1 1,1 0,0 0,1 0,1 0,1 0,0 0,3 7,-3-17,0 0,1-1,0 1,1-1,-1 1,1-1,0 0,1 0,-1 0,1 0,0 0,1-1,0 0,-1 0,1 0,1-1,-1 1,1-1,0-1,0 1,6 2,20 3,-3-7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47:41.08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0,'32'2,"0"2,-1 0,0 2,0 2,0 1,-1 1,2 2,-20-9,-1 1,0 1,0-1,0 2,-1-1,0 2,0-1,0 1,-1 1,0-1,0 2,-1-1,0 1,0 1,-1-1,0 1,-1 0,0 1,-1 0,0-1,-1 2,0-1,-1 0,1 4,-2 26,-3-37,1 0,-1 0,1-1,0 1,-1 0,2 0,-1 0,0 0,1 0,0 0,0 0,0-1,0 1,1 0,-1-1,1 1,0-1,0 1,0-1,0 0,1 0,0 0,-1 0,1 0,0-1,0 1,0-1,1 0,-1 0,1 0,-1 0,1-1,4 0,-1 0,1-1,-1-1,0 1,1-1,-1 0,1-1,-1 0,0 0,0 0,0-1,0 0,-1 0,1-1,-1 0,0 0,0-1,0 1,0-1,-1-1,0 1,0-1,-1 0,1 0,-1 0,0 0,-1-1,0 0,0 1,0-1,-1 0,1-4,-5-29,1 40,1-1,0 1,-1-1,1 0,-1 1,1-1,-1 1,1-1,-1 1,1-1,-1 1,1-1,-1 1,0-1,1 1,-1 0,0 0,1-1,-1 1,0 0,1 0,-1 0,0 0,0-1,1 1,-1 0,0 0,0 1,1-1,-1 0,0 0,0 0,1 0,-1 1,0-1,1 0,-1 1,0-1,1 0,-1 1,1-1,-1 1,0-1,1 1,-1-1,1 1,0-1,-1 1,1 0,-6 5,1 0,1 0,-1 0,1 0,0 1,1 0,-1 0,1 0,1 0,-1 0,1 0,1 1,-1-1,1 1,1 0,-1-1,1 1,1 0,-1-1,1 1,0-1,2 6,1-5,0 0,0-1,1 1,0-1,1 0,-1 0,1-1,0 1,1-1,0-1,-1 1,2-1,-1-1,1 1,-1-1,1 0,4 0,45 21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47:41.50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81,'2'24,"0"0,2 0,1-1,1 1,1-1,1 0,1-1,1 0,1-1,1 0,0 0,2-1,0-1,1 0,1-1,1-1,1-1,0 0,2 0,-11-9,1 0,0-1,0 0,1-1,0 0,0-1,0 0,5 1,-13-4,0 0,1-1,-1 1,1-1,-1 0,1 0,-1 0,1 0,-1 0,1-1,-1 0,0 0,1 0,-1 0,0 0,1-1,-1 1,0-1,0 0,0 0,-1 0,1 0,0 0,-1-1,0 1,1-1,-1 0,0 0,2-3,1-7,0-1,-1 0,0 0,-1-1,0 1,-1-1,-1 0,0 1,-2-1,1 0,-2 1,0-1,0 0,-1 1,-1 0,-1 0,0 0,-1-1,4 8,-1 0,0 1,0-1,0 1,-1-1,0 1,0 0,-1 0,0 1,0-1,0 1,0 0,-1 1,0-1,0 1,0 0,0 1,-1-1,0 1,1 1,-1-1,0 1,0 0,0 1,-1 0,1 0,-3 0,-3 4,1 1,-1 0,1 0,-1 2,1-1,1 2,-1-1,1 2,0-1,1 2,0-1,0 1,1 1,0 0,1 0,0 1,0 0,1 0,1 1,0-1,0 1,1 2,-18 37</inkml:trace>
  <inkml:trace contextRef="#ctx0" brushRef="#br0" timeOffset="4321.18">830 0,'-7'1,"0"1,0 0,0 0,1 0,-1 1,1 0,-1 0,1 0,0 1,0 0,1 0,-1 1,1-1,0 1,0 0,1 1,-1-1,1 1,0 0,1 0,0 0,-1 1,2-1,-1 1,1-1,-1 7,0-2,1 1,0 0,1-1,1 1,-1 0,2 0,0 0,0-1,1 1,1-1,0 1,0-1,1 0,0 0,6 9,-3-8,1 0,0 0,1 0,0-1,0 0,2-1,-1 0,1-1,1 0,0 0,0-1,0-1,1 0,0-1,1 0,-1-1,1-1,0 0,0-1,0 0,1-1,-1-1,1 0,-1-1,1-1,11-1,-20 0,0 0,0 0,0 0,0-1,-1 0,1 0,-1 0,0-1,0 1,0-1,-1 0,1-1,-1 1,0-1,0 0,0 0,-1 0,0-1,0 1,0-1,-1 0,0 0,0 0,0 0,-1 0,0 0,0 0,0 0,-1 0,0-1,0 1,-1 0,1 0,-2-2,-1-6,-1 0,0 0,-1 0,0 0,-2 1,1 0,-2 0,1 1,-2 0,0 0,0 1,-1 0,0 1,-1 0,0 0,-1 1,0 1,0 0,-4-1,7 3,0 1,-1 1,0 0,1 0,-1 1,0 0,-1 1,1 0,0 0,-1 1,1 1,-1 0,1 0,-1 1,1 0,-1 1,1 0,0 1,0 0,0 0,0 1,1 1,-1-1,1 1,0 1,1 0,-2 1,-6 8,1 0,0 1,1 1,0 0,-10 20,-15 27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47:49.08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0 353,'8'-16,"0"0,-1-1,-1 1,0-1,-1 0,-1-5,2 1,33-158,-39 178,-1 0,1 0,0 0,0 0,-1 1,1-1,0 0,0 0,0 0,0 0,0 0,0 0,0 0,1 0,-1 0,0 0,1 0,-1 0,0 0,1 0,-1 0,1 0,-1 0,1 1,0-1,-1 0,1 0,0 1,-1-1,1 1,0-1,0 0,0 1,0-1,0 1,-1 0,1-1,0 1,0 0,0-1,0 1,0 0,0 0,0 0,0 0,0 0,0 0,0 0,0 0,0 1,0-1,0 0,0 0,1 1,71 92,-45-55,-12-17,0 1,-2 0,0 1,-2 1,10 24,-21-47,0 0,-1 1,1-1,0 0,-1 0,1 1,-1-1,1 0,-1 1,0-1,0 1,0-1,1 0,-1 1,0-1,-1 0,1 1,0-1,0 1,-1-1,1 0,0 1,-1-1,1 0,-1 0,0 1,0-1,1 0,-1 0,0 0,0 0,0 0,0 0,0 0,0 0,0 0,0 0,-1-1,1 1,0 0,0-1,-1 1,1-1,0 1,-1-1,1 0,0 0,-2 1,-1-1,-1-1,0 1,1 0,-1-1,1 0,-1 0,1-1,-1 1,1-1,0 0,-1 0,1 0,0-1,1 1,-1-1,0 0,1 0,-1 0,1-1,0 1,0-1,-2-3,5 7,-1-1,1 1,-1-1,1 0,-1 1,1-1,0 1,-1-1,1 0,0 1,0-1,-1 1,1-1,0 0,0 0,0 1,0-1,0 0,0 1,0-1,0 0,0 1,0-1,0 0,0 1,1-1,-1 0,0 1,0-1,1 0,-1 1,0-1,1 1,-1-1,1 1,-1-1,1 1,-1-1,1 1,-1-1,1 1,-1-1,1 1,0 0,-1 0,1-1,0 1,37-4,-37 4,112 4,-73-1,0-1,0-3,0-1,0-1,-1-3,18-5,-49 9,-1 0,0-1,0 0,0-1,0 0,0 0,-1 0,0-1,0 0,1-1,-5 5,0-1,-1 0,1 0,-1 0,1 0,-1 0,0 0,1 0,-1 0,0 0,0-1,-1 1,1 0,-1-1,1 1,-1-1,1 1,-1-1,0 1,0 0,-1-1,1 1,0-1,-1 1,1-1,-1 1,0 0,0 0,0-1,0 1,0 0,0 0,-1-1,-4-2,1 0,-1 1,0-1,0 1,0 1,0-1,-1 1,0 0,1 0,-1 1,0 0,0 0,-1 1,1 0,0 0,0 0,-1 1,1 0,0 1,0-1,-1 2,1-1,0 1,0 0,2-2,1 1,0 0,0 0,0 0,0 1,1-1,-1 1,0 0,0 0,1 0,0 0,-1 1,1-1,0 1,0 0,0 0,0 0,1 0,-1 1,1-1,0 1,0 0,0-1,1 1,-1 0,1 0,0 0,0 0,0 0,1 0,-1 0,1 0,0 3,3 1,1 0,0-1,0 0,1 0,0 0,0-1,1 1,0-1,0-1,0 1,1-1,0 0,0 0,0-1,0 0,1 0,-1-1,1 0,8 2,22 9,2-1,-1-2,37 5,25 1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47:54.27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5 24,'0'0,"-1"-1,1 1,0-1,-1 1,1-1,0 1,-1-1,1 1,0-1,-1 1,1-1,0 1,0-1,0 1,0-1,0 0,0 1,-1-1,1 1,0-1,1 0,-1 1,0-1,0 1,0-1,0 1,0-1,1 1,-1-1,0 0,0 1,1-1,-1 1,0-1,1 1,-1 0,0-1,1 1,-1-1,1 1,-1 0,1-1,-1 1,1 0,-1-1,1 1,-1 0,1 0,0 0,-1 0,1-1,-1 1,1 0,-1 0,1 0,0 0,-1 0,107 1,552 75,-447-48,-171-23,519 64,115-20,-608-48,-104 2,0-1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47:53.15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455 228,'3'23,"0"16,-3 11,0 6,-4 0,-2-2,-4-7,-1-7,-4-10,-1-10,1-7</inkml:trace>
  <inkml:trace contextRef="#ctx0" brushRef="#br0" timeOffset="266.599">1 1,'18'2,"24"3,26 1,24 2,16-1,13 1,5-1,-7-2,-23-2</inkml:trace>
  <inkml:trace contextRef="#ctx0" brushRef="#br0" timeOffset="533.3">1191 121,'-52'-11,"-1"2,-1 2,1 2,-29 3,75 2,0-1,0 1,0 0,0 1,-1 0,1 0,0 0,1 1,-1 0,0 0,0 1,1 0,0 0,-1 1,1-1,0 2,1-1,-1 0,1 1,0 0,0 0,0 1,1-1,0 1,-4 6,6-4,-1-1,1 1,1 0,-1 0,1-1,0 1,1 0,0 0,1 0,-1 0,1 0,1 0,0 0,0-1,0 1,1-1,0 1,0-1,1 0,0 0,0 0,2 1,4 5,0 0,1 0,0-1,1-1,1 1,0-2,0 0,1-1,0 0,5 1,10 4,1-3,1 0,0-2,0-1,0-1,1-2,0-2,0 0,0-2,1-2,25-3,8-5</inkml:trace>
  <inkml:trace contextRef="#ctx0" brushRef="#br0" timeOffset="534.3">1619 215,'-7'-2,"-2"10,0 13,2 17,4 13,8 7,9 3,7-3,2-3,0-10,-2-12,-5-14,-5-10</inkml:trace>
  <inkml:trace contextRef="#ctx0" brushRef="#br0" timeOffset="782.898">1632 67,'9'3,"12"11,14 15,15 15,10 12,6 7,3 3,-5-2,-9-6,-14-7,-17-11,-20-10,-24-10,-23-8,-23-9,-18-8,-18-14,8-3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47:49.73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292 770,'-9'-7,"0"1,-1 0,1 1,-1-1,0 2,0 0,-1 0,1 1,-1 0,0 0,0 1,0 1,0 0,-9 0,15 1,0 0,-1 1,1-1,0 1,-1 0,1 1,0-1,0 1,0 0,0 0,0 0,0 1,1 0,-1 0,1 0,0 0,0 1,0 0,0-1,1 1,-1 1,1-1,0 0,0 1,1 0,-1 0,1 0,0 0,1 0,-2 4,2-5,0 0,0 1,1-1,0 0,-1 1,1-1,1 1,-1-1,1 0,0 1,0-1,0 0,0 0,1 0,-1 1,1-1,0-1,1 1,-1 0,1-1,-1 1,1-1,0 1,0-1,1 0,-1-1,0 1,1 0,0-1,0 0,0 0,0 0,3 1,1 0,0 0,1 0,0-1,0 0,-1 0,1-1,0 0,0-1,0 0,0 0,0-1,0 0,0-1,0 0,0 0,3-2,-5 0,1 0,-1-1,0 0,0 0,0 0,-1-1,0 0,0 0,0-1,-1 1,0-1,0 0,-1-1,0 1,0-1,-1 0,0 0,0 0,-1 0,0-1,0 1,-1-1,0 1,-1-1,0 1,0-1,0 1,-1-1,-1 0,2 8,0 0,-1 0,1-1,0 1,-1 0,1 0,-1 0,1 0,-1 0,0 0,0 0,1 0,-1 0,0 0,0 0,0 0,0 1,0-1,0 0,0 1,0-1,0 0,0 1,0-1,0 1,-1 0,1-1,0 1,0 0,0 0,-1 0,1 0,0 0,0 0,-1 0,1 0,0 0,0 1,0-1,0 1,-1-1,1 0,0 1,0 0,0-1,0 1,0 0,0-1,0 1,0 0,0 0,1 0,-1 0,0 0,0 0,1 0,-1 0,1 0,-1 0,1 0,-1 1,1-1,-3 4,0-1,1 1,-1 0,1 0,0 0,1 0,-1 0,1 1,0-1,0 0,1 1,-1-1,1 0,0 1,1-1,-1 1,1-1,0 0,1 0,-1 1,1-1,0 0,0 0,2 1,1 4,1-1,0-1,0 1,1-1,0-1,1 1,-1-1,2 0,-1-1,1 0,-1 0,4 1,51 21,0-6</inkml:trace>
  <inkml:trace contextRef="#ctx0" brushRef="#br0" timeOffset="618.908">881 757,'-121'11,"116"-10,-1 0,1 1,0-1,0 1,0 1,1-1,-1 1,0-1,1 1,0 1,-1-1,1 1,1-1,-1 1,0 0,1 1,0-1,0 1,0-1,1 1,-1 0,2 1,1-1,0 0,0 1,0-1,0 0,1 1,0-1,0 0,0 0,1 0,0 0,0 0,0 0,0 0,1-1,0 1,0-1,0 0,0 1,1-2,0 1,0 0,0-1,0 1,0-1,1 0,-1-1,1 1,0-1,0 0,0 0,4 1,10 5,1 0,-1-1,1-1,1 0,-1-2,1 0,0-2,0 0,0-1,14-2,-22 0,0 0,0-1,-1 0,1-1,-1 0,1-1,-1-1,0 0,-1 0,1-1,-1-1,0 0,-1 0,0-1,0-1,0 0,7-9,1-11,-1-1,-2-1,-1-1,-2 0,0 0,-3-1,0-1,-3 1,0-1,-2 0,-1-33,8-80,-9-135,-13 215,10 66,0 1,1 0,-1-1,0 1,0 0,1 0,-1-1,0 1,0 0,0 0,1 0,-1 0,0 0,0 0,1 0,-1 0,0 0,0 0,0 1,1-1,-1 0,0 1,1-1,-1 0,0 1,0-1,1 1,-1-1,1 1,-1-1,1 1,-1-1,0 1,1 0,0-1,-1 1,1 0,-1-1,1 1,0 0,0-1,-1 1,1 0,0 0,0 0,0 0,-10 22,1 0,1 0,1 1,1 1,2-1,0 1,1-1,2 1,1 8,-3 24,4 0,1-1,4 1,1-1,3-1,3 1,11 28,-16-61,0-1,2 0,0-1,1 0,2-1,0 0,4 4,-11-17,0 1,1-2,-1 1,1-1,0 0,1 0,0-1,0 0,0 0,0-1,1 0,-1-1,1 1,0-2,0 1,1-1,-1-1,0 0,6 0,-6-1,1-1,-1 0,0-1,1 0,-1 0,0-1,0-1,0 1,-1-1,1-1,-1 0,0 0,0 0,-1-1,1 0,-1-1,-1 1,1-1,-1-1,0 1,1-4,6-8,-2 0,0-1,-1 0,0-1,-2 0,-1-1,-1 0,2-9,-7-8,-8 44,1 5,1 1,1 0,0 0,0 1,1-1,0 1,1-1,1 1,0 0,0 0,1 3,0-8,0 1,1-1,0 1,0-1,1 1,0-1,0 0,0 0,1 0,0 0,1 0,0 0,0-1,0 0,0 0,1 0,0 0,1-1,-1 0,1 0,0 0,0-1,0 0,1 0,0 0,0-1,3 1,26 10</inkml:trace>
  <inkml:trace contextRef="#ctx0" brushRef="#br0" timeOffset="907.268">1990 503,'-16'-7,"-5"-2</inkml:trace>
  <inkml:trace contextRef="#ctx0" brushRef="#br0" timeOffset="1173.877">1027 209,'18'-4,"29"-3,34 2,34 0,28 6,17 5,-1 7,-27 0</inkml:trace>
  <inkml:trace contextRef="#ctx0" brushRef="#br0" timeOffset="1440.732">2137 824,'15'12,"1"0,0-1,0-1,1 0,1-1,0-1,0 0,0-2,1 0,0-1,0-1,1-1,-1-1,7 0,-22-2,-1 0,0 0,0-1,0 1,0-1,1 0,-1 0,0 0,0 0,0-1,-1 1,1-1,0 1,-1-1,1 0,-1 0,1-1,-1 1,0 0,0-1,0 1,0-1,0 0,-1 0,1 1,-1-1,0 0,1-2,18-95,-17 74,20-105,-23 130,0 0,0 0,0 0,1 0,-1 0,0 0,1 0,-1 0,0 0,1 0,-1 1,1-1,-1 0,1 0,0 1,-1-1,1 0,0 0,-1 1,1-1,0 1,0-1,0 1,0-1,0 1,-1 0,1-1,0 1,0 0,0-1,0 1,0 0,0 0,0 0,0 0,0 0,0 0,0 0,0 1,0-1,0 0,0 0,0 1,0-1,0 1,35 28,-18-10</inkml:trace>
  <inkml:trace contextRef="#ctx0" brushRef="#br0" timeOffset="1707.33">2845 944,'39'-19,"-21"12,0-1,0 0,0-1,-2-2,1 1,-1-2,-1 0,0-1,0 0,-2-1,1-1,-2 0,1-3,-11 16,-1-1,1 1,-1-1,1 1,-1-1,0 1,0-1,-1 0,1 0,0 1,-1-1,0 0,0 0,1 0,-2 0,1 0,0 1,0-1,-1 0,0 0,0 0,1 1,-2-1,1 1,0-1,0 0,-1 1,1 0,-1-1,0 1,0 0,0 0,0 0,0 0,0 0,-1 1,1-1,0 1,-1-1,1 1,-1 0,0 0,-1-1,-3 0,0 0,-1 1,1 0,0 0,0 0,-1 1,1 0,0 0,-1 1,1 0,0 0,0 1,0 0,-3 1,6-2,1 0,-1 1,1 0,-1-1,1 1,0 0,0 1,0-1,0 0,0 1,1 0,-1 0,1-1,0 1,-1 1,2-1,-1 0,0 0,0 1,1-1,0 1,0 0,0-1,0 1,0 0,1-1,0 1,0 3,2 1,0 0,1 0,1 0,-1 0,1-1,1 1,-1-1,1 0,0-1,1 1,0-1,0 0,0 0,0-1,1 0,0 0,0 0,1-1,-1 0,1-1,0 0,6 2,51 21,-2-7</inkml:trace>
  <inkml:trace contextRef="#ctx0" brushRef="#br0" timeOffset="2584.374">3701 770,'-18'-8,"-1"1,0 0,0 2,-1 0,0 1,1 1,-1 1,0 1,0 0,0 2,-1 0,2 1,-5 2,21-4,0 1,0-1,0 1,1-1,-1 1,0 0,0 0,1 1,-1-1,1 0,-1 1,1-1,-1 1,1 0,0 0,0 0,0 0,0 0,0 0,1 1,-1-1,1 1,-1-1,1 1,0 0,0-1,0 1,0 0,0 0,1-1,-1 1,1 0,0 0,0 0,0 0,0 0,1 0,4 4,0-1,1 0,0 0,0 0,1-1,0 1,0-2,0 1,0-1,1 0,-1 0,1-1,0 0,0-1,0 0,1 0,2 0,0 1,0 1,-1-2,2 0,-1 0,0-1,0 0,0-1,1-1,-1 0,0 0,0-1,0 0,0-1,0 0,0-1,-1 0,3-2,-12 5,1 1,-1-1,1 0,-1 0,1 0,-1 0,0-1,0 1,1 0,-1-1,0 1,0 0,0-1,0 1,-1-1,1 0,0 1,-1-1,1 0,-1 1,1-1,-1 0,0 1,0-1,0 0,0-1,-1 3,1 0,-1 0,0 0,1 0,-1 1,0-1,0 0,1 0,-1 1,0-1,1 0,-1 1,1-1,-1 1,0-1,1 1,-1-1,1 1,-1-1,1 1,-1-1,1 1,0 0,-1-1,1 1,0 0,-1-1,1 1,0 0,0-1,0 1,0 0,0 0,0-1,0 1,0 0,0 0,0-1,-1 8,0 0,1 0,0 1,1-1,0 0,0 0,1-1,0 1,0 0,1 0,-1-1,2 0,-1 1,1-1,0 0,1-1,0 1,0-1,0 0,1 0,-1-1,1 1,1-1,-1-1,1 1,0-1,0 0,0 0,0-1,1 0,4 0,-9-2,1 0,0 0,0-1,0 0,-1 0,1 0,0 0,0 0,0-1,-1 0,1 0,0 0,-1 0,1 0,-1-1,1 0,-1 0,0 0,0 0,0 0,0 0,0-1,0 0,0 1,-1-1,1 0,-1 0,0 0,0-1,0 1,0-3,41-116,-41 112,6-26,-6 22,0 0,1 0,0 0,1 1,1-1,0 1,1 0,1 1,-1-1,2 1,0 1,0-1,1 1,3-1,-8 9,0 0,0 0,1 1,-1 0,1 0,-1 0,1 1,0-1,0 1,0 0,0 0,0 1,0 0,0 0,0 0,0 0,0 1,0-1,0 1,-1 1,1-1,0 1,0 0,-1 0,1 0,-1 0,1 2,8 3,0 2,-1 0,-1 1,0 0,0 0,0 1,-2 0,6 9,0 2,-1 1,-1 1,-1 0,-1 0,-1 1,-2 0,0 1,3 22,19 217,1 0,-27-244,1 1,0 0,2-1,0 0,1-1,2 1,0-2,1 1,1-1,0-1,2 0,0-1,15 14,-27-29,0 0,-1 0,1-1,0 1,0-1,0 1,0-1,0 0,1 0,-1 0,0 0,1 0,-1 0,0-1,1 1,-1-1,1 1,-1-1,1 0,-1 0,1 0,-1-1,0 1,1 0,-1-1,1 0,-1 1,0-1,1 0,-1 0,0-1,0 1,0 0,1-1,1-5,0 0,0-1,-1 1,0-1,0 0,-1 1,0-1,0-1,-1 1,0 0,0 0,-1 0,0-1,0 1,-2-5,-3-33,-3 0,-1 1,-2 0,-3 0,-1 2,-2-1,-2 2,-2 1,-1 0,-26-33,-67-79,113 149,1 4,0 0,1 0,-1 0,0-1,0 1,0 0,1-1,-1 1,0-1,1 1,-1-1,0 1,1-1,-1 0,1 1,-1-1,1 0,-1 1,1-1,-1 0,1 1,0-1,-1 0,1 0,0 0,0 1,0-1,0 0,-1 0,1 0,0 1,0-1,1 0,-1 0,0 0,0 0,0 1,0-1,1 0,-1 0,0 1,1-1,-1 0,1 0,-1 1,1-1,-1 0,1 1,-1-1,1 1,-1-1,1 1,0-1,-1 1,1-1,0 1,0-1,-1 1,1 0,0 0,0-1,0 1,-1 0,2 0,212 11,-5 5,-208-16,0 0,0 0,0 0,0 0,0 0,0 0,0 0,0 0,-1 0,1 0,0 0,0 1,0-1,0 0,0 1,-1-1,1 1,0-1,0 1,-1-1,1 1,0-1,-1 1,1 0,0-1,-1 1,1 0,-1 0,1-1,-1 1,0 0,1 0,-1 0,0-1,1 1,-1 0,0 0,0 0,0 0,0 0,0 0,0 0,0 0,0-1,0 1,0 0,0 0,-1 0,1 0,0 0,-1-1,1 1,-1 0,1 0,-1 0,1-1,-1 1,1 0,-1-1,0 1,1 0,-2-1,1 2,0 0,0 0,0-1,0 1,0 0,0 0,0 0,0 0,1 0,-1 0,1 1,-1-1,1 0,0 0,0 0,0 0,0 0,1 0,-1 1,0-1,1 0,-1 0,1 0,0 0,0 0,0 0,0 0,0-1,0 1,0 0,1 0,-1-1,1 1,-1-1,1 1,-1-1,1 0,0 0,0 1,0-1,0 0,0-1,0 1,0 0,0 0,8 3,1 0,0-1,0 0,0 0,0-1,1-1,-1 0,1 0,-1-1,0-1,4 0,-10 1,1-1,-1 0,0 0,1 0,-1-1,0 1,0-1,0 0,0-1,0 1,-1-1,1 0,-1 0,0-1,1 1,-2-1,1 0,0 0,-1 0,0-1,1 1,-2-1,1 0,1-2,-3 3,0 0,0-1,0 1,0 0,-1 0,0 0,0 0,0-1,0 1,0 0,-1 0,0 0,0 0,0 0,-1 0,1 0,-1 0,0 0,0 0,0 1,0-1,-1 1,1 0,-1 0,0 0,0 0,0 0,-2 0,-2-4,-1 1,-1 1,1-1,-1 1,0 1,0 0,-1 0,1 1,-1 0,1 1,-6-1,5 2,-1 0,0 1,0 0,0 1,1 0,-1 0,0 2,1-1,-1 1,1 1,-5 2,10-4,0 0,0 0,1 1,-1 0,1 0,-1 0,1 0,0 1,1-1,-1 1,0 0,1 0,0 1,0-1,0 1,1-1,0 1,-1 0,2 0,-1 0,0 0,1 0,0 0,0 1,1-1,1 0,-1-1,1 1,0 0,0-1,0 1,1-1,-1 1,1-1,0 0,0 0,1 0,-1 0,1 0,0 0,0-1,0 1,1-1,-1 0,1 0,0 0,0 0,0-1,0 1,0-1,37 20</inkml:trace>
  <inkml:trace contextRef="#ctx0" brushRef="#br0" timeOffset="2857.19">5358 516,'-15'-11,"-18"-9,-11 0,-8 2,-4 8,1 9,5 14,11 14,12 12,14 10,14 8,13 6,4-7</inkml:trace>
  <inkml:trace contextRef="#ctx0" brushRef="#br0" timeOffset="3140.647">5131 1038,'5'16,"3"10,6 2,6-1,10-2,10-7,13-5,12-5,10-7,-8-3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48:08.28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15,'79'7,"0"-3,58-5,-100 0,1102-22,-341 22,-788 2,-19-1,-9 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48:06.23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98 31,'7'81,"-2"-1,-5 1,-2 0,-5 0,-7 31,1-62,4-52,5-6,1 1,-1-1,1 0,0 0,1 0,0-1,1 1,-1 0,1-8,-2-8,-12-65,5-2,4 1,4-37,1 124,0 0,1 0,-1 0,1 0,0 0,0 0,0 0,0 0,0 1,1-1,-1 0,1 0,0 0,0 0,0 1,0-1,1 0,-1 1,1-1,-1 1,1 0,0-1,0 1,0 0,0 0,0 0,0 0,1 1,-1-1,1 0,-1 1,1 0,0 0,-1 0,4-1,8 5,-1 1,0 0,0 1,0 0,-1 1,1 1,-1 0,-1 1,9 7,-18-14,81 74,-80-72,-1 0,1 0,-1 1,0-1,0 1,0 0,-1 0,1-1,-1 1,0 0,0 0,0 0,0 0,-1 1,0-1,0 0,0 0,0 0,-1 0,1 0,-1 0,0 0,0 0,-1 0,0 3,-5 2,-1 0,1-1,-1 0,0 0,-1-1,0 0,0 0,-1-1,0 0,0-1,0 0,0 0,-1-1,0-1,0 0,0 0,0-1,-4 0,-4 0,19-3,0 1,0 0,0 0,0 0,0 0,0 0,0 0,1-1,-1 1,0 0,0 0,0 0,0 0,0 0,0-1,0 1,0 0,0 0,0 0,0 0,0 0,0-1,0 1,0 0,0 0,-1 0,1 0,0 0,0-1,0 1,0 0,0 0,0 0,0 0,0 0,0 0,-1-1,1 1,0 0,0 0,0 0,0 0,0 0,17-7,-3 4,0-1,1 2,-1 0,1 1,-1 0,1 1,0 1,-1 0,1 1,-1 1,0 0,0 1,0 0,0 1,0 1,-1 0,0 1,9 6,-19-11,0 0,0 0,-1 1,1 0,0-1,-1 1,0 0,1 0,-1 0,-1 0,1 0,0 1,-1-1,1 1,-1-1,0 1,0-1,-1 1,1 0,-1-1,0 1,0 0,0-1,0 1,0 0,-1-1,0 1,0 0,0-1,0 1,0-1,-1 0,0 1,1-1,-10 8,0 0,0 0,-1-1,0-1,-1 0,0-1,0 0,-1-1,0 0,0-1,-10 2,20-6,-44 16,0-1,-2-3,-30 5,80-20,0 1,0 0,0 0,0-1,0 1,0 0,0 0,0 0,0-1,0 1,0 0,0 0,0 0,0-1,-1 1,1 0,0 0,0 0,0 0,0-1,0 1,-1 0,1 0,17-8</inkml:trace>
  <inkml:trace contextRef="#ctx0" brushRef="#br0" timeOffset="523.765">486 259,'5'24,"1"0,2-1,1 0,0 0,2 0,10 15,18 43,1 33,-40-114,0 1,0 0,0 0,0-1,0 1,0 0,0 0,0-1,0 1,0 0,0 0,0-1,1 1,-1 0,0-1,0 1,1 0,-1-1,1 1,-1 0,1-1,-1 1,1-1,-1 1,1-1,-1 1,1-1,0 1,-1-1,1 1,0-1,-1 0,1 0,0 1,-1-1,1 0,0 0,0 0,-1 0,1 0,0 0,0 0,-1 0,1 0,0 0,0 0,-1 0,1 0,0-1,0 1,-1 0,1 0,0-1,-1 1,1-1,-1 1,1-1,0 1,-1-1,1 1,-1-1,1 1,-1-1,1 0,9-15,0-1,-1 0,-1-1,-1 0,0 0,0-8,8-17,16-26,-30 70,0-1,0 1,0 0,-1 0,1-1,0 1,0 0,-1 0,1 0,0 0,-1 0,1 0,-1 0,1 0,-1 0,0 0,1 1,-1-1,0 0,0 0,0 0,0 0,0 0,0 1,0-1,0 0,0 0,0 0,-1 0,1 7,-1-1,1 1,-1-1,1 0,0 0,1 1,-1-1,1 0,1 0,0 0,0 0,0 0,1 0,-1 0,2-1,-1 1,1-1,0 0,0 0,1-1,0 1,0-1,0 0,0 0,1 0,0-1,4 3,-5-6,-1 0,0 0,1 0,-1 0,1-1,-1 0,1 0,-1 0,1 0,-1-1,0 0,1 0,-1 0,0 0,1-1,-1 1,0-1,0 0,0 0,-1-1,1 1,0-1,-1 0,0 0,1 0,-1 0,-1-1,1 1,0-1,-1 0,0 0,1 0,-2 0,1 0,0 0,-1 0,0-1,0 1,0 0,0-3,5-27,-1-1,-2 0,-1 0,-2 0,-3-25,0-22,3 82,0 0,0 0,0-1,-1 1,1 0,0 0,0-1,0 1,0 0,0 0,0-1,0 1,-1 0,1-1,0 1,0 0,0 0,0-1,0 1,0 0,0-1,0 1,1 0,-1 0,0-1,0 1,0 0,0-1,0 1,0 0,0 0,1-1,-1 1,0 0,0 0,0 0,1-1,-1 1,0 0,0 0,1 0,-1 0,0-1,0 1,1 0,-1 0,0 0,0 0,1 0,-1 0,0 0,1 0,-1 0,0 0,0 0,1 0,-1 0,0 0,1 0,-1 0,0 0,0 0,1 0,-1 0,0 1,0-1,1 0,-1 0,0 0,9 8</inkml:trace>
  <inkml:trace contextRef="#ctx0" brushRef="#br0" timeOffset="721.593">1194 620,'18'5,"15"1,14 2,7 1,7 3,1 0,-10-1</inkml:trace>
  <inkml:trace contextRef="#ctx0" brushRef="#br0" timeOffset="1025.175">2250 166,'-42'-6,"-1"3,1 2,-1 1,-8 3,36-2,0 1,1 1,-1 0,1 1,0 0,0 1,0 1,0 0,1 1,0 1,1 0,-1 0,-6 7,12-9,1 1,0-1,1 1,-1 0,1 0,0 1,1-1,0 1,0 0,1 0,0 0,0 1,1-1,0 1,1-1,0 1,0 0,0 0,1-1,1 1,0 0,0 0,0-1,1 1,0-1,1 1,0-1,1 0,-1 0,10 11,0-2,1 0,1-1,0 0,1-1,1-1,0 0,1-2,0 0,1-1,0 0,1-2,0 0,1-1,0-2,0 0,18 3,-30-6,0 0,0-1,0 0,0 0,1-1,-1 0,1-1,-1 0,1 0,-1-1,0 0,1-1,-1 0,0 0,0-1,0 0,0-1,3-2,7-12</inkml:trace>
  <inkml:trace contextRef="#ctx0" brushRef="#br0" timeOffset="1274.481">2263 539,'-25'-9,"-1"1,-1 1,1 2,-1 0,0 2,0 0,-26 2,33 3,14 1,17 0,163-10,-100 1,-55 5,-9-1,0 1,0 1,0-1,-1 2,1-1,0 1,0 1,0 0,-1 0,1 1,-1 1,-6-2,0 0,-1 1,0 0,0-1,0 1,0 0,0 0,0 0,-1 1,0-1,1 0,-1 0,0 1,-1-1,1 1,-1-1,1 1,-1-1,0 1,0-1,-1 1,1-1,-1 0,1 1,-1-1,0 1,0-1,-1 0,1 0,-1 0,0 0,1 0,-1 0,-1 0,1 0,-2 2,-100 147,83-126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48:12.87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317 426,'2'-1,"1"-1,-1 1,1-1,-1 0,0 1,0-1,0 0,0 0,0 0,0-1,-1 1,1 0,-1-1,1 1,-1-1,0 1,0-1,0 1,0-1,-1 0,1 0,-1 1,0-1,1 0,-1 0,0 0,-1 1,1-1,0 0,-1 0,0 0,0 1,1-1,-1 0,-1 1,1-2,-3-2,0 1,0-1,-1 1,1 0,-1 0,0 0,0 0,-1 1,1 0,-1 0,0 0,0 1,0 0,-1 0,1 1,-1 0,0 0,1 0,-1 1,0 0,0 0,0 1,0 0,0 0,0 0,0 1,1 0,-1 1,0-1,0 1,-2 1,-1 2,0 1,1 0,-1 0,1 1,0 0,1 0,0 1,0 0,0 1,1-1,1 1,-1 1,1-1,1 1,0 0,0 1,1-1,1 1,-1 0,2 0,-1 0,2 0,-1 0,2 1,-1-1,2 0,-1 0,2 1,-1-1,1 0,3 6,-2-11,0 0,0-1,0 1,1-1,0 0,0 0,1 0,-1 0,1-1,0 1,0-1,1-1,-1 1,1-1,0 0,0 0,0-1,0 1,0-1,0-1,1 1,-1-1,1 0,2 0,9 0,0 0,0-1,1-1,-1-1,0 0,0-1,-1-1,7-3,-6 2,0 0,-1-2,1 0,-1-1,-1-1,1-1,-1 0,-1-1,0 0,-1-1,0-1,-1-1,0 1,-1-2,-1 0,0 0,-1-1,-1-1,0 1,-1-2,-1 1,-1-1,3-12,-5 3,-2-1,0 1,-2-1,-1 0,-1 1,-2-1,-1 1,0 0,-2 0,-7-15,9 21,16 42,8 23,-1 0,-3 1,-2 0,-2 1,-1 1,-3 0,-2 0,-2 0,-2 1,-2-1,-2 0,-2 1,-2-1,-2-1,-3 0,-5 13,-47 104,-7-18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48:14.29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1 726,'26'-22,"-1"0,0-2,-2-1,-1-2,-1 0,-1 0,-1-2,-2-1,-1 0,-1-1,-2 0,-1-1,-1-1,-2 0,-1 0,0-16,-6 38,-1 0,-1 0,0 0,0 0,-1-1,0 1,-1 0,0 0,-1 1,0-1,-1 0,0 1,-1 0,0 0,0 0,-1 1,-1-1,-5-6,8 14,0 0,1 0,-1 1,0-1,0 1,0 0,0 0,0 0,-1 1,1-1,0 1,0 0,0 0,0 1,-1-1,1 1,0 0,0 0,0 0,0 0,0 1,0 0,1 0,-1 0,1 0,-1 0,1 1,0 0,-1-1,2 1,-1 0,0 1,0-1,1 0,0 1,0-1,0 1,0 0,0 0,1 0,-11 20,1 1,1 0,1 0,1 1,1 0,2 0,1 1,1 0,1-1,1 1,1 0,2 0,1 0,1-1,2 6,-3-14,1 1,1-1,0 0,2-1,0 0,0 0,2 0,0-1,1 0,1-1,0 0,1 0,1-2,0 1,1-2,0 0,1 0,0-1,1-1,0-1,16 7,-15-10,1 0,0-1,0-1,1-1,-1 0,1-1,0-1,0-1,-1-1,1-1,0 0,-1-1,3-2,-8 2,-1 0,1-1,-1-1,0 0,0 0,0-1,-1-1,0 0,-1-1,1 0,-1 0,-1-1,0 0,0-1,0 0,-2 0,1-1,-1 0,1-3,-6 11,0 0,0-1,0 0,0 1,0-1,-1 0,0 0,0 0,0 0,0 0,0 0,-1 0,0 0,0 0,0 0,0 0,-1 0,1 0,-1 0,0 0,0 0,-1 0,1 0,-1 1,0-1,0 0,0 1,0-1,-1 1,1 0,-1 0,0 0,0 0,0 1,0-1,-4-1,2 2,0 1,1 0,-1 0,0 0,0 1,0 0,0 0,0 0,0 0,0 1,0 0,1 0,-1 0,0 1,0-1,1 1,-1 0,1 1,0-1,0 1,0-1,0 2,0-1,0 0,1 1,-1-1,-2 5,0-1,0 0,1 1,-1 0,2 0,-1 0,1 0,0 1,1 0,0 0,0 0,1 0,0 0,1 0,-1 5,3-11,-1 1,1-1,-1 0,1 1,0-1,1 0,-1 0,1 0,-1 0,1 0,0 0,0 0,0 0,0-1,0 1,1-1,-1 1,1-1,0 0,0 0,0-1,0 1,0 0,0-1,0 0,0 1,1-1,-1-1,0 1,1 0,-1-1,0 0,1 0,-1 0,1 0,-1 0,1-1,-1 1,0-1,1 0,-1 0,0 0,0-1,0 1,0-1,2 0,4-2,0 1,0-1,0-1,0 1,-1-2,1 1,-1-1,-1 0,1-1,-1 0,0 0,-1 0,1-1,-1 0,-1 0,0-1,0 0,-1 0,0 0,0 0,-1 0,0-1,-1 0,0 1,0-1,-1-4,-13-18,11 32,1-1,-1 1,0 0,1 0,-1 0,0 0,1-1,-1 1,0 0,1 0,-1 0,0 0,0 0,1 1,-1-1,0 0,1 0,-1 0,0 1,1-1,-1 0,1 0,-1 1,0-1,1 1,-1-1,1 0,-1 1,1-1,-1 1,1 0,0-1,-1 1,1-1,-1 1,1-1,0 1,0 0,-1-1,1 1,0 0,0-1,0 1,0 0,0-1,0 1,-3 5,1-1,0 1,1 0,0-1,-1 1,2 0,-1 0,1 0,0-1,0 1,0 0,1 0,0 0,0 0,1-1,-1 1,1 0,0-1,1 0,0 1,-1-1,2 0,-1 0,3 2,2 3,0-1,1 0,0-1,0 1,1-2,0 0,0 0,1-1,0 0,0 0,6 1,9 1,1 0,0-2,1 0,0-2,13-1,46 1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48:26.93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230 72,'-18'-14,"-11"-4,-7 0,-2 4,1 6,6 10,10 8,7 10,9 10,9 9,9 10,2-4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48:27.47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246 565,'-12'-2,"0"1,1 0,-1 1,1 0,-1 1,0 1,1-1,0 2,-1 0,1 0,0 1,0 0,1 1,-1 0,1 1,0 0,1 0,-1 1,1 1,-5 5,13-12,-1 0,1 0,0 0,1 0,-1 0,0 0,0 0,0 0,0 0,1 1,-1-1,1 0,-1 0,1 1,-1-1,1 0,0 1,-1-1,1 0,0 1,0-1,0 0,0 1,0-1,1 1,-1-1,0 0,1 1,-1-1,1 0,-1 0,1 1,-1-1,1 0,0 0,0 0,0 0,-1 0,1 0,0 0,0 0,0 0,1 0,-1 0,0-1,0 1,0 0,1-1,-1 1,0-1,1 1,-1-1,0 0,1 0,-1 1,0-1,1 0,-1 0,1-1,5 2,0-1,-1 0,1-1,0 1,-1-1,1-1,-1 1,0-1,1 0,-1-1,0 1,0-1,0-1,0 1,-1-1,0 0,1 0,-1 0,3-4,2-3,0 0,-1 0,-1-1,1 0,-2 0,0-1,0 0,3-10,6-28,-2 0,-2-2,-3 0,-2 0,-2 0,-2-1,-3-15,-9-12,8 80,0 0,0 0,0 0,0 0,0 0,-1 0,1 1,0-1,0 0,-1 1,1-1,-1 1,1-1,0 1,-1 0,1-1,-1 1,1 0,-1 0,1 0,0 0,-1 1,1-1,-1 0,1 0,-1 1,1-1,0 1,-1-1,1 1,0 0,0 0,-1-1,1 1,0 0,0 0,0 0,0 0,0 0,0 0,0 1,0-1,1 0,-1 0,0 1,1-1,-1 0,1 1,-1-1,1 0,0 1,-11 16,0-1,2 1,0 1,1 0,1 0,1 0,1 1,0 0,2 0,0 0,1 0,1 1,1-1,1 1,1-1,1 7,2-8,0 0,0 0,2-1,0 0,1 0,1-1,1 0,0 0,2-1,-1-1,2 0,1 1,41 39</inkml:trace>
  <inkml:trace contextRef="#ctx0" brushRef="#br0" timeOffset="736.186">835 578,'-6'-10,"1"1,-2 0,1 0,-1 0,0 1,-1 0,0 1,0 0,-1 0,0 0,0 1,-5-2,9 5,0 0,0 1,0 0,0 0,0 0,-1 1,1-1,-1 1,1 0,-1 1,1-1,-1 1,1 1,-1-1,1 1,-1-1,1 2,-1-1,1 0,0 1,-1 0,1 1,0-1,1 1,-2 0,1 1,1 0,0 0,0 1,0-1,1 1,-1 0,1 0,0 0,0 1,1-1,0 1,0-1,0 1,1 0,-1 0,1-1,1 1,-1 0,1 0,0 0,0 0,1 0,0 0,0 0,0 0,1-1,0 1,0 0,0-1,1 0,0 1,0-1,0 0,0 0,1-1,0 1,0-1,0 0,4 3,0-1,0 0,0-1,1 1,0-2,0 1,1-1,-1-1,1 1,-1-2,1 1,0-1,0-1,10 1,-15-2,1 0,0 0,0-1,0 1,0-1,-1 0,1-1,0 0,-1 1,1-2,-1 1,0-1,0 1,0-2,0 1,0 0,-1-1,1 0,-1 0,0 0,0-1,-1 1,1-1,1-3,1-5,-1-1,0 0,0-1,-2 1,1-1,-2 1,0-1,-1 0,-1 0,0-9,-9-17,-9 63,16-14,0 0,1 0,0 0,0 0,1 0,0 1,0-1,1 0,0 0,0 0,1 0,0 0,0 0,1-1,0 1,1-1,-1 0,2 0,-1 0,1 0,-1-1,2 1,-1-1,1-1,0 1,0-1,1 0,-1 0,1-1,0 0,0 0,1 0,-1-1,1 0,0-1,0 0,0 0,7 0,-8-1,1 0,0 0,0-1,0 0,-1-1,1 0,0 0,0-1,-1 1,1-2,-1 1,1-1,-1 0,0-1,0 0,-1 0,1 0,-1-1,0 0,0 0,0 0,-1-1,0 0,0 0,0 0,-1-1,0 0,0 0,0 0,4-9,-1 0,0 0,-1-1,0 0,-2 0,0 0,-1-1,-3 18,0 0,0 0,0 0,0 0,-1 0,1 0,0 0,0 0,0 0,-1 0,1 0,0-1,0 1,0 0,0 0,-1 0,1 0,0 0,0 0,0-1,0 1,0 0,0 0,0 0,-1 0,1-1,0 1,0 0,0 0,0 0,0-1,0 1,0 0,0 0,0 0,0-1,0 1,-9 18,6-12,1 0,0 1,0-1,0 0,1 1,0-1,0 1,1-1,0 1,0 0,0-1,1 1,0-1,0 1,1-1,-1 0,1 1,1-1,-1 0,1 0,0 0,1-1,0 1,-1-1,1 0,1 0,-1 0,1 0,4 3,-2-4,0 1,0-1,1 0,-1-1,1 0,-1 0,1 0,0-1,0-1,0 1,1-1,-1 0,0-1,0 0,0 0,1-1,-1 0,0-1,0 1,0-2,0 1,-1-1,1 0,0 0,-1-1,0 0,0-1,0 0,-1 0,0 0,4-4,0-4,0 0,-1 0,-1-1,0-1,-1 1,-1-1,0 0,-1-1,0 1,1-15,-9-3,3 33,-1 0,1-1,-1 1,0 0,1-1,-1 1,1 0,-1 0,0-1,1 1,-1 0,0 0,1 0,-1 0,0 0,1 0,-1 0,0 0,1 0,-1 0,0 0,1 1,-1-1,1 0,-1 0,0 1,1-1,-1 0,1 1,-1-1,1 1,-1-1,1 0,-1 1,1-1,-1 1,1 0,0-1,-1 1,1-1,0 1,-1-1,1 1,0 0,0 0,-4 5,0 0,1 1,0 0,0-1,0 1,1 0,0 0,1 1,-1-1,2 0,-1 1,1-1,0 0,0 1,1-1,0 0,0 0,1 1,0-1,0 0,0 0,1-1,0 1,1 0,0-1,0 0,0 0,0 0,1 0,0-1,0 0,1 0,-1 0,1-1,6 4,18 13,0-2,1-1,1-2,1-1,0-1,1-2,1-2,0 0,13 0,37 7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48:26.67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0 313,'7'-5,"0"0,-1-1,0 1,0-1,0-1,-1 1,1-1,-2 0,1 0,-1 0,0-1,0 1,-1-1,0 0,-1 0,0 0,0 0,0-1,-1-3,2 0,4-18,-5 18,1-1,0 1,1 0,1 0,-1 0,2 0,0 1,4-6,-9 16,0 0,0 0,0-1,0 1,0 1,1-1,-1 0,0 0,0 0,1 1,-1-1,1 1,-1-1,1 1,-1-1,1 1,-1 0,1 0,-1 0,1 0,-1 0,1 0,-1 0,1 0,-1 0,1 1,-1-1,1 1,-1-1,1 1,-1 0,0 0,1-1,-1 1,0 0,0 0,1 0,-1 1,45 45,-43-43,6 6,-1 1,-1 0,1 1,-2-1,0 1,0 1,0 3,-4-13,-1 0,0 0,0 0,-1 0,1 1,-1-1,0 0,1 0,-1 0,-1 1,1-1,0 0,-1 0,0 0,1 0,-1 0,0 0,-1 0,1 0,-1 0,1 0,-1-1,0 1,0 0,0-1,0 0,0 1,0-1,-1 0,1 0,-1 0,0-1,0 1,-2 1,0 0,-1-1,1 0,-1 0,0 0,1 0,-1-1,0 0,0 0,0-1,-5 0,11 1,-1-1,1 0,-1 0,1 0,-1 0,1 0,-1 0,1 0,-1 0,1 0,-1 0,1 0,-1 0,1 0,-1 0,1 0,-1-1,1 1,-1 0,1 0,-1-1,1 1,-1 0,1-1,0 1,-1 0,1-1,0 1,-1 0,1-1,0 1,-1-1,1 1,0-1,0 1,0-1,-1 1,1-1,0 1,0-1,0 1,0-1,0 1,0-1,0 1,0-1,0 1,0-1,0 1,0-1,0 1,1-1,-1 1,0-1,0 1,0-1,1 1,-1-1,0 1,1 0,-1-1,0 1,1-1,-1 1,1 0,-1 0,30-26,0 9,2 2,0 1,1 2,0 1,0 1,1 2,9 0,-41 7,-1 0,1 0,0 1,-1-1,1 0,0 1,0 0,-1-1,1 1,0 0,0 0,0 0,0 0,-1 0,1 0,0 0,0 1,0-1,-1 1,1-1,0 1,-1 0,1 0,0 0,-1 0,1 0,-1 0,1 0,-1 0,0 0,0 1,1-1,-1 1,0-1,0 1,0-1,0 1,-1 0,1-1,0 1,-1 0,1-1,-1 1,1 1,-2 12,0-13,1 0,-1 0,1 0,0 0,0 0,0 0,0 0,0 0,0 0,0 0,1 0,-1-1,1 1,-1 0,1 0,0 0,0 0,0-1,0 1,0 0,0-1,0 1,0-1,1 1,-1-1,1 0,-1 0,1 1,5 1,1 1,-1-2,0 1,1-1,0 0,-1-1,1 0,0 0,0-1,0 0,-1 0,1 0,0-1,0-1,-1 1,1-1,0-1,-4 2,-1-1,0-1,0 1,0 0,0-1,0 0,0 0,-1 1,1-1,-1-1,0 1,0 0,0-1,0 1,-1-1,0 1,1-1,-1 0,0 1,-1-1,1 0,-1 0,1 0,-1 0,0 0,-1 0,1 1,-1-1,1 0,-1 0,-1 1,1-1,0 0,-1 1,0-1,1 1,-1-1,-1 1,1 0,0 0,-1 0,0 0,1 1,-1-1,0 1,-1-1,1 1,0 0,-1 0,1 1,-4-2,1-1,-1 0,1 0,-1 1,0 0,0 1,0-1,-1 1,1 1,0-1,-1 1,1 1,-1-1,1 1,-1 1,1-1,-1 1,1 0,-1 1,1 0,0 0,0 1,0-1,0 2,0-1,1 1,-1 0,1 0,0 1,0-1,1 1,-1 1,1-1,0 1,0 1,4-4,0 0,0 0,0 0,1 0,-1 0,1 0,0 0,0 0,0 0,0 0,0 0,1 0,0 0,-1 0,1 0,0 0,0 0,1 0,-1 0,1-1,-1 1,1-1,0 1,0-1,0 1,0-1,0 0,1 0,-1 0,0-1,1 1,0 0,-1-1,1 0,0 1,0-1,0 0,0-1,0 1,0 0,0-1,0 0,1 1,27 6</inkml:trace>
  <inkml:trace contextRef="#ctx0" brushRef="#br0" timeOffset="548.004">629 85,'6'19,"8"7,7 5,8-1,9-4,13-5,11-8,11-4,4-5,-11-3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48:23.65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217 809,'21'-92,"-4"-1,2-50,-7 47,26-257,-39 325,-6 25,1 18,-3 26,2 1,2 1,2-1,2 1,2 4,-1-46,-1 41,2-1,2 1,1-1,3 0,1 0,2-1,1 0,3 0,10 20,-19-50,-1-1,1 1,1-1,0 0,0 0,1-1,0 0,0 0,1-1,0 0,0 0,1-1,0 0,0 0,0-1,1 0,-1-1,1 0,0-1,1 0,-1 0,0-1,1 0,6-1,20-3</inkml:trace>
  <inkml:trace contextRef="#ctx0" brushRef="#br0" timeOffset="195.352">56 274,'-16'-2,"-7"-1,6 2,19 4,28 4,35 0,31 2,26 1,16 1,-16-1</inkml:trace>
  <inkml:trace contextRef="#ctx0" brushRef="#br0" timeOffset="783.293">724 783,'5'-1,"1"1,-1-1,0 1,0-2,0 1,0 0,0-1,0 0,0 0,0-1,-1 1,1-1,-1 0,0 0,0 0,0-1,0 1,0-1,-1 0,1 0,-1-1,0 1,-1-1,1 1,-1-1,0 0,0 0,0 0,-1 0,0-1,2-3,-1-1,0 1,-1-1,0 0,0 0,-1 0,-1 0,0 1,0-1,0 0,-2 1,1-1,-1 1,0-1,-4-6,-16-21,43 36,283 69,-299-67,59 25,-61-25,-1 0,1 0,-1 0,1 1,-1-1,0 1,1-1,-1 1,0-1,0 1,0 0,0 0,0-1,-1 1,1 0,-1 0,1 0,-1 0,1 0,-1 0,0 0,0 0,0 0,0 0,0 0,-1 0,1 0,0 0,-1 0,0-1,0 3,-11 25,10-27,-1 1,1 0,0-1,1 1,-1 0,0 1,1-1,0 0,0 0,0 1,0-1,0 0,1 1,-1-1,1 1,0-1,0 0,0 1,1-1,-1 1,1-1,0 0,0 1,0-1,0 0,1 0,-1 0,1 0,0 0,0 0,0 0,0 0,0-1,0 1,1 0,10 2,0 1,0-2,1 0,-1 0,1-1,0-1,-1 0,1-1,0-1,0 0,0 0,2-2,-5 2,0 0,0-1,0 0,0-1,0 0,-1-1,1 0,-1-1,0 0,0 0,0-1,0-1,-1 1,0-1,0-1,-1 0,0 0,0-1,0 0,-1 0,0-1,-1 0,0 0,0 0,-1-1,0 0,-1 0,0 0,-1 0,1-3,-14-45,9 57,0 0,1 0,-1 0,0-1,0 2,0-1,0 0,0 0,0 0,0 0,0 1,-1-1,1 0,0 1,0-1,-1 1,1-1,0 1,-1 0,1 0,0-1,-1 1,1 0,0 0,-1 0,1 0,0 1,-1-1,1 0,0 1,-1-1,1 1,0-1,-1 1,1-1,0 1,0 0,0 0,0-1,0 1,-1 1,-3 2,0 1,1 0,-1 0,1 0,0 1,1-1,-1 1,1 0,0 0,1 0,-1 1,1-1,0 0,1 1,0 0,0-1,0 1,1 0,0-1,0 1,0 0,1-1,0 1,1 0,-1-1,1 1,0-1,1 0,0 0,0 0,0 0,1 0,-1-1,3 2,1 1,1-1,0 0,0 0,1-1,-1 0,1-1,1 0,-1 0,1-1,0 0,0-1,0 0,0 0,1-1,-1-1,1 1,-1-2,3 0,33 0</inkml:trace>
  <inkml:trace contextRef="#ctx0" brushRef="#br0" timeOffset="1723.157">2048 34,'-8'9,"1"1,0 0,1 0,0 1,1 0,0 0,0 0,1 0,1 1,0 0,1-1,0 1,0 0,2 1,-1-1,1 0,2 6,-1 42,3 0,3-1,2 1,3-2,12 36,-24-93,0 0,0 1,1-1,-1 0,0 1,0-1,1 0,-1 1,1-1,-1 0,1 0,-1 1,1-1,0 0,-1 0,1 0,0 0,0 0,0 0,0 0,0 0,0 0,0-1,0 1,1 0,-1-1,0 1,0-1,0 1,1-1,-1 1,0-1,1 0,-1 0,0 1,1-1,-1 0,0-1,1 1,-1 0,0 0,1 0,-1-1,0 1,1-1,-1 1,74-34,-59 26,-1 0,2 1,-1 1,1 0,0 1,6 0,-21 5,0 0,0-1,0 1,0 1,0-1,0 0,0 0,0 1,0-1,0 1,0 0,0-1,0 1,-1 0,1 0,0 0,-1 0,1 1,0-1,-1 0,1 1,-1-1,0 1,1-1,-1 1,0 0,0 0,0-1,0 1,-1 0,1 0,0 0,-1 0,1 0,5 73,-7-70,0 0,-1-1,0 1,0-1,0 1,-1-1,0 1,0-1,0 0,0-1,0 1,-1 0,1-1,-1 0,0 0,0 0,-1 0,1 0,0-1,-1 0,0 0,1 0,-1-1,0 0,0 1,0-2,0 1,0 0,0-1,0 0,0 0,0-1,0 0,0 1,0-1,0-1,1 1,-1-1,0 0,1 0,-1 0,1-1,0 0,0 1,0-1,-2-2,5 4,0 1,0-1,0 0,0 0,0 0,0 0,0 0,0 0,0 0,0 0,0 0,1-1,-1 1,1 0,-1-1,1 1,-1 0,1-1,-1 1,1 0,0-1,0 1,0-1,0 1,0 0,0-1,0 1,1-1,-1 1,0 0,1-1,-1 1,1 0,-1-1,1 1,0 0,-1 0,1 0,0-1,0 1,0 0,0 0,0 0,0 0,0 1,1-2,62-30,-22 20,0 1,1 3,0 1,1 3,0 1,7 2,-50 1,1-1,-1 1,0-1,1 1,-1 0,0 0,1-1,-1 1,0 0,1 0,-1 0,0 1,1-1,-1 0,0 0,1 1,-1-1,0 1,0-1,0 1,1 0,-1-1,0 1,0 0,0 0,0 0,0 0,0-1,0 2,0-1,-1 0,1 0,0 0,0 0,-1 0,1 1,-1-1,1 0,-1 0,0 1,0-1,1 0,-1 1,0-1,0 0,0 1,0-1,0 0,-1 1,1-1,-1 2,-7 18,7-19,-1 0,1 1,0-1,0 1,-1-1,2 1,-1-1,0 1,0 0,1-1,0 1,-1 0,1-1,0 1,0 0,0 0,1-1,-1 1,1 0,0-1,-1 1,1 0,0-1,1 1,-1-1,0 0,1 1,-1-1,1 1,7 2,-1 0,1 0,0-1,0 0,1 0,-1-1,1 0,0-1,0 0,0-1,0 0,0 0,9-1,-8 1,-1-1,0 0,0 0,1-1,-1 0,0-1,0 0,0-1,0 0,0-1,-1 1,0-2,1 0,-1 0,-1 0,1-1,-1 0,0-1,-1 0,1 0,-1-1,-1 1,1-2,-1 1,-1-1,0 0,0 0,2-5,-5 8,1 1,-1-1,0 0,0 0,-1-1,0 1,0 0,0 0,-1-1,0 1,0-4,-1 10,1-1,0 1,0 0,-1-1,1 1,0-1,0 1,-1 0,1-1,-1 1,1 0,0 0,-1-1,1 1,0 0,-1 0,1-1,-1 1,1 0,-1 0,1 0,-1 0,1 0,-1 0,1 0,-1 0,1 0,-1 0,1 0,0 0,-1 0,1 0,-1 0,1 0,-1 0,1 1,-1-1,1 0,0 0,-1 0,1 1,-1-1,1 0,0 1,-1-1,1 0,0 1,-1-1,1 1,0-1,0 0,-1 1,1-1,0 1,0-1,0 1,0-1,0 1,-1-1,1 1,0-1,0 0,0 1,0-1,0 1,1-1,-1 1,0 0,-3 4,0 0,1 0,0 0,0 0,0 1,1-1,0 1,0-1,0 1,0 0,1-1,0 1,0 0,1-1,0 1,0 0,0-1,0 1,1-1,0 0,0 1,1-1,-1 0,1 0,0-1,0 1,1 0,0-1,-1 0,1 0,1 0,1 1,1-1,0-2,0 1,0-1,0 0,0 0,0-1,0 0,1 0,-1-1,1 1,-1-2,0 1,1-1,-1 0,0-1,0 0,0 0,0 0,0-1,0 0,-1 0,1-1,-1 0,0 0,0-1,15-10,-1-2,0 0,-2-2,0 0,-1-1,6-8,14-22,-47 69,7-15,0-1,1 1,-1 0,1 0,0 0,0 0,0 0,0 1,1-1,-1 1,1-1,0 1,1-1,-1 1,1-1,0 1,0 0,0-1,1 1,0 0,0-1,0 1,0-1,1 0,-1 1,1-1,0 0,1 0,-1 0,1 0,53 21,-25-19</inkml:trace>
  <inkml:trace contextRef="#ctx0" brushRef="#br0" timeOffset="1988.719">3359 128,'-3'13,"7"12,7 11,1-2</inkml:trace>
  <inkml:trace contextRef="#ctx0" brushRef="#br0" timeOffset="2190.023">3505 769,'10'3,"1"-2,-1 1,0-2,1 1,-1-1,1-1,-1 0,0 0,1-1,-1-1,0 1,0-2,0 1,-1-1,1-1,-1 0,0 0,0-1,-1 0,0 0,0-1,0 0,-1 0,0-1,0 0,-1-1,0 1,0-1,-1 0,0 0,-1-1,0 0,2-7,-5 14,0-1,0 1,0-1,-1 1,1-1,-1 0,0 1,0-1,0 1,0-1,-1 1,1-1,-1 0,0 1,0 0,0-1,-1 1,1 0,-1-1,0 1,0 0,0 0,0 0,0 1,-1-1,1 1,-1-1,0 1,0 0,1 0,-1 0,-1 0,1 0,0 1,0-1,-3 0,1 1,0-1,0 1,0 0,0 1,-1-1,1 1,0 0,0 0,-1 0,1 1,0 0,0 0,0 0,0 1,0 0,0 0,0 0,1 0,-1 1,1 0,-1 0,1 0,0 0,0 1,1-1,-1 1,1 0,0 0,0 1,0-1,0 1,1-1,-1 1,1 0,1 0,-1 0,1 0,0 0,0 0,0 0,0 0,1 1,0-1,0 0,1 0,-1 0,1 1,0-1,1 0,-1 0,1 0,0 0,0-1,3 5,5 2,0-1,0 0,1-1,0-1,0 1,1-2,0 0,1 0,-1-1,1 0,1-2,-1 1,1-1,-1-1,9 0,41 10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48:21.66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54 13,'32'-12,"-24"12,0 0,-1 0,1 0,-1 1,1 0,-1 1,1 0,-1 0,0 0,0 1,0 0,0 0,0 1,-1 0,0 0,1 1,-2-1,1 1,0 1,-1-1,0 1,0 0,-1 0,0 0,0 1,0 0,-1-1,0 1,0 0,0 1,-1-1,0 0,-1 1,0-1,0 7,-1 6,-1 0,-1-1,-1 1,-1 0,0-1,-2 0,-1 3,-17 70,23-88,1 0,-1 0,1 0,-1 1,1-1,1 0,-1 0,0 0,1 0,0 0,0 0,0 0,1 0,-1 0,1-1,0 1,0 0,0-1,0 0,1 1,0-1,-1 0,1 0,0 0,0-1,1 1,-1-1,0 0,1 0,0 0,-1 0,2 0,19 6,1 0,-1-2,2-1,-1 0,0-2,1-2,0 0,6-1,-20 0,2 0,12 2,1-1,-1-2,0-1,1-1,-1-1,0-1,5-3,-3-3</inkml:trace>
  <inkml:trace contextRef="#ctx0" brushRef="#br0" timeOffset="261.274">1 254,'22'0,"22"0,17 0,14 0,9 0,3 0,-13 0</inkml:trace>
  <inkml:trace contextRef="#ctx0" brushRef="#br0" timeOffset="1438.543">642 294,'27'2,"0"-2,0-1,0-1,-1-1,1-1,-1-1,0-2,0 0,-1-2,8-4,-30 12,-1 0,1 0,0-1,-1 1,0 0,1-1,-1 1,0-1,1 0,-1 0,0 0,0 0,-1 0,1 0,0 0,-1-1,1 1,-1-1,0 1,0-1,0 1,0-1,0 0,-1 0,1 1,-1-1,1 0,-1 0,0 0,0 1,-1-1,1 0,0 0,-1 1,0-1,0 0,0 1,0-2,-4 0,0-1,-1 1,0 0,0 0,0 0,0 1,-1 0,1 0,-1 1,0 0,1 0,-1 0,0 1,0 0,0 1,0-1,0 1,0 1,-1-1,1 1,0 0,1 1,-1 0,-3 1,6-2,0 1,0-1,1 1,-1 0,0 1,1-1,-1 1,1-1,-1 1,1 0,0 0,1 1,-1-1,0 0,1 1,0 0,0 0,0-1,0 1,0 0,1 1,0-1,0 0,0 0,0 0,1 1,0-1,0 0,0 1,0-1,1 0,-1 1,1-1,0 0,0 0,1 0,-1 0,1 0,0 0,0 0,0 0,2 1,9 10,0-2,1 0,0 0,1-1,0-1,1-1,0 0,1-1,0-1,0 0,1-1,0-1,0-1,0 0,1-2,0 0,0-1,4 0,-17-1,0 1,1-1,-1 0,1-1,-1 1,1-1,0 0,-1-1,1 0,-1 0,1 0,-1-1,0 0,0 0,0-1,0 1,0-1,0-1,-1 1,1-1,-1 0,0 0,0 0,0-1,-1 0,0 0,0 0,0 0,3-6,-5-2,1 0,-2 0,0 0,0 0,-1 0,-1 0,0 0,-1 0,0 0,-1 0,0 1,-5-10,6 16,1 5,1 0,-1 0,0 0,1 0,-1 0,1 0,-1 0,1 0,0 0,-1 0,1 0,0 0,0-1,0 1,0 0,0 0,0 0,0 0,0-1,0 1,0 0,1 0,-1 0,0 0,1 0,-1 0,1 0,-1 0,1 0,0 0,-1 0,1 0,0 0,0 0,0 1,-1-1,1 0,0 0,0 1,98 8,-53-1,-10-3,0 2,0 2,-1 1,2 3,-33-11,-1 1,0-1,0 1,0 0,0 0,0 0,0 0,0 1,-1-1,1 1,-1-1,0 1,1 0,-1 0,-1 0,1 0,0 0,-1 1,1-1,-1 1,0-1,0 0,-1 1,1 0,-1-1,0 1,0-1,0 1,0-1,-1 4,2 1,-1-1,1 0,0 0,1 0,0 0,0 0,1 0,-1-1,1 1,1-1,-1 0,1 0,0 0,1 0,-1-1,1 1,0-1,1 0,-1-1,1 1,0-1,0 0,0-1,0 1,1-1,0-1,1 1,16 6,-1-2,1-1,0 0,1-2,-1-1,1-1,-1-1,1-1,0-2,-1 0,1-1,13-5,50-24,-86 31,1 1,-1 0,1 0,-1 1,1-1,-1 0,1 1,-1-1,0 1,1 0,-1 0,0 0,1 0,-1 0,0 1,0-1,0 1,0-1,0 1,-1 0,2 1,19 12,-14-11,0 0,1-1,-1-1,1 1,0-1,-1-1,1 0,0 0,0 0,0-1,0-1,0 0,0 0,0 0,-1-1,1 0,-1-1,1 0,-1-1,0 1,0-2,0 1,-1-1,1 0,-1 0,0-1,-1 0,1 0,-1-1,0 0,-1 0,0 0,0-1,1-3,-4 7,-1-1,-1 1,1 0,0-1,-1 1,0-1,0 1,0-1,-1 1,1 0,-1-1,0 1,-1 0,1 0,-1 0,1-1,-1 1,-1 1,1-1,0 0,-1 1,0-1,0 1,0 0,0 0,0 0,-1 0,-2-2,-3-1,0 0,-1 0,1 1,-1 1,0-1,0 1,-1 1,1 0,-1 1,0 0,-4 0,7 1,-1 0,0 0,1 1,-1 0,1 1,-1 0,1 1,-1-1,1 2,0-1,-1 1,1 0,1 1,-1 0,0 0,1 0,0 1,0 0,0 1,1 0,0 0,0 0,0 1,1-1,0 1,0 1,1-1,0 1,3-4,0 0,0 0,1 0,-1 1,1-1,0 0,0 0,1 1,-1-1,1 0,0 0,0 0,0 0,1 0,-1 0,1 0,1 2,18 25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48:19.43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80 215,'0'27,"0"25,5 20,3 13,5 6,3 1,1-1,-3-7,-3-12,-4-12,-7-15,-9-15,-3-13</inkml:trace>
  <inkml:trace contextRef="#ctx0" brushRef="#br0" timeOffset="283.404">0 375,'6'-3,"-1"0,1 0,0 1,0 0,0 0,1 0,-1 0,0 1,1 0,-1 1,0-1,1 1,-1 0,1 1,-1 0,1 0,-1 0,0 1,0 0,0 0,0 0,4 3,6 3,0 0,0 2,0 0,-1 1,-1 0,0 2,3 3,32 48,-48-63,-1 1,1 0,0-1,-1 1,1 0,-1-1,1 1,-1 0,0-1,0 1,0 0,0 0,0-1,0 1,0 0,-1 0,1-1,-1 1,1 0,-1-1,0 1,1 0,-1-1,0 1,0-1,0 1,0-1,0 0,-1 0,1 1,0-1,-1 0,1 0,0 0,-1 0,1 0,-1 0,0-1,1 1,-1-1,0 1,-1 0,-11 3,0-1,-1 0,1-1,-1 0,1-1,-1-1,0 0,1-1,-1-1,0 0,1-1,-7-2,-4-5</inkml:trace>
  <inkml:trace contextRef="#ctx0" brushRef="#br0" timeOffset="833.299">428 603,'9'-28,"-1"-1,-1 1,-1-1,-1 0,-2-1,-1 1,-2-16,1 43,-1 0,1 1,-1-1,0 0,0 0,0 0,0 0,0 0,-1 0,1 1,0-1,-1 0,0 0,1 0,-1 1,0-1,0 0,0 1,0-1,0 0,0 1,0 0,0-1,-1 1,1 0,-1-1,1 1,-1 0,1 0,-2 0,2 1,1 1,0-1,0 1,0-1,-1 1,1-1,0 1,0-1,0 1,0 0,0-1,0 1,0-1,0 1,1-1,-1 1,0 0,0-1,0 1,1-1,-1 1,0-1,0 1,1-1,-1 0,0 1,1-1,-1 1,1-1,-1 0,1 1,-1-1,0 0,1 1,-1-1,1 0,0 0,-1 1,1-1,-1 0,1 0,-1 0,1 0,-1 0,1 0,0 0,-1 0,1 0,-1 0,24 7,-1-1,0-2,1 0,0-2,15 0,6 2,10 0,126 21,-177-25,-1 1,1 0,0 0,-1 0,1 1,-1-1,1 1,-1 0,0 0,1 0,-1 1,0-1,0 1,-1-1,1 1,-1 0,1 0,-1 0,0 0,0 1,0-1,0 1,-1-1,0 1,1-1,-1 1,0 0,-1 0,3 22,-3-21,0-1,0 1,0-1,1 0,-1 1,1-1,0 0,0 1,1-1,-1 0,1 0,0 0,0 0,1 0,-1-1,1 1,-1 0,1-1,0 0,1 0,-1 0,0 0,1 0,0-1,-1 0,10 3,-1 0,1-1,0-1,0 0,0-1,0 0,0-1,1 0,-1-1,0-1,0 0,1-1,-1 0,0-1,0-1,-1 0,1 0,-1-1,0-1,0 0,-1-1,1 0,-2-1,2-1,-5 4,-1-1,0 1,-1-1,1 0,-1-1,0 1,-1-1,0 0,0 0,0 0,-1-1,0 1,0-1,-1-2,-11 61,8-46,0 0,0 0,1 1,0-1,0 0,1 0,-1 0,1 1,0-1,0 0,1 0,0 0,-1 0,2-1,-1 1,0 0,1-1,0 0,0 1,1-1,-1 0,1-1,-1 1,1-1,0 1,1-1,-1-1,1 1,-1 0,1-1,0 0,-1 0,1-1,0 1,1-1,-1 0,5 0,11-4</inkml:trace>
  <inkml:trace contextRef="#ctx0" brushRef="#br0" timeOffset="1283.315">1377 0,'7'8,"-1"0,1-1,0 0,1 0,0-1,0 0,0 0,1-1,0 0,0 0,3 0,-4-1,59 28,-41-21,-1 1,0 2,-1 0,0 1,5 6,-23-14,1 1,-2-1,1 1,-1 0,0 0,-1 1,0-1,0 1,-1 0,0 0,-1 0,0 1,0-1,-1 0,0 1,0 2,-1-3,0-1,1 1,0-1,0 0,1 1,0-1,1 0,0 0,0 0,1-1,-1 1,2-1,-1 0,1 0,0 0,1-1,-1 1,1-1,1-1,2 3,-3-4,0 0,1-1,-1 1,1-2,-1 1,1-1,0 0,0 0,0-1,0 1,0-2,0 1,1-1,-1 0,0-1,0 1,0-2,0 1,0-1,0 0,0 0,0-1,-1 1,1-2,-1 1,0-1,0 0,0 0,-1-1,1 1,-1-1,0 0,2-4,-2 2,0 0,-1-1,0 0,0 1,-1-1,0-1,0 1,-1 0,0-1,-1 1,1-1,-2 0,1-6,-1 15,-1 0,1 1,0-1,0 0,-1 0,1 1,0-1,-1 0,1 0,0 1,-1-1,1 0,0 0,-1 0,1 0,0 0,-1 0,1 1,-1-1,1 0,0 0,-1 0,1 0,0 0,-1 0,1 0,-1 0,1-1,0 1,-1 0,1 0,0 0,-1 0,1 0,0-1,-1 1,1 0,0 0,-1-1,1 1,0 0,0 0,-1-1,1 1,0 0,0-1,-1 1,1 0,0-1,0 1,0 0,0-1,-2 7,1 0,0 0,0 0,1 0,0-1,0 1,0 0,1 0,0 0,0 0,0 0,1-1,0 1,0 0,0-1,1 0,0 1,0-1,0 0,1 0,-1-1,1 1,0-1,1 0,-1 0,1 0,0-1,0 1,0-1,0 0,0-1,1 1,-1-1,3 1,19 6,0-1,0-2,0 0,26 1,38 3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48:15.18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322 606,'8'-11,"-1"0,0 0,0 0,-2-1,1 0,-1 0,-1-1,0 0,-1 1,0-7,-2 16,21-101,-5-2,-4 0,-4-33,-8 129,-1 24,-12 150,4-64,3 0,8 71,-2-154,1 0,1 0,1 0,0 0,1-1,1 0,0 0,2 1,-5-10,1-1,0 1,1-1,-1 0,1 0,0 0,1-1,-1 0,1 0,0 0,0-1,1 0,-1 0,1-1,0 1,0-1,0-1,0 1,2-1,42 4,-6-8</inkml:trace>
  <inkml:trace contextRef="#ctx0" brushRef="#br0" timeOffset="273.806">1 286,'25'-3,"29"-2,27-3,26-1,15 2,4 7,-5 10,-23 3</inkml:trace>
  <inkml:trace contextRef="#ctx0" brushRef="#br0" timeOffset="805.968">870 793,'1'-4,"8"-21,-1 0,0-1,-2 0,-1 0,-2 0,0-1,-2 1,-1-1,0 1,-2-1,-4-14,5 38,1-1,-1 0,-1 0,1 0,0 0,-1 1,0-1,0 1,0-1,0 1,-1 0,1-1,-1 1,0 1,0-1,0 0,0 1,0-1,0 1,-1 0,1 0,-4-1,7 4,-1-1,1 0,0 1,-1-1,1 0,0 1,-1-1,1 1,0-1,-1 1,1-1,0 1,0-1,-1 1,1-1,0 1,0-1,0 1,0-1,0 1,0-1,0 1,0-1,0 1,0-1,0 1,0 0,0-1,0 1,0-1,1 1,-1-1,0 1,0-1,1 0,-1 1,0-1,1 1,-1-1,0 1,1-1,-1 0,1 1,-1-1,0 0,1 1,-1-1,1 0,-1 0,1 0,-1 1,1-1,-1 0,1 0,0 0,-1 0,1 0,-1 0,1 0,-1 0,1 0,23 11,1-1,-1-1,1-2,1 0,0-2,0 0,16-1,-10 1,3 0,-19-4,0 1,0 0,-1 1,1 1,-1 1,0 0,0 1,5 3,-16-5,0-1,0 1,0-1,-1 1,0 0,0 0,0 1,0-1,-1 1,0-1,0 1,0 0,0 0,-1 0,0 0,0 0,0 0,0 0,-1 0,0 0,0 2,0-2,0 0,0 0,0 0,1 0,-1 0,1 0,1 0,-1-1,1 1,0 0,0-1,0 1,0-1,1 0,0 0,0 0,0 0,0 0,1-1,-1 1,1-1,0 0,1 1,7 0,1-1,0 0,0-1,0 0,0-1,0 0,0-1,1 0,-1-1,0-1,0 0,0-1,-1 0,1-1,-1-1,1 0,-1 0,-1-1,1-1,5-4,-9 8,0-2,0 1,0-1,-1-1,0 1,1-1,-2-1,1 1,-1-1,0 0,-1 0,1-1,-2 0,1 0,-1 0,0 0,0-1,-1 0,-1 1,1-1,-1 0,-1 0,0 0,0-1,-1 1,0-7,-1 14,1-1,-1 0,0 1,0-1,0 1,0-1,-1 1,1 0,-1 0,1-1,-1 1,0 0,0 0,0 1,0-1,0 0,0 1,-1-1,1 1,-1 0,1-1,0 1,-1 1,0-1,1 0,-1 0,0 1,1 0,-1-1,0 1,1 0,-1 0,0 1,-2-1,0 1,0-1,0 1,0 1,0-1,1 1,-1 0,0 0,1 0,-1 0,1 1,0 0,0 0,0 0,0 0,1 1,-3 2,2-1,0 0,1 1,-1-1,1 1,1 0,-1 0,1 0,0 0,0 1,1-1,0 0,0 1,0-1,1 1,0-1,0 1,1-1,-1 0,1 1,1-1,-1 0,1 1,1-1,-1 0,1 0,0-1,0 1,0 0,1-1,0 0,0 0,0 0,1-1,0 1,0-1,0 0,1 0,10 6,1-1,0-1,1-1,-1 0,1-1,1-1,-1-1,1-1,0 0,0-1,-1-1,15-1,30-3</inkml:trace>
  <inkml:trace contextRef="#ctx0" brushRef="#br0" timeOffset="1502.526">2434 566,'-10'-8,"0"2,-1 0,0 0,0 1,-1 0,1 1,-1 0,0 1,0 0,0 1,-1 0,1 1,0 0,-1 1,1 1,-1 0,1 0,0 2,0-1,0 1,0 1,0 0,1 1,0 0,0 1,0 0,-4 4,13-9,0 0,0 0,-1 1,1-1,0 1,0-1,1 1,-1 0,0 0,1 0,-1 0,1 0,-1 0,1 0,0 1,0-1,0 0,0 1,0-1,1 1,-1-1,1 1,-1-1,1 1,0-1,0 1,0-1,1 1,-1-1,1 1,-1-1,1 1,0-1,0 1,0-1,0 0,0 1,0-1,1 0,-1 0,1 0,0 1,8 2,-1 0,1-1,-1 0,1-1,0 1,0-2,1 0,-1 0,0-1,1 0,-1-1,1 0,-1-1,1 0,-1 0,0-1,9-3,-13 5,0-1,-1 0,1 0,-1 0,1-1,-1 0,1 0,-1 0,0-1,0 0,0 0,0 0,-1 0,1-1,-1 0,0 0,0 0,0 0,0-1,-1 0,0 1,0-1,0 0,-1-1,1 1,-1 0,-1-1,1 1,-1-1,1-1,-3 6,1 0,0-1,0 1,-1 0,1-1,-1 1,1 0,-1-1,0 1,0 0,1 0,-1 0,0 0,0 0,0 0,0 0,0 0,0 0,0 0,-1 0,1 1,0-1,0 0,-1 1,1-1,0 1,-1-1,1 1,0 0,-1 0,0 0,-9-2</inkml:trace>
  <inkml:trace contextRef="#ctx0" brushRef="#br0" timeOffset="3524.455">2621 499,'-3'0,"-18"-7,1 0,-1 2,0 0,0 1,0 1,0 1,-1 1,1 1,-1 1,1 1,-1 1,1 1,0 0,1 2,-1 0,1 1,0 2,1 0,-18 11,33-18,0 0,0 1,0-1,1 1,-1 0,1 0,0 0,0 1,0-1,0 1,0-1,1 1,0 0,-1 0,2 0,-1 1,0-1,1 0,0 1,0-1,0 1,0-1,1 1,0-1,0 1,0-1,0 1,1-1,0 1,0-1,0 1,0-1,1 0,0 1,0-1,0 0,0 0,0 0,1-1,0 1,0-1,0 1,0-1,0 0,3 1,13 6,2-1,-1-2,1 0,0-1,0-1,1-1,-1-1,1-1,0 0,0-2,0-1,0 0,-1-2,6-2,44-6,-1-4,0-3,-2-2,0-4,-2-3,33-19,-44 1,-54 43,0 1,0-1,0 0,0 1,0-1,0 0,0 0,-1 0,1 1,-1-1,0 0,1 0,-1 0,0 0,0 0,0 0,0 0,-1 0,1 0,-1 0,1 0,-1 1,1-1,-1 0,0 0,0 1,0-1,0 0,0 1,0-1,0 1,-1-1,1 1,-1 0,0-1,-4-2,0 0,0 1,-1-1,1 2,-1-1,0 1,0 0,0 0,0 0,0 1,0 1,0-1,0 1,-1 0,1 1,0-1,0 1,0 1,0 0,0 0,0 0,-1 1,4-1,0 1,0 0,0 0,1 0,-1 0,1 1,0 0,-1-1,2 1,-1 0,0 0,1 1,0-1,0 0,0 1,0 0,1-1,0 1,0 0,0-1,0 1,1 0,0 0,0 0,0 0,1 0,-1-1,1 1,0 0,1 0,-1-1,1 1,0-1,0 1,0-1,1 0,-1 0,1 0,0 0,0 0,1-1,-1 1,11 6,0-1,1 0,0-1,0-1,1 0,0-1,0-1,0 0,1-1,-1-1,1-1,0 0,0-1,12-1,-12 2,0 0,0-1,0-1,1 0,-1-2,0 0,0-1,0 0,0-1,-1-2,0 1,11-6,-21 5,-1 0,0 0,0 0,0-1,-1 0,0 1,0-1,-1-1,0 1,0 0,-1-1,0 0,0 0,0 1,-1-1,-1 0,1 0,-1 0,-1 0,1 0,-1 0,-1 0,0-3,0-44,2 53,0 0,1 0,-1-1,1 1,-1 0,1 0,0 0,0 0,-1 0,2 0,-1 0,0 0,0 0,0 1,1-1,-1 0,1 1,0-1,-1 1,1 0,0-1,0 1,0 0,0 0,0 0,0 0,0 1,0-1,0 0,0 1,0-1,1 1,0 0,78 2,-77-2,2 0,1 0,0 0,-1 0,1 1,0 0,-1 0,1 1,-1 0,0 0,1 0,-1 1,0 0,-1 0,1 1,0-1,-1 1,0 1,0-1,0 1,0-1,-1 1,0 1,0-1,0 1,-1-1,0 1,0 0,0 0,-1 0,1 3,1 37,-5-40,1 0,-1 0,1 0,1 0,-1 1,1-1,0-1,0 1,1 0,0 0,0 0,0-1,1 1,0-1,0 0,0 0,0 0,1 0,0 0,0-1,0 1,1-1,-1 0,1-1,3 2,4 0,0-1,1-1,0 0,0-1,0 0,0-1,0-1,0 0,0 0,0-1,0-1,0 0,0-1,-1-1,1 0,-1 0,0-1,10-6,-14 7,-1 0,0-1,1 0,-2 0,1 0,0-1,-1 0,0-1,-1 1,1-1,-1 0,-1 0,1-1,-1 0,-1 1,1-1,-1-1,-1 1,1 0,-1-1,-1 1,0-1,0 1,0-1,-2-4,1 11,-1-1,1 1,-1 0,0-1,0 1,0 0,0 0,0 0,-1-1,1 1,0 1,-1-1,0 0,1 0,-1 1,0-1,0 1,0-1,0 1,0 0,-1 0,1-1,0 2,0-1,-1 0,1 0,0 1,-1 0,1-1,-1 1,1 0,-1 0,1 0,-1 0,1 1,0-1,-1 1,1-1,0 1,-1 0,1 0,0 0,0 0,0 0,-1 1,1-1,1 1,-1-1,0 1,0 0,1-1,-1 1,1 0,-1 0,1 0,0 0,-1 2,-2 1,1 0,0 0,1 0,-1 0,1 0,0 0,0 1,0-1,1 1,0-1,0 1,1 0,-1-1,1 1,0 0,1 0,-1-1,1 1,0-1,1 1,-1-1,1 1,0-1,1 0,-1 0,1 0,0 0,0 0,1 0,-1-1,3 3,10 3,0 0,1-1,-1-1,2-1,-1 0,1-1,0-1,0 0,1-2,-1 0,1-1,0-1,9-1,49 5</inkml:trace>
  <inkml:trace contextRef="#ctx0" brushRef="#br0" timeOffset="3889.434">4733 539,'-12'-6,"0"1,0 0,-1 1,0 0,1 0,-1 2,-1 0,1 0,0 1,0 1,0 0,-1 1,1 0,0 1,0 0,0 1,-4 2,15-4,-1 0,1 0,-1 0,1 0,-1 1,1-1,0 1,0-1,0 1,0 0,0 0,0 0,0 0,0 0,1 0,-1 1,1-1,0 1,0-1,0 1,0-1,0 1,0-1,0 1,1 0,0-1,-1 1,1 0,0 0,0-1,1 1,-1 0,0 0,1-1,0 1,0-1,0 1,0 0,0-1,0 0,0 1,1-1,-1 0,1 0,0 1,0-1,0 0,0 0,5 3,1-1,0 0,0 0,0 0,0-1,1 0,-1-1,1 0,0 0,0-1,0 0,0 0,-1-1,1 0,0-1,0 0,0-1,0 1,-1-2,1 1,-1-1,1 0,6-4,38-48,-52 55,0 0,0 0,1 0,-1 0,0 0,0 1,1-1,-1 0,0 1,0-1,0 0,0 1,1-1,-1 1,0 0,0-1,0 1,0 0,0 0,0 0,-1 0,1 0,0 0,0 0,-1 0,1 0,0 0,-1 0,1 1,7 6,4 1,1-1,1 0,-1-1,1 0,1-1,-1-1,1 0,0-1,0-1,0 0,1-1,-1 0,1-2,0 0,47 2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48:29.32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5 144,'-2'13,"1"1,0-1,1 1,0 0,1-1,1 0,1 6,-2-14,0-1,1 0,0 1,-1-1,1 0,1 0,-1 0,1-1,-1 1,1 0,0-1,0 0,1 0,-1 0,1 0,-1 0,1-1,0 1,0-1,0 0,0 0,0-1,4 2,1-2,1 1,-1-1,1-1,0 0,-1 0,1-1,-1 0,1 0,-1-1,1-1,-1 0,0 0,0 0,0-1,-1-1,1 1,-1-1,0-1,0 0,-1 0,0 0,0-1,0 0,-1 0,0-1,-1 0,1 0,-1 0,-1-1,0 1,0-1,0 0,-1 0,-1-1,0 1,0 0,0-4,-3 6,0 0,0 1,-1-1,1 1,-2-1,1 1,-1 0,0 0,0 0,0 0,-1 1,0-1,0 1,0 0,-1 0,0 0,0 1,0 0,0 0,-1 0,0 0,1 1,-1 0,-1 0,1 1,0 0,-1 0,1 0,-1 1,1 0,-1 0,0 1,1-1,-1 1,0 1,1 0,-1 0,0 0,1 0,-1 1,1 0,0 1,0-1,0 1,-6 4,6-4,1 0,-1 0,0 1,1 0,0 1,0-1,0 1,0 0,1 0,0 0,0 0,0 1,1 0,0 0,0 0,0 0,1 0,-1 1,2-1,-1 1,1-1,0 1,0 0,1-1,0 1,0 0,1 4,9 29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48:32.98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335 630,'-30'-10,"0"0,0 2,-1 1,0 2,-16-1,42 5,0 0,1 1,-1-1,0 1,0 0,1 0,-1 0,0 1,1-1,-1 1,0 0,1 1,-1-1,1 1,-1 0,1 0,0 0,0 1,0-1,0 1,0 0,1 0,-1 0,1 1,0-1,0 1,0 0,0 0,1 0,0 0,-1 0,2 1,-1-1,0 1,1-1,-1 2,2-2,0 0,0 0,1 0,-1 0,1-1,0 1,0 0,0 0,0-1,1 1,-1-1,1 1,0-1,0 0,0 0,1 0,-1 0,1 0,0 0,-1-1,1 1,0-1,1 0,-1 1,0-2,1 1,-1 0,1 0,4 1,-1-1,1 1,-1-1,1 0,0-1,0 0,0 0,0-1,0 0,-1 0,1-1,0 0,4-1,-2-1,-1 0,1 0,0-1,-1-1,0 0,0 0,0-1,-1 0,0 0,0-1,0 0,-1 0,0-1,0 0,-1 0,0 0,0-1,2-6,1-3,-1-1,0 0,-2-1,0 0,-1 0,-1 0,-1-1,1-19,-2-2,-3 0,-1 0,-2 0,-2 0,-1 0,-9-25,12 55,1-1,-2 1,1 0,-2 0,1 0,-2 1,-5-8,10 17,1 0,0 0,-1 0,0 1,1-1,-1 1,0-1,0 1,0-1,0 1,0 0,0 0,0 0,0 0,0 1,-1-1,1 1,0-1,0 1,-1 0,1-1,0 1,-1 0,1 1,0-1,-1 0,1 1,0-1,0 1,-1 0,1 0,0 0,0 0,0 0,0 0,0 0,0 1,0-1,1 1,-1-1,0 1,1 0,-2 1,-7 12,1-1,0 1,1 1,1-1,0 1,1 1,1-1,0 1,1 0,1 0,1 0,0 1,1 10,1-7,0 0,1 0,2 0,0-1,1 1,1 0,1-1,1 0,0-1,2 0,9 17,-11-24,-1 0,2-1,0-1,0 1,1-1,0-1,1 1,0-2,0 1,1-1,0-1,1 0,-1-1,1 0,0 0,1-2,0 1,-1-2,5 1,-8-2,1-2,-1 1,0-2,1 1,-1-1,0 0,1-1,-1 0,0-1,0 0,-1 0,1-1,0 0,-1 0,0-1,0 0,-1-1,1 0,-1 0,0 0,-1-1,1 0,-1 0,-1-1,0 1,0-1,0-1,-1 1,0-1,2-7,-1 5,0-1,-2 0,1-1,-1 1,-1-1,0 1,-1-1,0 0,-1 1,-2-13,2 26,1-1,-1 1,0-1,0 1,0-1,0 1,0 0,0-1,0 1,0-1,0 1,-1 0,1-1,0 1,0-1,0 1,-1-1,1 1,0-1,-1 1,1-1,0 1,-1-1,1 1,-1-1,1 0,0 1,-1-1,1 0,-1 1,1-1,-1 0,0 1,1-1,-1 0,1 0,-1 0,1 0,-1 0,0 1,1-1,-1 0,1 0,-1 0,0-1,1 1,-1 0,1 0,-1 0,1 0,-1 0,1-1,-1 1,0 0,1-1,-1 1,1 0,0-1,-1 1,1 0,-1-1,1 1,0-1,-1 1,1-1,0 1,-1-1,-1 8,-1 1,2-1,-1 1,1 0,0-1,1 1,0 0,0 0,0-1,1 1,1 0,-1-1,1 1,0-1,1 1,0-1,0 0,0 0,1 0,0 0,1-1,-1 0,1 0,0 0,1 0,-1-1,1 0,5 4,53 29,3-8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48:36.57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174 599,'0'25,"0"26,0 23,0 17,2 9,2 6,1-2,0-5,0-8,-2-12,-1-20</inkml:trace>
  <inkml:trace contextRef="#ctx0" brushRef="#br0" timeOffset="284.057">0 719,'19'-5,"-1"1,1 1,0 1,0 0,1 2,-1 0,0 1,0 1,0 1,0 0,-1 2,1 0,-1 1,0 0,0 2,7 4,68 48,-92-59,1 0,-1 0,0 0,1 0,-1 0,0 1,1-1,-1 0,0 1,0-1,0 1,0-1,-1 1,1-1,0 1,-1 0,1-1,-1 1,1 0,-1-1,0 1,0 0,0 0,0 0,0-1,0 1,0 0,-1 0,1-1,0 1,-1 0,0-1,1 1,-1 0,0-1,0 1,0-1,0 0,0 1,0-1,0 1,0-1,-1 0,1 0,-1 0,1 0,-1 0,1 0,-1 0,1-1,-1 1,0 0,1-1,-1 1,-23 7,-1-1,1-1,-1-1,0-1,-1-1,1-1,0-2,-7-1,-55-6,89 6,-1 1,0 0,1 0,-1 0,0 0,1-1,-1 1,0 0,1 0,-1-1,0 1,1 0,-1-1,0 1,0 0,0-1,1 1,-1 0,0-1,0 1,0 0,0-1,1 1,-1-1,0 1,0 0,0-1,0 1,0-1,0 1,0 0,0-1,0 1,-1 0,1-1,0 1,0-1,0 1,0 0,0-1,-1 1,1 0,0-1,0 1,-1 0,1-1,0 1,-1 0,1 0,0-1,0 1,-1 0,1 0,-1 0,1-1,-1 1,26-8</inkml:trace>
  <inkml:trace contextRef="#ctx0" brushRef="#br0" timeOffset="1893.559">936 786,'-39'-12,"0"1,-1 2,0 2,0 2,-1 1,-38 2,-3 24,80-21,0 0,0 0,1 0,-1 1,0-1,1 0,-1 1,1-1,0 1,-1-1,1 1,0 0,0-1,0 1,0 0,0 0,0 0,1 0,-1 0,1 0,-1 0,1 0,0 0,0 0,0 0,0 0,0 0,0 0,0 0,1 0,-1 0,1 0,-1 0,1 0,0 0,0 0,0 0,0-1,1 2,4 5,2 0,-1-1,1 0,0 0,0-1,1 0,0 0,0-1,1 0,-1 0,1-1,0-1,0 0,0 0,0-1,1 0,-1-1,1 0,0 0,-6 0,1 0,-1 0,0 0,0-1,0 0,0 0,1 0,-1 0,0-1,0 0,0 0,0-1,0 1,0-1,0 0,-1 0,1-1,0 1,-1-1,0 0,0 0,0-1,0 1,0-1,-1 0,1 0,-1 0,0 0,-1 0,1-1,-1 0,1 1,-1-1,1-4,-3 15,0 0,0 0,1 1,0-1,1 0,-1 0,1 0,0 0,1 0,-1-1,1 1,0-1,1 0,-1 1,1-1,0-1,0 1,1-1,-1 1,1-1,0-1,0 1,1-1,-1 0,1 0,-1 0,1-1,0 1,0-2,0 1,5 0,-8-2,0 0,-1 0,1 0,0-1,-1 1,1-1,0 0,-1 0,1 0,-1 0,1 0,-1 0,0-1,1 1,-1-1,0 0,0 1,0-1,0 0,-1 0,1-1,0 1,-1 0,1 0,-1-1,0 1,0-1,0 1,0-1,13-80,-22-60,8 140,1 0,-1 1,1-1,0 0,-1 0,1 1,1-1,-1 0,0 1,0-1,1 1,0 0,-1-1,1 1,0 0,0 0,0 0,0 0,1 1,-1-1,0 0,1 1,-1 0,1-1,0 1,-1 0,1 0,0 1,0-1,-1 1,1-1,2 1,95 3,-79-1,0 1,-1 1,1 1,-1 0,0 2,0 0,-1 1,0 1,15 9,-32-15,1-1,-1 0,0 1,0 0,0-1,0 1,0 0,0 0,-1 0,1 0,-1 0,0 0,0 0,0 1,-1-1,1 0,-1 1,1-1,-1 1,0-1,-1 0,1 1,0-1,-1 0,0 1,0-1,0 0,0 0,0 0,-1 0,1 0,-1 0,0 0,-2 2,4-4,-2 2,0-1,0 1,0-1,1 1,-1 0,1 0,0 0,0 0,0 0,0 0,1 0,-1 0,1 1,0-1,0 0,0 0,0 0,0 1,1-1,-1 0,1 0,0 0,0 0,0 0,0 0,1 0,-1 0,1-1,1 3,6 1,0 0,0-1,1 0,-1 0,1-1,1 0,-1 0,0-1,1-1,0 0,-1 0,3-1,-12-1,52 8,0-2,1-2,-1-3,1-2,-1-3,9-3,-49 6,1 0,-1-2,0 1,0-2,-1 0,1 0,-1-1,0-1,0 0,0 0,-1-1,0-1,-1 0,10-9,-18 15,-1 1,1-1,-1 0,0 0,0 0,1 0,-1 0,0 0,-1 0,1 0,0 0,-1-1,1 1,-1 0,1 0,-1-1,0 1,0 0,0-1,0 1,-1 0,1 0,-1-1,1 1,-1 0,0 0,0 0,0 0,0 0,0 0,0 0,-1 0,1 0,0 0,-1 1,0-1,1 0,-1 1,0-1,0 1,0 0,0 0,0 0,0 0,0 0,-6-3,0 0,0 0,-1 1,1 0,-1 1,1 0,-1 0,0 1,0 0,1 1,-1-1,0 2,0-1,0 1,0 1,1 0,-1 0,0 0,1 1,0 0,-6 4,12-5,-1 1,1-1,1 0,-1 1,0 0,1-1,-1 1,1 0,0 0,0 0,0 0,0 0,1 0,-1 0,1 0,-1 0,1 0,0 0,0 0,1 0,-1 0,1 0,-1 0,1 0,0 0,0 0,0 0,1 0,-1-1,1 1,-1 0,1-1,0 0,0 1,0-1,0 0,1 0,-1 0,1 0,-1 0,1 0,-1-1,1 0,0 1,0-1,0 0,0 0,0 0,1-1,5 5,2-2,-1 1,0-1,1-1,-1 0,1 0,-1-1,1-1,0 0,0 0,-1-1,1 0,0-1,-1 0,0-1,1 0,-1 0,0-1,0-1,-1 1,1-2,-1 1,5-6,-13 11,-1-1,0 1,1 0,-1-1,0 1,1-1,-1 1,1 0,-1-1,1 1,-1 0,1 0,-1-1,1 1,-1 0,1 0,-1 0,1 0,-1 0,1-1,0 1,-1 0,1 0,-1 0,1 0,-1 1,1-1,-1 0,1 0,0 0,-1 0,1 1,-1-1,1 0,-1 0,1 1,-1-1,0 0,1 1,-1-1,1 1,-1-1,0 0,1 1,-1-1,0 1,1-1,-1 1,0-1,0 1,1-1,-1 1,0-1,0 1,0 0,0-1,0 1,0-1,0 1,0-1,0 1,0 0,8 15,-3-12,0 0,0 0,0-1,1 0,0 0,-1 0,1-1,0 0,0 0,1-1,-1 1,0-1,0-1,1 1,-1-1,0 0,2-1,5 1,0-1,0-1,-1 0,1-1,0 0,-1-1,0 0,0-1,0-1,0 0,-1 0,0-1,0-1,-1 1,0-2,0 1,-1-2,0 1,-1-1,0 0,0-1,-1 0,-1 0,0-1,0 0,-1 0,1-4,13-40,-3-2,-3 0,-1-1,-4 0,1-54,-9-7,1 119,-1-1,0 1,0 0,0-1,0 1,-1 0,1-1,0 1,-1 0,1-1,-1 1,1 0,-1 0,1 0,-1-1,0 1,0 0,1 0,-1 0,0 0,0 0,0 0,0 0,0 0,0 1,-1-1,1 0,0 1,0-1,-1 1,1-1,0 1,0-1,-1 1,1 0,0 0,-1 0,1 0,-1 0,1 0,0 0,-1 0,1 0,0 1,-1-1,1 0,0 1,0 0,-1-1,1 1,0-1,-1 2,-56 51,43-33,1 1,1 1,1 0,1 1,1 0,1 0,1 1,1 0,1 1,1 0,1 0,0 20,3-28,1 1,1-1,0 0,2 0,-1 1,2-1,0-1,2 1,-1-1,2 0,0 0,1 0,1-1,0-1,1 1,0-1,1-1,13 12,-14-15,1-1,1 0,0-1,0 0,0-1,1-1,0 0,0 0,1-1,10 2,-16-5,0-1,-1 1,1-1,0-1,0 0,0 0,-1 0,1-1,0 0,0-1,-1 0,1 0,-1 0,1-1,-1 0,0-1,0 1,-1-2,1 1,2-2,57-78,-56 67,-15 91,6-70,1 1,-1-1,1 0,0 0,0 0,1 0,-1 0,1-1,0 1,0-1,0 1,0-1,0 0,1 0,-1-1,1 1,0-1,0 1,0-1,0-1,0 1,1 0,-1-1,9 3,-1-1,1 0,0-1,-1-1,1 0,0 0,8-2,-8 0,-1 0,0-1,0-1,1 0,-2-1,1 0,0-1,-1 0,0-1,0 0,-1 0,1-1,-1-1,-1 0,0 0,0-1,0 0,-1-1,0 1,-1-2,5-9,11-27,-2 0,-2-2,-2 0,-3-1,-1 0,-3-1,-2-1,-1-25,-5 66,4-34,-2 0,-1 0,-3 0,-5-44,6 85,-1-1,-1 1,1 0,-1-1,1 1,-1 0,0 0,-1 0,1 0,-1 0,1 0,-1 0,-1 0,1 1,0-1,-1 1,0-1,0 1,0 0,0 0,0 0,0 1,-1-1,0 1,1 0,-1 0,0 0,0 0,0 1,0-1,-1 1,-2 3,0-1,0 1,0 0,0 1,1 0,-1 0,1 0,0 1,-1 0,2 0,-1 1,0-1,1 1,0 1,0-1,1 1,-1-1,1 1,0 1,1-1,-2 3,-8 18,1 0,1 1,1 0,2 1,0 0,2 0,2 1,0 0,2-1,1 1,2 0,1 0,1 0,1 0,2-1,1 0,3 6,-1-6,0-1,2 0,1-1,2 0,0-1,2 0,0-2,2 1,1-2,1-1,15 14,-28-30,0 0,0-1,0 0,0 0,1 0,0-1,0 0,0-1,0 0,8 2,2-2</inkml:trace>
  <inkml:trace contextRef="#ctx0" brushRef="#br0" timeOffset="2483.24">3904 786,'-66'69,"65"-67,-1 0,1 1,-1-1,1 0,0 1,0 0,0-1,0 1,1-1,-1 1,1 0,-1 0,1-1,0 1,0 0,0 0,0-1,1 1,-1 0,1 0,0-1,0 1,-1-1,2 1,-1-1,0 1,0-1,1 1,0-1,-1 0,1 0,1 1,2 1,1 0,0 0,0-1,1 0,-1 0,1 0,0-1,-1 0,1 0,0 0,0-1,0 0,0-1,0 0,1 0,-1 0,0-1,0 0,0 0,0-1,0 0,-1 0,1 0,-1-1,1 0,-1-1,0 1,1-1,-4 0,1 1,-1-1,0 0,0 0,-1 0,1 0,-1 0,0 0,0-1,0 1,0-1,-1 0,0 1,0-1,0 0,-1 0,1 0,-1 0,0 1,-1-1,1 0,-1 0,0 0,0 1,0-1,-1 0,0 1,0-1,0 1,0 0,-1 0,1 0,-1 0,0 0,0 0,-1 1,1-1,-1 1,0 0,0 0,0 1,0-1,0 1,-1 0,1 0,-3-1,0 1,-1-1,1 2,-1-1,0 1,1 0,-1 1,0-1,0 2,0-1,1 1,-1 0,0 1,1 0,-1 0,1 0,0 1,-1 0,1 1,1 0,-1 0,1 0,-1 1,1 0,0 0,1 0,-1 1,1 0,-1 2,4-6,1 0,0 0,0 0,0 0,0 0,0 0,0 0,1 0,-1 1,1-1,0 0,-1 0,1 0,0 1,0-1,0 0,1 0,-1 1,0-1,1 0,0 0,-1 0,1 0,0 0,0 0,0 0,0 0,1 0,-1 0,0 0,1-1,-1 1,1 0,0-1,69 35,-35-28</inkml:trace>
  <inkml:trace contextRef="#ctx0" brushRef="#br0" timeOffset="2767.174">4198 425,'-18'-16,"-13"-5,-10 1,-5 3,0 10,7 11,9 10,10 11,8 1</inkml:trace>
  <inkml:trace contextRef="#ctx0" brushRef="#br0" timeOffset="3049.641">4118 893,'18'11,"16"4,10 0,7-4,4-2,-2-4,-12-3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48:33.25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164 461,'0'19,"0"12,0 8,0 4,0-1,0-3,3-7,0-10</inkml:trace>
  <inkml:trace contextRef="#ctx0" brushRef="#br0" timeOffset="550.209">4 261,'-2'-12,"1"-1,0 1,1-1,1 1,0-1,1 1,0-1,1 1,0 0,1 0,0 0,1 1,0-1,1 1,0 0,1 1,0-1,1 1,8-8,-15 16,0 1,0-1,0 1,1 0,-1 0,0-1,1 1,-1 0,0 0,1 0,-1 1,1-1,0 0,-1 0,1 1,0-1,-1 1,1 0,0-1,-1 1,1 0,0 0,0 0,-1 0,1 0,0 1,0-1,-1 0,1 1,0-1,-1 1,1 0,-1-1,1 1,0 0,-1 0,0 0,1 0,-1 0,0 1,1-1,-1 0,0 1,0-1,0 0,0 1,0-1,-1 1,1 0,0 0,70 171,-32-92,3-2,23 28,-30-49,-35-56,1 0,0 1,0-1,-1 0,1 0,1 1,-1-1,0 0,0 0,1-1,-1 1,1 0,0 0,-1-1,1 1,0-1,0 1,0-1,0 0,0 0,0 0,1 0,-1 0,0 0,0 0,1-1,-1 0,1 1,-1-1,0 0,1 0,-1 0,0 0,1 0,-1-1,0 1,1-1,-1 0,0 0,1 1,-1-1,0-1,0 1,4-7,0 0,0 0,-1-1,0 0,0 0,-1 0,0 0,-1-1,0 1,1-10,13-33,-17 52,0-1,0 1,0 0,0-1,0 1,0 0,0 0,0-1,0 1,0 0,0-1,0 1,0 0,1 0,-1-1,0 1,0 0,0 0,0-1,0 1,1 0,-1 0,0-1,0 1,1 0,-1 0,0 0,0 0,1-1,-1 1,0 0,0 0,1 0,-1 0,0 0,0 0,1 0,-1 0,0 0,1 0,-1 0,0 0,0 0,1 0,-1 0,0 0,1 0,-1 0,0 0,0 0,1 0,-1 1,0-1,0 0,1 0,-1 0,0 1,0-1,1 0,-1 0,0 0,0 1,0-1,0 0,1 0,-1 1,0-1,0 0,9 22,-8-18,2 8,0 1,1-1,1 0,0 0,1 0,0 0,1-1,0 0,1-1,0 0,1 0,0 0,0-1,1-1,0 1,0-2,1 1,0-1,1-1,0 0,-1-1,12 3,85-1,-77-10</inkml:trace>
  <inkml:trace contextRef="#ctx0" brushRef="#br0" timeOffset="1271.629">1475 341,'-16'0,"1"0,-1 2,1 0,-1 0,1 1,0 1,0 1,0 0,0 1,1 0,0 1,0 1,1 0,0 1,1 1,-1-1,2 2,0 0,-8 9,17-18,0 1,0-1,0 1,1 0,-1 0,1-1,-1 1,1 0,0 0,0 0,0 0,1 1,-1-1,1 0,0 0,0 0,0 0,0 1,0-1,0 0,1 0,0 0,0 0,0 0,0 0,0 0,0 0,1 0,0 0,-1-1,1 1,0-1,0 1,0-1,2 2,9 5,0-1,1-1,0 0,0 0,0-1,1-1,-1-1,2 0,-1-1,0 0,0-1,12-1,22 5,1-2,-1-2,1-2,-1-2,1-3,-1-2,0-2,7-4,-51 12,2 0,0-1,0 0,-1 0,1 0,-1-1,0 0,0 0,0 0,0-1,-1 0,1 0,-1 0,0-1,0 0,1-2,-6 5,0 1,0-1,0 1,-1-1,1 0,-1 1,1-1,-1 1,0-1,0 1,1 0,-1-1,0 1,0 0,0-1,-1 1,1 0,0 0,0 0,-1 0,1 0,0 0,-1 1,1-1,-1 0,1 1,-1-1,1 1,-1-1,0 1,1 0,-1-1,1 1,-1 0,0 0,1 0,-1 1,0-1,1 0,-2 1,2-1,-1-1,0 1,0 0,1 0,-1 0,0 0,0 1,1-1,-1 0,0 1,1-1,-1 1,1-1,-1 1,0 0,1 0,-1 0,1 0,0 0,-1 0,1 0,0 0,0 1,0-1,0 0,0 1,0-1,0 1,0-1,0 1,1-1,-1 1,0 0,1-1,0 1,-1 0,1-1,0 1,0 0,0-1,0 1,0 0,0 0,1-1,-1 1,0 0,1-1,-1 1,1 0,0-1,0 1,0-1,0 1,5 4,1 0,0 0,1-1,-1 0,1 0,0-1,0 0,1 0,-1-1,1 0,0 0,0-1,0 0,0-1,0 0,0 0,0-1,0-1,0 1,0-1,0-1,1 0,-7 2,0 0,1 0,-1-1,0 1,0-1,0 0,0 0,0 0,0-1,0 1,0-1,-1 1,1-1,-1 0,1 0,-1 0,1 0,-1-1,0 1,0-1,0 1,0-1,-1 0,1 1,-1-1,0 0,1 0,-1 0,-1 0,1 0,0 0,-1-1,1 1,-1 0,0 0,0 0,-1-1,1 1,0 0,-1 0,0 0,0-2,-6-4,-1 0,0 1,0 0,0 0,-1 1,0 0,0 1,-1 0,0 1,0 0,0 0,-1 1,1 0,-1 1,0 0,0 1,0 0,-1 0,1 2,-1-2,1 1,-1 1,1 0,0 1,-1 0,1 1,0 0,-6 2,12-2,1-1,0 0,-1 1,1 0,0 0,0 0,0 1,0-1,1 1,-1 0,1 0,-1 0,1 1,0-1,0 1,1-1,-1 1,1 0,0 0,0 0,0 1,0 0,2 0,0-1,0 1,1 0,0 0,0 0,0 0,0 0,1-1,0 1,0-1,0 1,0-1,1 0,0 0,-1 0,2 0,-1 0,0 0,1-1,0 0,-1 0,1 0,1 0,-1-1,0 1,1-1,-1 0,1 0,-1-1,1 1,0-1,3 0,49 15,-3-5</inkml:trace>
  <inkml:trace contextRef="#ctx0" brushRef="#br0" timeOffset="1833.767">2076 47,'-4'-2,"-1"1,0 0,0 0,0 0,1 1,-1-1,0 1,0 0,0 1,0-1,0 1,0 0,1 0,-1 1,0-1,1 1,-1 0,1 0,0 1,-1-1,1 1,0 0,1 0,-1 0,0 0,1 1,0 0,0 0,0-1,0 2,1-1,-1 0,1 0,-1 2,2 2,-1 0,1 0,1 0,-1 0,1 0,1 0,0 1,0-1,0-1,1 1,0 0,0 0,1-1,0 1,1-1,0 0,1 2,83 112,-26-52,2-4,41 31,-104-96,-1 1,1 0,-1-1,1 1,0-1,-1 1,1-1,0 1,0-1,-1 1,1-1,0 1,0-1,0 0,0 0,-1 1,1-1,0 0,0 0,0 0,0 0,0 0,0 0,-1 0,1 0,0-1,0 1,0 0,0 0,0-1,-1 1,1-1,0 1,0 0,-1-1,1 1,0-1,-1 0,1 1,0-1,-1 0,1 1,-1-1,1 0,-1 0,1 1,-1-1,0 0,1 0,-1 0,0 1,0-1,0 0,1 0,-1 0,0 0,0 0,0 0,0 1,0-1,-1 0,1 0,0 0,0 0,-1 0,1 1,-1-2,8-65,-4-1,-5-52,1 55,1 65,1 1,-1-1,0 1,1-1,-1 0,0 0,1 1,-1-1,0 0,1 1,-1-1,0 0,1 0,-1 0,1 1,-1-1,1 0,-1 0,0 0,1 0,-1 0,1 0,-1 0,1 0,-1 0,1 0,-1 0,0 0,1 0,-1 0,1-1,-1 1,1 0,-1 0,0 0,1-1,-1 1,0 0,1 0,-1-1,0 1,1 0,-1-1,0 1,1 0,-1-1,0 1,0-1,0 1,1 0,-1-1,0 1,0-1,0 1,0-1,0 1,0 0,0-1,0 1,0-1,0 1,0-1,0 1,0-1,0 1,0 0,0-1,32 15,0-1,2-2,-1-1,25 3,26 7,-80-19,0-1,-1 1,1 0,-1 0,1 0,-1 0,0 1,1 0,-1-1,0 1,0 0,0 0,0 1,0-1,-1 1,1-1,-1 1,0 0,1 0,-1 0,0 0,-1 0,1 1,-1-1,1 0,-1 1,0-1,0 1,-1-1,1 1,-1 0,1-1,-1 1,-26 130,26-131,1 0,-1 0,1-1,0 1,0 0,0-1,0 1,0-1,0 1,1-1,-1 0,1 1,0-1,-1 0,1 0,0 0,0 0,1 0,-1-1,0 1,0-1,1 1,-1-1,1 0,-1 0,1 0,0 0,0 0,-1-1,2 1,87 8,38-26,-69 3</inkml:trace>
  <inkml:trace contextRef="#ctx0" brushRef="#br0" timeOffset="2150.545">3400 301,'-16'-3,"-12"0,-11 3,-7 5,-3 5,3 4,8 6,11 5,18 3,20 2,26-1,23-2,23-3,16-7,6-5,-15-5</inkml:trace>
  <inkml:trace contextRef="#ctx0" brushRef="#br0" timeOffset="2918.261">4028 448,'-2'-7,"1"0,-1-1,-1 1,1 0,-1 0,0 0,-1 1,0-1,0 1,0 0,-1 0,1 0,-1 1,-1-1,1 1,-1 1,0-1,0 1,-1 0,1 0,-1 1,0-1,1 2,-2-1,1 1,-6-1,3 0,1 1,-1 1,1 0,-1 0,0 1,1 0,-1 0,0 1,1 1,-1 0,1 0,-1 1,1 0,0 0,0 1,0 0,1 1,0 0,0 0,-5 5,10-8,0 0,0 0,1 0,-1 1,1-1,-1 1,1-1,0 1,0 0,0 0,1 0,-1 0,1 0,-1 1,1-1,0 0,0 1,0-1,1 1,-1-1,1 1,0-1,0 1,0-1,1 1,-1-1,1 1,0-1,0 0,0 1,0-1,0 0,1 0,-1 0,1 0,0 0,0 0,0 0,1 0,-1-1,1 1,1 1,6 1,0 0,0 0,0-1,0 0,1 0,-1-1,1-1,0 0,0 0,0-1,0-1,0 0,0 0,0-1,0-1,0 1,0-2,0 0,-1 0,1-1,4-2,50-37,-64 43,0 0,0 0,0 0,0 0,0 0,0 1,0-1,0 0,0 1,0-1,0 1,0-1,0 1,0-1,-1 1,1 0,0-1,0 1,-1 0,1 0,0 0,-1-1,1 1,-1 0,1 0,-1 0,0 0,1 0,-1 0,0 0,1 0,-1 0,0 0,0 0,0 0,0 0,0 1,4 9,-2-7,0 1,0-1,1 0,-1 0,1 0,0 0,1-1,-1 1,1-1,-1 0,1 0,0 0,0 0,0-1,1 1,-1-1,0 0,1-1,-1 1,1-1,0 0,0 0,-1 0,1 0,0-1,0 0,0 0,0-1,0 1,-1-1,1 0,0 0,-1-1,1 1,0-1,-1 0,0 0,1 0,-1-1,0 0,0 0,-1 0,1 0,-1 0,1-1,-1 1,0-1,0 0,-1 0,1 0,-1-1,1 0,0-11,1 0,-2-1,-1 1,0 0,-1-1,0 1,-2-8,0-43,3 65,-1 0,1 1,-1-1,1 1,0-1,0 1,-1 0,1-1,0 1,0 0,1-1,-1 1,0 0,0 0,1 0,-1 0,0 0,1 1,-1-1,1 0,-1 0,1 1,-1-1,1 1,-1 0,1-1,0 1,-1 0,1 0,0 0,-1 0,1 0,0 0,-1 1,1-1,-1 0,1 1,-1 0,1-1,-1 1,1 0,-1-1,1 1,-1 0,0 0,1 0,6 2,23 4,-14-4,-1 0,0 2,1-1,-2 2,1 0,-1 1,0 1,0 0,-1 1,12 9,-22-13,-1 0,1 1,-1-1,-1 0,1 1,-1 0,0-1,0 1,0 0,-1 0,0 0,0 0,-1 1,1-1,-1 0,-1 0,1 0,-1 0,0 0,-1 2,1-3,-1 1,1-1,1 1,-1 0,1-1,0 1,0-1,0 1,1-1,0 1,0-1,1 1,-1-1,1 1,0-1,1 0,-1 0,1 0,0-1,0 1,1-1,-1 1,1-1,0 0,1 1,8 2,1-1,-1 0,1-1,0 0,1-1,-1-1,1 0,-1-1,1-1,0 0,0-1,14-2,-18 3,-1-1,1 0,-1-1,1 0,0 0,-1-1,0-1,1 0,-1 0,0-1,-1 0,1-1,-1 0,0 0,0-1,0 0,-1-1,0 0,0 0,-1-1,1 0,-2 0,5-6,-8 6,0 0,0 0,-1 0,0 0,-1 0,1-1,-2 1,1 0,-1-1,0 1,-1-1,-1-5,2 11,-1 0,1-1,-1 1,0 0,0 0,0-1,-1 1,1 0,-1 0,0 0,0 1,0-1,0 0,0 1,0-1,-1 1,1 0,-1 0,0 0,1 0,-1 0,0 0,0 1,0 0,-1-1,1 1,0 0,0 1,-1-1,1 0,0 1,-2 0,2 0,0 0,0 0,0 0,1 1,-1-1,0 1,0 0,0 0,0 0,1 0,-1 0,0 1,1-1,-1 1,1 0,0-1,-1 1,1 0,0 1,0-1,0 0,1 0,-1 1,0-1,1 1,0 0,0-1,-1 1,1 0,1 0,-1 0,0 0,1-1,0 1,-1 0,1 0,0 0,1 0,-1 0,0 0,1 2,2 1,0 1,1-1,0 1,0-1,0 0,1 0,0-1,0 0,0 1,1-2,0 1,-1-1,2 0,-1 0,4 2,79 38,7-5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48:29.96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150 410,'-7'1,"0"1,-1-1,1 1,0 1,0-1,0 1,0 0,1 1,-1 0,1 0,0 0,0 1,0 0,1 0,-1 0,1 1,1-1,-1 1,1 0,0 1,0-1,1 1,0 0,0 0,0 0,1 0,0 0,-1 7,4-11,-1 1,0-1,1 1,0-1,0 1,0-1,0 1,0-1,1 0,-1 0,1 0,0 0,0 0,0 0,0 0,1 0,-1-1,1 1,-1-1,1 0,0 0,0 0,0 0,0 0,1-1,-1 1,0-1,1 0,-1 0,1 0,0-1,10 4,1-2,0 0,0 0,0-2,0 1,13-3,23-6,0-2,-1-2,0-2,-1-2,-1-3,0-1,11-9,-54 26,-4 2,0 0,0 0,0 0,0 0,0 0,0 0,0 1,0-1,0 0,1 1,-1-1,0 1,0-1,1 1,-1 0,0-1,0 1,1 0,-1 0,0 0,1 0,-1 0,0 0,1 0,-1 1,0-1,0 0,1 1,-1-1,0 1,0-1,0 1,1 0,-1-1,0 1,-3 34,1-32,0 1,0 0,1 0,0-1,0 1,0 0,0 0,0 0,1-1,-1 1,1 0,0-1,1 1,-1 0,0-1,1 0,0 1,0-1,0 0,0 0,0 0,3 2,5 2,1 0,0-1,0 0,0-1,1 0,0-1,0 0,0-1,0 0,0-1,1-1,-1 0,1 0,-1-1,1-1,9-1,61-18,-80 19,0-1,0 1,0 0,0-1,0 0,0 0,-1 0,1 0,-1 0,1 0,-1-1,0 1,1-1,-1 0,-1 0,1 1,0-1,-1 0,1-1,-1 1,0 0,0 0,0-3,-1 3,0 0,0 0,-1 0,1 0,-1 0,0 0,0 0,0 0,0 1,0-1,-1 0,1 1,-1-1,0 1,1-1,-1 1,0 0,-1 0,1-1,0 2,-1-1,1 0,-1 0,1 1,-1-1,0 1,-76-28,65 26,-1 0,0 0,0 2,0 0,0 0,0 2,0 0,0 0,1 2,-1-1,0 2,1 0,-13 6,26-10,0 0,-1 1,1-1,0 1,0-1,0 1,0 0,0-1,0 1,0 0,0 0,0 0,0 0,1 0,-1 0,0 0,0 0,1 0,-1 0,1 0,-1 0,1 0,-1 1,1-1,0 0,0 0,-1 0,1 1,0-1,0 0,0 1,8 10</inkml:trace>
  <inkml:trace contextRef="#ctx0" brushRef="#br0" timeOffset="587.521">1047 490,'21'33,"130"95,-74-74,-75-53,0-1,-1 1,1-1,0 1,0-1,-1 0,1 0,0 0,0 0,-1 0,1 0,0 0,0 0,-1-1,1 1,0-1,-1 0,1 1,-1-1,1 0,0 0,-1 0,0 0,1 0,-1 0,0 0,1 0,-1-1,0 1,0 0,0-1,0 1,0-1,0 1,-1-1,2-1,19-63,-11-11,-11 81,1 1,0 0,0 0,1-1,-1 1,1 0,0 0,1-1,-1 1,1-1,-1 1,2-1,-1 0,0 0,1 0,-1 0,1 0,0-1,1 1,-1-1,1 0,-1 1,1-2,0 1,1 0,1-1,-1-1,0 0,1 0,0 0,-1-1,1 0,-1 0,1 0,-1-1,1 0,-1 0,1 0,-1-1,0 1,0-2,1 1,-1 0,-1-1,1 0,0 0,-1 0,1-1,-1 1,0-1,0 0,-1 0,1-1,-1 1,0-1,0 0,0 0,-1 0,0 0,0 0,0 0,0-1,-1 1,1-5,4-26,-3 20,-3 38,0-17,-1 1,1-1,1 1,-1-1,1 0,-1 1,2-1,-1 1,1-1,-1 0,1 0,1 0,-1 0,1 0,0-1,0 1,0-1,1 1,-1-1,1 0,0-1,0 1,1-1,-1 1,1-1,-1-1,4 2,12 3,1-1,0-1,0 0,0-2,0-1,0 0,8-2,-26 0,65 3</inkml:trace>
  <inkml:trace contextRef="#ctx0" brushRef="#br0" timeOffset="2109.209">2477 531,'-18'-14,"0"2,-1 0,0 1,0 1,-1 1,-20-7,31 13,-1 0,1 1,0 0,-1 0,1 1,-1 0,1 1,-1 0,0 1,1 0,-1 0,1 1,0 0,-1 1,1 0,-8 4,13-6,1 1,-1-1,1 1,-1 0,1 1,0-1,-1 0,1 1,1 0,-1 0,0 0,1 0,-1 0,1 0,0 1,0-1,0 1,0-1,1 1,0 0,-1 0,2 0,-1 0,0 0,1 0,-1 0,1 0,0 0,1 0,-1-1,1 1,-1 0,1 0,0 0,1 0,-1 0,1-1,-1 1,1-1,2 3,4 1,1 0,1-1,-1 0,1-1,0 0,0 0,1-1,-1-1,1 1,0-2,0 0,0 0,0-1,0 0,0-1,1 0,-1 0,0-2,0 1,1-2,-3 2,-1 0,1-1,-1 0,1 0,-1-1,0 0,0-1,-1 0,1 0,-1-1,1 0,-1 0,-1 0,1-1,-1 0,0 0,0-1,-1 0,0 0,0 0,-1 0,0-1,0 0,0 0,-1 0,1-6,-3 12,-1 0,1-1,-1 1,1-1,-1 1,0-1,0 1,0-1,0 1,-1-1,1 1,-1-1,1 1,-1 0,0-1,0 1,0 0,0-1,0 1,-1 0,1 0,0 2,0 1,0-1,0 1,0 0,0-1,0 1,0 0,0 0,0 0,0-1,1 1,-1 0,0 0,1 0,-1 0,0 0,1 0,0 1,-1-1,1 0,0 0,-1 0,1 0,0 0,0 1,0-1,0 0,0 0,0 0,0 1,-1 5,0-1,0 1,0 0,1 0,0-1,0 1,1 0,0 0,0-1,1 1,-1 0,1-1,1 1,-1-1,1 0,0 0,1 0,0 0,-1-1,2 1,-1-1,1 0,-1 0,1-1,1 1,-1-1,1 0,-1-1,1 1,0-1,3 1,-4-3,1 1,0-1,1 0,-1 0,0 0,0-1,0 0,0 0,1-1,-1 0,0 0,0 0,0-1,0 0,-1 0,1 0,0-1,-1 0,1 0,-1 0,0-1,0 1,-1-1,1 0,-1-1,1 1,-1-1,-1 0,1 0,-1 0,0-1,0 1,0-1,-1 0,0 1,1-4,13-51,-14 87,-3-20,0-1,1 1,-1-1,1 1,1-1,-1 1,1 0,0-1,0 1,1-1,0 0,0 1,1-1,-1 0,1 0,1-1,-1 1,1-1,0 1,0-1,0 0,1-1,0 1,0-1,0 0,0 0,1 0,0-1,-1 0,1 0,0 0,2-1,-2-1,0 0,1 0,0-1,-1 0,1 0,-1-1,1 1,-1-2,1 1,-1-1,0 0,0 0,0 0,0-1,0 0,0 0,-1-1,1 0,-1 0,0 0,0 0,-1-1,1 0,-1 0,0 0,0 0,-1-1,1 1,-1-1,0 0,-1 0,0 0,0-1,0 1,-1 0,1-1,-1-2,4-34,37 114,-27-58,1-1,0-1,1 0,0-1,1-1,-1 0,2-2,-1 0,1-1,0-1,1 0,-1-2,1 0,0-1,-1-1,1-1,0-1,7-1,-12 2,-1-1,1 0,-1-1,1 0,-1-2,0 1,0-2,-1 1,1-2,-1 0,0-1,0 0,-1-1,0 0,-1-1,1 0,1-3,-11 10,-1 0,1 0,0 0,-1-1,0 1,1 0,-1-1,0 1,0-1,0 1,-1-1,1 1,0-1,-1 0,0 1,0-1,0 0,0 1,0-1,0 0,-1 0,1 1,-1-1,0 1,1-1,-1 1,-1-1,1 1,0-1,-1 1,1 0,-1 0,1 0,-1 0,0 0,0 0,0 0,0 0,0 1,-1-1,1 1,0 0,-1 0,1 0,-1 0,1 0,-1 0,1 0,-1 1,0-1,1 1,-1 0,0 0,1 0,-5 1,0 0,1 0,-1 1,1 0,0 0,-1 0,1 1,0 0,1 0,-1 0,0 1,1 0,0 0,0 1,0-1,0 1,1 0,0 0,-2 3,4-4,-1-1,0 1,1 0,0 0,0 0,0 0,1 0,-1 0,1 1,0-1,0 0,1 1,-1-1,1 1,0-1,0 1,0-1,1 1,0-1,0 1,0-1,0 0,0 0,1 1,0-1,0 0,0 0,1-1,-1 2,1-2,1 1,-1-1,0 1,1-1,0 0,0 0,0 0,0-1,0 0,1 0,-1 0,1 0,-1 0,1-1,0 0,-1 0,1 0,0-1,0 1,0-1,-1 0,1-1,0 1,0-1,0 0,-1 0,1-1,1 0,5-1,0-2,0 1,-1-2,1 1,-1-1,0-1,-1 0,0 0,0-1,0 0,0-2,2-3,-1-1,-1 0,0-1,-1 1,-1-2,0 1,-1-1,0 0,-2 0,0-1,-1 1,1-14,-1-3,-1-2,-2 1,-1 0,-2 0,-6-26,7 41,-2 1,0 0,-1 0,-1 1,0-1,-1 2,-1-1,-1 1,-10-14,18 28,0 0,0 0,0 0,-1 0,1 0,-1 0,1 1,-1-1,0 1,0-1,0 1,0 0,0-1,0 1,0 0,0 0,0 1,0-1,0 0,-1 1,1-1,0 1,-1 0,1 0,0 0,0 0,-1 0,1 0,0 0,-1 1,1 0,0-1,0 1,0 0,-1 0,1 0,0 0,0 0,0 1,1-1,-1 0,0 1,0 0,1-1,-2 3,-6 9,1 0,0 1,1 0,0 1,1-1,1 1,0 0,1 1,1-1,-2 14,0 1,0 0,2 0,2 0,0 1,2-1,3 18,-3-38,1-1,-1 1,2 0,-1-1,2 0,-1 1,1-1,0 0,1-1,0 1,1-1,-1 0,1 0,1-1,0 0,0 0,0 0,1-1,0 0,0-1,0 1,1-1,6 0,0-1,0 0,1-1,-1 0,1-1,-1-1,1 0,0-2,-1 1,1-2,-1 0,1-1,-1-1,0 0,0-1,0 0,-1-1,0-1,3-2,-16 8,-1 1,1-1,0 1,0-1,-1 1,1-1,0 1,0 0,0-1,-1 1,1 0,0 0,0-1,0 1,0 0,0 0,0 0,-1 0,1 0,0 0,0 1,0-1,0 0,0 0,-1 1,1-1,0 0,0 1,0-1,-1 1,1-1,0 1,-1-1,1 1,0 0,-1-1,1 1,-1 0,1-1,-1 1,1 0,-1 0,1-1,-1 1,0 0,0 0,1 0,-1 0,0 0,0-1,0 1,0 0,0 0,0 0,0 0,0 0,0 0,0-1,-1 1,1 0,0 0,-1 0,1 0,-1 0,1 2,-1 0,0 0,1 0,-1 0,1 0,0 1,0-1,0 0,1 0,-1 0,1 0,0 0,-1 0,1 0,1 0,-1 0,0 0,1 0,-1 0,1-1,0 1,0-1,0 1,0-1,1 0,-1 0,0 0,1 0,0 0,-1 0,1-1,0 0,0 1,6 0,-1 1,1-2,-1 1,1-1,0-1,0 1,-1-1,1-1,0 0,0 0,-1-1,1 0,-1 0,8-4,-12 5,0-1,0 1,-1-1,1 0,0-1,-1 1,0 0,1-1,-1 0,0 0,0 0,-1 0,1 0,-1-1,1 1,-1-1,0 1,0-1,-1 0,1 0,-1 0,0 0,0 0,0 0,0 0,-1 0,0 0,0-1,0 1,0 0,-1-4,0 2,0 1,0 0,0 0,-1-1,0 1,0 0,0 1,0-1,-1 0,0 0,0 1,0 0,0 0,-1 0,0 0,0 0,0 0,0 1,0 0,-1 0,0 0,1 1,-1 0,0-1,0 1,0 1,-1-1,1 1,0 0,0 0,-1 1,1 0,-1 0,1 0,0 0,-1 1,1 0,0 0,0 0,-1 1,1 0,0 0,0 0,1 0,-1 1,-2 1,1 2,0-1,1 1,0 0,0 0,1 1,-1 0,1-1,1 1,-1 0,1 1,1-1,-1 1,0 5,2-9,0-1,0 0,1 1,0-1,0 0,0 1,0-1,0 1,0-1,1 0,0 1,-1-1,1 0,1 1,-1-1,0 0,1 0,0 0,-1 0,1-1,0 1,0 0,1-1,-1 1,1-1,-1 0,1 0,0 0,0 0,0 0,0 0,1 0,77 8,-38-15</inkml:trace>
  <inkml:trace contextRef="#ctx0" brushRef="#br0" timeOffset="2374.772">4361 116,'-9'-5,"-1"1,1 0,-1 1,0 0,-1 0,1 1,0 0,-1 1,1 0,-1 1,1 0,-1 0,1 1,0 1,-1 0,1 0,0 1,0 0,0 1,0 0,1 0,0 1,-4 3,10-5,0 0,0 0,0 0,1 0,-1 1,1-1,0 1,0 0,0 0,0 0,1 0,0 0,-1 0,2 0,-1 0,0 0,1 0,0 1,0-1,0 0,0 0,1 1,-1-1,1 0,0 0,1 0,-1 0,57 103,-46-89,18 24,-2 2,-2 1,9 24,-34-64,1-1,-1 0,1 1,0-1,0 0,0 0,1 0,0-1,-1 1,1-1,0 1,1-1,-1 0,1 0,-1 0,1-1,0 1,0-1,0 0,0 0,3 1,78-4,-35-7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48:43.47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0 402,'16'0,"19"0,21 0,22 0,16 0,5 0,-2 0,-15 0,-23 2,-27 1,-20 0</inkml:trace>
  <inkml:trace contextRef="#ctx0" brushRef="#br0" timeOffset="276.484">40 549,'16'2,"16"1,20 2,20 1,21-2,20 2,13-1,6-1,-3-1,-13-1,-26-1</inkml:trace>
  <inkml:trace contextRef="#ctx0" brushRef="#br0" timeOffset="559.343">829 1,'268'109,"-182"-78,-3 3,39 23,-106-49,0 1,-1 0,1 1,-2 1,1 0,-2 1,0 1,0 0,1 4,-11-13,0 0,-1-1,0 2,0-1,0 0,0 0,-1 1,1-1,-1 1,0-1,-1 1,1-1,-1 1,0-1,0 1,0 0,-1-1,0 1,0-1,0 1,0-1,0 1,-2 2,-3 3,0 1,0-1,-1 0,0 0,-1-1,0 0,-1 0,-7 5,-45 34,-1-3,-3-3,-2-3,-60 26,-199 91,181-91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48:53.68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37 43,'-11'-14,"-4"-2,5 5,11 9,14 11,17 11,14 6,-1-2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48:54.38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3,'26'-2,"0"2,0 1,0 1,0 1,0 1,20 6,-26-5,-9-3,15 2,-1 1,0 1,-1 2,1 0,-2 2,1 0,6 6,-27-14,-1-1,1 1,-1 0,1 1,-1-1,0 0,0 1,0-1,0 1,0 0,-1-1,1 1,-1 0,0 0,0 0,0 0,0 0,0 1,-1-1,0 0,1 0,-1 0,0 1,0-1,-1 0,1 0,-1 0,0 3,-40 87,26-66,3-2,0 0,2 1,1 0,1 1,1-1,2 2,-3 22,7-35,1-1,0 1,0 0,2 0,0-1,0 1,2-1,-1 0,2 1,0-2,1 1,0-1,1 1,0-2,5 6,5 4</inkml:trace>
  <inkml:trace contextRef="#ctx0" brushRef="#br0" timeOffset="183.738">95 363,'13'0,"17"3,18 0,18 2,10 0,7 0,0-4,-2-6,-9-10,-16-2</inkml:trace>
  <inkml:trace contextRef="#ctx0" brushRef="#br0" timeOffset="533.453">897 56,'-8'11,"1"0,0 1,1 0,0 0,0 0,2 1,-1 0,2 0,0 0,0 0,1 1,1-1,0 11,-1-4,2 0,0 0,1 0,1 0,1 0,0 0,2-1,0 0,2 0,1 4,-6-19,1 1,0-1,0 0,0 0,0 0,0 0,1-1,0 1,-1-1,1 0,1 0,-1 0,0-1,1 1,-1-1,1 0,0 0,-1-1,1 0,0 1,0-2,0 1,0 0,0-1,0 0,0 0,0-1,0 0,0 1,0-1,0-1,0 1,0-1,0 0,-1 0,2-1,3-1,0 0,0 0,0-1,-1 0,0 0,0-1,0 0,-1 0,0-1,0 0,0-1,-1 1,0-1,-1 0,0-1,0 1,-1-1,0 0,1-4,-4 13,-1-1,0 1,1-1,-1 1,0-1,1 1,-1-1,0 1,0-1,1 0,-1 1,0-1,0 1,0-1,0 0,0 1,0-1,0 1,0-1,0 0,0 1,0-1,0 0,0 1,0-1,-1 1,1-1,0 1,0-1,-1 1,1-1,0 1,-1-1,1 1,-1-1,1 1,0-1,-1 1,1-1,-1 1,1 0,-1-1,1 1,-1 0,0 0,1-1,-1 1,1 0,-1 0,0 0,1 0,-1 0,1 0,-1 0,0 0,-32 22,14 4,2 2,0 0,2 1,0 1,3 0,0 1,-2 14,4-15,-28 79,4-7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48:53.42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1 174,'0'23,"0"16,2 11,3 6,3-2,3-6,1-8,1-12,-1-10</inkml:trace>
  <inkml:trace contextRef="#ctx0" brushRef="#br0" timeOffset="584.274">322 0,'106'53,"-102"-50,0 0,0 0,-1 1,1 0,-1 0,1 0,-1 0,0 0,-1 1,1 0,-1-1,0 1,0 0,0 0,-1 0,0 0,0 0,0 0,0 0,-1 1,0 1,-2 6,0-1,-1 1,0-1,-1 1,0-1,-1 0,-1-1,0 1,-6 9,-18 37,31-59,-1 1,1-1,0 1,-1 0,1-1,0 1,0 0,-1 0,1-1,0 1,-1 0,1 0,0 0,0 0,-1 0,1 0,0 0,0 0,-1 0,1 0,0 1,0-1,-1 0,1 0,0 1,-1-1,1 0,0 1,-1-1,1 1,-1-1,1 1,0-1,-1 1,0-1,1 1,-1 0,1-1,-1 1,1 0,-1-1,0 1,0 0,1-1,-1 1,0 0,0 0,0-1,0 1,0 0,0 0,0-1,0 1,0 0,0 0,0-1,0 1,-1 0,1-1,0 1,-1 0,13-12,0-1,-1-1,0 1,-2-2,1 1,-2-2,1 1,-2-1,0 0,-1-2,32-69,-38 86,1 0,0 0,0 0,-1 0,1 1,0-1,-1 0,1 0,-1 1,1-1,0 0,-1 1,1-1,-1 0,1 1,-1-1,1 1,-1-1,1 1,-1-1,1 1,-1-1,1 1,-1 0,0-1,0 1,1-1,-1 1,0 0,0-1,0 1,1 0,-1 0,0-1,0 1,0 0,0-1,0 1,-1 0,1-1,0 1,0 0,0-1,-1 1,1 0,0-1,-1 1,2 4,4 13,1-1,1 0,0 0,2 0,0-1,0 0,1 0,1-1,1-1,0 0,1 0,0-1,1-1,1 0,0-1,0-1,1 0,0-1,1-1,0-1,7 3,44 16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48:50.78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247 457,'-6'-3,"-1"-1,0 1,0 0,0 1,0-1,0 2,-1-1,1 1,-1 0,1 0,-1 1,1 0,-1 1,1-1,-1 1,1 1,-1-1,1 1,0 1,0-1,0 1,0 1,0-1,1 1,-1 0,1 1,0-1,-3 5,5-7,1 1,0 0,0 0,0 1,0-1,1 1,-1-1,1 1,0 0,0 0,0 0,1 0,-1 0,1 0,0 0,0 1,0-1,1 0,0 1,0-1,0 0,0 1,0-1,1 1,0-1,0 0,0 0,1 0,-1 1,1-1,0-1,0 1,0 0,1 0,-1-1,1 1,0-1,0 1,7 0,0 0,0 0,0-1,1 0,-1-1,1 0,0 0,-1-1,1-1,0 0,0 0,-1-1,1-1,0 0,-1 0,0-1,1 0,-1-1,0 0,8-5,-9 5,0-1,0 0,-1-1,0 0,0 0,0-1,-1 0,0 0,-1-1,1 1,-1-2,-1 1,0 0,0-1,0 0,-1 0,-1-1,1 1,-2-1,1 0,-1 1,0-9,-2 18,1 0,-1-1,1 1,-1-1,0 1,0-1,1 0,-1 1,0-1,0 1,0-1,0 1,0-1,1 0,-1 1,0-1,0 1,-1-1,1 0,0 1,0-1,0 1,0-1,0 0,-1 1,1-1,0 1,0-1,-1 1,1-1,0 1,-1-1,1 1,-1-1,1 1,-1 0,1-1,0 1,-1 0,1-1,-1 1,0 0,1 0,-1-1,1 1,-1 0,1 0,-1 0,0 0,1 0,-1 0,1 0,-1 0,0 0,1 0,-1 0,1 0,-1 0,0 0,1 0,-1 1,1-1,-1 0,1 1,-1-1,-4 7,1 1,0-1,0 1,0 0,1 0,1 0,-1 1,1-1,1 1,-1-1,1 1,1-1,0 1,0 0,1-1,0 1,0 0,2 4,1-3,0-1,0 0,1 0,1-1,-1 0,1 0,1 0,-1 0,2-1,-1 0,0-1,1 0,1 0,-1 0,1-1,-1-1,1 1,1-1,-1-1,1 0,-1 0,1-1,0 0,0 0,0-1,0-1,0 0,0 0,0-1,0 0,9-3,17-10,-28 4</inkml:trace>
  <inkml:trace contextRef="#ctx0" brushRef="#br0" timeOffset="382.693">756 391,'2'16,"1"18,2 21,3 18,2 15,3 13,3 10,1 4,-4 1,-2-4,-5-7,-2-10,-2-14,-2-19,-2-20,-2-17</inkml:trace>
  <inkml:trace contextRef="#ctx0" brushRef="#br0" timeOffset="683.079">809 124,'-4'-16,"-5"-10,0-3,6 4,8 6,13 11,11 11,9 12,-3 3</inkml:trace>
  <inkml:trace contextRef="#ctx0" brushRef="#br0" timeOffset="932.468">1170 551,'3'13,"0"0,1 0,1 0,0-1,1 1,0-1,0-1,1 1,1-1,0-1,1 1,0-1,0-1,1 0,5 4,-13-11,0-1,0 1,0-1,0 1,0-1,0 0,0 1,1-1,-1 0,0-1,1 1,-1 0,0-1,1 1,-1-1,1 0,-1 0,1 0,-1 0,1 0,-1 0,1-1,-1 1,1-1,-1 0,0 1,1-1,-1 0,0-1,0 1,0 0,0-1,0 1,0-1,1 0,5-9,0 0,-1-1,-1 0,1 0,-2-1,0 0,0 0,-1 0,1-11,25-62,-30 86,0 0,0 1,0-1,0 0,0 0,0 0,0 1,0-1,0 0,0 0,0 0,0 1,0-1,1 0,-1 0,0 0,0 1,0-1,0 0,0 0,1 0,-1 0,0 0,0 1,0-1,0 0,1 0,-1 0,0 0,0 0,0 0,1 0,-1 0,0 0,0 0,1 0,-1 0,0 0,0 0,0 0,1 0,-1 0,0 0,0 0,1 0,-1 0,0 0,0 0,0 0,1 0,-1-1,0 1,0 0,0 0,0 0,3 24,-3-24,0 39,12 89,-11-123,1 0,-1 0,1 0,1 0,-1 0,1 0,-1-1,1 1,1-1,-1 1,0-1,1 0,0-1,0 1,0-1,1 0,-1 1,1-2,0 1,-1-1,6 2,16 4</inkml:trace>
  <inkml:trace contextRef="#ctx0" brushRef="#br0" timeOffset="1266.43">1799 498,'-2'5,"1"1,0 0,1 0,-1 0,1-1,0 1,1 0,0 0,0 0,0 0,0-1,1 1,0-1,0 1,0-1,1 0,0 1,0-1,0-1,1 1,-1 0,1-1,0 0,1 0,-1 0,1 0,-1-1,1 0,0 0,0 0,1 0,-1-1,1 0,3 1,-2 0,0 0,0-1,-1 0,1-1,0 1,1-1,-1 0,0-1,0 0,0 0,0-1,0 1,0-2,1 1,-2-1,1 0,0 0,0-1,-1 0,1 0,-1 0,0-1,0 0,0 0,-1-1,1 0,-1 0,3-3,-3-2,1 0,-2 0,1 0,-1-1,-1 0,0 0,0 0,-1 0,0 0,-1-1,-1 1,0 0,0-1,-1-3,0 61,4-36,0 1,1-1,0 0,1-1,0 1,1-1,0 0,0 0,1-1,0 0,0 0,1 0,0-1,0 0,1-1,0 0,0 0,0-1,1 0,0-1,0 0,0 0,0-1,1-1,-1 1,1-2,0 1,6-1,34 5</inkml:trace>
  <inkml:trace contextRef="#ctx0" brushRef="#br0" timeOffset="2051.306">2748 564,'0'-4,"0"-1,0 0,0 0,0 0,-1 0,0 0,0 1,0-1,-1 0,1 1,-1-1,0 1,-1-1,1 1,-1 0,0 0,0 0,0 0,0 1,0-1,-1 1,0 0,0 0,0 0,0 0,0 1,0 0,-1 0,1 0,-4-1,1 0,0 1,-1 0,1 0,0 1,-1 0,0 0,1 0,-1 1,1 1,-1-1,0 1,1 0,-1 1,1 0,0 0,0 0,-1 1,1 0,1 1,-1-1,1 1,-1 1,1-1,4-2,1-1,-1 0,1 0,0 0,0 1,0-1,-1 1,1-1,1 1,-1-1,0 1,0 0,0-1,1 1,-1 0,1 0,0-1,-1 1,1 0,0 0,0 0,0 0,0-1,0 1,1 0,-1 0,0 0,1-1,-1 1,1 0,0-1,0 1,-1 0,1-1,0 1,1-1,-1 1,0-1,0 0,1 1,63 38,-42-33,0-1,0-1,0 0,0-2,1-1,0-1,-1-1,24-2,-45 1,0 0,1 1,-1 0,0-1,0 1,1 0,-1 0,0 0,0 0,1 1,-1-1,0 0,0 1,0 0,0-1,0 1,1 0,-1 0,0 0,-1 1,1-1,0 0,0 1,-1-1,1 1,0 0,-1-1,0 1,1 0,-1 0,0 0,0 0,0 0,0 1,23 131,60 247,-78-300,-6-79,0 0,-1 0,1-1,0 1,-1 0,1 0,-1-1,0 1,1 0,-1-1,0 1,0-1,0 1,0-1,0 1,0-1,-1 1,1-1,0 0,-1 0,1 0,-1 0,1 0,-1 0,0 0,1-1,-1 1,0 0,0-1,1 1,-1-1,0 0,0 0,0 0,1 0,-1 0,0 0,0 0,0 0,1-1,-3 0,-4-2,-1 0,1-1,0 0,0-1,1 1,0-1,-1-1,1 0,1 0,-1 0,1-1,1 0,-1 0,1 0,0-1,1 1,-1-1,2-1,-1 1,1 0,0-1,1 0,0 1,0-1,1 0,0 0,1 0,0 0,0 0,1 0,1-2,4-16,2 1,1 0,1 1,2 0,0 0,1 1,2 1,0 0,1 2,2-1,0 2,1 0,1 1,1 2,0 0,7-3,96-63,-123 82,0 1,0-1,0 1,0 0,-1-1,1 1,0 0,0 0,0 0,0 0,0 0,0 0,0 0,0 0,0 0,0 0,-1 0,1 0,0 1,0-1,0 0,0 1,0-1,-1 1,1-1,0 1,0-1,-1 1,1-1,0 1,-1 0,1-1,0 1,-1 0,1 0,-1 0,1-1,-1 1,0 0,1 0,-1 0,0 0,0 0,0 0,1-1,-1 1,0 0,0 0,0 0,0 0,-1 0,1 0,0 0,0 0,0 0,-1 0,1-1,0 1,-1 0,1 0,-1 0,1-1,-1 1,0 0,1 19,1-16,0 1,0 0,1-1,0 1,0-1,0 1,0-1,1 0,0 0,0 0,0 0,0-1,0 1,1-1,-1 0,1 0,0 0,0 0,0-1,1 1,-1-1,5 1,0 1,0-1,0 0,0 0,1-1,-1 0,1-1,-1 0,1 0,0-1,-1-1,3 0,-8 1,0-1,0 0,0 0,0 0,0-1,0 0,0 1,-1-1,1 0,-1-1,0 1,1-1,-1 0,0 1,0-1,-1 0,1-1,-1 1,1 0,-1-1,0 1,0-1,-1 0,1 0,-1 0,0 0,0 0,0 0,0 0,-1 0,0 0,0 0,0-2,0-4,0 0,-1 1,0-1,0 0,-1 0,-1 1,0-1,0 1,-1 0,0 0,0 0,-1 0,-3-4,5 9,0 0,0 1,0-1,0 1,0 0,-1 0,1 0,-1 0,0 1,0-1,0 1,0 0,0 0,-1 1,1-1,-1 1,1 0,-1 0,1 0,-1 1,1 0,-1 0,1 0,-1 0,0 1,1-1,-1 1,1 0,-1 1,1-1,0 1,0 0,-1 0,1 0,1 1,-1-1,0 1,1 0,-1 0,1 0,0 1,-2 1,-1 2,1 1,0 0,1-1,-1 2,1-1,1 0,0 1,0-1,0 1,0 5,3-10,-1 0,0 0,1 0,-1 0,1 0,1 0,-1 0,0-1,1 1,0 0,0 0,0 0,0-1,0 1,1 0,0-1,0 1,0-1,0 0,0 0,1 0,-1 0,1 0,0 0,1 1,61 19,-31-18</inkml:trace>
  <inkml:trace contextRef="#ctx0" brushRef="#br0" timeOffset="2333.519">3537 43,'-15'-7,"0"1,0 1,0 0,0 1,-1 1,0 0,-11 0,23 3,-1 0,0 0,1 0,-1 1,0-1,1 1,-1 0,1 1,0-1,-1 1,1-1,0 1,0 1,0-1,0 1,0-1,0 1,1 0,-1 0,1 1,0-1,0 1,0-1,1 1,-1 0,1 0,0 0,-1 2,0 8,-1 0,2 1,0-1,0 1,2 0,0 0,0-1,1 1,1 0,1-1,0 1,2 2,-2 2,2 9,0 3,1 0,2-1,0 0,8 14,-12-36,-1 0,1 0,1-1,0 1,0-1,0 0,1 0,0-1,0 1,1-2,0 1,0-1,0 1,0-2,1 1,0-1,0-1,1 1,97 18,-49-17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48:50.02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1 730,'105'-179,"-33"48,-70 128,39-49,-40 50,0 1,1 0,-1-1,1 1,-1 0,1 0,-1 0,1 0,0 1,-1-1,1 0,0 1,0-1,-1 1,1-1,0 1,0 0,0 0,0 0,0 0,-1 0,1 0,0 1,0-1,0 0,0 1,-1 0,1-1,0 1,-1 0,2 1,10 9,-1 1,-1 1,0 0,-1 1,0 0,-1 0,0 1,-2 0,0 1,2 4,-1-4,-1 1,-1-1,0 1,-1 0,-1 0,0 1,-2-1,0 1,0 0,-2-17,0 1,1-1,-1 1,0-1,0 0,0 1,0-1,0 1,0-1,0 1,0-1,-1 0,1 1,0-1,-1 0,1 1,-1-1,0 0,1 1,-1-1,0 0,0 0,0 0,0 0,0 0,0 0,0 0,0 0,0 0,0 0,-1-1,1 1,0 0,0-1,-1 1,1-1,-1 0,1 1,0-1,-1 0,1 0,-1 0,1 0,0 0,-1 0,1 0,-1 0,1-1,0 1,-1 0,1-1,-1 1,1-1,0 0,0 1,-1-1,1 0,0 0,0 0,0 0,0 0,0 0,0 0,0 0,0 0,-1-4,0 0,-1 0,2 0,-1 0,1 0,0-1,0 1,0 0,0-1,1 1,0 0,0-1,1 1,0-1,0 1,0 0,0 0,1 0,0 0,0 0,0 0,1 0,-1 0,1 1,0-1,0 1,1 0,0 0,-1 0,1 1,1-1,-1 1,0 0,1 0,-1 0,1 1,0-1,0 1,0 1,4-2,0-1,-1 1,1 0,0 1,0 0,0 0,0 1,0 0,0 1,0 0,2 0,-8 0,0 1,0-1,1 1,-1-1,0 1,0 0,0 1,0-1,0 0,0 1,-1 0,1-1,0 1,-1 0,1 1,-1-1,0 0,0 1,0-1,0 1,0-1,0 1,-1 0,1 0,-1 0,0 0,0 0,0 0,0 3,4 24,-5-25,0 0,1-1,0 1,0 0,0-1,0 1,0-1,1 1,0-1,0 0,0 0,1 0,-1 0,1 0,0 0,0-1,2 3,3-2,1 1,-1-1,1-1,0 1,0-2,0 1,0-1,0-1,0 1,1-2,-1 1,1-1,-1-1,0 1,1-2,-1 1,0-1,0-1,0 0,0 0,0 0,-1-1,1-1,-5 3,0-1,0 1,0-1,0 0,-1 0,1 0,-1-1,0 1,0-1,0 0,0 0,-1 0,1 0,-1 0,0 0,0-1,-1 1,1-1,-1 0,0 1,0-1,-1 0,1 0,-1 1,0-1,0 0,-1 0,0 1,1-1,-2 0,1 1,0-1,-1 1,0-1,0 1,0 0,-1 0,1 0,-2-1,-4-5,0 1,-1-1,0 2,-1-1,0 1,0 1,-1 0,1 0,-2 1,1 0,-1 1,0 1,0 0,0 0,0 1,-1 1,0 0,1 1,-1 0,0 1,1 0,-1 1,0 0,-7 3,15-4,0 1,0 1,0-1,0 0,1 1,-1 0,0 0,1 1,0-1,-1 1,1 0,0 0,0 1,1-1,-1 1,1 0,0 0,0 0,0 0,0 0,1 1,-1-1,1 1,0-1,1 1,-1 0,1 0,0 0,0 0,1 0,-1 0,1 0,0 0,0 0,1 0,0 0,0 0,0 0,0 0,1 0,0 0,0-1,0 1,0-1,1 1,0-1,1 2,4 2,0-2,1 1,-1-1,1-1,1 1,-1-1,1-1,-1 0,1 0,0-1,1-1,7 2,29 5</inkml:trace>
  <inkml:trace contextRef="#ctx0" brushRef="#br0" timeOffset="276.045">964 102,'-14'-14,"-11"-9,-8 0,-6 3,-2 6,-2 6,3 11,5 10,8 11,10 9,9 9,7-3</inkml:trace>
  <inkml:trace contextRef="#ctx0" brushRef="#br0" timeOffset="277.045">816 516,'18'14,"13"6,13 3,14-1,16-4,16-5,-8-5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48:48.44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14,'9'5,"0"0,-1 1,0 0,0 0,-1 1,0 0,0 1,0-1,-1 1,0 1,-1-1,0 1,0 0,0 0,-2 0,1 1,-1-1,0 1,-1 0,0 0,-1 1,36 135,-37-144,1-1,-1 1,1-1,0 0,-1 1,1-1,0 0,0 1,0-1,0 0,0 0,0 0,0 0,0 0,1 0,-1 0,0-1,1 1,-1 0,0-1,1 1,-1-1,1 1,-1-1,1 0,-1 1,1-1,-1 0,1 0,-1 0,1 0,-1 0,1-1,-1 1,1 0,-1-1,1 1,-1-1,0 1,1-1,-1 0,0 0,1 0,55-44,-54 41,10-9,0 0,-2-1,0 0,0-1,-1 0,-1 0,-1-1,0-1,-1 1,2-10,-6-14,-3 40,0 0,-1 0,1 0,-1-1,1 1,-1 0,1 0,-1 0,1 0,-1 0,1 0,-1 0,1 0,-1 0,1 0,-1 0,1 0,-1 0,1 0,-1 0,1 0,-1 1,1-1,0 0,-1 0,1 1,-1-1,1 0,0 1,-1-1,1 0,-1 1,1-1,0 0,0 1,-1-1,1 1,0-1,0 1,-1-1,1 1,0-1,0 0,0 1,-3 3,0 0,1 0,-1 1,1-1,0 1,0-1,1 1,0 0,-1 0,1 0,1-1,-1 1,1 0,0 0,0 0,0 0,1 0,0 0,0 0,0-1,0 1,1 0,0-1,0 1,0-1,0 1,1-1,0 0,0 0,0 0,0 0,0-1,1 1,0-1,0 0,0 0,0-1,0 1,0-1,5 2,-1 1,1-2,-1 1,1-1,0-1,0 0,0 0,0 0,0-1,1-1,-1 1,0-2,0 1,1-1,-1-1,0 1,0-2,0 1,-1-1,1 0,-1-1,1 0,-1-1,0 1,-1-2,1 1,-1-1,0 0,0 0,-1-1,0 0,3-4,-3-1,-1 1,-1-1,0 0,-1 0,0-1,-1 1,0-1,-1 1,0-1,-2-9,0 104,2-76,0 0,0 0,0 0,1 1,0-1,0-1,1 1,0 0,-1 0,2-1,-1 0,1 0,0 0,0 0,0 0,1-1,-1 0,1 0,0 0,0 0,1-1,-1 0,1 0,0 0,0-1,0 0,0 0,0-1,0 1,0-1,1 0,1 0,-1 0,0-1,0 1,0-2,0 1,0-1,0 0,0 0,0-1,0 0,0 0,0-1,-1 0,1 0,-1 0,0-1,0 0,0 0,-1-1,1 0,-1 0,0 0,-1 0,1-1,-1 1,1-2,3-8,-1-1,0 1,-1-1,-1 0,-1 0,0-1,-1 0,0 1,-2-1,0 0,-1-6,7 152,-5-121,1-1,0 1,0 0,0-1,1 0,0 0,0 0,1 0,0-1,0 0,0 1,1-2,0 1,0-1,1 0,-1 0,1-1,0 0,0 0,1-1,-1 1,1-2,0 1,5 0,27 6</inkml:trace>
  <inkml:trace contextRef="#ctx0" brushRef="#br0" timeOffset="623.944">1404 0,'-2'1,"1"0,0-1,0 1,-1 0,1 0,0 0,0 0,0 0,0 0,0 0,0 0,0 0,0 0,1 1,-1-1,0 0,1 1,-1-1,1 0,-1 1,1-1,0 1,0-1,-1 0,1 1,0-1,0 1,0-1,1 1,-1 0,0 8,0 0,1-1,0 1,1-1,0 1,0-1,1 0,0 0,1 0,0 0,0 0,1-1,0 0,5 7,-7-11,0-1,0 1,0 0,1-1,-1 1,1-1,0 0,0-1,0 1,0-1,0 1,1-1,-1 0,1-1,-1 1,1-1,0 0,-1 0,1 0,0-1,0 0,0 0,-1 0,1 0,0-1,0 1,-1-2,1 1,0 0,0-1,3-3,-1-1,1 0,-2 0,1 0,-1-1,1 0,-2 0,1-1,-1 1,0-1,-1 0,0-1,0 1,-1-1,0 0,0 0,-1 0,-1 0,1 0,-1 0,-1 0,0-9,0 17,1 1,-1 0,1-1,-1 1,0 0,1-1,-1 1,0-1,1 1,-1-1,0 1,1-1,-1 1,0 0,0-1,0 1,0-1,1 0,-1 1,0-1,0 1,0-1,0 1,0-1,0 1,0-1,0 1,0-1,-1 1,1-1,0 1,0-1,0 1,-1-1,1 1,0-1,0 1,-1-1,1 1,0 0,-1-1,1 1,-1 0,1-1,-1 1,1 0,0-1,-1 1,1 0,-1 0,1 0,-1-1,1 1,-1 0,1 0,-1 0,1 0,-1 0,0 0,1 0,-1 0,1 0,-1 0,-3 7,0 0,0 1,1-1,0 1,1 0,-1 0,1-1,1 2,0-1,0 0,0 8,1-12,0 0,0 1,1-1,0 0,-1 0,1 1,1-1,-1 0,1 0,-1 0,1 0,0-1,1 1,-1 0,0-1,1 0,0 1,0-1,0 0,0 0,1-1,-1 1,1-1,-1 0,1 1,0-2,0 1,0 0,0-1,0 0,3 1,5 1,-1-1,1 0,0 0,0-1,-1-1,1 0,0 0,0-1,0-1,-1 0,3-1,-8 1,1 0,-1 0,-1 0,1-1,0 0,-1 0,1-1,-1 1,0-1,0 0,0 0,-1-1,0 0,1 1,-2-1,1-1,0 1,-1 0,0-1,-1 0,1 0,-1 0,0 0,0-2,6-6,0 32,-4-8,-3-2,1 0,1 0,0 0,0-1,0 1,1-1,0 1,0-1,1 0,0-1,0 1,1-1,-1 0,1 0,1-1,-1 0,1 0,0 0,0-1,0 0,1 0,0-1,7 2,96-8,-73-4</inkml:trace>
  <inkml:trace contextRef="#ctx0" brushRef="#br0" timeOffset="893.275">2554 268,'16'-4,"5"-3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2T06:48:45.42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1 353,'24'6,"1"-1,0-1,0-1,0-2,0 0,0-2,0-1,11-2,10-1,1-3,-1-1,-1-3,0-1,-1-3,0-1,-2-2,0-2,3-4,-37 21,1-1,-1 1,-1-1,1-1,-1 1,0-1,0 0,0-1,-1 0,0 0,-1 0,1-1,-1 0,-1 0,1 0,-2 0,2-4,-5 9,0 1,1-1,-1 0,-1 0,1 0,0 0,-1 0,0 0,1 1,-1-1,0 0,0 1,-1-1,1 0,-1 1,1-1,-1 1,0 0,0 0,0 0,0-1,0 2,0-1,0 0,-1 0,1 1,-1-1,1 1,-1 0,0 0,1 0,-1 0,-1 0,-2-1,-1 0,0 0,0 1,-1 0,1 0,0 1,0 0,0 0,-1 0,1 1,0 0,-7 2,5 2,1 1,0-1,0 1,0 1,1-1,0 1,0 1,1-1,0 1,0 0,1 0,0 1,0 0,1 0,0 0,1 0,0 1,0-1,1 1,1-1,-1 1,1 0,1 0,0 6,-4 70,3 1,4-1,4 0,9 28,0 28,-7-60,-3 0,-4 0,-4 1,-3-1,-8 31,1-53</inkml:trace>
  <inkml:trace contextRef="#ctx0" brushRef="#br0" timeOffset="402.108">295 848,'35'-15,"2"2,0 1,0 2,1 2,0 1,0 2,19 1,-36 1,1 2,-1 1,1 1,-1 1,13 2,-29-3,1 0,-1 1,0-1,1 1,-1 0,0 1,0-1,0 1,-1 0,1 0,-1 0,1 1,-1 0,0 0,0 0,-1 0,1 0,-1 1,0 0,0 0,-1-1,1 2,0 2,-3-6,1 0,-1 1,0-1,1 0,-1 1,1-1,0 0,0 0,0 0,0 0,0 0,0 0,1 0,-1 0,1 0,-1 0,1-1,0 1,-1 0,1-1,0 0,0 1,0-1,0 0,0 0,1 0,-1-1,0 1,0 0,1-1,-1 1,0-1,1 0,-1 0,0 0,3 0,0-2,1 0,-1 0,1-1,-1 0,0 0,0 0,-1-1,1 1,-1-1,0 0,1-1,-2 1,1-1,0 1,-1-1,0 0,0 0,-1-1,1 1,-1-1,-1 1,2-2,0-4,0 1,-1-1,0 0,-1 1,0-1,0 0,-1 0,-1 0,0 0,0 1,-3-9,3 14,-1 0,0 0,0 0,-1 0,0 1,1-1,-2 1,1-1,0 1,-1 0,0 1,0-1,0 0,0 1,-1 0,0 0,3 2,0-1,0 1,0 1,0-1,0 0,0 0,0 1,-1-1,1 1,0 0,0 0,-1 0,1 0,0 0,0 0,-1 0,1 1,0-1,0 1,0 0,-1 0,1 0,0 0,0 0,0 0,0 0,1 0,-1 1,0-1,1 1,-1 0,0-1,1 1,0 0,-1 0,1 0,0 0,0 1,-13 28,5 1</inkml:trace>
  <inkml:trace contextRef="#ctx0" brushRef="#br0" timeOffset="1154.658">1151 915,'9'-44,"-1"0,-3-1,-1 0,-3 0,-1-3,0 47,-1-2,1 1,-1 0,1 0,0-1,0 1,0 0,0 0,0-1,0 1,1 0,-1-1,1 1,-1 0,1 0,0 0,0 0,0 0,0 0,0 0,1 0,-1 0,0 0,1 1,-1-1,1 0,0 1,0-1,0 1,-1 0,1 0,0 0,0 0,1 0,1-1,11 0,1 1,-1 1,1 0,0 1,-1 1,0 0,1 1,-1 0,0 2,0 0,-1 0,1 1,5 5,-13-8,-1 0,0 1,1-1,-2 1,1 1,0-1,-1 1,0 0,0 1,0-1,-1 1,0 0,0 0,0 0,-1 0,0 1,0 0,0-1,-1 1,0 0,-1 0,0 0,1 1,-1 31,-2-35,0 0,0 0,1 1,-1-1,1 0,0 0,1 1,-1-1,1 0,0 0,0 0,0 0,0 0,1 0,-1 0,1 0,0 0,1 0,-1-1,0 0,1 1,0-1,0 0,0 0,0 0,1-1,2 3,3-4,1 0,-1 0,1-1,-1 0,1 0,-1-1,1-1,-1 0,0 0,0-1,0 0,0 0,0-1,0 0,-1-1,0 0,0 0,0 0,-1-1,0-1,3-2,10-14,0 0,-2-1,0-1,-2-1,-1-1,-1 0,-2 0,0-2,-2 1,-1-1,-1-1,-2 0,-1 0,0-7,8-44,-4 1,-4-2,-3-58,-5 105,2 36,1-1,0 0,0 1,0-1,0 0,-1 1,1-1,0 0,0 1,0-1,-1 0,1 0,0 1,-1-1,1 0,0 0,0 1,-1-1,1 0,0 0,-1 0,1 0,-1 0,1 1,0-1,-1 0,1 0,0 0,-1 0,1 0,-1 0,1 0,0 0,-1 0,1 0,0-1,-1 1,1 0,0 0,-1 0,1 0,0 0,-1-1,1 1,0 0,-1 0,1-1,0 1,0 0,-1-1,-11 44,1-1,3 1,1 1,0 23,3-31,4-30,-13 99,5 1,6 80,1-174,1 0,0 0,1 0,1 0,0 0,0 0,1-1,1 1,0-1,1 0,0 0,0 0,1 0,1-1,-1 0,2-1,-1 1,1-1,1-1,0 0,2 1,-2-4,0 0,0-1,0 0,1-1,0 0,0 0,0-1,0-1,0 0,0 0,0-1,0 0,1 0,-1-1,0-1,0 0,0 0,-1-1,1 0,0-1,-1 0,0 0,0-1,0 0,-1-1,1 0,-1 0,-1-1,1 0,-1 0,-1-1,1 0,-1 0,0 0,4-10,-6 9,0 0,0-1,-1 1,0-1,0 0,-1 0,-1 0,0 0,0 0,-1 0,0-1,-1 1,0 0,0 0,-1-1,2 10,-1 0,1-1,0 1,-1 0,1-1,-1 1,1 0,-1 0,0 0,0 0,1-1,-1 1,0 0,0 0,0 0,0 1,0-1,0 0,0 0,0 0,-1 1,1-1,0 1,0-1,-1 1,1-1,0 1,-1 0,1-1,0 1,-1 0,1 0,0 0,-1 0,1 0,0 1,-1-1,1 0,0 1,-1-1,1 1,0-1,0 1,-1-1,1 1,0 0,0 0,0-1,0 1,0 0,0 0,0 0,0 0,0 0,1 0,-1 1,0-1,1 0,-1 1,-3 5,0-1,1 1,0 0,0 0,1 0,0 0,0 0,1 0,0 1,0-1,0 1,1-1,0 1,1-1,0 1,0-1,0 0,1 0,0 1,0-1,1 0,0-1,1 1,-1 0,1-1,0 0,1 0,-1 0,1 0,0-1,4 3,1-1,0-1,0 0,1-1,0 0,-1-1,2 0,-1-1,0 0,1-1,-1 0,9 0,24 0</inkml:trace>
  <inkml:trace contextRef="#ctx0" brushRef="#br0" timeOffset="1416.95">1819 407,'27'-7,"25"-4,20-1,9 2,-10 3</inkml:trace>
  <inkml:trace contextRef="#ctx0" brushRef="#br0" timeOffset="2095.191">2541 607,'11'-1,"1"0,-1 1,0 1,0-1,1 2,-1 0,0 0,0 1,0 0,-1 1,1 0,-1 1,0 0,0 0,-1 1,1 1,-1-1,0 2,-1-1,0 1,0 0,-1 1,0 0,0 0,-1 0,0 1,-1 0,0 0,-1 0,3 8,-1 14,-1 0,-1 0,-2 0,-1 0,-1 1,-2-1,-1 0,-2 0,-1 0,-2 1,0 15,5-41,1 1,1 0,0 0,0 0,0-1,1 1,0 0,0 0,1 0,0 0,1 0,-1-1,2 1,-1 0,1-1,0 0,0 0,1 0,0 0,1 0,-1-1,1 0,0 0,1 0,-1 0,1-1,0 0,1 0,0 0,3 0,0 0,0-1,0 0,1 0,0-1,-1-1,1 0,0 0,1-1,-1 0,0-1,0-1,0 0,9-1,-18 1,0 1,0 0,0-1,0 0,0 1,0-1,0 0,0 0,-1 0,1 0,0 0,-1-1,1 1,-1 0,1-1,-1 1,1-1,-1 0,0 1,0-1,0 0,0 0,0 0,0 0,-1 0,1 0,-1 0,1 0,-1 0,0 0,1-2,-2 0,1-1,-1 0,0 1,0-1,-1 1,0-1,1 1,-1-1,-1 1,1 0,0 0,-1 0,-3-3,-17-17,-2 1,0 1,-2 1,0 2,-1 0,-1 2,-1 1,-27-10,-20-8,-2 4,0 4,-13 0,48 12,44 14,0 0,1 0,-1 0,1-1,-1 1,0 0,1-1,-1 1,0 0,1-1,-1 1,0 0,1-1,-1 1,0-1,0 1,0 0,1-1,-1 1,0-1,0 1,0-1,0 1,0-1,0 1,0-1,0 1,0-1,0 1,0 0,0-1,0 1,0-1,0 1,-1-1,1 1,0-1,0 1,0 0,-1-1,1 1,0-1,-1 1,1 0,188-20,-133 17,202-8,-135 8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ante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Substituent dată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EF644C-1960-4D37-93F6-E461BDC070E2}" type="datetimeFigureOut">
              <a:rPr lang="ro-RO" smtClean="0"/>
              <a:t>28.11.2024</a:t>
            </a:fld>
            <a:endParaRPr lang="ro-RO"/>
          </a:p>
        </p:txBody>
      </p:sp>
      <p:sp>
        <p:nvSpPr>
          <p:cNvPr id="4" name="Substituent imagine diapozitiv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Substituent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CE7765-3615-4616-AA7E-8A391D8DB9E5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69455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zitiv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31ED4770-19B2-467E-A820-4D252C5FBD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titlu 2">
            <a:extLst>
              <a:ext uri="{FF2B5EF4-FFF2-40B4-BE49-F238E27FC236}">
                <a16:creationId xmlns:a16="http://schemas.microsoft.com/office/drawing/2014/main" id="{B9EAB633-709C-4215-A83B-C70829A740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o-RO"/>
              <a:t>Faceți clic pentru a edita stilul de subtitlu coordonator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EB80A60A-C062-4A61-89EF-C8229597B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28.11.2024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6D5DAC12-4BB4-4FB3-ADBA-6607EC1CB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DC308DA7-86E3-4F2D-9B4F-316D4B492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686285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u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394A3EC2-79AE-41E8-A92A-BEE7F74BB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18520C22-FB2B-4035-A1DE-07728BB712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CD13D92D-4D72-47D8-A0E2-2E9ED2450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28.11.2024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78EA7473-B08B-4D14-9003-06719883C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9619E0BC-7CCD-40FC-B257-81CF53ABF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59633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ntet secți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C7D1A535-10A7-4DD9-BCE9-2641197B4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5F637BA4-7257-4270-8DF3-1C906899D4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9AB487B0-1099-48CD-9680-5785576A4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28.11.2024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7AF0A5DC-7B12-4247-9F76-821534F30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DAC0A7B7-CE57-44FD-BF2E-A71F18237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373066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uă tipuri de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0A587257-FE4B-4BA8-8DBA-E352AAA85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383CC3E4-EA2D-43AE-B7B1-D3297EB8A1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A02512AF-6977-4C7A-8732-5A3D4ECADD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F7169090-FB27-485B-8C27-95AC952E0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28.11.2024</a:t>
            </a:fld>
            <a:endParaRPr lang="ro-RO" dirty="0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CDB17E1E-7CF9-4F87-852F-DB6FB23C9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D79A5AB8-2E23-4BB6-9BF8-06CA2A6DB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963536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ț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1F225706-9157-4618-A97E-DEB030C80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0D618A8D-1947-403B-B7AD-F54B2CD50B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A1BF42C8-F81B-4BE1-9B8F-68B21591C1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5" name="Substituent text 4">
            <a:extLst>
              <a:ext uri="{FF2B5EF4-FFF2-40B4-BE49-F238E27FC236}">
                <a16:creationId xmlns:a16="http://schemas.microsoft.com/office/drawing/2014/main" id="{80A1361D-98BC-47A1-BA7C-BAE80FA014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6" name="Substituent conținut 5">
            <a:extLst>
              <a:ext uri="{FF2B5EF4-FFF2-40B4-BE49-F238E27FC236}">
                <a16:creationId xmlns:a16="http://schemas.microsoft.com/office/drawing/2014/main" id="{72032982-A9C9-429E-948E-0F1DB04E4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7" name="Substituent dată 6">
            <a:extLst>
              <a:ext uri="{FF2B5EF4-FFF2-40B4-BE49-F238E27FC236}">
                <a16:creationId xmlns:a16="http://schemas.microsoft.com/office/drawing/2014/main" id="{FFC008B6-CE0F-4BE4-ABA6-0FC5EF0DC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28.11.2024</a:t>
            </a:fld>
            <a:endParaRPr lang="ro-RO" dirty="0"/>
          </a:p>
        </p:txBody>
      </p:sp>
      <p:sp>
        <p:nvSpPr>
          <p:cNvPr id="8" name="Substituent subsol 7">
            <a:extLst>
              <a:ext uri="{FF2B5EF4-FFF2-40B4-BE49-F238E27FC236}">
                <a16:creationId xmlns:a16="http://schemas.microsoft.com/office/drawing/2014/main" id="{A380FC15-7219-40D1-9AD0-8E3D9ABFF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9" name="Substituent număr diapozitiv 8">
            <a:extLst>
              <a:ext uri="{FF2B5EF4-FFF2-40B4-BE49-F238E27FC236}">
                <a16:creationId xmlns:a16="http://schemas.microsoft.com/office/drawing/2014/main" id="{E0E67A9F-114C-4374-A10E-8E4110243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924697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oar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7C4E8672-328F-46F5-8F33-CAA692362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dată 2">
            <a:extLst>
              <a:ext uri="{FF2B5EF4-FFF2-40B4-BE49-F238E27FC236}">
                <a16:creationId xmlns:a16="http://schemas.microsoft.com/office/drawing/2014/main" id="{50E7DFD8-6BF1-4F57-A0B0-E1176672F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28.11.2024</a:t>
            </a:fld>
            <a:endParaRPr lang="ro-RO" dirty="0"/>
          </a:p>
        </p:txBody>
      </p:sp>
      <p:sp>
        <p:nvSpPr>
          <p:cNvPr id="4" name="Substituent subsol 3">
            <a:extLst>
              <a:ext uri="{FF2B5EF4-FFF2-40B4-BE49-F238E27FC236}">
                <a16:creationId xmlns:a16="http://schemas.microsoft.com/office/drawing/2014/main" id="{43F7D0E0-D38C-43A1-9F3D-92DE11293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5" name="Substituent număr diapozitiv 4">
            <a:extLst>
              <a:ext uri="{FF2B5EF4-FFF2-40B4-BE49-F238E27FC236}">
                <a16:creationId xmlns:a16="http://schemas.microsoft.com/office/drawing/2014/main" id="{F03262CE-D94A-4480-ABED-74902A16B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674242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ecomple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dată 1">
            <a:extLst>
              <a:ext uri="{FF2B5EF4-FFF2-40B4-BE49-F238E27FC236}">
                <a16:creationId xmlns:a16="http://schemas.microsoft.com/office/drawing/2014/main" id="{21F2B153-6FF7-4407-9DA8-728332E67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28.11.2024</a:t>
            </a:fld>
            <a:endParaRPr lang="ro-RO" dirty="0"/>
          </a:p>
        </p:txBody>
      </p:sp>
      <p:sp>
        <p:nvSpPr>
          <p:cNvPr id="3" name="Substituent subsol 2">
            <a:extLst>
              <a:ext uri="{FF2B5EF4-FFF2-40B4-BE49-F238E27FC236}">
                <a16:creationId xmlns:a16="http://schemas.microsoft.com/office/drawing/2014/main" id="{DC2D4B50-25D4-44CC-9C17-720F39742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6B1DF0DC-94B8-4D88-BD39-E42A00B31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361390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ținu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4706A31A-5FB6-4F9C-A411-418F2475E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C013DA19-875D-490E-B87E-DBEB5D995B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6CE431BE-ED4A-4CD8-9344-B1C946F119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A56F4DDD-6B9F-4633-B667-D2C69F0F2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28.11.2024</a:t>
            </a:fld>
            <a:endParaRPr lang="ro-RO" dirty="0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C1459D24-23EC-41CD-9287-124D0C2FF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70C83946-98A2-4E98-95DF-F7C6FC1F3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952349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ine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664683FC-1DCE-43B5-8D93-44B4DC620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imagine 2">
            <a:extLst>
              <a:ext uri="{FF2B5EF4-FFF2-40B4-BE49-F238E27FC236}">
                <a16:creationId xmlns:a16="http://schemas.microsoft.com/office/drawing/2014/main" id="{D96C83C8-E8AE-4620-BF96-8922237E0D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o-RO" dirty="0"/>
          </a:p>
        </p:txBody>
      </p:sp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BB7FFD63-0F30-49D7-B490-D0C73C37BD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7D5E5649-6B0A-43C4-BB7E-0F59CF5D0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28.11.2024</a:t>
            </a:fld>
            <a:endParaRPr lang="ro-RO" dirty="0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C2D2AC23-82AA-4055-A673-9B577E3C7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9D866400-6F8F-4111-AFCA-C85796035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758592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ext vertical și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AE2CB809-B633-455A-95F7-E832C33C0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vertical 2">
            <a:extLst>
              <a:ext uri="{FF2B5EF4-FFF2-40B4-BE49-F238E27FC236}">
                <a16:creationId xmlns:a16="http://schemas.microsoft.com/office/drawing/2014/main" id="{C290D47F-C0E1-4C94-8473-5DC64230F4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75517D53-86C8-48DF-AC25-A958CDECE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28.11.2024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91120475-F473-42EE-8D79-2E4A3366C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201D6381-EED8-487B-AD15-9C46332B2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896835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lu vertical ș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vertical 1">
            <a:extLst>
              <a:ext uri="{FF2B5EF4-FFF2-40B4-BE49-F238E27FC236}">
                <a16:creationId xmlns:a16="http://schemas.microsoft.com/office/drawing/2014/main" id="{0FBDDED8-45D2-469D-AE8E-7BCAE64F1B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vertical 2">
            <a:extLst>
              <a:ext uri="{FF2B5EF4-FFF2-40B4-BE49-F238E27FC236}">
                <a16:creationId xmlns:a16="http://schemas.microsoft.com/office/drawing/2014/main" id="{D8F55C66-06F2-46F9-9FF0-5AD08240EA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BA9260EA-BCED-4401-8284-2DB0D9ACB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28.11.2024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15860957-C43E-493D-9739-5C5F3F0AF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DA9412FF-50B1-43AD-80B5-F3316BCF7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4681952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titlu 1">
            <a:extLst>
              <a:ext uri="{FF2B5EF4-FFF2-40B4-BE49-F238E27FC236}">
                <a16:creationId xmlns:a16="http://schemas.microsoft.com/office/drawing/2014/main" id="{4F5EB4E9-E70E-4B6C-AA38-D77617C88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D593F9A6-FB02-4209-83AA-F3B74B6106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288AD35E-BB51-437C-9835-CA75CDF826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A8A049-8667-49AC-8762-F4AFF392D404}" type="datetimeFigureOut">
              <a:rPr lang="ro-RO" smtClean="0"/>
              <a:t>28.11.2024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EA56834E-943C-4A6C-ABFA-1ADD132AC6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5AD2AFDC-A203-4AB7-8908-78AF98360C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796460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3.png"/><Relationship Id="rId18" Type="http://schemas.openxmlformats.org/officeDocument/2006/relationships/customXml" Target="../ink/ink10.xml"/><Relationship Id="rId26" Type="http://schemas.openxmlformats.org/officeDocument/2006/relationships/customXml" Target="../ink/ink14.xml"/><Relationship Id="rId39" Type="http://schemas.openxmlformats.org/officeDocument/2006/relationships/image" Target="../media/image46.png"/><Relationship Id="rId21" Type="http://schemas.openxmlformats.org/officeDocument/2006/relationships/image" Target="../media/image37.png"/><Relationship Id="rId34" Type="http://schemas.openxmlformats.org/officeDocument/2006/relationships/customXml" Target="../ink/ink18.xml"/><Relationship Id="rId42" Type="http://schemas.openxmlformats.org/officeDocument/2006/relationships/customXml" Target="../ink/ink22.xml"/><Relationship Id="rId7" Type="http://schemas.openxmlformats.org/officeDocument/2006/relationships/image" Target="../media/image30.png"/><Relationship Id="rId2" Type="http://schemas.openxmlformats.org/officeDocument/2006/relationships/customXml" Target="../ink/ink2.xml"/><Relationship Id="rId16" Type="http://schemas.openxmlformats.org/officeDocument/2006/relationships/customXml" Target="../ink/ink9.xml"/><Relationship Id="rId20" Type="http://schemas.openxmlformats.org/officeDocument/2006/relationships/customXml" Target="../ink/ink11.xml"/><Relationship Id="rId29" Type="http://schemas.openxmlformats.org/officeDocument/2006/relationships/image" Target="../media/image41.png"/><Relationship Id="rId41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.xml"/><Relationship Id="rId11" Type="http://schemas.openxmlformats.org/officeDocument/2006/relationships/image" Target="../media/image32.png"/><Relationship Id="rId24" Type="http://schemas.openxmlformats.org/officeDocument/2006/relationships/customXml" Target="../ink/ink13.xml"/><Relationship Id="rId32" Type="http://schemas.openxmlformats.org/officeDocument/2006/relationships/customXml" Target="../ink/ink17.xml"/><Relationship Id="rId37" Type="http://schemas.openxmlformats.org/officeDocument/2006/relationships/image" Target="../media/image45.png"/><Relationship Id="rId40" Type="http://schemas.openxmlformats.org/officeDocument/2006/relationships/customXml" Target="../ink/ink21.xml"/><Relationship Id="rId5" Type="http://schemas.openxmlformats.org/officeDocument/2006/relationships/image" Target="../media/image29.png"/><Relationship Id="rId15" Type="http://schemas.openxmlformats.org/officeDocument/2006/relationships/image" Target="../media/image34.png"/><Relationship Id="rId23" Type="http://schemas.openxmlformats.org/officeDocument/2006/relationships/image" Target="../media/image38.png"/><Relationship Id="rId28" Type="http://schemas.openxmlformats.org/officeDocument/2006/relationships/customXml" Target="../ink/ink15.xml"/><Relationship Id="rId36" Type="http://schemas.openxmlformats.org/officeDocument/2006/relationships/customXml" Target="../ink/ink19.xml"/><Relationship Id="rId10" Type="http://schemas.openxmlformats.org/officeDocument/2006/relationships/customXml" Target="../ink/ink6.xml"/><Relationship Id="rId19" Type="http://schemas.openxmlformats.org/officeDocument/2006/relationships/image" Target="../media/image36.png"/><Relationship Id="rId31" Type="http://schemas.openxmlformats.org/officeDocument/2006/relationships/image" Target="../media/image42.png"/><Relationship Id="rId4" Type="http://schemas.openxmlformats.org/officeDocument/2006/relationships/customXml" Target="../ink/ink3.xml"/><Relationship Id="rId9" Type="http://schemas.openxmlformats.org/officeDocument/2006/relationships/image" Target="../media/image31.png"/><Relationship Id="rId14" Type="http://schemas.openxmlformats.org/officeDocument/2006/relationships/customXml" Target="../ink/ink8.xml"/><Relationship Id="rId22" Type="http://schemas.openxmlformats.org/officeDocument/2006/relationships/customXml" Target="../ink/ink12.xml"/><Relationship Id="rId27" Type="http://schemas.openxmlformats.org/officeDocument/2006/relationships/image" Target="../media/image40.png"/><Relationship Id="rId30" Type="http://schemas.openxmlformats.org/officeDocument/2006/relationships/customXml" Target="../ink/ink16.xml"/><Relationship Id="rId35" Type="http://schemas.openxmlformats.org/officeDocument/2006/relationships/image" Target="../media/image44.png"/><Relationship Id="rId43" Type="http://schemas.openxmlformats.org/officeDocument/2006/relationships/image" Target="../media/image48.png"/><Relationship Id="rId8" Type="http://schemas.openxmlformats.org/officeDocument/2006/relationships/customXml" Target="../ink/ink5.xml"/><Relationship Id="rId3" Type="http://schemas.openxmlformats.org/officeDocument/2006/relationships/image" Target="../media/image28.png"/><Relationship Id="rId12" Type="http://schemas.openxmlformats.org/officeDocument/2006/relationships/customXml" Target="../ink/ink7.xml"/><Relationship Id="rId17" Type="http://schemas.openxmlformats.org/officeDocument/2006/relationships/image" Target="../media/image35.png"/><Relationship Id="rId25" Type="http://schemas.openxmlformats.org/officeDocument/2006/relationships/image" Target="../media/image39.png"/><Relationship Id="rId33" Type="http://schemas.openxmlformats.org/officeDocument/2006/relationships/image" Target="../media/image43.png"/><Relationship Id="rId38" Type="http://schemas.openxmlformats.org/officeDocument/2006/relationships/customXml" Target="../ink/ink20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customXml" Target="../ink/ink26.xml"/><Relationship Id="rId13" Type="http://schemas.openxmlformats.org/officeDocument/2006/relationships/image" Target="../media/image54.png"/><Relationship Id="rId18" Type="http://schemas.openxmlformats.org/officeDocument/2006/relationships/customXml" Target="../ink/ink31.xml"/><Relationship Id="rId3" Type="http://schemas.openxmlformats.org/officeDocument/2006/relationships/image" Target="../media/image49.png"/><Relationship Id="rId21" Type="http://schemas.openxmlformats.org/officeDocument/2006/relationships/image" Target="../media/image58.png"/><Relationship Id="rId7" Type="http://schemas.openxmlformats.org/officeDocument/2006/relationships/image" Target="../media/image51.png"/><Relationship Id="rId12" Type="http://schemas.openxmlformats.org/officeDocument/2006/relationships/customXml" Target="../ink/ink28.xml"/><Relationship Id="rId17" Type="http://schemas.openxmlformats.org/officeDocument/2006/relationships/image" Target="../media/image56.png"/><Relationship Id="rId2" Type="http://schemas.openxmlformats.org/officeDocument/2006/relationships/customXml" Target="../ink/ink23.xml"/><Relationship Id="rId16" Type="http://schemas.openxmlformats.org/officeDocument/2006/relationships/customXml" Target="../ink/ink30.xml"/><Relationship Id="rId20" Type="http://schemas.openxmlformats.org/officeDocument/2006/relationships/customXml" Target="../ink/ink32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5.xml"/><Relationship Id="rId11" Type="http://schemas.openxmlformats.org/officeDocument/2006/relationships/image" Target="../media/image53.png"/><Relationship Id="rId5" Type="http://schemas.openxmlformats.org/officeDocument/2006/relationships/image" Target="../media/image50.png"/><Relationship Id="rId15" Type="http://schemas.openxmlformats.org/officeDocument/2006/relationships/image" Target="../media/image55.png"/><Relationship Id="rId23" Type="http://schemas.openxmlformats.org/officeDocument/2006/relationships/image" Target="../media/image59.png"/><Relationship Id="rId10" Type="http://schemas.openxmlformats.org/officeDocument/2006/relationships/customXml" Target="../ink/ink27.xml"/><Relationship Id="rId19" Type="http://schemas.openxmlformats.org/officeDocument/2006/relationships/image" Target="../media/image57.png"/><Relationship Id="rId4" Type="http://schemas.openxmlformats.org/officeDocument/2006/relationships/customXml" Target="../ink/ink24.xml"/><Relationship Id="rId9" Type="http://schemas.openxmlformats.org/officeDocument/2006/relationships/image" Target="../media/image52.png"/><Relationship Id="rId14" Type="http://schemas.openxmlformats.org/officeDocument/2006/relationships/customXml" Target="../ink/ink29.xml"/><Relationship Id="rId22" Type="http://schemas.openxmlformats.org/officeDocument/2006/relationships/customXml" Target="../ink/ink33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customXml" Target="../ink/ink37.xml"/><Relationship Id="rId13" Type="http://schemas.openxmlformats.org/officeDocument/2006/relationships/image" Target="../media/image65.png"/><Relationship Id="rId18" Type="http://schemas.openxmlformats.org/officeDocument/2006/relationships/customXml" Target="../ink/ink42.xml"/><Relationship Id="rId3" Type="http://schemas.openxmlformats.org/officeDocument/2006/relationships/image" Target="../media/image60.png"/><Relationship Id="rId21" Type="http://schemas.openxmlformats.org/officeDocument/2006/relationships/image" Target="../media/image69.png"/><Relationship Id="rId7" Type="http://schemas.openxmlformats.org/officeDocument/2006/relationships/image" Target="../media/image62.png"/><Relationship Id="rId12" Type="http://schemas.openxmlformats.org/officeDocument/2006/relationships/customXml" Target="../ink/ink39.xml"/><Relationship Id="rId17" Type="http://schemas.openxmlformats.org/officeDocument/2006/relationships/image" Target="../media/image67.png"/><Relationship Id="rId25" Type="http://schemas.openxmlformats.org/officeDocument/2006/relationships/image" Target="../media/image71.png"/><Relationship Id="rId2" Type="http://schemas.openxmlformats.org/officeDocument/2006/relationships/customXml" Target="../ink/ink34.xml"/><Relationship Id="rId16" Type="http://schemas.openxmlformats.org/officeDocument/2006/relationships/customXml" Target="../ink/ink41.xml"/><Relationship Id="rId20" Type="http://schemas.openxmlformats.org/officeDocument/2006/relationships/customXml" Target="../ink/ink43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6.xml"/><Relationship Id="rId11" Type="http://schemas.openxmlformats.org/officeDocument/2006/relationships/image" Target="../media/image64.png"/><Relationship Id="rId24" Type="http://schemas.openxmlformats.org/officeDocument/2006/relationships/customXml" Target="../ink/ink45.xml"/><Relationship Id="rId5" Type="http://schemas.openxmlformats.org/officeDocument/2006/relationships/image" Target="../media/image61.png"/><Relationship Id="rId15" Type="http://schemas.openxmlformats.org/officeDocument/2006/relationships/image" Target="../media/image66.png"/><Relationship Id="rId23" Type="http://schemas.openxmlformats.org/officeDocument/2006/relationships/image" Target="../media/image70.png"/><Relationship Id="rId10" Type="http://schemas.openxmlformats.org/officeDocument/2006/relationships/customXml" Target="../ink/ink38.xml"/><Relationship Id="rId19" Type="http://schemas.openxmlformats.org/officeDocument/2006/relationships/image" Target="../media/image68.png"/><Relationship Id="rId4" Type="http://schemas.openxmlformats.org/officeDocument/2006/relationships/customXml" Target="../ink/ink35.xml"/><Relationship Id="rId9" Type="http://schemas.openxmlformats.org/officeDocument/2006/relationships/image" Target="../media/image63.png"/><Relationship Id="rId14" Type="http://schemas.openxmlformats.org/officeDocument/2006/relationships/customXml" Target="../ink/ink40.xml"/><Relationship Id="rId22" Type="http://schemas.openxmlformats.org/officeDocument/2006/relationships/customXml" Target="../ink/ink44.xml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7.png"/><Relationship Id="rId18" Type="http://schemas.openxmlformats.org/officeDocument/2006/relationships/customXml" Target="../ink/ink54.xml"/><Relationship Id="rId26" Type="http://schemas.openxmlformats.org/officeDocument/2006/relationships/customXml" Target="../ink/ink58.xml"/><Relationship Id="rId39" Type="http://schemas.openxmlformats.org/officeDocument/2006/relationships/image" Target="../media/image90.png"/><Relationship Id="rId21" Type="http://schemas.openxmlformats.org/officeDocument/2006/relationships/image" Target="../media/image81.png"/><Relationship Id="rId34" Type="http://schemas.openxmlformats.org/officeDocument/2006/relationships/customXml" Target="../ink/ink62.xml"/><Relationship Id="rId42" Type="http://schemas.openxmlformats.org/officeDocument/2006/relationships/customXml" Target="../ink/ink66.xml"/><Relationship Id="rId7" Type="http://schemas.openxmlformats.org/officeDocument/2006/relationships/image" Target="../media/image74.png"/><Relationship Id="rId2" Type="http://schemas.openxmlformats.org/officeDocument/2006/relationships/customXml" Target="../ink/ink46.xml"/><Relationship Id="rId16" Type="http://schemas.openxmlformats.org/officeDocument/2006/relationships/customXml" Target="../ink/ink53.xml"/><Relationship Id="rId29" Type="http://schemas.openxmlformats.org/officeDocument/2006/relationships/image" Target="../media/image85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8.xml"/><Relationship Id="rId11" Type="http://schemas.openxmlformats.org/officeDocument/2006/relationships/image" Target="../media/image76.png"/><Relationship Id="rId24" Type="http://schemas.openxmlformats.org/officeDocument/2006/relationships/customXml" Target="../ink/ink57.xml"/><Relationship Id="rId32" Type="http://schemas.openxmlformats.org/officeDocument/2006/relationships/customXml" Target="../ink/ink61.xml"/><Relationship Id="rId37" Type="http://schemas.openxmlformats.org/officeDocument/2006/relationships/image" Target="../media/image89.png"/><Relationship Id="rId40" Type="http://schemas.openxmlformats.org/officeDocument/2006/relationships/customXml" Target="../ink/ink65.xml"/><Relationship Id="rId45" Type="http://schemas.openxmlformats.org/officeDocument/2006/relationships/image" Target="../media/image93.png"/><Relationship Id="rId5" Type="http://schemas.openxmlformats.org/officeDocument/2006/relationships/image" Target="../media/image73.png"/><Relationship Id="rId15" Type="http://schemas.openxmlformats.org/officeDocument/2006/relationships/image" Target="../media/image78.png"/><Relationship Id="rId23" Type="http://schemas.openxmlformats.org/officeDocument/2006/relationships/image" Target="../media/image82.png"/><Relationship Id="rId28" Type="http://schemas.openxmlformats.org/officeDocument/2006/relationships/customXml" Target="../ink/ink59.xml"/><Relationship Id="rId36" Type="http://schemas.openxmlformats.org/officeDocument/2006/relationships/customXml" Target="../ink/ink63.xml"/><Relationship Id="rId10" Type="http://schemas.openxmlformats.org/officeDocument/2006/relationships/customXml" Target="../ink/ink50.xml"/><Relationship Id="rId19" Type="http://schemas.openxmlformats.org/officeDocument/2006/relationships/image" Target="../media/image80.png"/><Relationship Id="rId31" Type="http://schemas.openxmlformats.org/officeDocument/2006/relationships/image" Target="../media/image86.png"/><Relationship Id="rId44" Type="http://schemas.openxmlformats.org/officeDocument/2006/relationships/customXml" Target="../ink/ink67.xml"/><Relationship Id="rId4" Type="http://schemas.openxmlformats.org/officeDocument/2006/relationships/customXml" Target="../ink/ink47.xml"/><Relationship Id="rId9" Type="http://schemas.openxmlformats.org/officeDocument/2006/relationships/image" Target="../media/image75.png"/><Relationship Id="rId14" Type="http://schemas.openxmlformats.org/officeDocument/2006/relationships/customXml" Target="../ink/ink52.xml"/><Relationship Id="rId22" Type="http://schemas.openxmlformats.org/officeDocument/2006/relationships/customXml" Target="../ink/ink56.xml"/><Relationship Id="rId27" Type="http://schemas.openxmlformats.org/officeDocument/2006/relationships/image" Target="../media/image84.png"/><Relationship Id="rId30" Type="http://schemas.openxmlformats.org/officeDocument/2006/relationships/customXml" Target="../ink/ink60.xml"/><Relationship Id="rId35" Type="http://schemas.openxmlformats.org/officeDocument/2006/relationships/image" Target="../media/image88.png"/><Relationship Id="rId43" Type="http://schemas.openxmlformats.org/officeDocument/2006/relationships/image" Target="../media/image92.png"/><Relationship Id="rId8" Type="http://schemas.openxmlformats.org/officeDocument/2006/relationships/customXml" Target="../ink/ink49.xml"/><Relationship Id="rId3" Type="http://schemas.openxmlformats.org/officeDocument/2006/relationships/image" Target="../media/image72.png"/><Relationship Id="rId12" Type="http://schemas.openxmlformats.org/officeDocument/2006/relationships/customXml" Target="../ink/ink51.xml"/><Relationship Id="rId17" Type="http://schemas.openxmlformats.org/officeDocument/2006/relationships/image" Target="../media/image79.png"/><Relationship Id="rId25" Type="http://schemas.openxmlformats.org/officeDocument/2006/relationships/image" Target="../media/image83.png"/><Relationship Id="rId33" Type="http://schemas.openxmlformats.org/officeDocument/2006/relationships/image" Target="../media/image87.png"/><Relationship Id="rId38" Type="http://schemas.openxmlformats.org/officeDocument/2006/relationships/customXml" Target="../ink/ink64.xml"/><Relationship Id="rId20" Type="http://schemas.openxmlformats.org/officeDocument/2006/relationships/customXml" Target="../ink/ink55.xml"/><Relationship Id="rId41" Type="http://schemas.openxmlformats.org/officeDocument/2006/relationships/image" Target="../media/image91.png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9.png"/><Relationship Id="rId18" Type="http://schemas.openxmlformats.org/officeDocument/2006/relationships/customXml" Target="../ink/ink76.xml"/><Relationship Id="rId26" Type="http://schemas.openxmlformats.org/officeDocument/2006/relationships/customXml" Target="../ink/ink80.xml"/><Relationship Id="rId21" Type="http://schemas.openxmlformats.org/officeDocument/2006/relationships/image" Target="../media/image103.png"/><Relationship Id="rId34" Type="http://schemas.openxmlformats.org/officeDocument/2006/relationships/customXml" Target="../ink/ink84.xml"/><Relationship Id="rId7" Type="http://schemas.openxmlformats.org/officeDocument/2006/relationships/image" Target="../media/image96.png"/><Relationship Id="rId12" Type="http://schemas.openxmlformats.org/officeDocument/2006/relationships/customXml" Target="../ink/ink73.xml"/><Relationship Id="rId17" Type="http://schemas.openxmlformats.org/officeDocument/2006/relationships/image" Target="../media/image101.png"/><Relationship Id="rId25" Type="http://schemas.openxmlformats.org/officeDocument/2006/relationships/image" Target="../media/image105.png"/><Relationship Id="rId33" Type="http://schemas.openxmlformats.org/officeDocument/2006/relationships/image" Target="../media/image109.png"/><Relationship Id="rId2" Type="http://schemas.openxmlformats.org/officeDocument/2006/relationships/customXml" Target="../ink/ink68.xml"/><Relationship Id="rId16" Type="http://schemas.openxmlformats.org/officeDocument/2006/relationships/customXml" Target="../ink/ink75.xml"/><Relationship Id="rId20" Type="http://schemas.openxmlformats.org/officeDocument/2006/relationships/customXml" Target="../ink/ink77.xml"/><Relationship Id="rId29" Type="http://schemas.openxmlformats.org/officeDocument/2006/relationships/image" Target="../media/image107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70.xml"/><Relationship Id="rId11" Type="http://schemas.openxmlformats.org/officeDocument/2006/relationships/image" Target="../media/image98.png"/><Relationship Id="rId24" Type="http://schemas.openxmlformats.org/officeDocument/2006/relationships/customXml" Target="../ink/ink79.xml"/><Relationship Id="rId32" Type="http://schemas.openxmlformats.org/officeDocument/2006/relationships/customXml" Target="../ink/ink83.xml"/><Relationship Id="rId37" Type="http://schemas.openxmlformats.org/officeDocument/2006/relationships/image" Target="../media/image111.png"/><Relationship Id="rId5" Type="http://schemas.openxmlformats.org/officeDocument/2006/relationships/image" Target="../media/image95.png"/><Relationship Id="rId15" Type="http://schemas.openxmlformats.org/officeDocument/2006/relationships/image" Target="../media/image100.png"/><Relationship Id="rId23" Type="http://schemas.openxmlformats.org/officeDocument/2006/relationships/image" Target="../media/image104.png"/><Relationship Id="rId28" Type="http://schemas.openxmlformats.org/officeDocument/2006/relationships/customXml" Target="../ink/ink81.xml"/><Relationship Id="rId36" Type="http://schemas.openxmlformats.org/officeDocument/2006/relationships/customXml" Target="../ink/ink85.xml"/><Relationship Id="rId10" Type="http://schemas.openxmlformats.org/officeDocument/2006/relationships/customXml" Target="../ink/ink72.xml"/><Relationship Id="rId19" Type="http://schemas.openxmlformats.org/officeDocument/2006/relationships/image" Target="../media/image102.png"/><Relationship Id="rId31" Type="http://schemas.openxmlformats.org/officeDocument/2006/relationships/image" Target="../media/image108.png"/><Relationship Id="rId4" Type="http://schemas.openxmlformats.org/officeDocument/2006/relationships/customXml" Target="../ink/ink69.xml"/><Relationship Id="rId9" Type="http://schemas.openxmlformats.org/officeDocument/2006/relationships/image" Target="../media/image97.png"/><Relationship Id="rId14" Type="http://schemas.openxmlformats.org/officeDocument/2006/relationships/customXml" Target="../ink/ink74.xml"/><Relationship Id="rId22" Type="http://schemas.openxmlformats.org/officeDocument/2006/relationships/customXml" Target="../ink/ink78.xml"/><Relationship Id="rId27" Type="http://schemas.openxmlformats.org/officeDocument/2006/relationships/image" Target="../media/image106.png"/><Relationship Id="rId30" Type="http://schemas.openxmlformats.org/officeDocument/2006/relationships/customXml" Target="../ink/ink82.xml"/><Relationship Id="rId35" Type="http://schemas.openxmlformats.org/officeDocument/2006/relationships/image" Target="../media/image110.png"/><Relationship Id="rId8" Type="http://schemas.openxmlformats.org/officeDocument/2006/relationships/customXml" Target="../ink/ink71.xml"/><Relationship Id="rId3" Type="http://schemas.openxmlformats.org/officeDocument/2006/relationships/image" Target="../media/image9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ustomXml" Target="../ink/ink86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72.png"/><Relationship Id="rId21" Type="http://schemas.openxmlformats.org/officeDocument/2006/relationships/image" Target="../media/image124.png"/><Relationship Id="rId63" Type="http://schemas.openxmlformats.org/officeDocument/2006/relationships/image" Target="../media/image145.png"/><Relationship Id="rId159" Type="http://schemas.openxmlformats.org/officeDocument/2006/relationships/image" Target="../media/image193.png"/><Relationship Id="rId170" Type="http://schemas.openxmlformats.org/officeDocument/2006/relationships/customXml" Target="../ink/ink171.xml"/><Relationship Id="rId226" Type="http://schemas.openxmlformats.org/officeDocument/2006/relationships/customXml" Target="../ink/ink199.xml"/><Relationship Id="rId107" Type="http://schemas.openxmlformats.org/officeDocument/2006/relationships/image" Target="../media/image167.png"/><Relationship Id="rId11" Type="http://schemas.openxmlformats.org/officeDocument/2006/relationships/image" Target="../media/image119.png"/><Relationship Id="rId32" Type="http://schemas.openxmlformats.org/officeDocument/2006/relationships/customXml" Target="../ink/ink102.xml"/><Relationship Id="rId53" Type="http://schemas.openxmlformats.org/officeDocument/2006/relationships/image" Target="../media/image140.png"/><Relationship Id="rId74" Type="http://schemas.openxmlformats.org/officeDocument/2006/relationships/customXml" Target="../ink/ink123.xml"/><Relationship Id="rId128" Type="http://schemas.openxmlformats.org/officeDocument/2006/relationships/customXml" Target="../ink/ink150.xml"/><Relationship Id="rId149" Type="http://schemas.openxmlformats.org/officeDocument/2006/relationships/image" Target="../media/image188.png"/><Relationship Id="rId5" Type="http://schemas.openxmlformats.org/officeDocument/2006/relationships/image" Target="../media/image116.png"/><Relationship Id="rId95" Type="http://schemas.openxmlformats.org/officeDocument/2006/relationships/image" Target="../media/image161.png"/><Relationship Id="rId160" Type="http://schemas.openxmlformats.org/officeDocument/2006/relationships/customXml" Target="../ink/ink166.xml"/><Relationship Id="rId181" Type="http://schemas.openxmlformats.org/officeDocument/2006/relationships/image" Target="../media/image204.png"/><Relationship Id="rId216" Type="http://schemas.openxmlformats.org/officeDocument/2006/relationships/customXml" Target="../ink/ink194.xml"/><Relationship Id="rId237" Type="http://schemas.openxmlformats.org/officeDocument/2006/relationships/image" Target="../media/image232.png"/><Relationship Id="rId258" Type="http://schemas.openxmlformats.org/officeDocument/2006/relationships/customXml" Target="../ink/ink215.xml"/><Relationship Id="rId22" Type="http://schemas.openxmlformats.org/officeDocument/2006/relationships/customXml" Target="../ink/ink97.xml"/><Relationship Id="rId43" Type="http://schemas.openxmlformats.org/officeDocument/2006/relationships/image" Target="../media/image135.png"/><Relationship Id="rId64" Type="http://schemas.openxmlformats.org/officeDocument/2006/relationships/customXml" Target="../ink/ink118.xml"/><Relationship Id="rId118" Type="http://schemas.openxmlformats.org/officeDocument/2006/relationships/customXml" Target="../ink/ink145.xml"/><Relationship Id="rId139" Type="http://schemas.openxmlformats.org/officeDocument/2006/relationships/image" Target="../media/image183.png"/><Relationship Id="rId85" Type="http://schemas.openxmlformats.org/officeDocument/2006/relationships/image" Target="../media/image156.png"/><Relationship Id="rId150" Type="http://schemas.openxmlformats.org/officeDocument/2006/relationships/customXml" Target="../ink/ink161.xml"/><Relationship Id="rId171" Type="http://schemas.openxmlformats.org/officeDocument/2006/relationships/image" Target="../media/image199.png"/><Relationship Id="rId192" Type="http://schemas.openxmlformats.org/officeDocument/2006/relationships/customXml" Target="../ink/ink182.xml"/><Relationship Id="rId206" Type="http://schemas.openxmlformats.org/officeDocument/2006/relationships/customXml" Target="../ink/ink189.xml"/><Relationship Id="rId227" Type="http://schemas.openxmlformats.org/officeDocument/2006/relationships/image" Target="../media/image227.png"/><Relationship Id="rId248" Type="http://schemas.openxmlformats.org/officeDocument/2006/relationships/customXml" Target="../ink/ink210.xml"/><Relationship Id="rId12" Type="http://schemas.openxmlformats.org/officeDocument/2006/relationships/customXml" Target="../ink/ink92.xml"/><Relationship Id="rId33" Type="http://schemas.openxmlformats.org/officeDocument/2006/relationships/image" Target="../media/image130.png"/><Relationship Id="rId108" Type="http://schemas.openxmlformats.org/officeDocument/2006/relationships/customXml" Target="../ink/ink140.xml"/><Relationship Id="rId129" Type="http://schemas.openxmlformats.org/officeDocument/2006/relationships/image" Target="../media/image178.png"/><Relationship Id="rId54" Type="http://schemas.openxmlformats.org/officeDocument/2006/relationships/customXml" Target="../ink/ink113.xml"/><Relationship Id="rId75" Type="http://schemas.openxmlformats.org/officeDocument/2006/relationships/image" Target="../media/image151.png"/><Relationship Id="rId96" Type="http://schemas.openxmlformats.org/officeDocument/2006/relationships/customXml" Target="../ink/ink134.xml"/><Relationship Id="rId140" Type="http://schemas.openxmlformats.org/officeDocument/2006/relationships/customXml" Target="../ink/ink156.xml"/><Relationship Id="rId161" Type="http://schemas.openxmlformats.org/officeDocument/2006/relationships/image" Target="../media/image194.png"/><Relationship Id="rId182" Type="http://schemas.openxmlformats.org/officeDocument/2006/relationships/customXml" Target="../ink/ink177.xml"/><Relationship Id="rId217" Type="http://schemas.openxmlformats.org/officeDocument/2006/relationships/image" Target="../media/image222.png"/><Relationship Id="rId6" Type="http://schemas.openxmlformats.org/officeDocument/2006/relationships/customXml" Target="../ink/ink89.xml"/><Relationship Id="rId238" Type="http://schemas.openxmlformats.org/officeDocument/2006/relationships/customXml" Target="../ink/ink205.xml"/><Relationship Id="rId259" Type="http://schemas.openxmlformats.org/officeDocument/2006/relationships/image" Target="../media/image243.png"/><Relationship Id="rId23" Type="http://schemas.openxmlformats.org/officeDocument/2006/relationships/image" Target="../media/image125.png"/><Relationship Id="rId119" Type="http://schemas.openxmlformats.org/officeDocument/2006/relationships/image" Target="../media/image173.png"/><Relationship Id="rId44" Type="http://schemas.openxmlformats.org/officeDocument/2006/relationships/customXml" Target="../ink/ink108.xml"/><Relationship Id="rId65" Type="http://schemas.openxmlformats.org/officeDocument/2006/relationships/image" Target="../media/image146.png"/><Relationship Id="rId86" Type="http://schemas.openxmlformats.org/officeDocument/2006/relationships/customXml" Target="../ink/ink129.xml"/><Relationship Id="rId130" Type="http://schemas.openxmlformats.org/officeDocument/2006/relationships/customXml" Target="../ink/ink151.xml"/><Relationship Id="rId151" Type="http://schemas.openxmlformats.org/officeDocument/2006/relationships/image" Target="../media/image189.png"/><Relationship Id="rId172" Type="http://schemas.openxmlformats.org/officeDocument/2006/relationships/customXml" Target="../ink/ink172.xml"/><Relationship Id="rId193" Type="http://schemas.openxmlformats.org/officeDocument/2006/relationships/image" Target="../media/image210.png"/><Relationship Id="rId207" Type="http://schemas.openxmlformats.org/officeDocument/2006/relationships/image" Target="../media/image217.png"/><Relationship Id="rId228" Type="http://schemas.openxmlformats.org/officeDocument/2006/relationships/customXml" Target="../ink/ink200.xml"/><Relationship Id="rId249" Type="http://schemas.openxmlformats.org/officeDocument/2006/relationships/image" Target="../media/image238.png"/><Relationship Id="rId13" Type="http://schemas.openxmlformats.org/officeDocument/2006/relationships/image" Target="../media/image120.png"/><Relationship Id="rId109" Type="http://schemas.openxmlformats.org/officeDocument/2006/relationships/image" Target="../media/image168.png"/><Relationship Id="rId260" Type="http://schemas.openxmlformats.org/officeDocument/2006/relationships/customXml" Target="../ink/ink216.xml"/><Relationship Id="rId34" Type="http://schemas.openxmlformats.org/officeDocument/2006/relationships/customXml" Target="../ink/ink103.xml"/><Relationship Id="rId55" Type="http://schemas.openxmlformats.org/officeDocument/2006/relationships/image" Target="../media/image141.png"/><Relationship Id="rId76" Type="http://schemas.openxmlformats.org/officeDocument/2006/relationships/customXml" Target="../ink/ink124.xml"/><Relationship Id="rId97" Type="http://schemas.openxmlformats.org/officeDocument/2006/relationships/image" Target="../media/image162.png"/><Relationship Id="rId120" Type="http://schemas.openxmlformats.org/officeDocument/2006/relationships/customXml" Target="../ink/ink146.xml"/><Relationship Id="rId141" Type="http://schemas.openxmlformats.org/officeDocument/2006/relationships/image" Target="../media/image184.png"/><Relationship Id="rId7" Type="http://schemas.openxmlformats.org/officeDocument/2006/relationships/image" Target="../media/image117.png"/><Relationship Id="rId162" Type="http://schemas.openxmlformats.org/officeDocument/2006/relationships/customXml" Target="../ink/ink167.xml"/><Relationship Id="rId183" Type="http://schemas.openxmlformats.org/officeDocument/2006/relationships/image" Target="../media/image205.png"/><Relationship Id="rId218" Type="http://schemas.openxmlformats.org/officeDocument/2006/relationships/customXml" Target="../ink/ink195.xml"/><Relationship Id="rId239" Type="http://schemas.openxmlformats.org/officeDocument/2006/relationships/image" Target="../media/image233.png"/><Relationship Id="rId250" Type="http://schemas.openxmlformats.org/officeDocument/2006/relationships/customXml" Target="../ink/ink211.xml"/><Relationship Id="rId24" Type="http://schemas.openxmlformats.org/officeDocument/2006/relationships/customXml" Target="../ink/ink98.xml"/><Relationship Id="rId45" Type="http://schemas.openxmlformats.org/officeDocument/2006/relationships/image" Target="../media/image136.png"/><Relationship Id="rId66" Type="http://schemas.openxmlformats.org/officeDocument/2006/relationships/customXml" Target="../ink/ink119.xml"/><Relationship Id="rId87" Type="http://schemas.openxmlformats.org/officeDocument/2006/relationships/image" Target="../media/image157.png"/><Relationship Id="rId110" Type="http://schemas.openxmlformats.org/officeDocument/2006/relationships/customXml" Target="../ink/ink141.xml"/><Relationship Id="rId131" Type="http://schemas.openxmlformats.org/officeDocument/2006/relationships/image" Target="../media/image179.png"/><Relationship Id="rId152" Type="http://schemas.openxmlformats.org/officeDocument/2006/relationships/customXml" Target="../ink/ink162.xml"/><Relationship Id="rId173" Type="http://schemas.openxmlformats.org/officeDocument/2006/relationships/image" Target="../media/image200.png"/><Relationship Id="rId194" Type="http://schemas.openxmlformats.org/officeDocument/2006/relationships/customXml" Target="../ink/ink183.xml"/><Relationship Id="rId208" Type="http://schemas.openxmlformats.org/officeDocument/2006/relationships/customXml" Target="../ink/ink190.xml"/><Relationship Id="rId229" Type="http://schemas.openxmlformats.org/officeDocument/2006/relationships/image" Target="../media/image228.png"/><Relationship Id="rId240" Type="http://schemas.openxmlformats.org/officeDocument/2006/relationships/customXml" Target="../ink/ink206.xml"/><Relationship Id="rId261" Type="http://schemas.openxmlformats.org/officeDocument/2006/relationships/image" Target="../media/image244.png"/><Relationship Id="rId14" Type="http://schemas.openxmlformats.org/officeDocument/2006/relationships/customXml" Target="../ink/ink93.xml"/><Relationship Id="rId35" Type="http://schemas.openxmlformats.org/officeDocument/2006/relationships/image" Target="../media/image131.png"/><Relationship Id="rId56" Type="http://schemas.openxmlformats.org/officeDocument/2006/relationships/customXml" Target="../ink/ink114.xml"/><Relationship Id="rId77" Type="http://schemas.openxmlformats.org/officeDocument/2006/relationships/image" Target="../media/image152.png"/><Relationship Id="rId100" Type="http://schemas.openxmlformats.org/officeDocument/2006/relationships/customXml" Target="../ink/ink136.xml"/><Relationship Id="rId8" Type="http://schemas.openxmlformats.org/officeDocument/2006/relationships/customXml" Target="../ink/ink90.xml"/><Relationship Id="rId98" Type="http://schemas.openxmlformats.org/officeDocument/2006/relationships/customXml" Target="../ink/ink135.xml"/><Relationship Id="rId121" Type="http://schemas.openxmlformats.org/officeDocument/2006/relationships/image" Target="../media/image174.png"/><Relationship Id="rId142" Type="http://schemas.openxmlformats.org/officeDocument/2006/relationships/customXml" Target="../ink/ink157.xml"/><Relationship Id="rId163" Type="http://schemas.openxmlformats.org/officeDocument/2006/relationships/image" Target="../media/image195.png"/><Relationship Id="rId184" Type="http://schemas.openxmlformats.org/officeDocument/2006/relationships/customXml" Target="../ink/ink178.xml"/><Relationship Id="rId219" Type="http://schemas.openxmlformats.org/officeDocument/2006/relationships/image" Target="../media/image223.png"/><Relationship Id="rId230" Type="http://schemas.openxmlformats.org/officeDocument/2006/relationships/customXml" Target="../ink/ink201.xml"/><Relationship Id="rId251" Type="http://schemas.openxmlformats.org/officeDocument/2006/relationships/image" Target="../media/image239.png"/><Relationship Id="rId25" Type="http://schemas.openxmlformats.org/officeDocument/2006/relationships/image" Target="../media/image126.png"/><Relationship Id="rId46" Type="http://schemas.openxmlformats.org/officeDocument/2006/relationships/customXml" Target="../ink/ink109.xml"/><Relationship Id="rId67" Type="http://schemas.openxmlformats.org/officeDocument/2006/relationships/image" Target="../media/image147.png"/><Relationship Id="rId88" Type="http://schemas.openxmlformats.org/officeDocument/2006/relationships/customXml" Target="../ink/ink130.xml"/><Relationship Id="rId111" Type="http://schemas.openxmlformats.org/officeDocument/2006/relationships/image" Target="../media/image169.png"/><Relationship Id="rId132" Type="http://schemas.openxmlformats.org/officeDocument/2006/relationships/customXml" Target="../ink/ink152.xml"/><Relationship Id="rId153" Type="http://schemas.openxmlformats.org/officeDocument/2006/relationships/image" Target="../media/image190.png"/><Relationship Id="rId174" Type="http://schemas.openxmlformats.org/officeDocument/2006/relationships/customXml" Target="../ink/ink173.xml"/><Relationship Id="rId195" Type="http://schemas.openxmlformats.org/officeDocument/2006/relationships/image" Target="../media/image211.png"/><Relationship Id="rId209" Type="http://schemas.openxmlformats.org/officeDocument/2006/relationships/image" Target="../media/image218.png"/><Relationship Id="rId220" Type="http://schemas.openxmlformats.org/officeDocument/2006/relationships/customXml" Target="../ink/ink196.xml"/><Relationship Id="rId241" Type="http://schemas.openxmlformats.org/officeDocument/2006/relationships/image" Target="../media/image234.png"/><Relationship Id="rId15" Type="http://schemas.openxmlformats.org/officeDocument/2006/relationships/image" Target="../media/image121.png"/><Relationship Id="rId36" Type="http://schemas.openxmlformats.org/officeDocument/2006/relationships/customXml" Target="../ink/ink104.xml"/><Relationship Id="rId57" Type="http://schemas.openxmlformats.org/officeDocument/2006/relationships/image" Target="../media/image142.png"/><Relationship Id="rId262" Type="http://schemas.openxmlformats.org/officeDocument/2006/relationships/customXml" Target="../ink/ink217.xml"/><Relationship Id="rId78" Type="http://schemas.openxmlformats.org/officeDocument/2006/relationships/customXml" Target="../ink/ink125.xml"/><Relationship Id="rId99" Type="http://schemas.openxmlformats.org/officeDocument/2006/relationships/image" Target="../media/image163.png"/><Relationship Id="rId101" Type="http://schemas.openxmlformats.org/officeDocument/2006/relationships/image" Target="../media/image164.png"/><Relationship Id="rId122" Type="http://schemas.openxmlformats.org/officeDocument/2006/relationships/customXml" Target="../ink/ink147.xml"/><Relationship Id="rId143" Type="http://schemas.openxmlformats.org/officeDocument/2006/relationships/image" Target="../media/image185.png"/><Relationship Id="rId164" Type="http://schemas.openxmlformats.org/officeDocument/2006/relationships/customXml" Target="../ink/ink168.xml"/><Relationship Id="rId185" Type="http://schemas.openxmlformats.org/officeDocument/2006/relationships/image" Target="../media/image206.png"/><Relationship Id="rId9" Type="http://schemas.openxmlformats.org/officeDocument/2006/relationships/image" Target="../media/image118.png"/><Relationship Id="rId210" Type="http://schemas.openxmlformats.org/officeDocument/2006/relationships/customXml" Target="../ink/ink191.xml"/><Relationship Id="rId26" Type="http://schemas.openxmlformats.org/officeDocument/2006/relationships/customXml" Target="../ink/ink99.xml"/><Relationship Id="rId231" Type="http://schemas.openxmlformats.org/officeDocument/2006/relationships/image" Target="../media/image229.png"/><Relationship Id="rId252" Type="http://schemas.openxmlformats.org/officeDocument/2006/relationships/customXml" Target="../ink/ink212.xml"/><Relationship Id="rId47" Type="http://schemas.openxmlformats.org/officeDocument/2006/relationships/image" Target="../media/image137.png"/><Relationship Id="rId68" Type="http://schemas.openxmlformats.org/officeDocument/2006/relationships/customXml" Target="../ink/ink120.xml"/><Relationship Id="rId89" Type="http://schemas.openxmlformats.org/officeDocument/2006/relationships/image" Target="../media/image158.png"/><Relationship Id="rId112" Type="http://schemas.openxmlformats.org/officeDocument/2006/relationships/customXml" Target="../ink/ink142.xml"/><Relationship Id="rId133" Type="http://schemas.openxmlformats.org/officeDocument/2006/relationships/image" Target="../media/image180.png"/><Relationship Id="rId154" Type="http://schemas.openxmlformats.org/officeDocument/2006/relationships/customXml" Target="../ink/ink163.xml"/><Relationship Id="rId175" Type="http://schemas.openxmlformats.org/officeDocument/2006/relationships/image" Target="../media/image201.png"/><Relationship Id="rId196" Type="http://schemas.openxmlformats.org/officeDocument/2006/relationships/customXml" Target="../ink/ink184.xml"/><Relationship Id="rId200" Type="http://schemas.openxmlformats.org/officeDocument/2006/relationships/customXml" Target="../ink/ink186.xml"/><Relationship Id="rId16" Type="http://schemas.openxmlformats.org/officeDocument/2006/relationships/customXml" Target="../ink/ink94.xml"/><Relationship Id="rId221" Type="http://schemas.openxmlformats.org/officeDocument/2006/relationships/image" Target="../media/image224.png"/><Relationship Id="rId242" Type="http://schemas.openxmlformats.org/officeDocument/2006/relationships/customXml" Target="../ink/ink207.xml"/><Relationship Id="rId263" Type="http://schemas.openxmlformats.org/officeDocument/2006/relationships/image" Target="../media/image245.png"/><Relationship Id="rId37" Type="http://schemas.openxmlformats.org/officeDocument/2006/relationships/image" Target="../media/image132.png"/><Relationship Id="rId58" Type="http://schemas.openxmlformats.org/officeDocument/2006/relationships/customXml" Target="../ink/ink115.xml"/><Relationship Id="rId79" Type="http://schemas.openxmlformats.org/officeDocument/2006/relationships/image" Target="../media/image153.png"/><Relationship Id="rId102" Type="http://schemas.openxmlformats.org/officeDocument/2006/relationships/customXml" Target="../ink/ink137.xml"/><Relationship Id="rId123" Type="http://schemas.openxmlformats.org/officeDocument/2006/relationships/image" Target="../media/image175.png"/><Relationship Id="rId144" Type="http://schemas.openxmlformats.org/officeDocument/2006/relationships/customXml" Target="../ink/ink158.xml"/><Relationship Id="rId90" Type="http://schemas.openxmlformats.org/officeDocument/2006/relationships/customXml" Target="../ink/ink131.xml"/><Relationship Id="rId165" Type="http://schemas.openxmlformats.org/officeDocument/2006/relationships/image" Target="../media/image196.png"/><Relationship Id="rId186" Type="http://schemas.openxmlformats.org/officeDocument/2006/relationships/customXml" Target="../ink/ink179.xml"/><Relationship Id="rId211" Type="http://schemas.openxmlformats.org/officeDocument/2006/relationships/image" Target="../media/image219.png"/><Relationship Id="rId232" Type="http://schemas.openxmlformats.org/officeDocument/2006/relationships/customXml" Target="../ink/ink202.xml"/><Relationship Id="rId253" Type="http://schemas.openxmlformats.org/officeDocument/2006/relationships/image" Target="../media/image240.png"/><Relationship Id="rId27" Type="http://schemas.openxmlformats.org/officeDocument/2006/relationships/image" Target="../media/image127.png"/><Relationship Id="rId48" Type="http://schemas.openxmlformats.org/officeDocument/2006/relationships/customXml" Target="../ink/ink110.xml"/><Relationship Id="rId69" Type="http://schemas.openxmlformats.org/officeDocument/2006/relationships/image" Target="../media/image148.png"/><Relationship Id="rId113" Type="http://schemas.openxmlformats.org/officeDocument/2006/relationships/image" Target="../media/image170.png"/><Relationship Id="rId134" Type="http://schemas.openxmlformats.org/officeDocument/2006/relationships/customXml" Target="../ink/ink153.xml"/><Relationship Id="rId80" Type="http://schemas.openxmlformats.org/officeDocument/2006/relationships/customXml" Target="../ink/ink126.xml"/><Relationship Id="rId155" Type="http://schemas.openxmlformats.org/officeDocument/2006/relationships/image" Target="../media/image191.png"/><Relationship Id="rId176" Type="http://schemas.openxmlformats.org/officeDocument/2006/relationships/customXml" Target="../ink/ink174.xml"/><Relationship Id="rId197" Type="http://schemas.openxmlformats.org/officeDocument/2006/relationships/image" Target="../media/image212.png"/><Relationship Id="rId201" Type="http://schemas.openxmlformats.org/officeDocument/2006/relationships/image" Target="../media/image214.png"/><Relationship Id="rId222" Type="http://schemas.openxmlformats.org/officeDocument/2006/relationships/customXml" Target="../ink/ink197.xml"/><Relationship Id="rId243" Type="http://schemas.openxmlformats.org/officeDocument/2006/relationships/image" Target="../media/image235.png"/><Relationship Id="rId264" Type="http://schemas.openxmlformats.org/officeDocument/2006/relationships/customXml" Target="../ink/ink218.xml"/><Relationship Id="rId17" Type="http://schemas.openxmlformats.org/officeDocument/2006/relationships/image" Target="../media/image122.png"/><Relationship Id="rId38" Type="http://schemas.openxmlformats.org/officeDocument/2006/relationships/customXml" Target="../ink/ink105.xml"/><Relationship Id="rId59" Type="http://schemas.openxmlformats.org/officeDocument/2006/relationships/image" Target="../media/image143.png"/><Relationship Id="rId103" Type="http://schemas.openxmlformats.org/officeDocument/2006/relationships/image" Target="../media/image165.png"/><Relationship Id="rId124" Type="http://schemas.openxmlformats.org/officeDocument/2006/relationships/customXml" Target="../ink/ink148.xml"/><Relationship Id="rId70" Type="http://schemas.openxmlformats.org/officeDocument/2006/relationships/customXml" Target="../ink/ink121.xml"/><Relationship Id="rId91" Type="http://schemas.openxmlformats.org/officeDocument/2006/relationships/image" Target="../media/image159.png"/><Relationship Id="rId145" Type="http://schemas.openxmlformats.org/officeDocument/2006/relationships/image" Target="../media/image186.png"/><Relationship Id="rId166" Type="http://schemas.openxmlformats.org/officeDocument/2006/relationships/customXml" Target="../ink/ink169.xml"/><Relationship Id="rId187" Type="http://schemas.openxmlformats.org/officeDocument/2006/relationships/image" Target="../media/image207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92.xml"/><Relationship Id="rId233" Type="http://schemas.openxmlformats.org/officeDocument/2006/relationships/image" Target="../media/image230.png"/><Relationship Id="rId254" Type="http://schemas.openxmlformats.org/officeDocument/2006/relationships/customXml" Target="../ink/ink213.xml"/><Relationship Id="rId28" Type="http://schemas.openxmlformats.org/officeDocument/2006/relationships/customXml" Target="../ink/ink100.xml"/><Relationship Id="rId49" Type="http://schemas.openxmlformats.org/officeDocument/2006/relationships/image" Target="../media/image138.png"/><Relationship Id="rId114" Type="http://schemas.openxmlformats.org/officeDocument/2006/relationships/customXml" Target="../ink/ink143.xml"/><Relationship Id="rId60" Type="http://schemas.openxmlformats.org/officeDocument/2006/relationships/customXml" Target="../ink/ink116.xml"/><Relationship Id="rId81" Type="http://schemas.openxmlformats.org/officeDocument/2006/relationships/image" Target="../media/image154.png"/><Relationship Id="rId135" Type="http://schemas.openxmlformats.org/officeDocument/2006/relationships/image" Target="../media/image181.png"/><Relationship Id="rId156" Type="http://schemas.openxmlformats.org/officeDocument/2006/relationships/customXml" Target="../ink/ink164.xml"/><Relationship Id="rId177" Type="http://schemas.openxmlformats.org/officeDocument/2006/relationships/image" Target="../media/image202.png"/><Relationship Id="rId198" Type="http://schemas.openxmlformats.org/officeDocument/2006/relationships/customXml" Target="../ink/ink185.xml"/><Relationship Id="rId202" Type="http://schemas.openxmlformats.org/officeDocument/2006/relationships/customXml" Target="../ink/ink187.xml"/><Relationship Id="rId223" Type="http://schemas.openxmlformats.org/officeDocument/2006/relationships/image" Target="../media/image225.png"/><Relationship Id="rId244" Type="http://schemas.openxmlformats.org/officeDocument/2006/relationships/customXml" Target="../ink/ink208.xml"/><Relationship Id="rId18" Type="http://schemas.openxmlformats.org/officeDocument/2006/relationships/customXml" Target="../ink/ink95.xml"/><Relationship Id="rId39" Type="http://schemas.openxmlformats.org/officeDocument/2006/relationships/image" Target="../media/image133.png"/><Relationship Id="rId265" Type="http://schemas.openxmlformats.org/officeDocument/2006/relationships/image" Target="../media/image246.png"/><Relationship Id="rId50" Type="http://schemas.openxmlformats.org/officeDocument/2006/relationships/customXml" Target="../ink/ink111.xml"/><Relationship Id="rId104" Type="http://schemas.openxmlformats.org/officeDocument/2006/relationships/customXml" Target="../ink/ink138.xml"/><Relationship Id="rId125" Type="http://schemas.openxmlformats.org/officeDocument/2006/relationships/image" Target="../media/image176.png"/><Relationship Id="rId146" Type="http://schemas.openxmlformats.org/officeDocument/2006/relationships/customXml" Target="../ink/ink159.xml"/><Relationship Id="rId167" Type="http://schemas.openxmlformats.org/officeDocument/2006/relationships/image" Target="../media/image197.png"/><Relationship Id="rId188" Type="http://schemas.openxmlformats.org/officeDocument/2006/relationships/customXml" Target="../ink/ink180.xml"/><Relationship Id="rId71" Type="http://schemas.openxmlformats.org/officeDocument/2006/relationships/image" Target="../media/image149.png"/><Relationship Id="rId92" Type="http://schemas.openxmlformats.org/officeDocument/2006/relationships/customXml" Target="../ink/ink132.xml"/><Relationship Id="rId213" Type="http://schemas.openxmlformats.org/officeDocument/2006/relationships/image" Target="../media/image220.png"/><Relationship Id="rId234" Type="http://schemas.openxmlformats.org/officeDocument/2006/relationships/customXml" Target="../ink/ink203.xml"/><Relationship Id="rId2" Type="http://schemas.openxmlformats.org/officeDocument/2006/relationships/customXml" Target="../ink/ink87.xml"/><Relationship Id="rId29" Type="http://schemas.openxmlformats.org/officeDocument/2006/relationships/image" Target="../media/image128.png"/><Relationship Id="rId255" Type="http://schemas.openxmlformats.org/officeDocument/2006/relationships/image" Target="../media/image241.png"/><Relationship Id="rId40" Type="http://schemas.openxmlformats.org/officeDocument/2006/relationships/customXml" Target="../ink/ink106.xml"/><Relationship Id="rId115" Type="http://schemas.openxmlformats.org/officeDocument/2006/relationships/image" Target="../media/image171.png"/><Relationship Id="rId136" Type="http://schemas.openxmlformats.org/officeDocument/2006/relationships/customXml" Target="../ink/ink154.xml"/><Relationship Id="rId157" Type="http://schemas.openxmlformats.org/officeDocument/2006/relationships/image" Target="../media/image192.png"/><Relationship Id="rId178" Type="http://schemas.openxmlformats.org/officeDocument/2006/relationships/customXml" Target="../ink/ink175.xml"/><Relationship Id="rId61" Type="http://schemas.openxmlformats.org/officeDocument/2006/relationships/image" Target="../media/image144.png"/><Relationship Id="rId82" Type="http://schemas.openxmlformats.org/officeDocument/2006/relationships/customXml" Target="../ink/ink127.xml"/><Relationship Id="rId199" Type="http://schemas.openxmlformats.org/officeDocument/2006/relationships/image" Target="../media/image213.png"/><Relationship Id="rId203" Type="http://schemas.openxmlformats.org/officeDocument/2006/relationships/image" Target="../media/image215.png"/><Relationship Id="rId19" Type="http://schemas.openxmlformats.org/officeDocument/2006/relationships/image" Target="../media/image123.png"/><Relationship Id="rId224" Type="http://schemas.openxmlformats.org/officeDocument/2006/relationships/customXml" Target="../ink/ink198.xml"/><Relationship Id="rId245" Type="http://schemas.openxmlformats.org/officeDocument/2006/relationships/image" Target="../media/image236.png"/><Relationship Id="rId266" Type="http://schemas.openxmlformats.org/officeDocument/2006/relationships/customXml" Target="../ink/ink219.xml"/><Relationship Id="rId30" Type="http://schemas.openxmlformats.org/officeDocument/2006/relationships/customXml" Target="../ink/ink101.xml"/><Relationship Id="rId105" Type="http://schemas.openxmlformats.org/officeDocument/2006/relationships/image" Target="../media/image166.png"/><Relationship Id="rId126" Type="http://schemas.openxmlformats.org/officeDocument/2006/relationships/customXml" Target="../ink/ink149.xml"/><Relationship Id="rId147" Type="http://schemas.openxmlformats.org/officeDocument/2006/relationships/image" Target="../media/image187.png"/><Relationship Id="rId168" Type="http://schemas.openxmlformats.org/officeDocument/2006/relationships/customXml" Target="../ink/ink170.xml"/><Relationship Id="rId51" Type="http://schemas.openxmlformats.org/officeDocument/2006/relationships/image" Target="../media/image139.png"/><Relationship Id="rId72" Type="http://schemas.openxmlformats.org/officeDocument/2006/relationships/customXml" Target="../ink/ink122.xml"/><Relationship Id="rId93" Type="http://schemas.openxmlformats.org/officeDocument/2006/relationships/image" Target="../media/image160.png"/><Relationship Id="rId189" Type="http://schemas.openxmlformats.org/officeDocument/2006/relationships/image" Target="../media/image208.png"/><Relationship Id="rId3" Type="http://schemas.openxmlformats.org/officeDocument/2006/relationships/image" Target="../media/image115.png"/><Relationship Id="rId214" Type="http://schemas.openxmlformats.org/officeDocument/2006/relationships/customXml" Target="../ink/ink193.xml"/><Relationship Id="rId235" Type="http://schemas.openxmlformats.org/officeDocument/2006/relationships/image" Target="../media/image231.png"/><Relationship Id="rId256" Type="http://schemas.openxmlformats.org/officeDocument/2006/relationships/customXml" Target="../ink/ink214.xml"/><Relationship Id="rId116" Type="http://schemas.openxmlformats.org/officeDocument/2006/relationships/customXml" Target="../ink/ink144.xml"/><Relationship Id="rId137" Type="http://schemas.openxmlformats.org/officeDocument/2006/relationships/image" Target="../media/image182.png"/><Relationship Id="rId158" Type="http://schemas.openxmlformats.org/officeDocument/2006/relationships/customXml" Target="../ink/ink165.xml"/><Relationship Id="rId20" Type="http://schemas.openxmlformats.org/officeDocument/2006/relationships/customXml" Target="../ink/ink96.xml"/><Relationship Id="rId41" Type="http://schemas.openxmlformats.org/officeDocument/2006/relationships/image" Target="../media/image134.png"/><Relationship Id="rId62" Type="http://schemas.openxmlformats.org/officeDocument/2006/relationships/customXml" Target="../ink/ink117.xml"/><Relationship Id="rId83" Type="http://schemas.openxmlformats.org/officeDocument/2006/relationships/image" Target="../media/image155.png"/><Relationship Id="rId179" Type="http://schemas.openxmlformats.org/officeDocument/2006/relationships/image" Target="../media/image203.png"/><Relationship Id="rId190" Type="http://schemas.openxmlformats.org/officeDocument/2006/relationships/customXml" Target="../ink/ink181.xml"/><Relationship Id="rId204" Type="http://schemas.openxmlformats.org/officeDocument/2006/relationships/customXml" Target="../ink/ink188.xml"/><Relationship Id="rId225" Type="http://schemas.openxmlformats.org/officeDocument/2006/relationships/image" Target="../media/image226.png"/><Relationship Id="rId246" Type="http://schemas.openxmlformats.org/officeDocument/2006/relationships/customXml" Target="../ink/ink209.xml"/><Relationship Id="rId267" Type="http://schemas.openxmlformats.org/officeDocument/2006/relationships/image" Target="../media/image247.png"/><Relationship Id="rId106" Type="http://schemas.openxmlformats.org/officeDocument/2006/relationships/customXml" Target="../ink/ink139.xml"/><Relationship Id="rId127" Type="http://schemas.openxmlformats.org/officeDocument/2006/relationships/image" Target="../media/image177.png"/><Relationship Id="rId10" Type="http://schemas.openxmlformats.org/officeDocument/2006/relationships/customXml" Target="../ink/ink91.xml"/><Relationship Id="rId31" Type="http://schemas.openxmlformats.org/officeDocument/2006/relationships/image" Target="../media/image129.png"/><Relationship Id="rId52" Type="http://schemas.openxmlformats.org/officeDocument/2006/relationships/customXml" Target="../ink/ink112.xml"/><Relationship Id="rId73" Type="http://schemas.openxmlformats.org/officeDocument/2006/relationships/image" Target="../media/image150.png"/><Relationship Id="rId94" Type="http://schemas.openxmlformats.org/officeDocument/2006/relationships/customXml" Target="../ink/ink133.xml"/><Relationship Id="rId148" Type="http://schemas.openxmlformats.org/officeDocument/2006/relationships/customXml" Target="../ink/ink160.xml"/><Relationship Id="rId169" Type="http://schemas.openxmlformats.org/officeDocument/2006/relationships/image" Target="../media/image198.png"/><Relationship Id="rId4" Type="http://schemas.openxmlformats.org/officeDocument/2006/relationships/customXml" Target="../ink/ink88.xml"/><Relationship Id="rId180" Type="http://schemas.openxmlformats.org/officeDocument/2006/relationships/customXml" Target="../ink/ink176.xml"/><Relationship Id="rId215" Type="http://schemas.openxmlformats.org/officeDocument/2006/relationships/image" Target="../media/image221.png"/><Relationship Id="rId236" Type="http://schemas.openxmlformats.org/officeDocument/2006/relationships/customXml" Target="../ink/ink204.xml"/><Relationship Id="rId257" Type="http://schemas.openxmlformats.org/officeDocument/2006/relationships/image" Target="../media/image242.png"/><Relationship Id="rId42" Type="http://schemas.openxmlformats.org/officeDocument/2006/relationships/customXml" Target="../ink/ink107.xml"/><Relationship Id="rId84" Type="http://schemas.openxmlformats.org/officeDocument/2006/relationships/customXml" Target="../ink/ink128.xml"/><Relationship Id="rId138" Type="http://schemas.openxmlformats.org/officeDocument/2006/relationships/customXml" Target="../ink/ink155.xml"/><Relationship Id="rId191" Type="http://schemas.openxmlformats.org/officeDocument/2006/relationships/image" Target="../media/image209.png"/><Relationship Id="rId205" Type="http://schemas.openxmlformats.org/officeDocument/2006/relationships/image" Target="../media/image216.png"/><Relationship Id="rId247" Type="http://schemas.openxmlformats.org/officeDocument/2006/relationships/image" Target="../media/image237.png"/></Relationships>
</file>

<file path=ppt/slides/_rels/slide2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05.png"/><Relationship Id="rId21" Type="http://schemas.openxmlformats.org/officeDocument/2006/relationships/image" Target="../media/image257.png"/><Relationship Id="rId42" Type="http://schemas.openxmlformats.org/officeDocument/2006/relationships/customXml" Target="../ink/ink240.xml"/><Relationship Id="rId47" Type="http://schemas.openxmlformats.org/officeDocument/2006/relationships/image" Target="../media/image270.png"/><Relationship Id="rId63" Type="http://schemas.openxmlformats.org/officeDocument/2006/relationships/image" Target="../media/image278.png"/><Relationship Id="rId68" Type="http://schemas.openxmlformats.org/officeDocument/2006/relationships/customXml" Target="../ink/ink253.xml"/><Relationship Id="rId84" Type="http://schemas.openxmlformats.org/officeDocument/2006/relationships/customXml" Target="../ink/ink261.xml"/><Relationship Id="rId89" Type="http://schemas.openxmlformats.org/officeDocument/2006/relationships/image" Target="../media/image291.png"/><Relationship Id="rId112" Type="http://schemas.openxmlformats.org/officeDocument/2006/relationships/customXml" Target="../ink/ink275.xml"/><Relationship Id="rId16" Type="http://schemas.openxmlformats.org/officeDocument/2006/relationships/customXml" Target="../ink/ink227.xml"/><Relationship Id="rId107" Type="http://schemas.openxmlformats.org/officeDocument/2006/relationships/image" Target="../media/image300.png"/><Relationship Id="rId11" Type="http://schemas.openxmlformats.org/officeDocument/2006/relationships/image" Target="../media/image252.png"/><Relationship Id="rId32" Type="http://schemas.openxmlformats.org/officeDocument/2006/relationships/customXml" Target="../ink/ink235.xml"/><Relationship Id="rId37" Type="http://schemas.openxmlformats.org/officeDocument/2006/relationships/image" Target="../media/image265.png"/><Relationship Id="rId53" Type="http://schemas.openxmlformats.org/officeDocument/2006/relationships/image" Target="../media/image273.png"/><Relationship Id="rId58" Type="http://schemas.openxmlformats.org/officeDocument/2006/relationships/customXml" Target="../ink/ink248.xml"/><Relationship Id="rId74" Type="http://schemas.openxmlformats.org/officeDocument/2006/relationships/customXml" Target="../ink/ink256.xml"/><Relationship Id="rId79" Type="http://schemas.openxmlformats.org/officeDocument/2006/relationships/image" Target="../media/image286.png"/><Relationship Id="rId102" Type="http://schemas.openxmlformats.org/officeDocument/2006/relationships/customXml" Target="../ink/ink270.xml"/><Relationship Id="rId123" Type="http://schemas.openxmlformats.org/officeDocument/2006/relationships/image" Target="../media/image308.png"/><Relationship Id="rId128" Type="http://schemas.openxmlformats.org/officeDocument/2006/relationships/customXml" Target="../ink/ink283.xml"/><Relationship Id="rId5" Type="http://schemas.openxmlformats.org/officeDocument/2006/relationships/image" Target="../media/image249.png"/><Relationship Id="rId90" Type="http://schemas.openxmlformats.org/officeDocument/2006/relationships/customXml" Target="../ink/ink264.xml"/><Relationship Id="rId95" Type="http://schemas.openxmlformats.org/officeDocument/2006/relationships/image" Target="../media/image294.png"/><Relationship Id="rId22" Type="http://schemas.openxmlformats.org/officeDocument/2006/relationships/customXml" Target="../ink/ink230.xml"/><Relationship Id="rId27" Type="http://schemas.openxmlformats.org/officeDocument/2006/relationships/image" Target="../media/image260.png"/><Relationship Id="rId43" Type="http://schemas.openxmlformats.org/officeDocument/2006/relationships/image" Target="../media/image268.png"/><Relationship Id="rId48" Type="http://schemas.openxmlformats.org/officeDocument/2006/relationships/customXml" Target="../ink/ink243.xml"/><Relationship Id="rId64" Type="http://schemas.openxmlformats.org/officeDocument/2006/relationships/customXml" Target="../ink/ink251.xml"/><Relationship Id="rId69" Type="http://schemas.openxmlformats.org/officeDocument/2006/relationships/image" Target="../media/image281.png"/><Relationship Id="rId113" Type="http://schemas.openxmlformats.org/officeDocument/2006/relationships/image" Target="../media/image303.png"/><Relationship Id="rId118" Type="http://schemas.openxmlformats.org/officeDocument/2006/relationships/customXml" Target="../ink/ink278.xml"/><Relationship Id="rId80" Type="http://schemas.openxmlformats.org/officeDocument/2006/relationships/customXml" Target="../ink/ink259.xml"/><Relationship Id="rId85" Type="http://schemas.openxmlformats.org/officeDocument/2006/relationships/image" Target="../media/image289.png"/><Relationship Id="rId12" Type="http://schemas.openxmlformats.org/officeDocument/2006/relationships/customXml" Target="../ink/ink225.xml"/><Relationship Id="rId17" Type="http://schemas.openxmlformats.org/officeDocument/2006/relationships/image" Target="../media/image255.png"/><Relationship Id="rId33" Type="http://schemas.openxmlformats.org/officeDocument/2006/relationships/image" Target="../media/image263.png"/><Relationship Id="rId38" Type="http://schemas.openxmlformats.org/officeDocument/2006/relationships/customXml" Target="../ink/ink238.xml"/><Relationship Id="rId59" Type="http://schemas.openxmlformats.org/officeDocument/2006/relationships/image" Target="../media/image276.png"/><Relationship Id="rId103" Type="http://schemas.openxmlformats.org/officeDocument/2006/relationships/image" Target="../media/image298.png"/><Relationship Id="rId108" Type="http://schemas.openxmlformats.org/officeDocument/2006/relationships/customXml" Target="../ink/ink273.xml"/><Relationship Id="rId124" Type="http://schemas.openxmlformats.org/officeDocument/2006/relationships/customXml" Target="../ink/ink281.xml"/><Relationship Id="rId129" Type="http://schemas.openxmlformats.org/officeDocument/2006/relationships/image" Target="../media/image311.png"/><Relationship Id="rId54" Type="http://schemas.openxmlformats.org/officeDocument/2006/relationships/customXml" Target="../ink/ink246.xml"/><Relationship Id="rId70" Type="http://schemas.openxmlformats.org/officeDocument/2006/relationships/customXml" Target="../ink/ink254.xml"/><Relationship Id="rId75" Type="http://schemas.openxmlformats.org/officeDocument/2006/relationships/image" Target="../media/image284.png"/><Relationship Id="rId91" Type="http://schemas.openxmlformats.org/officeDocument/2006/relationships/image" Target="../media/image292.png"/><Relationship Id="rId96" Type="http://schemas.openxmlformats.org/officeDocument/2006/relationships/customXml" Target="../ink/ink267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22.xml"/><Relationship Id="rId23" Type="http://schemas.openxmlformats.org/officeDocument/2006/relationships/image" Target="../media/image258.png"/><Relationship Id="rId28" Type="http://schemas.openxmlformats.org/officeDocument/2006/relationships/customXml" Target="../ink/ink233.xml"/><Relationship Id="rId49" Type="http://schemas.openxmlformats.org/officeDocument/2006/relationships/image" Target="../media/image271.png"/><Relationship Id="rId114" Type="http://schemas.openxmlformats.org/officeDocument/2006/relationships/customXml" Target="../ink/ink276.xml"/><Relationship Id="rId119" Type="http://schemas.openxmlformats.org/officeDocument/2006/relationships/image" Target="../media/image306.png"/><Relationship Id="rId44" Type="http://schemas.openxmlformats.org/officeDocument/2006/relationships/customXml" Target="../ink/ink241.xml"/><Relationship Id="rId60" Type="http://schemas.openxmlformats.org/officeDocument/2006/relationships/customXml" Target="../ink/ink249.xml"/><Relationship Id="rId65" Type="http://schemas.openxmlformats.org/officeDocument/2006/relationships/image" Target="../media/image279.png"/><Relationship Id="rId81" Type="http://schemas.openxmlformats.org/officeDocument/2006/relationships/image" Target="../media/image287.png"/><Relationship Id="rId86" Type="http://schemas.openxmlformats.org/officeDocument/2006/relationships/customXml" Target="../ink/ink262.xml"/><Relationship Id="rId13" Type="http://schemas.openxmlformats.org/officeDocument/2006/relationships/image" Target="../media/image253.png"/><Relationship Id="rId18" Type="http://schemas.openxmlformats.org/officeDocument/2006/relationships/customXml" Target="../ink/ink228.xml"/><Relationship Id="rId39" Type="http://schemas.openxmlformats.org/officeDocument/2006/relationships/image" Target="../media/image266.png"/><Relationship Id="rId109" Type="http://schemas.openxmlformats.org/officeDocument/2006/relationships/image" Target="../media/image301.png"/><Relationship Id="rId34" Type="http://schemas.openxmlformats.org/officeDocument/2006/relationships/customXml" Target="../ink/ink236.xml"/><Relationship Id="rId50" Type="http://schemas.openxmlformats.org/officeDocument/2006/relationships/customXml" Target="../ink/ink244.xml"/><Relationship Id="rId55" Type="http://schemas.openxmlformats.org/officeDocument/2006/relationships/image" Target="../media/image274.png"/><Relationship Id="rId76" Type="http://schemas.openxmlformats.org/officeDocument/2006/relationships/customXml" Target="../ink/ink257.xml"/><Relationship Id="rId97" Type="http://schemas.openxmlformats.org/officeDocument/2006/relationships/image" Target="../media/image295.png"/><Relationship Id="rId104" Type="http://schemas.openxmlformats.org/officeDocument/2006/relationships/customXml" Target="../ink/ink271.xml"/><Relationship Id="rId120" Type="http://schemas.openxmlformats.org/officeDocument/2006/relationships/customXml" Target="../ink/ink279.xml"/><Relationship Id="rId125" Type="http://schemas.openxmlformats.org/officeDocument/2006/relationships/image" Target="../media/image309.png"/><Relationship Id="rId7" Type="http://schemas.openxmlformats.org/officeDocument/2006/relationships/image" Target="../media/image250.png"/><Relationship Id="rId71" Type="http://schemas.openxmlformats.org/officeDocument/2006/relationships/image" Target="../media/image282.png"/><Relationship Id="rId92" Type="http://schemas.openxmlformats.org/officeDocument/2006/relationships/customXml" Target="../ink/ink265.xml"/><Relationship Id="rId2" Type="http://schemas.openxmlformats.org/officeDocument/2006/relationships/customXml" Target="../ink/ink220.xml"/><Relationship Id="rId29" Type="http://schemas.openxmlformats.org/officeDocument/2006/relationships/image" Target="../media/image261.png"/><Relationship Id="rId24" Type="http://schemas.openxmlformats.org/officeDocument/2006/relationships/customXml" Target="../ink/ink231.xml"/><Relationship Id="rId40" Type="http://schemas.openxmlformats.org/officeDocument/2006/relationships/customXml" Target="../ink/ink239.xml"/><Relationship Id="rId45" Type="http://schemas.openxmlformats.org/officeDocument/2006/relationships/image" Target="../media/image269.png"/><Relationship Id="rId66" Type="http://schemas.openxmlformats.org/officeDocument/2006/relationships/customXml" Target="../ink/ink252.xml"/><Relationship Id="rId87" Type="http://schemas.openxmlformats.org/officeDocument/2006/relationships/image" Target="../media/image290.png"/><Relationship Id="rId110" Type="http://schemas.openxmlformats.org/officeDocument/2006/relationships/customXml" Target="../ink/ink274.xml"/><Relationship Id="rId115" Type="http://schemas.openxmlformats.org/officeDocument/2006/relationships/image" Target="../media/image304.png"/><Relationship Id="rId61" Type="http://schemas.openxmlformats.org/officeDocument/2006/relationships/image" Target="../media/image277.png"/><Relationship Id="rId82" Type="http://schemas.openxmlformats.org/officeDocument/2006/relationships/customXml" Target="../ink/ink260.xml"/><Relationship Id="rId19" Type="http://schemas.openxmlformats.org/officeDocument/2006/relationships/image" Target="../media/image256.png"/><Relationship Id="rId14" Type="http://schemas.openxmlformats.org/officeDocument/2006/relationships/customXml" Target="../ink/ink226.xml"/><Relationship Id="rId30" Type="http://schemas.openxmlformats.org/officeDocument/2006/relationships/customXml" Target="../ink/ink234.xml"/><Relationship Id="rId35" Type="http://schemas.openxmlformats.org/officeDocument/2006/relationships/image" Target="../media/image264.png"/><Relationship Id="rId56" Type="http://schemas.openxmlformats.org/officeDocument/2006/relationships/customXml" Target="../ink/ink247.xml"/><Relationship Id="rId77" Type="http://schemas.openxmlformats.org/officeDocument/2006/relationships/image" Target="../media/image285.png"/><Relationship Id="rId100" Type="http://schemas.openxmlformats.org/officeDocument/2006/relationships/customXml" Target="../ink/ink269.xml"/><Relationship Id="rId105" Type="http://schemas.openxmlformats.org/officeDocument/2006/relationships/image" Target="../media/image299.png"/><Relationship Id="rId126" Type="http://schemas.openxmlformats.org/officeDocument/2006/relationships/customXml" Target="../ink/ink282.xml"/><Relationship Id="rId8" Type="http://schemas.openxmlformats.org/officeDocument/2006/relationships/customXml" Target="../ink/ink223.xml"/><Relationship Id="rId51" Type="http://schemas.openxmlformats.org/officeDocument/2006/relationships/image" Target="../media/image272.png"/><Relationship Id="rId72" Type="http://schemas.openxmlformats.org/officeDocument/2006/relationships/customXml" Target="../ink/ink255.xml"/><Relationship Id="rId93" Type="http://schemas.openxmlformats.org/officeDocument/2006/relationships/image" Target="../media/image293.png"/><Relationship Id="rId98" Type="http://schemas.openxmlformats.org/officeDocument/2006/relationships/customXml" Target="../ink/ink268.xml"/><Relationship Id="rId121" Type="http://schemas.openxmlformats.org/officeDocument/2006/relationships/image" Target="../media/image307.png"/><Relationship Id="rId3" Type="http://schemas.openxmlformats.org/officeDocument/2006/relationships/image" Target="../media/image248.png"/><Relationship Id="rId25" Type="http://schemas.openxmlformats.org/officeDocument/2006/relationships/image" Target="../media/image259.png"/><Relationship Id="rId46" Type="http://schemas.openxmlformats.org/officeDocument/2006/relationships/customXml" Target="../ink/ink242.xml"/><Relationship Id="rId67" Type="http://schemas.openxmlformats.org/officeDocument/2006/relationships/image" Target="../media/image280.png"/><Relationship Id="rId116" Type="http://schemas.openxmlformats.org/officeDocument/2006/relationships/customXml" Target="../ink/ink277.xml"/><Relationship Id="rId20" Type="http://schemas.openxmlformats.org/officeDocument/2006/relationships/customXml" Target="../ink/ink229.xml"/><Relationship Id="rId41" Type="http://schemas.openxmlformats.org/officeDocument/2006/relationships/image" Target="../media/image267.png"/><Relationship Id="rId62" Type="http://schemas.openxmlformats.org/officeDocument/2006/relationships/customXml" Target="../ink/ink250.xml"/><Relationship Id="rId83" Type="http://schemas.openxmlformats.org/officeDocument/2006/relationships/image" Target="../media/image288.png"/><Relationship Id="rId88" Type="http://schemas.openxmlformats.org/officeDocument/2006/relationships/customXml" Target="../ink/ink263.xml"/><Relationship Id="rId111" Type="http://schemas.openxmlformats.org/officeDocument/2006/relationships/image" Target="../media/image302.png"/><Relationship Id="rId15" Type="http://schemas.openxmlformats.org/officeDocument/2006/relationships/image" Target="../media/image254.png"/><Relationship Id="rId36" Type="http://schemas.openxmlformats.org/officeDocument/2006/relationships/customXml" Target="../ink/ink237.xml"/><Relationship Id="rId57" Type="http://schemas.openxmlformats.org/officeDocument/2006/relationships/image" Target="../media/image275.png"/><Relationship Id="rId106" Type="http://schemas.openxmlformats.org/officeDocument/2006/relationships/customXml" Target="../ink/ink272.xml"/><Relationship Id="rId127" Type="http://schemas.openxmlformats.org/officeDocument/2006/relationships/image" Target="../media/image310.png"/><Relationship Id="rId10" Type="http://schemas.openxmlformats.org/officeDocument/2006/relationships/customXml" Target="../ink/ink224.xml"/><Relationship Id="rId31" Type="http://schemas.openxmlformats.org/officeDocument/2006/relationships/image" Target="../media/image262.png"/><Relationship Id="rId52" Type="http://schemas.openxmlformats.org/officeDocument/2006/relationships/customXml" Target="../ink/ink245.xml"/><Relationship Id="rId73" Type="http://schemas.openxmlformats.org/officeDocument/2006/relationships/image" Target="../media/image283.png"/><Relationship Id="rId78" Type="http://schemas.openxmlformats.org/officeDocument/2006/relationships/customXml" Target="../ink/ink258.xml"/><Relationship Id="rId94" Type="http://schemas.openxmlformats.org/officeDocument/2006/relationships/customXml" Target="../ink/ink266.xml"/><Relationship Id="rId99" Type="http://schemas.openxmlformats.org/officeDocument/2006/relationships/image" Target="../media/image296.png"/><Relationship Id="rId101" Type="http://schemas.openxmlformats.org/officeDocument/2006/relationships/image" Target="../media/image297.png"/><Relationship Id="rId122" Type="http://schemas.openxmlformats.org/officeDocument/2006/relationships/customXml" Target="../ink/ink280.xml"/><Relationship Id="rId4" Type="http://schemas.openxmlformats.org/officeDocument/2006/relationships/customXml" Target="../ink/ink221.xml"/><Relationship Id="rId9" Type="http://schemas.openxmlformats.org/officeDocument/2006/relationships/image" Target="../media/image251.png"/><Relationship Id="rId26" Type="http://schemas.openxmlformats.org/officeDocument/2006/relationships/customXml" Target="../ink/ink23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customXml" Target="../ink/ink287.xml"/><Relationship Id="rId13" Type="http://schemas.openxmlformats.org/officeDocument/2006/relationships/image" Target="../media/image317.png"/><Relationship Id="rId18" Type="http://schemas.openxmlformats.org/officeDocument/2006/relationships/customXml" Target="../ink/ink292.xml"/><Relationship Id="rId26" Type="http://schemas.openxmlformats.org/officeDocument/2006/relationships/customXml" Target="../ink/ink296.xml"/><Relationship Id="rId3" Type="http://schemas.openxmlformats.org/officeDocument/2006/relationships/image" Target="../media/image312.png"/><Relationship Id="rId21" Type="http://schemas.openxmlformats.org/officeDocument/2006/relationships/image" Target="../media/image321.png"/><Relationship Id="rId7" Type="http://schemas.openxmlformats.org/officeDocument/2006/relationships/image" Target="../media/image314.png"/><Relationship Id="rId12" Type="http://schemas.openxmlformats.org/officeDocument/2006/relationships/customXml" Target="../ink/ink289.xml"/><Relationship Id="rId17" Type="http://schemas.openxmlformats.org/officeDocument/2006/relationships/image" Target="../media/image319.png"/><Relationship Id="rId25" Type="http://schemas.openxmlformats.org/officeDocument/2006/relationships/image" Target="../media/image323.png"/><Relationship Id="rId2" Type="http://schemas.openxmlformats.org/officeDocument/2006/relationships/customXml" Target="../ink/ink284.xml"/><Relationship Id="rId16" Type="http://schemas.openxmlformats.org/officeDocument/2006/relationships/customXml" Target="../ink/ink291.xml"/><Relationship Id="rId20" Type="http://schemas.openxmlformats.org/officeDocument/2006/relationships/customXml" Target="../ink/ink293.xml"/><Relationship Id="rId29" Type="http://schemas.openxmlformats.org/officeDocument/2006/relationships/image" Target="../media/image325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86.xml"/><Relationship Id="rId11" Type="http://schemas.openxmlformats.org/officeDocument/2006/relationships/image" Target="../media/image316.png"/><Relationship Id="rId24" Type="http://schemas.openxmlformats.org/officeDocument/2006/relationships/customXml" Target="../ink/ink295.xml"/><Relationship Id="rId5" Type="http://schemas.openxmlformats.org/officeDocument/2006/relationships/image" Target="../media/image313.png"/><Relationship Id="rId15" Type="http://schemas.openxmlformats.org/officeDocument/2006/relationships/image" Target="../media/image318.png"/><Relationship Id="rId23" Type="http://schemas.openxmlformats.org/officeDocument/2006/relationships/image" Target="../media/image322.png"/><Relationship Id="rId28" Type="http://schemas.openxmlformats.org/officeDocument/2006/relationships/customXml" Target="../ink/ink297.xml"/><Relationship Id="rId10" Type="http://schemas.openxmlformats.org/officeDocument/2006/relationships/customXml" Target="../ink/ink288.xml"/><Relationship Id="rId19" Type="http://schemas.openxmlformats.org/officeDocument/2006/relationships/image" Target="../media/image320.png"/><Relationship Id="rId4" Type="http://schemas.openxmlformats.org/officeDocument/2006/relationships/customXml" Target="../ink/ink285.xml"/><Relationship Id="rId9" Type="http://schemas.openxmlformats.org/officeDocument/2006/relationships/image" Target="../media/image315.png"/><Relationship Id="rId14" Type="http://schemas.openxmlformats.org/officeDocument/2006/relationships/customXml" Target="../ink/ink290.xml"/><Relationship Id="rId22" Type="http://schemas.openxmlformats.org/officeDocument/2006/relationships/customXml" Target="../ink/ink294.xml"/><Relationship Id="rId27" Type="http://schemas.openxmlformats.org/officeDocument/2006/relationships/image" Target="../media/image32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6.png"/><Relationship Id="rId2" Type="http://schemas.openxmlformats.org/officeDocument/2006/relationships/customXml" Target="../ink/ink298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0.png"/><Relationship Id="rId13" Type="http://schemas.openxmlformats.org/officeDocument/2006/relationships/customXml" Target="../ink/ink304.xml"/><Relationship Id="rId18" Type="http://schemas.openxmlformats.org/officeDocument/2006/relationships/image" Target="../media/image335.png"/><Relationship Id="rId26" Type="http://schemas.openxmlformats.org/officeDocument/2006/relationships/image" Target="../media/image339.png"/><Relationship Id="rId3" Type="http://schemas.openxmlformats.org/officeDocument/2006/relationships/customXml" Target="../ink/ink299.xml"/><Relationship Id="rId21" Type="http://schemas.openxmlformats.org/officeDocument/2006/relationships/customXml" Target="../ink/ink308.xml"/><Relationship Id="rId7" Type="http://schemas.openxmlformats.org/officeDocument/2006/relationships/customXml" Target="../ink/ink301.xml"/><Relationship Id="rId12" Type="http://schemas.openxmlformats.org/officeDocument/2006/relationships/image" Target="../media/image332.png"/><Relationship Id="rId17" Type="http://schemas.openxmlformats.org/officeDocument/2006/relationships/customXml" Target="../ink/ink306.xml"/><Relationship Id="rId25" Type="http://schemas.openxmlformats.org/officeDocument/2006/relationships/customXml" Target="../ink/ink310.xml"/><Relationship Id="rId2" Type="http://schemas.openxmlformats.org/officeDocument/2006/relationships/image" Target="../media/image14.png"/><Relationship Id="rId16" Type="http://schemas.openxmlformats.org/officeDocument/2006/relationships/image" Target="../media/image334.png"/><Relationship Id="rId20" Type="http://schemas.openxmlformats.org/officeDocument/2006/relationships/image" Target="../media/image3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9.png"/><Relationship Id="rId11" Type="http://schemas.openxmlformats.org/officeDocument/2006/relationships/customXml" Target="../ink/ink303.xml"/><Relationship Id="rId24" Type="http://schemas.openxmlformats.org/officeDocument/2006/relationships/image" Target="../media/image338.png"/><Relationship Id="rId5" Type="http://schemas.openxmlformats.org/officeDocument/2006/relationships/customXml" Target="../ink/ink300.xml"/><Relationship Id="rId15" Type="http://schemas.openxmlformats.org/officeDocument/2006/relationships/customXml" Target="../ink/ink305.xml"/><Relationship Id="rId23" Type="http://schemas.openxmlformats.org/officeDocument/2006/relationships/customXml" Target="../ink/ink309.xml"/><Relationship Id="rId10" Type="http://schemas.openxmlformats.org/officeDocument/2006/relationships/image" Target="../media/image331.png"/><Relationship Id="rId19" Type="http://schemas.openxmlformats.org/officeDocument/2006/relationships/customXml" Target="../ink/ink307.xml"/><Relationship Id="rId4" Type="http://schemas.openxmlformats.org/officeDocument/2006/relationships/image" Target="../media/image328.png"/><Relationship Id="rId9" Type="http://schemas.openxmlformats.org/officeDocument/2006/relationships/customXml" Target="../ink/ink302.xml"/><Relationship Id="rId14" Type="http://schemas.openxmlformats.org/officeDocument/2006/relationships/image" Target="../media/image333.png"/><Relationship Id="rId22" Type="http://schemas.openxmlformats.org/officeDocument/2006/relationships/image" Target="../media/image337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7.png"/><Relationship Id="rId3" Type="http://schemas.openxmlformats.org/officeDocument/2006/relationships/customXml" Target="../ink/ink311.xml"/><Relationship Id="rId7" Type="http://schemas.openxmlformats.org/officeDocument/2006/relationships/customXml" Target="../ink/ink313.xml"/><Relationship Id="rId12" Type="http://schemas.openxmlformats.org/officeDocument/2006/relationships/image" Target="../media/image349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6.png"/><Relationship Id="rId11" Type="http://schemas.openxmlformats.org/officeDocument/2006/relationships/customXml" Target="../ink/ink315.xml"/><Relationship Id="rId5" Type="http://schemas.openxmlformats.org/officeDocument/2006/relationships/customXml" Target="../ink/ink312.xml"/><Relationship Id="rId10" Type="http://schemas.openxmlformats.org/officeDocument/2006/relationships/image" Target="../media/image348.png"/><Relationship Id="rId4" Type="http://schemas.openxmlformats.org/officeDocument/2006/relationships/image" Target="../media/image345.png"/><Relationship Id="rId9" Type="http://schemas.openxmlformats.org/officeDocument/2006/relationships/customXml" Target="../ink/ink31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customXml" Target="../ink/ink316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2.png"/><Relationship Id="rId5" Type="http://schemas.openxmlformats.org/officeDocument/2006/relationships/customXml" Target="../ink/ink317.xml"/><Relationship Id="rId4" Type="http://schemas.openxmlformats.org/officeDocument/2006/relationships/image" Target="../media/image351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412.png"/><Relationship Id="rId21" Type="http://schemas.openxmlformats.org/officeDocument/2006/relationships/image" Target="../media/image364.png"/><Relationship Id="rId42" Type="http://schemas.openxmlformats.org/officeDocument/2006/relationships/customXml" Target="../ink/ink338.xml"/><Relationship Id="rId47" Type="http://schemas.openxmlformats.org/officeDocument/2006/relationships/image" Target="../media/image377.png"/><Relationship Id="rId63" Type="http://schemas.openxmlformats.org/officeDocument/2006/relationships/image" Target="../media/image385.png"/><Relationship Id="rId68" Type="http://schemas.openxmlformats.org/officeDocument/2006/relationships/customXml" Target="../ink/ink351.xml"/><Relationship Id="rId84" Type="http://schemas.openxmlformats.org/officeDocument/2006/relationships/customXml" Target="../ink/ink359.xml"/><Relationship Id="rId89" Type="http://schemas.openxmlformats.org/officeDocument/2006/relationships/image" Target="../media/image398.png"/><Relationship Id="rId112" Type="http://schemas.openxmlformats.org/officeDocument/2006/relationships/customXml" Target="../ink/ink373.xml"/><Relationship Id="rId16" Type="http://schemas.openxmlformats.org/officeDocument/2006/relationships/customXml" Target="../ink/ink325.xml"/><Relationship Id="rId107" Type="http://schemas.openxmlformats.org/officeDocument/2006/relationships/image" Target="../media/image407.png"/><Relationship Id="rId11" Type="http://schemas.openxmlformats.org/officeDocument/2006/relationships/image" Target="../media/image359.png"/><Relationship Id="rId32" Type="http://schemas.openxmlformats.org/officeDocument/2006/relationships/customXml" Target="../ink/ink333.xml"/><Relationship Id="rId37" Type="http://schemas.openxmlformats.org/officeDocument/2006/relationships/image" Target="../media/image372.png"/><Relationship Id="rId53" Type="http://schemas.openxmlformats.org/officeDocument/2006/relationships/image" Target="../media/image380.png"/><Relationship Id="rId58" Type="http://schemas.openxmlformats.org/officeDocument/2006/relationships/customXml" Target="../ink/ink346.xml"/><Relationship Id="rId74" Type="http://schemas.openxmlformats.org/officeDocument/2006/relationships/customXml" Target="../ink/ink354.xml"/><Relationship Id="rId79" Type="http://schemas.openxmlformats.org/officeDocument/2006/relationships/image" Target="../media/image393.png"/><Relationship Id="rId102" Type="http://schemas.openxmlformats.org/officeDocument/2006/relationships/customXml" Target="../ink/ink368.xml"/><Relationship Id="rId123" Type="http://schemas.openxmlformats.org/officeDocument/2006/relationships/customXml" Target="../ink/ink379.xml"/><Relationship Id="rId128" Type="http://schemas.openxmlformats.org/officeDocument/2006/relationships/image" Target="../media/image417.png"/><Relationship Id="rId5" Type="http://schemas.openxmlformats.org/officeDocument/2006/relationships/image" Target="../media/image356.png"/><Relationship Id="rId90" Type="http://schemas.openxmlformats.org/officeDocument/2006/relationships/customXml" Target="../ink/ink362.xml"/><Relationship Id="rId95" Type="http://schemas.openxmlformats.org/officeDocument/2006/relationships/image" Target="../media/image401.png"/><Relationship Id="rId22" Type="http://schemas.openxmlformats.org/officeDocument/2006/relationships/customXml" Target="../ink/ink328.xml"/><Relationship Id="rId27" Type="http://schemas.openxmlformats.org/officeDocument/2006/relationships/image" Target="../media/image367.png"/><Relationship Id="rId43" Type="http://schemas.openxmlformats.org/officeDocument/2006/relationships/image" Target="../media/image375.png"/><Relationship Id="rId48" Type="http://schemas.openxmlformats.org/officeDocument/2006/relationships/customXml" Target="../ink/ink341.xml"/><Relationship Id="rId64" Type="http://schemas.openxmlformats.org/officeDocument/2006/relationships/customXml" Target="../ink/ink349.xml"/><Relationship Id="rId69" Type="http://schemas.openxmlformats.org/officeDocument/2006/relationships/image" Target="../media/image388.png"/><Relationship Id="rId113" Type="http://schemas.openxmlformats.org/officeDocument/2006/relationships/image" Target="../media/image410.png"/><Relationship Id="rId118" Type="http://schemas.openxmlformats.org/officeDocument/2006/relationships/customXml" Target="../ink/ink376.xml"/><Relationship Id="rId80" Type="http://schemas.openxmlformats.org/officeDocument/2006/relationships/customXml" Target="../ink/ink357.xml"/><Relationship Id="rId85" Type="http://schemas.openxmlformats.org/officeDocument/2006/relationships/image" Target="../media/image396.png"/><Relationship Id="rId12" Type="http://schemas.openxmlformats.org/officeDocument/2006/relationships/customXml" Target="../ink/ink323.xml"/><Relationship Id="rId17" Type="http://schemas.openxmlformats.org/officeDocument/2006/relationships/image" Target="../media/image362.png"/><Relationship Id="rId33" Type="http://schemas.openxmlformats.org/officeDocument/2006/relationships/image" Target="../media/image370.png"/><Relationship Id="rId38" Type="http://schemas.openxmlformats.org/officeDocument/2006/relationships/customXml" Target="../ink/ink336.xml"/><Relationship Id="rId59" Type="http://schemas.openxmlformats.org/officeDocument/2006/relationships/image" Target="../media/image383.png"/><Relationship Id="rId103" Type="http://schemas.openxmlformats.org/officeDocument/2006/relationships/image" Target="../media/image405.png"/><Relationship Id="rId108" Type="http://schemas.openxmlformats.org/officeDocument/2006/relationships/customXml" Target="../ink/ink371.xml"/><Relationship Id="rId124" Type="http://schemas.openxmlformats.org/officeDocument/2006/relationships/image" Target="../media/image415.png"/><Relationship Id="rId129" Type="http://schemas.openxmlformats.org/officeDocument/2006/relationships/customXml" Target="../ink/ink382.xml"/><Relationship Id="rId54" Type="http://schemas.openxmlformats.org/officeDocument/2006/relationships/customXml" Target="../ink/ink344.xml"/><Relationship Id="rId70" Type="http://schemas.openxmlformats.org/officeDocument/2006/relationships/customXml" Target="../ink/ink352.xml"/><Relationship Id="rId75" Type="http://schemas.openxmlformats.org/officeDocument/2006/relationships/image" Target="../media/image391.png"/><Relationship Id="rId91" Type="http://schemas.openxmlformats.org/officeDocument/2006/relationships/image" Target="../media/image399.png"/><Relationship Id="rId96" Type="http://schemas.openxmlformats.org/officeDocument/2006/relationships/customXml" Target="../ink/ink365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20.xml"/><Relationship Id="rId23" Type="http://schemas.openxmlformats.org/officeDocument/2006/relationships/image" Target="../media/image365.png"/><Relationship Id="rId28" Type="http://schemas.openxmlformats.org/officeDocument/2006/relationships/customXml" Target="../ink/ink331.xml"/><Relationship Id="rId49" Type="http://schemas.openxmlformats.org/officeDocument/2006/relationships/image" Target="../media/image378.png"/><Relationship Id="rId114" Type="http://schemas.openxmlformats.org/officeDocument/2006/relationships/customXml" Target="../ink/ink374.xml"/><Relationship Id="rId119" Type="http://schemas.openxmlformats.org/officeDocument/2006/relationships/customXml" Target="../ink/ink377.xml"/><Relationship Id="rId44" Type="http://schemas.openxmlformats.org/officeDocument/2006/relationships/customXml" Target="../ink/ink339.xml"/><Relationship Id="rId60" Type="http://schemas.openxmlformats.org/officeDocument/2006/relationships/customXml" Target="../ink/ink347.xml"/><Relationship Id="rId65" Type="http://schemas.openxmlformats.org/officeDocument/2006/relationships/image" Target="../media/image386.png"/><Relationship Id="rId81" Type="http://schemas.openxmlformats.org/officeDocument/2006/relationships/image" Target="../media/image394.png"/><Relationship Id="rId86" Type="http://schemas.openxmlformats.org/officeDocument/2006/relationships/customXml" Target="../ink/ink360.xml"/><Relationship Id="rId130" Type="http://schemas.openxmlformats.org/officeDocument/2006/relationships/image" Target="../media/image418.png"/><Relationship Id="rId13" Type="http://schemas.openxmlformats.org/officeDocument/2006/relationships/image" Target="../media/image360.png"/><Relationship Id="rId18" Type="http://schemas.openxmlformats.org/officeDocument/2006/relationships/customXml" Target="../ink/ink326.xml"/><Relationship Id="rId39" Type="http://schemas.openxmlformats.org/officeDocument/2006/relationships/image" Target="../media/image373.png"/><Relationship Id="rId109" Type="http://schemas.openxmlformats.org/officeDocument/2006/relationships/image" Target="../media/image408.png"/><Relationship Id="rId34" Type="http://schemas.openxmlformats.org/officeDocument/2006/relationships/customXml" Target="../ink/ink334.xml"/><Relationship Id="rId50" Type="http://schemas.openxmlformats.org/officeDocument/2006/relationships/customXml" Target="../ink/ink342.xml"/><Relationship Id="rId55" Type="http://schemas.openxmlformats.org/officeDocument/2006/relationships/image" Target="../media/image381.png"/><Relationship Id="rId76" Type="http://schemas.openxmlformats.org/officeDocument/2006/relationships/customXml" Target="../ink/ink355.xml"/><Relationship Id="rId97" Type="http://schemas.openxmlformats.org/officeDocument/2006/relationships/image" Target="../media/image402.png"/><Relationship Id="rId104" Type="http://schemas.openxmlformats.org/officeDocument/2006/relationships/customXml" Target="../ink/ink369.xml"/><Relationship Id="rId120" Type="http://schemas.openxmlformats.org/officeDocument/2006/relationships/image" Target="../media/image413.png"/><Relationship Id="rId125" Type="http://schemas.openxmlformats.org/officeDocument/2006/relationships/customXml" Target="../ink/ink380.xml"/><Relationship Id="rId7" Type="http://schemas.openxmlformats.org/officeDocument/2006/relationships/image" Target="../media/image357.png"/><Relationship Id="rId71" Type="http://schemas.openxmlformats.org/officeDocument/2006/relationships/image" Target="../media/image389.png"/><Relationship Id="rId92" Type="http://schemas.openxmlformats.org/officeDocument/2006/relationships/customXml" Target="../ink/ink363.xml"/><Relationship Id="rId2" Type="http://schemas.openxmlformats.org/officeDocument/2006/relationships/customXml" Target="../ink/ink318.xml"/><Relationship Id="rId29" Type="http://schemas.openxmlformats.org/officeDocument/2006/relationships/image" Target="../media/image368.png"/><Relationship Id="rId24" Type="http://schemas.openxmlformats.org/officeDocument/2006/relationships/customXml" Target="../ink/ink329.xml"/><Relationship Id="rId40" Type="http://schemas.openxmlformats.org/officeDocument/2006/relationships/customXml" Target="../ink/ink337.xml"/><Relationship Id="rId45" Type="http://schemas.openxmlformats.org/officeDocument/2006/relationships/image" Target="../media/image376.png"/><Relationship Id="rId66" Type="http://schemas.openxmlformats.org/officeDocument/2006/relationships/customXml" Target="../ink/ink350.xml"/><Relationship Id="rId87" Type="http://schemas.openxmlformats.org/officeDocument/2006/relationships/image" Target="../media/image397.png"/><Relationship Id="rId110" Type="http://schemas.openxmlformats.org/officeDocument/2006/relationships/customXml" Target="../ink/ink372.xml"/><Relationship Id="rId115" Type="http://schemas.openxmlformats.org/officeDocument/2006/relationships/image" Target="../media/image411.png"/><Relationship Id="rId131" Type="http://schemas.openxmlformats.org/officeDocument/2006/relationships/customXml" Target="../ink/ink383.xml"/><Relationship Id="rId61" Type="http://schemas.openxmlformats.org/officeDocument/2006/relationships/image" Target="../media/image384.png"/><Relationship Id="rId82" Type="http://schemas.openxmlformats.org/officeDocument/2006/relationships/customXml" Target="../ink/ink358.xml"/><Relationship Id="rId19" Type="http://schemas.openxmlformats.org/officeDocument/2006/relationships/image" Target="../media/image363.png"/><Relationship Id="rId14" Type="http://schemas.openxmlformats.org/officeDocument/2006/relationships/customXml" Target="../ink/ink324.xml"/><Relationship Id="rId30" Type="http://schemas.openxmlformats.org/officeDocument/2006/relationships/customXml" Target="../ink/ink332.xml"/><Relationship Id="rId35" Type="http://schemas.openxmlformats.org/officeDocument/2006/relationships/image" Target="../media/image371.png"/><Relationship Id="rId56" Type="http://schemas.openxmlformats.org/officeDocument/2006/relationships/customXml" Target="../ink/ink345.xml"/><Relationship Id="rId77" Type="http://schemas.openxmlformats.org/officeDocument/2006/relationships/image" Target="../media/image392.png"/><Relationship Id="rId100" Type="http://schemas.openxmlformats.org/officeDocument/2006/relationships/customXml" Target="../ink/ink367.xml"/><Relationship Id="rId105" Type="http://schemas.openxmlformats.org/officeDocument/2006/relationships/image" Target="../media/image406.png"/><Relationship Id="rId126" Type="http://schemas.openxmlformats.org/officeDocument/2006/relationships/image" Target="../media/image416.png"/><Relationship Id="rId8" Type="http://schemas.openxmlformats.org/officeDocument/2006/relationships/customXml" Target="../ink/ink321.xml"/><Relationship Id="rId51" Type="http://schemas.openxmlformats.org/officeDocument/2006/relationships/image" Target="../media/image379.png"/><Relationship Id="rId72" Type="http://schemas.openxmlformats.org/officeDocument/2006/relationships/customXml" Target="../ink/ink353.xml"/><Relationship Id="rId93" Type="http://schemas.openxmlformats.org/officeDocument/2006/relationships/image" Target="../media/image400.png"/><Relationship Id="rId98" Type="http://schemas.openxmlformats.org/officeDocument/2006/relationships/customXml" Target="../ink/ink366.xml"/><Relationship Id="rId121" Type="http://schemas.openxmlformats.org/officeDocument/2006/relationships/customXml" Target="../ink/ink378.xml"/><Relationship Id="rId3" Type="http://schemas.openxmlformats.org/officeDocument/2006/relationships/image" Target="../media/image355.png"/><Relationship Id="rId25" Type="http://schemas.openxmlformats.org/officeDocument/2006/relationships/image" Target="../media/image366.png"/><Relationship Id="rId46" Type="http://schemas.openxmlformats.org/officeDocument/2006/relationships/customXml" Target="../ink/ink340.xml"/><Relationship Id="rId67" Type="http://schemas.openxmlformats.org/officeDocument/2006/relationships/image" Target="../media/image387.png"/><Relationship Id="rId116" Type="http://schemas.openxmlformats.org/officeDocument/2006/relationships/customXml" Target="../ink/ink375.xml"/><Relationship Id="rId20" Type="http://schemas.openxmlformats.org/officeDocument/2006/relationships/customXml" Target="../ink/ink327.xml"/><Relationship Id="rId41" Type="http://schemas.openxmlformats.org/officeDocument/2006/relationships/image" Target="../media/image374.png"/><Relationship Id="rId62" Type="http://schemas.openxmlformats.org/officeDocument/2006/relationships/customXml" Target="../ink/ink348.xml"/><Relationship Id="rId83" Type="http://schemas.openxmlformats.org/officeDocument/2006/relationships/image" Target="../media/image395.png"/><Relationship Id="rId88" Type="http://schemas.openxmlformats.org/officeDocument/2006/relationships/customXml" Target="../ink/ink361.xml"/><Relationship Id="rId111" Type="http://schemas.openxmlformats.org/officeDocument/2006/relationships/image" Target="../media/image409.png"/><Relationship Id="rId132" Type="http://schemas.openxmlformats.org/officeDocument/2006/relationships/image" Target="../media/image419.png"/><Relationship Id="rId15" Type="http://schemas.openxmlformats.org/officeDocument/2006/relationships/image" Target="../media/image361.png"/><Relationship Id="rId36" Type="http://schemas.openxmlformats.org/officeDocument/2006/relationships/customXml" Target="../ink/ink335.xml"/><Relationship Id="rId57" Type="http://schemas.openxmlformats.org/officeDocument/2006/relationships/image" Target="../media/image382.png"/><Relationship Id="rId106" Type="http://schemas.openxmlformats.org/officeDocument/2006/relationships/customXml" Target="../ink/ink370.xml"/><Relationship Id="rId127" Type="http://schemas.openxmlformats.org/officeDocument/2006/relationships/customXml" Target="../ink/ink381.xml"/><Relationship Id="rId10" Type="http://schemas.openxmlformats.org/officeDocument/2006/relationships/customXml" Target="../ink/ink322.xml"/><Relationship Id="rId31" Type="http://schemas.openxmlformats.org/officeDocument/2006/relationships/image" Target="../media/image369.png"/><Relationship Id="rId52" Type="http://schemas.openxmlformats.org/officeDocument/2006/relationships/customXml" Target="../ink/ink343.xml"/><Relationship Id="rId73" Type="http://schemas.openxmlformats.org/officeDocument/2006/relationships/image" Target="../media/image390.png"/><Relationship Id="rId78" Type="http://schemas.openxmlformats.org/officeDocument/2006/relationships/customXml" Target="../ink/ink356.xml"/><Relationship Id="rId94" Type="http://schemas.openxmlformats.org/officeDocument/2006/relationships/customXml" Target="../ink/ink364.xml"/><Relationship Id="rId99" Type="http://schemas.openxmlformats.org/officeDocument/2006/relationships/image" Target="../media/image403.png"/><Relationship Id="rId101" Type="http://schemas.openxmlformats.org/officeDocument/2006/relationships/image" Target="../media/image404.png"/><Relationship Id="rId122" Type="http://schemas.openxmlformats.org/officeDocument/2006/relationships/image" Target="../media/image414.png"/><Relationship Id="rId4" Type="http://schemas.openxmlformats.org/officeDocument/2006/relationships/customXml" Target="../ink/ink319.xml"/><Relationship Id="rId9" Type="http://schemas.openxmlformats.org/officeDocument/2006/relationships/image" Target="../media/image358.png"/><Relationship Id="rId26" Type="http://schemas.openxmlformats.org/officeDocument/2006/relationships/customXml" Target="../ink/ink330.xml"/></Relationships>
</file>

<file path=ppt/slides/_rels/slide3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25.png"/><Relationship Id="rId18" Type="http://schemas.openxmlformats.org/officeDocument/2006/relationships/customXml" Target="../ink/ink392.xml"/><Relationship Id="rId26" Type="http://schemas.openxmlformats.org/officeDocument/2006/relationships/customXml" Target="../ink/ink396.xml"/><Relationship Id="rId39" Type="http://schemas.openxmlformats.org/officeDocument/2006/relationships/image" Target="../media/image438.png"/><Relationship Id="rId21" Type="http://schemas.openxmlformats.org/officeDocument/2006/relationships/image" Target="../media/image429.png"/><Relationship Id="rId34" Type="http://schemas.openxmlformats.org/officeDocument/2006/relationships/customXml" Target="../ink/ink400.xml"/><Relationship Id="rId42" Type="http://schemas.openxmlformats.org/officeDocument/2006/relationships/customXml" Target="../ink/ink404.xml"/><Relationship Id="rId47" Type="http://schemas.openxmlformats.org/officeDocument/2006/relationships/image" Target="../media/image442.png"/><Relationship Id="rId50" Type="http://schemas.openxmlformats.org/officeDocument/2006/relationships/customXml" Target="../ink/ink408.xml"/><Relationship Id="rId7" Type="http://schemas.openxmlformats.org/officeDocument/2006/relationships/image" Target="../media/image422.png"/><Relationship Id="rId2" Type="http://schemas.openxmlformats.org/officeDocument/2006/relationships/customXml" Target="../ink/ink384.xml"/><Relationship Id="rId16" Type="http://schemas.openxmlformats.org/officeDocument/2006/relationships/customXml" Target="../ink/ink391.xml"/><Relationship Id="rId29" Type="http://schemas.openxmlformats.org/officeDocument/2006/relationships/image" Target="../media/image433.png"/><Relationship Id="rId11" Type="http://schemas.openxmlformats.org/officeDocument/2006/relationships/image" Target="../media/image424.png"/><Relationship Id="rId24" Type="http://schemas.openxmlformats.org/officeDocument/2006/relationships/customXml" Target="../ink/ink395.xml"/><Relationship Id="rId32" Type="http://schemas.openxmlformats.org/officeDocument/2006/relationships/customXml" Target="../ink/ink399.xml"/><Relationship Id="rId37" Type="http://schemas.openxmlformats.org/officeDocument/2006/relationships/image" Target="../media/image437.png"/><Relationship Id="rId40" Type="http://schemas.openxmlformats.org/officeDocument/2006/relationships/customXml" Target="../ink/ink403.xml"/><Relationship Id="rId45" Type="http://schemas.openxmlformats.org/officeDocument/2006/relationships/image" Target="../media/image441.png"/><Relationship Id="rId53" Type="http://schemas.openxmlformats.org/officeDocument/2006/relationships/image" Target="../media/image445.png"/><Relationship Id="rId5" Type="http://schemas.openxmlformats.org/officeDocument/2006/relationships/image" Target="../media/image421.png"/><Relationship Id="rId10" Type="http://schemas.openxmlformats.org/officeDocument/2006/relationships/customXml" Target="../ink/ink388.xml"/><Relationship Id="rId19" Type="http://schemas.openxmlformats.org/officeDocument/2006/relationships/image" Target="../media/image428.png"/><Relationship Id="rId31" Type="http://schemas.openxmlformats.org/officeDocument/2006/relationships/image" Target="../media/image434.png"/><Relationship Id="rId44" Type="http://schemas.openxmlformats.org/officeDocument/2006/relationships/customXml" Target="../ink/ink405.xml"/><Relationship Id="rId52" Type="http://schemas.openxmlformats.org/officeDocument/2006/relationships/customXml" Target="../ink/ink409.xml"/><Relationship Id="rId4" Type="http://schemas.openxmlformats.org/officeDocument/2006/relationships/customXml" Target="../ink/ink385.xml"/><Relationship Id="rId9" Type="http://schemas.openxmlformats.org/officeDocument/2006/relationships/image" Target="../media/image423.png"/><Relationship Id="rId14" Type="http://schemas.openxmlformats.org/officeDocument/2006/relationships/customXml" Target="../ink/ink390.xml"/><Relationship Id="rId22" Type="http://schemas.openxmlformats.org/officeDocument/2006/relationships/customXml" Target="../ink/ink394.xml"/><Relationship Id="rId27" Type="http://schemas.openxmlformats.org/officeDocument/2006/relationships/image" Target="../media/image432.png"/><Relationship Id="rId30" Type="http://schemas.openxmlformats.org/officeDocument/2006/relationships/customXml" Target="../ink/ink398.xml"/><Relationship Id="rId35" Type="http://schemas.openxmlformats.org/officeDocument/2006/relationships/image" Target="../media/image436.png"/><Relationship Id="rId43" Type="http://schemas.openxmlformats.org/officeDocument/2006/relationships/image" Target="../media/image440.png"/><Relationship Id="rId48" Type="http://schemas.openxmlformats.org/officeDocument/2006/relationships/customXml" Target="../ink/ink407.xml"/><Relationship Id="rId8" Type="http://schemas.openxmlformats.org/officeDocument/2006/relationships/customXml" Target="../ink/ink387.xml"/><Relationship Id="rId51" Type="http://schemas.openxmlformats.org/officeDocument/2006/relationships/image" Target="../media/image444.png"/><Relationship Id="rId3" Type="http://schemas.openxmlformats.org/officeDocument/2006/relationships/image" Target="../media/image420.png"/><Relationship Id="rId12" Type="http://schemas.openxmlformats.org/officeDocument/2006/relationships/customXml" Target="../ink/ink389.xml"/><Relationship Id="rId17" Type="http://schemas.openxmlformats.org/officeDocument/2006/relationships/image" Target="../media/image427.png"/><Relationship Id="rId25" Type="http://schemas.openxmlformats.org/officeDocument/2006/relationships/image" Target="../media/image431.png"/><Relationship Id="rId33" Type="http://schemas.openxmlformats.org/officeDocument/2006/relationships/image" Target="../media/image435.png"/><Relationship Id="rId38" Type="http://schemas.openxmlformats.org/officeDocument/2006/relationships/customXml" Target="../ink/ink402.xml"/><Relationship Id="rId46" Type="http://schemas.openxmlformats.org/officeDocument/2006/relationships/customXml" Target="../ink/ink406.xml"/><Relationship Id="rId20" Type="http://schemas.openxmlformats.org/officeDocument/2006/relationships/customXml" Target="../ink/ink393.xml"/><Relationship Id="rId41" Type="http://schemas.openxmlformats.org/officeDocument/2006/relationships/image" Target="../media/image439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86.xml"/><Relationship Id="rId15" Type="http://schemas.openxmlformats.org/officeDocument/2006/relationships/image" Target="../media/image426.png"/><Relationship Id="rId23" Type="http://schemas.openxmlformats.org/officeDocument/2006/relationships/image" Target="../media/image430.png"/><Relationship Id="rId28" Type="http://schemas.openxmlformats.org/officeDocument/2006/relationships/customXml" Target="../ink/ink397.xml"/><Relationship Id="rId36" Type="http://schemas.openxmlformats.org/officeDocument/2006/relationships/customXml" Target="../ink/ink401.xml"/><Relationship Id="rId49" Type="http://schemas.openxmlformats.org/officeDocument/2006/relationships/image" Target="../media/image443.png"/></Relationships>
</file>

<file path=ppt/slides/_rels/slide37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468.xml"/><Relationship Id="rId21" Type="http://schemas.openxmlformats.org/officeDocument/2006/relationships/image" Target="../media/image455.png"/><Relationship Id="rId42" Type="http://schemas.openxmlformats.org/officeDocument/2006/relationships/customXml" Target="../ink/ink430.xml"/><Relationship Id="rId63" Type="http://schemas.openxmlformats.org/officeDocument/2006/relationships/customXml" Target="../ink/ink441.xml"/><Relationship Id="rId84" Type="http://schemas.openxmlformats.org/officeDocument/2006/relationships/image" Target="../media/image486.png"/><Relationship Id="rId138" Type="http://schemas.openxmlformats.org/officeDocument/2006/relationships/image" Target="../media/image513.png"/><Relationship Id="rId159" Type="http://schemas.openxmlformats.org/officeDocument/2006/relationships/customXml" Target="../ink/ink489.xml"/><Relationship Id="rId107" Type="http://schemas.openxmlformats.org/officeDocument/2006/relationships/customXml" Target="../ink/ink463.xml"/><Relationship Id="rId11" Type="http://schemas.openxmlformats.org/officeDocument/2006/relationships/image" Target="../media/image450.png"/><Relationship Id="rId32" Type="http://schemas.openxmlformats.org/officeDocument/2006/relationships/customXml" Target="../ink/ink425.xml"/><Relationship Id="rId53" Type="http://schemas.openxmlformats.org/officeDocument/2006/relationships/image" Target="../media/image471.png"/><Relationship Id="rId74" Type="http://schemas.openxmlformats.org/officeDocument/2006/relationships/image" Target="../media/image481.png"/><Relationship Id="rId128" Type="http://schemas.openxmlformats.org/officeDocument/2006/relationships/image" Target="../media/image508.png"/><Relationship Id="rId149" Type="http://schemas.openxmlformats.org/officeDocument/2006/relationships/customXml" Target="../ink/ink484.xml"/><Relationship Id="rId5" Type="http://schemas.openxmlformats.org/officeDocument/2006/relationships/image" Target="../media/image447.png"/><Relationship Id="rId95" Type="http://schemas.openxmlformats.org/officeDocument/2006/relationships/customXml" Target="../ink/ink457.xml"/><Relationship Id="rId160" Type="http://schemas.openxmlformats.org/officeDocument/2006/relationships/image" Target="../media/image524.png"/><Relationship Id="rId22" Type="http://schemas.openxmlformats.org/officeDocument/2006/relationships/customXml" Target="../ink/ink420.xml"/><Relationship Id="rId43" Type="http://schemas.openxmlformats.org/officeDocument/2006/relationships/image" Target="../media/image466.png"/><Relationship Id="rId64" Type="http://schemas.openxmlformats.org/officeDocument/2006/relationships/image" Target="../media/image476.png"/><Relationship Id="rId118" Type="http://schemas.openxmlformats.org/officeDocument/2006/relationships/image" Target="../media/image503.png"/><Relationship Id="rId139" Type="http://schemas.openxmlformats.org/officeDocument/2006/relationships/customXml" Target="../ink/ink479.xml"/><Relationship Id="rId85" Type="http://schemas.openxmlformats.org/officeDocument/2006/relationships/customXml" Target="../ink/ink452.xml"/><Relationship Id="rId150" Type="http://schemas.openxmlformats.org/officeDocument/2006/relationships/image" Target="../media/image519.png"/><Relationship Id="rId12" Type="http://schemas.openxmlformats.org/officeDocument/2006/relationships/customXml" Target="../ink/ink415.xml"/><Relationship Id="rId17" Type="http://schemas.openxmlformats.org/officeDocument/2006/relationships/image" Target="../media/image453.png"/><Relationship Id="rId33" Type="http://schemas.openxmlformats.org/officeDocument/2006/relationships/image" Target="../media/image461.png"/><Relationship Id="rId38" Type="http://schemas.openxmlformats.org/officeDocument/2006/relationships/customXml" Target="../ink/ink428.xml"/><Relationship Id="rId59" Type="http://schemas.openxmlformats.org/officeDocument/2006/relationships/image" Target="../media/image474.png"/><Relationship Id="rId103" Type="http://schemas.openxmlformats.org/officeDocument/2006/relationships/customXml" Target="../ink/ink461.xml"/><Relationship Id="rId108" Type="http://schemas.openxmlformats.org/officeDocument/2006/relationships/image" Target="../media/image498.png"/><Relationship Id="rId124" Type="http://schemas.openxmlformats.org/officeDocument/2006/relationships/image" Target="../media/image506.png"/><Relationship Id="rId129" Type="http://schemas.openxmlformats.org/officeDocument/2006/relationships/customXml" Target="../ink/ink474.xml"/><Relationship Id="rId54" Type="http://schemas.openxmlformats.org/officeDocument/2006/relationships/customXml" Target="../ink/ink436.xml"/><Relationship Id="rId70" Type="http://schemas.openxmlformats.org/officeDocument/2006/relationships/image" Target="../media/image479.png"/><Relationship Id="rId75" Type="http://schemas.openxmlformats.org/officeDocument/2006/relationships/customXml" Target="../ink/ink447.xml"/><Relationship Id="rId91" Type="http://schemas.openxmlformats.org/officeDocument/2006/relationships/customXml" Target="../ink/ink455.xml"/><Relationship Id="rId96" Type="http://schemas.openxmlformats.org/officeDocument/2006/relationships/image" Target="../media/image492.png"/><Relationship Id="rId140" Type="http://schemas.openxmlformats.org/officeDocument/2006/relationships/image" Target="../media/image514.png"/><Relationship Id="rId145" Type="http://schemas.openxmlformats.org/officeDocument/2006/relationships/customXml" Target="../ink/ink482.xml"/><Relationship Id="rId161" Type="http://schemas.openxmlformats.org/officeDocument/2006/relationships/customXml" Target="../ink/ink490.xml"/><Relationship Id="rId166" Type="http://schemas.openxmlformats.org/officeDocument/2006/relationships/image" Target="../media/image527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12.xml"/><Relationship Id="rId23" Type="http://schemas.openxmlformats.org/officeDocument/2006/relationships/image" Target="../media/image456.png"/><Relationship Id="rId28" Type="http://schemas.openxmlformats.org/officeDocument/2006/relationships/customXml" Target="../ink/ink423.xml"/><Relationship Id="rId49" Type="http://schemas.openxmlformats.org/officeDocument/2006/relationships/image" Target="../media/image469.png"/><Relationship Id="rId114" Type="http://schemas.openxmlformats.org/officeDocument/2006/relationships/image" Target="../media/image501.png"/><Relationship Id="rId119" Type="http://schemas.openxmlformats.org/officeDocument/2006/relationships/customXml" Target="../ink/ink469.xml"/><Relationship Id="rId44" Type="http://schemas.openxmlformats.org/officeDocument/2006/relationships/customXml" Target="../ink/ink431.xml"/><Relationship Id="rId60" Type="http://schemas.openxmlformats.org/officeDocument/2006/relationships/customXml" Target="../ink/ink439.xml"/><Relationship Id="rId65" Type="http://schemas.openxmlformats.org/officeDocument/2006/relationships/customXml" Target="../ink/ink442.xml"/><Relationship Id="rId81" Type="http://schemas.openxmlformats.org/officeDocument/2006/relationships/customXml" Target="../ink/ink450.xml"/><Relationship Id="rId86" Type="http://schemas.openxmlformats.org/officeDocument/2006/relationships/image" Target="../media/image487.png"/><Relationship Id="rId130" Type="http://schemas.openxmlformats.org/officeDocument/2006/relationships/image" Target="../media/image509.png"/><Relationship Id="rId135" Type="http://schemas.openxmlformats.org/officeDocument/2006/relationships/customXml" Target="../ink/ink477.xml"/><Relationship Id="rId151" Type="http://schemas.openxmlformats.org/officeDocument/2006/relationships/customXml" Target="../ink/ink485.xml"/><Relationship Id="rId156" Type="http://schemas.openxmlformats.org/officeDocument/2006/relationships/image" Target="../media/image522.png"/><Relationship Id="rId13" Type="http://schemas.openxmlformats.org/officeDocument/2006/relationships/image" Target="../media/image451.png"/><Relationship Id="rId18" Type="http://schemas.openxmlformats.org/officeDocument/2006/relationships/customXml" Target="../ink/ink418.xml"/><Relationship Id="rId39" Type="http://schemas.openxmlformats.org/officeDocument/2006/relationships/image" Target="../media/image464.png"/><Relationship Id="rId109" Type="http://schemas.openxmlformats.org/officeDocument/2006/relationships/customXml" Target="../ink/ink464.xml"/><Relationship Id="rId34" Type="http://schemas.openxmlformats.org/officeDocument/2006/relationships/customXml" Target="../ink/ink426.xml"/><Relationship Id="rId50" Type="http://schemas.openxmlformats.org/officeDocument/2006/relationships/customXml" Target="../ink/ink434.xml"/><Relationship Id="rId55" Type="http://schemas.openxmlformats.org/officeDocument/2006/relationships/image" Target="../media/image472.png"/><Relationship Id="rId76" Type="http://schemas.openxmlformats.org/officeDocument/2006/relationships/image" Target="../media/image482.png"/><Relationship Id="rId97" Type="http://schemas.openxmlformats.org/officeDocument/2006/relationships/customXml" Target="../ink/ink458.xml"/><Relationship Id="rId104" Type="http://schemas.openxmlformats.org/officeDocument/2006/relationships/image" Target="../media/image496.png"/><Relationship Id="rId120" Type="http://schemas.openxmlformats.org/officeDocument/2006/relationships/image" Target="../media/image504.png"/><Relationship Id="rId125" Type="http://schemas.openxmlformats.org/officeDocument/2006/relationships/customXml" Target="../ink/ink472.xml"/><Relationship Id="rId141" Type="http://schemas.openxmlformats.org/officeDocument/2006/relationships/customXml" Target="../ink/ink480.xml"/><Relationship Id="rId146" Type="http://schemas.openxmlformats.org/officeDocument/2006/relationships/image" Target="../media/image517.png"/><Relationship Id="rId167" Type="http://schemas.openxmlformats.org/officeDocument/2006/relationships/customXml" Target="../ink/ink493.xml"/><Relationship Id="rId7" Type="http://schemas.openxmlformats.org/officeDocument/2006/relationships/image" Target="../media/image448.png"/><Relationship Id="rId71" Type="http://schemas.openxmlformats.org/officeDocument/2006/relationships/customXml" Target="../ink/ink445.xml"/><Relationship Id="rId92" Type="http://schemas.openxmlformats.org/officeDocument/2006/relationships/image" Target="../media/image490.png"/><Relationship Id="rId162" Type="http://schemas.openxmlformats.org/officeDocument/2006/relationships/image" Target="../media/image525.png"/><Relationship Id="rId2" Type="http://schemas.openxmlformats.org/officeDocument/2006/relationships/customXml" Target="../ink/ink410.xml"/><Relationship Id="rId29" Type="http://schemas.openxmlformats.org/officeDocument/2006/relationships/image" Target="../media/image459.png"/><Relationship Id="rId24" Type="http://schemas.openxmlformats.org/officeDocument/2006/relationships/customXml" Target="../ink/ink421.xml"/><Relationship Id="rId40" Type="http://schemas.openxmlformats.org/officeDocument/2006/relationships/customXml" Target="../ink/ink429.xml"/><Relationship Id="rId45" Type="http://schemas.openxmlformats.org/officeDocument/2006/relationships/image" Target="../media/image467.png"/><Relationship Id="rId66" Type="http://schemas.openxmlformats.org/officeDocument/2006/relationships/image" Target="../media/image477.png"/><Relationship Id="rId87" Type="http://schemas.openxmlformats.org/officeDocument/2006/relationships/customXml" Target="../ink/ink453.xml"/><Relationship Id="rId110" Type="http://schemas.openxmlformats.org/officeDocument/2006/relationships/image" Target="../media/image499.png"/><Relationship Id="rId115" Type="http://schemas.openxmlformats.org/officeDocument/2006/relationships/customXml" Target="../ink/ink467.xml"/><Relationship Id="rId131" Type="http://schemas.openxmlformats.org/officeDocument/2006/relationships/customXml" Target="../ink/ink475.xml"/><Relationship Id="rId136" Type="http://schemas.openxmlformats.org/officeDocument/2006/relationships/image" Target="../media/image512.png"/><Relationship Id="rId157" Type="http://schemas.openxmlformats.org/officeDocument/2006/relationships/customXml" Target="../ink/ink488.xml"/><Relationship Id="rId61" Type="http://schemas.openxmlformats.org/officeDocument/2006/relationships/customXml" Target="../ink/ink440.xml"/><Relationship Id="rId82" Type="http://schemas.openxmlformats.org/officeDocument/2006/relationships/image" Target="../media/image485.png"/><Relationship Id="rId152" Type="http://schemas.openxmlformats.org/officeDocument/2006/relationships/image" Target="../media/image520.png"/><Relationship Id="rId19" Type="http://schemas.openxmlformats.org/officeDocument/2006/relationships/image" Target="../media/image454.png"/><Relationship Id="rId14" Type="http://schemas.openxmlformats.org/officeDocument/2006/relationships/customXml" Target="../ink/ink416.xml"/><Relationship Id="rId30" Type="http://schemas.openxmlformats.org/officeDocument/2006/relationships/customXml" Target="../ink/ink424.xml"/><Relationship Id="rId35" Type="http://schemas.openxmlformats.org/officeDocument/2006/relationships/image" Target="../media/image462.png"/><Relationship Id="rId56" Type="http://schemas.openxmlformats.org/officeDocument/2006/relationships/customXml" Target="../ink/ink437.xml"/><Relationship Id="rId77" Type="http://schemas.openxmlformats.org/officeDocument/2006/relationships/customXml" Target="../ink/ink448.xml"/><Relationship Id="rId100" Type="http://schemas.openxmlformats.org/officeDocument/2006/relationships/image" Target="../media/image494.png"/><Relationship Id="rId105" Type="http://schemas.openxmlformats.org/officeDocument/2006/relationships/customXml" Target="../ink/ink462.xml"/><Relationship Id="rId126" Type="http://schemas.openxmlformats.org/officeDocument/2006/relationships/image" Target="../media/image507.png"/><Relationship Id="rId147" Type="http://schemas.openxmlformats.org/officeDocument/2006/relationships/customXml" Target="../ink/ink483.xml"/><Relationship Id="rId168" Type="http://schemas.openxmlformats.org/officeDocument/2006/relationships/image" Target="../media/image528.png"/><Relationship Id="rId8" Type="http://schemas.openxmlformats.org/officeDocument/2006/relationships/customXml" Target="../ink/ink413.xml"/><Relationship Id="rId51" Type="http://schemas.openxmlformats.org/officeDocument/2006/relationships/image" Target="../media/image470.png"/><Relationship Id="rId72" Type="http://schemas.openxmlformats.org/officeDocument/2006/relationships/image" Target="../media/image480.png"/><Relationship Id="rId93" Type="http://schemas.openxmlformats.org/officeDocument/2006/relationships/customXml" Target="../ink/ink456.xml"/><Relationship Id="rId98" Type="http://schemas.openxmlformats.org/officeDocument/2006/relationships/image" Target="../media/image493.png"/><Relationship Id="rId121" Type="http://schemas.openxmlformats.org/officeDocument/2006/relationships/customXml" Target="../ink/ink470.xml"/><Relationship Id="rId142" Type="http://schemas.openxmlformats.org/officeDocument/2006/relationships/image" Target="../media/image515.png"/><Relationship Id="rId163" Type="http://schemas.openxmlformats.org/officeDocument/2006/relationships/customXml" Target="../ink/ink491.xml"/><Relationship Id="rId3" Type="http://schemas.openxmlformats.org/officeDocument/2006/relationships/image" Target="../media/image446.png"/><Relationship Id="rId25" Type="http://schemas.openxmlformats.org/officeDocument/2006/relationships/image" Target="../media/image457.png"/><Relationship Id="rId46" Type="http://schemas.openxmlformats.org/officeDocument/2006/relationships/customXml" Target="../ink/ink432.xml"/><Relationship Id="rId67" Type="http://schemas.openxmlformats.org/officeDocument/2006/relationships/customXml" Target="../ink/ink443.xml"/><Relationship Id="rId116" Type="http://schemas.openxmlformats.org/officeDocument/2006/relationships/image" Target="../media/image502.png"/><Relationship Id="rId137" Type="http://schemas.openxmlformats.org/officeDocument/2006/relationships/customXml" Target="../ink/ink478.xml"/><Relationship Id="rId158" Type="http://schemas.openxmlformats.org/officeDocument/2006/relationships/image" Target="../media/image523.png"/><Relationship Id="rId20" Type="http://schemas.openxmlformats.org/officeDocument/2006/relationships/customXml" Target="../ink/ink419.xml"/><Relationship Id="rId41" Type="http://schemas.openxmlformats.org/officeDocument/2006/relationships/image" Target="../media/image465.png"/><Relationship Id="rId62" Type="http://schemas.openxmlformats.org/officeDocument/2006/relationships/image" Target="../media/image475.png"/><Relationship Id="rId83" Type="http://schemas.openxmlformats.org/officeDocument/2006/relationships/customXml" Target="../ink/ink451.xml"/><Relationship Id="rId88" Type="http://schemas.openxmlformats.org/officeDocument/2006/relationships/image" Target="../media/image488.png"/><Relationship Id="rId111" Type="http://schemas.openxmlformats.org/officeDocument/2006/relationships/customXml" Target="../ink/ink465.xml"/><Relationship Id="rId132" Type="http://schemas.openxmlformats.org/officeDocument/2006/relationships/image" Target="../media/image510.png"/><Relationship Id="rId153" Type="http://schemas.openxmlformats.org/officeDocument/2006/relationships/customXml" Target="../ink/ink486.xml"/><Relationship Id="rId15" Type="http://schemas.openxmlformats.org/officeDocument/2006/relationships/image" Target="../media/image452.png"/><Relationship Id="rId36" Type="http://schemas.openxmlformats.org/officeDocument/2006/relationships/customXml" Target="../ink/ink427.xml"/><Relationship Id="rId57" Type="http://schemas.openxmlformats.org/officeDocument/2006/relationships/image" Target="../media/image473.png"/><Relationship Id="rId106" Type="http://schemas.openxmlformats.org/officeDocument/2006/relationships/image" Target="../media/image497.png"/><Relationship Id="rId127" Type="http://schemas.openxmlformats.org/officeDocument/2006/relationships/customXml" Target="../ink/ink473.xml"/><Relationship Id="rId10" Type="http://schemas.openxmlformats.org/officeDocument/2006/relationships/customXml" Target="../ink/ink414.xml"/><Relationship Id="rId31" Type="http://schemas.openxmlformats.org/officeDocument/2006/relationships/image" Target="../media/image460.png"/><Relationship Id="rId52" Type="http://schemas.openxmlformats.org/officeDocument/2006/relationships/customXml" Target="../ink/ink435.xml"/><Relationship Id="rId73" Type="http://schemas.openxmlformats.org/officeDocument/2006/relationships/customXml" Target="../ink/ink446.xml"/><Relationship Id="rId78" Type="http://schemas.openxmlformats.org/officeDocument/2006/relationships/image" Target="../media/image483.png"/><Relationship Id="rId94" Type="http://schemas.openxmlformats.org/officeDocument/2006/relationships/image" Target="../media/image491.png"/><Relationship Id="rId99" Type="http://schemas.openxmlformats.org/officeDocument/2006/relationships/customXml" Target="../ink/ink459.xml"/><Relationship Id="rId101" Type="http://schemas.openxmlformats.org/officeDocument/2006/relationships/customXml" Target="../ink/ink460.xml"/><Relationship Id="rId122" Type="http://schemas.openxmlformats.org/officeDocument/2006/relationships/image" Target="../media/image505.png"/><Relationship Id="rId143" Type="http://schemas.openxmlformats.org/officeDocument/2006/relationships/customXml" Target="../ink/ink481.xml"/><Relationship Id="rId148" Type="http://schemas.openxmlformats.org/officeDocument/2006/relationships/image" Target="../media/image518.png"/><Relationship Id="rId164" Type="http://schemas.openxmlformats.org/officeDocument/2006/relationships/image" Target="../media/image526.png"/><Relationship Id="rId4" Type="http://schemas.openxmlformats.org/officeDocument/2006/relationships/customXml" Target="../ink/ink411.xml"/><Relationship Id="rId9" Type="http://schemas.openxmlformats.org/officeDocument/2006/relationships/image" Target="../media/image449.png"/><Relationship Id="rId26" Type="http://schemas.openxmlformats.org/officeDocument/2006/relationships/customXml" Target="../ink/ink422.xml"/><Relationship Id="rId47" Type="http://schemas.openxmlformats.org/officeDocument/2006/relationships/image" Target="../media/image468.png"/><Relationship Id="rId68" Type="http://schemas.openxmlformats.org/officeDocument/2006/relationships/image" Target="../media/image478.png"/><Relationship Id="rId89" Type="http://schemas.openxmlformats.org/officeDocument/2006/relationships/customXml" Target="../ink/ink454.xml"/><Relationship Id="rId112" Type="http://schemas.openxmlformats.org/officeDocument/2006/relationships/image" Target="../media/image500.png"/><Relationship Id="rId133" Type="http://schemas.openxmlformats.org/officeDocument/2006/relationships/customXml" Target="../ink/ink476.xml"/><Relationship Id="rId154" Type="http://schemas.openxmlformats.org/officeDocument/2006/relationships/image" Target="../media/image521.png"/><Relationship Id="rId16" Type="http://schemas.openxmlformats.org/officeDocument/2006/relationships/customXml" Target="../ink/ink417.xml"/><Relationship Id="rId37" Type="http://schemas.openxmlformats.org/officeDocument/2006/relationships/image" Target="../media/image463.png"/><Relationship Id="rId58" Type="http://schemas.openxmlformats.org/officeDocument/2006/relationships/customXml" Target="../ink/ink438.xml"/><Relationship Id="rId79" Type="http://schemas.openxmlformats.org/officeDocument/2006/relationships/customXml" Target="../ink/ink449.xml"/><Relationship Id="rId102" Type="http://schemas.openxmlformats.org/officeDocument/2006/relationships/image" Target="../media/image495.png"/><Relationship Id="rId123" Type="http://schemas.openxmlformats.org/officeDocument/2006/relationships/customXml" Target="../ink/ink471.xml"/><Relationship Id="rId144" Type="http://schemas.openxmlformats.org/officeDocument/2006/relationships/image" Target="../media/image516.png"/><Relationship Id="rId90" Type="http://schemas.openxmlformats.org/officeDocument/2006/relationships/image" Target="../media/image489.png"/><Relationship Id="rId165" Type="http://schemas.openxmlformats.org/officeDocument/2006/relationships/customXml" Target="../ink/ink492.xml"/><Relationship Id="rId27" Type="http://schemas.openxmlformats.org/officeDocument/2006/relationships/image" Target="../media/image458.png"/><Relationship Id="rId48" Type="http://schemas.openxmlformats.org/officeDocument/2006/relationships/customXml" Target="../ink/ink433.xml"/><Relationship Id="rId69" Type="http://schemas.openxmlformats.org/officeDocument/2006/relationships/customXml" Target="../ink/ink444.xml"/><Relationship Id="rId113" Type="http://schemas.openxmlformats.org/officeDocument/2006/relationships/customXml" Target="../ink/ink466.xml"/><Relationship Id="rId134" Type="http://schemas.openxmlformats.org/officeDocument/2006/relationships/image" Target="../media/image511.png"/><Relationship Id="rId80" Type="http://schemas.openxmlformats.org/officeDocument/2006/relationships/image" Target="../media/image484.png"/><Relationship Id="rId155" Type="http://schemas.openxmlformats.org/officeDocument/2006/relationships/customXml" Target="../ink/ink48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tăText 1">
            <a:extLst>
              <a:ext uri="{FF2B5EF4-FFF2-40B4-BE49-F238E27FC236}">
                <a16:creationId xmlns:a16="http://schemas.microsoft.com/office/drawing/2014/main" id="{7ACE83AA-A531-493C-86FE-1E8ED5F920C6}"/>
              </a:ext>
            </a:extLst>
          </p:cNvPr>
          <p:cNvSpPr txBox="1"/>
          <p:nvPr/>
        </p:nvSpPr>
        <p:spPr>
          <a:xfrm>
            <a:off x="701099" y="685830"/>
            <a:ext cx="10698362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3600" b="1" dirty="0">
                <a:solidFill>
                  <a:srgbClr val="0000FF"/>
                </a:solidFill>
              </a:rPr>
              <a:t>Proiectare Logică</a:t>
            </a:r>
          </a:p>
          <a:p>
            <a:pPr algn="ctr"/>
            <a:r>
              <a:rPr lang="ro-RO" sz="3600" b="1" dirty="0">
                <a:solidFill>
                  <a:srgbClr val="0000FF"/>
                </a:solidFill>
              </a:rPr>
              <a:t>202</a:t>
            </a:r>
            <a:r>
              <a:rPr lang="en-US" sz="3600" b="1" dirty="0">
                <a:solidFill>
                  <a:srgbClr val="0000FF"/>
                </a:solidFill>
              </a:rPr>
              <a:t>4 </a:t>
            </a:r>
            <a:r>
              <a:rPr lang="ro-RO" sz="3600" b="1" dirty="0">
                <a:solidFill>
                  <a:srgbClr val="0000FF"/>
                </a:solidFill>
              </a:rPr>
              <a:t>-</a:t>
            </a:r>
            <a:r>
              <a:rPr lang="en-US" sz="3600" b="1" dirty="0">
                <a:solidFill>
                  <a:srgbClr val="0000FF"/>
                </a:solidFill>
              </a:rPr>
              <a:t> </a:t>
            </a:r>
            <a:r>
              <a:rPr lang="ro-RO" sz="3600" b="1" dirty="0">
                <a:solidFill>
                  <a:srgbClr val="0000FF"/>
                </a:solidFill>
              </a:rPr>
              <a:t>202</a:t>
            </a:r>
            <a:r>
              <a:rPr lang="en-US" sz="3600" b="1" dirty="0">
                <a:solidFill>
                  <a:srgbClr val="0000FF"/>
                </a:solidFill>
              </a:rPr>
              <a:t>5</a:t>
            </a:r>
            <a:endParaRPr lang="ro-RO" sz="3600" b="1" dirty="0">
              <a:solidFill>
                <a:srgbClr val="0000FF"/>
              </a:solidFill>
            </a:endParaRPr>
          </a:p>
          <a:p>
            <a:endParaRPr lang="ro-RO" sz="3600" b="1" dirty="0">
              <a:solidFill>
                <a:srgbClr val="FF0000"/>
              </a:solidFill>
            </a:endParaRPr>
          </a:p>
          <a:p>
            <a:pPr algn="ctr"/>
            <a:r>
              <a:rPr lang="ro-RO" sz="3600" b="1" dirty="0">
                <a:solidFill>
                  <a:srgbClr val="FF0000"/>
                </a:solidFill>
              </a:rPr>
              <a:t>== Curs  ==</a:t>
            </a:r>
          </a:p>
          <a:p>
            <a:pPr algn="ctr"/>
            <a:r>
              <a:rPr lang="ro-RO" sz="3600" b="1" dirty="0">
                <a:solidFill>
                  <a:srgbClr val="FF0000"/>
                </a:solidFill>
              </a:rPr>
              <a:t>anul de studii: C1</a:t>
            </a:r>
          </a:p>
          <a:p>
            <a:endParaRPr lang="ro-RO" sz="3200" b="1" dirty="0">
              <a:solidFill>
                <a:srgbClr val="FF0000"/>
              </a:solidFill>
            </a:endParaRPr>
          </a:p>
          <a:p>
            <a:r>
              <a:rPr lang="ro-RO" sz="3200" b="1" dirty="0">
                <a:solidFill>
                  <a:srgbClr val="0000FF"/>
                </a:solidFill>
              </a:rPr>
              <a:t>     Săptămâna 8         21</a:t>
            </a:r>
            <a:r>
              <a:rPr lang="en-US" sz="3200" b="1" dirty="0">
                <a:solidFill>
                  <a:srgbClr val="0000FF"/>
                </a:solidFill>
              </a:rPr>
              <a:t> </a:t>
            </a:r>
            <a:r>
              <a:rPr lang="en-US" sz="3200" b="1" dirty="0" err="1">
                <a:solidFill>
                  <a:srgbClr val="0000FF"/>
                </a:solidFill>
              </a:rPr>
              <a:t>Noiembrie</a:t>
            </a:r>
            <a:r>
              <a:rPr lang="ro-RO" sz="3200" b="1" dirty="0">
                <a:solidFill>
                  <a:srgbClr val="0000FF"/>
                </a:solidFill>
              </a:rPr>
              <a:t> 202</a:t>
            </a:r>
            <a:r>
              <a:rPr lang="en-US" sz="3200" b="1" dirty="0">
                <a:solidFill>
                  <a:srgbClr val="0000FF"/>
                </a:solidFill>
              </a:rPr>
              <a:t>4</a:t>
            </a:r>
            <a:r>
              <a:rPr lang="ro-RO" sz="3200" b="1" dirty="0">
                <a:solidFill>
                  <a:srgbClr val="0000FF"/>
                </a:solidFill>
              </a:rPr>
              <a:t>             </a:t>
            </a:r>
            <a:r>
              <a:rPr lang="en-US" sz="3200" b="1" dirty="0">
                <a:solidFill>
                  <a:srgbClr val="0000FF"/>
                </a:solidFill>
              </a:rPr>
              <a:t>14</a:t>
            </a:r>
            <a:r>
              <a:rPr lang="ro-RO" sz="3200" b="1" dirty="0">
                <a:solidFill>
                  <a:srgbClr val="0000FF"/>
                </a:solidFill>
              </a:rPr>
              <a:t>:00 – </a:t>
            </a:r>
            <a:r>
              <a:rPr lang="en-US" sz="3200" b="1" dirty="0">
                <a:solidFill>
                  <a:srgbClr val="0000FF"/>
                </a:solidFill>
              </a:rPr>
              <a:t>16</a:t>
            </a:r>
            <a:r>
              <a:rPr lang="ro-RO" sz="3200" b="1" dirty="0">
                <a:solidFill>
                  <a:srgbClr val="0000FF"/>
                </a:solidFill>
              </a:rPr>
              <a:t>:00</a:t>
            </a:r>
          </a:p>
          <a:p>
            <a:endParaRPr lang="ro-RO" sz="2400" b="1" dirty="0">
              <a:solidFill>
                <a:srgbClr val="0000FF"/>
              </a:solidFill>
            </a:endParaRPr>
          </a:p>
          <a:p>
            <a:pPr algn="ctr">
              <a:spcBef>
                <a:spcPts val="1200"/>
              </a:spcBef>
              <a:spcAft>
                <a:spcPts val="1200"/>
              </a:spcAft>
            </a:pPr>
            <a:r>
              <a:rPr lang="ro-RO" sz="2800" b="1" dirty="0"/>
              <a:t>ionel.bostan@upit.ro</a:t>
            </a:r>
            <a:endParaRPr lang="en-US" sz="2800" b="1" dirty="0"/>
          </a:p>
          <a:p>
            <a:pPr algn="ctr">
              <a:spcBef>
                <a:spcPts val="1200"/>
              </a:spcBef>
              <a:spcAft>
                <a:spcPts val="1200"/>
              </a:spcAft>
            </a:pPr>
            <a:r>
              <a:rPr lang="ro-RO" sz="2800" b="1" dirty="0" err="1"/>
              <a:t>ionel.bostan@up</a:t>
            </a:r>
            <a:r>
              <a:rPr lang="en-US" sz="2800" b="1" dirty="0"/>
              <a:t>b</a:t>
            </a:r>
            <a:r>
              <a:rPr lang="ro-RO" sz="2800" b="1" dirty="0"/>
              <a:t>.ro</a:t>
            </a:r>
          </a:p>
        </p:txBody>
      </p:sp>
    </p:spTree>
    <p:extLst>
      <p:ext uri="{BB962C8B-B14F-4D97-AF65-F5344CB8AC3E}">
        <p14:creationId xmlns:p14="http://schemas.microsoft.com/office/powerpoint/2010/main" val="3362143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6C401569-7906-4795-A91E-0998C971A7D3}"/>
              </a:ext>
            </a:extLst>
          </p:cNvPr>
          <p:cNvSpPr/>
          <p:nvPr/>
        </p:nvSpPr>
        <p:spPr>
          <a:xfrm>
            <a:off x="975416" y="411513"/>
            <a:ext cx="10407326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00FF"/>
                </a:solidFill>
              </a:rPr>
              <a:t>Agenda</a:t>
            </a:r>
            <a:endParaRPr lang="ro-RO" sz="2800" b="1" dirty="0">
              <a:solidFill>
                <a:srgbClr val="0000FF"/>
              </a:solidFill>
            </a:endParaRPr>
          </a:p>
          <a:p>
            <a:pPr algn="ctr"/>
            <a:r>
              <a:rPr lang="ro-RO" sz="2800" b="1" dirty="0">
                <a:solidFill>
                  <a:srgbClr val="0000FF"/>
                </a:solidFill>
              </a:rPr>
              <a:t> </a:t>
            </a:r>
          </a:p>
          <a:p>
            <a:pPr marL="457200" indent="-457200">
              <a:buFontTx/>
              <a:buChar char="-"/>
            </a:pPr>
            <a:r>
              <a:rPr lang="ro-RO" sz="2800" b="1" dirty="0">
                <a:solidFill>
                  <a:srgbClr val="0000FF"/>
                </a:solidFill>
              </a:rPr>
              <a:t>Numărătoare asincrone </a:t>
            </a:r>
            <a:r>
              <a:rPr lang="en-US" sz="2800" b="1" dirty="0">
                <a:solidFill>
                  <a:srgbClr val="0000FF"/>
                </a:solidFill>
              </a:rPr>
              <a:t>(</a:t>
            </a:r>
            <a:r>
              <a:rPr lang="ro-RO" sz="2800" b="1" dirty="0">
                <a:solidFill>
                  <a:srgbClr val="0000FF"/>
                </a:solidFill>
              </a:rPr>
              <a:t>continuare</a:t>
            </a:r>
            <a:r>
              <a:rPr lang="en-US" sz="2800" b="1" dirty="0">
                <a:solidFill>
                  <a:srgbClr val="0000FF"/>
                </a:solidFill>
              </a:rPr>
              <a:t>)</a:t>
            </a:r>
            <a:r>
              <a:rPr lang="ro-RO" sz="2800" b="1" dirty="0">
                <a:solidFill>
                  <a:srgbClr val="0000FF"/>
                </a:solidFill>
              </a:rPr>
              <a:t>;</a:t>
            </a:r>
          </a:p>
          <a:p>
            <a:pPr marL="1371600" lvl="2" indent="-457200">
              <a:buFontTx/>
              <a:buChar char="-"/>
            </a:pPr>
            <a:r>
              <a:rPr lang="en-US" sz="2800" b="1" dirty="0" err="1"/>
              <a:t>Extinderea</a:t>
            </a:r>
            <a:r>
              <a:rPr lang="en-US" sz="2800" b="1" dirty="0"/>
              <a:t> </a:t>
            </a:r>
            <a:r>
              <a:rPr lang="ro-RO" sz="2800" b="1" dirty="0"/>
              <a:t>capacitații de numărare</a:t>
            </a:r>
            <a:endParaRPr lang="en-US" sz="2800" b="1" dirty="0"/>
          </a:p>
          <a:p>
            <a:pPr marL="1371600" lvl="2" indent="-457200">
              <a:buFontTx/>
              <a:buChar char="-"/>
            </a:pPr>
            <a:r>
              <a:rPr lang="ro-RO" sz="2800" b="1" dirty="0"/>
              <a:t>Implementarea divizoarelor de frecvență cu factor fix</a:t>
            </a:r>
            <a:endParaRPr lang="en-US" sz="2800" b="1" dirty="0"/>
          </a:p>
          <a:p>
            <a:pPr lvl="2"/>
            <a:r>
              <a:rPr lang="ro-RO" sz="2800" b="1" dirty="0"/>
              <a:t>     (</a:t>
            </a:r>
            <a:r>
              <a:rPr lang="ro-RO" sz="2800" i="1" dirty="0"/>
              <a:t>recapitulare</a:t>
            </a:r>
            <a:r>
              <a:rPr lang="ro-RO" sz="2800" b="1" dirty="0"/>
              <a:t>)</a:t>
            </a:r>
          </a:p>
          <a:p>
            <a:pPr marL="457200" indent="-457200">
              <a:buFontTx/>
              <a:buChar char="-"/>
            </a:pPr>
            <a:r>
              <a:rPr lang="ro-RO" sz="2800" b="1" dirty="0">
                <a:solidFill>
                  <a:srgbClr val="0000FF"/>
                </a:solidFill>
              </a:rPr>
              <a:t>Numărătoare sincrone</a:t>
            </a:r>
          </a:p>
          <a:p>
            <a:pPr marL="1371600" lvl="2" indent="-457200">
              <a:buFontTx/>
              <a:buChar char="-"/>
            </a:pPr>
            <a:r>
              <a:rPr lang="ro-RO" sz="2800" b="1" dirty="0"/>
              <a:t>Structură internă;</a:t>
            </a:r>
          </a:p>
          <a:p>
            <a:pPr marL="1371600" lvl="2" indent="-457200">
              <a:buFontTx/>
              <a:buChar char="-"/>
            </a:pPr>
            <a:r>
              <a:rPr lang="ro-RO" sz="2800" b="1" dirty="0"/>
              <a:t>Facilități suplimentare (</a:t>
            </a:r>
            <a:r>
              <a:rPr lang="ro-RO" sz="2800" i="1" dirty="0"/>
              <a:t>validarea numărării; încărcare paralelă; semnalizare umplere/golire</a:t>
            </a:r>
            <a:r>
              <a:rPr lang="ro-RO" sz="2800" b="1" dirty="0"/>
              <a:t>);</a:t>
            </a:r>
          </a:p>
          <a:p>
            <a:pPr marL="1371600" lvl="2" indent="-457200">
              <a:buFontTx/>
              <a:buChar char="-"/>
            </a:pPr>
            <a:r>
              <a:rPr lang="ro-RO" sz="2800" b="1" dirty="0"/>
              <a:t>Exemple tipice de numărătoare sincrone;</a:t>
            </a:r>
          </a:p>
          <a:p>
            <a:pPr marL="1371600" lvl="2" indent="-457200">
              <a:buFontTx/>
              <a:buChar char="-"/>
            </a:pPr>
            <a:r>
              <a:rPr lang="ro-RO" sz="2800" b="1" dirty="0"/>
              <a:t>Extinderea capacității de numărare;</a:t>
            </a:r>
          </a:p>
        </p:txBody>
      </p:sp>
    </p:spTree>
    <p:extLst>
      <p:ext uri="{BB962C8B-B14F-4D97-AF65-F5344CB8AC3E}">
        <p14:creationId xmlns:p14="http://schemas.microsoft.com/office/powerpoint/2010/main" val="508071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reptunghi 6">
            <a:extLst>
              <a:ext uri="{FF2B5EF4-FFF2-40B4-BE49-F238E27FC236}">
                <a16:creationId xmlns:a16="http://schemas.microsoft.com/office/drawing/2014/main" id="{BDC82CF2-ED3F-426D-B411-2F6013A954EB}"/>
              </a:ext>
            </a:extLst>
          </p:cNvPr>
          <p:cNvSpPr/>
          <p:nvPr/>
        </p:nvSpPr>
        <p:spPr>
          <a:xfrm>
            <a:off x="518221" y="228635"/>
            <a:ext cx="1033260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</a:rPr>
              <a:t>Num</a:t>
            </a:r>
            <a:r>
              <a:rPr lang="ro-RO" sz="2400" b="1" dirty="0" err="1">
                <a:solidFill>
                  <a:srgbClr val="0000FF"/>
                </a:solidFill>
              </a:rPr>
              <a:t>ărătoare</a:t>
            </a:r>
            <a:r>
              <a:rPr lang="ro-RO" sz="2400" b="1" dirty="0">
                <a:solidFill>
                  <a:srgbClr val="0000FF"/>
                </a:solidFill>
              </a:rPr>
              <a:t> asincrone ( continuare ) – Extinderea capacității de numărare   </a:t>
            </a:r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A693E187-755C-4CA9-8BB5-4AF98B1DF0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43" y="868708"/>
            <a:ext cx="11673779" cy="1030040"/>
          </a:xfrm>
          <a:prstGeom prst="rect">
            <a:avLst/>
          </a:prstGeom>
        </p:spPr>
      </p:pic>
      <p:pic>
        <p:nvPicPr>
          <p:cNvPr id="9" name="Imagine 8">
            <a:extLst>
              <a:ext uri="{FF2B5EF4-FFF2-40B4-BE49-F238E27FC236}">
                <a16:creationId xmlns:a16="http://schemas.microsoft.com/office/drawing/2014/main" id="{40B0A20E-5CDE-441C-ADAC-626CF4F499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81" y="2057415"/>
            <a:ext cx="10149729" cy="4531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50343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reptunghi 6">
            <a:extLst>
              <a:ext uri="{FF2B5EF4-FFF2-40B4-BE49-F238E27FC236}">
                <a16:creationId xmlns:a16="http://schemas.microsoft.com/office/drawing/2014/main" id="{BDC82CF2-ED3F-426D-B411-2F6013A954EB}"/>
              </a:ext>
            </a:extLst>
          </p:cNvPr>
          <p:cNvSpPr/>
          <p:nvPr/>
        </p:nvSpPr>
        <p:spPr>
          <a:xfrm>
            <a:off x="518221" y="228635"/>
            <a:ext cx="1033260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</a:rPr>
              <a:t>Num</a:t>
            </a:r>
            <a:r>
              <a:rPr lang="ro-RO" sz="2400" b="1" dirty="0" err="1">
                <a:solidFill>
                  <a:srgbClr val="0000FF"/>
                </a:solidFill>
              </a:rPr>
              <a:t>ărătoare</a:t>
            </a:r>
            <a:r>
              <a:rPr lang="ro-RO" sz="2400" b="1" dirty="0">
                <a:solidFill>
                  <a:srgbClr val="0000FF"/>
                </a:solidFill>
              </a:rPr>
              <a:t> asincrone ( continuare ) – Extinderea capacității de numărare   </a:t>
            </a:r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C7E395F0-AC12-4606-8D33-EA6EA509ED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60" y="960147"/>
            <a:ext cx="9875412" cy="4979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3881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6C401569-7906-4795-A91E-0998C971A7D3}"/>
              </a:ext>
            </a:extLst>
          </p:cNvPr>
          <p:cNvSpPr/>
          <p:nvPr/>
        </p:nvSpPr>
        <p:spPr>
          <a:xfrm>
            <a:off x="975416" y="411513"/>
            <a:ext cx="10407326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00FF"/>
                </a:solidFill>
              </a:rPr>
              <a:t>Agenda</a:t>
            </a:r>
            <a:endParaRPr lang="ro-RO" sz="2800" b="1" dirty="0">
              <a:solidFill>
                <a:srgbClr val="0000FF"/>
              </a:solidFill>
            </a:endParaRPr>
          </a:p>
          <a:p>
            <a:pPr algn="ctr"/>
            <a:r>
              <a:rPr lang="ro-RO" sz="2800" b="1" dirty="0">
                <a:solidFill>
                  <a:srgbClr val="0000FF"/>
                </a:solidFill>
              </a:rPr>
              <a:t> </a:t>
            </a:r>
          </a:p>
          <a:p>
            <a:pPr marL="457200" indent="-457200">
              <a:buFontTx/>
              <a:buChar char="-"/>
            </a:pPr>
            <a:r>
              <a:rPr lang="ro-RO" sz="28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Numărătoare asincrone </a:t>
            </a:r>
            <a:r>
              <a:rPr lang="en-US" sz="28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</a:t>
            </a:r>
            <a:r>
              <a:rPr lang="ro-RO" sz="28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continuare</a:t>
            </a:r>
            <a:r>
              <a:rPr lang="en-US" sz="28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)</a:t>
            </a:r>
            <a:r>
              <a:rPr lang="ro-RO" sz="28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;</a:t>
            </a:r>
          </a:p>
          <a:p>
            <a:pPr marL="1371600" lvl="2" indent="-457200">
              <a:buFontTx/>
              <a:buChar char="-"/>
            </a:pPr>
            <a:r>
              <a:rPr lang="en-US" sz="2800" b="1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Extinderea</a:t>
            </a:r>
            <a:r>
              <a:rPr lang="en-US" sz="28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</a:t>
            </a:r>
            <a:r>
              <a:rPr lang="ro-RO" sz="28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capacitații de numărare</a:t>
            </a:r>
            <a:endParaRPr lang="en-US" sz="28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pPr marL="1371600" lvl="2" indent="-457200">
              <a:buFontTx/>
              <a:buChar char="-"/>
            </a:pPr>
            <a:r>
              <a:rPr lang="ro-RO" sz="28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Implementarea divizoarelor de frecvență cu factor fix</a:t>
            </a:r>
            <a:endParaRPr lang="en-US" sz="28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pPr lvl="2"/>
            <a:r>
              <a:rPr lang="ro-RO" sz="28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 (</a:t>
            </a:r>
            <a:r>
              <a:rPr lang="ro-RO" sz="2800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recapitulare</a:t>
            </a:r>
            <a:r>
              <a:rPr lang="ro-RO" sz="28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)</a:t>
            </a:r>
          </a:p>
          <a:p>
            <a:pPr marL="457200" indent="-457200">
              <a:buFontTx/>
              <a:buChar char="-"/>
            </a:pPr>
            <a:r>
              <a:rPr lang="ro-RO" sz="2800" b="1" dirty="0">
                <a:solidFill>
                  <a:srgbClr val="0000FF"/>
                </a:solidFill>
              </a:rPr>
              <a:t>Numărătoare sincrone</a:t>
            </a:r>
          </a:p>
          <a:p>
            <a:pPr marL="1371600" lvl="2" indent="-457200">
              <a:buFontTx/>
              <a:buChar char="-"/>
            </a:pPr>
            <a:r>
              <a:rPr lang="ro-RO" sz="2800" b="1" dirty="0"/>
              <a:t>Structură internă;</a:t>
            </a:r>
          </a:p>
          <a:p>
            <a:pPr marL="1371600" lvl="2" indent="-457200">
              <a:buFontTx/>
              <a:buChar char="-"/>
            </a:pPr>
            <a:r>
              <a:rPr lang="ro-RO" sz="28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Facilități suplimentare (</a:t>
            </a:r>
            <a:r>
              <a:rPr lang="ro-RO" sz="2800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validarea numărării; încărcare paralelă; semnalizare umplere/golire</a:t>
            </a:r>
            <a:r>
              <a:rPr lang="ro-RO" sz="28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);</a:t>
            </a:r>
          </a:p>
          <a:p>
            <a:pPr marL="1371600" lvl="2" indent="-457200">
              <a:buFontTx/>
              <a:buChar char="-"/>
            </a:pPr>
            <a:r>
              <a:rPr lang="ro-RO" sz="28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Exemple tipice de numărătoare sincrone;</a:t>
            </a:r>
          </a:p>
          <a:p>
            <a:pPr marL="1371600" lvl="2" indent="-457200">
              <a:buFontTx/>
              <a:buChar char="-"/>
            </a:pPr>
            <a:r>
              <a:rPr lang="ro-RO" sz="28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Extinderea capacității de numărare;</a:t>
            </a:r>
          </a:p>
        </p:txBody>
      </p:sp>
    </p:spTree>
    <p:extLst>
      <p:ext uri="{BB962C8B-B14F-4D97-AF65-F5344CB8AC3E}">
        <p14:creationId xmlns:p14="http://schemas.microsoft.com/office/powerpoint/2010/main" val="24377106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reptunghi 6">
            <a:extLst>
              <a:ext uri="{FF2B5EF4-FFF2-40B4-BE49-F238E27FC236}">
                <a16:creationId xmlns:a16="http://schemas.microsoft.com/office/drawing/2014/main" id="{BDC82CF2-ED3F-426D-B411-2F6013A954EB}"/>
              </a:ext>
            </a:extLst>
          </p:cNvPr>
          <p:cNvSpPr/>
          <p:nvPr/>
        </p:nvSpPr>
        <p:spPr>
          <a:xfrm>
            <a:off x="518221" y="228635"/>
            <a:ext cx="1033260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</a:rPr>
              <a:t>Num</a:t>
            </a:r>
            <a:r>
              <a:rPr lang="ro-RO" sz="2400" b="1" dirty="0" err="1">
                <a:solidFill>
                  <a:srgbClr val="0000FF"/>
                </a:solidFill>
              </a:rPr>
              <a:t>ărătoare</a:t>
            </a:r>
            <a:r>
              <a:rPr lang="ro-RO" sz="2400" b="1" dirty="0">
                <a:solidFill>
                  <a:srgbClr val="0000FF"/>
                </a:solidFill>
              </a:rPr>
              <a:t> binare sincrone – Caracteristici generale</a:t>
            </a:r>
          </a:p>
        </p:txBody>
      </p:sp>
      <p:sp>
        <p:nvSpPr>
          <p:cNvPr id="3" name="Dreptunghi 2">
            <a:extLst>
              <a:ext uri="{FF2B5EF4-FFF2-40B4-BE49-F238E27FC236}">
                <a16:creationId xmlns:a16="http://schemas.microsoft.com/office/drawing/2014/main" id="{DD397774-E5DA-4994-AD78-A2073C9C9E50}"/>
              </a:ext>
            </a:extLst>
          </p:cNvPr>
          <p:cNvSpPr/>
          <p:nvPr/>
        </p:nvSpPr>
        <p:spPr>
          <a:xfrm>
            <a:off x="518221" y="777269"/>
            <a:ext cx="10332607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ro-RO" sz="2400" dirty="0">
              <a:solidFill>
                <a:srgbClr val="0000FF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o-RO" sz="2400" dirty="0">
                <a:solidFill>
                  <a:srgbClr val="0000FF"/>
                </a:solidFill>
              </a:rPr>
              <a:t>semnalul de ceas se aplică simultan la toți bistabilii din numărător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o-RO" sz="2400" dirty="0">
                <a:solidFill>
                  <a:srgbClr val="0000FF"/>
                </a:solidFill>
              </a:rPr>
              <a:t>toți bistabilii comută simultan – </a:t>
            </a:r>
            <a:r>
              <a:rPr lang="ro-RO" sz="2400" dirty="0">
                <a:solidFill>
                  <a:srgbClr val="FF0000"/>
                </a:solidFill>
              </a:rPr>
              <a:t>nu avem stări intermediare nedorite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o-RO" sz="2400" dirty="0">
                <a:solidFill>
                  <a:srgbClr val="0000FF"/>
                </a:solidFill>
              </a:rPr>
              <a:t>schema internă a unui numărător sincron este mult mai complexă față de cea a unui numărător asincron;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o-RO" sz="2400" dirty="0">
                <a:solidFill>
                  <a:srgbClr val="0000FF"/>
                </a:solidFill>
              </a:rPr>
              <a:t>complexitatea schemei crește odată cu creșterea numărului de ieșiri;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o-RO" sz="2400" dirty="0">
                <a:solidFill>
                  <a:srgbClr val="0000FF"/>
                </a:solidFill>
              </a:rPr>
              <a:t>sunt disponibile în variante de 4 biți sau 8 biți;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o-RO" sz="2400" dirty="0">
                <a:solidFill>
                  <a:srgbClr val="0000FF"/>
                </a:solidFill>
              </a:rPr>
              <a:t>s</a:t>
            </a:r>
            <a:r>
              <a:rPr lang="en-US" sz="2400" dirty="0" err="1">
                <a:solidFill>
                  <a:srgbClr val="0000FF"/>
                </a:solidFill>
              </a:rPr>
              <a:t>unt</a:t>
            </a:r>
            <a:r>
              <a:rPr lang="en-US" sz="2400" dirty="0">
                <a:solidFill>
                  <a:srgbClr val="0000FF"/>
                </a:solidFill>
              </a:rPr>
              <a:t> </a:t>
            </a:r>
            <a:r>
              <a:rPr lang="en-US" sz="2400" dirty="0" err="1">
                <a:solidFill>
                  <a:srgbClr val="0000FF"/>
                </a:solidFill>
              </a:rPr>
              <a:t>mai</a:t>
            </a:r>
            <a:r>
              <a:rPr lang="en-US" sz="2400" dirty="0">
                <a:solidFill>
                  <a:srgbClr val="0000FF"/>
                </a:solidFill>
              </a:rPr>
              <a:t> </a:t>
            </a:r>
            <a:r>
              <a:rPr lang="en-US" sz="2400" dirty="0" err="1">
                <a:solidFill>
                  <a:srgbClr val="0000FF"/>
                </a:solidFill>
              </a:rPr>
              <a:t>sigure</a:t>
            </a:r>
            <a:r>
              <a:rPr lang="en-US" sz="2400" dirty="0">
                <a:solidFill>
                  <a:srgbClr val="0000FF"/>
                </a:solidFill>
              </a:rPr>
              <a:t> </a:t>
            </a:r>
            <a:r>
              <a:rPr lang="en-US" sz="2400" dirty="0" err="1">
                <a:solidFill>
                  <a:srgbClr val="0000FF"/>
                </a:solidFill>
              </a:rPr>
              <a:t>în</a:t>
            </a:r>
            <a:r>
              <a:rPr lang="en-US" sz="2400" dirty="0">
                <a:solidFill>
                  <a:srgbClr val="0000FF"/>
                </a:solidFill>
              </a:rPr>
              <a:t> </a:t>
            </a:r>
            <a:r>
              <a:rPr lang="en-US" sz="2400" dirty="0" err="1">
                <a:solidFill>
                  <a:srgbClr val="0000FF"/>
                </a:solidFill>
              </a:rPr>
              <a:t>funcționare</a:t>
            </a:r>
            <a:r>
              <a:rPr lang="en-US" sz="2400" dirty="0">
                <a:solidFill>
                  <a:srgbClr val="0000FF"/>
                </a:solidFill>
              </a:rPr>
              <a:t> </a:t>
            </a:r>
            <a:r>
              <a:rPr lang="en-US" sz="2400" dirty="0" err="1">
                <a:solidFill>
                  <a:srgbClr val="0000FF"/>
                </a:solidFill>
              </a:rPr>
              <a:t>dar</a:t>
            </a:r>
            <a:r>
              <a:rPr lang="en-US" sz="2400" dirty="0">
                <a:solidFill>
                  <a:srgbClr val="0000FF"/>
                </a:solidFill>
              </a:rPr>
              <a:t> sunt </a:t>
            </a:r>
            <a:r>
              <a:rPr lang="en-US" sz="2400" dirty="0" err="1">
                <a:solidFill>
                  <a:srgbClr val="0000FF"/>
                </a:solidFill>
              </a:rPr>
              <a:t>mai</a:t>
            </a:r>
            <a:r>
              <a:rPr lang="en-US" sz="2400" dirty="0">
                <a:solidFill>
                  <a:srgbClr val="0000FF"/>
                </a:solidFill>
              </a:rPr>
              <a:t> </a:t>
            </a:r>
            <a:r>
              <a:rPr lang="en-US" sz="2400" dirty="0" err="1">
                <a:solidFill>
                  <a:srgbClr val="0000FF"/>
                </a:solidFill>
              </a:rPr>
              <a:t>scumpe</a:t>
            </a:r>
            <a:r>
              <a:rPr lang="en-US" sz="2400" dirty="0">
                <a:solidFill>
                  <a:srgbClr val="0000FF"/>
                </a:solidFill>
              </a:rPr>
              <a:t>;</a:t>
            </a:r>
            <a:endParaRPr lang="ro-RO" sz="2400" dirty="0">
              <a:solidFill>
                <a:srgbClr val="0000FF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o-RO" sz="2400" dirty="0">
                <a:solidFill>
                  <a:srgbClr val="0000FF"/>
                </a:solidFill>
              </a:rPr>
              <a:t>de multe ori, structurile de numărare sincrone sunt prevăzute cu funcții/facilități suplimentare precum: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ro-RO" sz="2400" dirty="0">
                <a:solidFill>
                  <a:srgbClr val="0000FF"/>
                </a:solidFill>
              </a:rPr>
              <a:t>controlul numărării;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ro-RO" sz="2400" dirty="0">
                <a:solidFill>
                  <a:srgbClr val="0000FF"/>
                </a:solidFill>
              </a:rPr>
              <a:t>facilitatea de  încărcare paralelă;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ro-RO" sz="2400" dirty="0">
                <a:solidFill>
                  <a:srgbClr val="0000FF"/>
                </a:solidFill>
              </a:rPr>
              <a:t>semnalizarea terminării numărării;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ro-RO" sz="2400" dirty="0">
                <a:solidFill>
                  <a:srgbClr val="0000FF"/>
                </a:solidFill>
              </a:rPr>
              <a:t>numărarea în ambele sensuri;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ro-RO" sz="2400" dirty="0">
                <a:solidFill>
                  <a:srgbClr val="0000FF"/>
                </a:solidFill>
              </a:rPr>
              <a:t>etc</a:t>
            </a:r>
            <a:endParaRPr lang="en-US" sz="24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35813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reptunghi 6">
            <a:extLst>
              <a:ext uri="{FF2B5EF4-FFF2-40B4-BE49-F238E27FC236}">
                <a16:creationId xmlns:a16="http://schemas.microsoft.com/office/drawing/2014/main" id="{BDC82CF2-ED3F-426D-B411-2F6013A954EB}"/>
              </a:ext>
            </a:extLst>
          </p:cNvPr>
          <p:cNvSpPr/>
          <p:nvPr/>
        </p:nvSpPr>
        <p:spPr>
          <a:xfrm>
            <a:off x="518221" y="228635"/>
            <a:ext cx="1033260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</a:rPr>
              <a:t>Num</a:t>
            </a:r>
            <a:r>
              <a:rPr lang="ro-RO" sz="2400" b="1" dirty="0" err="1">
                <a:solidFill>
                  <a:srgbClr val="0000FF"/>
                </a:solidFill>
              </a:rPr>
              <a:t>ărătoare</a:t>
            </a:r>
            <a:r>
              <a:rPr lang="ro-RO" sz="2400" b="1" dirty="0">
                <a:solidFill>
                  <a:srgbClr val="0000FF"/>
                </a:solidFill>
              </a:rPr>
              <a:t> binare sincrone – exemple de structură internă </a:t>
            </a:r>
          </a:p>
        </p:txBody>
      </p:sp>
      <p:pic>
        <p:nvPicPr>
          <p:cNvPr id="2" name="Imagine 1">
            <a:extLst>
              <a:ext uri="{FF2B5EF4-FFF2-40B4-BE49-F238E27FC236}">
                <a16:creationId xmlns:a16="http://schemas.microsoft.com/office/drawing/2014/main" id="{27C80E75-1D85-471B-A494-BECA840F93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43" y="868708"/>
            <a:ext cx="11515725" cy="575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4721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reptunghi 6">
            <a:extLst>
              <a:ext uri="{FF2B5EF4-FFF2-40B4-BE49-F238E27FC236}">
                <a16:creationId xmlns:a16="http://schemas.microsoft.com/office/drawing/2014/main" id="{BDC82CF2-ED3F-426D-B411-2F6013A954EB}"/>
              </a:ext>
            </a:extLst>
          </p:cNvPr>
          <p:cNvSpPr/>
          <p:nvPr/>
        </p:nvSpPr>
        <p:spPr>
          <a:xfrm>
            <a:off x="518221" y="228635"/>
            <a:ext cx="1033260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</a:rPr>
              <a:t>Num</a:t>
            </a:r>
            <a:r>
              <a:rPr lang="ro-RO" sz="2400" b="1" dirty="0" err="1">
                <a:solidFill>
                  <a:srgbClr val="0000FF"/>
                </a:solidFill>
              </a:rPr>
              <a:t>ărătoare</a:t>
            </a:r>
            <a:r>
              <a:rPr lang="ro-RO" sz="2400" b="1" dirty="0">
                <a:solidFill>
                  <a:srgbClr val="0000FF"/>
                </a:solidFill>
              </a:rPr>
              <a:t> binare sincrone – exemple de structură internă </a:t>
            </a:r>
          </a:p>
        </p:txBody>
      </p:sp>
      <p:pic>
        <p:nvPicPr>
          <p:cNvPr id="2" name="Imagine 1">
            <a:extLst>
              <a:ext uri="{FF2B5EF4-FFF2-40B4-BE49-F238E27FC236}">
                <a16:creationId xmlns:a16="http://schemas.microsoft.com/office/drawing/2014/main" id="{B1AB5A25-0C74-4A8E-A6AB-8B4071148D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82" y="685830"/>
            <a:ext cx="6467475" cy="428625"/>
          </a:xfrm>
          <a:prstGeom prst="rect">
            <a:avLst/>
          </a:prstGeom>
        </p:spPr>
      </p:pic>
      <p:pic>
        <p:nvPicPr>
          <p:cNvPr id="3" name="Imagine 2">
            <a:extLst>
              <a:ext uri="{FF2B5EF4-FFF2-40B4-BE49-F238E27FC236}">
                <a16:creationId xmlns:a16="http://schemas.microsoft.com/office/drawing/2014/main" id="{5612B4FE-9C97-4E39-8CAF-1D0F15E3DC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82" y="3337561"/>
            <a:ext cx="4895850" cy="3209925"/>
          </a:xfrm>
          <a:prstGeom prst="rect">
            <a:avLst/>
          </a:prstGeom>
        </p:spPr>
      </p:pic>
      <p:pic>
        <p:nvPicPr>
          <p:cNvPr id="4" name="Imagine 3">
            <a:extLst>
              <a:ext uri="{FF2B5EF4-FFF2-40B4-BE49-F238E27FC236}">
                <a16:creationId xmlns:a16="http://schemas.microsoft.com/office/drawing/2014/main" id="{4EA7253B-7AD1-4B37-A69A-ED4F2AB916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782" y="1325903"/>
            <a:ext cx="9829800" cy="174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3794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reptunghi 6">
            <a:extLst>
              <a:ext uri="{FF2B5EF4-FFF2-40B4-BE49-F238E27FC236}">
                <a16:creationId xmlns:a16="http://schemas.microsoft.com/office/drawing/2014/main" id="{BDC82CF2-ED3F-426D-B411-2F6013A954EB}"/>
              </a:ext>
            </a:extLst>
          </p:cNvPr>
          <p:cNvSpPr/>
          <p:nvPr/>
        </p:nvSpPr>
        <p:spPr>
          <a:xfrm>
            <a:off x="518221" y="228635"/>
            <a:ext cx="1033260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</a:rPr>
              <a:t>Num</a:t>
            </a:r>
            <a:r>
              <a:rPr lang="ro-RO" sz="2400" b="1" dirty="0" err="1">
                <a:solidFill>
                  <a:srgbClr val="0000FF"/>
                </a:solidFill>
              </a:rPr>
              <a:t>ărătoare</a:t>
            </a:r>
            <a:r>
              <a:rPr lang="ro-RO" sz="2400" b="1" dirty="0">
                <a:solidFill>
                  <a:srgbClr val="0000FF"/>
                </a:solidFill>
              </a:rPr>
              <a:t> binare sincrone – exemple de structură internă </a:t>
            </a:r>
          </a:p>
        </p:txBody>
      </p:sp>
      <p:pic>
        <p:nvPicPr>
          <p:cNvPr id="2" name="Imagine 1">
            <a:extLst>
              <a:ext uri="{FF2B5EF4-FFF2-40B4-BE49-F238E27FC236}">
                <a16:creationId xmlns:a16="http://schemas.microsoft.com/office/drawing/2014/main" id="{C32EE1A9-51D8-4F17-834A-B524D95C40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82" y="1234464"/>
            <a:ext cx="9982200" cy="5429250"/>
          </a:xfrm>
          <a:prstGeom prst="rect">
            <a:avLst/>
          </a:prstGeom>
        </p:spPr>
      </p:pic>
      <p:pic>
        <p:nvPicPr>
          <p:cNvPr id="4" name="Imagine 3">
            <a:extLst>
              <a:ext uri="{FF2B5EF4-FFF2-40B4-BE49-F238E27FC236}">
                <a16:creationId xmlns:a16="http://schemas.microsoft.com/office/drawing/2014/main" id="{731DAB9B-B70B-49C9-944C-8880295FF4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82" y="685830"/>
            <a:ext cx="6467475" cy="42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9213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6C401569-7906-4795-A91E-0998C971A7D3}"/>
              </a:ext>
            </a:extLst>
          </p:cNvPr>
          <p:cNvSpPr/>
          <p:nvPr/>
        </p:nvSpPr>
        <p:spPr>
          <a:xfrm>
            <a:off x="975416" y="411513"/>
            <a:ext cx="10407326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00FF"/>
                </a:solidFill>
              </a:rPr>
              <a:t>Agenda</a:t>
            </a:r>
            <a:endParaRPr lang="ro-RO" sz="2800" b="1" dirty="0">
              <a:solidFill>
                <a:srgbClr val="0000FF"/>
              </a:solidFill>
            </a:endParaRPr>
          </a:p>
          <a:p>
            <a:pPr algn="ctr"/>
            <a:r>
              <a:rPr lang="ro-RO" sz="2800" b="1" dirty="0">
                <a:solidFill>
                  <a:srgbClr val="0000FF"/>
                </a:solidFill>
              </a:rPr>
              <a:t> </a:t>
            </a:r>
          </a:p>
          <a:p>
            <a:pPr marL="457200" indent="-457200">
              <a:buFontTx/>
              <a:buChar char="-"/>
            </a:pPr>
            <a:r>
              <a:rPr lang="ro-RO" sz="28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Numărătoare asincrone </a:t>
            </a:r>
            <a:r>
              <a:rPr lang="en-US" sz="28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(</a:t>
            </a:r>
            <a:r>
              <a:rPr lang="ro-RO" sz="28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continuare</a:t>
            </a:r>
            <a:r>
              <a:rPr lang="en-US" sz="28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)</a:t>
            </a:r>
            <a:r>
              <a:rPr lang="ro-RO" sz="28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;</a:t>
            </a:r>
          </a:p>
          <a:p>
            <a:pPr marL="1371600" lvl="2" indent="-457200">
              <a:buFontTx/>
              <a:buChar char="-"/>
            </a:pPr>
            <a:r>
              <a:rPr lang="en-US" sz="2800" b="1" dirty="0" err="1">
                <a:solidFill>
                  <a:schemeClr val="accent6">
                    <a:lumMod val="40000"/>
                    <a:lumOff val="60000"/>
                  </a:schemeClr>
                </a:solidFill>
              </a:rPr>
              <a:t>Extinderea</a:t>
            </a:r>
            <a:r>
              <a:rPr lang="en-US" sz="28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</a:t>
            </a:r>
            <a:r>
              <a:rPr lang="ro-RO" sz="28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capacitații de numărare</a:t>
            </a:r>
            <a:endParaRPr lang="en-US" sz="2800" b="1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marL="1371600" lvl="2" indent="-457200">
              <a:buFontTx/>
              <a:buChar char="-"/>
            </a:pPr>
            <a:r>
              <a:rPr lang="ro-RO" sz="28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Implementarea divizoarelor de frecvență cu factor fix</a:t>
            </a:r>
            <a:endParaRPr lang="en-US" sz="2800" b="1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lvl="2"/>
            <a:r>
              <a:rPr lang="ro-RO" sz="28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    (</a:t>
            </a:r>
            <a:r>
              <a:rPr lang="ro-RO" sz="2800" i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recapitulare</a:t>
            </a:r>
            <a:r>
              <a:rPr lang="ro-RO" sz="28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)</a:t>
            </a:r>
          </a:p>
          <a:p>
            <a:pPr marL="457200" indent="-457200">
              <a:buFontTx/>
              <a:buChar char="-"/>
            </a:pPr>
            <a:r>
              <a:rPr lang="ro-RO" sz="2800" b="1" dirty="0">
                <a:solidFill>
                  <a:srgbClr val="0000FF"/>
                </a:solidFill>
              </a:rPr>
              <a:t>Numărătoare sincrone</a:t>
            </a:r>
          </a:p>
          <a:p>
            <a:pPr marL="1371600" lvl="2" indent="-457200">
              <a:buFontTx/>
              <a:buChar char="-"/>
            </a:pPr>
            <a:r>
              <a:rPr lang="ro-RO" sz="28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Structură internă;</a:t>
            </a:r>
          </a:p>
          <a:p>
            <a:pPr marL="1371600" lvl="2" indent="-457200">
              <a:buFontTx/>
              <a:buChar char="-"/>
            </a:pPr>
            <a:r>
              <a:rPr lang="ro-RO" sz="2800" b="1" dirty="0"/>
              <a:t>Facilități suplimentare (</a:t>
            </a:r>
            <a:r>
              <a:rPr lang="ro-RO" sz="2800" i="1" dirty="0"/>
              <a:t>validarea numărării; încărcare paralelă; semnalizare umplere/golire</a:t>
            </a:r>
            <a:r>
              <a:rPr lang="ro-RO" sz="2800" b="1" dirty="0"/>
              <a:t>);</a:t>
            </a:r>
          </a:p>
          <a:p>
            <a:pPr marL="1371600" lvl="2" indent="-457200">
              <a:buFontTx/>
              <a:buChar char="-"/>
            </a:pPr>
            <a:r>
              <a:rPr lang="ro-RO" sz="28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Exemple tipice de numărătoare sincrone;</a:t>
            </a:r>
          </a:p>
          <a:p>
            <a:pPr marL="1371600" lvl="2" indent="-457200">
              <a:buFontTx/>
              <a:buChar char="-"/>
            </a:pPr>
            <a:r>
              <a:rPr lang="ro-RO" sz="28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Extinderea capacității de numărare;</a:t>
            </a:r>
          </a:p>
        </p:txBody>
      </p:sp>
    </p:spTree>
    <p:extLst>
      <p:ext uri="{BB962C8B-B14F-4D97-AF65-F5344CB8AC3E}">
        <p14:creationId xmlns:p14="http://schemas.microsoft.com/office/powerpoint/2010/main" val="11407453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reptunghi 6">
            <a:extLst>
              <a:ext uri="{FF2B5EF4-FFF2-40B4-BE49-F238E27FC236}">
                <a16:creationId xmlns:a16="http://schemas.microsoft.com/office/drawing/2014/main" id="{BDC82CF2-ED3F-426D-B411-2F6013A954EB}"/>
              </a:ext>
            </a:extLst>
          </p:cNvPr>
          <p:cNvSpPr/>
          <p:nvPr/>
        </p:nvSpPr>
        <p:spPr>
          <a:xfrm>
            <a:off x="518221" y="228635"/>
            <a:ext cx="1033260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</a:rPr>
              <a:t>Num</a:t>
            </a:r>
            <a:r>
              <a:rPr lang="ro-RO" sz="2400" b="1" dirty="0" err="1">
                <a:solidFill>
                  <a:srgbClr val="0000FF"/>
                </a:solidFill>
              </a:rPr>
              <a:t>ărătoare</a:t>
            </a:r>
            <a:r>
              <a:rPr lang="ro-RO" sz="2400" b="1" dirty="0">
                <a:solidFill>
                  <a:srgbClr val="0000FF"/>
                </a:solidFill>
              </a:rPr>
              <a:t> binare sincrone – </a:t>
            </a:r>
            <a:r>
              <a:rPr lang="ro-RO" sz="2400" b="1" dirty="0">
                <a:solidFill>
                  <a:srgbClr val="FF0000"/>
                </a:solidFill>
              </a:rPr>
              <a:t>Facilități suplimentare  </a:t>
            </a:r>
          </a:p>
        </p:txBody>
      </p:sp>
      <p:pic>
        <p:nvPicPr>
          <p:cNvPr id="2" name="Imagine 1">
            <a:extLst>
              <a:ext uri="{FF2B5EF4-FFF2-40B4-BE49-F238E27FC236}">
                <a16:creationId xmlns:a16="http://schemas.microsoft.com/office/drawing/2014/main" id="{D6CF581D-593C-4794-AD41-90C02328AD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82" y="960147"/>
            <a:ext cx="11582340" cy="2312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9518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reptunghi 6">
            <a:extLst>
              <a:ext uri="{FF2B5EF4-FFF2-40B4-BE49-F238E27FC236}">
                <a16:creationId xmlns:a16="http://schemas.microsoft.com/office/drawing/2014/main" id="{BDC82CF2-ED3F-426D-B411-2F6013A954EB}"/>
              </a:ext>
            </a:extLst>
          </p:cNvPr>
          <p:cNvSpPr/>
          <p:nvPr/>
        </p:nvSpPr>
        <p:spPr>
          <a:xfrm>
            <a:off x="518221" y="228635"/>
            <a:ext cx="1033260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</a:rPr>
              <a:t>Num</a:t>
            </a:r>
            <a:r>
              <a:rPr lang="ro-RO" sz="2400" b="1" dirty="0" err="1">
                <a:solidFill>
                  <a:srgbClr val="0000FF"/>
                </a:solidFill>
              </a:rPr>
              <a:t>ărătoare</a:t>
            </a:r>
            <a:r>
              <a:rPr lang="ro-RO" sz="2400" b="1" dirty="0">
                <a:solidFill>
                  <a:srgbClr val="0000FF"/>
                </a:solidFill>
              </a:rPr>
              <a:t> binare sincrone – </a:t>
            </a:r>
            <a:r>
              <a:rPr lang="ro-RO" sz="2400" b="1" dirty="0">
                <a:solidFill>
                  <a:srgbClr val="FF0000"/>
                </a:solidFill>
              </a:rPr>
              <a:t>Facilități suplimentare  </a:t>
            </a:r>
          </a:p>
        </p:txBody>
      </p:sp>
      <p:pic>
        <p:nvPicPr>
          <p:cNvPr id="2" name="Imagine 1">
            <a:extLst>
              <a:ext uri="{FF2B5EF4-FFF2-40B4-BE49-F238E27FC236}">
                <a16:creationId xmlns:a16="http://schemas.microsoft.com/office/drawing/2014/main" id="{DEFA1751-ECA9-4182-BEC7-2536F4046C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43" y="777269"/>
            <a:ext cx="11446013" cy="3359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6541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reptunghi 6">
            <a:extLst>
              <a:ext uri="{FF2B5EF4-FFF2-40B4-BE49-F238E27FC236}">
                <a16:creationId xmlns:a16="http://schemas.microsoft.com/office/drawing/2014/main" id="{BDC82CF2-ED3F-426D-B411-2F6013A954EB}"/>
              </a:ext>
            </a:extLst>
          </p:cNvPr>
          <p:cNvSpPr/>
          <p:nvPr/>
        </p:nvSpPr>
        <p:spPr>
          <a:xfrm>
            <a:off x="518221" y="228635"/>
            <a:ext cx="1033260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</a:rPr>
              <a:t>Num</a:t>
            </a:r>
            <a:r>
              <a:rPr lang="ro-RO" sz="2400" b="1" dirty="0" err="1">
                <a:solidFill>
                  <a:srgbClr val="0000FF"/>
                </a:solidFill>
              </a:rPr>
              <a:t>ărătoare</a:t>
            </a:r>
            <a:r>
              <a:rPr lang="ro-RO" sz="2400" b="1" dirty="0">
                <a:solidFill>
                  <a:srgbClr val="0000FF"/>
                </a:solidFill>
              </a:rPr>
              <a:t> binare sincrone – </a:t>
            </a:r>
            <a:r>
              <a:rPr lang="ro-RO" sz="2400" b="1" dirty="0">
                <a:solidFill>
                  <a:srgbClr val="FF0000"/>
                </a:solidFill>
              </a:rPr>
              <a:t>Facilități suplimentare  </a:t>
            </a:r>
          </a:p>
        </p:txBody>
      </p:sp>
      <p:pic>
        <p:nvPicPr>
          <p:cNvPr id="2" name="Imagine 1">
            <a:extLst>
              <a:ext uri="{FF2B5EF4-FFF2-40B4-BE49-F238E27FC236}">
                <a16:creationId xmlns:a16="http://schemas.microsoft.com/office/drawing/2014/main" id="{287C6CDC-735F-4F17-B177-26A5F5972D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43" y="685830"/>
            <a:ext cx="11490901" cy="606191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Cerneală 4">
                <a:extLst>
                  <a:ext uri="{FF2B5EF4-FFF2-40B4-BE49-F238E27FC236}">
                    <a16:creationId xmlns:a16="http://schemas.microsoft.com/office/drawing/2014/main" id="{71DB6515-EB6A-461C-8383-2EA27BA4185A}"/>
                  </a:ext>
                </a:extLst>
              </p14:cNvPr>
              <p14:cNvContentPartPr/>
              <p14:nvPr/>
            </p14:nvContentPartPr>
            <p14:xfrm>
              <a:off x="421389" y="6251305"/>
              <a:ext cx="930600" cy="563760"/>
            </p14:xfrm>
          </p:contentPart>
        </mc:Choice>
        <mc:Fallback xmlns="">
          <p:pic>
            <p:nvPicPr>
              <p:cNvPr id="5" name="Cerneală 4">
                <a:extLst>
                  <a:ext uri="{FF2B5EF4-FFF2-40B4-BE49-F238E27FC236}">
                    <a16:creationId xmlns:a16="http://schemas.microsoft.com/office/drawing/2014/main" id="{71DB6515-EB6A-461C-8383-2EA27BA4185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03389" y="6233665"/>
                <a:ext cx="966240" cy="599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20199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7" name="Cerneală 16">
                <a:extLst>
                  <a:ext uri="{FF2B5EF4-FFF2-40B4-BE49-F238E27FC236}">
                    <a16:creationId xmlns:a16="http://schemas.microsoft.com/office/drawing/2014/main" id="{A255A1D5-0AFA-4FFE-9338-0632D8AA8E48}"/>
                  </a:ext>
                </a:extLst>
              </p14:cNvPr>
              <p14:cNvContentPartPr/>
              <p14:nvPr/>
            </p14:nvContentPartPr>
            <p14:xfrm>
              <a:off x="630549" y="691825"/>
              <a:ext cx="253080" cy="462240"/>
            </p14:xfrm>
          </p:contentPart>
        </mc:Choice>
        <mc:Fallback xmlns="">
          <p:pic>
            <p:nvPicPr>
              <p:cNvPr id="17" name="Cerneală 16">
                <a:extLst>
                  <a:ext uri="{FF2B5EF4-FFF2-40B4-BE49-F238E27FC236}">
                    <a16:creationId xmlns:a16="http://schemas.microsoft.com/office/drawing/2014/main" id="{A255A1D5-0AFA-4FFE-9338-0632D8AA8E4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12909" y="673825"/>
                <a:ext cx="288720" cy="49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2" name="Cerneală 21">
                <a:extLst>
                  <a:ext uri="{FF2B5EF4-FFF2-40B4-BE49-F238E27FC236}">
                    <a16:creationId xmlns:a16="http://schemas.microsoft.com/office/drawing/2014/main" id="{AB14E53F-1632-4504-998B-7461418DF4DE}"/>
                  </a:ext>
                </a:extLst>
              </p14:cNvPr>
              <p14:cNvContentPartPr/>
              <p14:nvPr/>
            </p14:nvContentPartPr>
            <p14:xfrm>
              <a:off x="1196109" y="597145"/>
              <a:ext cx="885600" cy="376560"/>
            </p14:xfrm>
          </p:contentPart>
        </mc:Choice>
        <mc:Fallback xmlns="">
          <p:pic>
            <p:nvPicPr>
              <p:cNvPr id="22" name="Cerneală 21">
                <a:extLst>
                  <a:ext uri="{FF2B5EF4-FFF2-40B4-BE49-F238E27FC236}">
                    <a16:creationId xmlns:a16="http://schemas.microsoft.com/office/drawing/2014/main" id="{AB14E53F-1632-4504-998B-7461418DF4D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78109" y="579505"/>
                <a:ext cx="921240" cy="41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7" name="Cerneală 26">
                <a:extLst>
                  <a:ext uri="{FF2B5EF4-FFF2-40B4-BE49-F238E27FC236}">
                    <a16:creationId xmlns:a16="http://schemas.microsoft.com/office/drawing/2014/main" id="{F5EA668F-1980-4CE3-91B2-2E0C26CC1C9F}"/>
                  </a:ext>
                </a:extLst>
              </p14:cNvPr>
              <p14:cNvContentPartPr/>
              <p14:nvPr/>
            </p14:nvContentPartPr>
            <p14:xfrm>
              <a:off x="2596869" y="726385"/>
              <a:ext cx="2043720" cy="226800"/>
            </p14:xfrm>
          </p:contentPart>
        </mc:Choice>
        <mc:Fallback xmlns="">
          <p:pic>
            <p:nvPicPr>
              <p:cNvPr id="27" name="Cerneală 26">
                <a:extLst>
                  <a:ext uri="{FF2B5EF4-FFF2-40B4-BE49-F238E27FC236}">
                    <a16:creationId xmlns:a16="http://schemas.microsoft.com/office/drawing/2014/main" id="{F5EA668F-1980-4CE3-91B2-2E0C26CC1C9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578872" y="708385"/>
                <a:ext cx="2079354" cy="26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8" name="Cerneală 27">
                <a:extLst>
                  <a:ext uri="{FF2B5EF4-FFF2-40B4-BE49-F238E27FC236}">
                    <a16:creationId xmlns:a16="http://schemas.microsoft.com/office/drawing/2014/main" id="{491C9C0D-CA20-4AC0-89DD-70394197DA3A}"/>
                  </a:ext>
                </a:extLst>
              </p14:cNvPr>
              <p14:cNvContentPartPr/>
              <p14:nvPr/>
            </p14:nvContentPartPr>
            <p14:xfrm>
              <a:off x="1664829" y="1520545"/>
              <a:ext cx="330120" cy="17640"/>
            </p14:xfrm>
          </p:contentPart>
        </mc:Choice>
        <mc:Fallback xmlns="">
          <p:pic>
            <p:nvPicPr>
              <p:cNvPr id="28" name="Cerneală 27">
                <a:extLst>
                  <a:ext uri="{FF2B5EF4-FFF2-40B4-BE49-F238E27FC236}">
                    <a16:creationId xmlns:a16="http://schemas.microsoft.com/office/drawing/2014/main" id="{491C9C0D-CA20-4AC0-89DD-70394197DA3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646829" y="1502905"/>
                <a:ext cx="365760" cy="5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2" name="Cerneală 31">
                <a:extLst>
                  <a:ext uri="{FF2B5EF4-FFF2-40B4-BE49-F238E27FC236}">
                    <a16:creationId xmlns:a16="http://schemas.microsoft.com/office/drawing/2014/main" id="{CF7A5126-7988-4EF4-A0E4-93E51A2F2842}"/>
                  </a:ext>
                </a:extLst>
              </p14:cNvPr>
              <p14:cNvContentPartPr/>
              <p14:nvPr/>
            </p14:nvContentPartPr>
            <p14:xfrm>
              <a:off x="2295189" y="1241545"/>
              <a:ext cx="465840" cy="28440"/>
            </p14:xfrm>
          </p:contentPart>
        </mc:Choice>
        <mc:Fallback xmlns="">
          <p:pic>
            <p:nvPicPr>
              <p:cNvPr id="32" name="Cerneală 31">
                <a:extLst>
                  <a:ext uri="{FF2B5EF4-FFF2-40B4-BE49-F238E27FC236}">
                    <a16:creationId xmlns:a16="http://schemas.microsoft.com/office/drawing/2014/main" id="{CF7A5126-7988-4EF4-A0E4-93E51A2F284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277549" y="1223545"/>
                <a:ext cx="501480" cy="6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8" name="Cerneală 37">
                <a:extLst>
                  <a:ext uri="{FF2B5EF4-FFF2-40B4-BE49-F238E27FC236}">
                    <a16:creationId xmlns:a16="http://schemas.microsoft.com/office/drawing/2014/main" id="{C4128756-438F-4865-88FF-81D8CC833ACC}"/>
                  </a:ext>
                </a:extLst>
              </p14:cNvPr>
              <p14:cNvContentPartPr/>
              <p14:nvPr/>
            </p14:nvContentPartPr>
            <p14:xfrm>
              <a:off x="5158989" y="1397785"/>
              <a:ext cx="362160" cy="156600"/>
            </p14:xfrm>
          </p:contentPart>
        </mc:Choice>
        <mc:Fallback xmlns="">
          <p:pic>
            <p:nvPicPr>
              <p:cNvPr id="38" name="Cerneală 37">
                <a:extLst>
                  <a:ext uri="{FF2B5EF4-FFF2-40B4-BE49-F238E27FC236}">
                    <a16:creationId xmlns:a16="http://schemas.microsoft.com/office/drawing/2014/main" id="{C4128756-438F-4865-88FF-81D8CC833AC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140989" y="1379785"/>
                <a:ext cx="397800" cy="19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44" name="Cerneală 43">
                <a:extLst>
                  <a:ext uri="{FF2B5EF4-FFF2-40B4-BE49-F238E27FC236}">
                    <a16:creationId xmlns:a16="http://schemas.microsoft.com/office/drawing/2014/main" id="{B9C71E87-0000-4711-AB27-B4DA985C9B00}"/>
                  </a:ext>
                </a:extLst>
              </p14:cNvPr>
              <p14:cNvContentPartPr/>
              <p14:nvPr/>
            </p14:nvContentPartPr>
            <p14:xfrm>
              <a:off x="4191669" y="1371505"/>
              <a:ext cx="401760" cy="196920"/>
            </p14:xfrm>
          </p:contentPart>
        </mc:Choice>
        <mc:Fallback xmlns="">
          <p:pic>
            <p:nvPicPr>
              <p:cNvPr id="44" name="Cerneală 43">
                <a:extLst>
                  <a:ext uri="{FF2B5EF4-FFF2-40B4-BE49-F238E27FC236}">
                    <a16:creationId xmlns:a16="http://schemas.microsoft.com/office/drawing/2014/main" id="{B9C71E87-0000-4711-AB27-B4DA985C9B00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173653" y="1353505"/>
                <a:ext cx="437432" cy="23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45" name="Cerneală 44">
                <a:extLst>
                  <a:ext uri="{FF2B5EF4-FFF2-40B4-BE49-F238E27FC236}">
                    <a16:creationId xmlns:a16="http://schemas.microsoft.com/office/drawing/2014/main" id="{2503419B-BD0B-433E-98CF-B0C4867BB079}"/>
                  </a:ext>
                </a:extLst>
              </p14:cNvPr>
              <p14:cNvContentPartPr/>
              <p14:nvPr/>
            </p14:nvContentPartPr>
            <p14:xfrm>
              <a:off x="2323989" y="1356745"/>
              <a:ext cx="1171080" cy="234720"/>
            </p14:xfrm>
          </p:contentPart>
        </mc:Choice>
        <mc:Fallback xmlns="">
          <p:pic>
            <p:nvPicPr>
              <p:cNvPr id="45" name="Cerneală 44">
                <a:extLst>
                  <a:ext uri="{FF2B5EF4-FFF2-40B4-BE49-F238E27FC236}">
                    <a16:creationId xmlns:a16="http://schemas.microsoft.com/office/drawing/2014/main" id="{2503419B-BD0B-433E-98CF-B0C4867BB079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306344" y="1339105"/>
                <a:ext cx="1206731" cy="27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53" name="Cerneală 52">
                <a:extLst>
                  <a:ext uri="{FF2B5EF4-FFF2-40B4-BE49-F238E27FC236}">
                    <a16:creationId xmlns:a16="http://schemas.microsoft.com/office/drawing/2014/main" id="{3768D0E2-B214-429E-BC6D-F76872E7F138}"/>
                  </a:ext>
                </a:extLst>
              </p14:cNvPr>
              <p14:cNvContentPartPr/>
              <p14:nvPr/>
            </p14:nvContentPartPr>
            <p14:xfrm>
              <a:off x="8542269" y="1287985"/>
              <a:ext cx="2048400" cy="324000"/>
            </p14:xfrm>
          </p:contentPart>
        </mc:Choice>
        <mc:Fallback xmlns="">
          <p:pic>
            <p:nvPicPr>
              <p:cNvPr id="53" name="Cerneală 52">
                <a:extLst>
                  <a:ext uri="{FF2B5EF4-FFF2-40B4-BE49-F238E27FC236}">
                    <a16:creationId xmlns:a16="http://schemas.microsoft.com/office/drawing/2014/main" id="{3768D0E2-B214-429E-BC6D-F76872E7F138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524269" y="1270005"/>
                <a:ext cx="2084040" cy="35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54" name="Cerneală 53">
                <a:extLst>
                  <a:ext uri="{FF2B5EF4-FFF2-40B4-BE49-F238E27FC236}">
                    <a16:creationId xmlns:a16="http://schemas.microsoft.com/office/drawing/2014/main" id="{B84C6FBF-799A-438A-8F90-6516D3ED5A89}"/>
                  </a:ext>
                </a:extLst>
              </p14:cNvPr>
              <p14:cNvContentPartPr/>
              <p14:nvPr/>
            </p14:nvContentPartPr>
            <p14:xfrm>
              <a:off x="5861349" y="1194025"/>
              <a:ext cx="2092680" cy="557640"/>
            </p14:xfrm>
          </p:contentPart>
        </mc:Choice>
        <mc:Fallback xmlns="">
          <p:pic>
            <p:nvPicPr>
              <p:cNvPr id="54" name="Cerneală 53">
                <a:extLst>
                  <a:ext uri="{FF2B5EF4-FFF2-40B4-BE49-F238E27FC236}">
                    <a16:creationId xmlns:a16="http://schemas.microsoft.com/office/drawing/2014/main" id="{B84C6FBF-799A-438A-8F90-6516D3ED5A89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843709" y="1176037"/>
                <a:ext cx="2128320" cy="59325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58" name="Cerneală 57">
                <a:extLst>
                  <a:ext uri="{FF2B5EF4-FFF2-40B4-BE49-F238E27FC236}">
                    <a16:creationId xmlns:a16="http://schemas.microsoft.com/office/drawing/2014/main" id="{5DC7A207-1F39-439C-A52B-10626EF62D4F}"/>
                  </a:ext>
                </a:extLst>
              </p14:cNvPr>
              <p14:cNvContentPartPr/>
              <p14:nvPr/>
            </p14:nvContentPartPr>
            <p14:xfrm>
              <a:off x="918549" y="2260705"/>
              <a:ext cx="535320" cy="15120"/>
            </p14:xfrm>
          </p:contentPart>
        </mc:Choice>
        <mc:Fallback xmlns="">
          <p:pic>
            <p:nvPicPr>
              <p:cNvPr id="58" name="Cerneală 57">
                <a:extLst>
                  <a:ext uri="{FF2B5EF4-FFF2-40B4-BE49-F238E27FC236}">
                    <a16:creationId xmlns:a16="http://schemas.microsoft.com/office/drawing/2014/main" id="{5DC7A207-1F39-439C-A52B-10626EF62D4F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900549" y="2243065"/>
                <a:ext cx="570960" cy="5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67" name="Cerneală 66">
                <a:extLst>
                  <a:ext uri="{FF2B5EF4-FFF2-40B4-BE49-F238E27FC236}">
                    <a16:creationId xmlns:a16="http://schemas.microsoft.com/office/drawing/2014/main" id="{E8A23CB4-371F-435D-A69F-33C87AEEEAF2}"/>
                  </a:ext>
                </a:extLst>
              </p14:cNvPr>
              <p14:cNvContentPartPr/>
              <p14:nvPr/>
            </p14:nvContentPartPr>
            <p14:xfrm>
              <a:off x="963189" y="2377345"/>
              <a:ext cx="372240" cy="280080"/>
            </p14:xfrm>
          </p:contentPart>
        </mc:Choice>
        <mc:Fallback xmlns="">
          <p:pic>
            <p:nvPicPr>
              <p:cNvPr id="67" name="Cerneală 66">
                <a:extLst>
                  <a:ext uri="{FF2B5EF4-FFF2-40B4-BE49-F238E27FC236}">
                    <a16:creationId xmlns:a16="http://schemas.microsoft.com/office/drawing/2014/main" id="{E8A23CB4-371F-435D-A69F-33C87AEEEAF2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945189" y="2359345"/>
                <a:ext cx="407880" cy="31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75" name="Cerneală 74">
                <a:extLst>
                  <a:ext uri="{FF2B5EF4-FFF2-40B4-BE49-F238E27FC236}">
                    <a16:creationId xmlns:a16="http://schemas.microsoft.com/office/drawing/2014/main" id="{DF9838B3-8C0A-4E49-A5CD-788D49B4A985}"/>
                  </a:ext>
                </a:extLst>
              </p14:cNvPr>
              <p14:cNvContentPartPr/>
              <p14:nvPr/>
            </p14:nvContentPartPr>
            <p14:xfrm>
              <a:off x="2410749" y="1905385"/>
              <a:ext cx="7179120" cy="1090080"/>
            </p14:xfrm>
          </p:contentPart>
        </mc:Choice>
        <mc:Fallback xmlns="">
          <p:pic>
            <p:nvPicPr>
              <p:cNvPr id="75" name="Cerneală 74">
                <a:extLst>
                  <a:ext uri="{FF2B5EF4-FFF2-40B4-BE49-F238E27FC236}">
                    <a16:creationId xmlns:a16="http://schemas.microsoft.com/office/drawing/2014/main" id="{DF9838B3-8C0A-4E49-A5CD-788D49B4A985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393109" y="1887385"/>
                <a:ext cx="7214760" cy="112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76" name="Cerneală 75">
                <a:extLst>
                  <a:ext uri="{FF2B5EF4-FFF2-40B4-BE49-F238E27FC236}">
                    <a16:creationId xmlns:a16="http://schemas.microsoft.com/office/drawing/2014/main" id="{C9D1D4E9-211F-4893-B3B6-D4F555512DD9}"/>
                  </a:ext>
                </a:extLst>
              </p14:cNvPr>
              <p14:cNvContentPartPr/>
              <p14:nvPr/>
            </p14:nvContentPartPr>
            <p14:xfrm>
              <a:off x="1565469" y="3099145"/>
              <a:ext cx="148320" cy="529560"/>
            </p14:xfrm>
          </p:contentPart>
        </mc:Choice>
        <mc:Fallback xmlns="">
          <p:pic>
            <p:nvPicPr>
              <p:cNvPr id="76" name="Cerneală 75">
                <a:extLst>
                  <a:ext uri="{FF2B5EF4-FFF2-40B4-BE49-F238E27FC236}">
                    <a16:creationId xmlns:a16="http://schemas.microsoft.com/office/drawing/2014/main" id="{C9D1D4E9-211F-4893-B3B6-D4F555512DD9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547469" y="3081145"/>
                <a:ext cx="183960" cy="56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79" name="Cerneală 78">
                <a:extLst>
                  <a:ext uri="{FF2B5EF4-FFF2-40B4-BE49-F238E27FC236}">
                    <a16:creationId xmlns:a16="http://schemas.microsoft.com/office/drawing/2014/main" id="{F043B3FB-2107-4826-85F8-BC809B0E2602}"/>
                  </a:ext>
                </a:extLst>
              </p14:cNvPr>
              <p14:cNvContentPartPr/>
              <p14:nvPr/>
            </p14:nvContentPartPr>
            <p14:xfrm>
              <a:off x="1962909" y="3190225"/>
              <a:ext cx="490680" cy="367920"/>
            </p14:xfrm>
          </p:contentPart>
        </mc:Choice>
        <mc:Fallback xmlns="">
          <p:pic>
            <p:nvPicPr>
              <p:cNvPr id="79" name="Cerneală 78">
                <a:extLst>
                  <a:ext uri="{FF2B5EF4-FFF2-40B4-BE49-F238E27FC236}">
                    <a16:creationId xmlns:a16="http://schemas.microsoft.com/office/drawing/2014/main" id="{F043B3FB-2107-4826-85F8-BC809B0E2602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945269" y="3172585"/>
                <a:ext cx="526320" cy="40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92" name="Cerneală 91">
                <a:extLst>
                  <a:ext uri="{FF2B5EF4-FFF2-40B4-BE49-F238E27FC236}">
                    <a16:creationId xmlns:a16="http://schemas.microsoft.com/office/drawing/2014/main" id="{54293785-8ACB-4E7B-9D37-EBF765E5E725}"/>
                  </a:ext>
                </a:extLst>
              </p14:cNvPr>
              <p14:cNvContentPartPr/>
              <p14:nvPr/>
            </p14:nvContentPartPr>
            <p14:xfrm>
              <a:off x="8011629" y="3186265"/>
              <a:ext cx="310320" cy="306360"/>
            </p14:xfrm>
          </p:contentPart>
        </mc:Choice>
        <mc:Fallback xmlns="">
          <p:pic>
            <p:nvPicPr>
              <p:cNvPr id="92" name="Cerneală 91">
                <a:extLst>
                  <a:ext uri="{FF2B5EF4-FFF2-40B4-BE49-F238E27FC236}">
                    <a16:creationId xmlns:a16="http://schemas.microsoft.com/office/drawing/2014/main" id="{54293785-8ACB-4E7B-9D37-EBF765E5E725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7993629" y="3168265"/>
                <a:ext cx="345960" cy="34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06" name="Cerneală 105">
                <a:extLst>
                  <a:ext uri="{FF2B5EF4-FFF2-40B4-BE49-F238E27FC236}">
                    <a16:creationId xmlns:a16="http://schemas.microsoft.com/office/drawing/2014/main" id="{7449B62D-BCE3-447E-922E-BE92497F0022}"/>
                  </a:ext>
                </a:extLst>
              </p14:cNvPr>
              <p14:cNvContentPartPr/>
              <p14:nvPr/>
            </p14:nvContentPartPr>
            <p14:xfrm>
              <a:off x="10784349" y="3009865"/>
              <a:ext cx="473040" cy="507960"/>
            </p14:xfrm>
          </p:contentPart>
        </mc:Choice>
        <mc:Fallback xmlns="">
          <p:pic>
            <p:nvPicPr>
              <p:cNvPr id="106" name="Cerneală 105">
                <a:extLst>
                  <a:ext uri="{FF2B5EF4-FFF2-40B4-BE49-F238E27FC236}">
                    <a16:creationId xmlns:a16="http://schemas.microsoft.com/office/drawing/2014/main" id="{7449B62D-BCE3-447E-922E-BE92497F0022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0766363" y="2991865"/>
                <a:ext cx="508653" cy="54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07" name="Cerneală 106">
                <a:extLst>
                  <a:ext uri="{FF2B5EF4-FFF2-40B4-BE49-F238E27FC236}">
                    <a16:creationId xmlns:a16="http://schemas.microsoft.com/office/drawing/2014/main" id="{7F245456-44A7-4D89-9E3A-1D91E134057E}"/>
                  </a:ext>
                </a:extLst>
              </p14:cNvPr>
              <p14:cNvContentPartPr/>
              <p14:nvPr/>
            </p14:nvContentPartPr>
            <p14:xfrm>
              <a:off x="8787429" y="3135865"/>
              <a:ext cx="1672560" cy="390600"/>
            </p14:xfrm>
          </p:contentPart>
        </mc:Choice>
        <mc:Fallback xmlns="">
          <p:pic>
            <p:nvPicPr>
              <p:cNvPr id="107" name="Cerneală 106">
                <a:extLst>
                  <a:ext uri="{FF2B5EF4-FFF2-40B4-BE49-F238E27FC236}">
                    <a16:creationId xmlns:a16="http://schemas.microsoft.com/office/drawing/2014/main" id="{7F245456-44A7-4D89-9E3A-1D91E134057E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8769789" y="3118225"/>
                <a:ext cx="1708200" cy="42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08" name="Cerneală 107">
                <a:extLst>
                  <a:ext uri="{FF2B5EF4-FFF2-40B4-BE49-F238E27FC236}">
                    <a16:creationId xmlns:a16="http://schemas.microsoft.com/office/drawing/2014/main" id="{F2F93C9D-8F9D-4FEB-BD5E-F26C59AC1552}"/>
                  </a:ext>
                </a:extLst>
              </p14:cNvPr>
              <p14:cNvContentPartPr/>
              <p14:nvPr/>
            </p14:nvContentPartPr>
            <p14:xfrm>
              <a:off x="5018949" y="3081145"/>
              <a:ext cx="2561040" cy="454320"/>
            </p14:xfrm>
          </p:contentPart>
        </mc:Choice>
        <mc:Fallback xmlns="">
          <p:pic>
            <p:nvPicPr>
              <p:cNvPr id="108" name="Cerneală 107">
                <a:extLst>
                  <a:ext uri="{FF2B5EF4-FFF2-40B4-BE49-F238E27FC236}">
                    <a16:creationId xmlns:a16="http://schemas.microsoft.com/office/drawing/2014/main" id="{F2F93C9D-8F9D-4FEB-BD5E-F26C59AC1552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5000952" y="3063505"/>
                <a:ext cx="2596675" cy="48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09" name="Cerneală 108">
                <a:extLst>
                  <a:ext uri="{FF2B5EF4-FFF2-40B4-BE49-F238E27FC236}">
                    <a16:creationId xmlns:a16="http://schemas.microsoft.com/office/drawing/2014/main" id="{52FC3FB0-874E-427D-88CE-647CBD4146A2}"/>
                  </a:ext>
                </a:extLst>
              </p14:cNvPr>
              <p14:cNvContentPartPr/>
              <p14:nvPr/>
            </p14:nvContentPartPr>
            <p14:xfrm>
              <a:off x="2916189" y="3124345"/>
              <a:ext cx="1574640" cy="393840"/>
            </p14:xfrm>
          </p:contentPart>
        </mc:Choice>
        <mc:Fallback xmlns="">
          <p:pic>
            <p:nvPicPr>
              <p:cNvPr id="109" name="Cerneală 108">
                <a:extLst>
                  <a:ext uri="{FF2B5EF4-FFF2-40B4-BE49-F238E27FC236}">
                    <a16:creationId xmlns:a16="http://schemas.microsoft.com/office/drawing/2014/main" id="{52FC3FB0-874E-427D-88CE-647CBD4146A2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2898545" y="3106705"/>
                <a:ext cx="1610288" cy="42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11" name="Cerneală 110">
                <a:extLst>
                  <a:ext uri="{FF2B5EF4-FFF2-40B4-BE49-F238E27FC236}">
                    <a16:creationId xmlns:a16="http://schemas.microsoft.com/office/drawing/2014/main" id="{A1561722-5074-4FF5-A999-93E217A54C85}"/>
                  </a:ext>
                </a:extLst>
              </p14:cNvPr>
              <p14:cNvContentPartPr/>
              <p14:nvPr/>
            </p14:nvContentPartPr>
            <p14:xfrm>
              <a:off x="11559789" y="3086545"/>
              <a:ext cx="657720" cy="520560"/>
            </p14:xfrm>
          </p:contentPart>
        </mc:Choice>
        <mc:Fallback xmlns="">
          <p:pic>
            <p:nvPicPr>
              <p:cNvPr id="111" name="Cerneală 110">
                <a:extLst>
                  <a:ext uri="{FF2B5EF4-FFF2-40B4-BE49-F238E27FC236}">
                    <a16:creationId xmlns:a16="http://schemas.microsoft.com/office/drawing/2014/main" id="{A1561722-5074-4FF5-A999-93E217A54C85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1542149" y="3068545"/>
                <a:ext cx="693360" cy="556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73878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08" name="Cerneală 107">
                <a:extLst>
                  <a:ext uri="{FF2B5EF4-FFF2-40B4-BE49-F238E27FC236}">
                    <a16:creationId xmlns:a16="http://schemas.microsoft.com/office/drawing/2014/main" id="{6E9FA164-8B50-4515-BD3E-15F2A002E8D6}"/>
                  </a:ext>
                </a:extLst>
              </p14:cNvPr>
              <p14:cNvContentPartPr/>
              <p14:nvPr/>
            </p14:nvContentPartPr>
            <p14:xfrm>
              <a:off x="884349" y="6147985"/>
              <a:ext cx="1937160" cy="470160"/>
            </p14:xfrm>
          </p:contentPart>
        </mc:Choice>
        <mc:Fallback xmlns="">
          <p:pic>
            <p:nvPicPr>
              <p:cNvPr id="108" name="Cerneală 107">
                <a:extLst>
                  <a:ext uri="{FF2B5EF4-FFF2-40B4-BE49-F238E27FC236}">
                    <a16:creationId xmlns:a16="http://schemas.microsoft.com/office/drawing/2014/main" id="{6E9FA164-8B50-4515-BD3E-15F2A002E8D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66349" y="6129985"/>
                <a:ext cx="1972800" cy="50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9" name="Cerneală 108">
                <a:extLst>
                  <a:ext uri="{FF2B5EF4-FFF2-40B4-BE49-F238E27FC236}">
                    <a16:creationId xmlns:a16="http://schemas.microsoft.com/office/drawing/2014/main" id="{FAC98B24-4AA3-4732-B0F1-459B9DDF9841}"/>
                  </a:ext>
                </a:extLst>
              </p14:cNvPr>
              <p14:cNvContentPartPr/>
              <p14:nvPr/>
            </p14:nvContentPartPr>
            <p14:xfrm>
              <a:off x="1083789" y="5702305"/>
              <a:ext cx="2458800" cy="317880"/>
            </p14:xfrm>
          </p:contentPart>
        </mc:Choice>
        <mc:Fallback xmlns="">
          <p:pic>
            <p:nvPicPr>
              <p:cNvPr id="109" name="Cerneală 108">
                <a:extLst>
                  <a:ext uri="{FF2B5EF4-FFF2-40B4-BE49-F238E27FC236}">
                    <a16:creationId xmlns:a16="http://schemas.microsoft.com/office/drawing/2014/main" id="{FAC98B24-4AA3-4732-B0F1-459B9DDF984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65789" y="5684305"/>
                <a:ext cx="2494440" cy="35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10" name="Cerneală 109">
                <a:extLst>
                  <a:ext uri="{FF2B5EF4-FFF2-40B4-BE49-F238E27FC236}">
                    <a16:creationId xmlns:a16="http://schemas.microsoft.com/office/drawing/2014/main" id="{474EC2CD-AC03-4E91-90DB-EC6F234C7579}"/>
                  </a:ext>
                </a:extLst>
              </p14:cNvPr>
              <p14:cNvContentPartPr/>
              <p14:nvPr/>
            </p14:nvContentPartPr>
            <p14:xfrm>
              <a:off x="2675349" y="5073745"/>
              <a:ext cx="1177560" cy="287640"/>
            </p14:xfrm>
          </p:contentPart>
        </mc:Choice>
        <mc:Fallback xmlns="">
          <p:pic>
            <p:nvPicPr>
              <p:cNvPr id="110" name="Cerneală 109">
                <a:extLst>
                  <a:ext uri="{FF2B5EF4-FFF2-40B4-BE49-F238E27FC236}">
                    <a16:creationId xmlns:a16="http://schemas.microsoft.com/office/drawing/2014/main" id="{474EC2CD-AC03-4E91-90DB-EC6F234C757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657709" y="5055767"/>
                <a:ext cx="1213200" cy="32323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11" name="Cerneală 110">
                <a:extLst>
                  <a:ext uri="{FF2B5EF4-FFF2-40B4-BE49-F238E27FC236}">
                    <a16:creationId xmlns:a16="http://schemas.microsoft.com/office/drawing/2014/main" id="{A756D198-1610-49EE-ABAE-526C05EF4267}"/>
                  </a:ext>
                </a:extLst>
              </p14:cNvPr>
              <p14:cNvContentPartPr/>
              <p14:nvPr/>
            </p14:nvContentPartPr>
            <p14:xfrm>
              <a:off x="1972269" y="5057905"/>
              <a:ext cx="412560" cy="293400"/>
            </p14:xfrm>
          </p:contentPart>
        </mc:Choice>
        <mc:Fallback xmlns="">
          <p:pic>
            <p:nvPicPr>
              <p:cNvPr id="111" name="Cerneală 110">
                <a:extLst>
                  <a:ext uri="{FF2B5EF4-FFF2-40B4-BE49-F238E27FC236}">
                    <a16:creationId xmlns:a16="http://schemas.microsoft.com/office/drawing/2014/main" id="{A756D198-1610-49EE-ABAE-526C05EF426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954629" y="5039905"/>
                <a:ext cx="448200" cy="32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12" name="Cerneală 111">
                <a:extLst>
                  <a:ext uri="{FF2B5EF4-FFF2-40B4-BE49-F238E27FC236}">
                    <a16:creationId xmlns:a16="http://schemas.microsoft.com/office/drawing/2014/main" id="{AD884F36-3DD4-499F-BBD1-2A9CCF5D5B57}"/>
                  </a:ext>
                </a:extLst>
              </p14:cNvPr>
              <p14:cNvContentPartPr/>
              <p14:nvPr/>
            </p14:nvContentPartPr>
            <p14:xfrm>
              <a:off x="1061829" y="5004625"/>
              <a:ext cx="503640" cy="346320"/>
            </p14:xfrm>
          </p:contentPart>
        </mc:Choice>
        <mc:Fallback xmlns="">
          <p:pic>
            <p:nvPicPr>
              <p:cNvPr id="112" name="Cerneală 111">
                <a:extLst>
                  <a:ext uri="{FF2B5EF4-FFF2-40B4-BE49-F238E27FC236}">
                    <a16:creationId xmlns:a16="http://schemas.microsoft.com/office/drawing/2014/main" id="{AD884F36-3DD4-499F-BBD1-2A9CCF5D5B5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044176" y="4986644"/>
                <a:ext cx="539305" cy="3819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84" name="Cerneală 183">
                <a:extLst>
                  <a:ext uri="{FF2B5EF4-FFF2-40B4-BE49-F238E27FC236}">
                    <a16:creationId xmlns:a16="http://schemas.microsoft.com/office/drawing/2014/main" id="{FD2735EB-2529-4915-A756-F152770DE751}"/>
                  </a:ext>
                </a:extLst>
              </p14:cNvPr>
              <p14:cNvContentPartPr/>
              <p14:nvPr/>
            </p14:nvContentPartPr>
            <p14:xfrm>
              <a:off x="8818389" y="5183905"/>
              <a:ext cx="2537640" cy="327240"/>
            </p14:xfrm>
          </p:contentPart>
        </mc:Choice>
        <mc:Fallback xmlns="">
          <p:pic>
            <p:nvPicPr>
              <p:cNvPr id="184" name="Cerneală 183">
                <a:extLst>
                  <a:ext uri="{FF2B5EF4-FFF2-40B4-BE49-F238E27FC236}">
                    <a16:creationId xmlns:a16="http://schemas.microsoft.com/office/drawing/2014/main" id="{FD2735EB-2529-4915-A756-F152770DE75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800392" y="5166284"/>
                <a:ext cx="2573275" cy="36284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85" name="Cerneală 184">
                <a:extLst>
                  <a:ext uri="{FF2B5EF4-FFF2-40B4-BE49-F238E27FC236}">
                    <a16:creationId xmlns:a16="http://schemas.microsoft.com/office/drawing/2014/main" id="{E62691F1-5DE9-4EF9-A4DB-2B03186A5CA3}"/>
                  </a:ext>
                </a:extLst>
              </p14:cNvPr>
              <p14:cNvContentPartPr/>
              <p14:nvPr/>
            </p14:nvContentPartPr>
            <p14:xfrm>
              <a:off x="7107669" y="5197945"/>
              <a:ext cx="1154880" cy="302040"/>
            </p14:xfrm>
          </p:contentPart>
        </mc:Choice>
        <mc:Fallback xmlns="">
          <p:pic>
            <p:nvPicPr>
              <p:cNvPr id="185" name="Cerneală 184">
                <a:extLst>
                  <a:ext uri="{FF2B5EF4-FFF2-40B4-BE49-F238E27FC236}">
                    <a16:creationId xmlns:a16="http://schemas.microsoft.com/office/drawing/2014/main" id="{E62691F1-5DE9-4EF9-A4DB-2B03186A5CA3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090023" y="5179945"/>
                <a:ext cx="1190531" cy="33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86" name="Cerneală 185">
                <a:extLst>
                  <a:ext uri="{FF2B5EF4-FFF2-40B4-BE49-F238E27FC236}">
                    <a16:creationId xmlns:a16="http://schemas.microsoft.com/office/drawing/2014/main" id="{C752D340-A3D4-479F-A07A-0A729183C262}"/>
                  </a:ext>
                </a:extLst>
              </p14:cNvPr>
              <p14:cNvContentPartPr/>
              <p14:nvPr/>
            </p14:nvContentPartPr>
            <p14:xfrm>
              <a:off x="6279669" y="5202265"/>
              <a:ext cx="484200" cy="286200"/>
            </p14:xfrm>
          </p:contentPart>
        </mc:Choice>
        <mc:Fallback xmlns="">
          <p:pic>
            <p:nvPicPr>
              <p:cNvPr id="186" name="Cerneală 185">
                <a:extLst>
                  <a:ext uri="{FF2B5EF4-FFF2-40B4-BE49-F238E27FC236}">
                    <a16:creationId xmlns:a16="http://schemas.microsoft.com/office/drawing/2014/main" id="{C752D340-A3D4-479F-A07A-0A729183C262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261669" y="5184603"/>
                <a:ext cx="519840" cy="3218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99" name="Cerneală 198">
                <a:extLst>
                  <a:ext uri="{FF2B5EF4-FFF2-40B4-BE49-F238E27FC236}">
                    <a16:creationId xmlns:a16="http://schemas.microsoft.com/office/drawing/2014/main" id="{EB3DA668-8864-46E4-AC6C-D3C7938624F4}"/>
                  </a:ext>
                </a:extLst>
              </p14:cNvPr>
              <p14:cNvContentPartPr/>
              <p14:nvPr/>
            </p14:nvContentPartPr>
            <p14:xfrm>
              <a:off x="7430229" y="5780425"/>
              <a:ext cx="978480" cy="331200"/>
            </p14:xfrm>
          </p:contentPart>
        </mc:Choice>
        <mc:Fallback xmlns="">
          <p:pic>
            <p:nvPicPr>
              <p:cNvPr id="199" name="Cerneală 198">
                <a:extLst>
                  <a:ext uri="{FF2B5EF4-FFF2-40B4-BE49-F238E27FC236}">
                    <a16:creationId xmlns:a16="http://schemas.microsoft.com/office/drawing/2014/main" id="{EB3DA668-8864-46E4-AC6C-D3C7938624F4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412236" y="5762425"/>
                <a:ext cx="1014107" cy="36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00" name="Cerneală 199">
                <a:extLst>
                  <a:ext uri="{FF2B5EF4-FFF2-40B4-BE49-F238E27FC236}">
                    <a16:creationId xmlns:a16="http://schemas.microsoft.com/office/drawing/2014/main" id="{C2A6F788-DE46-4581-9E6B-12E02D82A534}"/>
                  </a:ext>
                </a:extLst>
              </p14:cNvPr>
              <p14:cNvContentPartPr/>
              <p14:nvPr/>
            </p14:nvContentPartPr>
            <p14:xfrm>
              <a:off x="6307029" y="5744065"/>
              <a:ext cx="952560" cy="334080"/>
            </p14:xfrm>
          </p:contentPart>
        </mc:Choice>
        <mc:Fallback xmlns="">
          <p:pic>
            <p:nvPicPr>
              <p:cNvPr id="200" name="Cerneală 199">
                <a:extLst>
                  <a:ext uri="{FF2B5EF4-FFF2-40B4-BE49-F238E27FC236}">
                    <a16:creationId xmlns:a16="http://schemas.microsoft.com/office/drawing/2014/main" id="{C2A6F788-DE46-4581-9E6B-12E02D82A534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289389" y="5726425"/>
                <a:ext cx="988200" cy="36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08" name="Cerneală 207">
                <a:extLst>
                  <a:ext uri="{FF2B5EF4-FFF2-40B4-BE49-F238E27FC236}">
                    <a16:creationId xmlns:a16="http://schemas.microsoft.com/office/drawing/2014/main" id="{8541F6CB-289F-46C7-BA37-8B7E461F8B1A}"/>
                  </a:ext>
                </a:extLst>
              </p14:cNvPr>
              <p14:cNvContentPartPr/>
              <p14:nvPr/>
            </p14:nvContentPartPr>
            <p14:xfrm>
              <a:off x="283509" y="307705"/>
              <a:ext cx="11338560" cy="4599000"/>
            </p14:xfrm>
          </p:contentPart>
        </mc:Choice>
        <mc:Fallback xmlns="">
          <p:pic>
            <p:nvPicPr>
              <p:cNvPr id="208" name="Cerneală 207">
                <a:extLst>
                  <a:ext uri="{FF2B5EF4-FFF2-40B4-BE49-F238E27FC236}">
                    <a16:creationId xmlns:a16="http://schemas.microsoft.com/office/drawing/2014/main" id="{8541F6CB-289F-46C7-BA37-8B7E461F8B1A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65509" y="289705"/>
                <a:ext cx="11374200" cy="4634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139169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" name="Cerneală 7">
                <a:extLst>
                  <a:ext uri="{FF2B5EF4-FFF2-40B4-BE49-F238E27FC236}">
                    <a16:creationId xmlns:a16="http://schemas.microsoft.com/office/drawing/2014/main" id="{9B143F86-1589-4397-99B3-633105CFF256}"/>
                  </a:ext>
                </a:extLst>
              </p14:cNvPr>
              <p14:cNvContentPartPr/>
              <p14:nvPr/>
            </p14:nvContentPartPr>
            <p14:xfrm>
              <a:off x="2790909" y="1092145"/>
              <a:ext cx="3960" cy="38160"/>
            </p14:xfrm>
          </p:contentPart>
        </mc:Choice>
        <mc:Fallback xmlns="">
          <p:pic>
            <p:nvPicPr>
              <p:cNvPr id="8" name="Cerneală 7">
                <a:extLst>
                  <a:ext uri="{FF2B5EF4-FFF2-40B4-BE49-F238E27FC236}">
                    <a16:creationId xmlns:a16="http://schemas.microsoft.com/office/drawing/2014/main" id="{9B143F86-1589-4397-99B3-633105CFF25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73269" y="1074145"/>
                <a:ext cx="39600" cy="7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" name="Cerneală 8">
                <a:extLst>
                  <a:ext uri="{FF2B5EF4-FFF2-40B4-BE49-F238E27FC236}">
                    <a16:creationId xmlns:a16="http://schemas.microsoft.com/office/drawing/2014/main" id="{CA40A54D-8192-4BDD-9E97-A32F94838418}"/>
                  </a:ext>
                </a:extLst>
              </p14:cNvPr>
              <p14:cNvContentPartPr/>
              <p14:nvPr/>
            </p14:nvContentPartPr>
            <p14:xfrm>
              <a:off x="2810349" y="1265665"/>
              <a:ext cx="21960" cy="28800"/>
            </p14:xfrm>
          </p:contentPart>
        </mc:Choice>
        <mc:Fallback xmlns="">
          <p:pic>
            <p:nvPicPr>
              <p:cNvPr id="9" name="Cerneală 8">
                <a:extLst>
                  <a:ext uri="{FF2B5EF4-FFF2-40B4-BE49-F238E27FC236}">
                    <a16:creationId xmlns:a16="http://schemas.microsoft.com/office/drawing/2014/main" id="{CA40A54D-8192-4BDD-9E97-A32F9483841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92349" y="1247665"/>
                <a:ext cx="57600" cy="6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" name="Cerneală 9">
                <a:extLst>
                  <a:ext uri="{FF2B5EF4-FFF2-40B4-BE49-F238E27FC236}">
                    <a16:creationId xmlns:a16="http://schemas.microsoft.com/office/drawing/2014/main" id="{868180B4-B4AE-432C-8CBC-BE3EEEE71F11}"/>
                  </a:ext>
                </a:extLst>
              </p14:cNvPr>
              <p14:cNvContentPartPr/>
              <p14:nvPr/>
            </p14:nvContentPartPr>
            <p14:xfrm>
              <a:off x="1120869" y="1879105"/>
              <a:ext cx="381960" cy="6480"/>
            </p14:xfrm>
          </p:contentPart>
        </mc:Choice>
        <mc:Fallback xmlns="">
          <p:pic>
            <p:nvPicPr>
              <p:cNvPr id="10" name="Cerneală 9">
                <a:extLst>
                  <a:ext uri="{FF2B5EF4-FFF2-40B4-BE49-F238E27FC236}">
                    <a16:creationId xmlns:a16="http://schemas.microsoft.com/office/drawing/2014/main" id="{868180B4-B4AE-432C-8CBC-BE3EEEE71F1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03229" y="1861465"/>
                <a:ext cx="41760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1" name="Cerneală 10">
                <a:extLst>
                  <a:ext uri="{FF2B5EF4-FFF2-40B4-BE49-F238E27FC236}">
                    <a16:creationId xmlns:a16="http://schemas.microsoft.com/office/drawing/2014/main" id="{8FE74EAA-5E8D-4C1A-A396-2F62A87608C5}"/>
                  </a:ext>
                </a:extLst>
              </p14:cNvPr>
              <p14:cNvContentPartPr/>
              <p14:nvPr/>
            </p14:nvContentPartPr>
            <p14:xfrm>
              <a:off x="864909" y="837265"/>
              <a:ext cx="1724400" cy="651600"/>
            </p14:xfrm>
          </p:contentPart>
        </mc:Choice>
        <mc:Fallback xmlns="">
          <p:pic>
            <p:nvPicPr>
              <p:cNvPr id="11" name="Cerneală 10">
                <a:extLst>
                  <a:ext uri="{FF2B5EF4-FFF2-40B4-BE49-F238E27FC236}">
                    <a16:creationId xmlns:a16="http://schemas.microsoft.com/office/drawing/2014/main" id="{8FE74EAA-5E8D-4C1A-A396-2F62A87608C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46913" y="819275"/>
                <a:ext cx="1760033" cy="6872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9" name="Cerneală 18">
                <a:extLst>
                  <a:ext uri="{FF2B5EF4-FFF2-40B4-BE49-F238E27FC236}">
                    <a16:creationId xmlns:a16="http://schemas.microsoft.com/office/drawing/2014/main" id="{2977B8D1-FA96-4A09-A791-E1A8E4A30C35}"/>
                  </a:ext>
                </a:extLst>
              </p14:cNvPr>
              <p14:cNvContentPartPr/>
              <p14:nvPr/>
            </p14:nvContentPartPr>
            <p14:xfrm>
              <a:off x="5192469" y="1847425"/>
              <a:ext cx="510120" cy="55800"/>
            </p14:xfrm>
          </p:contentPart>
        </mc:Choice>
        <mc:Fallback xmlns="">
          <p:pic>
            <p:nvPicPr>
              <p:cNvPr id="19" name="Cerneală 18">
                <a:extLst>
                  <a:ext uri="{FF2B5EF4-FFF2-40B4-BE49-F238E27FC236}">
                    <a16:creationId xmlns:a16="http://schemas.microsoft.com/office/drawing/2014/main" id="{2977B8D1-FA96-4A09-A791-E1A8E4A30C3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174469" y="1829785"/>
                <a:ext cx="545760" cy="9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0" name="Cerneală 19">
                <a:extLst>
                  <a:ext uri="{FF2B5EF4-FFF2-40B4-BE49-F238E27FC236}">
                    <a16:creationId xmlns:a16="http://schemas.microsoft.com/office/drawing/2014/main" id="{063AA376-32C9-42D2-8E18-0BCD76C0FBE5}"/>
                  </a:ext>
                </a:extLst>
              </p14:cNvPr>
              <p14:cNvContentPartPr/>
              <p14:nvPr/>
            </p14:nvContentPartPr>
            <p14:xfrm>
              <a:off x="3118149" y="1708105"/>
              <a:ext cx="1605960" cy="253080"/>
            </p14:xfrm>
          </p:contentPart>
        </mc:Choice>
        <mc:Fallback xmlns="">
          <p:pic>
            <p:nvPicPr>
              <p:cNvPr id="20" name="Cerneală 19">
                <a:extLst>
                  <a:ext uri="{FF2B5EF4-FFF2-40B4-BE49-F238E27FC236}">
                    <a16:creationId xmlns:a16="http://schemas.microsoft.com/office/drawing/2014/main" id="{063AA376-32C9-42D2-8E18-0BCD76C0FBE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100149" y="1690465"/>
                <a:ext cx="1641600" cy="28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1" name="Cerneală 20">
                <a:extLst>
                  <a:ext uri="{FF2B5EF4-FFF2-40B4-BE49-F238E27FC236}">
                    <a16:creationId xmlns:a16="http://schemas.microsoft.com/office/drawing/2014/main" id="{67AA383D-28A6-4021-A3D3-03F8C0E832E0}"/>
                  </a:ext>
                </a:extLst>
              </p14:cNvPr>
              <p14:cNvContentPartPr/>
              <p14:nvPr/>
            </p14:nvContentPartPr>
            <p14:xfrm>
              <a:off x="1740789" y="1547905"/>
              <a:ext cx="892800" cy="386280"/>
            </p14:xfrm>
          </p:contentPart>
        </mc:Choice>
        <mc:Fallback xmlns="">
          <p:pic>
            <p:nvPicPr>
              <p:cNvPr id="21" name="Cerneală 20">
                <a:extLst>
                  <a:ext uri="{FF2B5EF4-FFF2-40B4-BE49-F238E27FC236}">
                    <a16:creationId xmlns:a16="http://schemas.microsoft.com/office/drawing/2014/main" id="{67AA383D-28A6-4021-A3D3-03F8C0E832E0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723142" y="1529905"/>
                <a:ext cx="928454" cy="42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2" name="Cerneală 21">
                <a:extLst>
                  <a:ext uri="{FF2B5EF4-FFF2-40B4-BE49-F238E27FC236}">
                    <a16:creationId xmlns:a16="http://schemas.microsoft.com/office/drawing/2014/main" id="{67134C9C-BE44-47B2-AD57-E9B32673D33F}"/>
                  </a:ext>
                </a:extLst>
              </p14:cNvPr>
              <p14:cNvContentPartPr/>
              <p14:nvPr/>
            </p14:nvContentPartPr>
            <p14:xfrm>
              <a:off x="6065109" y="1741225"/>
              <a:ext cx="231840" cy="203040"/>
            </p14:xfrm>
          </p:contentPart>
        </mc:Choice>
        <mc:Fallback xmlns="">
          <p:pic>
            <p:nvPicPr>
              <p:cNvPr id="22" name="Cerneală 21">
                <a:extLst>
                  <a:ext uri="{FF2B5EF4-FFF2-40B4-BE49-F238E27FC236}">
                    <a16:creationId xmlns:a16="http://schemas.microsoft.com/office/drawing/2014/main" id="{67134C9C-BE44-47B2-AD57-E9B32673D33F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047469" y="1723225"/>
                <a:ext cx="267480" cy="23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54" name="Cerneală 53">
                <a:extLst>
                  <a:ext uri="{FF2B5EF4-FFF2-40B4-BE49-F238E27FC236}">
                    <a16:creationId xmlns:a16="http://schemas.microsoft.com/office/drawing/2014/main" id="{83EC37A7-2824-41BE-A0CD-972B5B3EAA2A}"/>
                  </a:ext>
                </a:extLst>
              </p14:cNvPr>
              <p14:cNvContentPartPr/>
              <p14:nvPr/>
            </p14:nvContentPartPr>
            <p14:xfrm>
              <a:off x="6547509" y="1449265"/>
              <a:ext cx="1454040" cy="448920"/>
            </p14:xfrm>
          </p:contentPart>
        </mc:Choice>
        <mc:Fallback xmlns="">
          <p:pic>
            <p:nvPicPr>
              <p:cNvPr id="54" name="Cerneală 53">
                <a:extLst>
                  <a:ext uri="{FF2B5EF4-FFF2-40B4-BE49-F238E27FC236}">
                    <a16:creationId xmlns:a16="http://schemas.microsoft.com/office/drawing/2014/main" id="{83EC37A7-2824-41BE-A0CD-972B5B3EAA2A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529513" y="1431611"/>
                <a:ext cx="1489671" cy="48458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56" name="Cerneală 55">
                <a:extLst>
                  <a:ext uri="{FF2B5EF4-FFF2-40B4-BE49-F238E27FC236}">
                    <a16:creationId xmlns:a16="http://schemas.microsoft.com/office/drawing/2014/main" id="{F7A504DA-D4CF-4082-B146-D945E582A650}"/>
                  </a:ext>
                </a:extLst>
              </p14:cNvPr>
              <p14:cNvContentPartPr/>
              <p14:nvPr/>
            </p14:nvContentPartPr>
            <p14:xfrm>
              <a:off x="986229" y="3816265"/>
              <a:ext cx="379440" cy="5400"/>
            </p14:xfrm>
          </p:contentPart>
        </mc:Choice>
        <mc:Fallback xmlns="">
          <p:pic>
            <p:nvPicPr>
              <p:cNvPr id="56" name="Cerneală 55">
                <a:extLst>
                  <a:ext uri="{FF2B5EF4-FFF2-40B4-BE49-F238E27FC236}">
                    <a16:creationId xmlns:a16="http://schemas.microsoft.com/office/drawing/2014/main" id="{F7A504DA-D4CF-4082-B146-D945E582A650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968589" y="3798265"/>
                <a:ext cx="41508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04" name="Cerneală 103">
                <a:extLst>
                  <a:ext uri="{FF2B5EF4-FFF2-40B4-BE49-F238E27FC236}">
                    <a16:creationId xmlns:a16="http://schemas.microsoft.com/office/drawing/2014/main" id="{7E0CDE8D-D036-499D-8EBC-9A44EFADEFDF}"/>
                  </a:ext>
                </a:extLst>
              </p14:cNvPr>
              <p14:cNvContentPartPr/>
              <p14:nvPr/>
            </p14:nvContentPartPr>
            <p14:xfrm>
              <a:off x="2639349" y="2054425"/>
              <a:ext cx="6726960" cy="1353600"/>
            </p14:xfrm>
          </p:contentPart>
        </mc:Choice>
        <mc:Fallback xmlns="">
          <p:pic>
            <p:nvPicPr>
              <p:cNvPr id="104" name="Cerneală 103">
                <a:extLst>
                  <a:ext uri="{FF2B5EF4-FFF2-40B4-BE49-F238E27FC236}">
                    <a16:creationId xmlns:a16="http://schemas.microsoft.com/office/drawing/2014/main" id="{7E0CDE8D-D036-499D-8EBC-9A44EFADEFDF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621708" y="2036425"/>
                <a:ext cx="6762602" cy="138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21" name="Cerneală 120">
                <a:extLst>
                  <a:ext uri="{FF2B5EF4-FFF2-40B4-BE49-F238E27FC236}">
                    <a16:creationId xmlns:a16="http://schemas.microsoft.com/office/drawing/2014/main" id="{F4DF76B5-01AD-4460-8599-1FF589D9E0D9}"/>
                  </a:ext>
                </a:extLst>
              </p14:cNvPr>
              <p14:cNvContentPartPr/>
              <p14:nvPr/>
            </p14:nvContentPartPr>
            <p14:xfrm>
              <a:off x="1744029" y="3505585"/>
              <a:ext cx="7499880" cy="2263680"/>
            </p14:xfrm>
          </p:contentPart>
        </mc:Choice>
        <mc:Fallback xmlns="">
          <p:pic>
            <p:nvPicPr>
              <p:cNvPr id="121" name="Cerneală 120">
                <a:extLst>
                  <a:ext uri="{FF2B5EF4-FFF2-40B4-BE49-F238E27FC236}">
                    <a16:creationId xmlns:a16="http://schemas.microsoft.com/office/drawing/2014/main" id="{F4DF76B5-01AD-4460-8599-1FF589D9E0D9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726390" y="3487945"/>
                <a:ext cx="7535518" cy="2299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411235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Cerneală 4">
                <a:extLst>
                  <a:ext uri="{FF2B5EF4-FFF2-40B4-BE49-F238E27FC236}">
                    <a16:creationId xmlns:a16="http://schemas.microsoft.com/office/drawing/2014/main" id="{660613FF-3EF2-4008-9789-3214762448C6}"/>
                  </a:ext>
                </a:extLst>
              </p14:cNvPr>
              <p14:cNvContentPartPr/>
              <p14:nvPr/>
            </p14:nvContentPartPr>
            <p14:xfrm>
              <a:off x="873189" y="1191865"/>
              <a:ext cx="488160" cy="229320"/>
            </p14:xfrm>
          </p:contentPart>
        </mc:Choice>
        <mc:Fallback xmlns="">
          <p:pic>
            <p:nvPicPr>
              <p:cNvPr id="5" name="Cerneală 4">
                <a:extLst>
                  <a:ext uri="{FF2B5EF4-FFF2-40B4-BE49-F238E27FC236}">
                    <a16:creationId xmlns:a16="http://schemas.microsoft.com/office/drawing/2014/main" id="{660613FF-3EF2-4008-9789-3214762448C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55549" y="1174225"/>
                <a:ext cx="523800" cy="26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2" name="Cerneală 21">
                <a:extLst>
                  <a:ext uri="{FF2B5EF4-FFF2-40B4-BE49-F238E27FC236}">
                    <a16:creationId xmlns:a16="http://schemas.microsoft.com/office/drawing/2014/main" id="{72599B99-8A04-4722-927B-24727834A915}"/>
                  </a:ext>
                </a:extLst>
              </p14:cNvPr>
              <p14:cNvContentPartPr/>
              <p14:nvPr/>
            </p14:nvContentPartPr>
            <p14:xfrm>
              <a:off x="1871829" y="273865"/>
              <a:ext cx="8605080" cy="1339200"/>
            </p14:xfrm>
          </p:contentPart>
        </mc:Choice>
        <mc:Fallback xmlns="">
          <p:pic>
            <p:nvPicPr>
              <p:cNvPr id="22" name="Cerneală 21">
                <a:extLst>
                  <a:ext uri="{FF2B5EF4-FFF2-40B4-BE49-F238E27FC236}">
                    <a16:creationId xmlns:a16="http://schemas.microsoft.com/office/drawing/2014/main" id="{72599B99-8A04-4722-927B-24727834A91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53829" y="255865"/>
                <a:ext cx="8640720" cy="137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2" name="Cerneală 31">
                <a:extLst>
                  <a:ext uri="{FF2B5EF4-FFF2-40B4-BE49-F238E27FC236}">
                    <a16:creationId xmlns:a16="http://schemas.microsoft.com/office/drawing/2014/main" id="{5837C74E-89A0-43A3-A572-261016F14AA9}"/>
                  </a:ext>
                </a:extLst>
              </p14:cNvPr>
              <p14:cNvContentPartPr/>
              <p14:nvPr/>
            </p14:nvContentPartPr>
            <p14:xfrm>
              <a:off x="3310749" y="2535745"/>
              <a:ext cx="1391400" cy="207720"/>
            </p14:xfrm>
          </p:contentPart>
        </mc:Choice>
        <mc:Fallback xmlns="">
          <p:pic>
            <p:nvPicPr>
              <p:cNvPr id="32" name="Cerneală 31">
                <a:extLst>
                  <a:ext uri="{FF2B5EF4-FFF2-40B4-BE49-F238E27FC236}">
                    <a16:creationId xmlns:a16="http://schemas.microsoft.com/office/drawing/2014/main" id="{5837C74E-89A0-43A3-A572-261016F14AA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293104" y="2518074"/>
                <a:ext cx="1427049" cy="24342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3" name="Cerneală 32">
                <a:extLst>
                  <a:ext uri="{FF2B5EF4-FFF2-40B4-BE49-F238E27FC236}">
                    <a16:creationId xmlns:a16="http://schemas.microsoft.com/office/drawing/2014/main" id="{92114D25-C2CE-4689-B8BA-76AFFDB023B5}"/>
                  </a:ext>
                </a:extLst>
              </p14:cNvPr>
              <p14:cNvContentPartPr/>
              <p14:nvPr/>
            </p14:nvContentPartPr>
            <p14:xfrm>
              <a:off x="2141469" y="2366545"/>
              <a:ext cx="631080" cy="362520"/>
            </p14:xfrm>
          </p:contentPart>
        </mc:Choice>
        <mc:Fallback xmlns="">
          <p:pic>
            <p:nvPicPr>
              <p:cNvPr id="33" name="Cerneală 32">
                <a:extLst>
                  <a:ext uri="{FF2B5EF4-FFF2-40B4-BE49-F238E27FC236}">
                    <a16:creationId xmlns:a16="http://schemas.microsoft.com/office/drawing/2014/main" id="{92114D25-C2CE-4689-B8BA-76AFFDB023B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123469" y="2348905"/>
                <a:ext cx="666720" cy="39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4" name="Cerneală 33">
                <a:extLst>
                  <a:ext uri="{FF2B5EF4-FFF2-40B4-BE49-F238E27FC236}">
                    <a16:creationId xmlns:a16="http://schemas.microsoft.com/office/drawing/2014/main" id="{E485DD0B-17CE-4DC4-B50C-61D0C7745DED}"/>
                  </a:ext>
                </a:extLst>
              </p14:cNvPr>
              <p14:cNvContentPartPr/>
              <p14:nvPr/>
            </p14:nvContentPartPr>
            <p14:xfrm>
              <a:off x="747189" y="2385265"/>
              <a:ext cx="937440" cy="352800"/>
            </p14:xfrm>
          </p:contentPart>
        </mc:Choice>
        <mc:Fallback xmlns="">
          <p:pic>
            <p:nvPicPr>
              <p:cNvPr id="34" name="Cerneală 33">
                <a:extLst>
                  <a:ext uri="{FF2B5EF4-FFF2-40B4-BE49-F238E27FC236}">
                    <a16:creationId xmlns:a16="http://schemas.microsoft.com/office/drawing/2014/main" id="{E485DD0B-17CE-4DC4-B50C-61D0C7745DE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29549" y="2367265"/>
                <a:ext cx="973080" cy="38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44" name="Cerneală 43">
                <a:extLst>
                  <a:ext uri="{FF2B5EF4-FFF2-40B4-BE49-F238E27FC236}">
                    <a16:creationId xmlns:a16="http://schemas.microsoft.com/office/drawing/2014/main" id="{D588DEC0-3799-40D5-B0CC-43621D87C1B6}"/>
                  </a:ext>
                </a:extLst>
              </p14:cNvPr>
              <p14:cNvContentPartPr/>
              <p14:nvPr/>
            </p14:nvContentPartPr>
            <p14:xfrm>
              <a:off x="7429869" y="2574985"/>
              <a:ext cx="1759680" cy="367920"/>
            </p14:xfrm>
          </p:contentPart>
        </mc:Choice>
        <mc:Fallback xmlns="">
          <p:pic>
            <p:nvPicPr>
              <p:cNvPr id="44" name="Cerneală 43">
                <a:extLst>
                  <a:ext uri="{FF2B5EF4-FFF2-40B4-BE49-F238E27FC236}">
                    <a16:creationId xmlns:a16="http://schemas.microsoft.com/office/drawing/2014/main" id="{D588DEC0-3799-40D5-B0CC-43621D87C1B6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411869" y="2556985"/>
                <a:ext cx="1795320" cy="40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45" name="Cerneală 44">
                <a:extLst>
                  <a:ext uri="{FF2B5EF4-FFF2-40B4-BE49-F238E27FC236}">
                    <a16:creationId xmlns:a16="http://schemas.microsoft.com/office/drawing/2014/main" id="{2ECFA3DA-2B95-4F32-BEBA-D3991001104A}"/>
                  </a:ext>
                </a:extLst>
              </p14:cNvPr>
              <p14:cNvContentPartPr/>
              <p14:nvPr/>
            </p14:nvContentPartPr>
            <p14:xfrm>
              <a:off x="6197949" y="2344225"/>
              <a:ext cx="702000" cy="592920"/>
            </p14:xfrm>
          </p:contentPart>
        </mc:Choice>
        <mc:Fallback xmlns="">
          <p:pic>
            <p:nvPicPr>
              <p:cNvPr id="45" name="Cerneală 44">
                <a:extLst>
                  <a:ext uri="{FF2B5EF4-FFF2-40B4-BE49-F238E27FC236}">
                    <a16:creationId xmlns:a16="http://schemas.microsoft.com/office/drawing/2014/main" id="{2ECFA3DA-2B95-4F32-BEBA-D3991001104A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180309" y="2326225"/>
                <a:ext cx="737640" cy="62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46" name="Cerneală 45">
                <a:extLst>
                  <a:ext uri="{FF2B5EF4-FFF2-40B4-BE49-F238E27FC236}">
                    <a16:creationId xmlns:a16="http://schemas.microsoft.com/office/drawing/2014/main" id="{07C3C7A6-8E18-402A-8CD2-C51ADADF2B7A}"/>
                  </a:ext>
                </a:extLst>
              </p14:cNvPr>
              <p14:cNvContentPartPr/>
              <p14:nvPr/>
            </p14:nvContentPartPr>
            <p14:xfrm>
              <a:off x="5230989" y="2564905"/>
              <a:ext cx="433080" cy="205920"/>
            </p14:xfrm>
          </p:contentPart>
        </mc:Choice>
        <mc:Fallback xmlns="">
          <p:pic>
            <p:nvPicPr>
              <p:cNvPr id="46" name="Cerneală 45">
                <a:extLst>
                  <a:ext uri="{FF2B5EF4-FFF2-40B4-BE49-F238E27FC236}">
                    <a16:creationId xmlns:a16="http://schemas.microsoft.com/office/drawing/2014/main" id="{07C3C7A6-8E18-402A-8CD2-C51ADADF2B7A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213349" y="2547265"/>
                <a:ext cx="468720" cy="24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52" name="Cerneală 51">
                <a:extLst>
                  <a:ext uri="{FF2B5EF4-FFF2-40B4-BE49-F238E27FC236}">
                    <a16:creationId xmlns:a16="http://schemas.microsoft.com/office/drawing/2014/main" id="{C1C45C9D-5102-4419-84BA-26D484AECB85}"/>
                  </a:ext>
                </a:extLst>
              </p14:cNvPr>
              <p14:cNvContentPartPr/>
              <p14:nvPr/>
            </p14:nvContentPartPr>
            <p14:xfrm>
              <a:off x="6183549" y="3084385"/>
              <a:ext cx="357480" cy="300600"/>
            </p14:xfrm>
          </p:contentPart>
        </mc:Choice>
        <mc:Fallback xmlns="">
          <p:pic>
            <p:nvPicPr>
              <p:cNvPr id="52" name="Cerneală 51">
                <a:extLst>
                  <a:ext uri="{FF2B5EF4-FFF2-40B4-BE49-F238E27FC236}">
                    <a16:creationId xmlns:a16="http://schemas.microsoft.com/office/drawing/2014/main" id="{C1C45C9D-5102-4419-84BA-26D484AECB85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165909" y="3066385"/>
                <a:ext cx="393120" cy="33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62" name="Cerneală 61">
                <a:extLst>
                  <a:ext uri="{FF2B5EF4-FFF2-40B4-BE49-F238E27FC236}">
                    <a16:creationId xmlns:a16="http://schemas.microsoft.com/office/drawing/2014/main" id="{07ACC0E1-FA21-4933-80EB-CF0F1852A691}"/>
                  </a:ext>
                </a:extLst>
              </p14:cNvPr>
              <p14:cNvContentPartPr/>
              <p14:nvPr/>
            </p14:nvContentPartPr>
            <p14:xfrm>
              <a:off x="9788589" y="3628345"/>
              <a:ext cx="1230840" cy="87120"/>
            </p14:xfrm>
          </p:contentPart>
        </mc:Choice>
        <mc:Fallback xmlns="">
          <p:pic>
            <p:nvPicPr>
              <p:cNvPr id="62" name="Cerneală 61">
                <a:extLst>
                  <a:ext uri="{FF2B5EF4-FFF2-40B4-BE49-F238E27FC236}">
                    <a16:creationId xmlns:a16="http://schemas.microsoft.com/office/drawing/2014/main" id="{07ACC0E1-FA21-4933-80EB-CF0F1852A691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9770949" y="3610705"/>
                <a:ext cx="1266480" cy="12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64" name="Cerneală 63">
                <a:extLst>
                  <a:ext uri="{FF2B5EF4-FFF2-40B4-BE49-F238E27FC236}">
                    <a16:creationId xmlns:a16="http://schemas.microsoft.com/office/drawing/2014/main" id="{7D88BE95-182B-446C-A82C-265D196C19EB}"/>
                  </a:ext>
                </a:extLst>
              </p14:cNvPr>
              <p14:cNvContentPartPr/>
              <p14:nvPr/>
            </p14:nvContentPartPr>
            <p14:xfrm>
              <a:off x="7016589" y="3063865"/>
              <a:ext cx="2113200" cy="367560"/>
            </p14:xfrm>
          </p:contentPart>
        </mc:Choice>
        <mc:Fallback xmlns="">
          <p:pic>
            <p:nvPicPr>
              <p:cNvPr id="64" name="Cerneală 63">
                <a:extLst>
                  <a:ext uri="{FF2B5EF4-FFF2-40B4-BE49-F238E27FC236}">
                    <a16:creationId xmlns:a16="http://schemas.microsoft.com/office/drawing/2014/main" id="{7D88BE95-182B-446C-A82C-265D196C19EB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998589" y="3045865"/>
                <a:ext cx="2148840" cy="40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84" name="Cerneală 83">
                <a:extLst>
                  <a:ext uri="{FF2B5EF4-FFF2-40B4-BE49-F238E27FC236}">
                    <a16:creationId xmlns:a16="http://schemas.microsoft.com/office/drawing/2014/main" id="{C4BB3A1D-F0CD-4F3A-B738-B39AC45690A3}"/>
                  </a:ext>
                </a:extLst>
              </p14:cNvPr>
              <p14:cNvContentPartPr/>
              <p14:nvPr/>
            </p14:nvContentPartPr>
            <p14:xfrm>
              <a:off x="10009629" y="4177345"/>
              <a:ext cx="1446480" cy="714240"/>
            </p14:xfrm>
          </p:contentPart>
        </mc:Choice>
        <mc:Fallback xmlns="">
          <p:pic>
            <p:nvPicPr>
              <p:cNvPr id="84" name="Cerneală 83">
                <a:extLst>
                  <a:ext uri="{FF2B5EF4-FFF2-40B4-BE49-F238E27FC236}">
                    <a16:creationId xmlns:a16="http://schemas.microsoft.com/office/drawing/2014/main" id="{C4BB3A1D-F0CD-4F3A-B738-B39AC45690A3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9991633" y="4159354"/>
                <a:ext cx="1482111" cy="74986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85" name="Cerneală 84">
                <a:extLst>
                  <a:ext uri="{FF2B5EF4-FFF2-40B4-BE49-F238E27FC236}">
                    <a16:creationId xmlns:a16="http://schemas.microsoft.com/office/drawing/2014/main" id="{B188BA38-8BE4-43DD-9264-12A973B0487A}"/>
                  </a:ext>
                </a:extLst>
              </p14:cNvPr>
              <p14:cNvContentPartPr/>
              <p14:nvPr/>
            </p14:nvContentPartPr>
            <p14:xfrm>
              <a:off x="8961309" y="4119385"/>
              <a:ext cx="732960" cy="529200"/>
            </p14:xfrm>
          </p:contentPart>
        </mc:Choice>
        <mc:Fallback xmlns="">
          <p:pic>
            <p:nvPicPr>
              <p:cNvPr id="85" name="Cerneală 84">
                <a:extLst>
                  <a:ext uri="{FF2B5EF4-FFF2-40B4-BE49-F238E27FC236}">
                    <a16:creationId xmlns:a16="http://schemas.microsoft.com/office/drawing/2014/main" id="{B188BA38-8BE4-43DD-9264-12A973B0487A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8943318" y="4101733"/>
                <a:ext cx="768583" cy="56486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86" name="Cerneală 85">
                <a:extLst>
                  <a:ext uri="{FF2B5EF4-FFF2-40B4-BE49-F238E27FC236}">
                    <a16:creationId xmlns:a16="http://schemas.microsoft.com/office/drawing/2014/main" id="{4EC022BE-6CCC-49A8-961C-5D187FAA3D5B}"/>
                  </a:ext>
                </a:extLst>
              </p14:cNvPr>
              <p14:cNvContentPartPr/>
              <p14:nvPr/>
            </p14:nvContentPartPr>
            <p14:xfrm>
              <a:off x="8335269" y="3960625"/>
              <a:ext cx="365400" cy="653760"/>
            </p14:xfrm>
          </p:contentPart>
        </mc:Choice>
        <mc:Fallback xmlns="">
          <p:pic>
            <p:nvPicPr>
              <p:cNvPr id="86" name="Cerneală 85">
                <a:extLst>
                  <a:ext uri="{FF2B5EF4-FFF2-40B4-BE49-F238E27FC236}">
                    <a16:creationId xmlns:a16="http://schemas.microsoft.com/office/drawing/2014/main" id="{4EC022BE-6CCC-49A8-961C-5D187FAA3D5B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8317269" y="3942635"/>
                <a:ext cx="401040" cy="6893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87" name="Cerneală 86">
                <a:extLst>
                  <a:ext uri="{FF2B5EF4-FFF2-40B4-BE49-F238E27FC236}">
                    <a16:creationId xmlns:a16="http://schemas.microsoft.com/office/drawing/2014/main" id="{94332322-9D19-4341-B6C6-47E675FBE1F1}"/>
                  </a:ext>
                </a:extLst>
              </p14:cNvPr>
              <p14:cNvContentPartPr/>
              <p14:nvPr/>
            </p14:nvContentPartPr>
            <p14:xfrm>
              <a:off x="6165189" y="3816985"/>
              <a:ext cx="1717560" cy="490320"/>
            </p14:xfrm>
          </p:contentPart>
        </mc:Choice>
        <mc:Fallback xmlns="">
          <p:pic>
            <p:nvPicPr>
              <p:cNvPr id="87" name="Cerneală 86">
                <a:extLst>
                  <a:ext uri="{FF2B5EF4-FFF2-40B4-BE49-F238E27FC236}">
                    <a16:creationId xmlns:a16="http://schemas.microsoft.com/office/drawing/2014/main" id="{94332322-9D19-4341-B6C6-47E675FBE1F1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6147545" y="3799345"/>
                <a:ext cx="1753207" cy="52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88" name="Cerneală 87">
                <a:extLst>
                  <a:ext uri="{FF2B5EF4-FFF2-40B4-BE49-F238E27FC236}">
                    <a16:creationId xmlns:a16="http://schemas.microsoft.com/office/drawing/2014/main" id="{977B67F2-CC20-4E19-83B5-CBCC4AFC8BB7}"/>
                  </a:ext>
                </a:extLst>
              </p14:cNvPr>
              <p14:cNvContentPartPr/>
              <p14:nvPr/>
            </p14:nvContentPartPr>
            <p14:xfrm>
              <a:off x="9647829" y="2600905"/>
              <a:ext cx="1953000" cy="966600"/>
            </p14:xfrm>
          </p:contentPart>
        </mc:Choice>
        <mc:Fallback xmlns="">
          <p:pic>
            <p:nvPicPr>
              <p:cNvPr id="88" name="Cerneală 87">
                <a:extLst>
                  <a:ext uri="{FF2B5EF4-FFF2-40B4-BE49-F238E27FC236}">
                    <a16:creationId xmlns:a16="http://schemas.microsoft.com/office/drawing/2014/main" id="{977B67F2-CC20-4E19-83B5-CBCC4AFC8BB7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9629829" y="2583258"/>
                <a:ext cx="1988640" cy="100225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06" name="Cerneală 105">
                <a:extLst>
                  <a:ext uri="{FF2B5EF4-FFF2-40B4-BE49-F238E27FC236}">
                    <a16:creationId xmlns:a16="http://schemas.microsoft.com/office/drawing/2014/main" id="{D55CF2E2-D8CB-4BB0-B254-30007C2A4995}"/>
                  </a:ext>
                </a:extLst>
              </p14:cNvPr>
              <p14:cNvContentPartPr/>
              <p14:nvPr/>
            </p14:nvContentPartPr>
            <p14:xfrm>
              <a:off x="9495189" y="5122705"/>
              <a:ext cx="1112400" cy="577440"/>
            </p14:xfrm>
          </p:contentPart>
        </mc:Choice>
        <mc:Fallback xmlns="">
          <p:pic>
            <p:nvPicPr>
              <p:cNvPr id="106" name="Cerneală 105">
                <a:extLst>
                  <a:ext uri="{FF2B5EF4-FFF2-40B4-BE49-F238E27FC236}">
                    <a16:creationId xmlns:a16="http://schemas.microsoft.com/office/drawing/2014/main" id="{D55CF2E2-D8CB-4BB0-B254-30007C2A4995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9477195" y="5104716"/>
                <a:ext cx="1148028" cy="61305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07" name="Cerneală 106">
                <a:extLst>
                  <a:ext uri="{FF2B5EF4-FFF2-40B4-BE49-F238E27FC236}">
                    <a16:creationId xmlns:a16="http://schemas.microsoft.com/office/drawing/2014/main" id="{5A1D91B0-84AC-4326-A28B-BDE94F4E2716}"/>
                  </a:ext>
                </a:extLst>
              </p14:cNvPr>
              <p14:cNvContentPartPr/>
              <p14:nvPr/>
            </p14:nvContentPartPr>
            <p14:xfrm>
              <a:off x="6096429" y="5052145"/>
              <a:ext cx="2627640" cy="570240"/>
            </p14:xfrm>
          </p:contentPart>
        </mc:Choice>
        <mc:Fallback xmlns="">
          <p:pic>
            <p:nvPicPr>
              <p:cNvPr id="107" name="Cerneală 106">
                <a:extLst>
                  <a:ext uri="{FF2B5EF4-FFF2-40B4-BE49-F238E27FC236}">
                    <a16:creationId xmlns:a16="http://schemas.microsoft.com/office/drawing/2014/main" id="{5A1D91B0-84AC-4326-A28B-BDE94F4E2716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6078787" y="5034505"/>
                <a:ext cx="2663285" cy="60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08" name="Cerneală 107">
                <a:extLst>
                  <a:ext uri="{FF2B5EF4-FFF2-40B4-BE49-F238E27FC236}">
                    <a16:creationId xmlns:a16="http://schemas.microsoft.com/office/drawing/2014/main" id="{5A3197BC-28D7-4581-853F-70D53E06CFC3}"/>
                  </a:ext>
                </a:extLst>
              </p14:cNvPr>
              <p14:cNvContentPartPr/>
              <p14:nvPr/>
            </p14:nvContentPartPr>
            <p14:xfrm>
              <a:off x="471069" y="-72455"/>
              <a:ext cx="360" cy="360"/>
            </p14:xfrm>
          </p:contentPart>
        </mc:Choice>
        <mc:Fallback xmlns="">
          <p:pic>
            <p:nvPicPr>
              <p:cNvPr id="108" name="Cerneală 107">
                <a:extLst>
                  <a:ext uri="{FF2B5EF4-FFF2-40B4-BE49-F238E27FC236}">
                    <a16:creationId xmlns:a16="http://schemas.microsoft.com/office/drawing/2014/main" id="{5A3197BC-28D7-4581-853F-70D53E06CFC3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53429" y="-9045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09" name="Cerneală 108">
                <a:extLst>
                  <a:ext uri="{FF2B5EF4-FFF2-40B4-BE49-F238E27FC236}">
                    <a16:creationId xmlns:a16="http://schemas.microsoft.com/office/drawing/2014/main" id="{E108170D-C8C7-49EF-A207-97E7833FA604}"/>
                  </a:ext>
                </a:extLst>
              </p14:cNvPr>
              <p14:cNvContentPartPr/>
              <p14:nvPr/>
            </p14:nvContentPartPr>
            <p14:xfrm>
              <a:off x="2435229" y="940775"/>
              <a:ext cx="2610720" cy="802080"/>
            </p14:xfrm>
          </p:contentPart>
        </mc:Choice>
        <mc:Fallback xmlns="">
          <p:pic>
            <p:nvPicPr>
              <p:cNvPr id="109" name="Cerneală 108">
                <a:extLst>
                  <a:ext uri="{FF2B5EF4-FFF2-40B4-BE49-F238E27FC236}">
                    <a16:creationId xmlns:a16="http://schemas.microsoft.com/office/drawing/2014/main" id="{E108170D-C8C7-49EF-A207-97E7833FA604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2417589" y="905135"/>
                <a:ext cx="2646360" cy="87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10" name="Cerneală 109">
                <a:extLst>
                  <a:ext uri="{FF2B5EF4-FFF2-40B4-BE49-F238E27FC236}">
                    <a16:creationId xmlns:a16="http://schemas.microsoft.com/office/drawing/2014/main" id="{6D3F7FCB-07CB-40A4-BB43-000D27C07795}"/>
                  </a:ext>
                </a:extLst>
              </p14:cNvPr>
              <p14:cNvContentPartPr/>
              <p14:nvPr/>
            </p14:nvContentPartPr>
            <p14:xfrm>
              <a:off x="5296149" y="1120055"/>
              <a:ext cx="2093040" cy="797400"/>
            </p14:xfrm>
          </p:contentPart>
        </mc:Choice>
        <mc:Fallback xmlns="">
          <p:pic>
            <p:nvPicPr>
              <p:cNvPr id="110" name="Cerneală 109">
                <a:extLst>
                  <a:ext uri="{FF2B5EF4-FFF2-40B4-BE49-F238E27FC236}">
                    <a16:creationId xmlns:a16="http://schemas.microsoft.com/office/drawing/2014/main" id="{6D3F7FCB-07CB-40A4-BB43-000D27C07795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5278149" y="1084055"/>
                <a:ext cx="2128680" cy="86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11" name="Cerneală 110">
                <a:extLst>
                  <a:ext uri="{FF2B5EF4-FFF2-40B4-BE49-F238E27FC236}">
                    <a16:creationId xmlns:a16="http://schemas.microsoft.com/office/drawing/2014/main" id="{37AD8783-9AB4-4A6D-921D-0F0ABB8E8005}"/>
                  </a:ext>
                </a:extLst>
              </p14:cNvPr>
              <p14:cNvContentPartPr/>
              <p14:nvPr/>
            </p14:nvContentPartPr>
            <p14:xfrm>
              <a:off x="8171469" y="1301495"/>
              <a:ext cx="1280160" cy="743400"/>
            </p14:xfrm>
          </p:contentPart>
        </mc:Choice>
        <mc:Fallback xmlns="">
          <p:pic>
            <p:nvPicPr>
              <p:cNvPr id="111" name="Cerneală 110">
                <a:extLst>
                  <a:ext uri="{FF2B5EF4-FFF2-40B4-BE49-F238E27FC236}">
                    <a16:creationId xmlns:a16="http://schemas.microsoft.com/office/drawing/2014/main" id="{37AD8783-9AB4-4A6D-921D-0F0ABB8E8005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8153829" y="1265855"/>
                <a:ext cx="1315800" cy="815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440684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3" name="Cerneală 22">
                <a:extLst>
                  <a:ext uri="{FF2B5EF4-FFF2-40B4-BE49-F238E27FC236}">
                    <a16:creationId xmlns:a16="http://schemas.microsoft.com/office/drawing/2014/main" id="{6D494301-611B-4778-89DB-0A9A6F4B6BD4}"/>
                  </a:ext>
                </a:extLst>
              </p14:cNvPr>
              <p14:cNvContentPartPr/>
              <p14:nvPr/>
            </p14:nvContentPartPr>
            <p14:xfrm>
              <a:off x="6265629" y="2429905"/>
              <a:ext cx="595800" cy="10080"/>
            </p14:xfrm>
          </p:contentPart>
        </mc:Choice>
        <mc:Fallback xmlns="">
          <p:pic>
            <p:nvPicPr>
              <p:cNvPr id="23" name="Cerneală 22">
                <a:extLst>
                  <a:ext uri="{FF2B5EF4-FFF2-40B4-BE49-F238E27FC236}">
                    <a16:creationId xmlns:a16="http://schemas.microsoft.com/office/drawing/2014/main" id="{6D494301-611B-4778-89DB-0A9A6F4B6BD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247989" y="2412265"/>
                <a:ext cx="63144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4" name="Cerneală 23">
                <a:extLst>
                  <a:ext uri="{FF2B5EF4-FFF2-40B4-BE49-F238E27FC236}">
                    <a16:creationId xmlns:a16="http://schemas.microsoft.com/office/drawing/2014/main" id="{91B945FA-DC68-4026-8AE5-292738566FD1}"/>
                  </a:ext>
                </a:extLst>
              </p14:cNvPr>
              <p14:cNvContentPartPr/>
              <p14:nvPr/>
            </p14:nvContentPartPr>
            <p14:xfrm>
              <a:off x="947709" y="446665"/>
              <a:ext cx="8235720" cy="906840"/>
            </p14:xfrm>
          </p:contentPart>
        </mc:Choice>
        <mc:Fallback xmlns="">
          <p:pic>
            <p:nvPicPr>
              <p:cNvPr id="24" name="Cerneală 23">
                <a:extLst>
                  <a:ext uri="{FF2B5EF4-FFF2-40B4-BE49-F238E27FC236}">
                    <a16:creationId xmlns:a16="http://schemas.microsoft.com/office/drawing/2014/main" id="{91B945FA-DC68-4026-8AE5-292738566FD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30069" y="428665"/>
                <a:ext cx="8271360" cy="94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5" name="Cerneală 24">
                <a:extLst>
                  <a:ext uri="{FF2B5EF4-FFF2-40B4-BE49-F238E27FC236}">
                    <a16:creationId xmlns:a16="http://schemas.microsoft.com/office/drawing/2014/main" id="{CCE3924A-E1D5-41DD-AB1A-94A838EFFE3D}"/>
                  </a:ext>
                </a:extLst>
              </p14:cNvPr>
              <p14:cNvContentPartPr/>
              <p14:nvPr/>
            </p14:nvContentPartPr>
            <p14:xfrm>
              <a:off x="2980629" y="2283745"/>
              <a:ext cx="2296800" cy="244080"/>
            </p14:xfrm>
          </p:contentPart>
        </mc:Choice>
        <mc:Fallback xmlns="">
          <p:pic>
            <p:nvPicPr>
              <p:cNvPr id="25" name="Cerneală 24">
                <a:extLst>
                  <a:ext uri="{FF2B5EF4-FFF2-40B4-BE49-F238E27FC236}">
                    <a16:creationId xmlns:a16="http://schemas.microsoft.com/office/drawing/2014/main" id="{CCE3924A-E1D5-41DD-AB1A-94A838EFFE3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962629" y="2265745"/>
                <a:ext cx="2332440" cy="27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6" name="Cerneală 25">
                <a:extLst>
                  <a:ext uri="{FF2B5EF4-FFF2-40B4-BE49-F238E27FC236}">
                    <a16:creationId xmlns:a16="http://schemas.microsoft.com/office/drawing/2014/main" id="{D5330FCD-1017-49CE-9C56-F36F4A7E24C3}"/>
                  </a:ext>
                </a:extLst>
              </p14:cNvPr>
              <p14:cNvContentPartPr/>
              <p14:nvPr/>
            </p14:nvContentPartPr>
            <p14:xfrm>
              <a:off x="1293669" y="2022745"/>
              <a:ext cx="1055520" cy="532440"/>
            </p14:xfrm>
          </p:contentPart>
        </mc:Choice>
        <mc:Fallback xmlns="">
          <p:pic>
            <p:nvPicPr>
              <p:cNvPr id="26" name="Cerneală 25">
                <a:extLst>
                  <a:ext uri="{FF2B5EF4-FFF2-40B4-BE49-F238E27FC236}">
                    <a16:creationId xmlns:a16="http://schemas.microsoft.com/office/drawing/2014/main" id="{D5330FCD-1017-49CE-9C56-F36F4A7E24C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276029" y="2005093"/>
                <a:ext cx="1091160" cy="5681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7" name="Cerneală 26">
                <a:extLst>
                  <a:ext uri="{FF2B5EF4-FFF2-40B4-BE49-F238E27FC236}">
                    <a16:creationId xmlns:a16="http://schemas.microsoft.com/office/drawing/2014/main" id="{3027901B-7400-4587-917B-A14951657298}"/>
                  </a:ext>
                </a:extLst>
              </p14:cNvPr>
              <p14:cNvContentPartPr/>
              <p14:nvPr/>
            </p14:nvContentPartPr>
            <p14:xfrm>
              <a:off x="360549" y="2263585"/>
              <a:ext cx="520920" cy="378000"/>
            </p14:xfrm>
          </p:contentPart>
        </mc:Choice>
        <mc:Fallback xmlns="">
          <p:pic>
            <p:nvPicPr>
              <p:cNvPr id="27" name="Cerneală 26">
                <a:extLst>
                  <a:ext uri="{FF2B5EF4-FFF2-40B4-BE49-F238E27FC236}">
                    <a16:creationId xmlns:a16="http://schemas.microsoft.com/office/drawing/2014/main" id="{3027901B-7400-4587-917B-A1495165729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42897" y="2245945"/>
                <a:ext cx="556585" cy="41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1" name="Cerneală 30">
                <a:extLst>
                  <a:ext uri="{FF2B5EF4-FFF2-40B4-BE49-F238E27FC236}">
                    <a16:creationId xmlns:a16="http://schemas.microsoft.com/office/drawing/2014/main" id="{14A96274-D2CD-4CDB-8CF0-105AEBBCE3F5}"/>
                  </a:ext>
                </a:extLst>
              </p14:cNvPr>
              <p14:cNvContentPartPr/>
              <p14:nvPr/>
            </p14:nvContentPartPr>
            <p14:xfrm>
              <a:off x="10049589" y="2077105"/>
              <a:ext cx="514080" cy="420840"/>
            </p14:xfrm>
          </p:contentPart>
        </mc:Choice>
        <mc:Fallback xmlns="">
          <p:pic>
            <p:nvPicPr>
              <p:cNvPr id="31" name="Cerneală 30">
                <a:extLst>
                  <a:ext uri="{FF2B5EF4-FFF2-40B4-BE49-F238E27FC236}">
                    <a16:creationId xmlns:a16="http://schemas.microsoft.com/office/drawing/2014/main" id="{14A96274-D2CD-4CDB-8CF0-105AEBBCE3F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0031949" y="2059105"/>
                <a:ext cx="549720" cy="45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2" name="Cerneală 31">
                <a:extLst>
                  <a:ext uri="{FF2B5EF4-FFF2-40B4-BE49-F238E27FC236}">
                    <a16:creationId xmlns:a16="http://schemas.microsoft.com/office/drawing/2014/main" id="{0DD17C4E-772E-47DB-BF0D-420FBD41D667}"/>
                  </a:ext>
                </a:extLst>
              </p14:cNvPr>
              <p14:cNvContentPartPr/>
              <p14:nvPr/>
            </p14:nvContentPartPr>
            <p14:xfrm>
              <a:off x="7459389" y="2107345"/>
              <a:ext cx="2081160" cy="385920"/>
            </p14:xfrm>
          </p:contentPart>
        </mc:Choice>
        <mc:Fallback xmlns="">
          <p:pic>
            <p:nvPicPr>
              <p:cNvPr id="32" name="Cerneală 31">
                <a:extLst>
                  <a:ext uri="{FF2B5EF4-FFF2-40B4-BE49-F238E27FC236}">
                    <a16:creationId xmlns:a16="http://schemas.microsoft.com/office/drawing/2014/main" id="{0DD17C4E-772E-47DB-BF0D-420FBD41D66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441392" y="2089705"/>
                <a:ext cx="2116794" cy="42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39" name="Cerneală 38">
                <a:extLst>
                  <a:ext uri="{FF2B5EF4-FFF2-40B4-BE49-F238E27FC236}">
                    <a16:creationId xmlns:a16="http://schemas.microsoft.com/office/drawing/2014/main" id="{686854E2-268D-43EA-9EA3-71E34F9CE1E4}"/>
                  </a:ext>
                </a:extLst>
              </p14:cNvPr>
              <p14:cNvContentPartPr/>
              <p14:nvPr/>
            </p14:nvContentPartPr>
            <p14:xfrm>
              <a:off x="2117349" y="2898985"/>
              <a:ext cx="2464200" cy="357120"/>
            </p14:xfrm>
          </p:contentPart>
        </mc:Choice>
        <mc:Fallback xmlns="">
          <p:pic>
            <p:nvPicPr>
              <p:cNvPr id="39" name="Cerneală 38">
                <a:extLst>
                  <a:ext uri="{FF2B5EF4-FFF2-40B4-BE49-F238E27FC236}">
                    <a16:creationId xmlns:a16="http://schemas.microsoft.com/office/drawing/2014/main" id="{686854E2-268D-43EA-9EA3-71E34F9CE1E4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099349" y="2880985"/>
                <a:ext cx="2499840" cy="39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40" name="Cerneală 39">
                <a:extLst>
                  <a:ext uri="{FF2B5EF4-FFF2-40B4-BE49-F238E27FC236}">
                    <a16:creationId xmlns:a16="http://schemas.microsoft.com/office/drawing/2014/main" id="{ACADF6C8-7BF9-40F0-9FBD-6DC4EE986AD8}"/>
                  </a:ext>
                </a:extLst>
              </p14:cNvPr>
              <p14:cNvContentPartPr/>
              <p14:nvPr/>
            </p14:nvContentPartPr>
            <p14:xfrm>
              <a:off x="5311269" y="3072145"/>
              <a:ext cx="353520" cy="156960"/>
            </p14:xfrm>
          </p:contentPart>
        </mc:Choice>
        <mc:Fallback xmlns="">
          <p:pic>
            <p:nvPicPr>
              <p:cNvPr id="40" name="Cerneală 39">
                <a:extLst>
                  <a:ext uri="{FF2B5EF4-FFF2-40B4-BE49-F238E27FC236}">
                    <a16:creationId xmlns:a16="http://schemas.microsoft.com/office/drawing/2014/main" id="{ACADF6C8-7BF9-40F0-9FBD-6DC4EE986AD8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293269" y="3054505"/>
                <a:ext cx="389160" cy="19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56" name="Cerneală 55">
                <a:extLst>
                  <a:ext uri="{FF2B5EF4-FFF2-40B4-BE49-F238E27FC236}">
                    <a16:creationId xmlns:a16="http://schemas.microsoft.com/office/drawing/2014/main" id="{02E37483-F1BA-47CE-A5B8-DE712A8AC4EF}"/>
                  </a:ext>
                </a:extLst>
              </p14:cNvPr>
              <p14:cNvContentPartPr/>
              <p14:nvPr/>
            </p14:nvContentPartPr>
            <p14:xfrm>
              <a:off x="9229869" y="2708545"/>
              <a:ext cx="1748880" cy="503280"/>
            </p14:xfrm>
          </p:contentPart>
        </mc:Choice>
        <mc:Fallback xmlns="">
          <p:pic>
            <p:nvPicPr>
              <p:cNvPr id="56" name="Cerneală 55">
                <a:extLst>
                  <a:ext uri="{FF2B5EF4-FFF2-40B4-BE49-F238E27FC236}">
                    <a16:creationId xmlns:a16="http://schemas.microsoft.com/office/drawing/2014/main" id="{02E37483-F1BA-47CE-A5B8-DE712A8AC4EF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9211869" y="2690532"/>
                <a:ext cx="1784520" cy="5389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57" name="Cerneală 56">
                <a:extLst>
                  <a:ext uri="{FF2B5EF4-FFF2-40B4-BE49-F238E27FC236}">
                    <a16:creationId xmlns:a16="http://schemas.microsoft.com/office/drawing/2014/main" id="{482F38C6-7160-4064-BCBD-3FE4F61E35B5}"/>
                  </a:ext>
                </a:extLst>
              </p14:cNvPr>
              <p14:cNvContentPartPr/>
              <p14:nvPr/>
            </p14:nvContentPartPr>
            <p14:xfrm>
              <a:off x="7675749" y="2844265"/>
              <a:ext cx="935640" cy="617400"/>
            </p14:xfrm>
          </p:contentPart>
        </mc:Choice>
        <mc:Fallback xmlns="">
          <p:pic>
            <p:nvPicPr>
              <p:cNvPr id="57" name="Cerneală 56">
                <a:extLst>
                  <a:ext uri="{FF2B5EF4-FFF2-40B4-BE49-F238E27FC236}">
                    <a16:creationId xmlns:a16="http://schemas.microsoft.com/office/drawing/2014/main" id="{482F38C6-7160-4064-BCBD-3FE4F61E35B5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657749" y="2826265"/>
                <a:ext cx="971280" cy="65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58" name="Cerneală 57">
                <a:extLst>
                  <a:ext uri="{FF2B5EF4-FFF2-40B4-BE49-F238E27FC236}">
                    <a16:creationId xmlns:a16="http://schemas.microsoft.com/office/drawing/2014/main" id="{2C71D13C-2911-42B7-BAAC-CB7F52888CA0}"/>
                  </a:ext>
                </a:extLst>
              </p14:cNvPr>
              <p14:cNvContentPartPr/>
              <p14:nvPr/>
            </p14:nvContentPartPr>
            <p14:xfrm>
              <a:off x="6211989" y="2814385"/>
              <a:ext cx="896400" cy="633600"/>
            </p14:xfrm>
          </p:contentPart>
        </mc:Choice>
        <mc:Fallback xmlns="">
          <p:pic>
            <p:nvPicPr>
              <p:cNvPr id="58" name="Cerneală 57">
                <a:extLst>
                  <a:ext uri="{FF2B5EF4-FFF2-40B4-BE49-F238E27FC236}">
                    <a16:creationId xmlns:a16="http://schemas.microsoft.com/office/drawing/2014/main" id="{2C71D13C-2911-42B7-BAAC-CB7F52888CA0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6193989" y="2796745"/>
                <a:ext cx="932040" cy="66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60" name="Cerneală 59">
                <a:extLst>
                  <a:ext uri="{FF2B5EF4-FFF2-40B4-BE49-F238E27FC236}">
                    <a16:creationId xmlns:a16="http://schemas.microsoft.com/office/drawing/2014/main" id="{D9DC01AE-15CA-47D6-B699-D542B97F9076}"/>
                  </a:ext>
                </a:extLst>
              </p14:cNvPr>
              <p14:cNvContentPartPr/>
              <p14:nvPr/>
            </p14:nvContentPartPr>
            <p14:xfrm>
              <a:off x="432909" y="1587145"/>
              <a:ext cx="4212720" cy="330840"/>
            </p14:xfrm>
          </p:contentPart>
        </mc:Choice>
        <mc:Fallback xmlns="">
          <p:pic>
            <p:nvPicPr>
              <p:cNvPr id="60" name="Cerneală 59">
                <a:extLst>
                  <a:ext uri="{FF2B5EF4-FFF2-40B4-BE49-F238E27FC236}">
                    <a16:creationId xmlns:a16="http://schemas.microsoft.com/office/drawing/2014/main" id="{D9DC01AE-15CA-47D6-B699-D542B97F9076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15269" y="1551505"/>
                <a:ext cx="4248360" cy="40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61" name="Cerneală 60">
                <a:extLst>
                  <a:ext uri="{FF2B5EF4-FFF2-40B4-BE49-F238E27FC236}">
                    <a16:creationId xmlns:a16="http://schemas.microsoft.com/office/drawing/2014/main" id="{0B275FC0-7C0A-4F3E-B3FD-31546A017B2F}"/>
                  </a:ext>
                </a:extLst>
              </p14:cNvPr>
              <p14:cNvContentPartPr/>
              <p14:nvPr/>
            </p14:nvContentPartPr>
            <p14:xfrm>
              <a:off x="241029" y="1871905"/>
              <a:ext cx="153000" cy="224640"/>
            </p14:xfrm>
          </p:contentPart>
        </mc:Choice>
        <mc:Fallback xmlns="">
          <p:pic>
            <p:nvPicPr>
              <p:cNvPr id="61" name="Cerneală 60">
                <a:extLst>
                  <a:ext uri="{FF2B5EF4-FFF2-40B4-BE49-F238E27FC236}">
                    <a16:creationId xmlns:a16="http://schemas.microsoft.com/office/drawing/2014/main" id="{0B275FC0-7C0A-4F3E-B3FD-31546A017B2F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23029" y="1836265"/>
                <a:ext cx="188640" cy="29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62" name="Cerneală 61">
                <a:extLst>
                  <a:ext uri="{FF2B5EF4-FFF2-40B4-BE49-F238E27FC236}">
                    <a16:creationId xmlns:a16="http://schemas.microsoft.com/office/drawing/2014/main" id="{BFE0ACD4-F093-4BBA-B586-99D6134107FD}"/>
                  </a:ext>
                </a:extLst>
              </p14:cNvPr>
              <p14:cNvContentPartPr/>
              <p14:nvPr/>
            </p14:nvContentPartPr>
            <p14:xfrm>
              <a:off x="435069" y="1925905"/>
              <a:ext cx="116280" cy="158400"/>
            </p14:xfrm>
          </p:contentPart>
        </mc:Choice>
        <mc:Fallback xmlns="">
          <p:pic>
            <p:nvPicPr>
              <p:cNvPr id="62" name="Cerneală 61">
                <a:extLst>
                  <a:ext uri="{FF2B5EF4-FFF2-40B4-BE49-F238E27FC236}">
                    <a16:creationId xmlns:a16="http://schemas.microsoft.com/office/drawing/2014/main" id="{BFE0ACD4-F093-4BBA-B586-99D6134107FD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417429" y="1889905"/>
                <a:ext cx="151920" cy="23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63" name="Cerneală 62">
                <a:extLst>
                  <a:ext uri="{FF2B5EF4-FFF2-40B4-BE49-F238E27FC236}">
                    <a16:creationId xmlns:a16="http://schemas.microsoft.com/office/drawing/2014/main" id="{B76916D3-2B8B-4D3C-A361-83F9F5E81CFA}"/>
                  </a:ext>
                </a:extLst>
              </p14:cNvPr>
              <p14:cNvContentPartPr/>
              <p14:nvPr/>
            </p14:nvContentPartPr>
            <p14:xfrm>
              <a:off x="115029" y="1813585"/>
              <a:ext cx="579600" cy="29880"/>
            </p14:xfrm>
          </p:contentPart>
        </mc:Choice>
        <mc:Fallback xmlns="">
          <p:pic>
            <p:nvPicPr>
              <p:cNvPr id="63" name="Cerneală 62">
                <a:extLst>
                  <a:ext uri="{FF2B5EF4-FFF2-40B4-BE49-F238E27FC236}">
                    <a16:creationId xmlns:a16="http://schemas.microsoft.com/office/drawing/2014/main" id="{B76916D3-2B8B-4D3C-A361-83F9F5E81CFA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97029" y="1777585"/>
                <a:ext cx="615240" cy="10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64" name="Cerneală 63">
                <a:extLst>
                  <a:ext uri="{FF2B5EF4-FFF2-40B4-BE49-F238E27FC236}">
                    <a16:creationId xmlns:a16="http://schemas.microsoft.com/office/drawing/2014/main" id="{4717B8B7-1D89-472A-AED1-D01022B232EB}"/>
                  </a:ext>
                </a:extLst>
              </p14:cNvPr>
              <p14:cNvContentPartPr/>
              <p14:nvPr/>
            </p14:nvContentPartPr>
            <p14:xfrm>
              <a:off x="4490109" y="1592545"/>
              <a:ext cx="4865040" cy="400320"/>
            </p14:xfrm>
          </p:contentPart>
        </mc:Choice>
        <mc:Fallback xmlns="">
          <p:pic>
            <p:nvPicPr>
              <p:cNvPr id="64" name="Cerneală 63">
                <a:extLst>
                  <a:ext uri="{FF2B5EF4-FFF2-40B4-BE49-F238E27FC236}">
                    <a16:creationId xmlns:a16="http://schemas.microsoft.com/office/drawing/2014/main" id="{4717B8B7-1D89-472A-AED1-D01022B232EB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472109" y="1556905"/>
                <a:ext cx="4900680" cy="47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65" name="Cerneală 64">
                <a:extLst>
                  <a:ext uri="{FF2B5EF4-FFF2-40B4-BE49-F238E27FC236}">
                    <a16:creationId xmlns:a16="http://schemas.microsoft.com/office/drawing/2014/main" id="{2DCF3F6E-D2AB-4884-99C8-0D311EF91D2E}"/>
                  </a:ext>
                </a:extLst>
              </p14:cNvPr>
              <p14:cNvContentPartPr/>
              <p14:nvPr/>
            </p14:nvContentPartPr>
            <p14:xfrm>
              <a:off x="6556509" y="1374385"/>
              <a:ext cx="767520" cy="801720"/>
            </p14:xfrm>
          </p:contentPart>
        </mc:Choice>
        <mc:Fallback xmlns="">
          <p:pic>
            <p:nvPicPr>
              <p:cNvPr id="65" name="Cerneală 64">
                <a:extLst>
                  <a:ext uri="{FF2B5EF4-FFF2-40B4-BE49-F238E27FC236}">
                    <a16:creationId xmlns:a16="http://schemas.microsoft.com/office/drawing/2014/main" id="{2DCF3F6E-D2AB-4884-99C8-0D311EF91D2E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6538509" y="1338745"/>
                <a:ext cx="803160" cy="873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567116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reptunghi 6">
            <a:extLst>
              <a:ext uri="{FF2B5EF4-FFF2-40B4-BE49-F238E27FC236}">
                <a16:creationId xmlns:a16="http://schemas.microsoft.com/office/drawing/2014/main" id="{BDC82CF2-ED3F-426D-B411-2F6013A954EB}"/>
              </a:ext>
            </a:extLst>
          </p:cNvPr>
          <p:cNvSpPr/>
          <p:nvPr/>
        </p:nvSpPr>
        <p:spPr>
          <a:xfrm>
            <a:off x="518221" y="228635"/>
            <a:ext cx="1033260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</a:rPr>
              <a:t>Num</a:t>
            </a:r>
            <a:r>
              <a:rPr lang="ro-RO" sz="2400" b="1" dirty="0" err="1">
                <a:solidFill>
                  <a:srgbClr val="0000FF"/>
                </a:solidFill>
              </a:rPr>
              <a:t>ărătoare</a:t>
            </a:r>
            <a:r>
              <a:rPr lang="ro-RO" sz="2400" b="1" dirty="0">
                <a:solidFill>
                  <a:srgbClr val="0000FF"/>
                </a:solidFill>
              </a:rPr>
              <a:t> binare sincrone – </a:t>
            </a:r>
            <a:r>
              <a:rPr lang="ro-RO" sz="2400" b="1" dirty="0">
                <a:solidFill>
                  <a:srgbClr val="FF0000"/>
                </a:solidFill>
              </a:rPr>
              <a:t>Facilități suplimentare  </a:t>
            </a:r>
          </a:p>
        </p:txBody>
      </p:sp>
      <p:pic>
        <p:nvPicPr>
          <p:cNvPr id="2" name="Imagine 1">
            <a:extLst>
              <a:ext uri="{FF2B5EF4-FFF2-40B4-BE49-F238E27FC236}">
                <a16:creationId xmlns:a16="http://schemas.microsoft.com/office/drawing/2014/main" id="{7200DF58-F206-4207-A722-75DEC3003B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65" y="960147"/>
            <a:ext cx="11765218" cy="449366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Cerneală 2">
                <a:extLst>
                  <a:ext uri="{FF2B5EF4-FFF2-40B4-BE49-F238E27FC236}">
                    <a16:creationId xmlns:a16="http://schemas.microsoft.com/office/drawing/2014/main" id="{48309BB2-8813-42F5-8827-B47BB9C293E5}"/>
                  </a:ext>
                </a:extLst>
              </p14:cNvPr>
              <p14:cNvContentPartPr/>
              <p14:nvPr/>
            </p14:nvContentPartPr>
            <p14:xfrm>
              <a:off x="345069" y="4481185"/>
              <a:ext cx="10594440" cy="1462680"/>
            </p14:xfrm>
          </p:contentPart>
        </mc:Choice>
        <mc:Fallback xmlns="">
          <p:pic>
            <p:nvPicPr>
              <p:cNvPr id="3" name="Cerneală 2">
                <a:extLst>
                  <a:ext uri="{FF2B5EF4-FFF2-40B4-BE49-F238E27FC236}">
                    <a16:creationId xmlns:a16="http://schemas.microsoft.com/office/drawing/2014/main" id="{48309BB2-8813-42F5-8827-B47BB9C293E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7069" y="4445185"/>
                <a:ext cx="10630080" cy="1534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101460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reptunghi 6">
            <a:extLst>
              <a:ext uri="{FF2B5EF4-FFF2-40B4-BE49-F238E27FC236}">
                <a16:creationId xmlns:a16="http://schemas.microsoft.com/office/drawing/2014/main" id="{BDC82CF2-ED3F-426D-B411-2F6013A954EB}"/>
              </a:ext>
            </a:extLst>
          </p:cNvPr>
          <p:cNvSpPr/>
          <p:nvPr/>
        </p:nvSpPr>
        <p:spPr>
          <a:xfrm>
            <a:off x="518221" y="228635"/>
            <a:ext cx="1033260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</a:rPr>
              <a:t>Num</a:t>
            </a:r>
            <a:r>
              <a:rPr lang="ro-RO" sz="2400" b="1" dirty="0" err="1">
                <a:solidFill>
                  <a:srgbClr val="0000FF"/>
                </a:solidFill>
              </a:rPr>
              <a:t>ărătoare</a:t>
            </a:r>
            <a:r>
              <a:rPr lang="ro-RO" sz="2400" b="1" dirty="0">
                <a:solidFill>
                  <a:srgbClr val="0000FF"/>
                </a:solidFill>
              </a:rPr>
              <a:t> binare sincrone – </a:t>
            </a:r>
            <a:r>
              <a:rPr lang="ro-RO" sz="2400" b="1" dirty="0">
                <a:solidFill>
                  <a:srgbClr val="FF0000"/>
                </a:solidFill>
              </a:rPr>
              <a:t>Facilități suplimentare  </a:t>
            </a:r>
          </a:p>
        </p:txBody>
      </p:sp>
      <p:pic>
        <p:nvPicPr>
          <p:cNvPr id="2" name="Imagine 1">
            <a:extLst>
              <a:ext uri="{FF2B5EF4-FFF2-40B4-BE49-F238E27FC236}">
                <a16:creationId xmlns:a16="http://schemas.microsoft.com/office/drawing/2014/main" id="{B04930E9-F31C-4108-B329-6EC70CE367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904" y="868708"/>
            <a:ext cx="11765218" cy="5186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2594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Cerneală 1">
                <a:extLst>
                  <a:ext uri="{FF2B5EF4-FFF2-40B4-BE49-F238E27FC236}">
                    <a16:creationId xmlns:a16="http://schemas.microsoft.com/office/drawing/2014/main" id="{3DBA00D2-1BD6-4E4D-A14C-1C7B4E083E7D}"/>
                  </a:ext>
                </a:extLst>
              </p14:cNvPr>
              <p14:cNvContentPartPr/>
              <p14:nvPr/>
            </p14:nvContentPartPr>
            <p14:xfrm>
              <a:off x="1476909" y="1217065"/>
              <a:ext cx="1681200" cy="1237680"/>
            </p14:xfrm>
          </p:contentPart>
        </mc:Choice>
        <mc:Fallback xmlns="">
          <p:pic>
            <p:nvPicPr>
              <p:cNvPr id="2" name="Cerneală 1">
                <a:extLst>
                  <a:ext uri="{FF2B5EF4-FFF2-40B4-BE49-F238E27FC236}">
                    <a16:creationId xmlns:a16="http://schemas.microsoft.com/office/drawing/2014/main" id="{3DBA00D2-1BD6-4E4D-A14C-1C7B4E083E7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59269" y="1181425"/>
                <a:ext cx="1716840" cy="130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Cerneală 2">
                <a:extLst>
                  <a:ext uri="{FF2B5EF4-FFF2-40B4-BE49-F238E27FC236}">
                    <a16:creationId xmlns:a16="http://schemas.microsoft.com/office/drawing/2014/main" id="{55126827-9A44-48BF-8C2D-E3DD7592D1E6}"/>
                  </a:ext>
                </a:extLst>
              </p14:cNvPr>
              <p14:cNvContentPartPr/>
              <p14:nvPr/>
            </p14:nvContentPartPr>
            <p14:xfrm>
              <a:off x="1299069" y="2832385"/>
              <a:ext cx="1877040" cy="16920"/>
            </p14:xfrm>
          </p:contentPart>
        </mc:Choice>
        <mc:Fallback xmlns="">
          <p:pic>
            <p:nvPicPr>
              <p:cNvPr id="3" name="Cerneală 2">
                <a:extLst>
                  <a:ext uri="{FF2B5EF4-FFF2-40B4-BE49-F238E27FC236}">
                    <a16:creationId xmlns:a16="http://schemas.microsoft.com/office/drawing/2014/main" id="{55126827-9A44-48BF-8C2D-E3DD7592D1E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81429" y="2796385"/>
                <a:ext cx="1912680" cy="8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Cerneală 3">
                <a:extLst>
                  <a:ext uri="{FF2B5EF4-FFF2-40B4-BE49-F238E27FC236}">
                    <a16:creationId xmlns:a16="http://schemas.microsoft.com/office/drawing/2014/main" id="{B6FA393A-A026-461E-BBD0-46303B30B487}"/>
                  </a:ext>
                </a:extLst>
              </p14:cNvPr>
              <p14:cNvContentPartPr/>
              <p14:nvPr/>
            </p14:nvContentPartPr>
            <p14:xfrm>
              <a:off x="3127869" y="2439985"/>
              <a:ext cx="18360" cy="388440"/>
            </p14:xfrm>
          </p:contentPart>
        </mc:Choice>
        <mc:Fallback xmlns="">
          <p:pic>
            <p:nvPicPr>
              <p:cNvPr id="4" name="Cerneală 3">
                <a:extLst>
                  <a:ext uri="{FF2B5EF4-FFF2-40B4-BE49-F238E27FC236}">
                    <a16:creationId xmlns:a16="http://schemas.microsoft.com/office/drawing/2014/main" id="{B6FA393A-A026-461E-BBD0-46303B30B48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109869" y="2403985"/>
                <a:ext cx="54000" cy="46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Cerneală 4">
                <a:extLst>
                  <a:ext uri="{FF2B5EF4-FFF2-40B4-BE49-F238E27FC236}">
                    <a16:creationId xmlns:a16="http://schemas.microsoft.com/office/drawing/2014/main" id="{8FB921F0-7EE3-4954-9F91-8C1D5E4D9E2F}"/>
                  </a:ext>
                </a:extLst>
              </p14:cNvPr>
              <p14:cNvContentPartPr/>
              <p14:nvPr/>
            </p14:nvContentPartPr>
            <p14:xfrm>
              <a:off x="3144069" y="1640425"/>
              <a:ext cx="147960" cy="163440"/>
            </p14:xfrm>
          </p:contentPart>
        </mc:Choice>
        <mc:Fallback xmlns="">
          <p:pic>
            <p:nvPicPr>
              <p:cNvPr id="5" name="Cerneală 4">
                <a:extLst>
                  <a:ext uri="{FF2B5EF4-FFF2-40B4-BE49-F238E27FC236}">
                    <a16:creationId xmlns:a16="http://schemas.microsoft.com/office/drawing/2014/main" id="{8FB921F0-7EE3-4954-9F91-8C1D5E4D9E2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126429" y="1604785"/>
                <a:ext cx="183600" cy="23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" name="Cerneală 5">
                <a:extLst>
                  <a:ext uri="{FF2B5EF4-FFF2-40B4-BE49-F238E27FC236}">
                    <a16:creationId xmlns:a16="http://schemas.microsoft.com/office/drawing/2014/main" id="{D1735736-3F2C-452A-BD6A-74CF5AD3AAD7}"/>
                  </a:ext>
                </a:extLst>
              </p14:cNvPr>
              <p14:cNvContentPartPr/>
              <p14:nvPr/>
            </p14:nvContentPartPr>
            <p14:xfrm>
              <a:off x="3315789" y="1684345"/>
              <a:ext cx="1111680" cy="20520"/>
            </p14:xfrm>
          </p:contentPart>
        </mc:Choice>
        <mc:Fallback xmlns="">
          <p:pic>
            <p:nvPicPr>
              <p:cNvPr id="6" name="Cerneală 5">
                <a:extLst>
                  <a:ext uri="{FF2B5EF4-FFF2-40B4-BE49-F238E27FC236}">
                    <a16:creationId xmlns:a16="http://schemas.microsoft.com/office/drawing/2014/main" id="{D1735736-3F2C-452A-BD6A-74CF5AD3AAD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297789" y="1648345"/>
                <a:ext cx="1147320" cy="9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" name="Cerneală 6">
                <a:extLst>
                  <a:ext uri="{FF2B5EF4-FFF2-40B4-BE49-F238E27FC236}">
                    <a16:creationId xmlns:a16="http://schemas.microsoft.com/office/drawing/2014/main" id="{1A96870B-A7EF-4360-BFD5-8E25D464F514}"/>
                  </a:ext>
                </a:extLst>
              </p14:cNvPr>
              <p14:cNvContentPartPr/>
              <p14:nvPr/>
            </p14:nvContentPartPr>
            <p14:xfrm>
              <a:off x="3135069" y="2315425"/>
              <a:ext cx="204840" cy="189000"/>
            </p14:xfrm>
          </p:contentPart>
        </mc:Choice>
        <mc:Fallback xmlns="">
          <p:pic>
            <p:nvPicPr>
              <p:cNvPr id="7" name="Cerneală 6">
                <a:extLst>
                  <a:ext uri="{FF2B5EF4-FFF2-40B4-BE49-F238E27FC236}">
                    <a16:creationId xmlns:a16="http://schemas.microsoft.com/office/drawing/2014/main" id="{1A96870B-A7EF-4360-BFD5-8E25D464F51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117069" y="2279425"/>
                <a:ext cx="240480" cy="26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8" name="Cerneală 7">
                <a:extLst>
                  <a:ext uri="{FF2B5EF4-FFF2-40B4-BE49-F238E27FC236}">
                    <a16:creationId xmlns:a16="http://schemas.microsoft.com/office/drawing/2014/main" id="{2BB9AC55-F13D-4B9C-8703-09D471A2946F}"/>
                  </a:ext>
                </a:extLst>
              </p14:cNvPr>
              <p14:cNvContentPartPr/>
              <p14:nvPr/>
            </p14:nvContentPartPr>
            <p14:xfrm>
              <a:off x="3354669" y="2429905"/>
              <a:ext cx="934200" cy="19800"/>
            </p14:xfrm>
          </p:contentPart>
        </mc:Choice>
        <mc:Fallback xmlns="">
          <p:pic>
            <p:nvPicPr>
              <p:cNvPr id="8" name="Cerneală 7">
                <a:extLst>
                  <a:ext uri="{FF2B5EF4-FFF2-40B4-BE49-F238E27FC236}">
                    <a16:creationId xmlns:a16="http://schemas.microsoft.com/office/drawing/2014/main" id="{2BB9AC55-F13D-4B9C-8703-09D471A2946F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336669" y="2394265"/>
                <a:ext cx="969840" cy="9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9" name="Cerneală 8">
                <a:extLst>
                  <a:ext uri="{FF2B5EF4-FFF2-40B4-BE49-F238E27FC236}">
                    <a16:creationId xmlns:a16="http://schemas.microsoft.com/office/drawing/2014/main" id="{25C3F123-9B3F-4810-B8E7-7B1D8507FC18}"/>
                  </a:ext>
                </a:extLst>
              </p14:cNvPr>
              <p14:cNvContentPartPr/>
              <p14:nvPr/>
            </p14:nvContentPartPr>
            <p14:xfrm>
              <a:off x="1954989" y="1707385"/>
              <a:ext cx="23040" cy="174960"/>
            </p14:xfrm>
          </p:contentPart>
        </mc:Choice>
        <mc:Fallback xmlns="">
          <p:pic>
            <p:nvPicPr>
              <p:cNvPr id="9" name="Cerneală 8">
                <a:extLst>
                  <a:ext uri="{FF2B5EF4-FFF2-40B4-BE49-F238E27FC236}">
                    <a16:creationId xmlns:a16="http://schemas.microsoft.com/office/drawing/2014/main" id="{25C3F123-9B3F-4810-B8E7-7B1D8507FC18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937349" y="1671745"/>
                <a:ext cx="58680" cy="24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" name="Cerneală 9">
                <a:extLst>
                  <a:ext uri="{FF2B5EF4-FFF2-40B4-BE49-F238E27FC236}">
                    <a16:creationId xmlns:a16="http://schemas.microsoft.com/office/drawing/2014/main" id="{1BA9D31A-B4CA-40FE-AFBA-861F42F50191}"/>
                  </a:ext>
                </a:extLst>
              </p14:cNvPr>
              <p14:cNvContentPartPr/>
              <p14:nvPr/>
            </p14:nvContentPartPr>
            <p14:xfrm>
              <a:off x="1799829" y="1659505"/>
              <a:ext cx="320760" cy="20520"/>
            </p14:xfrm>
          </p:contentPart>
        </mc:Choice>
        <mc:Fallback xmlns="">
          <p:pic>
            <p:nvPicPr>
              <p:cNvPr id="10" name="Cerneală 9">
                <a:extLst>
                  <a:ext uri="{FF2B5EF4-FFF2-40B4-BE49-F238E27FC236}">
                    <a16:creationId xmlns:a16="http://schemas.microsoft.com/office/drawing/2014/main" id="{1BA9D31A-B4CA-40FE-AFBA-861F42F50191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781829" y="1623865"/>
                <a:ext cx="356400" cy="9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1" name="Cerneală 10">
                <a:extLst>
                  <a:ext uri="{FF2B5EF4-FFF2-40B4-BE49-F238E27FC236}">
                    <a16:creationId xmlns:a16="http://schemas.microsoft.com/office/drawing/2014/main" id="{80E0F233-4FF2-475F-8893-A7D3EA4A1759}"/>
                  </a:ext>
                </a:extLst>
              </p14:cNvPr>
              <p14:cNvContentPartPr/>
              <p14:nvPr/>
            </p14:nvContentPartPr>
            <p14:xfrm>
              <a:off x="2178909" y="1724665"/>
              <a:ext cx="257760" cy="162360"/>
            </p14:xfrm>
          </p:contentPart>
        </mc:Choice>
        <mc:Fallback xmlns="">
          <p:pic>
            <p:nvPicPr>
              <p:cNvPr id="11" name="Cerneală 10">
                <a:extLst>
                  <a:ext uri="{FF2B5EF4-FFF2-40B4-BE49-F238E27FC236}">
                    <a16:creationId xmlns:a16="http://schemas.microsoft.com/office/drawing/2014/main" id="{80E0F233-4FF2-475F-8893-A7D3EA4A1759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161269" y="1689025"/>
                <a:ext cx="293400" cy="23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2" name="Cerneală 11">
                <a:extLst>
                  <a:ext uri="{FF2B5EF4-FFF2-40B4-BE49-F238E27FC236}">
                    <a16:creationId xmlns:a16="http://schemas.microsoft.com/office/drawing/2014/main" id="{A07E17FF-BADA-40D1-952A-556B6C8A4295}"/>
                  </a:ext>
                </a:extLst>
              </p14:cNvPr>
              <p14:cNvContentPartPr/>
              <p14:nvPr/>
            </p14:nvContentPartPr>
            <p14:xfrm>
              <a:off x="2467629" y="1713145"/>
              <a:ext cx="102600" cy="173520"/>
            </p14:xfrm>
          </p:contentPart>
        </mc:Choice>
        <mc:Fallback xmlns="">
          <p:pic>
            <p:nvPicPr>
              <p:cNvPr id="12" name="Cerneală 11">
                <a:extLst>
                  <a:ext uri="{FF2B5EF4-FFF2-40B4-BE49-F238E27FC236}">
                    <a16:creationId xmlns:a16="http://schemas.microsoft.com/office/drawing/2014/main" id="{A07E17FF-BADA-40D1-952A-556B6C8A4295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449629" y="1677145"/>
                <a:ext cx="138240" cy="24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3" name="Cerneală 12">
                <a:extLst>
                  <a:ext uri="{FF2B5EF4-FFF2-40B4-BE49-F238E27FC236}">
                    <a16:creationId xmlns:a16="http://schemas.microsoft.com/office/drawing/2014/main" id="{5BD30980-AE46-4C20-BAC8-6B49DC2977EA}"/>
                  </a:ext>
                </a:extLst>
              </p14:cNvPr>
              <p14:cNvContentPartPr/>
              <p14:nvPr/>
            </p14:nvContentPartPr>
            <p14:xfrm>
              <a:off x="2626029" y="1697665"/>
              <a:ext cx="40320" cy="208080"/>
            </p14:xfrm>
          </p:contentPart>
        </mc:Choice>
        <mc:Fallback xmlns="">
          <p:pic>
            <p:nvPicPr>
              <p:cNvPr id="13" name="Cerneală 12">
                <a:extLst>
                  <a:ext uri="{FF2B5EF4-FFF2-40B4-BE49-F238E27FC236}">
                    <a16:creationId xmlns:a16="http://schemas.microsoft.com/office/drawing/2014/main" id="{5BD30980-AE46-4C20-BAC8-6B49DC2977EA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608389" y="1661665"/>
                <a:ext cx="75960" cy="27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4" name="Cerneală 13">
                <a:extLst>
                  <a:ext uri="{FF2B5EF4-FFF2-40B4-BE49-F238E27FC236}">
                    <a16:creationId xmlns:a16="http://schemas.microsoft.com/office/drawing/2014/main" id="{2A849E06-05E4-4156-BF4B-E2F72A215A09}"/>
                  </a:ext>
                </a:extLst>
              </p14:cNvPr>
              <p14:cNvContentPartPr/>
              <p14:nvPr/>
            </p14:nvContentPartPr>
            <p14:xfrm>
              <a:off x="1770669" y="1503265"/>
              <a:ext cx="966600" cy="23760"/>
            </p14:xfrm>
          </p:contentPart>
        </mc:Choice>
        <mc:Fallback xmlns="">
          <p:pic>
            <p:nvPicPr>
              <p:cNvPr id="14" name="Cerneală 13">
                <a:extLst>
                  <a:ext uri="{FF2B5EF4-FFF2-40B4-BE49-F238E27FC236}">
                    <a16:creationId xmlns:a16="http://schemas.microsoft.com/office/drawing/2014/main" id="{2A849E06-05E4-4156-BF4B-E2F72A215A09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752669" y="1467625"/>
                <a:ext cx="1002240" cy="9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5" name="Cerneală 14">
                <a:extLst>
                  <a:ext uri="{FF2B5EF4-FFF2-40B4-BE49-F238E27FC236}">
                    <a16:creationId xmlns:a16="http://schemas.microsoft.com/office/drawing/2014/main" id="{6A4EC247-E675-4B41-9C92-734DD96994F3}"/>
                  </a:ext>
                </a:extLst>
              </p14:cNvPr>
              <p14:cNvContentPartPr/>
              <p14:nvPr/>
            </p14:nvContentPartPr>
            <p14:xfrm>
              <a:off x="1895949" y="2338825"/>
              <a:ext cx="17640" cy="176760"/>
            </p14:xfrm>
          </p:contentPart>
        </mc:Choice>
        <mc:Fallback xmlns="">
          <p:pic>
            <p:nvPicPr>
              <p:cNvPr id="15" name="Cerneală 14">
                <a:extLst>
                  <a:ext uri="{FF2B5EF4-FFF2-40B4-BE49-F238E27FC236}">
                    <a16:creationId xmlns:a16="http://schemas.microsoft.com/office/drawing/2014/main" id="{6A4EC247-E675-4B41-9C92-734DD96994F3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878309" y="2302825"/>
                <a:ext cx="53280" cy="24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6" name="Cerneală 15">
                <a:extLst>
                  <a:ext uri="{FF2B5EF4-FFF2-40B4-BE49-F238E27FC236}">
                    <a16:creationId xmlns:a16="http://schemas.microsoft.com/office/drawing/2014/main" id="{EF88AD0C-3F8B-406A-A3E4-9C57AC009687}"/>
                  </a:ext>
                </a:extLst>
              </p14:cNvPr>
              <p14:cNvContentPartPr/>
              <p14:nvPr/>
            </p14:nvContentPartPr>
            <p14:xfrm>
              <a:off x="1765989" y="2304625"/>
              <a:ext cx="337320" cy="29520"/>
            </p14:xfrm>
          </p:contentPart>
        </mc:Choice>
        <mc:Fallback xmlns="">
          <p:pic>
            <p:nvPicPr>
              <p:cNvPr id="16" name="Cerneală 15">
                <a:extLst>
                  <a:ext uri="{FF2B5EF4-FFF2-40B4-BE49-F238E27FC236}">
                    <a16:creationId xmlns:a16="http://schemas.microsoft.com/office/drawing/2014/main" id="{EF88AD0C-3F8B-406A-A3E4-9C57AC009687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747989" y="2268985"/>
                <a:ext cx="372960" cy="10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7" name="Cerneală 16">
                <a:extLst>
                  <a:ext uri="{FF2B5EF4-FFF2-40B4-BE49-F238E27FC236}">
                    <a16:creationId xmlns:a16="http://schemas.microsoft.com/office/drawing/2014/main" id="{CC563951-651D-4240-BD91-B0B71B9ADB2A}"/>
                  </a:ext>
                </a:extLst>
              </p14:cNvPr>
              <p14:cNvContentPartPr/>
              <p14:nvPr/>
            </p14:nvContentPartPr>
            <p14:xfrm>
              <a:off x="2086389" y="2331985"/>
              <a:ext cx="274680" cy="167760"/>
            </p14:xfrm>
          </p:contentPart>
        </mc:Choice>
        <mc:Fallback xmlns="">
          <p:pic>
            <p:nvPicPr>
              <p:cNvPr id="17" name="Cerneală 16">
                <a:extLst>
                  <a:ext uri="{FF2B5EF4-FFF2-40B4-BE49-F238E27FC236}">
                    <a16:creationId xmlns:a16="http://schemas.microsoft.com/office/drawing/2014/main" id="{CC563951-651D-4240-BD91-B0B71B9ADB2A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068749" y="2295985"/>
                <a:ext cx="310320" cy="23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8" name="Cerneală 17">
                <a:extLst>
                  <a:ext uri="{FF2B5EF4-FFF2-40B4-BE49-F238E27FC236}">
                    <a16:creationId xmlns:a16="http://schemas.microsoft.com/office/drawing/2014/main" id="{9BC4DB22-F81B-495A-A101-C7D2D1A41CD5}"/>
                  </a:ext>
                </a:extLst>
              </p14:cNvPr>
              <p14:cNvContentPartPr/>
              <p14:nvPr/>
            </p14:nvContentPartPr>
            <p14:xfrm>
              <a:off x="2385549" y="2362585"/>
              <a:ext cx="39600" cy="163440"/>
            </p14:xfrm>
          </p:contentPart>
        </mc:Choice>
        <mc:Fallback xmlns="">
          <p:pic>
            <p:nvPicPr>
              <p:cNvPr id="18" name="Cerneală 17">
                <a:extLst>
                  <a:ext uri="{FF2B5EF4-FFF2-40B4-BE49-F238E27FC236}">
                    <a16:creationId xmlns:a16="http://schemas.microsoft.com/office/drawing/2014/main" id="{9BC4DB22-F81B-495A-A101-C7D2D1A41CD5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2367909" y="2326945"/>
                <a:ext cx="75240" cy="23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9" name="Cerneală 18">
                <a:extLst>
                  <a:ext uri="{FF2B5EF4-FFF2-40B4-BE49-F238E27FC236}">
                    <a16:creationId xmlns:a16="http://schemas.microsoft.com/office/drawing/2014/main" id="{B40E1CD2-1ED0-454C-950B-A9242D8890CA}"/>
                  </a:ext>
                </a:extLst>
              </p14:cNvPr>
              <p14:cNvContentPartPr/>
              <p14:nvPr/>
            </p14:nvContentPartPr>
            <p14:xfrm>
              <a:off x="2379429" y="2321545"/>
              <a:ext cx="228600" cy="245160"/>
            </p14:xfrm>
          </p:contentPart>
        </mc:Choice>
        <mc:Fallback xmlns="">
          <p:pic>
            <p:nvPicPr>
              <p:cNvPr id="19" name="Cerneală 18">
                <a:extLst>
                  <a:ext uri="{FF2B5EF4-FFF2-40B4-BE49-F238E27FC236}">
                    <a16:creationId xmlns:a16="http://schemas.microsoft.com/office/drawing/2014/main" id="{B40E1CD2-1ED0-454C-950B-A9242D8890CA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2361429" y="2285545"/>
                <a:ext cx="264240" cy="31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0" name="Cerneală 19">
                <a:extLst>
                  <a:ext uri="{FF2B5EF4-FFF2-40B4-BE49-F238E27FC236}">
                    <a16:creationId xmlns:a16="http://schemas.microsoft.com/office/drawing/2014/main" id="{BACAF7F2-2FC1-47FF-8C54-9D018A60F1EC}"/>
                  </a:ext>
                </a:extLst>
              </p14:cNvPr>
              <p14:cNvContentPartPr/>
              <p14:nvPr/>
            </p14:nvContentPartPr>
            <p14:xfrm>
              <a:off x="1717749" y="2118505"/>
              <a:ext cx="1013400" cy="28080"/>
            </p14:xfrm>
          </p:contentPart>
        </mc:Choice>
        <mc:Fallback xmlns="">
          <p:pic>
            <p:nvPicPr>
              <p:cNvPr id="20" name="Cerneală 19">
                <a:extLst>
                  <a:ext uri="{FF2B5EF4-FFF2-40B4-BE49-F238E27FC236}">
                    <a16:creationId xmlns:a16="http://schemas.microsoft.com/office/drawing/2014/main" id="{BACAF7F2-2FC1-47FF-8C54-9D018A60F1EC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700109" y="2082865"/>
                <a:ext cx="1049040" cy="9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1" name="Cerneală 20">
                <a:extLst>
                  <a:ext uri="{FF2B5EF4-FFF2-40B4-BE49-F238E27FC236}">
                    <a16:creationId xmlns:a16="http://schemas.microsoft.com/office/drawing/2014/main" id="{785F3F58-3676-4BA5-A449-1BD44A44B3DF}"/>
                  </a:ext>
                </a:extLst>
              </p14:cNvPr>
              <p14:cNvContentPartPr/>
              <p14:nvPr/>
            </p14:nvContentPartPr>
            <p14:xfrm>
              <a:off x="6128469" y="663745"/>
              <a:ext cx="31680" cy="168480"/>
            </p14:xfrm>
          </p:contentPart>
        </mc:Choice>
        <mc:Fallback xmlns="">
          <p:pic>
            <p:nvPicPr>
              <p:cNvPr id="21" name="Cerneală 20">
                <a:extLst>
                  <a:ext uri="{FF2B5EF4-FFF2-40B4-BE49-F238E27FC236}">
                    <a16:creationId xmlns:a16="http://schemas.microsoft.com/office/drawing/2014/main" id="{785F3F58-3676-4BA5-A449-1BD44A44B3DF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6110469" y="628105"/>
                <a:ext cx="67320" cy="24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2" name="Cerneală 21">
                <a:extLst>
                  <a:ext uri="{FF2B5EF4-FFF2-40B4-BE49-F238E27FC236}">
                    <a16:creationId xmlns:a16="http://schemas.microsoft.com/office/drawing/2014/main" id="{1AA27CE7-407A-4DEF-A111-532C58A6391A}"/>
                  </a:ext>
                </a:extLst>
              </p14:cNvPr>
              <p14:cNvContentPartPr/>
              <p14:nvPr/>
            </p14:nvContentPartPr>
            <p14:xfrm>
              <a:off x="6004269" y="615145"/>
              <a:ext cx="307080" cy="15120"/>
            </p14:xfrm>
          </p:contentPart>
        </mc:Choice>
        <mc:Fallback xmlns="">
          <p:pic>
            <p:nvPicPr>
              <p:cNvPr id="22" name="Cerneală 21">
                <a:extLst>
                  <a:ext uri="{FF2B5EF4-FFF2-40B4-BE49-F238E27FC236}">
                    <a16:creationId xmlns:a16="http://schemas.microsoft.com/office/drawing/2014/main" id="{1AA27CE7-407A-4DEF-A111-532C58A6391A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5986269" y="579505"/>
                <a:ext cx="342720" cy="8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3" name="Cerneală 22">
                <a:extLst>
                  <a:ext uri="{FF2B5EF4-FFF2-40B4-BE49-F238E27FC236}">
                    <a16:creationId xmlns:a16="http://schemas.microsoft.com/office/drawing/2014/main" id="{A4E91894-EDB5-4DC2-AB8F-BDF7F8CD27EC}"/>
                  </a:ext>
                </a:extLst>
              </p14:cNvPr>
              <p14:cNvContentPartPr/>
              <p14:nvPr/>
            </p14:nvContentPartPr>
            <p14:xfrm>
              <a:off x="6333309" y="664105"/>
              <a:ext cx="257040" cy="177840"/>
            </p14:xfrm>
          </p:contentPart>
        </mc:Choice>
        <mc:Fallback xmlns="">
          <p:pic>
            <p:nvPicPr>
              <p:cNvPr id="23" name="Cerneală 22">
                <a:extLst>
                  <a:ext uri="{FF2B5EF4-FFF2-40B4-BE49-F238E27FC236}">
                    <a16:creationId xmlns:a16="http://schemas.microsoft.com/office/drawing/2014/main" id="{A4E91894-EDB5-4DC2-AB8F-BDF7F8CD27EC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6315669" y="628465"/>
                <a:ext cx="292680" cy="24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4" name="Cerneală 23">
                <a:extLst>
                  <a:ext uri="{FF2B5EF4-FFF2-40B4-BE49-F238E27FC236}">
                    <a16:creationId xmlns:a16="http://schemas.microsoft.com/office/drawing/2014/main" id="{A61B3A99-04A6-4B61-8675-E5A95B6F994D}"/>
                  </a:ext>
                </a:extLst>
              </p14:cNvPr>
              <p14:cNvContentPartPr/>
              <p14:nvPr/>
            </p14:nvContentPartPr>
            <p14:xfrm>
              <a:off x="6663789" y="660505"/>
              <a:ext cx="198360" cy="177840"/>
            </p14:xfrm>
          </p:contentPart>
        </mc:Choice>
        <mc:Fallback xmlns="">
          <p:pic>
            <p:nvPicPr>
              <p:cNvPr id="24" name="Cerneală 23">
                <a:extLst>
                  <a:ext uri="{FF2B5EF4-FFF2-40B4-BE49-F238E27FC236}">
                    <a16:creationId xmlns:a16="http://schemas.microsoft.com/office/drawing/2014/main" id="{A61B3A99-04A6-4B61-8675-E5A95B6F994D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6646149" y="624505"/>
                <a:ext cx="234000" cy="24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5" name="Cerneală 24">
                <a:extLst>
                  <a:ext uri="{FF2B5EF4-FFF2-40B4-BE49-F238E27FC236}">
                    <a16:creationId xmlns:a16="http://schemas.microsoft.com/office/drawing/2014/main" id="{C78B43B4-33A9-41D7-B454-F54DC4E843EF}"/>
                  </a:ext>
                </a:extLst>
              </p14:cNvPr>
              <p14:cNvContentPartPr/>
              <p14:nvPr/>
            </p14:nvContentPartPr>
            <p14:xfrm>
              <a:off x="5962509" y="438025"/>
              <a:ext cx="937440" cy="30600"/>
            </p14:xfrm>
          </p:contentPart>
        </mc:Choice>
        <mc:Fallback xmlns="">
          <p:pic>
            <p:nvPicPr>
              <p:cNvPr id="25" name="Cerneală 24">
                <a:extLst>
                  <a:ext uri="{FF2B5EF4-FFF2-40B4-BE49-F238E27FC236}">
                    <a16:creationId xmlns:a16="http://schemas.microsoft.com/office/drawing/2014/main" id="{C78B43B4-33A9-41D7-B454-F54DC4E843EF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5944869" y="402025"/>
                <a:ext cx="973080" cy="10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26" name="Cerneală 25">
                <a:extLst>
                  <a:ext uri="{FF2B5EF4-FFF2-40B4-BE49-F238E27FC236}">
                    <a16:creationId xmlns:a16="http://schemas.microsoft.com/office/drawing/2014/main" id="{E0D142DB-F7E9-4F7C-858C-77387EC4174E}"/>
                  </a:ext>
                </a:extLst>
              </p14:cNvPr>
              <p14:cNvContentPartPr/>
              <p14:nvPr/>
            </p14:nvContentPartPr>
            <p14:xfrm>
              <a:off x="7252389" y="763105"/>
              <a:ext cx="210960" cy="2160"/>
            </p14:xfrm>
          </p:contentPart>
        </mc:Choice>
        <mc:Fallback xmlns="">
          <p:pic>
            <p:nvPicPr>
              <p:cNvPr id="26" name="Cerneală 25">
                <a:extLst>
                  <a:ext uri="{FF2B5EF4-FFF2-40B4-BE49-F238E27FC236}">
                    <a16:creationId xmlns:a16="http://schemas.microsoft.com/office/drawing/2014/main" id="{E0D142DB-F7E9-4F7C-858C-77387EC4174E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7234389" y="727105"/>
                <a:ext cx="246600" cy="7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27" name="Cerneală 26">
                <a:extLst>
                  <a:ext uri="{FF2B5EF4-FFF2-40B4-BE49-F238E27FC236}">
                    <a16:creationId xmlns:a16="http://schemas.microsoft.com/office/drawing/2014/main" id="{806B156A-3AA1-4C83-A1D0-E1F13408B9B1}"/>
                  </a:ext>
                </a:extLst>
              </p14:cNvPr>
              <p14:cNvContentPartPr/>
              <p14:nvPr/>
            </p14:nvContentPartPr>
            <p14:xfrm>
              <a:off x="7799949" y="562585"/>
              <a:ext cx="39240" cy="223200"/>
            </p14:xfrm>
          </p:contentPart>
        </mc:Choice>
        <mc:Fallback xmlns="">
          <p:pic>
            <p:nvPicPr>
              <p:cNvPr id="27" name="Cerneală 26">
                <a:extLst>
                  <a:ext uri="{FF2B5EF4-FFF2-40B4-BE49-F238E27FC236}">
                    <a16:creationId xmlns:a16="http://schemas.microsoft.com/office/drawing/2014/main" id="{806B156A-3AA1-4C83-A1D0-E1F13408B9B1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7782309" y="526945"/>
                <a:ext cx="74880" cy="29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28" name="Cerneală 27">
                <a:extLst>
                  <a:ext uri="{FF2B5EF4-FFF2-40B4-BE49-F238E27FC236}">
                    <a16:creationId xmlns:a16="http://schemas.microsoft.com/office/drawing/2014/main" id="{0119280A-DE3A-4B5B-B237-8DDDB2FE024C}"/>
                  </a:ext>
                </a:extLst>
              </p14:cNvPr>
              <p14:cNvContentPartPr/>
              <p14:nvPr/>
            </p14:nvContentPartPr>
            <p14:xfrm>
              <a:off x="7687269" y="489865"/>
              <a:ext cx="340920" cy="20520"/>
            </p14:xfrm>
          </p:contentPart>
        </mc:Choice>
        <mc:Fallback xmlns="">
          <p:pic>
            <p:nvPicPr>
              <p:cNvPr id="28" name="Cerneală 27">
                <a:extLst>
                  <a:ext uri="{FF2B5EF4-FFF2-40B4-BE49-F238E27FC236}">
                    <a16:creationId xmlns:a16="http://schemas.microsoft.com/office/drawing/2014/main" id="{0119280A-DE3A-4B5B-B237-8DDDB2FE024C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7669269" y="453865"/>
                <a:ext cx="376560" cy="9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29" name="Cerneală 28">
                <a:extLst>
                  <a:ext uri="{FF2B5EF4-FFF2-40B4-BE49-F238E27FC236}">
                    <a16:creationId xmlns:a16="http://schemas.microsoft.com/office/drawing/2014/main" id="{C71D7FE9-C9EB-4598-969A-C9B96D41E601}"/>
                  </a:ext>
                </a:extLst>
              </p14:cNvPr>
              <p14:cNvContentPartPr/>
              <p14:nvPr/>
            </p14:nvContentPartPr>
            <p14:xfrm>
              <a:off x="7897149" y="633145"/>
              <a:ext cx="500400" cy="185760"/>
            </p14:xfrm>
          </p:contentPart>
        </mc:Choice>
        <mc:Fallback xmlns="">
          <p:pic>
            <p:nvPicPr>
              <p:cNvPr id="29" name="Cerneală 28">
                <a:extLst>
                  <a:ext uri="{FF2B5EF4-FFF2-40B4-BE49-F238E27FC236}">
                    <a16:creationId xmlns:a16="http://schemas.microsoft.com/office/drawing/2014/main" id="{C71D7FE9-C9EB-4598-969A-C9B96D41E601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7879509" y="597145"/>
                <a:ext cx="536040" cy="25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30" name="Cerneală 29">
                <a:extLst>
                  <a:ext uri="{FF2B5EF4-FFF2-40B4-BE49-F238E27FC236}">
                    <a16:creationId xmlns:a16="http://schemas.microsoft.com/office/drawing/2014/main" id="{F3E4F1D6-68BD-4947-93C7-8281F9DD37E8}"/>
                  </a:ext>
                </a:extLst>
              </p14:cNvPr>
              <p14:cNvContentPartPr/>
              <p14:nvPr/>
            </p14:nvContentPartPr>
            <p14:xfrm>
              <a:off x="8444709" y="654385"/>
              <a:ext cx="399960" cy="150480"/>
            </p14:xfrm>
          </p:contentPart>
        </mc:Choice>
        <mc:Fallback xmlns="">
          <p:pic>
            <p:nvPicPr>
              <p:cNvPr id="30" name="Cerneală 29">
                <a:extLst>
                  <a:ext uri="{FF2B5EF4-FFF2-40B4-BE49-F238E27FC236}">
                    <a16:creationId xmlns:a16="http://schemas.microsoft.com/office/drawing/2014/main" id="{F3E4F1D6-68BD-4947-93C7-8281F9DD37E8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8426709" y="618385"/>
                <a:ext cx="435600" cy="22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31" name="Cerneală 30">
                <a:extLst>
                  <a:ext uri="{FF2B5EF4-FFF2-40B4-BE49-F238E27FC236}">
                    <a16:creationId xmlns:a16="http://schemas.microsoft.com/office/drawing/2014/main" id="{F1EF7B71-AF12-40E7-BE60-71911E96CD04}"/>
                  </a:ext>
                </a:extLst>
              </p14:cNvPr>
              <p14:cNvContentPartPr/>
              <p14:nvPr/>
            </p14:nvContentPartPr>
            <p14:xfrm>
              <a:off x="8801829" y="562585"/>
              <a:ext cx="59040" cy="8280"/>
            </p14:xfrm>
          </p:contentPart>
        </mc:Choice>
        <mc:Fallback xmlns="">
          <p:pic>
            <p:nvPicPr>
              <p:cNvPr id="31" name="Cerneală 30">
                <a:extLst>
                  <a:ext uri="{FF2B5EF4-FFF2-40B4-BE49-F238E27FC236}">
                    <a16:creationId xmlns:a16="http://schemas.microsoft.com/office/drawing/2014/main" id="{F1EF7B71-AF12-40E7-BE60-71911E96CD04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8784189" y="526945"/>
                <a:ext cx="94680" cy="7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32" name="Cerneală 31">
                <a:extLst>
                  <a:ext uri="{FF2B5EF4-FFF2-40B4-BE49-F238E27FC236}">
                    <a16:creationId xmlns:a16="http://schemas.microsoft.com/office/drawing/2014/main" id="{380B38AE-69D2-459E-9864-1CF59135FFD3}"/>
                  </a:ext>
                </a:extLst>
              </p14:cNvPr>
              <p14:cNvContentPartPr/>
              <p14:nvPr/>
            </p14:nvContentPartPr>
            <p14:xfrm>
              <a:off x="8969229" y="639625"/>
              <a:ext cx="237600" cy="173880"/>
            </p14:xfrm>
          </p:contentPart>
        </mc:Choice>
        <mc:Fallback xmlns="">
          <p:pic>
            <p:nvPicPr>
              <p:cNvPr id="32" name="Cerneală 31">
                <a:extLst>
                  <a:ext uri="{FF2B5EF4-FFF2-40B4-BE49-F238E27FC236}">
                    <a16:creationId xmlns:a16="http://schemas.microsoft.com/office/drawing/2014/main" id="{380B38AE-69D2-459E-9864-1CF59135FFD3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8951229" y="603985"/>
                <a:ext cx="273240" cy="24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33" name="Cerneală 32">
                <a:extLst>
                  <a:ext uri="{FF2B5EF4-FFF2-40B4-BE49-F238E27FC236}">
                    <a16:creationId xmlns:a16="http://schemas.microsoft.com/office/drawing/2014/main" id="{49279BB0-BB33-42DA-9454-97B62F4AE6A7}"/>
                  </a:ext>
                </a:extLst>
              </p14:cNvPr>
              <p14:cNvContentPartPr/>
              <p14:nvPr/>
            </p14:nvContentPartPr>
            <p14:xfrm>
              <a:off x="9271629" y="239305"/>
              <a:ext cx="581040" cy="579960"/>
            </p14:xfrm>
          </p:contentPart>
        </mc:Choice>
        <mc:Fallback xmlns="">
          <p:pic>
            <p:nvPicPr>
              <p:cNvPr id="33" name="Cerneală 32">
                <a:extLst>
                  <a:ext uri="{FF2B5EF4-FFF2-40B4-BE49-F238E27FC236}">
                    <a16:creationId xmlns:a16="http://schemas.microsoft.com/office/drawing/2014/main" id="{49279BB0-BB33-42DA-9454-97B62F4AE6A7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9253629" y="203305"/>
                <a:ext cx="616680" cy="65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34" name="Cerneală 33">
                <a:extLst>
                  <a:ext uri="{FF2B5EF4-FFF2-40B4-BE49-F238E27FC236}">
                    <a16:creationId xmlns:a16="http://schemas.microsoft.com/office/drawing/2014/main" id="{FD4396C9-5BC1-42C9-B4B1-9A7057402FBB}"/>
                  </a:ext>
                </a:extLst>
              </p14:cNvPr>
              <p14:cNvContentPartPr/>
              <p14:nvPr/>
            </p14:nvContentPartPr>
            <p14:xfrm>
              <a:off x="10177749" y="394825"/>
              <a:ext cx="612000" cy="335520"/>
            </p14:xfrm>
          </p:contentPart>
        </mc:Choice>
        <mc:Fallback xmlns="">
          <p:pic>
            <p:nvPicPr>
              <p:cNvPr id="34" name="Cerneală 33">
                <a:extLst>
                  <a:ext uri="{FF2B5EF4-FFF2-40B4-BE49-F238E27FC236}">
                    <a16:creationId xmlns:a16="http://schemas.microsoft.com/office/drawing/2014/main" id="{FD4396C9-5BC1-42C9-B4B1-9A7057402FBB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10159749" y="359185"/>
                <a:ext cx="647640" cy="40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35" name="Cerneală 34">
                <a:extLst>
                  <a:ext uri="{FF2B5EF4-FFF2-40B4-BE49-F238E27FC236}">
                    <a16:creationId xmlns:a16="http://schemas.microsoft.com/office/drawing/2014/main" id="{84FCB7B9-AD8E-4557-9B70-1E8157E654C9}"/>
                  </a:ext>
                </a:extLst>
              </p14:cNvPr>
              <p14:cNvContentPartPr/>
              <p14:nvPr/>
            </p14:nvContentPartPr>
            <p14:xfrm>
              <a:off x="10867149" y="314545"/>
              <a:ext cx="345240" cy="456840"/>
            </p14:xfrm>
          </p:contentPart>
        </mc:Choice>
        <mc:Fallback xmlns="">
          <p:pic>
            <p:nvPicPr>
              <p:cNvPr id="35" name="Cerneală 34">
                <a:extLst>
                  <a:ext uri="{FF2B5EF4-FFF2-40B4-BE49-F238E27FC236}">
                    <a16:creationId xmlns:a16="http://schemas.microsoft.com/office/drawing/2014/main" id="{84FCB7B9-AD8E-4557-9B70-1E8157E654C9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0849509" y="278905"/>
                <a:ext cx="380880" cy="52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36" name="Cerneală 35">
                <a:extLst>
                  <a:ext uri="{FF2B5EF4-FFF2-40B4-BE49-F238E27FC236}">
                    <a16:creationId xmlns:a16="http://schemas.microsoft.com/office/drawing/2014/main" id="{54E13EAD-B1B3-4E58-8841-E09067C5E216}"/>
                  </a:ext>
                </a:extLst>
              </p14:cNvPr>
              <p14:cNvContentPartPr/>
              <p14:nvPr/>
            </p14:nvContentPartPr>
            <p14:xfrm>
              <a:off x="11044629" y="455665"/>
              <a:ext cx="231840" cy="25560"/>
            </p14:xfrm>
          </p:contentPart>
        </mc:Choice>
        <mc:Fallback xmlns="">
          <p:pic>
            <p:nvPicPr>
              <p:cNvPr id="36" name="Cerneală 35">
                <a:extLst>
                  <a:ext uri="{FF2B5EF4-FFF2-40B4-BE49-F238E27FC236}">
                    <a16:creationId xmlns:a16="http://schemas.microsoft.com/office/drawing/2014/main" id="{54E13EAD-B1B3-4E58-8841-E09067C5E216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11026989" y="419665"/>
                <a:ext cx="267480" cy="9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37" name="Cerneală 36">
                <a:extLst>
                  <a:ext uri="{FF2B5EF4-FFF2-40B4-BE49-F238E27FC236}">
                    <a16:creationId xmlns:a16="http://schemas.microsoft.com/office/drawing/2014/main" id="{D605FA7A-8DC3-47F1-8A81-74B8D2DFED66}"/>
                  </a:ext>
                </a:extLst>
              </p14:cNvPr>
              <p14:cNvContentPartPr/>
              <p14:nvPr/>
            </p14:nvContentPartPr>
            <p14:xfrm>
              <a:off x="11553669" y="394105"/>
              <a:ext cx="280440" cy="614880"/>
            </p14:xfrm>
          </p:contentPart>
        </mc:Choice>
        <mc:Fallback xmlns="">
          <p:pic>
            <p:nvPicPr>
              <p:cNvPr id="37" name="Cerneală 36">
                <a:extLst>
                  <a:ext uri="{FF2B5EF4-FFF2-40B4-BE49-F238E27FC236}">
                    <a16:creationId xmlns:a16="http://schemas.microsoft.com/office/drawing/2014/main" id="{D605FA7A-8DC3-47F1-8A81-74B8D2DFED66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11535669" y="358465"/>
                <a:ext cx="316080" cy="68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38" name="Cerneală 37">
                <a:extLst>
                  <a:ext uri="{FF2B5EF4-FFF2-40B4-BE49-F238E27FC236}">
                    <a16:creationId xmlns:a16="http://schemas.microsoft.com/office/drawing/2014/main" id="{7B007807-4EFA-494E-B459-C0F909720D8F}"/>
                  </a:ext>
                </a:extLst>
              </p14:cNvPr>
              <p14:cNvContentPartPr/>
              <p14:nvPr/>
            </p14:nvContentPartPr>
            <p14:xfrm>
              <a:off x="11789109" y="630985"/>
              <a:ext cx="134280" cy="177840"/>
            </p14:xfrm>
          </p:contentPart>
        </mc:Choice>
        <mc:Fallback xmlns="">
          <p:pic>
            <p:nvPicPr>
              <p:cNvPr id="38" name="Cerneală 37">
                <a:extLst>
                  <a:ext uri="{FF2B5EF4-FFF2-40B4-BE49-F238E27FC236}">
                    <a16:creationId xmlns:a16="http://schemas.microsoft.com/office/drawing/2014/main" id="{7B007807-4EFA-494E-B459-C0F909720D8F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11771109" y="594985"/>
                <a:ext cx="169920" cy="24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39" name="Cerneală 38">
                <a:extLst>
                  <a:ext uri="{FF2B5EF4-FFF2-40B4-BE49-F238E27FC236}">
                    <a16:creationId xmlns:a16="http://schemas.microsoft.com/office/drawing/2014/main" id="{186F4A05-E512-41C4-AB2A-BB66EFC0876B}"/>
                  </a:ext>
                </a:extLst>
              </p14:cNvPr>
              <p14:cNvContentPartPr/>
              <p14:nvPr/>
            </p14:nvContentPartPr>
            <p14:xfrm>
              <a:off x="5985549" y="1279705"/>
              <a:ext cx="44640" cy="228960"/>
            </p14:xfrm>
          </p:contentPart>
        </mc:Choice>
        <mc:Fallback xmlns="">
          <p:pic>
            <p:nvPicPr>
              <p:cNvPr id="39" name="Cerneală 38">
                <a:extLst>
                  <a:ext uri="{FF2B5EF4-FFF2-40B4-BE49-F238E27FC236}">
                    <a16:creationId xmlns:a16="http://schemas.microsoft.com/office/drawing/2014/main" id="{186F4A05-E512-41C4-AB2A-BB66EFC0876B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5967909" y="1244065"/>
                <a:ext cx="80280" cy="30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40" name="Cerneală 39">
                <a:extLst>
                  <a:ext uri="{FF2B5EF4-FFF2-40B4-BE49-F238E27FC236}">
                    <a16:creationId xmlns:a16="http://schemas.microsoft.com/office/drawing/2014/main" id="{35A7E816-E301-4F81-81BD-09A9D2BB7AEA}"/>
                  </a:ext>
                </a:extLst>
              </p14:cNvPr>
              <p14:cNvContentPartPr/>
              <p14:nvPr/>
            </p14:nvContentPartPr>
            <p14:xfrm>
              <a:off x="5856669" y="1241185"/>
              <a:ext cx="401040" cy="14760"/>
            </p14:xfrm>
          </p:contentPart>
        </mc:Choice>
        <mc:Fallback xmlns="">
          <p:pic>
            <p:nvPicPr>
              <p:cNvPr id="40" name="Cerneală 39">
                <a:extLst>
                  <a:ext uri="{FF2B5EF4-FFF2-40B4-BE49-F238E27FC236}">
                    <a16:creationId xmlns:a16="http://schemas.microsoft.com/office/drawing/2014/main" id="{35A7E816-E301-4F81-81BD-09A9D2BB7AEA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5839029" y="1205185"/>
                <a:ext cx="436680" cy="8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41" name="Cerneală 40">
                <a:extLst>
                  <a:ext uri="{FF2B5EF4-FFF2-40B4-BE49-F238E27FC236}">
                    <a16:creationId xmlns:a16="http://schemas.microsoft.com/office/drawing/2014/main" id="{06AF58FE-0E72-4082-B792-1199F6423E84}"/>
                  </a:ext>
                </a:extLst>
              </p14:cNvPr>
              <p14:cNvContentPartPr/>
              <p14:nvPr/>
            </p14:nvContentPartPr>
            <p14:xfrm>
              <a:off x="6182469" y="1302025"/>
              <a:ext cx="409680" cy="227880"/>
            </p14:xfrm>
          </p:contentPart>
        </mc:Choice>
        <mc:Fallback xmlns="">
          <p:pic>
            <p:nvPicPr>
              <p:cNvPr id="41" name="Cerneală 40">
                <a:extLst>
                  <a:ext uri="{FF2B5EF4-FFF2-40B4-BE49-F238E27FC236}">
                    <a16:creationId xmlns:a16="http://schemas.microsoft.com/office/drawing/2014/main" id="{06AF58FE-0E72-4082-B792-1199F6423E84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6164469" y="1266385"/>
                <a:ext cx="445320" cy="29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42" name="Cerneală 41">
                <a:extLst>
                  <a:ext uri="{FF2B5EF4-FFF2-40B4-BE49-F238E27FC236}">
                    <a16:creationId xmlns:a16="http://schemas.microsoft.com/office/drawing/2014/main" id="{D28B9072-FB42-4AA2-BAB3-D48C0FA372E6}"/>
                  </a:ext>
                </a:extLst>
              </p14:cNvPr>
              <p14:cNvContentPartPr/>
              <p14:nvPr/>
            </p14:nvContentPartPr>
            <p14:xfrm>
              <a:off x="6540669" y="1260265"/>
              <a:ext cx="161280" cy="255960"/>
            </p14:xfrm>
          </p:contentPart>
        </mc:Choice>
        <mc:Fallback xmlns="">
          <p:pic>
            <p:nvPicPr>
              <p:cNvPr id="42" name="Cerneală 41">
                <a:extLst>
                  <a:ext uri="{FF2B5EF4-FFF2-40B4-BE49-F238E27FC236}">
                    <a16:creationId xmlns:a16="http://schemas.microsoft.com/office/drawing/2014/main" id="{D28B9072-FB42-4AA2-BAB3-D48C0FA372E6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6522669" y="1224625"/>
                <a:ext cx="196920" cy="32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43" name="Cerneală 42">
                <a:extLst>
                  <a:ext uri="{FF2B5EF4-FFF2-40B4-BE49-F238E27FC236}">
                    <a16:creationId xmlns:a16="http://schemas.microsoft.com/office/drawing/2014/main" id="{755E337C-233E-42E6-A6D8-221D6889D104}"/>
                  </a:ext>
                </a:extLst>
              </p14:cNvPr>
              <p14:cNvContentPartPr/>
              <p14:nvPr/>
            </p14:nvContentPartPr>
            <p14:xfrm>
              <a:off x="5885109" y="1081705"/>
              <a:ext cx="934560" cy="25200"/>
            </p14:xfrm>
          </p:contentPart>
        </mc:Choice>
        <mc:Fallback xmlns="">
          <p:pic>
            <p:nvPicPr>
              <p:cNvPr id="43" name="Cerneală 42">
                <a:extLst>
                  <a:ext uri="{FF2B5EF4-FFF2-40B4-BE49-F238E27FC236}">
                    <a16:creationId xmlns:a16="http://schemas.microsoft.com/office/drawing/2014/main" id="{755E337C-233E-42E6-A6D8-221D6889D104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5867469" y="1045705"/>
                <a:ext cx="970200" cy="9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44" name="Cerneală 43">
                <a:extLst>
                  <a:ext uri="{FF2B5EF4-FFF2-40B4-BE49-F238E27FC236}">
                    <a16:creationId xmlns:a16="http://schemas.microsoft.com/office/drawing/2014/main" id="{58B404B0-8C5D-4FA0-A413-804D22948B24}"/>
                  </a:ext>
                </a:extLst>
              </p14:cNvPr>
              <p14:cNvContentPartPr/>
              <p14:nvPr/>
            </p14:nvContentPartPr>
            <p14:xfrm>
              <a:off x="6953949" y="1366465"/>
              <a:ext cx="323280" cy="15480"/>
            </p14:xfrm>
          </p:contentPart>
        </mc:Choice>
        <mc:Fallback xmlns="">
          <p:pic>
            <p:nvPicPr>
              <p:cNvPr id="44" name="Cerneală 43">
                <a:extLst>
                  <a:ext uri="{FF2B5EF4-FFF2-40B4-BE49-F238E27FC236}">
                    <a16:creationId xmlns:a16="http://schemas.microsoft.com/office/drawing/2014/main" id="{58B404B0-8C5D-4FA0-A413-804D22948B24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6935949" y="1330465"/>
                <a:ext cx="358920" cy="8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45" name="Cerneală 44">
                <a:extLst>
                  <a:ext uri="{FF2B5EF4-FFF2-40B4-BE49-F238E27FC236}">
                    <a16:creationId xmlns:a16="http://schemas.microsoft.com/office/drawing/2014/main" id="{5537E9F4-D2AD-4801-AEC2-6FAB9CED847E}"/>
                  </a:ext>
                </a:extLst>
              </p14:cNvPr>
              <p14:cNvContentPartPr/>
              <p14:nvPr/>
            </p14:nvContentPartPr>
            <p14:xfrm>
              <a:off x="7747029" y="1246225"/>
              <a:ext cx="68760" cy="234360"/>
            </p14:xfrm>
          </p:contentPart>
        </mc:Choice>
        <mc:Fallback xmlns="">
          <p:pic>
            <p:nvPicPr>
              <p:cNvPr id="45" name="Cerneală 44">
                <a:extLst>
                  <a:ext uri="{FF2B5EF4-FFF2-40B4-BE49-F238E27FC236}">
                    <a16:creationId xmlns:a16="http://schemas.microsoft.com/office/drawing/2014/main" id="{5537E9F4-D2AD-4801-AEC2-6FAB9CED847E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7729029" y="1210585"/>
                <a:ext cx="104400" cy="30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46" name="Cerneală 45">
                <a:extLst>
                  <a:ext uri="{FF2B5EF4-FFF2-40B4-BE49-F238E27FC236}">
                    <a16:creationId xmlns:a16="http://schemas.microsoft.com/office/drawing/2014/main" id="{50C4340A-8BB4-4CEA-842F-F117451EBC17}"/>
                  </a:ext>
                </a:extLst>
              </p14:cNvPr>
              <p14:cNvContentPartPr/>
              <p14:nvPr/>
            </p14:nvContentPartPr>
            <p14:xfrm>
              <a:off x="7627509" y="1183585"/>
              <a:ext cx="287280" cy="5040"/>
            </p14:xfrm>
          </p:contentPart>
        </mc:Choice>
        <mc:Fallback xmlns="">
          <p:pic>
            <p:nvPicPr>
              <p:cNvPr id="46" name="Cerneală 45">
                <a:extLst>
                  <a:ext uri="{FF2B5EF4-FFF2-40B4-BE49-F238E27FC236}">
                    <a16:creationId xmlns:a16="http://schemas.microsoft.com/office/drawing/2014/main" id="{50C4340A-8BB4-4CEA-842F-F117451EBC17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7609869" y="1147585"/>
                <a:ext cx="322920" cy="7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47" name="Cerneală 46">
                <a:extLst>
                  <a:ext uri="{FF2B5EF4-FFF2-40B4-BE49-F238E27FC236}">
                    <a16:creationId xmlns:a16="http://schemas.microsoft.com/office/drawing/2014/main" id="{1840EF92-02A9-4E73-A4C8-DA0ECF969AF2}"/>
                  </a:ext>
                </a:extLst>
              </p14:cNvPr>
              <p14:cNvContentPartPr/>
              <p14:nvPr/>
            </p14:nvContentPartPr>
            <p14:xfrm>
              <a:off x="7820109" y="1325065"/>
              <a:ext cx="513360" cy="186120"/>
            </p14:xfrm>
          </p:contentPart>
        </mc:Choice>
        <mc:Fallback xmlns="">
          <p:pic>
            <p:nvPicPr>
              <p:cNvPr id="47" name="Cerneală 46">
                <a:extLst>
                  <a:ext uri="{FF2B5EF4-FFF2-40B4-BE49-F238E27FC236}">
                    <a16:creationId xmlns:a16="http://schemas.microsoft.com/office/drawing/2014/main" id="{1840EF92-02A9-4E73-A4C8-DA0ECF969AF2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7802469" y="1289065"/>
                <a:ext cx="549000" cy="25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48" name="Cerneală 47">
                <a:extLst>
                  <a:ext uri="{FF2B5EF4-FFF2-40B4-BE49-F238E27FC236}">
                    <a16:creationId xmlns:a16="http://schemas.microsoft.com/office/drawing/2014/main" id="{64CF55E9-93F9-4B38-B647-65AC03AF0F2F}"/>
                  </a:ext>
                </a:extLst>
              </p14:cNvPr>
              <p14:cNvContentPartPr/>
              <p14:nvPr/>
            </p14:nvContentPartPr>
            <p14:xfrm>
              <a:off x="8367669" y="1352065"/>
              <a:ext cx="414360" cy="131040"/>
            </p14:xfrm>
          </p:contentPart>
        </mc:Choice>
        <mc:Fallback xmlns="">
          <p:pic>
            <p:nvPicPr>
              <p:cNvPr id="48" name="Cerneală 47">
                <a:extLst>
                  <a:ext uri="{FF2B5EF4-FFF2-40B4-BE49-F238E27FC236}">
                    <a16:creationId xmlns:a16="http://schemas.microsoft.com/office/drawing/2014/main" id="{64CF55E9-93F9-4B38-B647-65AC03AF0F2F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8349669" y="1316425"/>
                <a:ext cx="450000" cy="20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49" name="Cerneală 48">
                <a:extLst>
                  <a:ext uri="{FF2B5EF4-FFF2-40B4-BE49-F238E27FC236}">
                    <a16:creationId xmlns:a16="http://schemas.microsoft.com/office/drawing/2014/main" id="{B8D223AB-87FA-47E5-8881-6094B286537C}"/>
                  </a:ext>
                </a:extLst>
              </p14:cNvPr>
              <p14:cNvContentPartPr/>
              <p14:nvPr/>
            </p14:nvContentPartPr>
            <p14:xfrm>
              <a:off x="8710749" y="1207705"/>
              <a:ext cx="775800" cy="331920"/>
            </p14:xfrm>
          </p:contentPart>
        </mc:Choice>
        <mc:Fallback xmlns="">
          <p:pic>
            <p:nvPicPr>
              <p:cNvPr id="49" name="Cerneală 48">
                <a:extLst>
                  <a:ext uri="{FF2B5EF4-FFF2-40B4-BE49-F238E27FC236}">
                    <a16:creationId xmlns:a16="http://schemas.microsoft.com/office/drawing/2014/main" id="{B8D223AB-87FA-47E5-8881-6094B286537C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8692749" y="1171705"/>
                <a:ext cx="811440" cy="40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50" name="Cerneală 49">
                <a:extLst>
                  <a:ext uri="{FF2B5EF4-FFF2-40B4-BE49-F238E27FC236}">
                    <a16:creationId xmlns:a16="http://schemas.microsoft.com/office/drawing/2014/main" id="{E924A3EE-E0F1-414B-B15A-AAA87893C056}"/>
                  </a:ext>
                </a:extLst>
              </p14:cNvPr>
              <p14:cNvContentPartPr/>
              <p14:nvPr/>
            </p14:nvContentPartPr>
            <p14:xfrm>
              <a:off x="9802989" y="1157305"/>
              <a:ext cx="597600" cy="336240"/>
            </p14:xfrm>
          </p:contentPart>
        </mc:Choice>
        <mc:Fallback xmlns="">
          <p:pic>
            <p:nvPicPr>
              <p:cNvPr id="50" name="Cerneală 49">
                <a:extLst>
                  <a:ext uri="{FF2B5EF4-FFF2-40B4-BE49-F238E27FC236}">
                    <a16:creationId xmlns:a16="http://schemas.microsoft.com/office/drawing/2014/main" id="{E924A3EE-E0F1-414B-B15A-AAA87893C056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9785349" y="1121305"/>
                <a:ext cx="633240" cy="40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51" name="Cerneală 50">
                <a:extLst>
                  <a:ext uri="{FF2B5EF4-FFF2-40B4-BE49-F238E27FC236}">
                    <a16:creationId xmlns:a16="http://schemas.microsoft.com/office/drawing/2014/main" id="{462AB7BB-7620-4548-A1E2-27E3283F5AF3}"/>
                  </a:ext>
                </a:extLst>
              </p14:cNvPr>
              <p14:cNvContentPartPr/>
              <p14:nvPr/>
            </p14:nvContentPartPr>
            <p14:xfrm>
              <a:off x="10500309" y="1168825"/>
              <a:ext cx="394200" cy="341280"/>
            </p14:xfrm>
          </p:contentPart>
        </mc:Choice>
        <mc:Fallback xmlns="">
          <p:pic>
            <p:nvPicPr>
              <p:cNvPr id="51" name="Cerneală 50">
                <a:extLst>
                  <a:ext uri="{FF2B5EF4-FFF2-40B4-BE49-F238E27FC236}">
                    <a16:creationId xmlns:a16="http://schemas.microsoft.com/office/drawing/2014/main" id="{462AB7BB-7620-4548-A1E2-27E3283F5AF3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0482309" y="1133185"/>
                <a:ext cx="429840" cy="41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52" name="Cerneală 51">
                <a:extLst>
                  <a:ext uri="{FF2B5EF4-FFF2-40B4-BE49-F238E27FC236}">
                    <a16:creationId xmlns:a16="http://schemas.microsoft.com/office/drawing/2014/main" id="{2BA20BA6-CC8F-4C7B-93C1-409483921CB5}"/>
                  </a:ext>
                </a:extLst>
              </p14:cNvPr>
              <p14:cNvContentPartPr/>
              <p14:nvPr/>
            </p14:nvContentPartPr>
            <p14:xfrm>
              <a:off x="10731789" y="1258825"/>
              <a:ext cx="198360" cy="23040"/>
            </p14:xfrm>
          </p:contentPart>
        </mc:Choice>
        <mc:Fallback xmlns="">
          <p:pic>
            <p:nvPicPr>
              <p:cNvPr id="52" name="Cerneală 51">
                <a:extLst>
                  <a:ext uri="{FF2B5EF4-FFF2-40B4-BE49-F238E27FC236}">
                    <a16:creationId xmlns:a16="http://schemas.microsoft.com/office/drawing/2014/main" id="{2BA20BA6-CC8F-4C7B-93C1-409483921CB5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10714149" y="1223185"/>
                <a:ext cx="234000" cy="9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53" name="Cerneală 52">
                <a:extLst>
                  <a:ext uri="{FF2B5EF4-FFF2-40B4-BE49-F238E27FC236}">
                    <a16:creationId xmlns:a16="http://schemas.microsoft.com/office/drawing/2014/main" id="{DD9E342B-A028-44B8-B12D-AE410CBE0CF1}"/>
                  </a:ext>
                </a:extLst>
              </p14:cNvPr>
              <p14:cNvContentPartPr/>
              <p14:nvPr/>
            </p14:nvContentPartPr>
            <p14:xfrm>
              <a:off x="11267109" y="1183585"/>
              <a:ext cx="18720" cy="264240"/>
            </p14:xfrm>
          </p:contentPart>
        </mc:Choice>
        <mc:Fallback xmlns="">
          <p:pic>
            <p:nvPicPr>
              <p:cNvPr id="53" name="Cerneală 52">
                <a:extLst>
                  <a:ext uri="{FF2B5EF4-FFF2-40B4-BE49-F238E27FC236}">
                    <a16:creationId xmlns:a16="http://schemas.microsoft.com/office/drawing/2014/main" id="{DD9E342B-A028-44B8-B12D-AE410CBE0CF1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11249109" y="1147945"/>
                <a:ext cx="54360" cy="33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54" name="Cerneală 53">
                <a:extLst>
                  <a:ext uri="{FF2B5EF4-FFF2-40B4-BE49-F238E27FC236}">
                    <a16:creationId xmlns:a16="http://schemas.microsoft.com/office/drawing/2014/main" id="{0C4F34E6-5179-4020-B51E-5B06FE4F1730}"/>
                  </a:ext>
                </a:extLst>
              </p14:cNvPr>
              <p14:cNvContentPartPr/>
              <p14:nvPr/>
            </p14:nvContentPartPr>
            <p14:xfrm>
              <a:off x="11220309" y="1111225"/>
              <a:ext cx="201240" cy="346680"/>
            </p14:xfrm>
          </p:contentPart>
        </mc:Choice>
        <mc:Fallback xmlns="">
          <p:pic>
            <p:nvPicPr>
              <p:cNvPr id="54" name="Cerneală 53">
                <a:extLst>
                  <a:ext uri="{FF2B5EF4-FFF2-40B4-BE49-F238E27FC236}">
                    <a16:creationId xmlns:a16="http://schemas.microsoft.com/office/drawing/2014/main" id="{0C4F34E6-5179-4020-B51E-5B06FE4F1730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11202309" y="1075585"/>
                <a:ext cx="236880" cy="41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55" name="Cerneală 54">
                <a:extLst>
                  <a:ext uri="{FF2B5EF4-FFF2-40B4-BE49-F238E27FC236}">
                    <a16:creationId xmlns:a16="http://schemas.microsoft.com/office/drawing/2014/main" id="{66A354B0-B6F8-4E2B-BD7C-4AEA05966FA4}"/>
                  </a:ext>
                </a:extLst>
              </p14:cNvPr>
              <p14:cNvContentPartPr/>
              <p14:nvPr/>
            </p14:nvContentPartPr>
            <p14:xfrm>
              <a:off x="11409669" y="1390585"/>
              <a:ext cx="142920" cy="131040"/>
            </p14:xfrm>
          </p:contentPart>
        </mc:Choice>
        <mc:Fallback xmlns="">
          <p:pic>
            <p:nvPicPr>
              <p:cNvPr id="55" name="Cerneală 54">
                <a:extLst>
                  <a:ext uri="{FF2B5EF4-FFF2-40B4-BE49-F238E27FC236}">
                    <a16:creationId xmlns:a16="http://schemas.microsoft.com/office/drawing/2014/main" id="{66A354B0-B6F8-4E2B-BD7C-4AEA05966FA4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11391669" y="1354585"/>
                <a:ext cx="178560" cy="20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56" name="Cerneală 55">
                <a:extLst>
                  <a:ext uri="{FF2B5EF4-FFF2-40B4-BE49-F238E27FC236}">
                    <a16:creationId xmlns:a16="http://schemas.microsoft.com/office/drawing/2014/main" id="{D99D9F3A-A338-4C5E-951E-77906D23AF22}"/>
                  </a:ext>
                </a:extLst>
              </p14:cNvPr>
              <p14:cNvContentPartPr/>
              <p14:nvPr/>
            </p14:nvContentPartPr>
            <p14:xfrm>
              <a:off x="11631069" y="1404985"/>
              <a:ext cx="191880" cy="129960"/>
            </p14:xfrm>
          </p:contentPart>
        </mc:Choice>
        <mc:Fallback xmlns="">
          <p:pic>
            <p:nvPicPr>
              <p:cNvPr id="56" name="Cerneală 55">
                <a:extLst>
                  <a:ext uri="{FF2B5EF4-FFF2-40B4-BE49-F238E27FC236}">
                    <a16:creationId xmlns:a16="http://schemas.microsoft.com/office/drawing/2014/main" id="{D99D9F3A-A338-4C5E-951E-77906D23AF22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11613069" y="1368985"/>
                <a:ext cx="227520" cy="20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57" name="Cerneală 56">
                <a:extLst>
                  <a:ext uri="{FF2B5EF4-FFF2-40B4-BE49-F238E27FC236}">
                    <a16:creationId xmlns:a16="http://schemas.microsoft.com/office/drawing/2014/main" id="{B5371684-0CE0-4428-8502-548C06B7DEC2}"/>
                  </a:ext>
                </a:extLst>
              </p14:cNvPr>
              <p14:cNvContentPartPr/>
              <p14:nvPr/>
            </p14:nvContentPartPr>
            <p14:xfrm>
              <a:off x="11872269" y="1434145"/>
              <a:ext cx="219960" cy="158040"/>
            </p14:xfrm>
          </p:contentPart>
        </mc:Choice>
        <mc:Fallback xmlns="">
          <p:pic>
            <p:nvPicPr>
              <p:cNvPr id="57" name="Cerneală 56">
                <a:extLst>
                  <a:ext uri="{FF2B5EF4-FFF2-40B4-BE49-F238E27FC236}">
                    <a16:creationId xmlns:a16="http://schemas.microsoft.com/office/drawing/2014/main" id="{B5371684-0CE0-4428-8502-548C06B7DEC2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11854629" y="1398145"/>
                <a:ext cx="255600" cy="22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58" name="Cerneală 57">
                <a:extLst>
                  <a:ext uri="{FF2B5EF4-FFF2-40B4-BE49-F238E27FC236}">
                    <a16:creationId xmlns:a16="http://schemas.microsoft.com/office/drawing/2014/main" id="{E8367F0F-174C-4968-B679-67D3B9D5057B}"/>
                  </a:ext>
                </a:extLst>
              </p14:cNvPr>
              <p14:cNvContentPartPr/>
              <p14:nvPr/>
            </p14:nvContentPartPr>
            <p14:xfrm>
              <a:off x="1106829" y="3580465"/>
              <a:ext cx="57600" cy="253440"/>
            </p14:xfrm>
          </p:contentPart>
        </mc:Choice>
        <mc:Fallback xmlns="">
          <p:pic>
            <p:nvPicPr>
              <p:cNvPr id="58" name="Cerneală 57">
                <a:extLst>
                  <a:ext uri="{FF2B5EF4-FFF2-40B4-BE49-F238E27FC236}">
                    <a16:creationId xmlns:a16="http://schemas.microsoft.com/office/drawing/2014/main" id="{E8367F0F-174C-4968-B679-67D3B9D5057B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1089189" y="3544465"/>
                <a:ext cx="93240" cy="32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59" name="Cerneală 58">
                <a:extLst>
                  <a:ext uri="{FF2B5EF4-FFF2-40B4-BE49-F238E27FC236}">
                    <a16:creationId xmlns:a16="http://schemas.microsoft.com/office/drawing/2014/main" id="{9DE3872E-8CA1-46B2-9DFC-951FF8897B90}"/>
                  </a:ext>
                </a:extLst>
              </p14:cNvPr>
              <p14:cNvContentPartPr/>
              <p14:nvPr/>
            </p14:nvContentPartPr>
            <p14:xfrm>
              <a:off x="910989" y="3541945"/>
              <a:ext cx="421560" cy="5040"/>
            </p14:xfrm>
          </p:contentPart>
        </mc:Choice>
        <mc:Fallback xmlns="">
          <p:pic>
            <p:nvPicPr>
              <p:cNvPr id="59" name="Cerneală 58">
                <a:extLst>
                  <a:ext uri="{FF2B5EF4-FFF2-40B4-BE49-F238E27FC236}">
                    <a16:creationId xmlns:a16="http://schemas.microsoft.com/office/drawing/2014/main" id="{9DE3872E-8CA1-46B2-9DFC-951FF8897B90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893349" y="3505945"/>
                <a:ext cx="457200" cy="7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60" name="Cerneală 59">
                <a:extLst>
                  <a:ext uri="{FF2B5EF4-FFF2-40B4-BE49-F238E27FC236}">
                    <a16:creationId xmlns:a16="http://schemas.microsoft.com/office/drawing/2014/main" id="{7FC0D5B9-0266-409A-805B-11BFD9DB28C0}"/>
                  </a:ext>
                </a:extLst>
              </p14:cNvPr>
              <p14:cNvContentPartPr/>
              <p14:nvPr/>
            </p14:nvContentPartPr>
            <p14:xfrm>
              <a:off x="1317429" y="3588025"/>
              <a:ext cx="335160" cy="252000"/>
            </p14:xfrm>
          </p:contentPart>
        </mc:Choice>
        <mc:Fallback xmlns="">
          <p:pic>
            <p:nvPicPr>
              <p:cNvPr id="60" name="Cerneală 59">
                <a:extLst>
                  <a:ext uri="{FF2B5EF4-FFF2-40B4-BE49-F238E27FC236}">
                    <a16:creationId xmlns:a16="http://schemas.microsoft.com/office/drawing/2014/main" id="{7FC0D5B9-0266-409A-805B-11BFD9DB28C0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1299789" y="3552025"/>
                <a:ext cx="370800" cy="32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61" name="Cerneală 60">
                <a:extLst>
                  <a:ext uri="{FF2B5EF4-FFF2-40B4-BE49-F238E27FC236}">
                    <a16:creationId xmlns:a16="http://schemas.microsoft.com/office/drawing/2014/main" id="{CF69ED97-99FE-4B7C-88C3-997E75D81EE8}"/>
                  </a:ext>
                </a:extLst>
              </p14:cNvPr>
              <p14:cNvContentPartPr/>
              <p14:nvPr/>
            </p14:nvContentPartPr>
            <p14:xfrm>
              <a:off x="1731789" y="3526825"/>
              <a:ext cx="249120" cy="327600"/>
            </p14:xfrm>
          </p:contentPart>
        </mc:Choice>
        <mc:Fallback xmlns="">
          <p:pic>
            <p:nvPicPr>
              <p:cNvPr id="61" name="Cerneală 60">
                <a:extLst>
                  <a:ext uri="{FF2B5EF4-FFF2-40B4-BE49-F238E27FC236}">
                    <a16:creationId xmlns:a16="http://schemas.microsoft.com/office/drawing/2014/main" id="{CF69ED97-99FE-4B7C-88C3-997E75D81EE8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1713789" y="3490825"/>
                <a:ext cx="284760" cy="39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62" name="Cerneală 61">
                <a:extLst>
                  <a:ext uri="{FF2B5EF4-FFF2-40B4-BE49-F238E27FC236}">
                    <a16:creationId xmlns:a16="http://schemas.microsoft.com/office/drawing/2014/main" id="{68EF2B3B-4837-4CA1-932B-67AB9A93B294}"/>
                  </a:ext>
                </a:extLst>
              </p14:cNvPr>
              <p14:cNvContentPartPr/>
              <p14:nvPr/>
            </p14:nvContentPartPr>
            <p14:xfrm>
              <a:off x="958509" y="3288865"/>
              <a:ext cx="1204200" cy="18000"/>
            </p14:xfrm>
          </p:contentPart>
        </mc:Choice>
        <mc:Fallback xmlns="">
          <p:pic>
            <p:nvPicPr>
              <p:cNvPr id="62" name="Cerneală 61">
                <a:extLst>
                  <a:ext uri="{FF2B5EF4-FFF2-40B4-BE49-F238E27FC236}">
                    <a16:creationId xmlns:a16="http://schemas.microsoft.com/office/drawing/2014/main" id="{68EF2B3B-4837-4CA1-932B-67AB9A93B294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940869" y="3252865"/>
                <a:ext cx="1239840" cy="8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63" name="Cerneală 62">
                <a:extLst>
                  <a:ext uri="{FF2B5EF4-FFF2-40B4-BE49-F238E27FC236}">
                    <a16:creationId xmlns:a16="http://schemas.microsoft.com/office/drawing/2014/main" id="{4B27B105-F6E0-45CA-A253-927E2017DBA7}"/>
                  </a:ext>
                </a:extLst>
              </p14:cNvPr>
              <p14:cNvContentPartPr/>
              <p14:nvPr/>
            </p14:nvContentPartPr>
            <p14:xfrm>
              <a:off x="2381949" y="3589465"/>
              <a:ext cx="407880" cy="27000"/>
            </p14:xfrm>
          </p:contentPart>
        </mc:Choice>
        <mc:Fallback xmlns="">
          <p:pic>
            <p:nvPicPr>
              <p:cNvPr id="63" name="Cerneală 62">
                <a:extLst>
                  <a:ext uri="{FF2B5EF4-FFF2-40B4-BE49-F238E27FC236}">
                    <a16:creationId xmlns:a16="http://schemas.microsoft.com/office/drawing/2014/main" id="{4B27B105-F6E0-45CA-A253-927E2017DBA7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2363949" y="3553825"/>
                <a:ext cx="443520" cy="9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64" name="Cerneală 63">
                <a:extLst>
                  <a:ext uri="{FF2B5EF4-FFF2-40B4-BE49-F238E27FC236}">
                    <a16:creationId xmlns:a16="http://schemas.microsoft.com/office/drawing/2014/main" id="{478AAC51-3ACF-4A7E-9FFD-BC0DA2D28B74}"/>
                  </a:ext>
                </a:extLst>
              </p14:cNvPr>
              <p14:cNvContentPartPr/>
              <p14:nvPr/>
            </p14:nvContentPartPr>
            <p14:xfrm>
              <a:off x="3185829" y="3494425"/>
              <a:ext cx="373680" cy="192240"/>
            </p14:xfrm>
          </p:contentPart>
        </mc:Choice>
        <mc:Fallback xmlns="">
          <p:pic>
            <p:nvPicPr>
              <p:cNvPr id="64" name="Cerneală 63">
                <a:extLst>
                  <a:ext uri="{FF2B5EF4-FFF2-40B4-BE49-F238E27FC236}">
                    <a16:creationId xmlns:a16="http://schemas.microsoft.com/office/drawing/2014/main" id="{478AAC51-3ACF-4A7E-9FFD-BC0DA2D28B74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3167829" y="3458785"/>
                <a:ext cx="409320" cy="26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65" name="Cerneală 64">
                <a:extLst>
                  <a:ext uri="{FF2B5EF4-FFF2-40B4-BE49-F238E27FC236}">
                    <a16:creationId xmlns:a16="http://schemas.microsoft.com/office/drawing/2014/main" id="{4876A14A-245B-4FBA-9163-E0E73FE2E78D}"/>
                  </a:ext>
                </a:extLst>
              </p14:cNvPr>
              <p14:cNvContentPartPr/>
              <p14:nvPr/>
            </p14:nvContentPartPr>
            <p14:xfrm>
              <a:off x="3637989" y="3518905"/>
              <a:ext cx="309960" cy="181080"/>
            </p14:xfrm>
          </p:contentPart>
        </mc:Choice>
        <mc:Fallback xmlns="">
          <p:pic>
            <p:nvPicPr>
              <p:cNvPr id="65" name="Cerneală 64">
                <a:extLst>
                  <a:ext uri="{FF2B5EF4-FFF2-40B4-BE49-F238E27FC236}">
                    <a16:creationId xmlns:a16="http://schemas.microsoft.com/office/drawing/2014/main" id="{4876A14A-245B-4FBA-9163-E0E73FE2E78D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3619989" y="3482905"/>
                <a:ext cx="345600" cy="25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66" name="Cerneală 65">
                <a:extLst>
                  <a:ext uri="{FF2B5EF4-FFF2-40B4-BE49-F238E27FC236}">
                    <a16:creationId xmlns:a16="http://schemas.microsoft.com/office/drawing/2014/main" id="{A201EF06-0DC6-47E4-BDBA-99AC80497C45}"/>
                  </a:ext>
                </a:extLst>
              </p14:cNvPr>
              <p14:cNvContentPartPr/>
              <p14:nvPr/>
            </p14:nvContentPartPr>
            <p14:xfrm>
              <a:off x="4027869" y="3239545"/>
              <a:ext cx="887760" cy="498240"/>
            </p14:xfrm>
          </p:contentPart>
        </mc:Choice>
        <mc:Fallback xmlns="">
          <p:pic>
            <p:nvPicPr>
              <p:cNvPr id="66" name="Cerneală 65">
                <a:extLst>
                  <a:ext uri="{FF2B5EF4-FFF2-40B4-BE49-F238E27FC236}">
                    <a16:creationId xmlns:a16="http://schemas.microsoft.com/office/drawing/2014/main" id="{A201EF06-0DC6-47E4-BDBA-99AC80497C45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4010229" y="3203905"/>
                <a:ext cx="923400" cy="56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67" name="Cerneală 66">
                <a:extLst>
                  <a:ext uri="{FF2B5EF4-FFF2-40B4-BE49-F238E27FC236}">
                    <a16:creationId xmlns:a16="http://schemas.microsoft.com/office/drawing/2014/main" id="{C11BA040-D3FD-490A-8C19-C35F8CE7A2E9}"/>
                  </a:ext>
                </a:extLst>
              </p14:cNvPr>
              <p14:cNvContentPartPr/>
              <p14:nvPr/>
            </p14:nvContentPartPr>
            <p14:xfrm>
              <a:off x="4872429" y="3424585"/>
              <a:ext cx="41400" cy="48600"/>
            </p14:xfrm>
          </p:contentPart>
        </mc:Choice>
        <mc:Fallback xmlns="">
          <p:pic>
            <p:nvPicPr>
              <p:cNvPr id="67" name="Cerneală 66">
                <a:extLst>
                  <a:ext uri="{FF2B5EF4-FFF2-40B4-BE49-F238E27FC236}">
                    <a16:creationId xmlns:a16="http://schemas.microsoft.com/office/drawing/2014/main" id="{C11BA040-D3FD-490A-8C19-C35F8CE7A2E9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4854789" y="3388585"/>
                <a:ext cx="77040" cy="12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68" name="Cerneală 67">
                <a:extLst>
                  <a:ext uri="{FF2B5EF4-FFF2-40B4-BE49-F238E27FC236}">
                    <a16:creationId xmlns:a16="http://schemas.microsoft.com/office/drawing/2014/main" id="{E7EE8A55-3A3C-4B2B-923E-FEE33EDEBA46}"/>
                  </a:ext>
                </a:extLst>
              </p14:cNvPr>
              <p14:cNvContentPartPr/>
              <p14:nvPr/>
            </p14:nvContentPartPr>
            <p14:xfrm>
              <a:off x="4995189" y="3466345"/>
              <a:ext cx="1418040" cy="619200"/>
            </p14:xfrm>
          </p:contentPart>
        </mc:Choice>
        <mc:Fallback xmlns="">
          <p:pic>
            <p:nvPicPr>
              <p:cNvPr id="68" name="Cerneală 67">
                <a:extLst>
                  <a:ext uri="{FF2B5EF4-FFF2-40B4-BE49-F238E27FC236}">
                    <a16:creationId xmlns:a16="http://schemas.microsoft.com/office/drawing/2014/main" id="{E7EE8A55-3A3C-4B2B-923E-FEE33EDEBA46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4977549" y="3430705"/>
                <a:ext cx="1453680" cy="69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69" name="Cerneală 68">
                <a:extLst>
                  <a:ext uri="{FF2B5EF4-FFF2-40B4-BE49-F238E27FC236}">
                    <a16:creationId xmlns:a16="http://schemas.microsoft.com/office/drawing/2014/main" id="{08948448-D7DC-4738-8B80-9A9E8AF1DC78}"/>
                  </a:ext>
                </a:extLst>
              </p14:cNvPr>
              <p14:cNvContentPartPr/>
              <p14:nvPr/>
            </p14:nvContentPartPr>
            <p14:xfrm>
              <a:off x="6260949" y="3437545"/>
              <a:ext cx="178560" cy="66240"/>
            </p14:xfrm>
          </p:contentPart>
        </mc:Choice>
        <mc:Fallback xmlns="">
          <p:pic>
            <p:nvPicPr>
              <p:cNvPr id="69" name="Cerneală 68">
                <a:extLst>
                  <a:ext uri="{FF2B5EF4-FFF2-40B4-BE49-F238E27FC236}">
                    <a16:creationId xmlns:a16="http://schemas.microsoft.com/office/drawing/2014/main" id="{08948448-D7DC-4738-8B80-9A9E8AF1DC78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6242949" y="3401545"/>
                <a:ext cx="214200" cy="13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70" name="Cerneală 69">
                <a:extLst>
                  <a:ext uri="{FF2B5EF4-FFF2-40B4-BE49-F238E27FC236}">
                    <a16:creationId xmlns:a16="http://schemas.microsoft.com/office/drawing/2014/main" id="{FE5339BB-9BB8-45F6-8737-AE55A36A6CAD}"/>
                  </a:ext>
                </a:extLst>
              </p14:cNvPr>
              <p14:cNvContentPartPr/>
              <p14:nvPr/>
            </p14:nvContentPartPr>
            <p14:xfrm>
              <a:off x="6318909" y="3681625"/>
              <a:ext cx="128520" cy="79200"/>
            </p14:xfrm>
          </p:contentPart>
        </mc:Choice>
        <mc:Fallback xmlns="">
          <p:pic>
            <p:nvPicPr>
              <p:cNvPr id="70" name="Cerneală 69">
                <a:extLst>
                  <a:ext uri="{FF2B5EF4-FFF2-40B4-BE49-F238E27FC236}">
                    <a16:creationId xmlns:a16="http://schemas.microsoft.com/office/drawing/2014/main" id="{FE5339BB-9BB8-45F6-8737-AE55A36A6CAD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6300909" y="3645625"/>
                <a:ext cx="164160" cy="15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71" name="Cerneală 70">
                <a:extLst>
                  <a:ext uri="{FF2B5EF4-FFF2-40B4-BE49-F238E27FC236}">
                    <a16:creationId xmlns:a16="http://schemas.microsoft.com/office/drawing/2014/main" id="{53516F39-23CF-4939-A214-AD34E5271D6B}"/>
                  </a:ext>
                </a:extLst>
              </p14:cNvPr>
              <p14:cNvContentPartPr/>
              <p14:nvPr/>
            </p14:nvContentPartPr>
            <p14:xfrm>
              <a:off x="6978069" y="3508105"/>
              <a:ext cx="205560" cy="196920"/>
            </p14:xfrm>
          </p:contentPart>
        </mc:Choice>
        <mc:Fallback xmlns="">
          <p:pic>
            <p:nvPicPr>
              <p:cNvPr id="71" name="Cerneală 70">
                <a:extLst>
                  <a:ext uri="{FF2B5EF4-FFF2-40B4-BE49-F238E27FC236}">
                    <a16:creationId xmlns:a16="http://schemas.microsoft.com/office/drawing/2014/main" id="{53516F39-23CF-4939-A214-AD34E5271D6B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6960069" y="3472105"/>
                <a:ext cx="241200" cy="26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72" name="Cerneală 71">
                <a:extLst>
                  <a:ext uri="{FF2B5EF4-FFF2-40B4-BE49-F238E27FC236}">
                    <a16:creationId xmlns:a16="http://schemas.microsoft.com/office/drawing/2014/main" id="{D606EAD4-F5F3-4410-A75C-658715965613}"/>
                  </a:ext>
                </a:extLst>
              </p14:cNvPr>
              <p14:cNvContentPartPr/>
              <p14:nvPr/>
            </p14:nvContentPartPr>
            <p14:xfrm>
              <a:off x="7247349" y="3170425"/>
              <a:ext cx="1704600" cy="835560"/>
            </p14:xfrm>
          </p:contentPart>
        </mc:Choice>
        <mc:Fallback xmlns="">
          <p:pic>
            <p:nvPicPr>
              <p:cNvPr id="72" name="Cerneală 71">
                <a:extLst>
                  <a:ext uri="{FF2B5EF4-FFF2-40B4-BE49-F238E27FC236}">
                    <a16:creationId xmlns:a16="http://schemas.microsoft.com/office/drawing/2014/main" id="{D606EAD4-F5F3-4410-A75C-658715965613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7229709" y="3134425"/>
                <a:ext cx="1740240" cy="90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73" name="Cerneală 72">
                <a:extLst>
                  <a:ext uri="{FF2B5EF4-FFF2-40B4-BE49-F238E27FC236}">
                    <a16:creationId xmlns:a16="http://schemas.microsoft.com/office/drawing/2014/main" id="{7B1BF860-8478-4D3C-BE51-02E9BA59BCC8}"/>
                  </a:ext>
                </a:extLst>
              </p14:cNvPr>
              <p14:cNvContentPartPr/>
              <p14:nvPr/>
            </p14:nvContentPartPr>
            <p14:xfrm>
              <a:off x="9292869" y="3214345"/>
              <a:ext cx="178200" cy="642600"/>
            </p14:xfrm>
          </p:contentPart>
        </mc:Choice>
        <mc:Fallback xmlns="">
          <p:pic>
            <p:nvPicPr>
              <p:cNvPr id="73" name="Cerneală 72">
                <a:extLst>
                  <a:ext uri="{FF2B5EF4-FFF2-40B4-BE49-F238E27FC236}">
                    <a16:creationId xmlns:a16="http://schemas.microsoft.com/office/drawing/2014/main" id="{7B1BF860-8478-4D3C-BE51-02E9BA59BCC8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9275229" y="3178705"/>
                <a:ext cx="213840" cy="71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74" name="Cerneală 73">
                <a:extLst>
                  <a:ext uri="{FF2B5EF4-FFF2-40B4-BE49-F238E27FC236}">
                    <a16:creationId xmlns:a16="http://schemas.microsoft.com/office/drawing/2014/main" id="{B1F20E6E-A0C7-4988-B3A9-DB28FC7EBA59}"/>
                  </a:ext>
                </a:extLst>
              </p14:cNvPr>
              <p14:cNvContentPartPr/>
              <p14:nvPr/>
            </p14:nvContentPartPr>
            <p14:xfrm>
              <a:off x="9769509" y="3306145"/>
              <a:ext cx="101880" cy="410760"/>
            </p14:xfrm>
          </p:contentPart>
        </mc:Choice>
        <mc:Fallback xmlns="">
          <p:pic>
            <p:nvPicPr>
              <p:cNvPr id="74" name="Cerneală 73">
                <a:extLst>
                  <a:ext uri="{FF2B5EF4-FFF2-40B4-BE49-F238E27FC236}">
                    <a16:creationId xmlns:a16="http://schemas.microsoft.com/office/drawing/2014/main" id="{B1F20E6E-A0C7-4988-B3A9-DB28FC7EBA59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9751509" y="3270145"/>
                <a:ext cx="137520" cy="48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75" name="Cerneală 74">
                <a:extLst>
                  <a:ext uri="{FF2B5EF4-FFF2-40B4-BE49-F238E27FC236}">
                    <a16:creationId xmlns:a16="http://schemas.microsoft.com/office/drawing/2014/main" id="{BB507C4F-F2F1-4FE0-888E-299A66BB8FB9}"/>
                  </a:ext>
                </a:extLst>
              </p14:cNvPr>
              <p14:cNvContentPartPr/>
              <p14:nvPr/>
            </p14:nvContentPartPr>
            <p14:xfrm>
              <a:off x="9591309" y="3438625"/>
              <a:ext cx="309240" cy="5760"/>
            </p14:xfrm>
          </p:contentPart>
        </mc:Choice>
        <mc:Fallback xmlns="">
          <p:pic>
            <p:nvPicPr>
              <p:cNvPr id="75" name="Cerneală 74">
                <a:extLst>
                  <a:ext uri="{FF2B5EF4-FFF2-40B4-BE49-F238E27FC236}">
                    <a16:creationId xmlns:a16="http://schemas.microsoft.com/office/drawing/2014/main" id="{BB507C4F-F2F1-4FE0-888E-299A66BB8FB9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9573669" y="3402625"/>
                <a:ext cx="344880" cy="7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76" name="Cerneală 75">
                <a:extLst>
                  <a:ext uri="{FF2B5EF4-FFF2-40B4-BE49-F238E27FC236}">
                    <a16:creationId xmlns:a16="http://schemas.microsoft.com/office/drawing/2014/main" id="{5DB682C0-4CAB-4E09-A456-E17719BC1C63}"/>
                  </a:ext>
                </a:extLst>
              </p14:cNvPr>
              <p14:cNvContentPartPr/>
              <p14:nvPr/>
            </p14:nvContentPartPr>
            <p14:xfrm>
              <a:off x="9870309" y="3504145"/>
              <a:ext cx="501480" cy="245520"/>
            </p14:xfrm>
          </p:contentPart>
        </mc:Choice>
        <mc:Fallback xmlns="">
          <p:pic>
            <p:nvPicPr>
              <p:cNvPr id="76" name="Cerneală 75">
                <a:extLst>
                  <a:ext uri="{FF2B5EF4-FFF2-40B4-BE49-F238E27FC236}">
                    <a16:creationId xmlns:a16="http://schemas.microsoft.com/office/drawing/2014/main" id="{5DB682C0-4CAB-4E09-A456-E17719BC1C63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9852669" y="3468145"/>
                <a:ext cx="537120" cy="31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77" name="Cerneală 76">
                <a:extLst>
                  <a:ext uri="{FF2B5EF4-FFF2-40B4-BE49-F238E27FC236}">
                    <a16:creationId xmlns:a16="http://schemas.microsoft.com/office/drawing/2014/main" id="{288EA902-FEA1-4DC1-BB9A-5A4E4409C418}"/>
                  </a:ext>
                </a:extLst>
              </p14:cNvPr>
              <p14:cNvContentPartPr/>
              <p14:nvPr/>
            </p14:nvContentPartPr>
            <p14:xfrm>
              <a:off x="10443789" y="3579745"/>
              <a:ext cx="730800" cy="245520"/>
            </p14:xfrm>
          </p:contentPart>
        </mc:Choice>
        <mc:Fallback xmlns="">
          <p:pic>
            <p:nvPicPr>
              <p:cNvPr id="77" name="Cerneală 76">
                <a:extLst>
                  <a:ext uri="{FF2B5EF4-FFF2-40B4-BE49-F238E27FC236}">
                    <a16:creationId xmlns:a16="http://schemas.microsoft.com/office/drawing/2014/main" id="{288EA902-FEA1-4DC1-BB9A-5A4E4409C418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10425789" y="3543745"/>
                <a:ext cx="766440" cy="31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78" name="Cerneală 77">
                <a:extLst>
                  <a:ext uri="{FF2B5EF4-FFF2-40B4-BE49-F238E27FC236}">
                    <a16:creationId xmlns:a16="http://schemas.microsoft.com/office/drawing/2014/main" id="{D31ADBE9-83CB-4897-8FFD-434D3BABF204}"/>
                  </a:ext>
                </a:extLst>
              </p14:cNvPr>
              <p14:cNvContentPartPr/>
              <p14:nvPr/>
            </p14:nvContentPartPr>
            <p14:xfrm>
              <a:off x="3099069" y="4162945"/>
              <a:ext cx="15120" cy="473400"/>
            </p14:xfrm>
          </p:contentPart>
        </mc:Choice>
        <mc:Fallback xmlns="">
          <p:pic>
            <p:nvPicPr>
              <p:cNvPr id="78" name="Cerneală 77">
                <a:extLst>
                  <a:ext uri="{FF2B5EF4-FFF2-40B4-BE49-F238E27FC236}">
                    <a16:creationId xmlns:a16="http://schemas.microsoft.com/office/drawing/2014/main" id="{D31ADBE9-83CB-4897-8FFD-434D3BABF204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3081429" y="4126945"/>
                <a:ext cx="50760" cy="54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79" name="Cerneală 78">
                <a:extLst>
                  <a:ext uri="{FF2B5EF4-FFF2-40B4-BE49-F238E27FC236}">
                    <a16:creationId xmlns:a16="http://schemas.microsoft.com/office/drawing/2014/main" id="{DB4DE7B4-B35F-422E-841E-9EBC27AD131B}"/>
                  </a:ext>
                </a:extLst>
              </p14:cNvPr>
              <p14:cNvContentPartPr/>
              <p14:nvPr/>
            </p14:nvContentPartPr>
            <p14:xfrm>
              <a:off x="3021669" y="4175545"/>
              <a:ext cx="146160" cy="165600"/>
            </p14:xfrm>
          </p:contentPart>
        </mc:Choice>
        <mc:Fallback xmlns="">
          <p:pic>
            <p:nvPicPr>
              <p:cNvPr id="79" name="Cerneală 78">
                <a:extLst>
                  <a:ext uri="{FF2B5EF4-FFF2-40B4-BE49-F238E27FC236}">
                    <a16:creationId xmlns:a16="http://schemas.microsoft.com/office/drawing/2014/main" id="{DB4DE7B4-B35F-422E-841E-9EBC27AD131B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3003669" y="4139905"/>
                <a:ext cx="181800" cy="23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80" name="Cerneală 79">
                <a:extLst>
                  <a:ext uri="{FF2B5EF4-FFF2-40B4-BE49-F238E27FC236}">
                    <a16:creationId xmlns:a16="http://schemas.microsoft.com/office/drawing/2014/main" id="{37B65481-A282-44AE-85F0-EDC8B2660363}"/>
                  </a:ext>
                </a:extLst>
              </p14:cNvPr>
              <p14:cNvContentPartPr/>
              <p14:nvPr/>
            </p14:nvContentPartPr>
            <p14:xfrm>
              <a:off x="3195189" y="4119025"/>
              <a:ext cx="390600" cy="211680"/>
            </p14:xfrm>
          </p:contentPart>
        </mc:Choice>
        <mc:Fallback xmlns="">
          <p:pic>
            <p:nvPicPr>
              <p:cNvPr id="80" name="Cerneală 79">
                <a:extLst>
                  <a:ext uri="{FF2B5EF4-FFF2-40B4-BE49-F238E27FC236}">
                    <a16:creationId xmlns:a16="http://schemas.microsoft.com/office/drawing/2014/main" id="{37B65481-A282-44AE-85F0-EDC8B2660363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3177549" y="4083385"/>
                <a:ext cx="426240" cy="28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81" name="Cerneală 80">
                <a:extLst>
                  <a:ext uri="{FF2B5EF4-FFF2-40B4-BE49-F238E27FC236}">
                    <a16:creationId xmlns:a16="http://schemas.microsoft.com/office/drawing/2014/main" id="{953248A8-63F2-4ED7-A3A8-8566F8C4E516}"/>
                  </a:ext>
                </a:extLst>
              </p14:cNvPr>
              <p14:cNvContentPartPr/>
              <p14:nvPr/>
            </p14:nvContentPartPr>
            <p14:xfrm>
              <a:off x="3517389" y="4080865"/>
              <a:ext cx="392400" cy="222480"/>
            </p14:xfrm>
          </p:contentPart>
        </mc:Choice>
        <mc:Fallback xmlns="">
          <p:pic>
            <p:nvPicPr>
              <p:cNvPr id="81" name="Cerneală 80">
                <a:extLst>
                  <a:ext uri="{FF2B5EF4-FFF2-40B4-BE49-F238E27FC236}">
                    <a16:creationId xmlns:a16="http://schemas.microsoft.com/office/drawing/2014/main" id="{953248A8-63F2-4ED7-A3A8-8566F8C4E516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3499749" y="4045225"/>
                <a:ext cx="428040" cy="29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82" name="Cerneală 81">
                <a:extLst>
                  <a:ext uri="{FF2B5EF4-FFF2-40B4-BE49-F238E27FC236}">
                    <a16:creationId xmlns:a16="http://schemas.microsoft.com/office/drawing/2014/main" id="{0D0FBC90-844D-4EA3-ACDA-4D61A94CC582}"/>
                  </a:ext>
                </a:extLst>
              </p14:cNvPr>
              <p14:cNvContentPartPr/>
              <p14:nvPr/>
            </p14:nvContentPartPr>
            <p14:xfrm>
              <a:off x="4475349" y="3963145"/>
              <a:ext cx="298800" cy="406800"/>
            </p14:xfrm>
          </p:contentPart>
        </mc:Choice>
        <mc:Fallback xmlns="">
          <p:pic>
            <p:nvPicPr>
              <p:cNvPr id="82" name="Cerneală 81">
                <a:extLst>
                  <a:ext uri="{FF2B5EF4-FFF2-40B4-BE49-F238E27FC236}">
                    <a16:creationId xmlns:a16="http://schemas.microsoft.com/office/drawing/2014/main" id="{0D0FBC90-844D-4EA3-ACDA-4D61A94CC582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4457709" y="3927145"/>
                <a:ext cx="334440" cy="47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83" name="Cerneală 82">
                <a:extLst>
                  <a:ext uri="{FF2B5EF4-FFF2-40B4-BE49-F238E27FC236}">
                    <a16:creationId xmlns:a16="http://schemas.microsoft.com/office/drawing/2014/main" id="{8C2E4DCB-9994-443F-80B6-75F8927A7694}"/>
                  </a:ext>
                </a:extLst>
              </p14:cNvPr>
              <p14:cNvContentPartPr/>
              <p14:nvPr/>
            </p14:nvContentPartPr>
            <p14:xfrm>
              <a:off x="4446909" y="4101025"/>
              <a:ext cx="482040" cy="42840"/>
            </p14:xfrm>
          </p:contentPart>
        </mc:Choice>
        <mc:Fallback xmlns="">
          <p:pic>
            <p:nvPicPr>
              <p:cNvPr id="83" name="Cerneală 82">
                <a:extLst>
                  <a:ext uri="{FF2B5EF4-FFF2-40B4-BE49-F238E27FC236}">
                    <a16:creationId xmlns:a16="http://schemas.microsoft.com/office/drawing/2014/main" id="{8C2E4DCB-9994-443F-80B6-75F8927A7694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4428909" y="4065025"/>
                <a:ext cx="517680" cy="11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84" name="Cerneală 83">
                <a:extLst>
                  <a:ext uri="{FF2B5EF4-FFF2-40B4-BE49-F238E27FC236}">
                    <a16:creationId xmlns:a16="http://schemas.microsoft.com/office/drawing/2014/main" id="{6FEB3057-39FC-4ED5-A4DB-E00E59B2146F}"/>
                  </a:ext>
                </a:extLst>
              </p14:cNvPr>
              <p14:cNvContentPartPr/>
              <p14:nvPr/>
            </p14:nvContentPartPr>
            <p14:xfrm>
              <a:off x="4859829" y="4205065"/>
              <a:ext cx="1169640" cy="187920"/>
            </p14:xfrm>
          </p:contentPart>
        </mc:Choice>
        <mc:Fallback xmlns="">
          <p:pic>
            <p:nvPicPr>
              <p:cNvPr id="84" name="Cerneală 83">
                <a:extLst>
                  <a:ext uri="{FF2B5EF4-FFF2-40B4-BE49-F238E27FC236}">
                    <a16:creationId xmlns:a16="http://schemas.microsoft.com/office/drawing/2014/main" id="{6FEB3057-39FC-4ED5-A4DB-E00E59B2146F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4841829" y="4169065"/>
                <a:ext cx="1205280" cy="25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85" name="Cerneală 84">
                <a:extLst>
                  <a:ext uri="{FF2B5EF4-FFF2-40B4-BE49-F238E27FC236}">
                    <a16:creationId xmlns:a16="http://schemas.microsoft.com/office/drawing/2014/main" id="{BE8149B5-25CE-4943-A553-BFF1F249B6C7}"/>
                  </a:ext>
                </a:extLst>
              </p14:cNvPr>
              <p14:cNvContentPartPr/>
              <p14:nvPr/>
            </p14:nvContentPartPr>
            <p14:xfrm>
              <a:off x="6477309" y="4203985"/>
              <a:ext cx="452880" cy="141480"/>
            </p14:xfrm>
          </p:contentPart>
        </mc:Choice>
        <mc:Fallback xmlns="">
          <p:pic>
            <p:nvPicPr>
              <p:cNvPr id="85" name="Cerneală 84">
                <a:extLst>
                  <a:ext uri="{FF2B5EF4-FFF2-40B4-BE49-F238E27FC236}">
                    <a16:creationId xmlns:a16="http://schemas.microsoft.com/office/drawing/2014/main" id="{BE8149B5-25CE-4943-A553-BFF1F249B6C7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6459669" y="4168345"/>
                <a:ext cx="488520" cy="21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86" name="Cerneală 85">
                <a:extLst>
                  <a:ext uri="{FF2B5EF4-FFF2-40B4-BE49-F238E27FC236}">
                    <a16:creationId xmlns:a16="http://schemas.microsoft.com/office/drawing/2014/main" id="{46E144F1-8E4B-43DE-BF37-23EF216044AF}"/>
                  </a:ext>
                </a:extLst>
              </p14:cNvPr>
              <p14:cNvContentPartPr/>
              <p14:nvPr/>
            </p14:nvContentPartPr>
            <p14:xfrm>
              <a:off x="7007949" y="4231705"/>
              <a:ext cx="255600" cy="119880"/>
            </p14:xfrm>
          </p:contentPart>
        </mc:Choice>
        <mc:Fallback xmlns="">
          <p:pic>
            <p:nvPicPr>
              <p:cNvPr id="86" name="Cerneală 85">
                <a:extLst>
                  <a:ext uri="{FF2B5EF4-FFF2-40B4-BE49-F238E27FC236}">
                    <a16:creationId xmlns:a16="http://schemas.microsoft.com/office/drawing/2014/main" id="{46E144F1-8E4B-43DE-BF37-23EF216044AF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6989949" y="4195705"/>
                <a:ext cx="291240" cy="19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87" name="Cerneală 86">
                <a:extLst>
                  <a:ext uri="{FF2B5EF4-FFF2-40B4-BE49-F238E27FC236}">
                    <a16:creationId xmlns:a16="http://schemas.microsoft.com/office/drawing/2014/main" id="{98DC582A-1F06-47B4-A792-790C6D4811D3}"/>
                  </a:ext>
                </a:extLst>
              </p14:cNvPr>
              <p14:cNvContentPartPr/>
              <p14:nvPr/>
            </p14:nvContentPartPr>
            <p14:xfrm>
              <a:off x="7271469" y="4186705"/>
              <a:ext cx="194400" cy="135000"/>
            </p14:xfrm>
          </p:contentPart>
        </mc:Choice>
        <mc:Fallback xmlns="">
          <p:pic>
            <p:nvPicPr>
              <p:cNvPr id="87" name="Cerneală 86">
                <a:extLst>
                  <a:ext uri="{FF2B5EF4-FFF2-40B4-BE49-F238E27FC236}">
                    <a16:creationId xmlns:a16="http://schemas.microsoft.com/office/drawing/2014/main" id="{98DC582A-1F06-47B4-A792-790C6D4811D3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7253829" y="4151065"/>
                <a:ext cx="230040" cy="20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88" name="Cerneală 87">
                <a:extLst>
                  <a:ext uri="{FF2B5EF4-FFF2-40B4-BE49-F238E27FC236}">
                    <a16:creationId xmlns:a16="http://schemas.microsoft.com/office/drawing/2014/main" id="{35C9A760-7B09-4482-A2B1-88461FC5D772}"/>
                  </a:ext>
                </a:extLst>
              </p14:cNvPr>
              <p14:cNvContentPartPr/>
              <p14:nvPr/>
            </p14:nvContentPartPr>
            <p14:xfrm>
              <a:off x="7308549" y="4201105"/>
              <a:ext cx="170280" cy="136080"/>
            </p14:xfrm>
          </p:contentPart>
        </mc:Choice>
        <mc:Fallback xmlns="">
          <p:pic>
            <p:nvPicPr>
              <p:cNvPr id="88" name="Cerneală 87">
                <a:extLst>
                  <a:ext uri="{FF2B5EF4-FFF2-40B4-BE49-F238E27FC236}">
                    <a16:creationId xmlns:a16="http://schemas.microsoft.com/office/drawing/2014/main" id="{35C9A760-7B09-4482-A2B1-88461FC5D772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7290909" y="4165105"/>
                <a:ext cx="205920" cy="20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89" name="Cerneală 88">
                <a:extLst>
                  <a:ext uri="{FF2B5EF4-FFF2-40B4-BE49-F238E27FC236}">
                    <a16:creationId xmlns:a16="http://schemas.microsoft.com/office/drawing/2014/main" id="{B9276CB6-7E60-4489-A9B0-FCA1F694F7A5}"/>
                  </a:ext>
                </a:extLst>
              </p14:cNvPr>
              <p14:cNvContentPartPr/>
              <p14:nvPr/>
            </p14:nvContentPartPr>
            <p14:xfrm>
              <a:off x="7544709" y="4116145"/>
              <a:ext cx="54000" cy="258120"/>
            </p14:xfrm>
          </p:contentPart>
        </mc:Choice>
        <mc:Fallback xmlns="">
          <p:pic>
            <p:nvPicPr>
              <p:cNvPr id="89" name="Cerneală 88">
                <a:extLst>
                  <a:ext uri="{FF2B5EF4-FFF2-40B4-BE49-F238E27FC236}">
                    <a16:creationId xmlns:a16="http://schemas.microsoft.com/office/drawing/2014/main" id="{B9276CB6-7E60-4489-A9B0-FCA1F694F7A5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7527069" y="4080145"/>
                <a:ext cx="89640" cy="32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90" name="Cerneală 89">
                <a:extLst>
                  <a:ext uri="{FF2B5EF4-FFF2-40B4-BE49-F238E27FC236}">
                    <a16:creationId xmlns:a16="http://schemas.microsoft.com/office/drawing/2014/main" id="{81B8BE23-6C80-4644-B1A8-0F4BB60457E6}"/>
                  </a:ext>
                </a:extLst>
              </p14:cNvPr>
              <p14:cNvContentPartPr/>
              <p14:nvPr/>
            </p14:nvContentPartPr>
            <p14:xfrm>
              <a:off x="7690149" y="4162945"/>
              <a:ext cx="732600" cy="180360"/>
            </p14:xfrm>
          </p:contentPart>
        </mc:Choice>
        <mc:Fallback xmlns="">
          <p:pic>
            <p:nvPicPr>
              <p:cNvPr id="90" name="Cerneală 89">
                <a:extLst>
                  <a:ext uri="{FF2B5EF4-FFF2-40B4-BE49-F238E27FC236}">
                    <a16:creationId xmlns:a16="http://schemas.microsoft.com/office/drawing/2014/main" id="{81B8BE23-6C80-4644-B1A8-0F4BB60457E6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7672509" y="4126945"/>
                <a:ext cx="76824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91" name="Cerneală 90">
                <a:extLst>
                  <a:ext uri="{FF2B5EF4-FFF2-40B4-BE49-F238E27FC236}">
                    <a16:creationId xmlns:a16="http://schemas.microsoft.com/office/drawing/2014/main" id="{495570E6-49E0-4F19-B018-CBCEF7D8C2E7}"/>
                  </a:ext>
                </a:extLst>
              </p14:cNvPr>
              <p14:cNvContentPartPr/>
              <p14:nvPr/>
            </p14:nvContentPartPr>
            <p14:xfrm>
              <a:off x="8306109" y="4029025"/>
              <a:ext cx="261000" cy="347760"/>
            </p14:xfrm>
          </p:contentPart>
        </mc:Choice>
        <mc:Fallback xmlns="">
          <p:pic>
            <p:nvPicPr>
              <p:cNvPr id="91" name="Cerneală 90">
                <a:extLst>
                  <a:ext uri="{FF2B5EF4-FFF2-40B4-BE49-F238E27FC236}">
                    <a16:creationId xmlns:a16="http://schemas.microsoft.com/office/drawing/2014/main" id="{495570E6-49E0-4F19-B018-CBCEF7D8C2E7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8288109" y="3993025"/>
                <a:ext cx="296640" cy="41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92" name="Cerneală 91">
                <a:extLst>
                  <a:ext uri="{FF2B5EF4-FFF2-40B4-BE49-F238E27FC236}">
                    <a16:creationId xmlns:a16="http://schemas.microsoft.com/office/drawing/2014/main" id="{460BAF9C-8D1A-461E-BF1C-830676476BA5}"/>
                  </a:ext>
                </a:extLst>
              </p14:cNvPr>
              <p14:cNvContentPartPr/>
              <p14:nvPr/>
            </p14:nvContentPartPr>
            <p14:xfrm>
              <a:off x="8922429" y="3959905"/>
              <a:ext cx="146880" cy="657000"/>
            </p14:xfrm>
          </p:contentPart>
        </mc:Choice>
        <mc:Fallback xmlns="">
          <p:pic>
            <p:nvPicPr>
              <p:cNvPr id="92" name="Cerneală 91">
                <a:extLst>
                  <a:ext uri="{FF2B5EF4-FFF2-40B4-BE49-F238E27FC236}">
                    <a16:creationId xmlns:a16="http://schemas.microsoft.com/office/drawing/2014/main" id="{460BAF9C-8D1A-461E-BF1C-830676476BA5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8904429" y="3923905"/>
                <a:ext cx="182520" cy="72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96" name="Cerneală 95">
                <a:extLst>
                  <a:ext uri="{FF2B5EF4-FFF2-40B4-BE49-F238E27FC236}">
                    <a16:creationId xmlns:a16="http://schemas.microsoft.com/office/drawing/2014/main" id="{A754D356-EAAB-4B60-9F29-3EEEB5A28F62}"/>
                  </a:ext>
                </a:extLst>
              </p14:cNvPr>
              <p14:cNvContentPartPr/>
              <p14:nvPr/>
            </p14:nvContentPartPr>
            <p14:xfrm>
              <a:off x="2497509" y="5032345"/>
              <a:ext cx="295560" cy="11520"/>
            </p14:xfrm>
          </p:contentPart>
        </mc:Choice>
        <mc:Fallback xmlns="">
          <p:pic>
            <p:nvPicPr>
              <p:cNvPr id="96" name="Cerneală 95">
                <a:extLst>
                  <a:ext uri="{FF2B5EF4-FFF2-40B4-BE49-F238E27FC236}">
                    <a16:creationId xmlns:a16="http://schemas.microsoft.com/office/drawing/2014/main" id="{A754D356-EAAB-4B60-9F29-3EEEB5A28F62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2479509" y="4996345"/>
                <a:ext cx="331200" cy="8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97" name="Cerneală 96">
                <a:extLst>
                  <a:ext uri="{FF2B5EF4-FFF2-40B4-BE49-F238E27FC236}">
                    <a16:creationId xmlns:a16="http://schemas.microsoft.com/office/drawing/2014/main" id="{EAF78F9D-2700-42DD-BCEB-7B81311920C3}"/>
                  </a:ext>
                </a:extLst>
              </p14:cNvPr>
              <p14:cNvContentPartPr/>
              <p14:nvPr/>
            </p14:nvContentPartPr>
            <p14:xfrm>
              <a:off x="3061989" y="4958185"/>
              <a:ext cx="388800" cy="191520"/>
            </p14:xfrm>
          </p:contentPart>
        </mc:Choice>
        <mc:Fallback xmlns="">
          <p:pic>
            <p:nvPicPr>
              <p:cNvPr id="97" name="Cerneală 96">
                <a:extLst>
                  <a:ext uri="{FF2B5EF4-FFF2-40B4-BE49-F238E27FC236}">
                    <a16:creationId xmlns:a16="http://schemas.microsoft.com/office/drawing/2014/main" id="{EAF78F9D-2700-42DD-BCEB-7B81311920C3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3044349" y="4922545"/>
                <a:ext cx="424440" cy="26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8">
            <p14:nvContentPartPr>
              <p14:cNvPr id="98" name="Cerneală 97">
                <a:extLst>
                  <a:ext uri="{FF2B5EF4-FFF2-40B4-BE49-F238E27FC236}">
                    <a16:creationId xmlns:a16="http://schemas.microsoft.com/office/drawing/2014/main" id="{0A4D79EF-277C-4377-B3FC-11382A5181BD}"/>
                  </a:ext>
                </a:extLst>
              </p14:cNvPr>
              <p14:cNvContentPartPr/>
              <p14:nvPr/>
            </p14:nvContentPartPr>
            <p14:xfrm>
              <a:off x="3847869" y="4956025"/>
              <a:ext cx="195120" cy="129600"/>
            </p14:xfrm>
          </p:contentPart>
        </mc:Choice>
        <mc:Fallback xmlns="">
          <p:pic>
            <p:nvPicPr>
              <p:cNvPr id="98" name="Cerneală 97">
                <a:extLst>
                  <a:ext uri="{FF2B5EF4-FFF2-40B4-BE49-F238E27FC236}">
                    <a16:creationId xmlns:a16="http://schemas.microsoft.com/office/drawing/2014/main" id="{0A4D79EF-277C-4377-B3FC-11382A5181BD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3830229" y="4920025"/>
                <a:ext cx="230760" cy="20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99" name="Cerneală 98">
                <a:extLst>
                  <a:ext uri="{FF2B5EF4-FFF2-40B4-BE49-F238E27FC236}">
                    <a16:creationId xmlns:a16="http://schemas.microsoft.com/office/drawing/2014/main" id="{E26230FF-47E1-4922-9EDE-6D75D9785775}"/>
                  </a:ext>
                </a:extLst>
              </p14:cNvPr>
              <p14:cNvContentPartPr/>
              <p14:nvPr/>
            </p14:nvContentPartPr>
            <p14:xfrm>
              <a:off x="4138749" y="4595665"/>
              <a:ext cx="540000" cy="496440"/>
            </p14:xfrm>
          </p:contentPart>
        </mc:Choice>
        <mc:Fallback xmlns="">
          <p:pic>
            <p:nvPicPr>
              <p:cNvPr id="99" name="Cerneală 98">
                <a:extLst>
                  <a:ext uri="{FF2B5EF4-FFF2-40B4-BE49-F238E27FC236}">
                    <a16:creationId xmlns:a16="http://schemas.microsoft.com/office/drawing/2014/main" id="{E26230FF-47E1-4922-9EDE-6D75D9785775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4120749" y="4559665"/>
                <a:ext cx="575640" cy="56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100" name="Cerneală 99">
                <a:extLst>
                  <a:ext uri="{FF2B5EF4-FFF2-40B4-BE49-F238E27FC236}">
                    <a16:creationId xmlns:a16="http://schemas.microsoft.com/office/drawing/2014/main" id="{93095AD1-5DF5-4F14-BB11-8DC5722A6838}"/>
                  </a:ext>
                </a:extLst>
              </p14:cNvPr>
              <p14:cNvContentPartPr/>
              <p14:nvPr/>
            </p14:nvContentPartPr>
            <p14:xfrm>
              <a:off x="4669389" y="4843705"/>
              <a:ext cx="80640" cy="17280"/>
            </p14:xfrm>
          </p:contentPart>
        </mc:Choice>
        <mc:Fallback xmlns="">
          <p:pic>
            <p:nvPicPr>
              <p:cNvPr id="100" name="Cerneală 99">
                <a:extLst>
                  <a:ext uri="{FF2B5EF4-FFF2-40B4-BE49-F238E27FC236}">
                    <a16:creationId xmlns:a16="http://schemas.microsoft.com/office/drawing/2014/main" id="{93095AD1-5DF5-4F14-BB11-8DC5722A6838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4651389" y="4808065"/>
                <a:ext cx="116280" cy="8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101" name="Cerneală 100">
                <a:extLst>
                  <a:ext uri="{FF2B5EF4-FFF2-40B4-BE49-F238E27FC236}">
                    <a16:creationId xmlns:a16="http://schemas.microsoft.com/office/drawing/2014/main" id="{D0CACB66-4EFC-492A-A9B6-3973E9FA7AFE}"/>
                  </a:ext>
                </a:extLst>
              </p14:cNvPr>
              <p14:cNvContentPartPr/>
              <p14:nvPr/>
            </p14:nvContentPartPr>
            <p14:xfrm>
              <a:off x="4305069" y="4730305"/>
              <a:ext cx="369000" cy="10440"/>
            </p14:xfrm>
          </p:contentPart>
        </mc:Choice>
        <mc:Fallback xmlns="">
          <p:pic>
            <p:nvPicPr>
              <p:cNvPr id="101" name="Cerneală 100">
                <a:extLst>
                  <a:ext uri="{FF2B5EF4-FFF2-40B4-BE49-F238E27FC236}">
                    <a16:creationId xmlns:a16="http://schemas.microsoft.com/office/drawing/2014/main" id="{D0CACB66-4EFC-492A-A9B6-3973E9FA7AFE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4287429" y="4694305"/>
                <a:ext cx="404640" cy="8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102" name="Cerneală 101">
                <a:extLst>
                  <a:ext uri="{FF2B5EF4-FFF2-40B4-BE49-F238E27FC236}">
                    <a16:creationId xmlns:a16="http://schemas.microsoft.com/office/drawing/2014/main" id="{2DAB31AF-8D69-455A-955C-C447F8F8D529}"/>
                  </a:ext>
                </a:extLst>
              </p14:cNvPr>
              <p14:cNvContentPartPr/>
              <p14:nvPr/>
            </p14:nvContentPartPr>
            <p14:xfrm>
              <a:off x="4865229" y="4910305"/>
              <a:ext cx="216360" cy="179640"/>
            </p14:xfrm>
          </p:contentPart>
        </mc:Choice>
        <mc:Fallback xmlns="">
          <p:pic>
            <p:nvPicPr>
              <p:cNvPr id="102" name="Cerneală 101">
                <a:extLst>
                  <a:ext uri="{FF2B5EF4-FFF2-40B4-BE49-F238E27FC236}">
                    <a16:creationId xmlns:a16="http://schemas.microsoft.com/office/drawing/2014/main" id="{2DAB31AF-8D69-455A-955C-C447F8F8D529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4847589" y="4874305"/>
                <a:ext cx="252000" cy="25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103" name="Cerneală 102">
                <a:extLst>
                  <a:ext uri="{FF2B5EF4-FFF2-40B4-BE49-F238E27FC236}">
                    <a16:creationId xmlns:a16="http://schemas.microsoft.com/office/drawing/2014/main" id="{98296E64-E0A2-43D9-BC25-CA9D0E06B55F}"/>
                  </a:ext>
                </a:extLst>
              </p14:cNvPr>
              <p14:cNvContentPartPr/>
              <p14:nvPr/>
            </p14:nvContentPartPr>
            <p14:xfrm>
              <a:off x="5158989" y="4885465"/>
              <a:ext cx="299520" cy="191880"/>
            </p14:xfrm>
          </p:contentPart>
        </mc:Choice>
        <mc:Fallback xmlns="">
          <p:pic>
            <p:nvPicPr>
              <p:cNvPr id="103" name="Cerneală 102">
                <a:extLst>
                  <a:ext uri="{FF2B5EF4-FFF2-40B4-BE49-F238E27FC236}">
                    <a16:creationId xmlns:a16="http://schemas.microsoft.com/office/drawing/2014/main" id="{98296E64-E0A2-43D9-BC25-CA9D0E06B55F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5140989" y="4849825"/>
                <a:ext cx="335160" cy="26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104" name="Cerneală 103">
                <a:extLst>
                  <a:ext uri="{FF2B5EF4-FFF2-40B4-BE49-F238E27FC236}">
                    <a16:creationId xmlns:a16="http://schemas.microsoft.com/office/drawing/2014/main" id="{D6D37D0F-2DBB-44C9-AA6B-68C7BE0DBC83}"/>
                  </a:ext>
                </a:extLst>
              </p14:cNvPr>
              <p14:cNvContentPartPr/>
              <p14:nvPr/>
            </p14:nvContentPartPr>
            <p14:xfrm>
              <a:off x="5507469" y="4922905"/>
              <a:ext cx="830160" cy="688680"/>
            </p14:xfrm>
          </p:contentPart>
        </mc:Choice>
        <mc:Fallback xmlns="">
          <p:pic>
            <p:nvPicPr>
              <p:cNvPr id="104" name="Cerneală 103">
                <a:extLst>
                  <a:ext uri="{FF2B5EF4-FFF2-40B4-BE49-F238E27FC236}">
                    <a16:creationId xmlns:a16="http://schemas.microsoft.com/office/drawing/2014/main" id="{D6D37D0F-2DBB-44C9-AA6B-68C7BE0DBC83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5489829" y="4886905"/>
                <a:ext cx="865800" cy="76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105" name="Cerneală 104">
                <a:extLst>
                  <a:ext uri="{FF2B5EF4-FFF2-40B4-BE49-F238E27FC236}">
                    <a16:creationId xmlns:a16="http://schemas.microsoft.com/office/drawing/2014/main" id="{156936D5-2E5F-4320-8085-0E96E9C9319C}"/>
                  </a:ext>
                </a:extLst>
              </p14:cNvPr>
              <p14:cNvContentPartPr/>
              <p14:nvPr/>
            </p14:nvContentPartPr>
            <p14:xfrm>
              <a:off x="6182829" y="4822105"/>
              <a:ext cx="198720" cy="48240"/>
            </p14:xfrm>
          </p:contentPart>
        </mc:Choice>
        <mc:Fallback xmlns="">
          <p:pic>
            <p:nvPicPr>
              <p:cNvPr id="105" name="Cerneală 104">
                <a:extLst>
                  <a:ext uri="{FF2B5EF4-FFF2-40B4-BE49-F238E27FC236}">
                    <a16:creationId xmlns:a16="http://schemas.microsoft.com/office/drawing/2014/main" id="{156936D5-2E5F-4320-8085-0E96E9C9319C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6165189" y="4786105"/>
                <a:ext cx="234360" cy="11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4">
            <p14:nvContentPartPr>
              <p14:cNvPr id="106" name="Cerneală 105">
                <a:extLst>
                  <a:ext uri="{FF2B5EF4-FFF2-40B4-BE49-F238E27FC236}">
                    <a16:creationId xmlns:a16="http://schemas.microsoft.com/office/drawing/2014/main" id="{0593856B-33B0-4302-99DC-824AAAE40B0A}"/>
                  </a:ext>
                </a:extLst>
              </p14:cNvPr>
              <p14:cNvContentPartPr/>
              <p14:nvPr/>
            </p14:nvContentPartPr>
            <p14:xfrm>
              <a:off x="6313869" y="5062585"/>
              <a:ext cx="164160" cy="83520"/>
            </p14:xfrm>
          </p:contentPart>
        </mc:Choice>
        <mc:Fallback xmlns="">
          <p:pic>
            <p:nvPicPr>
              <p:cNvPr id="106" name="Cerneală 105">
                <a:extLst>
                  <a:ext uri="{FF2B5EF4-FFF2-40B4-BE49-F238E27FC236}">
                    <a16:creationId xmlns:a16="http://schemas.microsoft.com/office/drawing/2014/main" id="{0593856B-33B0-4302-99DC-824AAAE40B0A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6296229" y="5026585"/>
                <a:ext cx="199800" cy="15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6">
            <p14:nvContentPartPr>
              <p14:cNvPr id="107" name="Cerneală 106">
                <a:extLst>
                  <a:ext uri="{FF2B5EF4-FFF2-40B4-BE49-F238E27FC236}">
                    <a16:creationId xmlns:a16="http://schemas.microsoft.com/office/drawing/2014/main" id="{D6BB118D-E05C-432C-A7FE-10D73F7944D1}"/>
                  </a:ext>
                </a:extLst>
              </p14:cNvPr>
              <p14:cNvContentPartPr/>
              <p14:nvPr/>
            </p14:nvContentPartPr>
            <p14:xfrm>
              <a:off x="7164909" y="4781785"/>
              <a:ext cx="491760" cy="373320"/>
            </p14:xfrm>
          </p:contentPart>
        </mc:Choice>
        <mc:Fallback xmlns="">
          <p:pic>
            <p:nvPicPr>
              <p:cNvPr id="107" name="Cerneală 106">
                <a:extLst>
                  <a:ext uri="{FF2B5EF4-FFF2-40B4-BE49-F238E27FC236}">
                    <a16:creationId xmlns:a16="http://schemas.microsoft.com/office/drawing/2014/main" id="{D6BB118D-E05C-432C-A7FE-10D73F7944D1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7147269" y="4745785"/>
                <a:ext cx="527400" cy="44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8">
            <p14:nvContentPartPr>
              <p14:cNvPr id="108" name="Cerneală 107">
                <a:extLst>
                  <a:ext uri="{FF2B5EF4-FFF2-40B4-BE49-F238E27FC236}">
                    <a16:creationId xmlns:a16="http://schemas.microsoft.com/office/drawing/2014/main" id="{A354ECF2-D071-4004-9E22-1A49E8BD6665}"/>
                  </a:ext>
                </a:extLst>
              </p14:cNvPr>
              <p14:cNvContentPartPr/>
              <p14:nvPr/>
            </p14:nvContentPartPr>
            <p14:xfrm>
              <a:off x="7724349" y="4944505"/>
              <a:ext cx="653400" cy="184680"/>
            </p14:xfrm>
          </p:contentPart>
        </mc:Choice>
        <mc:Fallback xmlns="">
          <p:pic>
            <p:nvPicPr>
              <p:cNvPr id="108" name="Cerneală 107">
                <a:extLst>
                  <a:ext uri="{FF2B5EF4-FFF2-40B4-BE49-F238E27FC236}">
                    <a16:creationId xmlns:a16="http://schemas.microsoft.com/office/drawing/2014/main" id="{A354ECF2-D071-4004-9E22-1A49E8BD6665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7706349" y="4908505"/>
                <a:ext cx="689040" cy="25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0">
            <p14:nvContentPartPr>
              <p14:cNvPr id="109" name="Cerneală 108">
                <a:extLst>
                  <a:ext uri="{FF2B5EF4-FFF2-40B4-BE49-F238E27FC236}">
                    <a16:creationId xmlns:a16="http://schemas.microsoft.com/office/drawing/2014/main" id="{1969695A-FD1B-4775-86BF-7ABC1B0BD1AB}"/>
                  </a:ext>
                </a:extLst>
              </p14:cNvPr>
              <p14:cNvContentPartPr/>
              <p14:nvPr/>
            </p14:nvContentPartPr>
            <p14:xfrm>
              <a:off x="9028269" y="4669825"/>
              <a:ext cx="548640" cy="386280"/>
            </p14:xfrm>
          </p:contentPart>
        </mc:Choice>
        <mc:Fallback xmlns="">
          <p:pic>
            <p:nvPicPr>
              <p:cNvPr id="109" name="Cerneală 108">
                <a:extLst>
                  <a:ext uri="{FF2B5EF4-FFF2-40B4-BE49-F238E27FC236}">
                    <a16:creationId xmlns:a16="http://schemas.microsoft.com/office/drawing/2014/main" id="{1969695A-FD1B-4775-86BF-7ABC1B0BD1AB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9010629" y="4633825"/>
                <a:ext cx="584280" cy="45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2">
            <p14:nvContentPartPr>
              <p14:cNvPr id="110" name="Cerneală 109">
                <a:extLst>
                  <a:ext uri="{FF2B5EF4-FFF2-40B4-BE49-F238E27FC236}">
                    <a16:creationId xmlns:a16="http://schemas.microsoft.com/office/drawing/2014/main" id="{22E0557B-123A-4475-B7BF-3476652E4155}"/>
                  </a:ext>
                </a:extLst>
              </p14:cNvPr>
              <p14:cNvContentPartPr/>
              <p14:nvPr/>
            </p14:nvContentPartPr>
            <p14:xfrm>
              <a:off x="10062909" y="4835785"/>
              <a:ext cx="506160" cy="158760"/>
            </p14:xfrm>
          </p:contentPart>
        </mc:Choice>
        <mc:Fallback xmlns="">
          <p:pic>
            <p:nvPicPr>
              <p:cNvPr id="110" name="Cerneală 109">
                <a:extLst>
                  <a:ext uri="{FF2B5EF4-FFF2-40B4-BE49-F238E27FC236}">
                    <a16:creationId xmlns:a16="http://schemas.microsoft.com/office/drawing/2014/main" id="{22E0557B-123A-4475-B7BF-3476652E4155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10044909" y="4800145"/>
                <a:ext cx="541800" cy="23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4">
            <p14:nvContentPartPr>
              <p14:cNvPr id="111" name="Cerneală 110">
                <a:extLst>
                  <a:ext uri="{FF2B5EF4-FFF2-40B4-BE49-F238E27FC236}">
                    <a16:creationId xmlns:a16="http://schemas.microsoft.com/office/drawing/2014/main" id="{141D3B75-9211-4027-B1EA-A088FAC5FF5F}"/>
                  </a:ext>
                </a:extLst>
              </p14:cNvPr>
              <p14:cNvContentPartPr/>
              <p14:nvPr/>
            </p14:nvContentPartPr>
            <p14:xfrm>
              <a:off x="10636389" y="4836505"/>
              <a:ext cx="543240" cy="154080"/>
            </p14:xfrm>
          </p:contentPart>
        </mc:Choice>
        <mc:Fallback xmlns="">
          <p:pic>
            <p:nvPicPr>
              <p:cNvPr id="111" name="Cerneală 110">
                <a:extLst>
                  <a:ext uri="{FF2B5EF4-FFF2-40B4-BE49-F238E27FC236}">
                    <a16:creationId xmlns:a16="http://schemas.microsoft.com/office/drawing/2014/main" id="{141D3B75-9211-4027-B1EA-A088FAC5FF5F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10618389" y="4800865"/>
                <a:ext cx="578880" cy="22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6">
            <p14:nvContentPartPr>
              <p14:cNvPr id="112" name="Cerneală 111">
                <a:extLst>
                  <a:ext uri="{FF2B5EF4-FFF2-40B4-BE49-F238E27FC236}">
                    <a16:creationId xmlns:a16="http://schemas.microsoft.com/office/drawing/2014/main" id="{8CC03A45-D6C2-4C8C-B4F7-50DDCE4E0DDA}"/>
                  </a:ext>
                </a:extLst>
              </p14:cNvPr>
              <p14:cNvContentPartPr/>
              <p14:nvPr/>
            </p14:nvContentPartPr>
            <p14:xfrm>
              <a:off x="11109789" y="4707265"/>
              <a:ext cx="908640" cy="338040"/>
            </p14:xfrm>
          </p:contentPart>
        </mc:Choice>
        <mc:Fallback xmlns="">
          <p:pic>
            <p:nvPicPr>
              <p:cNvPr id="112" name="Cerneală 111">
                <a:extLst>
                  <a:ext uri="{FF2B5EF4-FFF2-40B4-BE49-F238E27FC236}">
                    <a16:creationId xmlns:a16="http://schemas.microsoft.com/office/drawing/2014/main" id="{8CC03A45-D6C2-4C8C-B4F7-50DDCE4E0DDA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11091789" y="4671625"/>
                <a:ext cx="944280" cy="40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8">
            <p14:nvContentPartPr>
              <p14:cNvPr id="113" name="Cerneală 112">
                <a:extLst>
                  <a:ext uri="{FF2B5EF4-FFF2-40B4-BE49-F238E27FC236}">
                    <a16:creationId xmlns:a16="http://schemas.microsoft.com/office/drawing/2014/main" id="{A443BA7E-660E-4277-891A-9720062C0016}"/>
                  </a:ext>
                </a:extLst>
              </p14:cNvPr>
              <p14:cNvContentPartPr/>
              <p14:nvPr/>
            </p14:nvContentPartPr>
            <p14:xfrm>
              <a:off x="12007269" y="4928305"/>
              <a:ext cx="146880" cy="233640"/>
            </p14:xfrm>
          </p:contentPart>
        </mc:Choice>
        <mc:Fallback xmlns="">
          <p:pic>
            <p:nvPicPr>
              <p:cNvPr id="113" name="Cerneală 112">
                <a:extLst>
                  <a:ext uri="{FF2B5EF4-FFF2-40B4-BE49-F238E27FC236}">
                    <a16:creationId xmlns:a16="http://schemas.microsoft.com/office/drawing/2014/main" id="{A443BA7E-660E-4277-891A-9720062C0016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11989629" y="4892665"/>
                <a:ext cx="182520" cy="30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0">
            <p14:nvContentPartPr>
              <p14:cNvPr id="114" name="Cerneală 113">
                <a:extLst>
                  <a:ext uri="{FF2B5EF4-FFF2-40B4-BE49-F238E27FC236}">
                    <a16:creationId xmlns:a16="http://schemas.microsoft.com/office/drawing/2014/main" id="{20940C3A-97D8-412A-8259-1BE8290EA94B}"/>
                  </a:ext>
                </a:extLst>
              </p14:cNvPr>
              <p14:cNvContentPartPr/>
              <p14:nvPr/>
            </p14:nvContentPartPr>
            <p14:xfrm>
              <a:off x="3115989" y="5553625"/>
              <a:ext cx="11160" cy="154440"/>
            </p14:xfrm>
          </p:contentPart>
        </mc:Choice>
        <mc:Fallback xmlns="">
          <p:pic>
            <p:nvPicPr>
              <p:cNvPr id="114" name="Cerneală 113">
                <a:extLst>
                  <a:ext uri="{FF2B5EF4-FFF2-40B4-BE49-F238E27FC236}">
                    <a16:creationId xmlns:a16="http://schemas.microsoft.com/office/drawing/2014/main" id="{20940C3A-97D8-412A-8259-1BE8290EA94B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3098349" y="5517625"/>
                <a:ext cx="46800" cy="22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2">
            <p14:nvContentPartPr>
              <p14:cNvPr id="115" name="Cerneală 114">
                <a:extLst>
                  <a:ext uri="{FF2B5EF4-FFF2-40B4-BE49-F238E27FC236}">
                    <a16:creationId xmlns:a16="http://schemas.microsoft.com/office/drawing/2014/main" id="{7EFDA586-2DC0-4F71-A424-68CD91291784}"/>
                  </a:ext>
                </a:extLst>
              </p14:cNvPr>
              <p14:cNvContentPartPr/>
              <p14:nvPr/>
            </p14:nvContentPartPr>
            <p14:xfrm>
              <a:off x="3020589" y="5384785"/>
              <a:ext cx="420120" cy="286200"/>
            </p14:xfrm>
          </p:contentPart>
        </mc:Choice>
        <mc:Fallback xmlns="">
          <p:pic>
            <p:nvPicPr>
              <p:cNvPr id="115" name="Cerneală 114">
                <a:extLst>
                  <a:ext uri="{FF2B5EF4-FFF2-40B4-BE49-F238E27FC236}">
                    <a16:creationId xmlns:a16="http://schemas.microsoft.com/office/drawing/2014/main" id="{7EFDA586-2DC0-4F71-A424-68CD91291784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3002949" y="5349145"/>
                <a:ext cx="455760" cy="35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4">
            <p14:nvContentPartPr>
              <p14:cNvPr id="116" name="Cerneală 115">
                <a:extLst>
                  <a:ext uri="{FF2B5EF4-FFF2-40B4-BE49-F238E27FC236}">
                    <a16:creationId xmlns:a16="http://schemas.microsoft.com/office/drawing/2014/main" id="{ED2DBDC7-4450-42F2-BECE-015783F5FDE9}"/>
                  </a:ext>
                </a:extLst>
              </p14:cNvPr>
              <p14:cNvContentPartPr/>
              <p14:nvPr/>
            </p14:nvContentPartPr>
            <p14:xfrm>
              <a:off x="3504429" y="5543545"/>
              <a:ext cx="376920" cy="157680"/>
            </p14:xfrm>
          </p:contentPart>
        </mc:Choice>
        <mc:Fallback xmlns="">
          <p:pic>
            <p:nvPicPr>
              <p:cNvPr id="116" name="Cerneală 115">
                <a:extLst>
                  <a:ext uri="{FF2B5EF4-FFF2-40B4-BE49-F238E27FC236}">
                    <a16:creationId xmlns:a16="http://schemas.microsoft.com/office/drawing/2014/main" id="{ED2DBDC7-4450-42F2-BECE-015783F5FDE9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3486429" y="5507905"/>
                <a:ext cx="412560" cy="22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6">
            <p14:nvContentPartPr>
              <p14:cNvPr id="117" name="Cerneală 116">
                <a:extLst>
                  <a:ext uri="{FF2B5EF4-FFF2-40B4-BE49-F238E27FC236}">
                    <a16:creationId xmlns:a16="http://schemas.microsoft.com/office/drawing/2014/main" id="{8B99240B-CC38-45CB-9366-E23D22097D86}"/>
                  </a:ext>
                </a:extLst>
              </p14:cNvPr>
              <p14:cNvContentPartPr/>
              <p14:nvPr/>
            </p14:nvContentPartPr>
            <p14:xfrm>
              <a:off x="3710349" y="5234305"/>
              <a:ext cx="1018800" cy="509760"/>
            </p14:xfrm>
          </p:contentPart>
        </mc:Choice>
        <mc:Fallback xmlns="">
          <p:pic>
            <p:nvPicPr>
              <p:cNvPr id="117" name="Cerneală 116">
                <a:extLst>
                  <a:ext uri="{FF2B5EF4-FFF2-40B4-BE49-F238E27FC236}">
                    <a16:creationId xmlns:a16="http://schemas.microsoft.com/office/drawing/2014/main" id="{8B99240B-CC38-45CB-9366-E23D22097D86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3692709" y="5198305"/>
                <a:ext cx="1054440" cy="58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8">
            <p14:nvContentPartPr>
              <p14:cNvPr id="118" name="Cerneală 117">
                <a:extLst>
                  <a:ext uri="{FF2B5EF4-FFF2-40B4-BE49-F238E27FC236}">
                    <a16:creationId xmlns:a16="http://schemas.microsoft.com/office/drawing/2014/main" id="{859CF989-90B6-4563-BB58-DA04D7FCFC86}"/>
                  </a:ext>
                </a:extLst>
              </p14:cNvPr>
              <p14:cNvContentPartPr/>
              <p14:nvPr/>
            </p14:nvContentPartPr>
            <p14:xfrm>
              <a:off x="4340709" y="5355265"/>
              <a:ext cx="354240" cy="25560"/>
            </p14:xfrm>
          </p:contentPart>
        </mc:Choice>
        <mc:Fallback xmlns="">
          <p:pic>
            <p:nvPicPr>
              <p:cNvPr id="118" name="Cerneală 117">
                <a:extLst>
                  <a:ext uri="{FF2B5EF4-FFF2-40B4-BE49-F238E27FC236}">
                    <a16:creationId xmlns:a16="http://schemas.microsoft.com/office/drawing/2014/main" id="{859CF989-90B6-4563-BB58-DA04D7FCFC86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4323069" y="5319625"/>
                <a:ext cx="389880" cy="9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0">
            <p14:nvContentPartPr>
              <p14:cNvPr id="119" name="Cerneală 118">
                <a:extLst>
                  <a:ext uri="{FF2B5EF4-FFF2-40B4-BE49-F238E27FC236}">
                    <a16:creationId xmlns:a16="http://schemas.microsoft.com/office/drawing/2014/main" id="{A8F22C38-CE62-4E5A-9808-5627C22F2209}"/>
                  </a:ext>
                </a:extLst>
              </p14:cNvPr>
              <p14:cNvContentPartPr/>
              <p14:nvPr/>
            </p14:nvContentPartPr>
            <p14:xfrm>
              <a:off x="4648149" y="5538145"/>
              <a:ext cx="323640" cy="210240"/>
            </p14:xfrm>
          </p:contentPart>
        </mc:Choice>
        <mc:Fallback xmlns="">
          <p:pic>
            <p:nvPicPr>
              <p:cNvPr id="119" name="Cerneală 118">
                <a:extLst>
                  <a:ext uri="{FF2B5EF4-FFF2-40B4-BE49-F238E27FC236}">
                    <a16:creationId xmlns:a16="http://schemas.microsoft.com/office/drawing/2014/main" id="{A8F22C38-CE62-4E5A-9808-5627C22F2209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4630149" y="5502145"/>
                <a:ext cx="359280" cy="28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2">
            <p14:nvContentPartPr>
              <p14:cNvPr id="120" name="Cerneală 119">
                <a:extLst>
                  <a:ext uri="{FF2B5EF4-FFF2-40B4-BE49-F238E27FC236}">
                    <a16:creationId xmlns:a16="http://schemas.microsoft.com/office/drawing/2014/main" id="{F2D2D060-8BA4-4666-A85F-86070D6C157D}"/>
                  </a:ext>
                </a:extLst>
              </p14:cNvPr>
              <p14:cNvContentPartPr/>
              <p14:nvPr/>
            </p14:nvContentPartPr>
            <p14:xfrm>
              <a:off x="2530989" y="6225385"/>
              <a:ext cx="382680" cy="26280"/>
            </p14:xfrm>
          </p:contentPart>
        </mc:Choice>
        <mc:Fallback xmlns="">
          <p:pic>
            <p:nvPicPr>
              <p:cNvPr id="120" name="Cerneală 119">
                <a:extLst>
                  <a:ext uri="{FF2B5EF4-FFF2-40B4-BE49-F238E27FC236}">
                    <a16:creationId xmlns:a16="http://schemas.microsoft.com/office/drawing/2014/main" id="{F2D2D060-8BA4-4666-A85F-86070D6C157D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2512989" y="6189745"/>
                <a:ext cx="418320" cy="9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4">
            <p14:nvContentPartPr>
              <p14:cNvPr id="121" name="Cerneală 120">
                <a:extLst>
                  <a:ext uri="{FF2B5EF4-FFF2-40B4-BE49-F238E27FC236}">
                    <a16:creationId xmlns:a16="http://schemas.microsoft.com/office/drawing/2014/main" id="{550C1BB4-5F1C-493F-A074-6427442CE246}"/>
                  </a:ext>
                </a:extLst>
              </p14:cNvPr>
              <p14:cNvContentPartPr/>
              <p14:nvPr/>
            </p14:nvContentPartPr>
            <p14:xfrm>
              <a:off x="3224709" y="6140785"/>
              <a:ext cx="24120" cy="161280"/>
            </p14:xfrm>
          </p:contentPart>
        </mc:Choice>
        <mc:Fallback xmlns="">
          <p:pic>
            <p:nvPicPr>
              <p:cNvPr id="121" name="Cerneală 120">
                <a:extLst>
                  <a:ext uri="{FF2B5EF4-FFF2-40B4-BE49-F238E27FC236}">
                    <a16:creationId xmlns:a16="http://schemas.microsoft.com/office/drawing/2014/main" id="{550C1BB4-5F1C-493F-A074-6427442CE246}"/>
                  </a:ext>
                </a:extLst>
              </p:cNvPr>
              <p:cNvPicPr/>
              <p:nvPr/>
            </p:nvPicPr>
            <p:blipFill>
              <a:blip r:embed="rId235"/>
              <a:stretch>
                <a:fillRect/>
              </a:stretch>
            </p:blipFill>
            <p:spPr>
              <a:xfrm>
                <a:off x="3206709" y="6104785"/>
                <a:ext cx="59760" cy="23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6">
            <p14:nvContentPartPr>
              <p14:cNvPr id="122" name="Cerneală 121">
                <a:extLst>
                  <a:ext uri="{FF2B5EF4-FFF2-40B4-BE49-F238E27FC236}">
                    <a16:creationId xmlns:a16="http://schemas.microsoft.com/office/drawing/2014/main" id="{5C12C937-9767-429D-8541-B2AF14C0EAA9}"/>
                  </a:ext>
                </a:extLst>
              </p14:cNvPr>
              <p14:cNvContentPartPr/>
              <p14:nvPr/>
            </p14:nvContentPartPr>
            <p14:xfrm>
              <a:off x="3190149" y="5976985"/>
              <a:ext cx="39240" cy="66960"/>
            </p14:xfrm>
          </p:contentPart>
        </mc:Choice>
        <mc:Fallback xmlns="">
          <p:pic>
            <p:nvPicPr>
              <p:cNvPr id="122" name="Cerneală 121">
                <a:extLst>
                  <a:ext uri="{FF2B5EF4-FFF2-40B4-BE49-F238E27FC236}">
                    <a16:creationId xmlns:a16="http://schemas.microsoft.com/office/drawing/2014/main" id="{5C12C937-9767-429D-8541-B2AF14C0EAA9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3172149" y="5941345"/>
                <a:ext cx="74880" cy="13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8">
            <p14:nvContentPartPr>
              <p14:cNvPr id="123" name="Cerneală 122">
                <a:extLst>
                  <a:ext uri="{FF2B5EF4-FFF2-40B4-BE49-F238E27FC236}">
                    <a16:creationId xmlns:a16="http://schemas.microsoft.com/office/drawing/2014/main" id="{8529FE42-4A6B-4DA6-8952-65C39475B576}"/>
                  </a:ext>
                </a:extLst>
              </p14:cNvPr>
              <p14:cNvContentPartPr/>
              <p14:nvPr/>
            </p14:nvContentPartPr>
            <p14:xfrm>
              <a:off x="3345309" y="6126385"/>
              <a:ext cx="146520" cy="175320"/>
            </p14:xfrm>
          </p:contentPart>
        </mc:Choice>
        <mc:Fallback xmlns="">
          <p:pic>
            <p:nvPicPr>
              <p:cNvPr id="123" name="Cerneală 122">
                <a:extLst>
                  <a:ext uri="{FF2B5EF4-FFF2-40B4-BE49-F238E27FC236}">
                    <a16:creationId xmlns:a16="http://schemas.microsoft.com/office/drawing/2014/main" id="{8529FE42-4A6B-4DA6-8952-65C39475B576}"/>
                  </a:ext>
                </a:extLst>
              </p:cNvPr>
              <p:cNvPicPr/>
              <p:nvPr/>
            </p:nvPicPr>
            <p:blipFill>
              <a:blip r:embed="rId239"/>
              <a:stretch>
                <a:fillRect/>
              </a:stretch>
            </p:blipFill>
            <p:spPr>
              <a:xfrm>
                <a:off x="3327309" y="6090385"/>
                <a:ext cx="182160" cy="24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0">
            <p14:nvContentPartPr>
              <p14:cNvPr id="124" name="Cerneală 123">
                <a:extLst>
                  <a:ext uri="{FF2B5EF4-FFF2-40B4-BE49-F238E27FC236}">
                    <a16:creationId xmlns:a16="http://schemas.microsoft.com/office/drawing/2014/main" id="{40A3D5B0-E09D-493E-8C60-2BEDAA170792}"/>
                  </a:ext>
                </a:extLst>
              </p14:cNvPr>
              <p14:cNvContentPartPr/>
              <p14:nvPr/>
            </p14:nvContentPartPr>
            <p14:xfrm>
              <a:off x="3569589" y="6106945"/>
              <a:ext cx="362160" cy="216360"/>
            </p14:xfrm>
          </p:contentPart>
        </mc:Choice>
        <mc:Fallback xmlns="">
          <p:pic>
            <p:nvPicPr>
              <p:cNvPr id="124" name="Cerneală 123">
                <a:extLst>
                  <a:ext uri="{FF2B5EF4-FFF2-40B4-BE49-F238E27FC236}">
                    <a16:creationId xmlns:a16="http://schemas.microsoft.com/office/drawing/2014/main" id="{40A3D5B0-E09D-493E-8C60-2BEDAA170792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3551949" y="6070945"/>
                <a:ext cx="3978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2">
            <p14:nvContentPartPr>
              <p14:cNvPr id="125" name="Cerneală 124">
                <a:extLst>
                  <a:ext uri="{FF2B5EF4-FFF2-40B4-BE49-F238E27FC236}">
                    <a16:creationId xmlns:a16="http://schemas.microsoft.com/office/drawing/2014/main" id="{5D12484F-40F4-4CFA-A282-29B42B5306E8}"/>
                  </a:ext>
                </a:extLst>
              </p14:cNvPr>
              <p14:cNvContentPartPr/>
              <p14:nvPr/>
            </p14:nvContentPartPr>
            <p14:xfrm>
              <a:off x="3815829" y="5936665"/>
              <a:ext cx="63360" cy="74880"/>
            </p14:xfrm>
          </p:contentPart>
        </mc:Choice>
        <mc:Fallback xmlns="">
          <p:pic>
            <p:nvPicPr>
              <p:cNvPr id="125" name="Cerneală 124">
                <a:extLst>
                  <a:ext uri="{FF2B5EF4-FFF2-40B4-BE49-F238E27FC236}">
                    <a16:creationId xmlns:a16="http://schemas.microsoft.com/office/drawing/2014/main" id="{5D12484F-40F4-4CFA-A282-29B42B5306E8}"/>
                  </a:ext>
                </a:extLst>
              </p:cNvPr>
              <p:cNvPicPr/>
              <p:nvPr/>
            </p:nvPicPr>
            <p:blipFill>
              <a:blip r:embed="rId243"/>
              <a:stretch>
                <a:fillRect/>
              </a:stretch>
            </p:blipFill>
            <p:spPr>
              <a:xfrm>
                <a:off x="3798189" y="5900665"/>
                <a:ext cx="99000" cy="14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4">
            <p14:nvContentPartPr>
              <p14:cNvPr id="126" name="Cerneală 125">
                <a:extLst>
                  <a:ext uri="{FF2B5EF4-FFF2-40B4-BE49-F238E27FC236}">
                    <a16:creationId xmlns:a16="http://schemas.microsoft.com/office/drawing/2014/main" id="{0E08635C-839B-4426-A86B-99C6CE846782}"/>
                  </a:ext>
                </a:extLst>
              </p14:cNvPr>
              <p14:cNvContentPartPr/>
              <p14:nvPr/>
            </p14:nvContentPartPr>
            <p14:xfrm>
              <a:off x="4018149" y="6125305"/>
              <a:ext cx="644400" cy="199440"/>
            </p14:xfrm>
          </p:contentPart>
        </mc:Choice>
        <mc:Fallback xmlns="">
          <p:pic>
            <p:nvPicPr>
              <p:cNvPr id="126" name="Cerneală 125">
                <a:extLst>
                  <a:ext uri="{FF2B5EF4-FFF2-40B4-BE49-F238E27FC236}">
                    <a16:creationId xmlns:a16="http://schemas.microsoft.com/office/drawing/2014/main" id="{0E08635C-839B-4426-A86B-99C6CE846782}"/>
                  </a:ext>
                </a:extLst>
              </p:cNvPr>
              <p:cNvPicPr/>
              <p:nvPr/>
            </p:nvPicPr>
            <p:blipFill>
              <a:blip r:embed="rId245"/>
              <a:stretch>
                <a:fillRect/>
              </a:stretch>
            </p:blipFill>
            <p:spPr>
              <a:xfrm>
                <a:off x="4000149" y="6089665"/>
                <a:ext cx="680040" cy="27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6">
            <p14:nvContentPartPr>
              <p14:cNvPr id="127" name="Cerneală 126">
                <a:extLst>
                  <a:ext uri="{FF2B5EF4-FFF2-40B4-BE49-F238E27FC236}">
                    <a16:creationId xmlns:a16="http://schemas.microsoft.com/office/drawing/2014/main" id="{09FA7B62-63DC-4EB4-9E21-3093AB532596}"/>
                  </a:ext>
                </a:extLst>
              </p14:cNvPr>
              <p14:cNvContentPartPr/>
              <p14:nvPr/>
            </p14:nvContentPartPr>
            <p14:xfrm>
              <a:off x="5286429" y="6119545"/>
              <a:ext cx="271800" cy="132840"/>
            </p14:xfrm>
          </p:contentPart>
        </mc:Choice>
        <mc:Fallback xmlns="">
          <p:pic>
            <p:nvPicPr>
              <p:cNvPr id="127" name="Cerneală 126">
                <a:extLst>
                  <a:ext uri="{FF2B5EF4-FFF2-40B4-BE49-F238E27FC236}">
                    <a16:creationId xmlns:a16="http://schemas.microsoft.com/office/drawing/2014/main" id="{09FA7B62-63DC-4EB4-9E21-3093AB532596}"/>
                  </a:ext>
                </a:extLst>
              </p:cNvPr>
              <p:cNvPicPr/>
              <p:nvPr/>
            </p:nvPicPr>
            <p:blipFill>
              <a:blip r:embed="rId247"/>
              <a:stretch>
                <a:fillRect/>
              </a:stretch>
            </p:blipFill>
            <p:spPr>
              <a:xfrm>
                <a:off x="5268789" y="6083905"/>
                <a:ext cx="307440" cy="20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8">
            <p14:nvContentPartPr>
              <p14:cNvPr id="128" name="Cerneală 127">
                <a:extLst>
                  <a:ext uri="{FF2B5EF4-FFF2-40B4-BE49-F238E27FC236}">
                    <a16:creationId xmlns:a16="http://schemas.microsoft.com/office/drawing/2014/main" id="{FB66F62E-2EF5-430D-9BEA-80EEFA01030E}"/>
                  </a:ext>
                </a:extLst>
              </p14:cNvPr>
              <p14:cNvContentPartPr/>
              <p14:nvPr/>
            </p14:nvContentPartPr>
            <p14:xfrm>
              <a:off x="5721309" y="5714905"/>
              <a:ext cx="531000" cy="511920"/>
            </p14:xfrm>
          </p:contentPart>
        </mc:Choice>
        <mc:Fallback xmlns="">
          <p:pic>
            <p:nvPicPr>
              <p:cNvPr id="128" name="Cerneală 127">
                <a:extLst>
                  <a:ext uri="{FF2B5EF4-FFF2-40B4-BE49-F238E27FC236}">
                    <a16:creationId xmlns:a16="http://schemas.microsoft.com/office/drawing/2014/main" id="{FB66F62E-2EF5-430D-9BEA-80EEFA01030E}"/>
                  </a:ext>
                </a:extLst>
              </p:cNvPr>
              <p:cNvPicPr/>
              <p:nvPr/>
            </p:nvPicPr>
            <p:blipFill>
              <a:blip r:embed="rId249"/>
              <a:stretch>
                <a:fillRect/>
              </a:stretch>
            </p:blipFill>
            <p:spPr>
              <a:xfrm>
                <a:off x="5703309" y="5679265"/>
                <a:ext cx="566640" cy="58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0">
            <p14:nvContentPartPr>
              <p14:cNvPr id="129" name="Cerneală 128">
                <a:extLst>
                  <a:ext uri="{FF2B5EF4-FFF2-40B4-BE49-F238E27FC236}">
                    <a16:creationId xmlns:a16="http://schemas.microsoft.com/office/drawing/2014/main" id="{201B4260-B0B6-4777-BEF1-D3BF9C14F0BC}"/>
                  </a:ext>
                </a:extLst>
              </p14:cNvPr>
              <p14:cNvContentPartPr/>
              <p14:nvPr/>
            </p14:nvContentPartPr>
            <p14:xfrm>
              <a:off x="6214149" y="6002185"/>
              <a:ext cx="70920" cy="13680"/>
            </p14:xfrm>
          </p:contentPart>
        </mc:Choice>
        <mc:Fallback xmlns="">
          <p:pic>
            <p:nvPicPr>
              <p:cNvPr id="129" name="Cerneală 128">
                <a:extLst>
                  <a:ext uri="{FF2B5EF4-FFF2-40B4-BE49-F238E27FC236}">
                    <a16:creationId xmlns:a16="http://schemas.microsoft.com/office/drawing/2014/main" id="{201B4260-B0B6-4777-BEF1-D3BF9C14F0BC}"/>
                  </a:ext>
                </a:extLst>
              </p:cNvPr>
              <p:cNvPicPr/>
              <p:nvPr/>
            </p:nvPicPr>
            <p:blipFill>
              <a:blip r:embed="rId251"/>
              <a:stretch>
                <a:fillRect/>
              </a:stretch>
            </p:blipFill>
            <p:spPr>
              <a:xfrm>
                <a:off x="6196509" y="5966185"/>
                <a:ext cx="106560" cy="8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2">
            <p14:nvContentPartPr>
              <p14:cNvPr id="130" name="Cerneală 129">
                <a:extLst>
                  <a:ext uri="{FF2B5EF4-FFF2-40B4-BE49-F238E27FC236}">
                    <a16:creationId xmlns:a16="http://schemas.microsoft.com/office/drawing/2014/main" id="{7E2F2EBD-962E-4552-8EF5-AB165D74FD19}"/>
                  </a:ext>
                </a:extLst>
              </p14:cNvPr>
              <p14:cNvContentPartPr/>
              <p14:nvPr/>
            </p14:nvContentPartPr>
            <p14:xfrm>
              <a:off x="5837589" y="5843425"/>
              <a:ext cx="370080" cy="23400"/>
            </p14:xfrm>
          </p:contentPart>
        </mc:Choice>
        <mc:Fallback xmlns="">
          <p:pic>
            <p:nvPicPr>
              <p:cNvPr id="130" name="Cerneală 129">
                <a:extLst>
                  <a:ext uri="{FF2B5EF4-FFF2-40B4-BE49-F238E27FC236}">
                    <a16:creationId xmlns:a16="http://schemas.microsoft.com/office/drawing/2014/main" id="{7E2F2EBD-962E-4552-8EF5-AB165D74FD19}"/>
                  </a:ext>
                </a:extLst>
              </p:cNvPr>
              <p:cNvPicPr/>
              <p:nvPr/>
            </p:nvPicPr>
            <p:blipFill>
              <a:blip r:embed="rId253"/>
              <a:stretch>
                <a:fillRect/>
              </a:stretch>
            </p:blipFill>
            <p:spPr>
              <a:xfrm>
                <a:off x="5819589" y="5807785"/>
                <a:ext cx="405720" cy="9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4">
            <p14:nvContentPartPr>
              <p14:cNvPr id="131" name="Cerneală 130">
                <a:extLst>
                  <a:ext uri="{FF2B5EF4-FFF2-40B4-BE49-F238E27FC236}">
                    <a16:creationId xmlns:a16="http://schemas.microsoft.com/office/drawing/2014/main" id="{CCFF229E-41FC-4090-8D81-D337A00B70EF}"/>
                  </a:ext>
                </a:extLst>
              </p14:cNvPr>
              <p14:cNvContentPartPr/>
              <p14:nvPr/>
            </p14:nvContentPartPr>
            <p14:xfrm>
              <a:off x="6366789" y="5964385"/>
              <a:ext cx="197280" cy="218880"/>
            </p14:xfrm>
          </p:contentPart>
        </mc:Choice>
        <mc:Fallback xmlns="">
          <p:pic>
            <p:nvPicPr>
              <p:cNvPr id="131" name="Cerneală 130">
                <a:extLst>
                  <a:ext uri="{FF2B5EF4-FFF2-40B4-BE49-F238E27FC236}">
                    <a16:creationId xmlns:a16="http://schemas.microsoft.com/office/drawing/2014/main" id="{CCFF229E-41FC-4090-8D81-D337A00B70EF}"/>
                  </a:ext>
                </a:extLst>
              </p:cNvPr>
              <p:cNvPicPr/>
              <p:nvPr/>
            </p:nvPicPr>
            <p:blipFill>
              <a:blip r:embed="rId255"/>
              <a:stretch>
                <a:fillRect/>
              </a:stretch>
            </p:blipFill>
            <p:spPr>
              <a:xfrm>
                <a:off x="6348789" y="5928745"/>
                <a:ext cx="232920" cy="29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6">
            <p14:nvContentPartPr>
              <p14:cNvPr id="132" name="Cerneală 131">
                <a:extLst>
                  <a:ext uri="{FF2B5EF4-FFF2-40B4-BE49-F238E27FC236}">
                    <a16:creationId xmlns:a16="http://schemas.microsoft.com/office/drawing/2014/main" id="{B4548285-646B-420B-9EC3-C1FBE832ED3D}"/>
                  </a:ext>
                </a:extLst>
              </p14:cNvPr>
              <p14:cNvContentPartPr/>
              <p14:nvPr/>
            </p14:nvContentPartPr>
            <p14:xfrm>
              <a:off x="6632109" y="5994625"/>
              <a:ext cx="176400" cy="165600"/>
            </p14:xfrm>
          </p:contentPart>
        </mc:Choice>
        <mc:Fallback xmlns="">
          <p:pic>
            <p:nvPicPr>
              <p:cNvPr id="132" name="Cerneală 131">
                <a:extLst>
                  <a:ext uri="{FF2B5EF4-FFF2-40B4-BE49-F238E27FC236}">
                    <a16:creationId xmlns:a16="http://schemas.microsoft.com/office/drawing/2014/main" id="{B4548285-646B-420B-9EC3-C1FBE832ED3D}"/>
                  </a:ext>
                </a:extLst>
              </p:cNvPr>
              <p:cNvPicPr/>
              <p:nvPr/>
            </p:nvPicPr>
            <p:blipFill>
              <a:blip r:embed="rId257"/>
              <a:stretch>
                <a:fillRect/>
              </a:stretch>
            </p:blipFill>
            <p:spPr>
              <a:xfrm>
                <a:off x="6614109" y="5958985"/>
                <a:ext cx="212040" cy="23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8">
            <p14:nvContentPartPr>
              <p14:cNvPr id="133" name="Cerneală 132">
                <a:extLst>
                  <a:ext uri="{FF2B5EF4-FFF2-40B4-BE49-F238E27FC236}">
                    <a16:creationId xmlns:a16="http://schemas.microsoft.com/office/drawing/2014/main" id="{97B523B1-ACC6-408F-B1FD-9EAC580367B9}"/>
                  </a:ext>
                </a:extLst>
              </p14:cNvPr>
              <p14:cNvContentPartPr/>
              <p14:nvPr/>
            </p14:nvContentPartPr>
            <p14:xfrm>
              <a:off x="6675669" y="5812825"/>
              <a:ext cx="246600" cy="352440"/>
            </p14:xfrm>
          </p:contentPart>
        </mc:Choice>
        <mc:Fallback xmlns="">
          <p:pic>
            <p:nvPicPr>
              <p:cNvPr id="133" name="Cerneală 132">
                <a:extLst>
                  <a:ext uri="{FF2B5EF4-FFF2-40B4-BE49-F238E27FC236}">
                    <a16:creationId xmlns:a16="http://schemas.microsoft.com/office/drawing/2014/main" id="{97B523B1-ACC6-408F-B1FD-9EAC580367B9}"/>
                  </a:ext>
                </a:extLst>
              </p:cNvPr>
              <p:cNvPicPr/>
              <p:nvPr/>
            </p:nvPicPr>
            <p:blipFill>
              <a:blip r:embed="rId259"/>
              <a:stretch>
                <a:fillRect/>
              </a:stretch>
            </p:blipFill>
            <p:spPr>
              <a:xfrm>
                <a:off x="6658029" y="5777185"/>
                <a:ext cx="282240" cy="42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0">
            <p14:nvContentPartPr>
              <p14:cNvPr id="134" name="Cerneală 133">
                <a:extLst>
                  <a:ext uri="{FF2B5EF4-FFF2-40B4-BE49-F238E27FC236}">
                    <a16:creationId xmlns:a16="http://schemas.microsoft.com/office/drawing/2014/main" id="{BA7EAFDA-CCFE-4C60-90FE-A2CFE685F150}"/>
                  </a:ext>
                </a:extLst>
              </p14:cNvPr>
              <p14:cNvContentPartPr/>
              <p14:nvPr/>
            </p14:nvContentPartPr>
            <p14:xfrm>
              <a:off x="7857549" y="6005785"/>
              <a:ext cx="122040" cy="467280"/>
            </p14:xfrm>
          </p:contentPart>
        </mc:Choice>
        <mc:Fallback xmlns="">
          <p:pic>
            <p:nvPicPr>
              <p:cNvPr id="134" name="Cerneală 133">
                <a:extLst>
                  <a:ext uri="{FF2B5EF4-FFF2-40B4-BE49-F238E27FC236}">
                    <a16:creationId xmlns:a16="http://schemas.microsoft.com/office/drawing/2014/main" id="{BA7EAFDA-CCFE-4C60-90FE-A2CFE685F150}"/>
                  </a:ext>
                </a:extLst>
              </p:cNvPr>
              <p:cNvPicPr/>
              <p:nvPr/>
            </p:nvPicPr>
            <p:blipFill>
              <a:blip r:embed="rId261"/>
              <a:stretch>
                <a:fillRect/>
              </a:stretch>
            </p:blipFill>
            <p:spPr>
              <a:xfrm>
                <a:off x="7839549" y="5970145"/>
                <a:ext cx="157680" cy="53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2">
            <p14:nvContentPartPr>
              <p14:cNvPr id="135" name="Cerneală 134">
                <a:extLst>
                  <a:ext uri="{FF2B5EF4-FFF2-40B4-BE49-F238E27FC236}">
                    <a16:creationId xmlns:a16="http://schemas.microsoft.com/office/drawing/2014/main" id="{61CE82A2-9862-44F6-8923-6B55CE25B7C0}"/>
                  </a:ext>
                </a:extLst>
              </p14:cNvPr>
              <p14:cNvContentPartPr/>
              <p14:nvPr/>
            </p14:nvContentPartPr>
            <p14:xfrm>
              <a:off x="7833429" y="6004705"/>
              <a:ext cx="425880" cy="247320"/>
            </p14:xfrm>
          </p:contentPart>
        </mc:Choice>
        <mc:Fallback xmlns="">
          <p:pic>
            <p:nvPicPr>
              <p:cNvPr id="135" name="Cerneală 134">
                <a:extLst>
                  <a:ext uri="{FF2B5EF4-FFF2-40B4-BE49-F238E27FC236}">
                    <a16:creationId xmlns:a16="http://schemas.microsoft.com/office/drawing/2014/main" id="{61CE82A2-9862-44F6-8923-6B55CE25B7C0}"/>
                  </a:ext>
                </a:extLst>
              </p:cNvPr>
              <p:cNvPicPr/>
              <p:nvPr/>
            </p:nvPicPr>
            <p:blipFill>
              <a:blip r:embed="rId263"/>
              <a:stretch>
                <a:fillRect/>
              </a:stretch>
            </p:blipFill>
            <p:spPr>
              <a:xfrm>
                <a:off x="7815789" y="5968705"/>
                <a:ext cx="461520" cy="31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4">
            <p14:nvContentPartPr>
              <p14:cNvPr id="136" name="Cerneală 135">
                <a:extLst>
                  <a:ext uri="{FF2B5EF4-FFF2-40B4-BE49-F238E27FC236}">
                    <a16:creationId xmlns:a16="http://schemas.microsoft.com/office/drawing/2014/main" id="{9B3DE61A-3109-49D2-8FCD-8EA4B99ED1C4}"/>
                  </a:ext>
                </a:extLst>
              </p14:cNvPr>
              <p14:cNvContentPartPr/>
              <p14:nvPr/>
            </p14:nvContentPartPr>
            <p14:xfrm>
              <a:off x="9034029" y="5922985"/>
              <a:ext cx="1134720" cy="415800"/>
            </p14:xfrm>
          </p:contentPart>
        </mc:Choice>
        <mc:Fallback xmlns="">
          <p:pic>
            <p:nvPicPr>
              <p:cNvPr id="136" name="Cerneală 135">
                <a:extLst>
                  <a:ext uri="{FF2B5EF4-FFF2-40B4-BE49-F238E27FC236}">
                    <a16:creationId xmlns:a16="http://schemas.microsoft.com/office/drawing/2014/main" id="{9B3DE61A-3109-49D2-8FCD-8EA4B99ED1C4}"/>
                  </a:ext>
                </a:extLst>
              </p:cNvPr>
              <p:cNvPicPr/>
              <p:nvPr/>
            </p:nvPicPr>
            <p:blipFill>
              <a:blip r:embed="rId265"/>
              <a:stretch>
                <a:fillRect/>
              </a:stretch>
            </p:blipFill>
            <p:spPr>
              <a:xfrm>
                <a:off x="9016389" y="5887345"/>
                <a:ext cx="1170360" cy="48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6">
            <p14:nvContentPartPr>
              <p14:cNvPr id="137" name="Cerneală 136">
                <a:extLst>
                  <a:ext uri="{FF2B5EF4-FFF2-40B4-BE49-F238E27FC236}">
                    <a16:creationId xmlns:a16="http://schemas.microsoft.com/office/drawing/2014/main" id="{0DD114BF-4150-44E5-91C4-AA81087683E3}"/>
                  </a:ext>
                </a:extLst>
              </p14:cNvPr>
              <p14:cNvContentPartPr/>
              <p14:nvPr/>
            </p14:nvContentPartPr>
            <p14:xfrm>
              <a:off x="10294029" y="6180025"/>
              <a:ext cx="12960" cy="42840"/>
            </p14:xfrm>
          </p:contentPart>
        </mc:Choice>
        <mc:Fallback xmlns="">
          <p:pic>
            <p:nvPicPr>
              <p:cNvPr id="137" name="Cerneală 136">
                <a:extLst>
                  <a:ext uri="{FF2B5EF4-FFF2-40B4-BE49-F238E27FC236}">
                    <a16:creationId xmlns:a16="http://schemas.microsoft.com/office/drawing/2014/main" id="{0DD114BF-4150-44E5-91C4-AA81087683E3}"/>
                  </a:ext>
                </a:extLst>
              </p:cNvPr>
              <p:cNvPicPr/>
              <p:nvPr/>
            </p:nvPicPr>
            <p:blipFill>
              <a:blip r:embed="rId267"/>
              <a:stretch>
                <a:fillRect/>
              </a:stretch>
            </p:blipFill>
            <p:spPr>
              <a:xfrm>
                <a:off x="10276029" y="6144025"/>
                <a:ext cx="48600" cy="114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41759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Cerneală 1">
                <a:extLst>
                  <a:ext uri="{FF2B5EF4-FFF2-40B4-BE49-F238E27FC236}">
                    <a16:creationId xmlns:a16="http://schemas.microsoft.com/office/drawing/2014/main" id="{EF9FE59D-17AD-4651-9C94-7793FED1FCBC}"/>
                  </a:ext>
                </a:extLst>
              </p14:cNvPr>
              <p14:cNvContentPartPr/>
              <p14:nvPr/>
            </p14:nvContentPartPr>
            <p14:xfrm>
              <a:off x="418509" y="742945"/>
              <a:ext cx="111600" cy="277920"/>
            </p14:xfrm>
          </p:contentPart>
        </mc:Choice>
        <mc:Fallback xmlns="">
          <p:pic>
            <p:nvPicPr>
              <p:cNvPr id="2" name="Cerneală 1">
                <a:extLst>
                  <a:ext uri="{FF2B5EF4-FFF2-40B4-BE49-F238E27FC236}">
                    <a16:creationId xmlns:a16="http://schemas.microsoft.com/office/drawing/2014/main" id="{EF9FE59D-17AD-4651-9C94-7793FED1FCB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00509" y="707305"/>
                <a:ext cx="147240" cy="34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Cerneală 2">
                <a:extLst>
                  <a:ext uri="{FF2B5EF4-FFF2-40B4-BE49-F238E27FC236}">
                    <a16:creationId xmlns:a16="http://schemas.microsoft.com/office/drawing/2014/main" id="{2000F175-9B77-4469-BAF9-B371D32BCDE5}"/>
                  </a:ext>
                </a:extLst>
              </p14:cNvPr>
              <p14:cNvContentPartPr/>
              <p14:nvPr/>
            </p14:nvContentPartPr>
            <p14:xfrm>
              <a:off x="654309" y="694705"/>
              <a:ext cx="192600" cy="289080"/>
            </p14:xfrm>
          </p:contentPart>
        </mc:Choice>
        <mc:Fallback xmlns="">
          <p:pic>
            <p:nvPicPr>
              <p:cNvPr id="3" name="Cerneală 2">
                <a:extLst>
                  <a:ext uri="{FF2B5EF4-FFF2-40B4-BE49-F238E27FC236}">
                    <a16:creationId xmlns:a16="http://schemas.microsoft.com/office/drawing/2014/main" id="{2000F175-9B77-4469-BAF9-B371D32BCDE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36669" y="658705"/>
                <a:ext cx="228240" cy="36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Cerneală 3">
                <a:extLst>
                  <a:ext uri="{FF2B5EF4-FFF2-40B4-BE49-F238E27FC236}">
                    <a16:creationId xmlns:a16="http://schemas.microsoft.com/office/drawing/2014/main" id="{641CAA1D-E41B-453C-9845-A003B4B3070C}"/>
                  </a:ext>
                </a:extLst>
              </p14:cNvPr>
              <p14:cNvContentPartPr/>
              <p14:nvPr/>
            </p14:nvContentPartPr>
            <p14:xfrm>
              <a:off x="2613069" y="689305"/>
              <a:ext cx="240120" cy="264960"/>
            </p14:xfrm>
          </p:contentPart>
        </mc:Choice>
        <mc:Fallback xmlns="">
          <p:pic>
            <p:nvPicPr>
              <p:cNvPr id="4" name="Cerneală 3">
                <a:extLst>
                  <a:ext uri="{FF2B5EF4-FFF2-40B4-BE49-F238E27FC236}">
                    <a16:creationId xmlns:a16="http://schemas.microsoft.com/office/drawing/2014/main" id="{641CAA1D-E41B-453C-9845-A003B4B3070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595069" y="653305"/>
                <a:ext cx="275760" cy="33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Cerneală 4">
                <a:extLst>
                  <a:ext uri="{FF2B5EF4-FFF2-40B4-BE49-F238E27FC236}">
                    <a16:creationId xmlns:a16="http://schemas.microsoft.com/office/drawing/2014/main" id="{E02DDE4E-BAFC-4DDA-A013-0CB79FC06943}"/>
                  </a:ext>
                </a:extLst>
              </p14:cNvPr>
              <p14:cNvContentPartPr/>
              <p14:nvPr/>
            </p14:nvContentPartPr>
            <p14:xfrm>
              <a:off x="3074949" y="656905"/>
              <a:ext cx="75960" cy="286920"/>
            </p14:xfrm>
          </p:contentPart>
        </mc:Choice>
        <mc:Fallback xmlns="">
          <p:pic>
            <p:nvPicPr>
              <p:cNvPr id="5" name="Cerneală 4">
                <a:extLst>
                  <a:ext uri="{FF2B5EF4-FFF2-40B4-BE49-F238E27FC236}">
                    <a16:creationId xmlns:a16="http://schemas.microsoft.com/office/drawing/2014/main" id="{E02DDE4E-BAFC-4DDA-A013-0CB79FC0694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056949" y="620905"/>
                <a:ext cx="111600" cy="35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" name="Cerneală 5">
                <a:extLst>
                  <a:ext uri="{FF2B5EF4-FFF2-40B4-BE49-F238E27FC236}">
                    <a16:creationId xmlns:a16="http://schemas.microsoft.com/office/drawing/2014/main" id="{DDC6FB50-7114-4DA9-85DD-C8E1C25CE15B}"/>
                  </a:ext>
                </a:extLst>
              </p14:cNvPr>
              <p14:cNvContentPartPr/>
              <p14:nvPr/>
            </p14:nvContentPartPr>
            <p14:xfrm>
              <a:off x="3488949" y="687865"/>
              <a:ext cx="280080" cy="275760"/>
            </p14:xfrm>
          </p:contentPart>
        </mc:Choice>
        <mc:Fallback xmlns="">
          <p:pic>
            <p:nvPicPr>
              <p:cNvPr id="6" name="Cerneală 5">
                <a:extLst>
                  <a:ext uri="{FF2B5EF4-FFF2-40B4-BE49-F238E27FC236}">
                    <a16:creationId xmlns:a16="http://schemas.microsoft.com/office/drawing/2014/main" id="{DDC6FB50-7114-4DA9-85DD-C8E1C25CE15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470949" y="652225"/>
                <a:ext cx="315720" cy="34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" name="Cerneală 6">
                <a:extLst>
                  <a:ext uri="{FF2B5EF4-FFF2-40B4-BE49-F238E27FC236}">
                    <a16:creationId xmlns:a16="http://schemas.microsoft.com/office/drawing/2014/main" id="{590780F8-EE93-478A-BBE5-50FF1BA7ECD6}"/>
                  </a:ext>
                </a:extLst>
              </p14:cNvPr>
              <p14:cNvContentPartPr/>
              <p14:nvPr/>
            </p14:nvContentPartPr>
            <p14:xfrm>
              <a:off x="4119309" y="714145"/>
              <a:ext cx="233280" cy="295920"/>
            </p14:xfrm>
          </p:contentPart>
        </mc:Choice>
        <mc:Fallback xmlns="">
          <p:pic>
            <p:nvPicPr>
              <p:cNvPr id="7" name="Cerneală 6">
                <a:extLst>
                  <a:ext uri="{FF2B5EF4-FFF2-40B4-BE49-F238E27FC236}">
                    <a16:creationId xmlns:a16="http://schemas.microsoft.com/office/drawing/2014/main" id="{590780F8-EE93-478A-BBE5-50FF1BA7ECD6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101309" y="678145"/>
                <a:ext cx="268920" cy="36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8" name="Cerneală 7">
                <a:extLst>
                  <a:ext uri="{FF2B5EF4-FFF2-40B4-BE49-F238E27FC236}">
                    <a16:creationId xmlns:a16="http://schemas.microsoft.com/office/drawing/2014/main" id="{33C5679A-3663-431A-825A-F24AB5FAB243}"/>
                  </a:ext>
                </a:extLst>
              </p14:cNvPr>
              <p14:cNvContentPartPr/>
              <p14:nvPr/>
            </p14:nvContentPartPr>
            <p14:xfrm>
              <a:off x="4595949" y="918985"/>
              <a:ext cx="23400" cy="7920"/>
            </p14:xfrm>
          </p:contentPart>
        </mc:Choice>
        <mc:Fallback xmlns="">
          <p:pic>
            <p:nvPicPr>
              <p:cNvPr id="8" name="Cerneală 7">
                <a:extLst>
                  <a:ext uri="{FF2B5EF4-FFF2-40B4-BE49-F238E27FC236}">
                    <a16:creationId xmlns:a16="http://schemas.microsoft.com/office/drawing/2014/main" id="{33C5679A-3663-431A-825A-F24AB5FAB243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577949" y="882985"/>
                <a:ext cx="59040" cy="7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9" name="Cerneală 8">
                <a:extLst>
                  <a:ext uri="{FF2B5EF4-FFF2-40B4-BE49-F238E27FC236}">
                    <a16:creationId xmlns:a16="http://schemas.microsoft.com/office/drawing/2014/main" id="{45C7C4E6-5897-4EF2-90BE-3CC09ACE7899}"/>
                  </a:ext>
                </a:extLst>
              </p14:cNvPr>
              <p14:cNvContentPartPr/>
              <p14:nvPr/>
            </p14:nvContentPartPr>
            <p14:xfrm>
              <a:off x="5028669" y="962185"/>
              <a:ext cx="353160" cy="8280"/>
            </p14:xfrm>
          </p:contentPart>
        </mc:Choice>
        <mc:Fallback xmlns="">
          <p:pic>
            <p:nvPicPr>
              <p:cNvPr id="9" name="Cerneală 8">
                <a:extLst>
                  <a:ext uri="{FF2B5EF4-FFF2-40B4-BE49-F238E27FC236}">
                    <a16:creationId xmlns:a16="http://schemas.microsoft.com/office/drawing/2014/main" id="{45C7C4E6-5897-4EF2-90BE-3CC09ACE7899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011029" y="926185"/>
                <a:ext cx="388800" cy="7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" name="Cerneală 9">
                <a:extLst>
                  <a:ext uri="{FF2B5EF4-FFF2-40B4-BE49-F238E27FC236}">
                    <a16:creationId xmlns:a16="http://schemas.microsoft.com/office/drawing/2014/main" id="{211F5B30-BEEA-48C0-B836-1227345AE772}"/>
                  </a:ext>
                </a:extLst>
              </p14:cNvPr>
              <p14:cNvContentPartPr/>
              <p14:nvPr/>
            </p14:nvContentPartPr>
            <p14:xfrm>
              <a:off x="5692869" y="928705"/>
              <a:ext cx="33480" cy="9000"/>
            </p14:xfrm>
          </p:contentPart>
        </mc:Choice>
        <mc:Fallback xmlns="">
          <p:pic>
            <p:nvPicPr>
              <p:cNvPr id="10" name="Cerneală 9">
                <a:extLst>
                  <a:ext uri="{FF2B5EF4-FFF2-40B4-BE49-F238E27FC236}">
                    <a16:creationId xmlns:a16="http://schemas.microsoft.com/office/drawing/2014/main" id="{211F5B30-BEEA-48C0-B836-1227345AE772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675229" y="892705"/>
                <a:ext cx="69120" cy="8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1" name="Cerneală 10">
                <a:extLst>
                  <a:ext uri="{FF2B5EF4-FFF2-40B4-BE49-F238E27FC236}">
                    <a16:creationId xmlns:a16="http://schemas.microsoft.com/office/drawing/2014/main" id="{C9008F8B-B019-4F0E-BB61-B5BFA90C204F}"/>
                  </a:ext>
                </a:extLst>
              </p14:cNvPr>
              <p14:cNvContentPartPr/>
              <p14:nvPr/>
            </p14:nvContentPartPr>
            <p14:xfrm>
              <a:off x="6217749" y="668785"/>
              <a:ext cx="184320" cy="330480"/>
            </p14:xfrm>
          </p:contentPart>
        </mc:Choice>
        <mc:Fallback xmlns="">
          <p:pic>
            <p:nvPicPr>
              <p:cNvPr id="11" name="Cerneală 10">
                <a:extLst>
                  <a:ext uri="{FF2B5EF4-FFF2-40B4-BE49-F238E27FC236}">
                    <a16:creationId xmlns:a16="http://schemas.microsoft.com/office/drawing/2014/main" id="{C9008F8B-B019-4F0E-BB61-B5BFA90C204F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199749" y="632785"/>
                <a:ext cx="219960" cy="40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2" name="Cerneală 11">
                <a:extLst>
                  <a:ext uri="{FF2B5EF4-FFF2-40B4-BE49-F238E27FC236}">
                    <a16:creationId xmlns:a16="http://schemas.microsoft.com/office/drawing/2014/main" id="{036AC34A-54C8-4577-9218-DE9A1A12F98D}"/>
                  </a:ext>
                </a:extLst>
              </p14:cNvPr>
              <p14:cNvContentPartPr/>
              <p14:nvPr/>
            </p14:nvContentPartPr>
            <p14:xfrm>
              <a:off x="6208029" y="827185"/>
              <a:ext cx="301680" cy="15120"/>
            </p14:xfrm>
          </p:contentPart>
        </mc:Choice>
        <mc:Fallback xmlns="">
          <p:pic>
            <p:nvPicPr>
              <p:cNvPr id="12" name="Cerneală 11">
                <a:extLst>
                  <a:ext uri="{FF2B5EF4-FFF2-40B4-BE49-F238E27FC236}">
                    <a16:creationId xmlns:a16="http://schemas.microsoft.com/office/drawing/2014/main" id="{036AC34A-54C8-4577-9218-DE9A1A12F98D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190389" y="791185"/>
                <a:ext cx="337320" cy="8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3" name="Cerneală 12">
                <a:extLst>
                  <a:ext uri="{FF2B5EF4-FFF2-40B4-BE49-F238E27FC236}">
                    <a16:creationId xmlns:a16="http://schemas.microsoft.com/office/drawing/2014/main" id="{AB628367-AE2B-4D7E-9D45-DE694F3DB0D0}"/>
                  </a:ext>
                </a:extLst>
              </p14:cNvPr>
              <p14:cNvContentPartPr/>
              <p14:nvPr/>
            </p14:nvContentPartPr>
            <p14:xfrm>
              <a:off x="6787269" y="639265"/>
              <a:ext cx="188640" cy="301320"/>
            </p14:xfrm>
          </p:contentPart>
        </mc:Choice>
        <mc:Fallback xmlns="">
          <p:pic>
            <p:nvPicPr>
              <p:cNvPr id="13" name="Cerneală 12">
                <a:extLst>
                  <a:ext uri="{FF2B5EF4-FFF2-40B4-BE49-F238E27FC236}">
                    <a16:creationId xmlns:a16="http://schemas.microsoft.com/office/drawing/2014/main" id="{AB628367-AE2B-4D7E-9D45-DE694F3DB0D0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6769629" y="603625"/>
                <a:ext cx="224280" cy="37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4" name="Cerneală 13">
                <a:extLst>
                  <a:ext uri="{FF2B5EF4-FFF2-40B4-BE49-F238E27FC236}">
                    <a16:creationId xmlns:a16="http://schemas.microsoft.com/office/drawing/2014/main" id="{65D55F62-3634-4BAB-AD46-744A79F2B44E}"/>
                  </a:ext>
                </a:extLst>
              </p14:cNvPr>
              <p14:cNvContentPartPr/>
              <p14:nvPr/>
            </p14:nvContentPartPr>
            <p14:xfrm>
              <a:off x="7154829" y="650785"/>
              <a:ext cx="304920" cy="305280"/>
            </p14:xfrm>
          </p:contentPart>
        </mc:Choice>
        <mc:Fallback xmlns="">
          <p:pic>
            <p:nvPicPr>
              <p:cNvPr id="14" name="Cerneală 13">
                <a:extLst>
                  <a:ext uri="{FF2B5EF4-FFF2-40B4-BE49-F238E27FC236}">
                    <a16:creationId xmlns:a16="http://schemas.microsoft.com/office/drawing/2014/main" id="{65D55F62-3634-4BAB-AD46-744A79F2B44E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7136829" y="614785"/>
                <a:ext cx="340560" cy="37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5" name="Cerneală 14">
                <a:extLst>
                  <a:ext uri="{FF2B5EF4-FFF2-40B4-BE49-F238E27FC236}">
                    <a16:creationId xmlns:a16="http://schemas.microsoft.com/office/drawing/2014/main" id="{784630EB-16C5-4D0C-A894-6FCC3D8620EC}"/>
                  </a:ext>
                </a:extLst>
              </p14:cNvPr>
              <p14:cNvContentPartPr/>
              <p14:nvPr/>
            </p14:nvContentPartPr>
            <p14:xfrm>
              <a:off x="8121429" y="697225"/>
              <a:ext cx="219600" cy="224280"/>
            </p14:xfrm>
          </p:contentPart>
        </mc:Choice>
        <mc:Fallback xmlns="">
          <p:pic>
            <p:nvPicPr>
              <p:cNvPr id="15" name="Cerneală 14">
                <a:extLst>
                  <a:ext uri="{FF2B5EF4-FFF2-40B4-BE49-F238E27FC236}">
                    <a16:creationId xmlns:a16="http://schemas.microsoft.com/office/drawing/2014/main" id="{784630EB-16C5-4D0C-A894-6FCC3D8620EC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8103789" y="661585"/>
                <a:ext cx="255240" cy="29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6" name="Cerneală 15">
                <a:extLst>
                  <a:ext uri="{FF2B5EF4-FFF2-40B4-BE49-F238E27FC236}">
                    <a16:creationId xmlns:a16="http://schemas.microsoft.com/office/drawing/2014/main" id="{5BCE0812-1125-48EF-8039-A80CB9AB2263}"/>
                  </a:ext>
                </a:extLst>
              </p14:cNvPr>
              <p14:cNvContentPartPr/>
              <p14:nvPr/>
            </p14:nvContentPartPr>
            <p14:xfrm>
              <a:off x="8792469" y="693625"/>
              <a:ext cx="44640" cy="264960"/>
            </p14:xfrm>
          </p:contentPart>
        </mc:Choice>
        <mc:Fallback xmlns="">
          <p:pic>
            <p:nvPicPr>
              <p:cNvPr id="16" name="Cerneală 15">
                <a:extLst>
                  <a:ext uri="{FF2B5EF4-FFF2-40B4-BE49-F238E27FC236}">
                    <a16:creationId xmlns:a16="http://schemas.microsoft.com/office/drawing/2014/main" id="{5BCE0812-1125-48EF-8039-A80CB9AB2263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8774829" y="657985"/>
                <a:ext cx="80280" cy="33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7" name="Cerneală 16">
                <a:extLst>
                  <a:ext uri="{FF2B5EF4-FFF2-40B4-BE49-F238E27FC236}">
                    <a16:creationId xmlns:a16="http://schemas.microsoft.com/office/drawing/2014/main" id="{9AC3CF11-E3BB-44B5-8B41-4296D3309A3C}"/>
                  </a:ext>
                </a:extLst>
              </p14:cNvPr>
              <p14:cNvContentPartPr/>
              <p14:nvPr/>
            </p14:nvContentPartPr>
            <p14:xfrm>
              <a:off x="9311949" y="766345"/>
              <a:ext cx="387000" cy="219240"/>
            </p14:xfrm>
          </p:contentPart>
        </mc:Choice>
        <mc:Fallback xmlns="">
          <p:pic>
            <p:nvPicPr>
              <p:cNvPr id="17" name="Cerneală 16">
                <a:extLst>
                  <a:ext uri="{FF2B5EF4-FFF2-40B4-BE49-F238E27FC236}">
                    <a16:creationId xmlns:a16="http://schemas.microsoft.com/office/drawing/2014/main" id="{9AC3CF11-E3BB-44B5-8B41-4296D3309A3C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9294309" y="730705"/>
                <a:ext cx="422640" cy="29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8" name="Cerneală 17">
                <a:extLst>
                  <a:ext uri="{FF2B5EF4-FFF2-40B4-BE49-F238E27FC236}">
                    <a16:creationId xmlns:a16="http://schemas.microsoft.com/office/drawing/2014/main" id="{1E13489E-41EA-45D3-9388-59D965AFBC60}"/>
                  </a:ext>
                </a:extLst>
              </p14:cNvPr>
              <p14:cNvContentPartPr/>
              <p14:nvPr/>
            </p14:nvContentPartPr>
            <p14:xfrm>
              <a:off x="10231389" y="762385"/>
              <a:ext cx="379800" cy="272160"/>
            </p14:xfrm>
          </p:contentPart>
        </mc:Choice>
        <mc:Fallback xmlns="">
          <p:pic>
            <p:nvPicPr>
              <p:cNvPr id="18" name="Cerneală 17">
                <a:extLst>
                  <a:ext uri="{FF2B5EF4-FFF2-40B4-BE49-F238E27FC236}">
                    <a16:creationId xmlns:a16="http://schemas.microsoft.com/office/drawing/2014/main" id="{1E13489E-41EA-45D3-9388-59D965AFBC60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0213389" y="726745"/>
                <a:ext cx="415440" cy="34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9" name="Cerneală 18">
                <a:extLst>
                  <a:ext uri="{FF2B5EF4-FFF2-40B4-BE49-F238E27FC236}">
                    <a16:creationId xmlns:a16="http://schemas.microsoft.com/office/drawing/2014/main" id="{0082D708-109B-49B2-AF76-257BEA8AE9A7}"/>
                  </a:ext>
                </a:extLst>
              </p14:cNvPr>
              <p14:cNvContentPartPr/>
              <p14:nvPr/>
            </p14:nvContentPartPr>
            <p14:xfrm>
              <a:off x="10881189" y="909265"/>
              <a:ext cx="98280" cy="12600"/>
            </p14:xfrm>
          </p:contentPart>
        </mc:Choice>
        <mc:Fallback xmlns="">
          <p:pic>
            <p:nvPicPr>
              <p:cNvPr id="19" name="Cerneală 18">
                <a:extLst>
                  <a:ext uri="{FF2B5EF4-FFF2-40B4-BE49-F238E27FC236}">
                    <a16:creationId xmlns:a16="http://schemas.microsoft.com/office/drawing/2014/main" id="{0082D708-109B-49B2-AF76-257BEA8AE9A7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0863189" y="873625"/>
                <a:ext cx="133920" cy="8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0" name="Cerneală 19">
                <a:extLst>
                  <a:ext uri="{FF2B5EF4-FFF2-40B4-BE49-F238E27FC236}">
                    <a16:creationId xmlns:a16="http://schemas.microsoft.com/office/drawing/2014/main" id="{38DB3BA2-4DCB-40E9-AE9B-7B48BCA8D68C}"/>
                  </a:ext>
                </a:extLst>
              </p14:cNvPr>
              <p14:cNvContentPartPr/>
              <p14:nvPr/>
            </p14:nvContentPartPr>
            <p14:xfrm>
              <a:off x="11102589" y="913945"/>
              <a:ext cx="60480" cy="12960"/>
            </p14:xfrm>
          </p:contentPart>
        </mc:Choice>
        <mc:Fallback xmlns="">
          <p:pic>
            <p:nvPicPr>
              <p:cNvPr id="20" name="Cerneală 19">
                <a:extLst>
                  <a:ext uri="{FF2B5EF4-FFF2-40B4-BE49-F238E27FC236}">
                    <a16:creationId xmlns:a16="http://schemas.microsoft.com/office/drawing/2014/main" id="{38DB3BA2-4DCB-40E9-AE9B-7B48BCA8D68C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1084949" y="878305"/>
                <a:ext cx="96120" cy="8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1" name="Cerneală 20">
                <a:extLst>
                  <a:ext uri="{FF2B5EF4-FFF2-40B4-BE49-F238E27FC236}">
                    <a16:creationId xmlns:a16="http://schemas.microsoft.com/office/drawing/2014/main" id="{52D1FE86-7B3D-414B-A11B-BDFF137027A0}"/>
                  </a:ext>
                </a:extLst>
              </p14:cNvPr>
              <p14:cNvContentPartPr/>
              <p14:nvPr/>
            </p14:nvContentPartPr>
            <p14:xfrm>
              <a:off x="11396349" y="947785"/>
              <a:ext cx="317880" cy="13320"/>
            </p14:xfrm>
          </p:contentPart>
        </mc:Choice>
        <mc:Fallback xmlns="">
          <p:pic>
            <p:nvPicPr>
              <p:cNvPr id="21" name="Cerneală 20">
                <a:extLst>
                  <a:ext uri="{FF2B5EF4-FFF2-40B4-BE49-F238E27FC236}">
                    <a16:creationId xmlns:a16="http://schemas.microsoft.com/office/drawing/2014/main" id="{52D1FE86-7B3D-414B-A11B-BDFF137027A0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1378349" y="912145"/>
                <a:ext cx="353520" cy="8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2" name="Cerneală 21">
                <a:extLst>
                  <a:ext uri="{FF2B5EF4-FFF2-40B4-BE49-F238E27FC236}">
                    <a16:creationId xmlns:a16="http://schemas.microsoft.com/office/drawing/2014/main" id="{53A81070-96DB-47BE-9494-36E88EBFADEA}"/>
                  </a:ext>
                </a:extLst>
              </p14:cNvPr>
              <p14:cNvContentPartPr/>
              <p14:nvPr/>
            </p14:nvContentPartPr>
            <p14:xfrm>
              <a:off x="1070829" y="781105"/>
              <a:ext cx="7200" cy="7200"/>
            </p14:xfrm>
          </p:contentPart>
        </mc:Choice>
        <mc:Fallback xmlns="">
          <p:pic>
            <p:nvPicPr>
              <p:cNvPr id="22" name="Cerneală 21">
                <a:extLst>
                  <a:ext uri="{FF2B5EF4-FFF2-40B4-BE49-F238E27FC236}">
                    <a16:creationId xmlns:a16="http://schemas.microsoft.com/office/drawing/2014/main" id="{53A81070-96DB-47BE-9494-36E88EBFADEA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052829" y="745105"/>
                <a:ext cx="42840" cy="7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3" name="Cerneală 22">
                <a:extLst>
                  <a:ext uri="{FF2B5EF4-FFF2-40B4-BE49-F238E27FC236}">
                    <a16:creationId xmlns:a16="http://schemas.microsoft.com/office/drawing/2014/main" id="{B990EA8F-6743-4846-AC96-22A890D72F83}"/>
                  </a:ext>
                </a:extLst>
              </p14:cNvPr>
              <p14:cNvContentPartPr/>
              <p14:nvPr/>
            </p14:nvContentPartPr>
            <p14:xfrm>
              <a:off x="1044189" y="986305"/>
              <a:ext cx="8280" cy="11160"/>
            </p14:xfrm>
          </p:contentPart>
        </mc:Choice>
        <mc:Fallback xmlns="">
          <p:pic>
            <p:nvPicPr>
              <p:cNvPr id="23" name="Cerneală 22">
                <a:extLst>
                  <a:ext uri="{FF2B5EF4-FFF2-40B4-BE49-F238E27FC236}">
                    <a16:creationId xmlns:a16="http://schemas.microsoft.com/office/drawing/2014/main" id="{B990EA8F-6743-4846-AC96-22A890D72F83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026189" y="950305"/>
                <a:ext cx="43920" cy="8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4" name="Cerneală 23">
                <a:extLst>
                  <a:ext uri="{FF2B5EF4-FFF2-40B4-BE49-F238E27FC236}">
                    <a16:creationId xmlns:a16="http://schemas.microsoft.com/office/drawing/2014/main" id="{F367066D-7770-47E3-8B22-E6D8291C973D}"/>
                  </a:ext>
                </a:extLst>
              </p14:cNvPr>
              <p14:cNvContentPartPr/>
              <p14:nvPr/>
            </p14:nvContentPartPr>
            <p14:xfrm>
              <a:off x="374949" y="1857505"/>
              <a:ext cx="5400" cy="268920"/>
            </p14:xfrm>
          </p:contentPart>
        </mc:Choice>
        <mc:Fallback xmlns="">
          <p:pic>
            <p:nvPicPr>
              <p:cNvPr id="24" name="Cerneală 23">
                <a:extLst>
                  <a:ext uri="{FF2B5EF4-FFF2-40B4-BE49-F238E27FC236}">
                    <a16:creationId xmlns:a16="http://schemas.microsoft.com/office/drawing/2014/main" id="{F367066D-7770-47E3-8B22-E6D8291C973D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356949" y="1821505"/>
                <a:ext cx="41040" cy="34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5" name="Cerneală 24">
                <a:extLst>
                  <a:ext uri="{FF2B5EF4-FFF2-40B4-BE49-F238E27FC236}">
                    <a16:creationId xmlns:a16="http://schemas.microsoft.com/office/drawing/2014/main" id="{14C41326-02DA-4B00-A0F9-EA6E7F19174B}"/>
                  </a:ext>
                </a:extLst>
              </p14:cNvPr>
              <p14:cNvContentPartPr/>
              <p14:nvPr/>
            </p14:nvContentPartPr>
            <p14:xfrm>
              <a:off x="370269" y="1865425"/>
              <a:ext cx="165960" cy="262440"/>
            </p14:xfrm>
          </p:contentPart>
        </mc:Choice>
        <mc:Fallback xmlns="">
          <p:pic>
            <p:nvPicPr>
              <p:cNvPr id="25" name="Cerneală 24">
                <a:extLst>
                  <a:ext uri="{FF2B5EF4-FFF2-40B4-BE49-F238E27FC236}">
                    <a16:creationId xmlns:a16="http://schemas.microsoft.com/office/drawing/2014/main" id="{14C41326-02DA-4B00-A0F9-EA6E7F19174B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352629" y="1829425"/>
                <a:ext cx="201600" cy="33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26" name="Cerneală 25">
                <a:extLst>
                  <a:ext uri="{FF2B5EF4-FFF2-40B4-BE49-F238E27FC236}">
                    <a16:creationId xmlns:a16="http://schemas.microsoft.com/office/drawing/2014/main" id="{4181E26B-E49E-499C-B258-A2983B237B52}"/>
                  </a:ext>
                </a:extLst>
              </p14:cNvPr>
              <p14:cNvContentPartPr/>
              <p14:nvPr/>
            </p14:nvContentPartPr>
            <p14:xfrm>
              <a:off x="553149" y="1938505"/>
              <a:ext cx="148680" cy="173160"/>
            </p14:xfrm>
          </p:contentPart>
        </mc:Choice>
        <mc:Fallback xmlns="">
          <p:pic>
            <p:nvPicPr>
              <p:cNvPr id="26" name="Cerneală 25">
                <a:extLst>
                  <a:ext uri="{FF2B5EF4-FFF2-40B4-BE49-F238E27FC236}">
                    <a16:creationId xmlns:a16="http://schemas.microsoft.com/office/drawing/2014/main" id="{4181E26B-E49E-499C-B258-A2983B237B52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535149" y="1902505"/>
                <a:ext cx="184320" cy="24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27" name="Cerneală 26">
                <a:extLst>
                  <a:ext uri="{FF2B5EF4-FFF2-40B4-BE49-F238E27FC236}">
                    <a16:creationId xmlns:a16="http://schemas.microsoft.com/office/drawing/2014/main" id="{53937CD9-8DC4-4123-9AE6-B32579DB0C4B}"/>
                  </a:ext>
                </a:extLst>
              </p14:cNvPr>
              <p14:cNvContentPartPr/>
              <p14:nvPr/>
            </p14:nvContentPartPr>
            <p14:xfrm>
              <a:off x="769149" y="1926625"/>
              <a:ext cx="241920" cy="184320"/>
            </p14:xfrm>
          </p:contentPart>
        </mc:Choice>
        <mc:Fallback xmlns="">
          <p:pic>
            <p:nvPicPr>
              <p:cNvPr id="27" name="Cerneală 26">
                <a:extLst>
                  <a:ext uri="{FF2B5EF4-FFF2-40B4-BE49-F238E27FC236}">
                    <a16:creationId xmlns:a16="http://schemas.microsoft.com/office/drawing/2014/main" id="{53937CD9-8DC4-4123-9AE6-B32579DB0C4B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751509" y="1890625"/>
                <a:ext cx="277560" cy="25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28" name="Cerneală 27">
                <a:extLst>
                  <a:ext uri="{FF2B5EF4-FFF2-40B4-BE49-F238E27FC236}">
                    <a16:creationId xmlns:a16="http://schemas.microsoft.com/office/drawing/2014/main" id="{951A1767-7795-48F0-964A-E84BE940565D}"/>
                  </a:ext>
                </a:extLst>
              </p14:cNvPr>
              <p14:cNvContentPartPr/>
              <p14:nvPr/>
            </p14:nvContentPartPr>
            <p14:xfrm>
              <a:off x="1140669" y="1910065"/>
              <a:ext cx="33840" cy="198360"/>
            </p14:xfrm>
          </p:contentPart>
        </mc:Choice>
        <mc:Fallback xmlns="">
          <p:pic>
            <p:nvPicPr>
              <p:cNvPr id="28" name="Cerneală 27">
                <a:extLst>
                  <a:ext uri="{FF2B5EF4-FFF2-40B4-BE49-F238E27FC236}">
                    <a16:creationId xmlns:a16="http://schemas.microsoft.com/office/drawing/2014/main" id="{951A1767-7795-48F0-964A-E84BE940565D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122669" y="1874425"/>
                <a:ext cx="69480" cy="27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29" name="Cerneală 28">
                <a:extLst>
                  <a:ext uri="{FF2B5EF4-FFF2-40B4-BE49-F238E27FC236}">
                    <a16:creationId xmlns:a16="http://schemas.microsoft.com/office/drawing/2014/main" id="{4C5CFD92-8300-420B-8435-CEBE0E76E992}"/>
                  </a:ext>
                </a:extLst>
              </p14:cNvPr>
              <p14:cNvContentPartPr/>
              <p14:nvPr/>
            </p14:nvContentPartPr>
            <p14:xfrm>
              <a:off x="1144629" y="1896745"/>
              <a:ext cx="184680" cy="194040"/>
            </p14:xfrm>
          </p:contentPart>
        </mc:Choice>
        <mc:Fallback xmlns="">
          <p:pic>
            <p:nvPicPr>
              <p:cNvPr id="29" name="Cerneală 28">
                <a:extLst>
                  <a:ext uri="{FF2B5EF4-FFF2-40B4-BE49-F238E27FC236}">
                    <a16:creationId xmlns:a16="http://schemas.microsoft.com/office/drawing/2014/main" id="{4C5CFD92-8300-420B-8435-CEBE0E76E992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126629" y="1861105"/>
                <a:ext cx="220320" cy="26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30" name="Cerneală 29">
                <a:extLst>
                  <a:ext uri="{FF2B5EF4-FFF2-40B4-BE49-F238E27FC236}">
                    <a16:creationId xmlns:a16="http://schemas.microsoft.com/office/drawing/2014/main" id="{C75AE5F6-9BB0-4A88-B0EF-C94B467EB519}"/>
                  </a:ext>
                </a:extLst>
              </p14:cNvPr>
              <p14:cNvContentPartPr/>
              <p14:nvPr/>
            </p14:nvContentPartPr>
            <p14:xfrm>
              <a:off x="2179989" y="1741585"/>
              <a:ext cx="310320" cy="348120"/>
            </p14:xfrm>
          </p:contentPart>
        </mc:Choice>
        <mc:Fallback xmlns="">
          <p:pic>
            <p:nvPicPr>
              <p:cNvPr id="30" name="Cerneală 29">
                <a:extLst>
                  <a:ext uri="{FF2B5EF4-FFF2-40B4-BE49-F238E27FC236}">
                    <a16:creationId xmlns:a16="http://schemas.microsoft.com/office/drawing/2014/main" id="{C75AE5F6-9BB0-4A88-B0EF-C94B467EB519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2161989" y="1705945"/>
                <a:ext cx="345960" cy="41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31" name="Cerneală 30">
                <a:extLst>
                  <a:ext uri="{FF2B5EF4-FFF2-40B4-BE49-F238E27FC236}">
                    <a16:creationId xmlns:a16="http://schemas.microsoft.com/office/drawing/2014/main" id="{B6150169-80C7-42EA-8944-A6CA606AE5A5}"/>
                  </a:ext>
                </a:extLst>
              </p14:cNvPr>
              <p14:cNvContentPartPr/>
              <p14:nvPr/>
            </p14:nvContentPartPr>
            <p14:xfrm>
              <a:off x="2810349" y="1778305"/>
              <a:ext cx="302400" cy="259560"/>
            </p14:xfrm>
          </p:contentPart>
        </mc:Choice>
        <mc:Fallback xmlns="">
          <p:pic>
            <p:nvPicPr>
              <p:cNvPr id="31" name="Cerneală 30">
                <a:extLst>
                  <a:ext uri="{FF2B5EF4-FFF2-40B4-BE49-F238E27FC236}">
                    <a16:creationId xmlns:a16="http://schemas.microsoft.com/office/drawing/2014/main" id="{B6150169-80C7-42EA-8944-A6CA606AE5A5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2792349" y="1742305"/>
                <a:ext cx="338040" cy="33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32" name="Cerneală 31">
                <a:extLst>
                  <a:ext uri="{FF2B5EF4-FFF2-40B4-BE49-F238E27FC236}">
                    <a16:creationId xmlns:a16="http://schemas.microsoft.com/office/drawing/2014/main" id="{1B2E1CEF-16A5-4CCF-84F1-DACF486DB26F}"/>
                  </a:ext>
                </a:extLst>
              </p14:cNvPr>
              <p14:cNvContentPartPr/>
              <p14:nvPr/>
            </p14:nvContentPartPr>
            <p14:xfrm>
              <a:off x="3470949" y="1809985"/>
              <a:ext cx="42120" cy="261360"/>
            </p14:xfrm>
          </p:contentPart>
        </mc:Choice>
        <mc:Fallback xmlns="">
          <p:pic>
            <p:nvPicPr>
              <p:cNvPr id="32" name="Cerneală 31">
                <a:extLst>
                  <a:ext uri="{FF2B5EF4-FFF2-40B4-BE49-F238E27FC236}">
                    <a16:creationId xmlns:a16="http://schemas.microsoft.com/office/drawing/2014/main" id="{1B2E1CEF-16A5-4CCF-84F1-DACF486DB26F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3453309" y="1773985"/>
                <a:ext cx="77760" cy="33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33" name="Cerneală 32">
                <a:extLst>
                  <a:ext uri="{FF2B5EF4-FFF2-40B4-BE49-F238E27FC236}">
                    <a16:creationId xmlns:a16="http://schemas.microsoft.com/office/drawing/2014/main" id="{831C13F8-BB25-4E0D-911D-83B78113A0CA}"/>
                  </a:ext>
                </a:extLst>
              </p14:cNvPr>
              <p14:cNvContentPartPr/>
              <p14:nvPr/>
            </p14:nvContentPartPr>
            <p14:xfrm>
              <a:off x="3846789" y="1822585"/>
              <a:ext cx="249840" cy="202320"/>
            </p14:xfrm>
          </p:contentPart>
        </mc:Choice>
        <mc:Fallback xmlns="">
          <p:pic>
            <p:nvPicPr>
              <p:cNvPr id="33" name="Cerneală 32">
                <a:extLst>
                  <a:ext uri="{FF2B5EF4-FFF2-40B4-BE49-F238E27FC236}">
                    <a16:creationId xmlns:a16="http://schemas.microsoft.com/office/drawing/2014/main" id="{831C13F8-BB25-4E0D-911D-83B78113A0CA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3828789" y="1786945"/>
                <a:ext cx="285480" cy="27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34" name="Cerneală 33">
                <a:extLst>
                  <a:ext uri="{FF2B5EF4-FFF2-40B4-BE49-F238E27FC236}">
                    <a16:creationId xmlns:a16="http://schemas.microsoft.com/office/drawing/2014/main" id="{A92B03A5-1F47-4600-82BB-938A96603AAA}"/>
                  </a:ext>
                </a:extLst>
              </p14:cNvPr>
              <p14:cNvContentPartPr/>
              <p14:nvPr/>
            </p14:nvContentPartPr>
            <p14:xfrm>
              <a:off x="4569309" y="1704865"/>
              <a:ext cx="306360" cy="347400"/>
            </p14:xfrm>
          </p:contentPart>
        </mc:Choice>
        <mc:Fallback xmlns="">
          <p:pic>
            <p:nvPicPr>
              <p:cNvPr id="34" name="Cerneală 33">
                <a:extLst>
                  <a:ext uri="{FF2B5EF4-FFF2-40B4-BE49-F238E27FC236}">
                    <a16:creationId xmlns:a16="http://schemas.microsoft.com/office/drawing/2014/main" id="{A92B03A5-1F47-4600-82BB-938A96603AAA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4551669" y="1668865"/>
                <a:ext cx="342000" cy="41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35" name="Cerneală 34">
                <a:extLst>
                  <a:ext uri="{FF2B5EF4-FFF2-40B4-BE49-F238E27FC236}">
                    <a16:creationId xmlns:a16="http://schemas.microsoft.com/office/drawing/2014/main" id="{7E19F991-7C3A-4977-9777-0C35A1FB4D97}"/>
                  </a:ext>
                </a:extLst>
              </p14:cNvPr>
              <p14:cNvContentPartPr/>
              <p14:nvPr/>
            </p14:nvContentPartPr>
            <p14:xfrm>
              <a:off x="5237829" y="1746985"/>
              <a:ext cx="217440" cy="267840"/>
            </p14:xfrm>
          </p:contentPart>
        </mc:Choice>
        <mc:Fallback xmlns="">
          <p:pic>
            <p:nvPicPr>
              <p:cNvPr id="35" name="Cerneală 34">
                <a:extLst>
                  <a:ext uri="{FF2B5EF4-FFF2-40B4-BE49-F238E27FC236}">
                    <a16:creationId xmlns:a16="http://schemas.microsoft.com/office/drawing/2014/main" id="{7E19F991-7C3A-4977-9777-0C35A1FB4D97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5219829" y="1710985"/>
                <a:ext cx="253080" cy="33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36" name="Cerneală 35">
                <a:extLst>
                  <a:ext uri="{FF2B5EF4-FFF2-40B4-BE49-F238E27FC236}">
                    <a16:creationId xmlns:a16="http://schemas.microsoft.com/office/drawing/2014/main" id="{C3F4FE64-220D-4F69-953A-DDC3770FCC9C}"/>
                  </a:ext>
                </a:extLst>
              </p14:cNvPr>
              <p14:cNvContentPartPr/>
              <p14:nvPr/>
            </p14:nvContentPartPr>
            <p14:xfrm>
              <a:off x="5192469" y="1741945"/>
              <a:ext cx="191160" cy="304200"/>
            </p14:xfrm>
          </p:contentPart>
        </mc:Choice>
        <mc:Fallback xmlns="">
          <p:pic>
            <p:nvPicPr>
              <p:cNvPr id="36" name="Cerneală 35">
                <a:extLst>
                  <a:ext uri="{FF2B5EF4-FFF2-40B4-BE49-F238E27FC236}">
                    <a16:creationId xmlns:a16="http://schemas.microsoft.com/office/drawing/2014/main" id="{C3F4FE64-220D-4F69-953A-DDC3770FCC9C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5174469" y="1706305"/>
                <a:ext cx="226800" cy="37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37" name="Cerneală 36">
                <a:extLst>
                  <a:ext uri="{FF2B5EF4-FFF2-40B4-BE49-F238E27FC236}">
                    <a16:creationId xmlns:a16="http://schemas.microsoft.com/office/drawing/2014/main" id="{969095C6-B548-4A25-A037-63C6C347491A}"/>
                  </a:ext>
                </a:extLst>
              </p14:cNvPr>
              <p14:cNvContentPartPr/>
              <p14:nvPr/>
            </p14:nvContentPartPr>
            <p14:xfrm>
              <a:off x="5779629" y="1744825"/>
              <a:ext cx="249120" cy="318960"/>
            </p14:xfrm>
          </p:contentPart>
        </mc:Choice>
        <mc:Fallback xmlns="">
          <p:pic>
            <p:nvPicPr>
              <p:cNvPr id="37" name="Cerneală 36">
                <a:extLst>
                  <a:ext uri="{FF2B5EF4-FFF2-40B4-BE49-F238E27FC236}">
                    <a16:creationId xmlns:a16="http://schemas.microsoft.com/office/drawing/2014/main" id="{969095C6-B548-4A25-A037-63C6C347491A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5761629" y="1709185"/>
                <a:ext cx="284760" cy="39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38" name="Cerneală 37">
                <a:extLst>
                  <a:ext uri="{FF2B5EF4-FFF2-40B4-BE49-F238E27FC236}">
                    <a16:creationId xmlns:a16="http://schemas.microsoft.com/office/drawing/2014/main" id="{E1B438F9-2949-49C6-A683-B211A1FEE2AA}"/>
                  </a:ext>
                </a:extLst>
              </p14:cNvPr>
              <p14:cNvContentPartPr/>
              <p14:nvPr/>
            </p14:nvContentPartPr>
            <p14:xfrm>
              <a:off x="5765229" y="1924465"/>
              <a:ext cx="329760" cy="20160"/>
            </p14:xfrm>
          </p:contentPart>
        </mc:Choice>
        <mc:Fallback xmlns="">
          <p:pic>
            <p:nvPicPr>
              <p:cNvPr id="38" name="Cerneală 37">
                <a:extLst>
                  <a:ext uri="{FF2B5EF4-FFF2-40B4-BE49-F238E27FC236}">
                    <a16:creationId xmlns:a16="http://schemas.microsoft.com/office/drawing/2014/main" id="{E1B438F9-2949-49C6-A683-B211A1FEE2AA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5747229" y="1888465"/>
                <a:ext cx="365400" cy="9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39" name="Cerneală 38">
                <a:extLst>
                  <a:ext uri="{FF2B5EF4-FFF2-40B4-BE49-F238E27FC236}">
                    <a16:creationId xmlns:a16="http://schemas.microsoft.com/office/drawing/2014/main" id="{12E14FFD-2198-4A21-968C-27132A71194C}"/>
                  </a:ext>
                </a:extLst>
              </p14:cNvPr>
              <p14:cNvContentPartPr/>
              <p14:nvPr/>
            </p14:nvContentPartPr>
            <p14:xfrm>
              <a:off x="6588189" y="1975945"/>
              <a:ext cx="21240" cy="2520"/>
            </p14:xfrm>
          </p:contentPart>
        </mc:Choice>
        <mc:Fallback xmlns="">
          <p:pic>
            <p:nvPicPr>
              <p:cNvPr id="39" name="Cerneală 38">
                <a:extLst>
                  <a:ext uri="{FF2B5EF4-FFF2-40B4-BE49-F238E27FC236}">
                    <a16:creationId xmlns:a16="http://schemas.microsoft.com/office/drawing/2014/main" id="{12E14FFD-2198-4A21-968C-27132A71194C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6570549" y="1939945"/>
                <a:ext cx="56880" cy="7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40" name="Cerneală 39">
                <a:extLst>
                  <a:ext uri="{FF2B5EF4-FFF2-40B4-BE49-F238E27FC236}">
                    <a16:creationId xmlns:a16="http://schemas.microsoft.com/office/drawing/2014/main" id="{2878BF17-E0AB-43DF-88CC-06A3CFE46065}"/>
                  </a:ext>
                </a:extLst>
              </p14:cNvPr>
              <p14:cNvContentPartPr/>
              <p14:nvPr/>
            </p14:nvContentPartPr>
            <p14:xfrm>
              <a:off x="7050429" y="1943905"/>
              <a:ext cx="39240" cy="360"/>
            </p14:xfrm>
          </p:contentPart>
        </mc:Choice>
        <mc:Fallback xmlns="">
          <p:pic>
            <p:nvPicPr>
              <p:cNvPr id="40" name="Cerneală 39">
                <a:extLst>
                  <a:ext uri="{FF2B5EF4-FFF2-40B4-BE49-F238E27FC236}">
                    <a16:creationId xmlns:a16="http://schemas.microsoft.com/office/drawing/2014/main" id="{2878BF17-E0AB-43DF-88CC-06A3CFE46065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7032429" y="1908265"/>
                <a:ext cx="7488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41" name="Cerneală 40">
                <a:extLst>
                  <a:ext uri="{FF2B5EF4-FFF2-40B4-BE49-F238E27FC236}">
                    <a16:creationId xmlns:a16="http://schemas.microsoft.com/office/drawing/2014/main" id="{3FA0BF60-7F81-48EB-B1EF-184DBFFC0960}"/>
                  </a:ext>
                </a:extLst>
              </p14:cNvPr>
              <p14:cNvContentPartPr/>
              <p14:nvPr/>
            </p14:nvContentPartPr>
            <p14:xfrm>
              <a:off x="7526709" y="1923025"/>
              <a:ext cx="502560" cy="20520"/>
            </p14:xfrm>
          </p:contentPart>
        </mc:Choice>
        <mc:Fallback xmlns="">
          <p:pic>
            <p:nvPicPr>
              <p:cNvPr id="41" name="Cerneală 40">
                <a:extLst>
                  <a:ext uri="{FF2B5EF4-FFF2-40B4-BE49-F238E27FC236}">
                    <a16:creationId xmlns:a16="http://schemas.microsoft.com/office/drawing/2014/main" id="{3FA0BF60-7F81-48EB-B1EF-184DBFFC0960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7508709" y="1887025"/>
                <a:ext cx="538200" cy="9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42" name="Cerneală 41">
                <a:extLst>
                  <a:ext uri="{FF2B5EF4-FFF2-40B4-BE49-F238E27FC236}">
                    <a16:creationId xmlns:a16="http://schemas.microsoft.com/office/drawing/2014/main" id="{F88AECDE-FBFD-4A23-A4F3-0BBE2180F3CF}"/>
                  </a:ext>
                </a:extLst>
              </p14:cNvPr>
              <p14:cNvContentPartPr/>
              <p14:nvPr/>
            </p14:nvContentPartPr>
            <p14:xfrm>
              <a:off x="8648109" y="1801705"/>
              <a:ext cx="335520" cy="309960"/>
            </p14:xfrm>
          </p:contentPart>
        </mc:Choice>
        <mc:Fallback xmlns="">
          <p:pic>
            <p:nvPicPr>
              <p:cNvPr id="42" name="Cerneală 41">
                <a:extLst>
                  <a:ext uri="{FF2B5EF4-FFF2-40B4-BE49-F238E27FC236}">
                    <a16:creationId xmlns:a16="http://schemas.microsoft.com/office/drawing/2014/main" id="{F88AECDE-FBFD-4A23-A4F3-0BBE2180F3CF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8630469" y="1766065"/>
                <a:ext cx="371160" cy="38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43" name="Cerneală 42">
                <a:extLst>
                  <a:ext uri="{FF2B5EF4-FFF2-40B4-BE49-F238E27FC236}">
                    <a16:creationId xmlns:a16="http://schemas.microsoft.com/office/drawing/2014/main" id="{F5E94FC7-AD5A-4591-9F29-0C9FBD80C241}"/>
                  </a:ext>
                </a:extLst>
              </p14:cNvPr>
              <p14:cNvContentPartPr/>
              <p14:nvPr/>
            </p14:nvContentPartPr>
            <p14:xfrm>
              <a:off x="9008829" y="1833385"/>
              <a:ext cx="303840" cy="240120"/>
            </p14:xfrm>
          </p:contentPart>
        </mc:Choice>
        <mc:Fallback xmlns="">
          <p:pic>
            <p:nvPicPr>
              <p:cNvPr id="43" name="Cerneală 42">
                <a:extLst>
                  <a:ext uri="{FF2B5EF4-FFF2-40B4-BE49-F238E27FC236}">
                    <a16:creationId xmlns:a16="http://schemas.microsoft.com/office/drawing/2014/main" id="{F5E94FC7-AD5A-4591-9F29-0C9FBD80C241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8991189" y="1797745"/>
                <a:ext cx="339480" cy="31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44" name="Cerneală 43">
                <a:extLst>
                  <a:ext uri="{FF2B5EF4-FFF2-40B4-BE49-F238E27FC236}">
                    <a16:creationId xmlns:a16="http://schemas.microsoft.com/office/drawing/2014/main" id="{D325F9D3-63D3-4DA1-BC31-0A63AABC6AE0}"/>
                  </a:ext>
                </a:extLst>
              </p14:cNvPr>
              <p14:cNvContentPartPr/>
              <p14:nvPr/>
            </p14:nvContentPartPr>
            <p14:xfrm>
              <a:off x="9552789" y="1819345"/>
              <a:ext cx="56160" cy="248400"/>
            </p14:xfrm>
          </p:contentPart>
        </mc:Choice>
        <mc:Fallback xmlns="">
          <p:pic>
            <p:nvPicPr>
              <p:cNvPr id="44" name="Cerneală 43">
                <a:extLst>
                  <a:ext uri="{FF2B5EF4-FFF2-40B4-BE49-F238E27FC236}">
                    <a16:creationId xmlns:a16="http://schemas.microsoft.com/office/drawing/2014/main" id="{D325F9D3-63D3-4DA1-BC31-0A63AABC6AE0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9535149" y="1783705"/>
                <a:ext cx="91800" cy="32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45" name="Cerneală 44">
                <a:extLst>
                  <a:ext uri="{FF2B5EF4-FFF2-40B4-BE49-F238E27FC236}">
                    <a16:creationId xmlns:a16="http://schemas.microsoft.com/office/drawing/2014/main" id="{BE452098-CB08-4BF5-B32C-38A24EC1368A}"/>
                  </a:ext>
                </a:extLst>
              </p14:cNvPr>
              <p14:cNvContentPartPr/>
              <p14:nvPr/>
            </p14:nvContentPartPr>
            <p14:xfrm>
              <a:off x="9819909" y="1862185"/>
              <a:ext cx="271800" cy="224640"/>
            </p14:xfrm>
          </p:contentPart>
        </mc:Choice>
        <mc:Fallback xmlns="">
          <p:pic>
            <p:nvPicPr>
              <p:cNvPr id="45" name="Cerneală 44">
                <a:extLst>
                  <a:ext uri="{FF2B5EF4-FFF2-40B4-BE49-F238E27FC236}">
                    <a16:creationId xmlns:a16="http://schemas.microsoft.com/office/drawing/2014/main" id="{BE452098-CB08-4BF5-B32C-38A24EC1368A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9801909" y="1826185"/>
                <a:ext cx="307440" cy="29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46" name="Cerneală 45">
                <a:extLst>
                  <a:ext uri="{FF2B5EF4-FFF2-40B4-BE49-F238E27FC236}">
                    <a16:creationId xmlns:a16="http://schemas.microsoft.com/office/drawing/2014/main" id="{42D1424A-BE3F-4C80-9441-341FA8586D78}"/>
                  </a:ext>
                </a:extLst>
              </p14:cNvPr>
              <p14:cNvContentPartPr/>
              <p14:nvPr/>
            </p14:nvContentPartPr>
            <p14:xfrm>
              <a:off x="10434429" y="1830865"/>
              <a:ext cx="260640" cy="284760"/>
            </p14:xfrm>
          </p:contentPart>
        </mc:Choice>
        <mc:Fallback xmlns="">
          <p:pic>
            <p:nvPicPr>
              <p:cNvPr id="46" name="Cerneală 45">
                <a:extLst>
                  <a:ext uri="{FF2B5EF4-FFF2-40B4-BE49-F238E27FC236}">
                    <a16:creationId xmlns:a16="http://schemas.microsoft.com/office/drawing/2014/main" id="{42D1424A-BE3F-4C80-9441-341FA8586D78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10416429" y="1794865"/>
                <a:ext cx="296280" cy="35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47" name="Cerneală 46">
                <a:extLst>
                  <a:ext uri="{FF2B5EF4-FFF2-40B4-BE49-F238E27FC236}">
                    <a16:creationId xmlns:a16="http://schemas.microsoft.com/office/drawing/2014/main" id="{8231DFC0-7E5F-4570-BC26-95B5A4F60243}"/>
                  </a:ext>
                </a:extLst>
              </p14:cNvPr>
              <p14:cNvContentPartPr/>
              <p14:nvPr/>
            </p14:nvContentPartPr>
            <p14:xfrm>
              <a:off x="10902429" y="1840945"/>
              <a:ext cx="210600" cy="240120"/>
            </p14:xfrm>
          </p:contentPart>
        </mc:Choice>
        <mc:Fallback xmlns="">
          <p:pic>
            <p:nvPicPr>
              <p:cNvPr id="47" name="Cerneală 46">
                <a:extLst>
                  <a:ext uri="{FF2B5EF4-FFF2-40B4-BE49-F238E27FC236}">
                    <a16:creationId xmlns:a16="http://schemas.microsoft.com/office/drawing/2014/main" id="{8231DFC0-7E5F-4570-BC26-95B5A4F60243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10884429" y="1804945"/>
                <a:ext cx="246240" cy="31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48" name="Cerneală 47">
                <a:extLst>
                  <a:ext uri="{FF2B5EF4-FFF2-40B4-BE49-F238E27FC236}">
                    <a16:creationId xmlns:a16="http://schemas.microsoft.com/office/drawing/2014/main" id="{688DD620-DD0C-418E-854D-7AAD3E834FB1}"/>
                  </a:ext>
                </a:extLst>
              </p14:cNvPr>
              <p14:cNvContentPartPr/>
              <p14:nvPr/>
            </p14:nvContentPartPr>
            <p14:xfrm>
              <a:off x="11236869" y="1809985"/>
              <a:ext cx="271440" cy="364680"/>
            </p14:xfrm>
          </p:contentPart>
        </mc:Choice>
        <mc:Fallback xmlns="">
          <p:pic>
            <p:nvPicPr>
              <p:cNvPr id="48" name="Cerneală 47">
                <a:extLst>
                  <a:ext uri="{FF2B5EF4-FFF2-40B4-BE49-F238E27FC236}">
                    <a16:creationId xmlns:a16="http://schemas.microsoft.com/office/drawing/2014/main" id="{688DD620-DD0C-418E-854D-7AAD3E834FB1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11218869" y="1773985"/>
                <a:ext cx="307080" cy="43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49" name="Cerneală 48">
                <a:extLst>
                  <a:ext uri="{FF2B5EF4-FFF2-40B4-BE49-F238E27FC236}">
                    <a16:creationId xmlns:a16="http://schemas.microsoft.com/office/drawing/2014/main" id="{8A7CBECD-5E77-4F0E-B900-825710DB2C56}"/>
                  </a:ext>
                </a:extLst>
              </p14:cNvPr>
              <p14:cNvContentPartPr/>
              <p14:nvPr/>
            </p14:nvContentPartPr>
            <p14:xfrm>
              <a:off x="11333709" y="2004385"/>
              <a:ext cx="276480" cy="28800"/>
            </p14:xfrm>
          </p:contentPart>
        </mc:Choice>
        <mc:Fallback xmlns="">
          <p:pic>
            <p:nvPicPr>
              <p:cNvPr id="49" name="Cerneală 48">
                <a:extLst>
                  <a:ext uri="{FF2B5EF4-FFF2-40B4-BE49-F238E27FC236}">
                    <a16:creationId xmlns:a16="http://schemas.microsoft.com/office/drawing/2014/main" id="{8A7CBECD-5E77-4F0E-B900-825710DB2C56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11315709" y="1968745"/>
                <a:ext cx="312120" cy="10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50" name="Cerneală 49">
                <a:extLst>
                  <a:ext uri="{FF2B5EF4-FFF2-40B4-BE49-F238E27FC236}">
                    <a16:creationId xmlns:a16="http://schemas.microsoft.com/office/drawing/2014/main" id="{9432877B-3276-4BFE-B392-A3D020850439}"/>
                  </a:ext>
                </a:extLst>
              </p14:cNvPr>
              <p14:cNvContentPartPr/>
              <p14:nvPr/>
            </p14:nvContentPartPr>
            <p14:xfrm>
              <a:off x="7068789" y="408505"/>
              <a:ext cx="695160" cy="776520"/>
            </p14:xfrm>
          </p:contentPart>
        </mc:Choice>
        <mc:Fallback xmlns="">
          <p:pic>
            <p:nvPicPr>
              <p:cNvPr id="50" name="Cerneală 49">
                <a:extLst>
                  <a:ext uri="{FF2B5EF4-FFF2-40B4-BE49-F238E27FC236}">
                    <a16:creationId xmlns:a16="http://schemas.microsoft.com/office/drawing/2014/main" id="{9432877B-3276-4BFE-B392-A3D020850439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7050789" y="372505"/>
                <a:ext cx="730800" cy="84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51" name="Cerneală 50">
                <a:extLst>
                  <a:ext uri="{FF2B5EF4-FFF2-40B4-BE49-F238E27FC236}">
                    <a16:creationId xmlns:a16="http://schemas.microsoft.com/office/drawing/2014/main" id="{329C6A42-8F9B-44B5-8E24-3C8042A5A788}"/>
                  </a:ext>
                </a:extLst>
              </p14:cNvPr>
              <p14:cNvContentPartPr/>
              <p14:nvPr/>
            </p14:nvContentPartPr>
            <p14:xfrm>
              <a:off x="4392549" y="1430905"/>
              <a:ext cx="668160" cy="900720"/>
            </p14:xfrm>
          </p:contentPart>
        </mc:Choice>
        <mc:Fallback xmlns="">
          <p:pic>
            <p:nvPicPr>
              <p:cNvPr id="51" name="Cerneală 50">
                <a:extLst>
                  <a:ext uri="{FF2B5EF4-FFF2-40B4-BE49-F238E27FC236}">
                    <a16:creationId xmlns:a16="http://schemas.microsoft.com/office/drawing/2014/main" id="{329C6A42-8F9B-44B5-8E24-3C8042A5A788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4374909" y="1394905"/>
                <a:ext cx="703800" cy="97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52" name="Cerneală 51">
                <a:extLst>
                  <a:ext uri="{FF2B5EF4-FFF2-40B4-BE49-F238E27FC236}">
                    <a16:creationId xmlns:a16="http://schemas.microsoft.com/office/drawing/2014/main" id="{9B509DEA-46B7-412B-AC80-D446C2B553C8}"/>
                  </a:ext>
                </a:extLst>
              </p14:cNvPr>
              <p14:cNvContentPartPr/>
              <p14:nvPr/>
            </p14:nvContentPartPr>
            <p14:xfrm>
              <a:off x="7959789" y="507865"/>
              <a:ext cx="658440" cy="640080"/>
            </p14:xfrm>
          </p:contentPart>
        </mc:Choice>
        <mc:Fallback xmlns="">
          <p:pic>
            <p:nvPicPr>
              <p:cNvPr id="52" name="Cerneală 51">
                <a:extLst>
                  <a:ext uri="{FF2B5EF4-FFF2-40B4-BE49-F238E27FC236}">
                    <a16:creationId xmlns:a16="http://schemas.microsoft.com/office/drawing/2014/main" id="{9B509DEA-46B7-412B-AC80-D446C2B553C8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7941789" y="490225"/>
                <a:ext cx="694080" cy="67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53" name="Cerneală 52">
                <a:extLst>
                  <a:ext uri="{FF2B5EF4-FFF2-40B4-BE49-F238E27FC236}">
                    <a16:creationId xmlns:a16="http://schemas.microsoft.com/office/drawing/2014/main" id="{A12A0D65-6BEE-475A-A303-8A66AF04B837}"/>
                  </a:ext>
                </a:extLst>
              </p14:cNvPr>
              <p14:cNvContentPartPr/>
              <p14:nvPr/>
            </p14:nvContentPartPr>
            <p14:xfrm>
              <a:off x="3718629" y="1648705"/>
              <a:ext cx="627120" cy="660240"/>
            </p14:xfrm>
          </p:contentPart>
        </mc:Choice>
        <mc:Fallback xmlns="">
          <p:pic>
            <p:nvPicPr>
              <p:cNvPr id="53" name="Cerneală 52">
                <a:extLst>
                  <a:ext uri="{FF2B5EF4-FFF2-40B4-BE49-F238E27FC236}">
                    <a16:creationId xmlns:a16="http://schemas.microsoft.com/office/drawing/2014/main" id="{A12A0D65-6BEE-475A-A303-8A66AF04B837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3700629" y="1630705"/>
                <a:ext cx="662760" cy="69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64" name="Cerneală 63">
                <a:extLst>
                  <a:ext uri="{FF2B5EF4-FFF2-40B4-BE49-F238E27FC236}">
                    <a16:creationId xmlns:a16="http://schemas.microsoft.com/office/drawing/2014/main" id="{693FBB26-25E0-4557-9345-E68B4629D908}"/>
                  </a:ext>
                </a:extLst>
              </p14:cNvPr>
              <p14:cNvContentPartPr/>
              <p14:nvPr/>
            </p14:nvContentPartPr>
            <p14:xfrm>
              <a:off x="519669" y="3547705"/>
              <a:ext cx="1031400" cy="50400"/>
            </p14:xfrm>
          </p:contentPart>
        </mc:Choice>
        <mc:Fallback xmlns="">
          <p:pic>
            <p:nvPicPr>
              <p:cNvPr id="64" name="Cerneală 63">
                <a:extLst>
                  <a:ext uri="{FF2B5EF4-FFF2-40B4-BE49-F238E27FC236}">
                    <a16:creationId xmlns:a16="http://schemas.microsoft.com/office/drawing/2014/main" id="{693FBB26-25E0-4557-9345-E68B4629D908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501669" y="3529705"/>
                <a:ext cx="1067040" cy="8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65" name="Cerneală 64">
                <a:extLst>
                  <a:ext uri="{FF2B5EF4-FFF2-40B4-BE49-F238E27FC236}">
                    <a16:creationId xmlns:a16="http://schemas.microsoft.com/office/drawing/2014/main" id="{0F2F92FE-45B8-4FC7-A8B9-38AF46F7AFAB}"/>
                  </a:ext>
                </a:extLst>
              </p14:cNvPr>
              <p14:cNvContentPartPr/>
              <p14:nvPr/>
            </p14:nvContentPartPr>
            <p14:xfrm>
              <a:off x="526149" y="3726265"/>
              <a:ext cx="1038960" cy="330120"/>
            </p14:xfrm>
          </p:contentPart>
        </mc:Choice>
        <mc:Fallback xmlns="">
          <p:pic>
            <p:nvPicPr>
              <p:cNvPr id="65" name="Cerneală 64">
                <a:extLst>
                  <a:ext uri="{FF2B5EF4-FFF2-40B4-BE49-F238E27FC236}">
                    <a16:creationId xmlns:a16="http://schemas.microsoft.com/office/drawing/2014/main" id="{0F2F92FE-45B8-4FC7-A8B9-38AF46F7AFAB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508155" y="3708625"/>
                <a:ext cx="1074588" cy="36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66" name="Cerneală 65">
                <a:extLst>
                  <a:ext uri="{FF2B5EF4-FFF2-40B4-BE49-F238E27FC236}">
                    <a16:creationId xmlns:a16="http://schemas.microsoft.com/office/drawing/2014/main" id="{85F1DC25-40ED-41CA-BA31-9E184381397D}"/>
                  </a:ext>
                </a:extLst>
              </p14:cNvPr>
              <p14:cNvContentPartPr/>
              <p14:nvPr/>
            </p14:nvContentPartPr>
            <p14:xfrm>
              <a:off x="558189" y="2887825"/>
              <a:ext cx="990000" cy="447480"/>
            </p14:xfrm>
          </p:contentPart>
        </mc:Choice>
        <mc:Fallback xmlns="">
          <p:pic>
            <p:nvPicPr>
              <p:cNvPr id="66" name="Cerneală 65">
                <a:extLst>
                  <a:ext uri="{FF2B5EF4-FFF2-40B4-BE49-F238E27FC236}">
                    <a16:creationId xmlns:a16="http://schemas.microsoft.com/office/drawing/2014/main" id="{85F1DC25-40ED-41CA-BA31-9E184381397D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540189" y="2870171"/>
                <a:ext cx="1025640" cy="48314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67" name="Cerneală 66">
                <a:extLst>
                  <a:ext uri="{FF2B5EF4-FFF2-40B4-BE49-F238E27FC236}">
                    <a16:creationId xmlns:a16="http://schemas.microsoft.com/office/drawing/2014/main" id="{ECA82E2A-1462-4E76-B2EC-CEA47416A44B}"/>
                  </a:ext>
                </a:extLst>
              </p14:cNvPr>
              <p14:cNvContentPartPr/>
              <p14:nvPr/>
            </p14:nvContentPartPr>
            <p14:xfrm>
              <a:off x="1968309" y="3854785"/>
              <a:ext cx="295560" cy="5400"/>
            </p14:xfrm>
          </p:contentPart>
        </mc:Choice>
        <mc:Fallback xmlns="">
          <p:pic>
            <p:nvPicPr>
              <p:cNvPr id="67" name="Cerneală 66">
                <a:extLst>
                  <a:ext uri="{FF2B5EF4-FFF2-40B4-BE49-F238E27FC236}">
                    <a16:creationId xmlns:a16="http://schemas.microsoft.com/office/drawing/2014/main" id="{ECA82E2A-1462-4E76-B2EC-CEA47416A44B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1950309" y="3836785"/>
                <a:ext cx="33120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87" name="Cerneală 86">
                <a:extLst>
                  <a:ext uri="{FF2B5EF4-FFF2-40B4-BE49-F238E27FC236}">
                    <a16:creationId xmlns:a16="http://schemas.microsoft.com/office/drawing/2014/main" id="{471F1A62-9528-4837-AEC9-E457B783E26F}"/>
                  </a:ext>
                </a:extLst>
              </p14:cNvPr>
              <p14:cNvContentPartPr/>
              <p14:nvPr/>
            </p14:nvContentPartPr>
            <p14:xfrm>
              <a:off x="1972989" y="4341145"/>
              <a:ext cx="301320" cy="36720"/>
            </p14:xfrm>
          </p:contentPart>
        </mc:Choice>
        <mc:Fallback xmlns="">
          <p:pic>
            <p:nvPicPr>
              <p:cNvPr id="87" name="Cerneală 86">
                <a:extLst>
                  <a:ext uri="{FF2B5EF4-FFF2-40B4-BE49-F238E27FC236}">
                    <a16:creationId xmlns:a16="http://schemas.microsoft.com/office/drawing/2014/main" id="{471F1A62-9528-4837-AEC9-E457B783E26F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1954989" y="4323505"/>
                <a:ext cx="336960" cy="7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111" name="Cerneală 110">
                <a:extLst>
                  <a:ext uri="{FF2B5EF4-FFF2-40B4-BE49-F238E27FC236}">
                    <a16:creationId xmlns:a16="http://schemas.microsoft.com/office/drawing/2014/main" id="{5DF511E6-404F-447E-9D7C-76BD62E54FA4}"/>
                  </a:ext>
                </a:extLst>
              </p14:cNvPr>
              <p14:cNvContentPartPr/>
              <p14:nvPr/>
            </p14:nvContentPartPr>
            <p14:xfrm>
              <a:off x="5904549" y="3345385"/>
              <a:ext cx="5789880" cy="1279440"/>
            </p14:xfrm>
          </p:contentPart>
        </mc:Choice>
        <mc:Fallback xmlns="">
          <p:pic>
            <p:nvPicPr>
              <p:cNvPr id="111" name="Cerneală 110">
                <a:extLst>
                  <a:ext uri="{FF2B5EF4-FFF2-40B4-BE49-F238E27FC236}">
                    <a16:creationId xmlns:a16="http://schemas.microsoft.com/office/drawing/2014/main" id="{5DF511E6-404F-447E-9D7C-76BD62E54FA4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5886549" y="3327745"/>
                <a:ext cx="5825520" cy="131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119" name="Cerneală 118">
                <a:extLst>
                  <a:ext uri="{FF2B5EF4-FFF2-40B4-BE49-F238E27FC236}">
                    <a16:creationId xmlns:a16="http://schemas.microsoft.com/office/drawing/2014/main" id="{C5D8110C-D9FF-4362-BC83-C01720A897AF}"/>
                  </a:ext>
                </a:extLst>
              </p14:cNvPr>
              <p14:cNvContentPartPr/>
              <p14:nvPr/>
            </p14:nvContentPartPr>
            <p14:xfrm>
              <a:off x="1919709" y="5447785"/>
              <a:ext cx="313560" cy="2160"/>
            </p14:xfrm>
          </p:contentPart>
        </mc:Choice>
        <mc:Fallback xmlns="">
          <p:pic>
            <p:nvPicPr>
              <p:cNvPr id="119" name="Cerneală 118">
                <a:extLst>
                  <a:ext uri="{FF2B5EF4-FFF2-40B4-BE49-F238E27FC236}">
                    <a16:creationId xmlns:a16="http://schemas.microsoft.com/office/drawing/2014/main" id="{C5D8110C-D9FF-4362-BC83-C01720A897AF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1902069" y="5429785"/>
                <a:ext cx="34920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129" name="Cerneală 128">
                <a:extLst>
                  <a:ext uri="{FF2B5EF4-FFF2-40B4-BE49-F238E27FC236}">
                    <a16:creationId xmlns:a16="http://schemas.microsoft.com/office/drawing/2014/main" id="{51B39388-80EF-45C5-99DD-3C04BCF58FCB}"/>
                  </a:ext>
                </a:extLst>
              </p14:cNvPr>
              <p14:cNvContentPartPr/>
              <p14:nvPr/>
            </p14:nvContentPartPr>
            <p14:xfrm>
              <a:off x="2574549" y="3446185"/>
              <a:ext cx="2953080" cy="2284560"/>
            </p14:xfrm>
          </p:contentPart>
        </mc:Choice>
        <mc:Fallback xmlns="">
          <p:pic>
            <p:nvPicPr>
              <p:cNvPr id="129" name="Cerneală 128">
                <a:extLst>
                  <a:ext uri="{FF2B5EF4-FFF2-40B4-BE49-F238E27FC236}">
                    <a16:creationId xmlns:a16="http://schemas.microsoft.com/office/drawing/2014/main" id="{51B39388-80EF-45C5-99DD-3C04BCF58FCB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2556909" y="3428542"/>
                <a:ext cx="2988720" cy="232020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132" name="Cerneală 131">
                <a:extLst>
                  <a:ext uri="{FF2B5EF4-FFF2-40B4-BE49-F238E27FC236}">
                    <a16:creationId xmlns:a16="http://schemas.microsoft.com/office/drawing/2014/main" id="{6C6B4DC9-C2CA-43B8-892D-2FCAC687C391}"/>
                  </a:ext>
                </a:extLst>
              </p14:cNvPr>
              <p14:cNvContentPartPr/>
              <p14:nvPr/>
            </p14:nvContentPartPr>
            <p14:xfrm>
              <a:off x="5798709" y="5125585"/>
              <a:ext cx="870480" cy="336240"/>
            </p14:xfrm>
          </p:contentPart>
        </mc:Choice>
        <mc:Fallback xmlns="">
          <p:pic>
            <p:nvPicPr>
              <p:cNvPr id="132" name="Cerneală 131">
                <a:extLst>
                  <a:ext uri="{FF2B5EF4-FFF2-40B4-BE49-F238E27FC236}">
                    <a16:creationId xmlns:a16="http://schemas.microsoft.com/office/drawing/2014/main" id="{6C6B4DC9-C2CA-43B8-892D-2FCAC687C391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5781062" y="5107945"/>
                <a:ext cx="906135" cy="37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133" name="Cerneală 132">
                <a:extLst>
                  <a:ext uri="{FF2B5EF4-FFF2-40B4-BE49-F238E27FC236}">
                    <a16:creationId xmlns:a16="http://schemas.microsoft.com/office/drawing/2014/main" id="{A8C794C2-9503-4B1C-90AA-D41E6212E792}"/>
                  </a:ext>
                </a:extLst>
              </p14:cNvPr>
              <p14:cNvContentPartPr/>
              <p14:nvPr/>
            </p14:nvContentPartPr>
            <p14:xfrm>
              <a:off x="7241589" y="5072665"/>
              <a:ext cx="376200" cy="286920"/>
            </p14:xfrm>
          </p:contentPart>
        </mc:Choice>
        <mc:Fallback xmlns="">
          <p:pic>
            <p:nvPicPr>
              <p:cNvPr id="133" name="Cerneală 132">
                <a:extLst>
                  <a:ext uri="{FF2B5EF4-FFF2-40B4-BE49-F238E27FC236}">
                    <a16:creationId xmlns:a16="http://schemas.microsoft.com/office/drawing/2014/main" id="{A8C794C2-9503-4B1C-90AA-D41E6212E792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7223589" y="5054665"/>
                <a:ext cx="411840" cy="32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142" name="Cerneală 141">
                <a:extLst>
                  <a:ext uri="{FF2B5EF4-FFF2-40B4-BE49-F238E27FC236}">
                    <a16:creationId xmlns:a16="http://schemas.microsoft.com/office/drawing/2014/main" id="{7DDE6E7D-0D2F-4209-8669-AAE71C8D538C}"/>
                  </a:ext>
                </a:extLst>
              </p14:cNvPr>
              <p14:cNvContentPartPr/>
              <p14:nvPr/>
            </p14:nvContentPartPr>
            <p14:xfrm>
              <a:off x="10534869" y="5045665"/>
              <a:ext cx="1150200" cy="452160"/>
            </p14:xfrm>
          </p:contentPart>
        </mc:Choice>
        <mc:Fallback xmlns="">
          <p:pic>
            <p:nvPicPr>
              <p:cNvPr id="142" name="Cerneală 141">
                <a:extLst>
                  <a:ext uri="{FF2B5EF4-FFF2-40B4-BE49-F238E27FC236}">
                    <a16:creationId xmlns:a16="http://schemas.microsoft.com/office/drawing/2014/main" id="{7DDE6E7D-0D2F-4209-8669-AAE71C8D538C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10516869" y="5027665"/>
                <a:ext cx="1185840" cy="48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145" name="Cerneală 144">
                <a:extLst>
                  <a:ext uri="{FF2B5EF4-FFF2-40B4-BE49-F238E27FC236}">
                    <a16:creationId xmlns:a16="http://schemas.microsoft.com/office/drawing/2014/main" id="{8C8316AF-25B5-4830-9725-999CEFC714A9}"/>
                  </a:ext>
                </a:extLst>
              </p14:cNvPr>
              <p14:cNvContentPartPr/>
              <p14:nvPr/>
            </p14:nvContentPartPr>
            <p14:xfrm>
              <a:off x="8036829" y="5157625"/>
              <a:ext cx="2065320" cy="270720"/>
            </p14:xfrm>
          </p:contentPart>
        </mc:Choice>
        <mc:Fallback xmlns="">
          <p:pic>
            <p:nvPicPr>
              <p:cNvPr id="145" name="Cerneală 144">
                <a:extLst>
                  <a:ext uri="{FF2B5EF4-FFF2-40B4-BE49-F238E27FC236}">
                    <a16:creationId xmlns:a16="http://schemas.microsoft.com/office/drawing/2014/main" id="{8C8316AF-25B5-4830-9725-999CEFC714A9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8019189" y="5139625"/>
                <a:ext cx="2100960" cy="306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286797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Cerneală 6">
                <a:extLst>
                  <a:ext uri="{FF2B5EF4-FFF2-40B4-BE49-F238E27FC236}">
                    <a16:creationId xmlns:a16="http://schemas.microsoft.com/office/drawing/2014/main" id="{DEB9D298-D7FF-4991-9B22-71AEE8585DFB}"/>
                  </a:ext>
                </a:extLst>
              </p14:cNvPr>
              <p14:cNvContentPartPr/>
              <p14:nvPr/>
            </p14:nvContentPartPr>
            <p14:xfrm>
              <a:off x="1520469" y="1123825"/>
              <a:ext cx="1159560" cy="16920"/>
            </p14:xfrm>
          </p:contentPart>
        </mc:Choice>
        <mc:Fallback xmlns="">
          <p:pic>
            <p:nvPicPr>
              <p:cNvPr id="7" name="Cerneală 6">
                <a:extLst>
                  <a:ext uri="{FF2B5EF4-FFF2-40B4-BE49-F238E27FC236}">
                    <a16:creationId xmlns:a16="http://schemas.microsoft.com/office/drawing/2014/main" id="{DEB9D298-D7FF-4991-9B22-71AEE8585DF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02469" y="1106185"/>
                <a:ext cx="1195200" cy="5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Cerneală 7">
                <a:extLst>
                  <a:ext uri="{FF2B5EF4-FFF2-40B4-BE49-F238E27FC236}">
                    <a16:creationId xmlns:a16="http://schemas.microsoft.com/office/drawing/2014/main" id="{3AF3686D-2A05-4D98-850F-687797F3D349}"/>
                  </a:ext>
                </a:extLst>
              </p14:cNvPr>
              <p14:cNvContentPartPr/>
              <p14:nvPr/>
            </p14:nvContentPartPr>
            <p14:xfrm>
              <a:off x="1647189" y="1248745"/>
              <a:ext cx="1033920" cy="228240"/>
            </p14:xfrm>
          </p:contentPart>
        </mc:Choice>
        <mc:Fallback xmlns="">
          <p:pic>
            <p:nvPicPr>
              <p:cNvPr id="8" name="Cerneală 7">
                <a:extLst>
                  <a:ext uri="{FF2B5EF4-FFF2-40B4-BE49-F238E27FC236}">
                    <a16:creationId xmlns:a16="http://schemas.microsoft.com/office/drawing/2014/main" id="{3AF3686D-2A05-4D98-850F-687797F3D34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29189" y="1231077"/>
                <a:ext cx="1069560" cy="26393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1" name="Cerneală 10">
                <a:extLst>
                  <a:ext uri="{FF2B5EF4-FFF2-40B4-BE49-F238E27FC236}">
                    <a16:creationId xmlns:a16="http://schemas.microsoft.com/office/drawing/2014/main" id="{4E4A89F2-25D1-450B-94C1-1AE7FAB969A0}"/>
                  </a:ext>
                </a:extLst>
              </p14:cNvPr>
              <p14:cNvContentPartPr/>
              <p14:nvPr/>
            </p14:nvContentPartPr>
            <p14:xfrm>
              <a:off x="4570389" y="1174585"/>
              <a:ext cx="686520" cy="726840"/>
            </p14:xfrm>
          </p:contentPart>
        </mc:Choice>
        <mc:Fallback xmlns="">
          <p:pic>
            <p:nvPicPr>
              <p:cNvPr id="11" name="Cerneală 10">
                <a:extLst>
                  <a:ext uri="{FF2B5EF4-FFF2-40B4-BE49-F238E27FC236}">
                    <a16:creationId xmlns:a16="http://schemas.microsoft.com/office/drawing/2014/main" id="{4E4A89F2-25D1-450B-94C1-1AE7FAB969A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552389" y="1156585"/>
                <a:ext cx="722160" cy="76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2" name="Cerneală 11">
                <a:extLst>
                  <a:ext uri="{FF2B5EF4-FFF2-40B4-BE49-F238E27FC236}">
                    <a16:creationId xmlns:a16="http://schemas.microsoft.com/office/drawing/2014/main" id="{2DCEF360-9DDC-4716-996D-26081C92FBB5}"/>
                  </a:ext>
                </a:extLst>
              </p14:cNvPr>
              <p14:cNvContentPartPr/>
              <p14:nvPr/>
            </p14:nvContentPartPr>
            <p14:xfrm>
              <a:off x="4499469" y="1057585"/>
              <a:ext cx="558360" cy="30240"/>
            </p14:xfrm>
          </p:contentPart>
        </mc:Choice>
        <mc:Fallback xmlns="">
          <p:pic>
            <p:nvPicPr>
              <p:cNvPr id="12" name="Cerneală 11">
                <a:extLst>
                  <a:ext uri="{FF2B5EF4-FFF2-40B4-BE49-F238E27FC236}">
                    <a16:creationId xmlns:a16="http://schemas.microsoft.com/office/drawing/2014/main" id="{2DCEF360-9DDC-4716-996D-26081C92FBB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481469" y="1039585"/>
                <a:ext cx="594000" cy="6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6" name="Cerneală 25">
                <a:extLst>
                  <a:ext uri="{FF2B5EF4-FFF2-40B4-BE49-F238E27FC236}">
                    <a16:creationId xmlns:a16="http://schemas.microsoft.com/office/drawing/2014/main" id="{90D91E8F-C9A1-4872-90D3-5737533238CD}"/>
                  </a:ext>
                </a:extLst>
              </p14:cNvPr>
              <p14:cNvContentPartPr/>
              <p14:nvPr/>
            </p14:nvContentPartPr>
            <p14:xfrm>
              <a:off x="7348509" y="1087105"/>
              <a:ext cx="2336400" cy="578520"/>
            </p14:xfrm>
          </p:contentPart>
        </mc:Choice>
        <mc:Fallback xmlns="">
          <p:pic>
            <p:nvPicPr>
              <p:cNvPr id="26" name="Cerneală 25">
                <a:extLst>
                  <a:ext uri="{FF2B5EF4-FFF2-40B4-BE49-F238E27FC236}">
                    <a16:creationId xmlns:a16="http://schemas.microsoft.com/office/drawing/2014/main" id="{90D91E8F-C9A1-4872-90D3-5737533238C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330869" y="1069454"/>
                <a:ext cx="2372040" cy="61418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7" name="Cerneală 26">
                <a:extLst>
                  <a:ext uri="{FF2B5EF4-FFF2-40B4-BE49-F238E27FC236}">
                    <a16:creationId xmlns:a16="http://schemas.microsoft.com/office/drawing/2014/main" id="{7196ADB8-CE85-40D7-9170-C1CA63AED903}"/>
                  </a:ext>
                </a:extLst>
              </p14:cNvPr>
              <p14:cNvContentPartPr/>
              <p14:nvPr/>
            </p14:nvContentPartPr>
            <p14:xfrm>
              <a:off x="6583149" y="1236865"/>
              <a:ext cx="420120" cy="268560"/>
            </p14:xfrm>
          </p:contentPart>
        </mc:Choice>
        <mc:Fallback xmlns="">
          <p:pic>
            <p:nvPicPr>
              <p:cNvPr id="27" name="Cerneală 26">
                <a:extLst>
                  <a:ext uri="{FF2B5EF4-FFF2-40B4-BE49-F238E27FC236}">
                    <a16:creationId xmlns:a16="http://schemas.microsoft.com/office/drawing/2014/main" id="{7196ADB8-CE85-40D7-9170-C1CA63AED903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565509" y="1219225"/>
                <a:ext cx="455760" cy="30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3" name="Cerneală 32">
                <a:extLst>
                  <a:ext uri="{FF2B5EF4-FFF2-40B4-BE49-F238E27FC236}">
                    <a16:creationId xmlns:a16="http://schemas.microsoft.com/office/drawing/2014/main" id="{2F0DF793-019A-49AD-91A2-98958DB99669}"/>
                  </a:ext>
                </a:extLst>
              </p14:cNvPr>
              <p14:cNvContentPartPr/>
              <p14:nvPr/>
            </p14:nvContentPartPr>
            <p14:xfrm>
              <a:off x="1597509" y="1919425"/>
              <a:ext cx="1137600" cy="73080"/>
            </p14:xfrm>
          </p:contentPart>
        </mc:Choice>
        <mc:Fallback xmlns="">
          <p:pic>
            <p:nvPicPr>
              <p:cNvPr id="33" name="Cerneală 32">
                <a:extLst>
                  <a:ext uri="{FF2B5EF4-FFF2-40B4-BE49-F238E27FC236}">
                    <a16:creationId xmlns:a16="http://schemas.microsoft.com/office/drawing/2014/main" id="{2F0DF793-019A-49AD-91A2-98958DB99669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579509" y="1901785"/>
                <a:ext cx="1173240" cy="10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45" name="Cerneală 44">
                <a:extLst>
                  <a:ext uri="{FF2B5EF4-FFF2-40B4-BE49-F238E27FC236}">
                    <a16:creationId xmlns:a16="http://schemas.microsoft.com/office/drawing/2014/main" id="{3659377F-26B9-4DA3-A514-3EB41D9102ED}"/>
                  </a:ext>
                </a:extLst>
              </p14:cNvPr>
              <p14:cNvContentPartPr/>
              <p14:nvPr/>
            </p14:nvContentPartPr>
            <p14:xfrm>
              <a:off x="3351429" y="2093305"/>
              <a:ext cx="729000" cy="373680"/>
            </p14:xfrm>
          </p:contentPart>
        </mc:Choice>
        <mc:Fallback xmlns="">
          <p:pic>
            <p:nvPicPr>
              <p:cNvPr id="45" name="Cerneală 44">
                <a:extLst>
                  <a:ext uri="{FF2B5EF4-FFF2-40B4-BE49-F238E27FC236}">
                    <a16:creationId xmlns:a16="http://schemas.microsoft.com/office/drawing/2014/main" id="{3659377F-26B9-4DA3-A514-3EB41D9102ED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333780" y="2075305"/>
                <a:ext cx="764658" cy="40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46" name="Cerneală 45">
                <a:extLst>
                  <a:ext uri="{FF2B5EF4-FFF2-40B4-BE49-F238E27FC236}">
                    <a16:creationId xmlns:a16="http://schemas.microsoft.com/office/drawing/2014/main" id="{E08FD6E2-009E-443B-89B9-8323BE476537}"/>
                  </a:ext>
                </a:extLst>
              </p14:cNvPr>
              <p14:cNvContentPartPr/>
              <p14:nvPr/>
            </p14:nvContentPartPr>
            <p14:xfrm>
              <a:off x="3267909" y="1193305"/>
              <a:ext cx="954360" cy="439920"/>
            </p14:xfrm>
          </p:contentPart>
        </mc:Choice>
        <mc:Fallback xmlns="">
          <p:pic>
            <p:nvPicPr>
              <p:cNvPr id="46" name="Cerneală 45">
                <a:extLst>
                  <a:ext uri="{FF2B5EF4-FFF2-40B4-BE49-F238E27FC236}">
                    <a16:creationId xmlns:a16="http://schemas.microsoft.com/office/drawing/2014/main" id="{E08FD6E2-009E-443B-89B9-8323BE476537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250269" y="1175305"/>
                <a:ext cx="990000" cy="47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47" name="Cerneală 46">
                <a:extLst>
                  <a:ext uri="{FF2B5EF4-FFF2-40B4-BE49-F238E27FC236}">
                    <a16:creationId xmlns:a16="http://schemas.microsoft.com/office/drawing/2014/main" id="{B8CEE31B-D023-4317-9ABB-F219FCC2F193}"/>
                  </a:ext>
                </a:extLst>
              </p14:cNvPr>
              <p14:cNvContentPartPr/>
              <p14:nvPr/>
            </p14:nvContentPartPr>
            <p14:xfrm>
              <a:off x="1588149" y="2125345"/>
              <a:ext cx="1069200" cy="290520"/>
            </p14:xfrm>
          </p:contentPart>
        </mc:Choice>
        <mc:Fallback xmlns="">
          <p:pic>
            <p:nvPicPr>
              <p:cNvPr id="47" name="Cerneală 46">
                <a:extLst>
                  <a:ext uri="{FF2B5EF4-FFF2-40B4-BE49-F238E27FC236}">
                    <a16:creationId xmlns:a16="http://schemas.microsoft.com/office/drawing/2014/main" id="{B8CEE31B-D023-4317-9ABB-F219FCC2F193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570503" y="2107683"/>
                <a:ext cx="1104852" cy="3262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58" name="Cerneală 57">
                <a:extLst>
                  <a:ext uri="{FF2B5EF4-FFF2-40B4-BE49-F238E27FC236}">
                    <a16:creationId xmlns:a16="http://schemas.microsoft.com/office/drawing/2014/main" id="{71E97C3B-1B84-449D-85B6-0DF685BE50AC}"/>
                  </a:ext>
                </a:extLst>
              </p14:cNvPr>
              <p14:cNvContentPartPr/>
              <p14:nvPr/>
            </p14:nvContentPartPr>
            <p14:xfrm>
              <a:off x="6492069" y="2212105"/>
              <a:ext cx="488160" cy="207720"/>
            </p14:xfrm>
          </p:contentPart>
        </mc:Choice>
        <mc:Fallback xmlns="">
          <p:pic>
            <p:nvPicPr>
              <p:cNvPr id="58" name="Cerneală 57">
                <a:extLst>
                  <a:ext uri="{FF2B5EF4-FFF2-40B4-BE49-F238E27FC236}">
                    <a16:creationId xmlns:a16="http://schemas.microsoft.com/office/drawing/2014/main" id="{71E97C3B-1B84-449D-85B6-0DF685BE50AC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474082" y="2194105"/>
                <a:ext cx="523774" cy="24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59" name="Cerneală 58">
                <a:extLst>
                  <a:ext uri="{FF2B5EF4-FFF2-40B4-BE49-F238E27FC236}">
                    <a16:creationId xmlns:a16="http://schemas.microsoft.com/office/drawing/2014/main" id="{56624251-FB6B-489C-869B-25BD064776F3}"/>
                  </a:ext>
                </a:extLst>
              </p14:cNvPr>
              <p14:cNvContentPartPr/>
              <p14:nvPr/>
            </p14:nvContentPartPr>
            <p14:xfrm>
              <a:off x="4432149" y="2035345"/>
              <a:ext cx="652680" cy="14760"/>
            </p14:xfrm>
          </p:contentPart>
        </mc:Choice>
        <mc:Fallback xmlns="">
          <p:pic>
            <p:nvPicPr>
              <p:cNvPr id="59" name="Cerneală 58">
                <a:extLst>
                  <a:ext uri="{FF2B5EF4-FFF2-40B4-BE49-F238E27FC236}">
                    <a16:creationId xmlns:a16="http://schemas.microsoft.com/office/drawing/2014/main" id="{56624251-FB6B-489C-869B-25BD064776F3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414149" y="2017345"/>
                <a:ext cx="688320" cy="5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60" name="Cerneală 59">
                <a:extLst>
                  <a:ext uri="{FF2B5EF4-FFF2-40B4-BE49-F238E27FC236}">
                    <a16:creationId xmlns:a16="http://schemas.microsoft.com/office/drawing/2014/main" id="{87DEA1DC-0D7C-4C06-BCD1-F121EF692175}"/>
                  </a:ext>
                </a:extLst>
              </p14:cNvPr>
              <p14:cNvContentPartPr/>
              <p14:nvPr/>
            </p14:nvContentPartPr>
            <p14:xfrm>
              <a:off x="4609989" y="2155585"/>
              <a:ext cx="660240" cy="353520"/>
            </p14:xfrm>
          </p:contentPart>
        </mc:Choice>
        <mc:Fallback xmlns="">
          <p:pic>
            <p:nvPicPr>
              <p:cNvPr id="60" name="Cerneală 59">
                <a:extLst>
                  <a:ext uri="{FF2B5EF4-FFF2-40B4-BE49-F238E27FC236}">
                    <a16:creationId xmlns:a16="http://schemas.microsoft.com/office/drawing/2014/main" id="{87DEA1DC-0D7C-4C06-BCD1-F121EF692175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592359" y="2137927"/>
                <a:ext cx="695861" cy="38919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63" name="Cerneală 62">
                <a:extLst>
                  <a:ext uri="{FF2B5EF4-FFF2-40B4-BE49-F238E27FC236}">
                    <a16:creationId xmlns:a16="http://schemas.microsoft.com/office/drawing/2014/main" id="{DBF67071-EFDA-4EDA-AE5D-EE562663018A}"/>
                  </a:ext>
                </a:extLst>
              </p14:cNvPr>
              <p14:cNvContentPartPr/>
              <p14:nvPr/>
            </p14:nvContentPartPr>
            <p14:xfrm>
              <a:off x="7381989" y="1893865"/>
              <a:ext cx="2556000" cy="855000"/>
            </p14:xfrm>
          </p:contentPart>
        </mc:Choice>
        <mc:Fallback xmlns="">
          <p:pic>
            <p:nvPicPr>
              <p:cNvPr id="63" name="Cerneală 62">
                <a:extLst>
                  <a:ext uri="{FF2B5EF4-FFF2-40B4-BE49-F238E27FC236}">
                    <a16:creationId xmlns:a16="http://schemas.microsoft.com/office/drawing/2014/main" id="{DBF67071-EFDA-4EDA-AE5D-EE562663018A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364347" y="1875865"/>
                <a:ext cx="2591645" cy="890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50417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96" name="Cerneală 95">
                <a:extLst>
                  <a:ext uri="{FF2B5EF4-FFF2-40B4-BE49-F238E27FC236}">
                    <a16:creationId xmlns:a16="http://schemas.microsoft.com/office/drawing/2014/main" id="{147A49B0-5521-407F-B3EA-B15765011358}"/>
                  </a:ext>
                </a:extLst>
              </p14:cNvPr>
              <p14:cNvContentPartPr/>
              <p14:nvPr/>
            </p14:nvContentPartPr>
            <p14:xfrm>
              <a:off x="1317429" y="746185"/>
              <a:ext cx="9898200" cy="4947840"/>
            </p14:xfrm>
          </p:contentPart>
        </mc:Choice>
        <mc:Fallback xmlns="">
          <p:pic>
            <p:nvPicPr>
              <p:cNvPr id="96" name="Cerneală 95">
                <a:extLst>
                  <a:ext uri="{FF2B5EF4-FFF2-40B4-BE49-F238E27FC236}">
                    <a16:creationId xmlns:a16="http://schemas.microsoft.com/office/drawing/2014/main" id="{147A49B0-5521-407F-B3EA-B1576501135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99429" y="728185"/>
                <a:ext cx="9933840" cy="4983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848475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6C401569-7906-4795-A91E-0998C971A7D3}"/>
              </a:ext>
            </a:extLst>
          </p:cNvPr>
          <p:cNvSpPr/>
          <p:nvPr/>
        </p:nvSpPr>
        <p:spPr>
          <a:xfrm>
            <a:off x="975416" y="411513"/>
            <a:ext cx="10407326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00FF"/>
                </a:solidFill>
              </a:rPr>
              <a:t>Agenda</a:t>
            </a:r>
            <a:endParaRPr lang="ro-RO" sz="2800" b="1" dirty="0">
              <a:solidFill>
                <a:srgbClr val="0000FF"/>
              </a:solidFill>
            </a:endParaRPr>
          </a:p>
          <a:p>
            <a:pPr algn="ctr"/>
            <a:r>
              <a:rPr lang="ro-RO" sz="2800" b="1" dirty="0">
                <a:solidFill>
                  <a:srgbClr val="0000FF"/>
                </a:solidFill>
              </a:rPr>
              <a:t> </a:t>
            </a:r>
          </a:p>
          <a:p>
            <a:pPr marL="457200" indent="-457200">
              <a:buFontTx/>
              <a:buChar char="-"/>
            </a:pPr>
            <a:r>
              <a:rPr lang="ro-RO" sz="28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Numărătoare asincrone </a:t>
            </a:r>
            <a:r>
              <a:rPr lang="en-US" sz="28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(</a:t>
            </a:r>
            <a:r>
              <a:rPr lang="ro-RO" sz="28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continuare</a:t>
            </a:r>
            <a:r>
              <a:rPr lang="en-US" sz="28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)</a:t>
            </a:r>
            <a:r>
              <a:rPr lang="ro-RO" sz="28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;</a:t>
            </a:r>
          </a:p>
          <a:p>
            <a:pPr marL="1371600" lvl="2" indent="-457200">
              <a:buFontTx/>
              <a:buChar char="-"/>
            </a:pPr>
            <a:r>
              <a:rPr lang="en-US" sz="2800" b="1" dirty="0" err="1">
                <a:solidFill>
                  <a:schemeClr val="accent6">
                    <a:lumMod val="40000"/>
                    <a:lumOff val="60000"/>
                  </a:schemeClr>
                </a:solidFill>
              </a:rPr>
              <a:t>Extinderea</a:t>
            </a:r>
            <a:r>
              <a:rPr lang="en-US" sz="28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</a:t>
            </a:r>
            <a:r>
              <a:rPr lang="ro-RO" sz="28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capacitații de numărare</a:t>
            </a:r>
            <a:endParaRPr lang="en-US" sz="2800" b="1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marL="1371600" lvl="2" indent="-457200">
              <a:buFontTx/>
              <a:buChar char="-"/>
            </a:pPr>
            <a:r>
              <a:rPr lang="ro-RO" sz="28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Implementarea divizoarelor de frecvență cu factor fix</a:t>
            </a:r>
            <a:endParaRPr lang="en-US" sz="2800" b="1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lvl="2"/>
            <a:r>
              <a:rPr lang="ro-RO" sz="28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    (</a:t>
            </a:r>
            <a:r>
              <a:rPr lang="ro-RO" sz="2800" i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recapitulare</a:t>
            </a:r>
            <a:r>
              <a:rPr lang="ro-RO" sz="28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)</a:t>
            </a:r>
          </a:p>
          <a:p>
            <a:pPr marL="457200" indent="-457200">
              <a:buFontTx/>
              <a:buChar char="-"/>
            </a:pPr>
            <a:r>
              <a:rPr lang="ro-RO" sz="2800" b="1" dirty="0">
                <a:solidFill>
                  <a:srgbClr val="0000FF"/>
                </a:solidFill>
              </a:rPr>
              <a:t>Numărătoare sincrone</a:t>
            </a:r>
          </a:p>
          <a:p>
            <a:pPr marL="1371600" lvl="2" indent="-457200">
              <a:buFontTx/>
              <a:buChar char="-"/>
            </a:pPr>
            <a:r>
              <a:rPr lang="ro-RO" sz="28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Structură internă;</a:t>
            </a:r>
          </a:p>
          <a:p>
            <a:pPr marL="1371600" lvl="2" indent="-457200">
              <a:buFontTx/>
              <a:buChar char="-"/>
            </a:pPr>
            <a:r>
              <a:rPr lang="ro-RO" sz="28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Facilități suplimentare (</a:t>
            </a:r>
            <a:r>
              <a:rPr lang="ro-RO" sz="2800" i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validarea numărării; încărcare paralelă; semnalizare umplere/golire</a:t>
            </a:r>
            <a:r>
              <a:rPr lang="ro-RO" sz="28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);</a:t>
            </a:r>
          </a:p>
          <a:p>
            <a:pPr marL="1371600" lvl="2" indent="-457200">
              <a:buFontTx/>
              <a:buChar char="-"/>
            </a:pPr>
            <a:r>
              <a:rPr lang="ro-RO" sz="2800" b="1" dirty="0"/>
              <a:t>Exemple tipice de numărătoare sincrone;</a:t>
            </a:r>
          </a:p>
          <a:p>
            <a:pPr marL="1371600" lvl="2" indent="-457200">
              <a:buFontTx/>
              <a:buChar char="-"/>
            </a:pPr>
            <a:r>
              <a:rPr lang="ro-RO" sz="28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Extinderea capacității de numărare;</a:t>
            </a:r>
          </a:p>
        </p:txBody>
      </p:sp>
    </p:spTree>
    <p:extLst>
      <p:ext uri="{BB962C8B-B14F-4D97-AF65-F5344CB8AC3E}">
        <p14:creationId xmlns:p14="http://schemas.microsoft.com/office/powerpoint/2010/main" val="20338160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reptunghi 6">
            <a:extLst>
              <a:ext uri="{FF2B5EF4-FFF2-40B4-BE49-F238E27FC236}">
                <a16:creationId xmlns:a16="http://schemas.microsoft.com/office/drawing/2014/main" id="{BDC82CF2-ED3F-426D-B411-2F6013A954EB}"/>
              </a:ext>
            </a:extLst>
          </p:cNvPr>
          <p:cNvSpPr/>
          <p:nvPr/>
        </p:nvSpPr>
        <p:spPr>
          <a:xfrm>
            <a:off x="518221" y="228635"/>
            <a:ext cx="1033260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</a:rPr>
              <a:t>Num</a:t>
            </a:r>
            <a:r>
              <a:rPr lang="ro-RO" sz="2400" b="1" dirty="0" err="1">
                <a:solidFill>
                  <a:srgbClr val="0000FF"/>
                </a:solidFill>
              </a:rPr>
              <a:t>ărătoare</a:t>
            </a:r>
            <a:r>
              <a:rPr lang="ro-RO" sz="2400" b="1" dirty="0">
                <a:solidFill>
                  <a:srgbClr val="0000FF"/>
                </a:solidFill>
              </a:rPr>
              <a:t> binare sincrone – </a:t>
            </a:r>
            <a:r>
              <a:rPr lang="ro-RO" sz="2400" b="1" dirty="0">
                <a:solidFill>
                  <a:srgbClr val="FF0000"/>
                </a:solidFill>
              </a:rPr>
              <a:t>Exemple de circuite comerciale   </a:t>
            </a:r>
          </a:p>
        </p:txBody>
      </p:sp>
      <p:pic>
        <p:nvPicPr>
          <p:cNvPr id="2" name="Imagine 1">
            <a:extLst>
              <a:ext uri="{FF2B5EF4-FFF2-40B4-BE49-F238E27FC236}">
                <a16:creationId xmlns:a16="http://schemas.microsoft.com/office/drawing/2014/main" id="{7586C3B1-5ACD-453C-8064-A6184423F3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99" y="685830"/>
            <a:ext cx="9370613" cy="611352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1" name="Cerneală 10">
                <a:extLst>
                  <a:ext uri="{FF2B5EF4-FFF2-40B4-BE49-F238E27FC236}">
                    <a16:creationId xmlns:a16="http://schemas.microsoft.com/office/drawing/2014/main" id="{33C4C04A-BE92-4B15-AE09-4B579255C29D}"/>
                  </a:ext>
                </a:extLst>
              </p14:cNvPr>
              <p14:cNvContentPartPr/>
              <p14:nvPr/>
            </p14:nvContentPartPr>
            <p14:xfrm>
              <a:off x="9702189" y="1602265"/>
              <a:ext cx="187920" cy="642600"/>
            </p14:xfrm>
          </p:contentPart>
        </mc:Choice>
        <mc:Fallback xmlns="">
          <p:pic>
            <p:nvPicPr>
              <p:cNvPr id="11" name="Cerneală 10">
                <a:extLst>
                  <a:ext uri="{FF2B5EF4-FFF2-40B4-BE49-F238E27FC236}">
                    <a16:creationId xmlns:a16="http://schemas.microsoft.com/office/drawing/2014/main" id="{33C4C04A-BE92-4B15-AE09-4B579255C29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684189" y="1584625"/>
                <a:ext cx="223560" cy="67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6" name="Cerneală 15">
                <a:extLst>
                  <a:ext uri="{FF2B5EF4-FFF2-40B4-BE49-F238E27FC236}">
                    <a16:creationId xmlns:a16="http://schemas.microsoft.com/office/drawing/2014/main" id="{779D938D-18AC-4897-8619-449BCA333C3B}"/>
                  </a:ext>
                </a:extLst>
              </p14:cNvPr>
              <p14:cNvContentPartPr/>
              <p14:nvPr/>
            </p14:nvContentPartPr>
            <p14:xfrm>
              <a:off x="10168749" y="1664905"/>
              <a:ext cx="973800" cy="409320"/>
            </p14:xfrm>
          </p:contentPart>
        </mc:Choice>
        <mc:Fallback xmlns="">
          <p:pic>
            <p:nvPicPr>
              <p:cNvPr id="16" name="Cerneală 15">
                <a:extLst>
                  <a:ext uri="{FF2B5EF4-FFF2-40B4-BE49-F238E27FC236}">
                    <a16:creationId xmlns:a16="http://schemas.microsoft.com/office/drawing/2014/main" id="{779D938D-18AC-4897-8619-449BCA333C3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151109" y="1646905"/>
                <a:ext cx="1009440" cy="44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7" name="Cerneală 16">
                <a:extLst>
                  <a:ext uri="{FF2B5EF4-FFF2-40B4-BE49-F238E27FC236}">
                    <a16:creationId xmlns:a16="http://schemas.microsoft.com/office/drawing/2014/main" id="{1C29EB48-7EF2-489C-89A5-78487F6E1B40}"/>
                  </a:ext>
                </a:extLst>
              </p14:cNvPr>
              <p14:cNvContentPartPr/>
              <p14:nvPr/>
            </p14:nvContentPartPr>
            <p14:xfrm>
              <a:off x="9109989" y="1983145"/>
              <a:ext cx="408600" cy="212040"/>
            </p14:xfrm>
          </p:contentPart>
        </mc:Choice>
        <mc:Fallback xmlns="">
          <p:pic>
            <p:nvPicPr>
              <p:cNvPr id="17" name="Cerneală 16">
                <a:extLst>
                  <a:ext uri="{FF2B5EF4-FFF2-40B4-BE49-F238E27FC236}">
                    <a16:creationId xmlns:a16="http://schemas.microsoft.com/office/drawing/2014/main" id="{1C29EB48-7EF2-489C-89A5-78487F6E1B4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092333" y="1965145"/>
                <a:ext cx="444271" cy="24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8" name="Cerneală 17">
                <a:extLst>
                  <a:ext uri="{FF2B5EF4-FFF2-40B4-BE49-F238E27FC236}">
                    <a16:creationId xmlns:a16="http://schemas.microsoft.com/office/drawing/2014/main" id="{C72A83E1-7626-453C-A8C3-6EF398F95DAA}"/>
                  </a:ext>
                </a:extLst>
              </p14:cNvPr>
              <p14:cNvContentPartPr/>
              <p14:nvPr/>
            </p14:nvContentPartPr>
            <p14:xfrm>
              <a:off x="9211149" y="1655905"/>
              <a:ext cx="342000" cy="252360"/>
            </p14:xfrm>
          </p:contentPart>
        </mc:Choice>
        <mc:Fallback xmlns="">
          <p:pic>
            <p:nvPicPr>
              <p:cNvPr id="18" name="Cerneală 17">
                <a:extLst>
                  <a:ext uri="{FF2B5EF4-FFF2-40B4-BE49-F238E27FC236}">
                    <a16:creationId xmlns:a16="http://schemas.microsoft.com/office/drawing/2014/main" id="{C72A83E1-7626-453C-A8C3-6EF398F95DA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193509" y="1638265"/>
                <a:ext cx="37764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9" name="Cerneală 18">
                <a:extLst>
                  <a:ext uri="{FF2B5EF4-FFF2-40B4-BE49-F238E27FC236}">
                    <a16:creationId xmlns:a16="http://schemas.microsoft.com/office/drawing/2014/main" id="{71376D7F-00B1-4F7E-8C6D-F4F23F692480}"/>
                  </a:ext>
                </a:extLst>
              </p14:cNvPr>
              <p14:cNvContentPartPr/>
              <p14:nvPr/>
            </p14:nvContentPartPr>
            <p14:xfrm>
              <a:off x="9535869" y="900265"/>
              <a:ext cx="37080" cy="216360"/>
            </p14:xfrm>
          </p:contentPart>
        </mc:Choice>
        <mc:Fallback xmlns="">
          <p:pic>
            <p:nvPicPr>
              <p:cNvPr id="19" name="Cerneală 18">
                <a:extLst>
                  <a:ext uri="{FF2B5EF4-FFF2-40B4-BE49-F238E27FC236}">
                    <a16:creationId xmlns:a16="http://schemas.microsoft.com/office/drawing/2014/main" id="{71376D7F-00B1-4F7E-8C6D-F4F23F692480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517869" y="882625"/>
                <a:ext cx="7272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0" name="Cerneală 19">
                <a:extLst>
                  <a:ext uri="{FF2B5EF4-FFF2-40B4-BE49-F238E27FC236}">
                    <a16:creationId xmlns:a16="http://schemas.microsoft.com/office/drawing/2014/main" id="{CDC86340-E362-4C16-B497-BA4906C943B8}"/>
                  </a:ext>
                </a:extLst>
              </p14:cNvPr>
              <p14:cNvContentPartPr/>
              <p14:nvPr/>
            </p14:nvContentPartPr>
            <p14:xfrm>
              <a:off x="9658269" y="899545"/>
              <a:ext cx="87120" cy="240120"/>
            </p14:xfrm>
          </p:contentPart>
        </mc:Choice>
        <mc:Fallback xmlns="">
          <p:pic>
            <p:nvPicPr>
              <p:cNvPr id="20" name="Cerneală 19">
                <a:extLst>
                  <a:ext uri="{FF2B5EF4-FFF2-40B4-BE49-F238E27FC236}">
                    <a16:creationId xmlns:a16="http://schemas.microsoft.com/office/drawing/2014/main" id="{CDC86340-E362-4C16-B497-BA4906C943B8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9640629" y="881905"/>
                <a:ext cx="122760" cy="27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1" name="Cerneală 20">
                <a:extLst>
                  <a:ext uri="{FF2B5EF4-FFF2-40B4-BE49-F238E27FC236}">
                    <a16:creationId xmlns:a16="http://schemas.microsoft.com/office/drawing/2014/main" id="{9967133B-505A-4F52-8647-83119E6D36CB}"/>
                  </a:ext>
                </a:extLst>
              </p14:cNvPr>
              <p14:cNvContentPartPr/>
              <p14:nvPr/>
            </p14:nvContentPartPr>
            <p14:xfrm>
              <a:off x="9837189" y="967225"/>
              <a:ext cx="160200" cy="149400"/>
            </p14:xfrm>
          </p:contentPart>
        </mc:Choice>
        <mc:Fallback xmlns="">
          <p:pic>
            <p:nvPicPr>
              <p:cNvPr id="21" name="Cerneală 20">
                <a:extLst>
                  <a:ext uri="{FF2B5EF4-FFF2-40B4-BE49-F238E27FC236}">
                    <a16:creationId xmlns:a16="http://schemas.microsoft.com/office/drawing/2014/main" id="{9967133B-505A-4F52-8647-83119E6D36CB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9819549" y="949585"/>
                <a:ext cx="195840" cy="18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2" name="Cerneală 21">
                <a:extLst>
                  <a:ext uri="{FF2B5EF4-FFF2-40B4-BE49-F238E27FC236}">
                    <a16:creationId xmlns:a16="http://schemas.microsoft.com/office/drawing/2014/main" id="{762535E6-7463-4D14-B63D-FD4C1D51B2A4}"/>
                  </a:ext>
                </a:extLst>
              </p14:cNvPr>
              <p14:cNvContentPartPr/>
              <p14:nvPr/>
            </p14:nvContentPartPr>
            <p14:xfrm>
              <a:off x="9499869" y="437305"/>
              <a:ext cx="52920" cy="212400"/>
            </p14:xfrm>
          </p:contentPart>
        </mc:Choice>
        <mc:Fallback xmlns="">
          <p:pic>
            <p:nvPicPr>
              <p:cNvPr id="22" name="Cerneală 21">
                <a:extLst>
                  <a:ext uri="{FF2B5EF4-FFF2-40B4-BE49-F238E27FC236}">
                    <a16:creationId xmlns:a16="http://schemas.microsoft.com/office/drawing/2014/main" id="{762535E6-7463-4D14-B63D-FD4C1D51B2A4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9481869" y="419305"/>
                <a:ext cx="88560" cy="24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5" name="Cerneală 24">
                <a:extLst>
                  <a:ext uri="{FF2B5EF4-FFF2-40B4-BE49-F238E27FC236}">
                    <a16:creationId xmlns:a16="http://schemas.microsoft.com/office/drawing/2014/main" id="{BA7C6DC4-C608-4B87-93C0-1011477F8A86}"/>
                  </a:ext>
                </a:extLst>
              </p14:cNvPr>
              <p14:cNvContentPartPr/>
              <p14:nvPr/>
            </p14:nvContentPartPr>
            <p14:xfrm>
              <a:off x="10125549" y="445225"/>
              <a:ext cx="191880" cy="650160"/>
            </p14:xfrm>
          </p:contentPart>
        </mc:Choice>
        <mc:Fallback xmlns="">
          <p:pic>
            <p:nvPicPr>
              <p:cNvPr id="25" name="Cerneală 24">
                <a:extLst>
                  <a:ext uri="{FF2B5EF4-FFF2-40B4-BE49-F238E27FC236}">
                    <a16:creationId xmlns:a16="http://schemas.microsoft.com/office/drawing/2014/main" id="{BA7C6DC4-C608-4B87-93C0-1011477F8A86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0107549" y="427585"/>
                <a:ext cx="227520" cy="68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26" name="Cerneală 25">
                <a:extLst>
                  <a:ext uri="{FF2B5EF4-FFF2-40B4-BE49-F238E27FC236}">
                    <a16:creationId xmlns:a16="http://schemas.microsoft.com/office/drawing/2014/main" id="{EA515F12-E2BD-464A-8089-EF8503956C86}"/>
                  </a:ext>
                </a:extLst>
              </p14:cNvPr>
              <p14:cNvContentPartPr/>
              <p14:nvPr/>
            </p14:nvContentPartPr>
            <p14:xfrm>
              <a:off x="9673749" y="423265"/>
              <a:ext cx="321840" cy="242640"/>
            </p14:xfrm>
          </p:contentPart>
        </mc:Choice>
        <mc:Fallback xmlns="">
          <p:pic>
            <p:nvPicPr>
              <p:cNvPr id="26" name="Cerneală 25">
                <a:extLst>
                  <a:ext uri="{FF2B5EF4-FFF2-40B4-BE49-F238E27FC236}">
                    <a16:creationId xmlns:a16="http://schemas.microsoft.com/office/drawing/2014/main" id="{EA515F12-E2BD-464A-8089-EF8503956C86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9656109" y="405625"/>
                <a:ext cx="357480" cy="27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29" name="Cerneală 28">
                <a:extLst>
                  <a:ext uri="{FF2B5EF4-FFF2-40B4-BE49-F238E27FC236}">
                    <a16:creationId xmlns:a16="http://schemas.microsoft.com/office/drawing/2014/main" id="{533F03A8-DE37-4522-BAEA-C02469DA251E}"/>
                  </a:ext>
                </a:extLst>
              </p14:cNvPr>
              <p14:cNvContentPartPr/>
              <p14:nvPr/>
            </p14:nvContentPartPr>
            <p14:xfrm>
              <a:off x="10731789" y="718825"/>
              <a:ext cx="668160" cy="328680"/>
            </p14:xfrm>
          </p:contentPart>
        </mc:Choice>
        <mc:Fallback xmlns="">
          <p:pic>
            <p:nvPicPr>
              <p:cNvPr id="29" name="Cerneală 28">
                <a:extLst>
                  <a:ext uri="{FF2B5EF4-FFF2-40B4-BE49-F238E27FC236}">
                    <a16:creationId xmlns:a16="http://schemas.microsoft.com/office/drawing/2014/main" id="{533F03A8-DE37-4522-BAEA-C02469DA251E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0713789" y="700845"/>
                <a:ext cx="703800" cy="36428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36" name="Cerneală 35">
                <a:extLst>
                  <a:ext uri="{FF2B5EF4-FFF2-40B4-BE49-F238E27FC236}">
                    <a16:creationId xmlns:a16="http://schemas.microsoft.com/office/drawing/2014/main" id="{562A7FBB-8578-45CB-A27F-3D2489B104C7}"/>
                  </a:ext>
                </a:extLst>
              </p14:cNvPr>
              <p14:cNvContentPartPr/>
              <p14:nvPr/>
            </p14:nvContentPartPr>
            <p14:xfrm>
              <a:off x="3362949" y="3892945"/>
              <a:ext cx="1572480" cy="1286280"/>
            </p14:xfrm>
          </p:contentPart>
        </mc:Choice>
        <mc:Fallback xmlns="">
          <p:pic>
            <p:nvPicPr>
              <p:cNvPr id="36" name="Cerneală 35">
                <a:extLst>
                  <a:ext uri="{FF2B5EF4-FFF2-40B4-BE49-F238E27FC236}">
                    <a16:creationId xmlns:a16="http://schemas.microsoft.com/office/drawing/2014/main" id="{562A7FBB-8578-45CB-A27F-3D2489B104C7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3345309" y="3874945"/>
                <a:ext cx="1608120" cy="1321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732668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reptunghi 6">
            <a:extLst>
              <a:ext uri="{FF2B5EF4-FFF2-40B4-BE49-F238E27FC236}">
                <a16:creationId xmlns:a16="http://schemas.microsoft.com/office/drawing/2014/main" id="{BDC82CF2-ED3F-426D-B411-2F6013A954EB}"/>
              </a:ext>
            </a:extLst>
          </p:cNvPr>
          <p:cNvSpPr/>
          <p:nvPr/>
        </p:nvSpPr>
        <p:spPr>
          <a:xfrm>
            <a:off x="518221" y="228635"/>
            <a:ext cx="1033260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</a:rPr>
              <a:t>Num</a:t>
            </a:r>
            <a:r>
              <a:rPr lang="ro-RO" sz="2400" b="1" dirty="0" err="1">
                <a:solidFill>
                  <a:srgbClr val="0000FF"/>
                </a:solidFill>
              </a:rPr>
              <a:t>ărătoare</a:t>
            </a:r>
            <a:r>
              <a:rPr lang="ro-RO" sz="2400" b="1" dirty="0">
                <a:solidFill>
                  <a:srgbClr val="0000FF"/>
                </a:solidFill>
              </a:rPr>
              <a:t> binare sincrone – </a:t>
            </a:r>
            <a:r>
              <a:rPr lang="ro-RO" sz="2400" b="1" dirty="0">
                <a:solidFill>
                  <a:srgbClr val="FF0000"/>
                </a:solidFill>
              </a:rPr>
              <a:t>Exemple de circuite comerciale   </a:t>
            </a:r>
          </a:p>
        </p:txBody>
      </p:sp>
      <p:pic>
        <p:nvPicPr>
          <p:cNvPr id="2" name="Imagine 1">
            <a:extLst>
              <a:ext uri="{FF2B5EF4-FFF2-40B4-BE49-F238E27FC236}">
                <a16:creationId xmlns:a16="http://schemas.microsoft.com/office/drawing/2014/main" id="{970929D1-9474-47A9-987E-C9FE59C054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60" y="685830"/>
            <a:ext cx="9509656" cy="5906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1179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reptunghi 6">
            <a:extLst>
              <a:ext uri="{FF2B5EF4-FFF2-40B4-BE49-F238E27FC236}">
                <a16:creationId xmlns:a16="http://schemas.microsoft.com/office/drawing/2014/main" id="{BDC82CF2-ED3F-426D-B411-2F6013A954EB}"/>
              </a:ext>
            </a:extLst>
          </p:cNvPr>
          <p:cNvSpPr/>
          <p:nvPr/>
        </p:nvSpPr>
        <p:spPr>
          <a:xfrm>
            <a:off x="518221" y="228635"/>
            <a:ext cx="1033260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</a:rPr>
              <a:t>Num</a:t>
            </a:r>
            <a:r>
              <a:rPr lang="ro-RO" sz="2400" b="1" dirty="0" err="1">
                <a:solidFill>
                  <a:srgbClr val="0000FF"/>
                </a:solidFill>
              </a:rPr>
              <a:t>ărătoare</a:t>
            </a:r>
            <a:r>
              <a:rPr lang="ro-RO" sz="2400" b="1" dirty="0">
                <a:solidFill>
                  <a:srgbClr val="0000FF"/>
                </a:solidFill>
              </a:rPr>
              <a:t> binare sincrone – </a:t>
            </a:r>
            <a:r>
              <a:rPr lang="ro-RO" sz="2400" b="1" dirty="0">
                <a:solidFill>
                  <a:srgbClr val="FF0000"/>
                </a:solidFill>
              </a:rPr>
              <a:t>Exemple de circuite comerciale   </a:t>
            </a:r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id="{5668C6B6-2E2E-48EE-9BC0-BC131C2C8F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43" y="777269"/>
            <a:ext cx="11673779" cy="4710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1731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reptunghi 6">
            <a:extLst>
              <a:ext uri="{FF2B5EF4-FFF2-40B4-BE49-F238E27FC236}">
                <a16:creationId xmlns:a16="http://schemas.microsoft.com/office/drawing/2014/main" id="{BDC82CF2-ED3F-426D-B411-2F6013A954EB}"/>
              </a:ext>
            </a:extLst>
          </p:cNvPr>
          <p:cNvSpPr/>
          <p:nvPr/>
        </p:nvSpPr>
        <p:spPr>
          <a:xfrm>
            <a:off x="518221" y="228635"/>
            <a:ext cx="1033260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</a:rPr>
              <a:t>Num</a:t>
            </a:r>
            <a:r>
              <a:rPr lang="ro-RO" sz="2400" b="1" dirty="0" err="1">
                <a:solidFill>
                  <a:srgbClr val="0000FF"/>
                </a:solidFill>
              </a:rPr>
              <a:t>ărătoare</a:t>
            </a:r>
            <a:r>
              <a:rPr lang="ro-RO" sz="2400" b="1" dirty="0">
                <a:solidFill>
                  <a:srgbClr val="0000FF"/>
                </a:solidFill>
              </a:rPr>
              <a:t> binare sincrone – </a:t>
            </a:r>
            <a:r>
              <a:rPr lang="ro-RO" sz="2400" b="1" dirty="0">
                <a:solidFill>
                  <a:srgbClr val="FF0000"/>
                </a:solidFill>
              </a:rPr>
              <a:t>Exemple de circuite comerciale   </a:t>
            </a:r>
          </a:p>
        </p:txBody>
      </p:sp>
      <p:pic>
        <p:nvPicPr>
          <p:cNvPr id="2" name="Imagine 1">
            <a:extLst>
              <a:ext uri="{FF2B5EF4-FFF2-40B4-BE49-F238E27FC236}">
                <a16:creationId xmlns:a16="http://schemas.microsoft.com/office/drawing/2014/main" id="{2FE582AA-8C60-4C6D-A75C-ACB35ECD46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904" y="685830"/>
            <a:ext cx="11582405" cy="696410"/>
          </a:xfrm>
          <a:prstGeom prst="rect">
            <a:avLst/>
          </a:prstGeom>
        </p:spPr>
      </p:pic>
      <p:pic>
        <p:nvPicPr>
          <p:cNvPr id="3" name="Imagine 2">
            <a:extLst>
              <a:ext uri="{FF2B5EF4-FFF2-40B4-BE49-F238E27FC236}">
                <a16:creationId xmlns:a16="http://schemas.microsoft.com/office/drawing/2014/main" id="{EDC639CC-2FF2-4143-8242-02815FE0B7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904" y="1508781"/>
            <a:ext cx="10210755" cy="5296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547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reptunghi 6">
            <a:extLst>
              <a:ext uri="{FF2B5EF4-FFF2-40B4-BE49-F238E27FC236}">
                <a16:creationId xmlns:a16="http://schemas.microsoft.com/office/drawing/2014/main" id="{BDC82CF2-ED3F-426D-B411-2F6013A954EB}"/>
              </a:ext>
            </a:extLst>
          </p:cNvPr>
          <p:cNvSpPr/>
          <p:nvPr/>
        </p:nvSpPr>
        <p:spPr>
          <a:xfrm>
            <a:off x="518221" y="228635"/>
            <a:ext cx="1033260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</a:rPr>
              <a:t>Num</a:t>
            </a:r>
            <a:r>
              <a:rPr lang="ro-RO" sz="2400" b="1" dirty="0" err="1">
                <a:solidFill>
                  <a:srgbClr val="0000FF"/>
                </a:solidFill>
              </a:rPr>
              <a:t>ărătoare</a:t>
            </a:r>
            <a:r>
              <a:rPr lang="ro-RO" sz="2400" b="1" dirty="0">
                <a:solidFill>
                  <a:srgbClr val="0000FF"/>
                </a:solidFill>
              </a:rPr>
              <a:t> binare sincrone – </a:t>
            </a:r>
            <a:r>
              <a:rPr lang="ro-RO" sz="2400" b="1" dirty="0">
                <a:solidFill>
                  <a:srgbClr val="FF0000"/>
                </a:solidFill>
              </a:rPr>
              <a:t>Exemple de circuite comerciale   </a:t>
            </a:r>
          </a:p>
        </p:txBody>
      </p:sp>
      <p:pic>
        <p:nvPicPr>
          <p:cNvPr id="2" name="Imagine 1">
            <a:extLst>
              <a:ext uri="{FF2B5EF4-FFF2-40B4-BE49-F238E27FC236}">
                <a16:creationId xmlns:a16="http://schemas.microsoft.com/office/drawing/2014/main" id="{66FD825F-B897-499F-A28A-6418C22A73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82" y="777269"/>
            <a:ext cx="11406127" cy="581776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3" name="Cerneală 12">
                <a:extLst>
                  <a:ext uri="{FF2B5EF4-FFF2-40B4-BE49-F238E27FC236}">
                    <a16:creationId xmlns:a16="http://schemas.microsoft.com/office/drawing/2014/main" id="{FDAD7224-067F-4D75-8842-904CCFF85B35}"/>
                  </a:ext>
                </a:extLst>
              </p14:cNvPr>
              <p14:cNvContentPartPr/>
              <p14:nvPr/>
            </p14:nvContentPartPr>
            <p14:xfrm>
              <a:off x="1631349" y="3427465"/>
              <a:ext cx="7681680" cy="2709000"/>
            </p14:xfrm>
          </p:contentPart>
        </mc:Choice>
        <mc:Fallback xmlns="">
          <p:pic>
            <p:nvPicPr>
              <p:cNvPr id="13" name="Cerneală 12">
                <a:extLst>
                  <a:ext uri="{FF2B5EF4-FFF2-40B4-BE49-F238E27FC236}">
                    <a16:creationId xmlns:a16="http://schemas.microsoft.com/office/drawing/2014/main" id="{FDAD7224-067F-4D75-8842-904CCFF85B3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13349" y="3409465"/>
                <a:ext cx="7717320" cy="274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7" name="Cerneală 16">
                <a:extLst>
                  <a:ext uri="{FF2B5EF4-FFF2-40B4-BE49-F238E27FC236}">
                    <a16:creationId xmlns:a16="http://schemas.microsoft.com/office/drawing/2014/main" id="{B9AE489E-5C2A-4ED7-ACBD-E56B49BDD45E}"/>
                  </a:ext>
                </a:extLst>
              </p14:cNvPr>
              <p14:cNvContentPartPr/>
              <p14:nvPr/>
            </p14:nvContentPartPr>
            <p14:xfrm>
              <a:off x="9350469" y="153625"/>
              <a:ext cx="413640" cy="36000"/>
            </p14:xfrm>
          </p:contentPart>
        </mc:Choice>
        <mc:Fallback xmlns="">
          <p:pic>
            <p:nvPicPr>
              <p:cNvPr id="17" name="Cerneală 16">
                <a:extLst>
                  <a:ext uri="{FF2B5EF4-FFF2-40B4-BE49-F238E27FC236}">
                    <a16:creationId xmlns:a16="http://schemas.microsoft.com/office/drawing/2014/main" id="{B9AE489E-5C2A-4ED7-ACBD-E56B49BDD45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332829" y="135985"/>
                <a:ext cx="449280" cy="7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0" name="Cerneală 19">
                <a:extLst>
                  <a:ext uri="{FF2B5EF4-FFF2-40B4-BE49-F238E27FC236}">
                    <a16:creationId xmlns:a16="http://schemas.microsoft.com/office/drawing/2014/main" id="{3DD6CCD9-91F0-4772-9A1B-CA6E5D89EFC2}"/>
                  </a:ext>
                </a:extLst>
              </p14:cNvPr>
              <p14:cNvContentPartPr/>
              <p14:nvPr/>
            </p14:nvContentPartPr>
            <p14:xfrm>
              <a:off x="10476909" y="252625"/>
              <a:ext cx="967680" cy="351360"/>
            </p14:xfrm>
          </p:contentPart>
        </mc:Choice>
        <mc:Fallback xmlns="">
          <p:pic>
            <p:nvPicPr>
              <p:cNvPr id="20" name="Cerneală 19">
                <a:extLst>
                  <a:ext uri="{FF2B5EF4-FFF2-40B4-BE49-F238E27FC236}">
                    <a16:creationId xmlns:a16="http://schemas.microsoft.com/office/drawing/2014/main" id="{3DD6CCD9-91F0-4772-9A1B-CA6E5D89EFC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458909" y="234985"/>
                <a:ext cx="1003320" cy="38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1" name="Cerneală 20">
                <a:extLst>
                  <a:ext uri="{FF2B5EF4-FFF2-40B4-BE49-F238E27FC236}">
                    <a16:creationId xmlns:a16="http://schemas.microsoft.com/office/drawing/2014/main" id="{44C2DF1F-B667-458D-B5C8-E0A66210EEBA}"/>
                  </a:ext>
                </a:extLst>
              </p14:cNvPr>
              <p14:cNvContentPartPr/>
              <p14:nvPr/>
            </p14:nvContentPartPr>
            <p14:xfrm>
              <a:off x="10000269" y="355585"/>
              <a:ext cx="225360" cy="65880"/>
            </p14:xfrm>
          </p:contentPart>
        </mc:Choice>
        <mc:Fallback xmlns="">
          <p:pic>
            <p:nvPicPr>
              <p:cNvPr id="21" name="Cerneală 20">
                <a:extLst>
                  <a:ext uri="{FF2B5EF4-FFF2-40B4-BE49-F238E27FC236}">
                    <a16:creationId xmlns:a16="http://schemas.microsoft.com/office/drawing/2014/main" id="{44C2DF1F-B667-458D-B5C8-E0A66210EEB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982629" y="337945"/>
                <a:ext cx="261000" cy="10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2" name="Cerneală 21">
                <a:extLst>
                  <a:ext uri="{FF2B5EF4-FFF2-40B4-BE49-F238E27FC236}">
                    <a16:creationId xmlns:a16="http://schemas.microsoft.com/office/drawing/2014/main" id="{6D1E81AF-1EE3-4634-A0DC-0A381A040DAA}"/>
                  </a:ext>
                </a:extLst>
              </p14:cNvPr>
              <p14:cNvContentPartPr/>
              <p14:nvPr/>
            </p14:nvContentPartPr>
            <p14:xfrm>
              <a:off x="9446949" y="253705"/>
              <a:ext cx="353520" cy="248400"/>
            </p14:xfrm>
          </p:contentPart>
        </mc:Choice>
        <mc:Fallback xmlns="">
          <p:pic>
            <p:nvPicPr>
              <p:cNvPr id="22" name="Cerneală 21">
                <a:extLst>
                  <a:ext uri="{FF2B5EF4-FFF2-40B4-BE49-F238E27FC236}">
                    <a16:creationId xmlns:a16="http://schemas.microsoft.com/office/drawing/2014/main" id="{6D1E81AF-1EE3-4634-A0DC-0A381A040DAA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429309" y="236065"/>
                <a:ext cx="389160" cy="284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2229017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6C401569-7906-4795-A91E-0998C971A7D3}"/>
              </a:ext>
            </a:extLst>
          </p:cNvPr>
          <p:cNvSpPr/>
          <p:nvPr/>
        </p:nvSpPr>
        <p:spPr>
          <a:xfrm>
            <a:off x="975416" y="411513"/>
            <a:ext cx="10407326" cy="6124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00FF"/>
                </a:solidFill>
              </a:rPr>
              <a:t>Agenda</a:t>
            </a:r>
            <a:endParaRPr lang="ro-RO" sz="2800" b="1" dirty="0">
              <a:solidFill>
                <a:srgbClr val="0000FF"/>
              </a:solidFill>
            </a:endParaRPr>
          </a:p>
          <a:p>
            <a:pPr algn="ctr"/>
            <a:r>
              <a:rPr lang="ro-RO" sz="2800" b="1" dirty="0">
                <a:solidFill>
                  <a:srgbClr val="0000FF"/>
                </a:solidFill>
              </a:rPr>
              <a:t> </a:t>
            </a:r>
          </a:p>
          <a:p>
            <a:pPr marL="457200" indent="-457200">
              <a:buFontTx/>
              <a:buChar char="-"/>
            </a:pPr>
            <a:r>
              <a:rPr lang="ro-RO" sz="28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Numărătoare asincrone </a:t>
            </a:r>
            <a:r>
              <a:rPr lang="en-US" sz="28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(</a:t>
            </a:r>
            <a:r>
              <a:rPr lang="ro-RO" sz="28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continuare</a:t>
            </a:r>
            <a:r>
              <a:rPr lang="en-US" sz="28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)</a:t>
            </a:r>
            <a:r>
              <a:rPr lang="ro-RO" sz="28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;</a:t>
            </a:r>
          </a:p>
          <a:p>
            <a:pPr marL="1371600" lvl="2" indent="-457200">
              <a:buFontTx/>
              <a:buChar char="-"/>
            </a:pPr>
            <a:r>
              <a:rPr lang="en-US" sz="2800" b="1" dirty="0" err="1">
                <a:solidFill>
                  <a:schemeClr val="accent6">
                    <a:lumMod val="40000"/>
                    <a:lumOff val="60000"/>
                  </a:schemeClr>
                </a:solidFill>
              </a:rPr>
              <a:t>Extinderea</a:t>
            </a:r>
            <a:r>
              <a:rPr lang="en-US" sz="28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</a:t>
            </a:r>
            <a:r>
              <a:rPr lang="ro-RO" sz="28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capacitații de numărare</a:t>
            </a:r>
            <a:endParaRPr lang="en-US" sz="2800" b="1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marL="1371600" lvl="2" indent="-457200">
              <a:buFontTx/>
              <a:buChar char="-"/>
            </a:pPr>
            <a:r>
              <a:rPr lang="ro-RO" sz="28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Implementarea divizoarelor de frecvență cu factor fix</a:t>
            </a:r>
            <a:endParaRPr lang="en-US" sz="2800" b="1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lvl="2"/>
            <a:r>
              <a:rPr lang="ro-RO" sz="28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    (</a:t>
            </a:r>
            <a:r>
              <a:rPr lang="ro-RO" sz="2800" i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recapitulare</a:t>
            </a:r>
            <a:r>
              <a:rPr lang="ro-RO" sz="28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)</a:t>
            </a:r>
          </a:p>
          <a:p>
            <a:pPr marL="457200" indent="-457200">
              <a:buFontTx/>
              <a:buChar char="-"/>
            </a:pPr>
            <a:r>
              <a:rPr lang="ro-RO" sz="2800" b="1" dirty="0">
                <a:solidFill>
                  <a:srgbClr val="0000FF"/>
                </a:solidFill>
              </a:rPr>
              <a:t>Numărătoare sincrone</a:t>
            </a:r>
          </a:p>
          <a:p>
            <a:pPr marL="1371600" lvl="2" indent="-457200">
              <a:buFontTx/>
              <a:buChar char="-"/>
            </a:pPr>
            <a:r>
              <a:rPr lang="ro-RO" sz="28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Structură internă;</a:t>
            </a:r>
          </a:p>
          <a:p>
            <a:pPr marL="1371600" lvl="2" indent="-457200">
              <a:buFontTx/>
              <a:buChar char="-"/>
            </a:pPr>
            <a:r>
              <a:rPr lang="ro-RO" sz="28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Facilități suplimentare (</a:t>
            </a:r>
            <a:r>
              <a:rPr lang="ro-RO" sz="2800" i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validarea numărării; încărcare paralelă; semnalizare umplere/golire</a:t>
            </a:r>
            <a:r>
              <a:rPr lang="ro-RO" sz="28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);</a:t>
            </a:r>
          </a:p>
          <a:p>
            <a:pPr marL="1371600" lvl="2" indent="-457200">
              <a:buFontTx/>
              <a:buChar char="-"/>
            </a:pPr>
            <a:r>
              <a:rPr lang="ro-RO" sz="28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Exemple tipice de numărătoare sincrone;</a:t>
            </a:r>
          </a:p>
          <a:p>
            <a:pPr marL="1371600" lvl="2" indent="-457200">
              <a:buFontTx/>
              <a:buChar char="-"/>
            </a:pPr>
            <a:r>
              <a:rPr lang="ro-RO" sz="2800" b="1" dirty="0"/>
              <a:t>Extinderea capacității de numărare;</a:t>
            </a:r>
          </a:p>
          <a:p>
            <a:pPr marL="1371600" lvl="2" indent="-457200">
              <a:buFontTx/>
              <a:buChar char="-"/>
            </a:pPr>
            <a:r>
              <a:rPr lang="ro-RO" sz="28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Implementarea divizoarelor de frecvență cu factor programabil</a:t>
            </a:r>
          </a:p>
        </p:txBody>
      </p:sp>
    </p:spTree>
    <p:extLst>
      <p:ext uri="{BB962C8B-B14F-4D97-AF65-F5344CB8AC3E}">
        <p14:creationId xmlns:p14="http://schemas.microsoft.com/office/powerpoint/2010/main" val="105007770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reptunghi 6">
            <a:extLst>
              <a:ext uri="{FF2B5EF4-FFF2-40B4-BE49-F238E27FC236}">
                <a16:creationId xmlns:a16="http://schemas.microsoft.com/office/drawing/2014/main" id="{BDC82CF2-ED3F-426D-B411-2F6013A954EB}"/>
              </a:ext>
            </a:extLst>
          </p:cNvPr>
          <p:cNvSpPr/>
          <p:nvPr/>
        </p:nvSpPr>
        <p:spPr>
          <a:xfrm>
            <a:off x="518221" y="228635"/>
            <a:ext cx="1033260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</a:rPr>
              <a:t>Num</a:t>
            </a:r>
            <a:r>
              <a:rPr lang="ro-RO" sz="2400" b="1" dirty="0" err="1">
                <a:solidFill>
                  <a:srgbClr val="0000FF"/>
                </a:solidFill>
              </a:rPr>
              <a:t>ărătoare</a:t>
            </a:r>
            <a:r>
              <a:rPr lang="ro-RO" sz="2400" b="1" dirty="0">
                <a:solidFill>
                  <a:srgbClr val="0000FF"/>
                </a:solidFill>
              </a:rPr>
              <a:t> binare sincrone – </a:t>
            </a:r>
            <a:r>
              <a:rPr lang="ro-RO" sz="2400" b="1" dirty="0">
                <a:solidFill>
                  <a:srgbClr val="FF0000"/>
                </a:solidFill>
              </a:rPr>
              <a:t>Extinderea capacității de </a:t>
            </a:r>
            <a:r>
              <a:rPr lang="ro-RO" sz="2400" b="1" dirty="0" err="1">
                <a:solidFill>
                  <a:srgbClr val="FF0000"/>
                </a:solidFill>
              </a:rPr>
              <a:t>numărăare</a:t>
            </a:r>
            <a:r>
              <a:rPr lang="ro-RO" sz="2400" b="1" dirty="0">
                <a:solidFill>
                  <a:srgbClr val="FF0000"/>
                </a:solidFill>
              </a:rPr>
              <a:t>    </a:t>
            </a:r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EB069C9F-1576-4D09-9F03-CE6B82BA8B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60" y="685830"/>
            <a:ext cx="10529071" cy="606067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Cerneală 4">
                <a:extLst>
                  <a:ext uri="{FF2B5EF4-FFF2-40B4-BE49-F238E27FC236}">
                    <a16:creationId xmlns:a16="http://schemas.microsoft.com/office/drawing/2014/main" id="{364CBD46-2728-40E3-9A18-73850181AFB0}"/>
                  </a:ext>
                </a:extLst>
              </p14:cNvPr>
              <p14:cNvContentPartPr/>
              <p14:nvPr/>
            </p14:nvContentPartPr>
            <p14:xfrm>
              <a:off x="3858309" y="2857585"/>
              <a:ext cx="1263240" cy="751680"/>
            </p14:xfrm>
          </p:contentPart>
        </mc:Choice>
        <mc:Fallback xmlns="">
          <p:pic>
            <p:nvPicPr>
              <p:cNvPr id="5" name="Cerneală 4">
                <a:extLst>
                  <a:ext uri="{FF2B5EF4-FFF2-40B4-BE49-F238E27FC236}">
                    <a16:creationId xmlns:a16="http://schemas.microsoft.com/office/drawing/2014/main" id="{364CBD46-2728-40E3-9A18-73850181AFB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40669" y="2839945"/>
                <a:ext cx="1298880" cy="78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" name="Cerneală 9">
                <a:extLst>
                  <a:ext uri="{FF2B5EF4-FFF2-40B4-BE49-F238E27FC236}">
                    <a16:creationId xmlns:a16="http://schemas.microsoft.com/office/drawing/2014/main" id="{DDE70580-A46B-4388-8F3F-591940DDED25}"/>
                  </a:ext>
                </a:extLst>
              </p14:cNvPr>
              <p14:cNvContentPartPr/>
              <p14:nvPr/>
            </p14:nvContentPartPr>
            <p14:xfrm>
              <a:off x="6645429" y="2807545"/>
              <a:ext cx="1150200" cy="831600"/>
            </p14:xfrm>
          </p:contentPart>
        </mc:Choice>
        <mc:Fallback xmlns="">
          <p:pic>
            <p:nvPicPr>
              <p:cNvPr id="10" name="Cerneală 9">
                <a:extLst>
                  <a:ext uri="{FF2B5EF4-FFF2-40B4-BE49-F238E27FC236}">
                    <a16:creationId xmlns:a16="http://schemas.microsoft.com/office/drawing/2014/main" id="{DDE70580-A46B-4388-8F3F-591940DDED2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627435" y="2789905"/>
                <a:ext cx="1185829" cy="867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423183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reptunghi 6">
            <a:extLst>
              <a:ext uri="{FF2B5EF4-FFF2-40B4-BE49-F238E27FC236}">
                <a16:creationId xmlns:a16="http://schemas.microsoft.com/office/drawing/2014/main" id="{BDC82CF2-ED3F-426D-B411-2F6013A954EB}"/>
              </a:ext>
            </a:extLst>
          </p:cNvPr>
          <p:cNvSpPr/>
          <p:nvPr/>
        </p:nvSpPr>
        <p:spPr>
          <a:xfrm>
            <a:off x="518221" y="228635"/>
            <a:ext cx="1033260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</a:rPr>
              <a:t>Num</a:t>
            </a:r>
            <a:r>
              <a:rPr lang="ro-RO" sz="2400" b="1" dirty="0" err="1">
                <a:solidFill>
                  <a:srgbClr val="0000FF"/>
                </a:solidFill>
              </a:rPr>
              <a:t>ărătoare</a:t>
            </a:r>
            <a:r>
              <a:rPr lang="ro-RO" sz="2400" b="1" dirty="0">
                <a:solidFill>
                  <a:srgbClr val="0000FF"/>
                </a:solidFill>
              </a:rPr>
              <a:t> binare sincrone – </a:t>
            </a:r>
            <a:r>
              <a:rPr lang="ro-RO" sz="2400" b="1" dirty="0">
                <a:solidFill>
                  <a:srgbClr val="FF0000"/>
                </a:solidFill>
              </a:rPr>
              <a:t>Extinderea capacității de </a:t>
            </a:r>
            <a:r>
              <a:rPr lang="ro-RO" sz="2400" b="1" dirty="0" err="1">
                <a:solidFill>
                  <a:srgbClr val="FF0000"/>
                </a:solidFill>
              </a:rPr>
              <a:t>numărăare</a:t>
            </a:r>
            <a:r>
              <a:rPr lang="ro-RO" sz="2400" b="1" dirty="0">
                <a:solidFill>
                  <a:srgbClr val="FF0000"/>
                </a:solidFill>
              </a:rPr>
              <a:t>    </a:t>
            </a:r>
          </a:p>
        </p:txBody>
      </p:sp>
      <p:pic>
        <p:nvPicPr>
          <p:cNvPr id="2" name="Imagine 1">
            <a:extLst>
              <a:ext uri="{FF2B5EF4-FFF2-40B4-BE49-F238E27FC236}">
                <a16:creationId xmlns:a16="http://schemas.microsoft.com/office/drawing/2014/main" id="{C769AF8B-56CE-4D5A-B17A-92B5124868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43" y="777269"/>
            <a:ext cx="11315700" cy="581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4871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reptunghi 6">
            <a:extLst>
              <a:ext uri="{FF2B5EF4-FFF2-40B4-BE49-F238E27FC236}">
                <a16:creationId xmlns:a16="http://schemas.microsoft.com/office/drawing/2014/main" id="{BDC82CF2-ED3F-426D-B411-2F6013A954EB}"/>
              </a:ext>
            </a:extLst>
          </p:cNvPr>
          <p:cNvSpPr/>
          <p:nvPr/>
        </p:nvSpPr>
        <p:spPr>
          <a:xfrm>
            <a:off x="518221" y="228635"/>
            <a:ext cx="1033260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</a:rPr>
              <a:t>Num</a:t>
            </a:r>
            <a:r>
              <a:rPr lang="ro-RO" sz="2400" b="1" dirty="0" err="1">
                <a:solidFill>
                  <a:srgbClr val="0000FF"/>
                </a:solidFill>
              </a:rPr>
              <a:t>ărătoare</a:t>
            </a:r>
            <a:r>
              <a:rPr lang="ro-RO" sz="2400" b="1" dirty="0">
                <a:solidFill>
                  <a:srgbClr val="0000FF"/>
                </a:solidFill>
              </a:rPr>
              <a:t> binare sincrone – </a:t>
            </a:r>
            <a:r>
              <a:rPr lang="ro-RO" sz="2400" b="1" dirty="0">
                <a:solidFill>
                  <a:srgbClr val="FF0000"/>
                </a:solidFill>
              </a:rPr>
              <a:t>Extinderea capacității de </a:t>
            </a:r>
            <a:r>
              <a:rPr lang="ro-RO" sz="2400" b="1" dirty="0" err="1">
                <a:solidFill>
                  <a:srgbClr val="FF0000"/>
                </a:solidFill>
              </a:rPr>
              <a:t>numărăare</a:t>
            </a:r>
            <a:r>
              <a:rPr lang="ro-RO" sz="2400" b="1" dirty="0">
                <a:solidFill>
                  <a:srgbClr val="FF0000"/>
                </a:solidFill>
              </a:rPr>
              <a:t>    </a:t>
            </a:r>
          </a:p>
        </p:txBody>
      </p:sp>
      <p:pic>
        <p:nvPicPr>
          <p:cNvPr id="2" name="Imagine 1">
            <a:extLst>
              <a:ext uri="{FF2B5EF4-FFF2-40B4-BE49-F238E27FC236}">
                <a16:creationId xmlns:a16="http://schemas.microsoft.com/office/drawing/2014/main" id="{36D79C06-3911-4638-B6B4-FFAC7012EB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65" y="868708"/>
            <a:ext cx="11799507" cy="5136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16350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6" name="Cerneală 15">
                <a:extLst>
                  <a:ext uri="{FF2B5EF4-FFF2-40B4-BE49-F238E27FC236}">
                    <a16:creationId xmlns:a16="http://schemas.microsoft.com/office/drawing/2014/main" id="{ACDEC089-2E0B-429A-B160-CFC5D7BF56F3}"/>
                  </a:ext>
                </a:extLst>
              </p14:cNvPr>
              <p14:cNvContentPartPr/>
              <p14:nvPr/>
            </p14:nvContentPartPr>
            <p14:xfrm>
              <a:off x="4168629" y="310225"/>
              <a:ext cx="397800" cy="97920"/>
            </p14:xfrm>
          </p:contentPart>
        </mc:Choice>
        <mc:Fallback xmlns="">
          <p:pic>
            <p:nvPicPr>
              <p:cNvPr id="16" name="Cerneală 15">
                <a:extLst>
                  <a:ext uri="{FF2B5EF4-FFF2-40B4-BE49-F238E27FC236}">
                    <a16:creationId xmlns:a16="http://schemas.microsoft.com/office/drawing/2014/main" id="{ACDEC089-2E0B-429A-B160-CFC5D7BF56F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50989" y="292225"/>
                <a:ext cx="433440" cy="13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0" name="Cerneală 29">
                <a:extLst>
                  <a:ext uri="{FF2B5EF4-FFF2-40B4-BE49-F238E27FC236}">
                    <a16:creationId xmlns:a16="http://schemas.microsoft.com/office/drawing/2014/main" id="{61C8A3D3-3650-403B-A5E9-F01AC7EB17C5}"/>
                  </a:ext>
                </a:extLst>
              </p14:cNvPr>
              <p14:cNvContentPartPr/>
              <p14:nvPr/>
            </p14:nvContentPartPr>
            <p14:xfrm>
              <a:off x="6838749" y="142105"/>
              <a:ext cx="799200" cy="349920"/>
            </p14:xfrm>
          </p:contentPart>
        </mc:Choice>
        <mc:Fallback xmlns="">
          <p:pic>
            <p:nvPicPr>
              <p:cNvPr id="30" name="Cerneală 29">
                <a:extLst>
                  <a:ext uri="{FF2B5EF4-FFF2-40B4-BE49-F238E27FC236}">
                    <a16:creationId xmlns:a16="http://schemas.microsoft.com/office/drawing/2014/main" id="{61C8A3D3-3650-403B-A5E9-F01AC7EB17C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820749" y="124447"/>
                <a:ext cx="834840" cy="38559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2" name="Cerneală 31">
                <a:extLst>
                  <a:ext uri="{FF2B5EF4-FFF2-40B4-BE49-F238E27FC236}">
                    <a16:creationId xmlns:a16="http://schemas.microsoft.com/office/drawing/2014/main" id="{ABD59A9D-722E-47E6-A303-9F12850F5479}"/>
                  </a:ext>
                </a:extLst>
              </p14:cNvPr>
              <p14:cNvContentPartPr/>
              <p14:nvPr/>
            </p14:nvContentPartPr>
            <p14:xfrm>
              <a:off x="3363669" y="197185"/>
              <a:ext cx="449640" cy="238680"/>
            </p14:xfrm>
          </p:contentPart>
        </mc:Choice>
        <mc:Fallback xmlns="">
          <p:pic>
            <p:nvPicPr>
              <p:cNvPr id="32" name="Cerneală 31">
                <a:extLst>
                  <a:ext uri="{FF2B5EF4-FFF2-40B4-BE49-F238E27FC236}">
                    <a16:creationId xmlns:a16="http://schemas.microsoft.com/office/drawing/2014/main" id="{ABD59A9D-722E-47E6-A303-9F12850F547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346029" y="179185"/>
                <a:ext cx="485280" cy="27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3" name="Cerneală 32">
                <a:extLst>
                  <a:ext uri="{FF2B5EF4-FFF2-40B4-BE49-F238E27FC236}">
                    <a16:creationId xmlns:a16="http://schemas.microsoft.com/office/drawing/2014/main" id="{987636EF-BE76-4BE2-BD17-07D0E4881F79}"/>
                  </a:ext>
                </a:extLst>
              </p14:cNvPr>
              <p14:cNvContentPartPr/>
              <p14:nvPr/>
            </p14:nvContentPartPr>
            <p14:xfrm>
              <a:off x="2617749" y="264505"/>
              <a:ext cx="372960" cy="264960"/>
            </p14:xfrm>
          </p:contentPart>
        </mc:Choice>
        <mc:Fallback xmlns="">
          <p:pic>
            <p:nvPicPr>
              <p:cNvPr id="33" name="Cerneală 32">
                <a:extLst>
                  <a:ext uri="{FF2B5EF4-FFF2-40B4-BE49-F238E27FC236}">
                    <a16:creationId xmlns:a16="http://schemas.microsoft.com/office/drawing/2014/main" id="{987636EF-BE76-4BE2-BD17-07D0E4881F7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600109" y="246505"/>
                <a:ext cx="408600" cy="30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4" name="Cerneală 33">
                <a:extLst>
                  <a:ext uri="{FF2B5EF4-FFF2-40B4-BE49-F238E27FC236}">
                    <a16:creationId xmlns:a16="http://schemas.microsoft.com/office/drawing/2014/main" id="{2EDA3F90-544A-44DC-9F19-ED5D2703CD5A}"/>
                  </a:ext>
                </a:extLst>
              </p14:cNvPr>
              <p14:cNvContentPartPr/>
              <p14:nvPr/>
            </p14:nvContentPartPr>
            <p14:xfrm>
              <a:off x="605709" y="79465"/>
              <a:ext cx="1446840" cy="539640"/>
            </p14:xfrm>
          </p:contentPart>
        </mc:Choice>
        <mc:Fallback xmlns="">
          <p:pic>
            <p:nvPicPr>
              <p:cNvPr id="34" name="Cerneală 33">
                <a:extLst>
                  <a:ext uri="{FF2B5EF4-FFF2-40B4-BE49-F238E27FC236}">
                    <a16:creationId xmlns:a16="http://schemas.microsoft.com/office/drawing/2014/main" id="{2EDA3F90-544A-44DC-9F19-ED5D2703CD5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88065" y="61825"/>
                <a:ext cx="1482489" cy="57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53" name="Cerneală 52">
                <a:extLst>
                  <a:ext uri="{FF2B5EF4-FFF2-40B4-BE49-F238E27FC236}">
                    <a16:creationId xmlns:a16="http://schemas.microsoft.com/office/drawing/2014/main" id="{EDB3459A-27C9-4257-B4DE-551982063A25}"/>
                  </a:ext>
                </a:extLst>
              </p14:cNvPr>
              <p14:cNvContentPartPr/>
              <p14:nvPr/>
            </p14:nvContentPartPr>
            <p14:xfrm>
              <a:off x="11203389" y="307345"/>
              <a:ext cx="793800" cy="286200"/>
            </p14:xfrm>
          </p:contentPart>
        </mc:Choice>
        <mc:Fallback xmlns="">
          <p:pic>
            <p:nvPicPr>
              <p:cNvPr id="53" name="Cerneală 52">
                <a:extLst>
                  <a:ext uri="{FF2B5EF4-FFF2-40B4-BE49-F238E27FC236}">
                    <a16:creationId xmlns:a16="http://schemas.microsoft.com/office/drawing/2014/main" id="{EDB3459A-27C9-4257-B4DE-551982063A2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1185749" y="289345"/>
                <a:ext cx="829440" cy="32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54" name="Cerneală 53">
                <a:extLst>
                  <a:ext uri="{FF2B5EF4-FFF2-40B4-BE49-F238E27FC236}">
                    <a16:creationId xmlns:a16="http://schemas.microsoft.com/office/drawing/2014/main" id="{0C029D57-E118-4065-9E58-6D96E91237D3}"/>
                  </a:ext>
                </a:extLst>
              </p14:cNvPr>
              <p14:cNvContentPartPr/>
              <p14:nvPr/>
            </p14:nvContentPartPr>
            <p14:xfrm>
              <a:off x="9817389" y="157585"/>
              <a:ext cx="1119600" cy="513000"/>
            </p14:xfrm>
          </p:contentPart>
        </mc:Choice>
        <mc:Fallback xmlns="">
          <p:pic>
            <p:nvPicPr>
              <p:cNvPr id="54" name="Cerneală 53">
                <a:extLst>
                  <a:ext uri="{FF2B5EF4-FFF2-40B4-BE49-F238E27FC236}">
                    <a16:creationId xmlns:a16="http://schemas.microsoft.com/office/drawing/2014/main" id="{0C029D57-E118-4065-9E58-6D96E91237D3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9799395" y="139933"/>
                <a:ext cx="1155229" cy="54866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55" name="Cerneală 54">
                <a:extLst>
                  <a:ext uri="{FF2B5EF4-FFF2-40B4-BE49-F238E27FC236}">
                    <a16:creationId xmlns:a16="http://schemas.microsoft.com/office/drawing/2014/main" id="{70A66EDA-1076-4D31-BC47-7FA46E29FA40}"/>
                  </a:ext>
                </a:extLst>
              </p14:cNvPr>
              <p14:cNvContentPartPr/>
              <p14:nvPr/>
            </p14:nvContentPartPr>
            <p14:xfrm>
              <a:off x="8176509" y="116545"/>
              <a:ext cx="1342080" cy="370440"/>
            </p14:xfrm>
          </p:contentPart>
        </mc:Choice>
        <mc:Fallback xmlns="">
          <p:pic>
            <p:nvPicPr>
              <p:cNvPr id="55" name="Cerneală 54">
                <a:extLst>
                  <a:ext uri="{FF2B5EF4-FFF2-40B4-BE49-F238E27FC236}">
                    <a16:creationId xmlns:a16="http://schemas.microsoft.com/office/drawing/2014/main" id="{70A66EDA-1076-4D31-BC47-7FA46E29FA40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158509" y="98905"/>
                <a:ext cx="1377720" cy="40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61" name="Cerneală 60">
                <a:extLst>
                  <a:ext uri="{FF2B5EF4-FFF2-40B4-BE49-F238E27FC236}">
                    <a16:creationId xmlns:a16="http://schemas.microsoft.com/office/drawing/2014/main" id="{AE29DA2D-0098-4CE0-9250-20C94B8CAD1A}"/>
                  </a:ext>
                </a:extLst>
              </p14:cNvPr>
              <p14:cNvContentPartPr/>
              <p14:nvPr/>
            </p14:nvContentPartPr>
            <p14:xfrm>
              <a:off x="2001789" y="870745"/>
              <a:ext cx="208800" cy="360"/>
            </p14:xfrm>
          </p:contentPart>
        </mc:Choice>
        <mc:Fallback xmlns="">
          <p:pic>
            <p:nvPicPr>
              <p:cNvPr id="61" name="Cerneală 60">
                <a:extLst>
                  <a:ext uri="{FF2B5EF4-FFF2-40B4-BE49-F238E27FC236}">
                    <a16:creationId xmlns:a16="http://schemas.microsoft.com/office/drawing/2014/main" id="{AE29DA2D-0098-4CE0-9250-20C94B8CAD1A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983789" y="853105"/>
                <a:ext cx="24444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67" name="Cerneală 66">
                <a:extLst>
                  <a:ext uri="{FF2B5EF4-FFF2-40B4-BE49-F238E27FC236}">
                    <a16:creationId xmlns:a16="http://schemas.microsoft.com/office/drawing/2014/main" id="{BD06F7ED-7402-49EC-AADC-FA14582E73A2}"/>
                  </a:ext>
                </a:extLst>
              </p14:cNvPr>
              <p14:cNvContentPartPr/>
              <p14:nvPr/>
            </p14:nvContentPartPr>
            <p14:xfrm>
              <a:off x="2511909" y="764905"/>
              <a:ext cx="631800" cy="213840"/>
            </p14:xfrm>
          </p:contentPart>
        </mc:Choice>
        <mc:Fallback xmlns="">
          <p:pic>
            <p:nvPicPr>
              <p:cNvPr id="67" name="Cerneală 66">
                <a:extLst>
                  <a:ext uri="{FF2B5EF4-FFF2-40B4-BE49-F238E27FC236}">
                    <a16:creationId xmlns:a16="http://schemas.microsoft.com/office/drawing/2014/main" id="{BD06F7ED-7402-49EC-AADC-FA14582E73A2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494269" y="747265"/>
                <a:ext cx="667440" cy="24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68" name="Cerneală 67">
                <a:extLst>
                  <a:ext uri="{FF2B5EF4-FFF2-40B4-BE49-F238E27FC236}">
                    <a16:creationId xmlns:a16="http://schemas.microsoft.com/office/drawing/2014/main" id="{C463D7CB-67D7-4E95-B552-8DBA1FDC71D5}"/>
                  </a:ext>
                </a:extLst>
              </p14:cNvPr>
              <p14:cNvContentPartPr/>
              <p14:nvPr/>
            </p14:nvContentPartPr>
            <p14:xfrm>
              <a:off x="875709" y="775705"/>
              <a:ext cx="809280" cy="275040"/>
            </p14:xfrm>
          </p:contentPart>
        </mc:Choice>
        <mc:Fallback xmlns="">
          <p:pic>
            <p:nvPicPr>
              <p:cNvPr id="68" name="Cerneală 67">
                <a:extLst>
                  <a:ext uri="{FF2B5EF4-FFF2-40B4-BE49-F238E27FC236}">
                    <a16:creationId xmlns:a16="http://schemas.microsoft.com/office/drawing/2014/main" id="{C463D7CB-67D7-4E95-B552-8DBA1FDC71D5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857709" y="757729"/>
                <a:ext cx="844920" cy="31063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69" name="Cerneală 68">
                <a:extLst>
                  <a:ext uri="{FF2B5EF4-FFF2-40B4-BE49-F238E27FC236}">
                    <a16:creationId xmlns:a16="http://schemas.microsoft.com/office/drawing/2014/main" id="{8C1CEE5E-C92A-462C-B387-6551FF4EFDF8}"/>
                  </a:ext>
                </a:extLst>
              </p14:cNvPr>
              <p14:cNvContentPartPr/>
              <p14:nvPr/>
            </p14:nvContentPartPr>
            <p14:xfrm>
              <a:off x="3535029" y="687865"/>
              <a:ext cx="133920" cy="370080"/>
            </p14:xfrm>
          </p:contentPart>
        </mc:Choice>
        <mc:Fallback xmlns="">
          <p:pic>
            <p:nvPicPr>
              <p:cNvPr id="69" name="Cerneală 68">
                <a:extLst>
                  <a:ext uri="{FF2B5EF4-FFF2-40B4-BE49-F238E27FC236}">
                    <a16:creationId xmlns:a16="http://schemas.microsoft.com/office/drawing/2014/main" id="{8C1CEE5E-C92A-462C-B387-6551FF4EFDF8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517389" y="669865"/>
                <a:ext cx="169560" cy="40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70" name="Cerneală 69">
                <a:extLst>
                  <a:ext uri="{FF2B5EF4-FFF2-40B4-BE49-F238E27FC236}">
                    <a16:creationId xmlns:a16="http://schemas.microsoft.com/office/drawing/2014/main" id="{80964C5A-DAF7-46C5-93CD-FB8618E1A0D5}"/>
                  </a:ext>
                </a:extLst>
              </p14:cNvPr>
              <p14:cNvContentPartPr/>
              <p14:nvPr/>
            </p14:nvContentPartPr>
            <p14:xfrm>
              <a:off x="3792789" y="787945"/>
              <a:ext cx="555120" cy="114480"/>
            </p14:xfrm>
          </p:contentPart>
        </mc:Choice>
        <mc:Fallback xmlns="">
          <p:pic>
            <p:nvPicPr>
              <p:cNvPr id="70" name="Cerneală 69">
                <a:extLst>
                  <a:ext uri="{FF2B5EF4-FFF2-40B4-BE49-F238E27FC236}">
                    <a16:creationId xmlns:a16="http://schemas.microsoft.com/office/drawing/2014/main" id="{80964C5A-DAF7-46C5-93CD-FB8618E1A0D5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775149" y="769945"/>
                <a:ext cx="590760" cy="15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87" name="Cerneală 86">
                <a:extLst>
                  <a:ext uri="{FF2B5EF4-FFF2-40B4-BE49-F238E27FC236}">
                    <a16:creationId xmlns:a16="http://schemas.microsoft.com/office/drawing/2014/main" id="{81FFBAA8-1114-4CB1-9C3E-2599C18432F3}"/>
                  </a:ext>
                </a:extLst>
              </p14:cNvPr>
              <p14:cNvContentPartPr/>
              <p14:nvPr/>
            </p14:nvContentPartPr>
            <p14:xfrm>
              <a:off x="6758469" y="581665"/>
              <a:ext cx="1463040" cy="424080"/>
            </p14:xfrm>
          </p:contentPart>
        </mc:Choice>
        <mc:Fallback xmlns="">
          <p:pic>
            <p:nvPicPr>
              <p:cNvPr id="87" name="Cerneală 86">
                <a:extLst>
                  <a:ext uri="{FF2B5EF4-FFF2-40B4-BE49-F238E27FC236}">
                    <a16:creationId xmlns:a16="http://schemas.microsoft.com/office/drawing/2014/main" id="{81FFBAA8-1114-4CB1-9C3E-2599C18432F3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6740829" y="563665"/>
                <a:ext cx="1498680" cy="45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92" name="Cerneală 91">
                <a:extLst>
                  <a:ext uri="{FF2B5EF4-FFF2-40B4-BE49-F238E27FC236}">
                    <a16:creationId xmlns:a16="http://schemas.microsoft.com/office/drawing/2014/main" id="{05469E92-C3CE-4FAF-811E-D403C1A2A10D}"/>
                  </a:ext>
                </a:extLst>
              </p14:cNvPr>
              <p14:cNvContentPartPr/>
              <p14:nvPr/>
            </p14:nvContentPartPr>
            <p14:xfrm>
              <a:off x="4797909" y="103055"/>
              <a:ext cx="1589400" cy="849410"/>
            </p14:xfrm>
          </p:contentPart>
        </mc:Choice>
        <mc:Fallback xmlns="">
          <p:pic>
            <p:nvPicPr>
              <p:cNvPr id="92" name="Cerneală 91">
                <a:extLst>
                  <a:ext uri="{FF2B5EF4-FFF2-40B4-BE49-F238E27FC236}">
                    <a16:creationId xmlns:a16="http://schemas.microsoft.com/office/drawing/2014/main" id="{05469E92-C3CE-4FAF-811E-D403C1A2A10D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4779913" y="85404"/>
                <a:ext cx="1625032" cy="88507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99" name="Cerneală 98">
                <a:extLst>
                  <a:ext uri="{FF2B5EF4-FFF2-40B4-BE49-F238E27FC236}">
                    <a16:creationId xmlns:a16="http://schemas.microsoft.com/office/drawing/2014/main" id="{33A0F7C8-8483-4BC2-A952-DCFEBC1A2328}"/>
                  </a:ext>
                </a:extLst>
              </p14:cNvPr>
              <p14:cNvContentPartPr/>
              <p14:nvPr/>
            </p14:nvContentPartPr>
            <p14:xfrm>
              <a:off x="1543149" y="1386265"/>
              <a:ext cx="586440" cy="290160"/>
            </p14:xfrm>
          </p:contentPart>
        </mc:Choice>
        <mc:Fallback xmlns="">
          <p:pic>
            <p:nvPicPr>
              <p:cNvPr id="99" name="Cerneală 98">
                <a:extLst>
                  <a:ext uri="{FF2B5EF4-FFF2-40B4-BE49-F238E27FC236}">
                    <a16:creationId xmlns:a16="http://schemas.microsoft.com/office/drawing/2014/main" id="{33A0F7C8-8483-4BC2-A952-DCFEBC1A2328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525509" y="1368265"/>
                <a:ext cx="622080" cy="32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00" name="Cerneală 99">
                <a:extLst>
                  <a:ext uri="{FF2B5EF4-FFF2-40B4-BE49-F238E27FC236}">
                    <a16:creationId xmlns:a16="http://schemas.microsoft.com/office/drawing/2014/main" id="{49DC678A-B551-495E-98F5-28582F2106E3}"/>
                  </a:ext>
                </a:extLst>
              </p14:cNvPr>
              <p14:cNvContentPartPr/>
              <p14:nvPr/>
            </p14:nvContentPartPr>
            <p14:xfrm>
              <a:off x="1010349" y="1427305"/>
              <a:ext cx="183240" cy="363600"/>
            </p14:xfrm>
          </p:contentPart>
        </mc:Choice>
        <mc:Fallback xmlns="">
          <p:pic>
            <p:nvPicPr>
              <p:cNvPr id="100" name="Cerneală 99">
                <a:extLst>
                  <a:ext uri="{FF2B5EF4-FFF2-40B4-BE49-F238E27FC236}">
                    <a16:creationId xmlns:a16="http://schemas.microsoft.com/office/drawing/2014/main" id="{49DC678A-B551-495E-98F5-28582F2106E3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992349" y="1409305"/>
                <a:ext cx="218880" cy="39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08" name="Cerneală 107">
                <a:extLst>
                  <a:ext uri="{FF2B5EF4-FFF2-40B4-BE49-F238E27FC236}">
                    <a16:creationId xmlns:a16="http://schemas.microsoft.com/office/drawing/2014/main" id="{C25B2950-83AB-4732-8146-BD3D49322E21}"/>
                  </a:ext>
                </a:extLst>
              </p14:cNvPr>
              <p14:cNvContentPartPr/>
              <p14:nvPr/>
            </p14:nvContentPartPr>
            <p14:xfrm>
              <a:off x="2585349" y="1266745"/>
              <a:ext cx="1246680" cy="388800"/>
            </p14:xfrm>
          </p:contentPart>
        </mc:Choice>
        <mc:Fallback xmlns="">
          <p:pic>
            <p:nvPicPr>
              <p:cNvPr id="108" name="Cerneală 107">
                <a:extLst>
                  <a:ext uri="{FF2B5EF4-FFF2-40B4-BE49-F238E27FC236}">
                    <a16:creationId xmlns:a16="http://schemas.microsoft.com/office/drawing/2014/main" id="{C25B2950-83AB-4732-8146-BD3D49322E21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2567349" y="1248745"/>
                <a:ext cx="1282320" cy="42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09" name="Cerneală 108">
                <a:extLst>
                  <a:ext uri="{FF2B5EF4-FFF2-40B4-BE49-F238E27FC236}">
                    <a16:creationId xmlns:a16="http://schemas.microsoft.com/office/drawing/2014/main" id="{B65A8D90-207D-4CEF-8AF0-0F34AC8B9897}"/>
                  </a:ext>
                </a:extLst>
              </p14:cNvPr>
              <p14:cNvContentPartPr/>
              <p14:nvPr/>
            </p14:nvContentPartPr>
            <p14:xfrm>
              <a:off x="4292469" y="1504705"/>
              <a:ext cx="380520" cy="113760"/>
            </p14:xfrm>
          </p:contentPart>
        </mc:Choice>
        <mc:Fallback xmlns="">
          <p:pic>
            <p:nvPicPr>
              <p:cNvPr id="109" name="Cerneală 108">
                <a:extLst>
                  <a:ext uri="{FF2B5EF4-FFF2-40B4-BE49-F238E27FC236}">
                    <a16:creationId xmlns:a16="http://schemas.microsoft.com/office/drawing/2014/main" id="{B65A8D90-207D-4CEF-8AF0-0F34AC8B9897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274469" y="1486705"/>
                <a:ext cx="416160" cy="14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16" name="Cerneală 115">
                <a:extLst>
                  <a:ext uri="{FF2B5EF4-FFF2-40B4-BE49-F238E27FC236}">
                    <a16:creationId xmlns:a16="http://schemas.microsoft.com/office/drawing/2014/main" id="{274C466E-8DC9-481F-B68F-4468F4B2FE22}"/>
                  </a:ext>
                </a:extLst>
              </p14:cNvPr>
              <p14:cNvContentPartPr/>
              <p14:nvPr/>
            </p14:nvContentPartPr>
            <p14:xfrm>
              <a:off x="6482349" y="1313185"/>
              <a:ext cx="133560" cy="203400"/>
            </p14:xfrm>
          </p:contentPart>
        </mc:Choice>
        <mc:Fallback xmlns="">
          <p:pic>
            <p:nvPicPr>
              <p:cNvPr id="116" name="Cerneală 115">
                <a:extLst>
                  <a:ext uri="{FF2B5EF4-FFF2-40B4-BE49-F238E27FC236}">
                    <a16:creationId xmlns:a16="http://schemas.microsoft.com/office/drawing/2014/main" id="{274C466E-8DC9-481F-B68F-4468F4B2FE22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6464709" y="1295185"/>
                <a:ext cx="169200" cy="23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17" name="Cerneală 116">
                <a:extLst>
                  <a:ext uri="{FF2B5EF4-FFF2-40B4-BE49-F238E27FC236}">
                    <a16:creationId xmlns:a16="http://schemas.microsoft.com/office/drawing/2014/main" id="{06339C12-0201-4D68-92E1-583B348782E5}"/>
                  </a:ext>
                </a:extLst>
              </p14:cNvPr>
              <p14:cNvContentPartPr/>
              <p14:nvPr/>
            </p14:nvContentPartPr>
            <p14:xfrm>
              <a:off x="6569109" y="1635745"/>
              <a:ext cx="3960" cy="6120"/>
            </p14:xfrm>
          </p:contentPart>
        </mc:Choice>
        <mc:Fallback xmlns="">
          <p:pic>
            <p:nvPicPr>
              <p:cNvPr id="117" name="Cerneală 116">
                <a:extLst>
                  <a:ext uri="{FF2B5EF4-FFF2-40B4-BE49-F238E27FC236}">
                    <a16:creationId xmlns:a16="http://schemas.microsoft.com/office/drawing/2014/main" id="{06339C12-0201-4D68-92E1-583B348782E5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6551109" y="1618105"/>
                <a:ext cx="39600" cy="4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18" name="Cerneală 117">
                <a:extLst>
                  <a:ext uri="{FF2B5EF4-FFF2-40B4-BE49-F238E27FC236}">
                    <a16:creationId xmlns:a16="http://schemas.microsoft.com/office/drawing/2014/main" id="{34CEAE18-B0DF-4212-B0B9-DF45E8E1BBB7}"/>
                  </a:ext>
                </a:extLst>
              </p14:cNvPr>
              <p14:cNvContentPartPr/>
              <p14:nvPr/>
            </p14:nvContentPartPr>
            <p14:xfrm>
              <a:off x="4884669" y="1250905"/>
              <a:ext cx="1349640" cy="336960"/>
            </p14:xfrm>
          </p:contentPart>
        </mc:Choice>
        <mc:Fallback xmlns="">
          <p:pic>
            <p:nvPicPr>
              <p:cNvPr id="118" name="Cerneală 117">
                <a:extLst>
                  <a:ext uri="{FF2B5EF4-FFF2-40B4-BE49-F238E27FC236}">
                    <a16:creationId xmlns:a16="http://schemas.microsoft.com/office/drawing/2014/main" id="{34CEAE18-B0DF-4212-B0B9-DF45E8E1BBB7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4867029" y="1233284"/>
                <a:ext cx="1385280" cy="37256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35" name="Cerneală 134">
                <a:extLst>
                  <a:ext uri="{FF2B5EF4-FFF2-40B4-BE49-F238E27FC236}">
                    <a16:creationId xmlns:a16="http://schemas.microsoft.com/office/drawing/2014/main" id="{921F0123-9006-4FF9-9987-2383C359BC21}"/>
                  </a:ext>
                </a:extLst>
              </p14:cNvPr>
              <p14:cNvContentPartPr/>
              <p14:nvPr/>
            </p14:nvContentPartPr>
            <p14:xfrm>
              <a:off x="8922429" y="1939225"/>
              <a:ext cx="280800" cy="6120"/>
            </p14:xfrm>
          </p:contentPart>
        </mc:Choice>
        <mc:Fallback xmlns="">
          <p:pic>
            <p:nvPicPr>
              <p:cNvPr id="135" name="Cerneală 134">
                <a:extLst>
                  <a:ext uri="{FF2B5EF4-FFF2-40B4-BE49-F238E27FC236}">
                    <a16:creationId xmlns:a16="http://schemas.microsoft.com/office/drawing/2014/main" id="{921F0123-9006-4FF9-9987-2383C359BC21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8904429" y="1921225"/>
                <a:ext cx="316440" cy="4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37" name="Cerneală 136">
                <a:extLst>
                  <a:ext uri="{FF2B5EF4-FFF2-40B4-BE49-F238E27FC236}">
                    <a16:creationId xmlns:a16="http://schemas.microsoft.com/office/drawing/2014/main" id="{E147430C-1576-4984-87AD-E02B6814A421}"/>
                  </a:ext>
                </a:extLst>
              </p14:cNvPr>
              <p14:cNvContentPartPr/>
              <p14:nvPr/>
            </p14:nvContentPartPr>
            <p14:xfrm>
              <a:off x="9581589" y="1122025"/>
              <a:ext cx="1474560" cy="439200"/>
            </p14:xfrm>
          </p:contentPart>
        </mc:Choice>
        <mc:Fallback xmlns="">
          <p:pic>
            <p:nvPicPr>
              <p:cNvPr id="137" name="Cerneală 136">
                <a:extLst>
                  <a:ext uri="{FF2B5EF4-FFF2-40B4-BE49-F238E27FC236}">
                    <a16:creationId xmlns:a16="http://schemas.microsoft.com/office/drawing/2014/main" id="{E147430C-1576-4984-87AD-E02B6814A421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9563589" y="1104025"/>
                <a:ext cx="1510200" cy="47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38" name="Cerneală 137">
                <a:extLst>
                  <a:ext uri="{FF2B5EF4-FFF2-40B4-BE49-F238E27FC236}">
                    <a16:creationId xmlns:a16="http://schemas.microsoft.com/office/drawing/2014/main" id="{C2E5117B-57A0-4612-9FC5-5315698F492A}"/>
                  </a:ext>
                </a:extLst>
              </p14:cNvPr>
              <p14:cNvContentPartPr/>
              <p14:nvPr/>
            </p14:nvContentPartPr>
            <p14:xfrm>
              <a:off x="8001549" y="1278625"/>
              <a:ext cx="1103760" cy="298440"/>
            </p14:xfrm>
          </p:contentPart>
        </mc:Choice>
        <mc:Fallback xmlns="">
          <p:pic>
            <p:nvPicPr>
              <p:cNvPr id="138" name="Cerneală 137">
                <a:extLst>
                  <a:ext uri="{FF2B5EF4-FFF2-40B4-BE49-F238E27FC236}">
                    <a16:creationId xmlns:a16="http://schemas.microsoft.com/office/drawing/2014/main" id="{C2E5117B-57A0-4612-9FC5-5315698F492A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7983549" y="1260985"/>
                <a:ext cx="1139400" cy="33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39" name="Cerneală 138">
                <a:extLst>
                  <a:ext uri="{FF2B5EF4-FFF2-40B4-BE49-F238E27FC236}">
                    <a16:creationId xmlns:a16="http://schemas.microsoft.com/office/drawing/2014/main" id="{3A81D3EA-B7BA-4EDF-B678-FE3751FF574D}"/>
                  </a:ext>
                </a:extLst>
              </p14:cNvPr>
              <p14:cNvContentPartPr/>
              <p14:nvPr/>
            </p14:nvContentPartPr>
            <p14:xfrm>
              <a:off x="7153029" y="1350625"/>
              <a:ext cx="404280" cy="288360"/>
            </p14:xfrm>
          </p:contentPart>
        </mc:Choice>
        <mc:Fallback xmlns="">
          <p:pic>
            <p:nvPicPr>
              <p:cNvPr id="139" name="Cerneală 138">
                <a:extLst>
                  <a:ext uri="{FF2B5EF4-FFF2-40B4-BE49-F238E27FC236}">
                    <a16:creationId xmlns:a16="http://schemas.microsoft.com/office/drawing/2014/main" id="{3A81D3EA-B7BA-4EDF-B678-FE3751FF574D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7135389" y="1332625"/>
                <a:ext cx="439920" cy="32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48" name="Cerneală 147">
                <a:extLst>
                  <a:ext uri="{FF2B5EF4-FFF2-40B4-BE49-F238E27FC236}">
                    <a16:creationId xmlns:a16="http://schemas.microsoft.com/office/drawing/2014/main" id="{101716A9-EEE3-4AB1-A1B2-A53245CB6490}"/>
                  </a:ext>
                </a:extLst>
              </p14:cNvPr>
              <p14:cNvContentPartPr/>
              <p14:nvPr/>
            </p14:nvContentPartPr>
            <p14:xfrm>
              <a:off x="10657629" y="1707745"/>
              <a:ext cx="65160" cy="25560"/>
            </p14:xfrm>
          </p:contentPart>
        </mc:Choice>
        <mc:Fallback xmlns="">
          <p:pic>
            <p:nvPicPr>
              <p:cNvPr id="148" name="Cerneală 147">
                <a:extLst>
                  <a:ext uri="{FF2B5EF4-FFF2-40B4-BE49-F238E27FC236}">
                    <a16:creationId xmlns:a16="http://schemas.microsoft.com/office/drawing/2014/main" id="{101716A9-EEE3-4AB1-A1B2-A53245CB6490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0639629" y="1690105"/>
                <a:ext cx="100800" cy="6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49" name="Cerneală 148">
                <a:extLst>
                  <a:ext uri="{FF2B5EF4-FFF2-40B4-BE49-F238E27FC236}">
                    <a16:creationId xmlns:a16="http://schemas.microsoft.com/office/drawing/2014/main" id="{9CC37D49-7F0B-41E2-8AF3-1A125C3BC8E2}"/>
                  </a:ext>
                </a:extLst>
              </p14:cNvPr>
              <p14:cNvContentPartPr/>
              <p14:nvPr/>
            </p14:nvContentPartPr>
            <p14:xfrm>
              <a:off x="9037629" y="2367625"/>
              <a:ext cx="243000" cy="360"/>
            </p14:xfrm>
          </p:contentPart>
        </mc:Choice>
        <mc:Fallback xmlns="">
          <p:pic>
            <p:nvPicPr>
              <p:cNvPr id="149" name="Cerneală 148">
                <a:extLst>
                  <a:ext uri="{FF2B5EF4-FFF2-40B4-BE49-F238E27FC236}">
                    <a16:creationId xmlns:a16="http://schemas.microsoft.com/office/drawing/2014/main" id="{9CC37D49-7F0B-41E2-8AF3-1A125C3BC8E2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9019989" y="2349625"/>
                <a:ext cx="27864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55" name="Cerneală 154">
                <a:extLst>
                  <a:ext uri="{FF2B5EF4-FFF2-40B4-BE49-F238E27FC236}">
                    <a16:creationId xmlns:a16="http://schemas.microsoft.com/office/drawing/2014/main" id="{A812D8A5-EA69-4D07-89DB-634964B74FB6}"/>
                  </a:ext>
                </a:extLst>
              </p14:cNvPr>
              <p14:cNvContentPartPr/>
              <p14:nvPr/>
            </p14:nvContentPartPr>
            <p14:xfrm>
              <a:off x="10255149" y="2178985"/>
              <a:ext cx="24480" cy="9360"/>
            </p14:xfrm>
          </p:contentPart>
        </mc:Choice>
        <mc:Fallback xmlns="">
          <p:pic>
            <p:nvPicPr>
              <p:cNvPr id="155" name="Cerneală 154">
                <a:extLst>
                  <a:ext uri="{FF2B5EF4-FFF2-40B4-BE49-F238E27FC236}">
                    <a16:creationId xmlns:a16="http://schemas.microsoft.com/office/drawing/2014/main" id="{A812D8A5-EA69-4D07-89DB-634964B74FB6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10237149" y="2160985"/>
                <a:ext cx="60120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56" name="Cerneală 155">
                <a:extLst>
                  <a:ext uri="{FF2B5EF4-FFF2-40B4-BE49-F238E27FC236}">
                    <a16:creationId xmlns:a16="http://schemas.microsoft.com/office/drawing/2014/main" id="{99891E58-D49F-4450-81FD-738DD8C94ED1}"/>
                  </a:ext>
                </a:extLst>
              </p14:cNvPr>
              <p14:cNvContentPartPr/>
              <p14:nvPr/>
            </p14:nvContentPartPr>
            <p14:xfrm>
              <a:off x="9450189" y="2279425"/>
              <a:ext cx="909360" cy="186120"/>
            </p14:xfrm>
          </p:contentPart>
        </mc:Choice>
        <mc:Fallback xmlns="">
          <p:pic>
            <p:nvPicPr>
              <p:cNvPr id="156" name="Cerneală 155">
                <a:extLst>
                  <a:ext uri="{FF2B5EF4-FFF2-40B4-BE49-F238E27FC236}">
                    <a16:creationId xmlns:a16="http://schemas.microsoft.com/office/drawing/2014/main" id="{99891E58-D49F-4450-81FD-738DD8C94ED1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9432196" y="2261785"/>
                <a:ext cx="944986" cy="22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57" name="Cerneală 156">
                <a:extLst>
                  <a:ext uri="{FF2B5EF4-FFF2-40B4-BE49-F238E27FC236}">
                    <a16:creationId xmlns:a16="http://schemas.microsoft.com/office/drawing/2014/main" id="{57DBFA3A-5780-4760-8D85-E922B57E59CB}"/>
                  </a:ext>
                </a:extLst>
              </p14:cNvPr>
              <p14:cNvContentPartPr/>
              <p14:nvPr/>
            </p14:nvContentPartPr>
            <p14:xfrm>
              <a:off x="9978309" y="1828345"/>
              <a:ext cx="765720" cy="187200"/>
            </p14:xfrm>
          </p:contentPart>
        </mc:Choice>
        <mc:Fallback xmlns="">
          <p:pic>
            <p:nvPicPr>
              <p:cNvPr id="157" name="Cerneală 156">
                <a:extLst>
                  <a:ext uri="{FF2B5EF4-FFF2-40B4-BE49-F238E27FC236}">
                    <a16:creationId xmlns:a16="http://schemas.microsoft.com/office/drawing/2014/main" id="{57DBFA3A-5780-4760-8D85-E922B57E59CB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9960309" y="1810380"/>
                <a:ext cx="801360" cy="22277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58" name="Cerneală 157">
                <a:extLst>
                  <a:ext uri="{FF2B5EF4-FFF2-40B4-BE49-F238E27FC236}">
                    <a16:creationId xmlns:a16="http://schemas.microsoft.com/office/drawing/2014/main" id="{FBB73D07-C442-40C1-AD76-063F6CE19C42}"/>
                  </a:ext>
                </a:extLst>
              </p14:cNvPr>
              <p14:cNvContentPartPr/>
              <p14:nvPr/>
            </p14:nvContentPartPr>
            <p14:xfrm>
              <a:off x="9461349" y="1818985"/>
              <a:ext cx="394920" cy="202680"/>
            </p14:xfrm>
          </p:contentPart>
        </mc:Choice>
        <mc:Fallback xmlns="">
          <p:pic>
            <p:nvPicPr>
              <p:cNvPr id="158" name="Cerneală 157">
                <a:extLst>
                  <a:ext uri="{FF2B5EF4-FFF2-40B4-BE49-F238E27FC236}">
                    <a16:creationId xmlns:a16="http://schemas.microsoft.com/office/drawing/2014/main" id="{FBB73D07-C442-40C1-AD76-063F6CE19C42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9443693" y="1800985"/>
                <a:ext cx="430593" cy="23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61" name="Cerneală 160">
                <a:extLst>
                  <a:ext uri="{FF2B5EF4-FFF2-40B4-BE49-F238E27FC236}">
                    <a16:creationId xmlns:a16="http://schemas.microsoft.com/office/drawing/2014/main" id="{DB0DA373-46D0-4B26-9395-ADBC8F77D355}"/>
                  </a:ext>
                </a:extLst>
              </p14:cNvPr>
              <p14:cNvContentPartPr/>
              <p14:nvPr/>
            </p14:nvContentPartPr>
            <p14:xfrm>
              <a:off x="1859589" y="2723665"/>
              <a:ext cx="165960" cy="170280"/>
            </p14:xfrm>
          </p:contentPart>
        </mc:Choice>
        <mc:Fallback xmlns="">
          <p:pic>
            <p:nvPicPr>
              <p:cNvPr id="161" name="Cerneală 160">
                <a:extLst>
                  <a:ext uri="{FF2B5EF4-FFF2-40B4-BE49-F238E27FC236}">
                    <a16:creationId xmlns:a16="http://schemas.microsoft.com/office/drawing/2014/main" id="{DB0DA373-46D0-4B26-9395-ADBC8F77D355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1841949" y="2705665"/>
                <a:ext cx="201600" cy="20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62" name="Cerneală 161">
                <a:extLst>
                  <a:ext uri="{FF2B5EF4-FFF2-40B4-BE49-F238E27FC236}">
                    <a16:creationId xmlns:a16="http://schemas.microsoft.com/office/drawing/2014/main" id="{E5676B1B-BF96-4AF1-A436-EA391743A9E8}"/>
                  </a:ext>
                </a:extLst>
              </p14:cNvPr>
              <p14:cNvContentPartPr/>
              <p14:nvPr/>
            </p14:nvContentPartPr>
            <p14:xfrm>
              <a:off x="2127789" y="2697385"/>
              <a:ext cx="34560" cy="222840"/>
            </p14:xfrm>
          </p:contentPart>
        </mc:Choice>
        <mc:Fallback xmlns="">
          <p:pic>
            <p:nvPicPr>
              <p:cNvPr id="162" name="Cerneală 161">
                <a:extLst>
                  <a:ext uri="{FF2B5EF4-FFF2-40B4-BE49-F238E27FC236}">
                    <a16:creationId xmlns:a16="http://schemas.microsoft.com/office/drawing/2014/main" id="{E5676B1B-BF96-4AF1-A436-EA391743A9E8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2109789" y="2679385"/>
                <a:ext cx="70200" cy="25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63" name="Cerneală 162">
                <a:extLst>
                  <a:ext uri="{FF2B5EF4-FFF2-40B4-BE49-F238E27FC236}">
                    <a16:creationId xmlns:a16="http://schemas.microsoft.com/office/drawing/2014/main" id="{D0F91005-54A1-4969-AE72-AA0434941D8C}"/>
                  </a:ext>
                </a:extLst>
              </p14:cNvPr>
              <p14:cNvContentPartPr/>
              <p14:nvPr/>
            </p14:nvContentPartPr>
            <p14:xfrm>
              <a:off x="1680669" y="2901865"/>
              <a:ext cx="45000" cy="189000"/>
            </p14:xfrm>
          </p:contentPart>
        </mc:Choice>
        <mc:Fallback xmlns="">
          <p:pic>
            <p:nvPicPr>
              <p:cNvPr id="163" name="Cerneală 162">
                <a:extLst>
                  <a:ext uri="{FF2B5EF4-FFF2-40B4-BE49-F238E27FC236}">
                    <a16:creationId xmlns:a16="http://schemas.microsoft.com/office/drawing/2014/main" id="{D0F91005-54A1-4969-AE72-AA0434941D8C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1663029" y="2884225"/>
                <a:ext cx="80640" cy="22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64" name="Cerneală 163">
                <a:extLst>
                  <a:ext uri="{FF2B5EF4-FFF2-40B4-BE49-F238E27FC236}">
                    <a16:creationId xmlns:a16="http://schemas.microsoft.com/office/drawing/2014/main" id="{6AE502BD-E9BD-484E-AE35-9E126CEFC8E0}"/>
                  </a:ext>
                </a:extLst>
              </p14:cNvPr>
              <p14:cNvContentPartPr/>
              <p14:nvPr/>
            </p14:nvContentPartPr>
            <p14:xfrm>
              <a:off x="2300589" y="2892145"/>
              <a:ext cx="37800" cy="154080"/>
            </p14:xfrm>
          </p:contentPart>
        </mc:Choice>
        <mc:Fallback xmlns="">
          <p:pic>
            <p:nvPicPr>
              <p:cNvPr id="164" name="Cerneală 163">
                <a:extLst>
                  <a:ext uri="{FF2B5EF4-FFF2-40B4-BE49-F238E27FC236}">
                    <a16:creationId xmlns:a16="http://schemas.microsoft.com/office/drawing/2014/main" id="{6AE502BD-E9BD-484E-AE35-9E126CEFC8E0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2282949" y="2874145"/>
                <a:ext cx="73440" cy="18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67" name="Cerneală 166">
                <a:extLst>
                  <a:ext uri="{FF2B5EF4-FFF2-40B4-BE49-F238E27FC236}">
                    <a16:creationId xmlns:a16="http://schemas.microsoft.com/office/drawing/2014/main" id="{94E6E1C5-3455-406B-BEAD-CC8C2BA44072}"/>
                  </a:ext>
                </a:extLst>
              </p14:cNvPr>
              <p14:cNvContentPartPr/>
              <p14:nvPr/>
            </p14:nvContentPartPr>
            <p14:xfrm>
              <a:off x="3185829" y="2863345"/>
              <a:ext cx="29520" cy="173880"/>
            </p14:xfrm>
          </p:contentPart>
        </mc:Choice>
        <mc:Fallback xmlns="">
          <p:pic>
            <p:nvPicPr>
              <p:cNvPr id="167" name="Cerneală 166">
                <a:extLst>
                  <a:ext uri="{FF2B5EF4-FFF2-40B4-BE49-F238E27FC236}">
                    <a16:creationId xmlns:a16="http://schemas.microsoft.com/office/drawing/2014/main" id="{94E6E1C5-3455-406B-BEAD-CC8C2BA44072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3167829" y="2845345"/>
                <a:ext cx="65160" cy="20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68" name="Cerneală 167">
                <a:extLst>
                  <a:ext uri="{FF2B5EF4-FFF2-40B4-BE49-F238E27FC236}">
                    <a16:creationId xmlns:a16="http://schemas.microsoft.com/office/drawing/2014/main" id="{BA0CA286-E8B0-4B80-A807-68D261692661}"/>
                  </a:ext>
                </a:extLst>
              </p14:cNvPr>
              <p14:cNvContentPartPr/>
              <p14:nvPr/>
            </p14:nvContentPartPr>
            <p14:xfrm>
              <a:off x="3479229" y="2872705"/>
              <a:ext cx="63360" cy="9360"/>
            </p14:xfrm>
          </p:contentPart>
        </mc:Choice>
        <mc:Fallback xmlns="">
          <p:pic>
            <p:nvPicPr>
              <p:cNvPr id="168" name="Cerneală 167">
                <a:extLst>
                  <a:ext uri="{FF2B5EF4-FFF2-40B4-BE49-F238E27FC236}">
                    <a16:creationId xmlns:a16="http://schemas.microsoft.com/office/drawing/2014/main" id="{BA0CA286-E8B0-4B80-A807-68D261692661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3461589" y="2855065"/>
                <a:ext cx="99000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69" name="Cerneală 168">
                <a:extLst>
                  <a:ext uri="{FF2B5EF4-FFF2-40B4-BE49-F238E27FC236}">
                    <a16:creationId xmlns:a16="http://schemas.microsoft.com/office/drawing/2014/main" id="{F7888A8E-64E3-4F0B-A473-8FFCA74A15E9}"/>
                  </a:ext>
                </a:extLst>
              </p14:cNvPr>
              <p14:cNvContentPartPr/>
              <p14:nvPr/>
            </p14:nvContentPartPr>
            <p14:xfrm>
              <a:off x="3700629" y="2872705"/>
              <a:ext cx="23760" cy="360"/>
            </p14:xfrm>
          </p:contentPart>
        </mc:Choice>
        <mc:Fallback xmlns="">
          <p:pic>
            <p:nvPicPr>
              <p:cNvPr id="169" name="Cerneală 168">
                <a:extLst>
                  <a:ext uri="{FF2B5EF4-FFF2-40B4-BE49-F238E27FC236}">
                    <a16:creationId xmlns:a16="http://schemas.microsoft.com/office/drawing/2014/main" id="{F7888A8E-64E3-4F0B-A473-8FFCA74A15E9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3682629" y="2855065"/>
                <a:ext cx="594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70" name="Cerneală 169">
                <a:extLst>
                  <a:ext uri="{FF2B5EF4-FFF2-40B4-BE49-F238E27FC236}">
                    <a16:creationId xmlns:a16="http://schemas.microsoft.com/office/drawing/2014/main" id="{18FF41F7-A674-4FD1-A730-D0406083D74E}"/>
                  </a:ext>
                </a:extLst>
              </p14:cNvPr>
              <p14:cNvContentPartPr/>
              <p14:nvPr/>
            </p14:nvContentPartPr>
            <p14:xfrm>
              <a:off x="3960549" y="2875585"/>
              <a:ext cx="28440" cy="2160"/>
            </p14:xfrm>
          </p:contentPart>
        </mc:Choice>
        <mc:Fallback xmlns="">
          <p:pic>
            <p:nvPicPr>
              <p:cNvPr id="170" name="Cerneală 169">
                <a:extLst>
                  <a:ext uri="{FF2B5EF4-FFF2-40B4-BE49-F238E27FC236}">
                    <a16:creationId xmlns:a16="http://schemas.microsoft.com/office/drawing/2014/main" id="{18FF41F7-A674-4FD1-A730-D0406083D74E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3942909" y="2857945"/>
                <a:ext cx="6408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71" name="Cerneală 170">
                <a:extLst>
                  <a:ext uri="{FF2B5EF4-FFF2-40B4-BE49-F238E27FC236}">
                    <a16:creationId xmlns:a16="http://schemas.microsoft.com/office/drawing/2014/main" id="{C34989CB-797A-48DF-B322-F20B0647AF04}"/>
                  </a:ext>
                </a:extLst>
              </p14:cNvPr>
              <p14:cNvContentPartPr/>
              <p14:nvPr/>
            </p14:nvContentPartPr>
            <p14:xfrm>
              <a:off x="4278069" y="2868025"/>
              <a:ext cx="46080" cy="3960"/>
            </p14:xfrm>
          </p:contentPart>
        </mc:Choice>
        <mc:Fallback xmlns="">
          <p:pic>
            <p:nvPicPr>
              <p:cNvPr id="171" name="Cerneală 170">
                <a:extLst>
                  <a:ext uri="{FF2B5EF4-FFF2-40B4-BE49-F238E27FC236}">
                    <a16:creationId xmlns:a16="http://schemas.microsoft.com/office/drawing/2014/main" id="{C34989CB-797A-48DF-B322-F20B0647AF04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4260429" y="2850385"/>
                <a:ext cx="8172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72" name="Cerneală 171">
                <a:extLst>
                  <a:ext uri="{FF2B5EF4-FFF2-40B4-BE49-F238E27FC236}">
                    <a16:creationId xmlns:a16="http://schemas.microsoft.com/office/drawing/2014/main" id="{34EB7664-7D54-47BC-818D-02F9A8D503CE}"/>
                  </a:ext>
                </a:extLst>
              </p14:cNvPr>
              <p14:cNvContentPartPr/>
              <p14:nvPr/>
            </p14:nvContentPartPr>
            <p14:xfrm>
              <a:off x="4547709" y="2863345"/>
              <a:ext cx="230040" cy="14400"/>
            </p14:xfrm>
          </p:contentPart>
        </mc:Choice>
        <mc:Fallback xmlns="">
          <p:pic>
            <p:nvPicPr>
              <p:cNvPr id="172" name="Cerneală 171">
                <a:extLst>
                  <a:ext uri="{FF2B5EF4-FFF2-40B4-BE49-F238E27FC236}">
                    <a16:creationId xmlns:a16="http://schemas.microsoft.com/office/drawing/2014/main" id="{34EB7664-7D54-47BC-818D-02F9A8D503CE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4530069" y="2845345"/>
                <a:ext cx="265680" cy="5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78" name="Cerneală 177">
                <a:extLst>
                  <a:ext uri="{FF2B5EF4-FFF2-40B4-BE49-F238E27FC236}">
                    <a16:creationId xmlns:a16="http://schemas.microsoft.com/office/drawing/2014/main" id="{0FDD7F02-B5B6-437F-85A9-54E445975D16}"/>
                  </a:ext>
                </a:extLst>
              </p14:cNvPr>
              <p14:cNvContentPartPr/>
              <p14:nvPr/>
            </p14:nvContentPartPr>
            <p14:xfrm>
              <a:off x="6079509" y="2712865"/>
              <a:ext cx="412920" cy="196920"/>
            </p14:xfrm>
          </p:contentPart>
        </mc:Choice>
        <mc:Fallback xmlns="">
          <p:pic>
            <p:nvPicPr>
              <p:cNvPr id="178" name="Cerneală 177">
                <a:extLst>
                  <a:ext uri="{FF2B5EF4-FFF2-40B4-BE49-F238E27FC236}">
                    <a16:creationId xmlns:a16="http://schemas.microsoft.com/office/drawing/2014/main" id="{0FDD7F02-B5B6-437F-85A9-54E445975D16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6061869" y="2694865"/>
                <a:ext cx="448560" cy="23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179" name="Cerneală 178">
                <a:extLst>
                  <a:ext uri="{FF2B5EF4-FFF2-40B4-BE49-F238E27FC236}">
                    <a16:creationId xmlns:a16="http://schemas.microsoft.com/office/drawing/2014/main" id="{C50CADEE-9FF1-4811-857A-4FA41CE9B609}"/>
                  </a:ext>
                </a:extLst>
              </p14:cNvPr>
              <p14:cNvContentPartPr/>
              <p14:nvPr/>
            </p14:nvContentPartPr>
            <p14:xfrm>
              <a:off x="5183109" y="2698825"/>
              <a:ext cx="686520" cy="406080"/>
            </p14:xfrm>
          </p:contentPart>
        </mc:Choice>
        <mc:Fallback xmlns="">
          <p:pic>
            <p:nvPicPr>
              <p:cNvPr id="179" name="Cerneală 178">
                <a:extLst>
                  <a:ext uri="{FF2B5EF4-FFF2-40B4-BE49-F238E27FC236}">
                    <a16:creationId xmlns:a16="http://schemas.microsoft.com/office/drawing/2014/main" id="{C50CADEE-9FF1-4811-857A-4FA41CE9B609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5165118" y="2681169"/>
                <a:ext cx="722141" cy="4417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180" name="Cerneală 179">
                <a:extLst>
                  <a:ext uri="{FF2B5EF4-FFF2-40B4-BE49-F238E27FC236}">
                    <a16:creationId xmlns:a16="http://schemas.microsoft.com/office/drawing/2014/main" id="{62D02CA7-58BF-43E7-8B2A-84B641656799}"/>
                  </a:ext>
                </a:extLst>
              </p14:cNvPr>
              <p14:cNvContentPartPr/>
              <p14:nvPr/>
            </p14:nvContentPartPr>
            <p14:xfrm>
              <a:off x="2665629" y="2733385"/>
              <a:ext cx="384120" cy="208080"/>
            </p14:xfrm>
          </p:contentPart>
        </mc:Choice>
        <mc:Fallback xmlns="">
          <p:pic>
            <p:nvPicPr>
              <p:cNvPr id="180" name="Cerneală 179">
                <a:extLst>
                  <a:ext uri="{FF2B5EF4-FFF2-40B4-BE49-F238E27FC236}">
                    <a16:creationId xmlns:a16="http://schemas.microsoft.com/office/drawing/2014/main" id="{62D02CA7-58BF-43E7-8B2A-84B641656799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2647629" y="2715745"/>
                <a:ext cx="419760" cy="24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181" name="Cerneală 180">
                <a:extLst>
                  <a:ext uri="{FF2B5EF4-FFF2-40B4-BE49-F238E27FC236}">
                    <a16:creationId xmlns:a16="http://schemas.microsoft.com/office/drawing/2014/main" id="{3CDE79CE-01BC-4ACC-A22F-E1C252533BF0}"/>
                  </a:ext>
                </a:extLst>
              </p14:cNvPr>
              <p14:cNvContentPartPr/>
              <p14:nvPr/>
            </p14:nvContentPartPr>
            <p14:xfrm>
              <a:off x="1211589" y="2718265"/>
              <a:ext cx="343800" cy="198360"/>
            </p14:xfrm>
          </p:contentPart>
        </mc:Choice>
        <mc:Fallback xmlns="">
          <p:pic>
            <p:nvPicPr>
              <p:cNvPr id="181" name="Cerneală 180">
                <a:extLst>
                  <a:ext uri="{FF2B5EF4-FFF2-40B4-BE49-F238E27FC236}">
                    <a16:creationId xmlns:a16="http://schemas.microsoft.com/office/drawing/2014/main" id="{3CDE79CE-01BC-4ACC-A22F-E1C252533BF0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1193931" y="2700625"/>
                <a:ext cx="379477" cy="23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182" name="Cerneală 181">
                <a:extLst>
                  <a:ext uri="{FF2B5EF4-FFF2-40B4-BE49-F238E27FC236}">
                    <a16:creationId xmlns:a16="http://schemas.microsoft.com/office/drawing/2014/main" id="{277995EA-221F-4981-96DF-4C3CA9F57304}"/>
                  </a:ext>
                </a:extLst>
              </p14:cNvPr>
              <p14:cNvContentPartPr/>
              <p14:nvPr/>
            </p14:nvContentPartPr>
            <p14:xfrm>
              <a:off x="6615189" y="2887465"/>
              <a:ext cx="36000" cy="164160"/>
            </p14:xfrm>
          </p:contentPart>
        </mc:Choice>
        <mc:Fallback xmlns="">
          <p:pic>
            <p:nvPicPr>
              <p:cNvPr id="182" name="Cerneală 181">
                <a:extLst>
                  <a:ext uri="{FF2B5EF4-FFF2-40B4-BE49-F238E27FC236}">
                    <a16:creationId xmlns:a16="http://schemas.microsoft.com/office/drawing/2014/main" id="{277995EA-221F-4981-96DF-4C3CA9F57304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6597189" y="2869465"/>
                <a:ext cx="71640" cy="19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185" name="Cerneală 184">
                <a:extLst>
                  <a:ext uri="{FF2B5EF4-FFF2-40B4-BE49-F238E27FC236}">
                    <a16:creationId xmlns:a16="http://schemas.microsoft.com/office/drawing/2014/main" id="{8B1EBEC9-E537-45F9-B286-D0414FB16BA3}"/>
                  </a:ext>
                </a:extLst>
              </p14:cNvPr>
              <p14:cNvContentPartPr/>
              <p14:nvPr/>
            </p14:nvContentPartPr>
            <p14:xfrm>
              <a:off x="7358949" y="2911225"/>
              <a:ext cx="59760" cy="182160"/>
            </p14:xfrm>
          </p:contentPart>
        </mc:Choice>
        <mc:Fallback xmlns="">
          <p:pic>
            <p:nvPicPr>
              <p:cNvPr id="185" name="Cerneală 184">
                <a:extLst>
                  <a:ext uri="{FF2B5EF4-FFF2-40B4-BE49-F238E27FC236}">
                    <a16:creationId xmlns:a16="http://schemas.microsoft.com/office/drawing/2014/main" id="{8B1EBEC9-E537-45F9-B286-D0414FB16BA3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7341309" y="2893585"/>
                <a:ext cx="95400" cy="21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186" name="Cerneală 185">
                <a:extLst>
                  <a:ext uri="{FF2B5EF4-FFF2-40B4-BE49-F238E27FC236}">
                    <a16:creationId xmlns:a16="http://schemas.microsoft.com/office/drawing/2014/main" id="{50994FD6-FC57-4CEC-961C-7535C1BBAE2E}"/>
                  </a:ext>
                </a:extLst>
              </p14:cNvPr>
              <p14:cNvContentPartPr/>
              <p14:nvPr/>
            </p14:nvContentPartPr>
            <p14:xfrm>
              <a:off x="7709589" y="2926345"/>
              <a:ext cx="87120" cy="4680"/>
            </p14:xfrm>
          </p:contentPart>
        </mc:Choice>
        <mc:Fallback xmlns="">
          <p:pic>
            <p:nvPicPr>
              <p:cNvPr id="186" name="Cerneală 185">
                <a:extLst>
                  <a:ext uri="{FF2B5EF4-FFF2-40B4-BE49-F238E27FC236}">
                    <a16:creationId xmlns:a16="http://schemas.microsoft.com/office/drawing/2014/main" id="{50994FD6-FC57-4CEC-961C-7535C1BBAE2E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7691589" y="2908345"/>
                <a:ext cx="12276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187" name="Cerneală 186">
                <a:extLst>
                  <a:ext uri="{FF2B5EF4-FFF2-40B4-BE49-F238E27FC236}">
                    <a16:creationId xmlns:a16="http://schemas.microsoft.com/office/drawing/2014/main" id="{0A49EAF0-203E-49CC-AD2E-EF83F3081296}"/>
                  </a:ext>
                </a:extLst>
              </p14:cNvPr>
              <p14:cNvContentPartPr/>
              <p14:nvPr/>
            </p14:nvContentPartPr>
            <p14:xfrm>
              <a:off x="7979229" y="2919145"/>
              <a:ext cx="363600" cy="11880"/>
            </p14:xfrm>
          </p:contentPart>
        </mc:Choice>
        <mc:Fallback xmlns="">
          <p:pic>
            <p:nvPicPr>
              <p:cNvPr id="187" name="Cerneală 186">
                <a:extLst>
                  <a:ext uri="{FF2B5EF4-FFF2-40B4-BE49-F238E27FC236}">
                    <a16:creationId xmlns:a16="http://schemas.microsoft.com/office/drawing/2014/main" id="{0A49EAF0-203E-49CC-AD2E-EF83F3081296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7961229" y="2901505"/>
                <a:ext cx="399240" cy="4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188" name="Cerneală 187">
                <a:extLst>
                  <a:ext uri="{FF2B5EF4-FFF2-40B4-BE49-F238E27FC236}">
                    <a16:creationId xmlns:a16="http://schemas.microsoft.com/office/drawing/2014/main" id="{492FD30E-3E14-43E6-85C0-D580A5CDDCB6}"/>
                  </a:ext>
                </a:extLst>
              </p14:cNvPr>
              <p14:cNvContentPartPr/>
              <p14:nvPr/>
            </p14:nvContentPartPr>
            <p14:xfrm>
              <a:off x="8706069" y="2983225"/>
              <a:ext cx="360" cy="360"/>
            </p14:xfrm>
          </p:contentPart>
        </mc:Choice>
        <mc:Fallback xmlns="">
          <p:pic>
            <p:nvPicPr>
              <p:cNvPr id="188" name="Cerneală 187">
                <a:extLst>
                  <a:ext uri="{FF2B5EF4-FFF2-40B4-BE49-F238E27FC236}">
                    <a16:creationId xmlns:a16="http://schemas.microsoft.com/office/drawing/2014/main" id="{492FD30E-3E14-43E6-85C0-D580A5CDDCB6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8688069" y="296558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189" name="Cerneală 188">
                <a:extLst>
                  <a:ext uri="{FF2B5EF4-FFF2-40B4-BE49-F238E27FC236}">
                    <a16:creationId xmlns:a16="http://schemas.microsoft.com/office/drawing/2014/main" id="{097275B4-CE13-4EF0-9911-CBBE93E2DBF4}"/>
                  </a:ext>
                </a:extLst>
              </p14:cNvPr>
              <p14:cNvContentPartPr/>
              <p14:nvPr/>
            </p14:nvContentPartPr>
            <p14:xfrm>
              <a:off x="6874389" y="2745265"/>
              <a:ext cx="321120" cy="191520"/>
            </p14:xfrm>
          </p:contentPart>
        </mc:Choice>
        <mc:Fallback xmlns="">
          <p:pic>
            <p:nvPicPr>
              <p:cNvPr id="189" name="Cerneală 188">
                <a:extLst>
                  <a:ext uri="{FF2B5EF4-FFF2-40B4-BE49-F238E27FC236}">
                    <a16:creationId xmlns:a16="http://schemas.microsoft.com/office/drawing/2014/main" id="{097275B4-CE13-4EF0-9911-CBBE93E2DBF4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6856389" y="2727625"/>
                <a:ext cx="356760" cy="22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192" name="Cerneală 191">
                <a:extLst>
                  <a:ext uri="{FF2B5EF4-FFF2-40B4-BE49-F238E27FC236}">
                    <a16:creationId xmlns:a16="http://schemas.microsoft.com/office/drawing/2014/main" id="{0EEC6085-2693-4248-AF2C-AF0C49D70ECD}"/>
                  </a:ext>
                </a:extLst>
              </p14:cNvPr>
              <p14:cNvContentPartPr/>
              <p14:nvPr/>
            </p14:nvContentPartPr>
            <p14:xfrm>
              <a:off x="10228509" y="3836785"/>
              <a:ext cx="371880" cy="263880"/>
            </p14:xfrm>
          </p:contentPart>
        </mc:Choice>
        <mc:Fallback xmlns="">
          <p:pic>
            <p:nvPicPr>
              <p:cNvPr id="192" name="Cerneală 191">
                <a:extLst>
                  <a:ext uri="{FF2B5EF4-FFF2-40B4-BE49-F238E27FC236}">
                    <a16:creationId xmlns:a16="http://schemas.microsoft.com/office/drawing/2014/main" id="{0EEC6085-2693-4248-AF2C-AF0C49D70ECD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10210509" y="3819145"/>
                <a:ext cx="407520" cy="29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195" name="Cerneală 194">
                <a:extLst>
                  <a:ext uri="{FF2B5EF4-FFF2-40B4-BE49-F238E27FC236}">
                    <a16:creationId xmlns:a16="http://schemas.microsoft.com/office/drawing/2014/main" id="{CDBF54CB-5FC9-41A0-839D-3ED278DF0D1E}"/>
                  </a:ext>
                </a:extLst>
              </p14:cNvPr>
              <p14:cNvContentPartPr/>
              <p14:nvPr/>
            </p14:nvContentPartPr>
            <p14:xfrm>
              <a:off x="10269909" y="4244305"/>
              <a:ext cx="418320" cy="194040"/>
            </p14:xfrm>
          </p:contentPart>
        </mc:Choice>
        <mc:Fallback xmlns="">
          <p:pic>
            <p:nvPicPr>
              <p:cNvPr id="195" name="Cerneală 194">
                <a:extLst>
                  <a:ext uri="{FF2B5EF4-FFF2-40B4-BE49-F238E27FC236}">
                    <a16:creationId xmlns:a16="http://schemas.microsoft.com/office/drawing/2014/main" id="{CDBF54CB-5FC9-41A0-839D-3ED278DF0D1E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10251909" y="4226665"/>
                <a:ext cx="453960" cy="22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196" name="Cerneală 195">
                <a:extLst>
                  <a:ext uri="{FF2B5EF4-FFF2-40B4-BE49-F238E27FC236}">
                    <a16:creationId xmlns:a16="http://schemas.microsoft.com/office/drawing/2014/main" id="{CBADD72A-479D-4346-A898-08A3FC31698E}"/>
                  </a:ext>
                </a:extLst>
              </p14:cNvPr>
              <p14:cNvContentPartPr/>
              <p14:nvPr/>
            </p14:nvContentPartPr>
            <p14:xfrm>
              <a:off x="10346949" y="4586305"/>
              <a:ext cx="24840" cy="24120"/>
            </p14:xfrm>
          </p:contentPart>
        </mc:Choice>
        <mc:Fallback xmlns="">
          <p:pic>
            <p:nvPicPr>
              <p:cNvPr id="196" name="Cerneală 195">
                <a:extLst>
                  <a:ext uri="{FF2B5EF4-FFF2-40B4-BE49-F238E27FC236}">
                    <a16:creationId xmlns:a16="http://schemas.microsoft.com/office/drawing/2014/main" id="{CBADD72A-479D-4346-A898-08A3FC31698E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10329309" y="4568305"/>
                <a:ext cx="60480" cy="5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197" name="Cerneală 196">
                <a:extLst>
                  <a:ext uri="{FF2B5EF4-FFF2-40B4-BE49-F238E27FC236}">
                    <a16:creationId xmlns:a16="http://schemas.microsoft.com/office/drawing/2014/main" id="{BA41A6EF-32AF-488E-AE70-125208767E0B}"/>
                  </a:ext>
                </a:extLst>
              </p14:cNvPr>
              <p14:cNvContentPartPr/>
              <p14:nvPr/>
            </p14:nvContentPartPr>
            <p14:xfrm>
              <a:off x="10337229" y="4682425"/>
              <a:ext cx="24840" cy="50400"/>
            </p14:xfrm>
          </p:contentPart>
        </mc:Choice>
        <mc:Fallback xmlns="">
          <p:pic>
            <p:nvPicPr>
              <p:cNvPr id="197" name="Cerneală 196">
                <a:extLst>
                  <a:ext uri="{FF2B5EF4-FFF2-40B4-BE49-F238E27FC236}">
                    <a16:creationId xmlns:a16="http://schemas.microsoft.com/office/drawing/2014/main" id="{BA41A6EF-32AF-488E-AE70-125208767E0B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10319229" y="4664425"/>
                <a:ext cx="60480" cy="8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198" name="Cerneală 197">
                <a:extLst>
                  <a:ext uri="{FF2B5EF4-FFF2-40B4-BE49-F238E27FC236}">
                    <a16:creationId xmlns:a16="http://schemas.microsoft.com/office/drawing/2014/main" id="{8815B772-AC7B-48B4-AF72-F1E084808546}"/>
                  </a:ext>
                </a:extLst>
              </p14:cNvPr>
              <p14:cNvContentPartPr/>
              <p14:nvPr/>
            </p14:nvContentPartPr>
            <p14:xfrm>
              <a:off x="10346949" y="4802665"/>
              <a:ext cx="3960" cy="24840"/>
            </p14:xfrm>
          </p:contentPart>
        </mc:Choice>
        <mc:Fallback xmlns="">
          <p:pic>
            <p:nvPicPr>
              <p:cNvPr id="198" name="Cerneală 197">
                <a:extLst>
                  <a:ext uri="{FF2B5EF4-FFF2-40B4-BE49-F238E27FC236}">
                    <a16:creationId xmlns:a16="http://schemas.microsoft.com/office/drawing/2014/main" id="{8815B772-AC7B-48B4-AF72-F1E084808546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10329309" y="4785025"/>
                <a:ext cx="39600" cy="6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201" name="Cerneală 200">
                <a:extLst>
                  <a:ext uri="{FF2B5EF4-FFF2-40B4-BE49-F238E27FC236}">
                    <a16:creationId xmlns:a16="http://schemas.microsoft.com/office/drawing/2014/main" id="{317E3BBD-FD13-409C-8E50-EE112AD1CCED}"/>
                  </a:ext>
                </a:extLst>
              </p14:cNvPr>
              <p14:cNvContentPartPr/>
              <p14:nvPr/>
            </p14:nvContentPartPr>
            <p14:xfrm>
              <a:off x="10337229" y="5040985"/>
              <a:ext cx="271800" cy="192960"/>
            </p14:xfrm>
          </p:contentPart>
        </mc:Choice>
        <mc:Fallback xmlns="">
          <p:pic>
            <p:nvPicPr>
              <p:cNvPr id="201" name="Cerneală 200">
                <a:extLst>
                  <a:ext uri="{FF2B5EF4-FFF2-40B4-BE49-F238E27FC236}">
                    <a16:creationId xmlns:a16="http://schemas.microsoft.com/office/drawing/2014/main" id="{317E3BBD-FD13-409C-8E50-EE112AD1CCED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10319229" y="5023345"/>
                <a:ext cx="307440" cy="22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204" name="Cerneală 203">
                <a:extLst>
                  <a:ext uri="{FF2B5EF4-FFF2-40B4-BE49-F238E27FC236}">
                    <a16:creationId xmlns:a16="http://schemas.microsoft.com/office/drawing/2014/main" id="{022334ED-3D2B-47B1-AC55-2F0AFAAEFFA3}"/>
                  </a:ext>
                </a:extLst>
              </p14:cNvPr>
              <p14:cNvContentPartPr/>
              <p14:nvPr/>
            </p14:nvContentPartPr>
            <p14:xfrm>
              <a:off x="10462509" y="5726785"/>
              <a:ext cx="360" cy="360"/>
            </p14:xfrm>
          </p:contentPart>
        </mc:Choice>
        <mc:Fallback xmlns="">
          <p:pic>
            <p:nvPicPr>
              <p:cNvPr id="204" name="Cerneală 203">
                <a:extLst>
                  <a:ext uri="{FF2B5EF4-FFF2-40B4-BE49-F238E27FC236}">
                    <a16:creationId xmlns:a16="http://schemas.microsoft.com/office/drawing/2014/main" id="{022334ED-3D2B-47B1-AC55-2F0AFAAEFFA3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10444509" y="570878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9">
            <p14:nvContentPartPr>
              <p14:cNvPr id="205" name="Cerneală 204">
                <a:extLst>
                  <a:ext uri="{FF2B5EF4-FFF2-40B4-BE49-F238E27FC236}">
                    <a16:creationId xmlns:a16="http://schemas.microsoft.com/office/drawing/2014/main" id="{517ECE31-DE6A-41DB-B17A-19FCACD42FC7}"/>
                  </a:ext>
                </a:extLst>
              </p14:cNvPr>
              <p14:cNvContentPartPr/>
              <p14:nvPr/>
            </p14:nvContentPartPr>
            <p14:xfrm>
              <a:off x="10446669" y="5856745"/>
              <a:ext cx="1440" cy="23040"/>
            </p14:xfrm>
          </p:contentPart>
        </mc:Choice>
        <mc:Fallback xmlns="">
          <p:pic>
            <p:nvPicPr>
              <p:cNvPr id="205" name="Cerneală 204">
                <a:extLst>
                  <a:ext uri="{FF2B5EF4-FFF2-40B4-BE49-F238E27FC236}">
                    <a16:creationId xmlns:a16="http://schemas.microsoft.com/office/drawing/2014/main" id="{517ECE31-DE6A-41DB-B17A-19FCACD42FC7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10429029" y="5838745"/>
                <a:ext cx="37080" cy="5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1">
            <p14:nvContentPartPr>
              <p14:cNvPr id="206" name="Cerneală 205">
                <a:extLst>
                  <a:ext uri="{FF2B5EF4-FFF2-40B4-BE49-F238E27FC236}">
                    <a16:creationId xmlns:a16="http://schemas.microsoft.com/office/drawing/2014/main" id="{ADD0F738-7F42-47B9-BBED-E445FA79BB46}"/>
                  </a:ext>
                </a:extLst>
              </p14:cNvPr>
              <p14:cNvContentPartPr/>
              <p14:nvPr/>
            </p14:nvContentPartPr>
            <p14:xfrm>
              <a:off x="10429389" y="5967625"/>
              <a:ext cx="4680" cy="41760"/>
            </p14:xfrm>
          </p:contentPart>
        </mc:Choice>
        <mc:Fallback xmlns="">
          <p:pic>
            <p:nvPicPr>
              <p:cNvPr id="206" name="Cerneală 205">
                <a:extLst>
                  <a:ext uri="{FF2B5EF4-FFF2-40B4-BE49-F238E27FC236}">
                    <a16:creationId xmlns:a16="http://schemas.microsoft.com/office/drawing/2014/main" id="{ADD0F738-7F42-47B9-BBED-E445FA79BB46}"/>
                  </a:ext>
                </a:extLst>
              </p:cNvPr>
              <p:cNvPicPr/>
              <p:nvPr/>
            </p:nvPicPr>
            <p:blipFill>
              <a:blip r:embed="rId122"/>
              <a:stretch>
                <a:fillRect/>
              </a:stretch>
            </p:blipFill>
            <p:spPr>
              <a:xfrm>
                <a:off x="10411749" y="5949625"/>
                <a:ext cx="40320" cy="7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3">
            <p14:nvContentPartPr>
              <p14:cNvPr id="207" name="Cerneală 206">
                <a:extLst>
                  <a:ext uri="{FF2B5EF4-FFF2-40B4-BE49-F238E27FC236}">
                    <a16:creationId xmlns:a16="http://schemas.microsoft.com/office/drawing/2014/main" id="{52EE082E-E2B2-4678-8B05-0B0AE2EF9F43}"/>
                  </a:ext>
                </a:extLst>
              </p14:cNvPr>
              <p14:cNvContentPartPr/>
              <p14:nvPr/>
            </p14:nvContentPartPr>
            <p14:xfrm>
              <a:off x="10346949" y="6141145"/>
              <a:ext cx="133560" cy="169560"/>
            </p14:xfrm>
          </p:contentPart>
        </mc:Choice>
        <mc:Fallback xmlns="">
          <p:pic>
            <p:nvPicPr>
              <p:cNvPr id="207" name="Cerneală 206">
                <a:extLst>
                  <a:ext uri="{FF2B5EF4-FFF2-40B4-BE49-F238E27FC236}">
                    <a16:creationId xmlns:a16="http://schemas.microsoft.com/office/drawing/2014/main" id="{52EE082E-E2B2-4678-8B05-0B0AE2EF9F43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10329309" y="6123145"/>
                <a:ext cx="169200" cy="20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5">
            <p14:nvContentPartPr>
              <p14:cNvPr id="208" name="Cerneală 207">
                <a:extLst>
                  <a:ext uri="{FF2B5EF4-FFF2-40B4-BE49-F238E27FC236}">
                    <a16:creationId xmlns:a16="http://schemas.microsoft.com/office/drawing/2014/main" id="{1400ABBF-E497-4F28-B15A-A482CCFF0529}"/>
                  </a:ext>
                </a:extLst>
              </p14:cNvPr>
              <p14:cNvContentPartPr/>
              <p14:nvPr/>
            </p14:nvContentPartPr>
            <p14:xfrm>
              <a:off x="10564749" y="6140785"/>
              <a:ext cx="167760" cy="179280"/>
            </p14:xfrm>
          </p:contentPart>
        </mc:Choice>
        <mc:Fallback xmlns="">
          <p:pic>
            <p:nvPicPr>
              <p:cNvPr id="208" name="Cerneală 207">
                <a:extLst>
                  <a:ext uri="{FF2B5EF4-FFF2-40B4-BE49-F238E27FC236}">
                    <a16:creationId xmlns:a16="http://schemas.microsoft.com/office/drawing/2014/main" id="{1400ABBF-E497-4F28-B15A-A482CCFF0529}"/>
                  </a:ext>
                </a:extLst>
              </p:cNvPr>
              <p:cNvPicPr/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10546749" y="6123145"/>
                <a:ext cx="203400" cy="21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7">
            <p14:nvContentPartPr>
              <p14:cNvPr id="209" name="Cerneală 208">
                <a:extLst>
                  <a:ext uri="{FF2B5EF4-FFF2-40B4-BE49-F238E27FC236}">
                    <a16:creationId xmlns:a16="http://schemas.microsoft.com/office/drawing/2014/main" id="{17C9CBD2-C144-4BC5-8AA3-EC5EC86660B3}"/>
                  </a:ext>
                </a:extLst>
              </p14:cNvPr>
              <p14:cNvContentPartPr/>
              <p14:nvPr/>
            </p14:nvContentPartPr>
            <p14:xfrm>
              <a:off x="10314909" y="5413225"/>
              <a:ext cx="365040" cy="221760"/>
            </p14:xfrm>
          </p:contentPart>
        </mc:Choice>
        <mc:Fallback xmlns="">
          <p:pic>
            <p:nvPicPr>
              <p:cNvPr id="209" name="Cerneală 208">
                <a:extLst>
                  <a:ext uri="{FF2B5EF4-FFF2-40B4-BE49-F238E27FC236}">
                    <a16:creationId xmlns:a16="http://schemas.microsoft.com/office/drawing/2014/main" id="{17C9CBD2-C144-4BC5-8AA3-EC5EC86660B3}"/>
                  </a:ext>
                </a:extLst>
              </p:cNvPr>
              <p:cNvPicPr/>
              <p:nvPr/>
            </p:nvPicPr>
            <p:blipFill>
              <a:blip r:embed="rId128"/>
              <a:stretch>
                <a:fillRect/>
              </a:stretch>
            </p:blipFill>
            <p:spPr>
              <a:xfrm>
                <a:off x="10296927" y="5395225"/>
                <a:ext cx="400645" cy="25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9">
            <p14:nvContentPartPr>
              <p14:cNvPr id="210" name="Cerneală 209">
                <a:extLst>
                  <a:ext uri="{FF2B5EF4-FFF2-40B4-BE49-F238E27FC236}">
                    <a16:creationId xmlns:a16="http://schemas.microsoft.com/office/drawing/2014/main" id="{F6852965-705B-4F47-8B74-1F7248C14C91}"/>
                  </a:ext>
                </a:extLst>
              </p14:cNvPr>
              <p14:cNvContentPartPr/>
              <p14:nvPr/>
            </p14:nvContentPartPr>
            <p14:xfrm>
              <a:off x="10675989" y="6428785"/>
              <a:ext cx="115920" cy="183960"/>
            </p14:xfrm>
          </p:contentPart>
        </mc:Choice>
        <mc:Fallback xmlns="">
          <p:pic>
            <p:nvPicPr>
              <p:cNvPr id="210" name="Cerneală 209">
                <a:extLst>
                  <a:ext uri="{FF2B5EF4-FFF2-40B4-BE49-F238E27FC236}">
                    <a16:creationId xmlns:a16="http://schemas.microsoft.com/office/drawing/2014/main" id="{F6852965-705B-4F47-8B74-1F7248C14C91}"/>
                  </a:ext>
                </a:extLst>
              </p:cNvPr>
              <p:cNvPicPr/>
              <p:nvPr/>
            </p:nvPicPr>
            <p:blipFill>
              <a:blip r:embed="rId130"/>
              <a:stretch>
                <a:fillRect/>
              </a:stretch>
            </p:blipFill>
            <p:spPr>
              <a:xfrm>
                <a:off x="10658349" y="6411145"/>
                <a:ext cx="151560" cy="21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1">
            <p14:nvContentPartPr>
              <p14:cNvPr id="211" name="Cerneală 210">
                <a:extLst>
                  <a:ext uri="{FF2B5EF4-FFF2-40B4-BE49-F238E27FC236}">
                    <a16:creationId xmlns:a16="http://schemas.microsoft.com/office/drawing/2014/main" id="{47038176-7B0A-41E9-A156-012DF549D1F0}"/>
                  </a:ext>
                </a:extLst>
              </p14:cNvPr>
              <p14:cNvContentPartPr/>
              <p14:nvPr/>
            </p14:nvContentPartPr>
            <p14:xfrm>
              <a:off x="10380429" y="6473065"/>
              <a:ext cx="150120" cy="150480"/>
            </p14:xfrm>
          </p:contentPart>
        </mc:Choice>
        <mc:Fallback xmlns="">
          <p:pic>
            <p:nvPicPr>
              <p:cNvPr id="211" name="Cerneală 210">
                <a:extLst>
                  <a:ext uri="{FF2B5EF4-FFF2-40B4-BE49-F238E27FC236}">
                    <a16:creationId xmlns:a16="http://schemas.microsoft.com/office/drawing/2014/main" id="{47038176-7B0A-41E9-A156-012DF549D1F0}"/>
                  </a:ext>
                </a:extLst>
              </p:cNvPr>
              <p:cNvPicPr/>
              <p:nvPr/>
            </p:nvPicPr>
            <p:blipFill>
              <a:blip r:embed="rId132"/>
              <a:stretch>
                <a:fillRect/>
              </a:stretch>
            </p:blipFill>
            <p:spPr>
              <a:xfrm>
                <a:off x="10362789" y="6455065"/>
                <a:ext cx="185760" cy="186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1746951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9" name="Cerneală 78">
                <a:extLst>
                  <a:ext uri="{FF2B5EF4-FFF2-40B4-BE49-F238E27FC236}">
                    <a16:creationId xmlns:a16="http://schemas.microsoft.com/office/drawing/2014/main" id="{5386A488-60AF-443F-9B67-1399AE9692C4}"/>
                  </a:ext>
                </a:extLst>
              </p14:cNvPr>
              <p14:cNvContentPartPr/>
              <p14:nvPr/>
            </p14:nvContentPartPr>
            <p14:xfrm>
              <a:off x="6644634" y="2240293"/>
              <a:ext cx="4959000" cy="3077640"/>
            </p14:xfrm>
          </p:contentPart>
        </mc:Choice>
        <mc:Fallback xmlns="">
          <p:pic>
            <p:nvPicPr>
              <p:cNvPr id="79" name="Cerneală 78">
                <a:extLst>
                  <a:ext uri="{FF2B5EF4-FFF2-40B4-BE49-F238E27FC236}">
                    <a16:creationId xmlns:a16="http://schemas.microsoft.com/office/drawing/2014/main" id="{5386A488-60AF-443F-9B67-1399AE9692C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626635" y="2222293"/>
                <a:ext cx="4994637" cy="311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45" name="Cerneală 144">
                <a:extLst>
                  <a:ext uri="{FF2B5EF4-FFF2-40B4-BE49-F238E27FC236}">
                    <a16:creationId xmlns:a16="http://schemas.microsoft.com/office/drawing/2014/main" id="{8297722B-8093-4E69-AB3A-FF7B6B1546CB}"/>
                  </a:ext>
                </a:extLst>
              </p14:cNvPr>
              <p14:cNvContentPartPr/>
              <p14:nvPr/>
            </p14:nvContentPartPr>
            <p14:xfrm>
              <a:off x="5760189" y="3445465"/>
              <a:ext cx="1117080" cy="73440"/>
            </p14:xfrm>
          </p:contentPart>
        </mc:Choice>
        <mc:Fallback xmlns="">
          <p:pic>
            <p:nvPicPr>
              <p:cNvPr id="145" name="Cerneală 144">
                <a:extLst>
                  <a:ext uri="{FF2B5EF4-FFF2-40B4-BE49-F238E27FC236}">
                    <a16:creationId xmlns:a16="http://schemas.microsoft.com/office/drawing/2014/main" id="{8297722B-8093-4E69-AB3A-FF7B6B1546C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742549" y="3409465"/>
                <a:ext cx="1152720" cy="14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46" name="Cerneală 145">
                <a:extLst>
                  <a:ext uri="{FF2B5EF4-FFF2-40B4-BE49-F238E27FC236}">
                    <a16:creationId xmlns:a16="http://schemas.microsoft.com/office/drawing/2014/main" id="{659C8F96-C9DE-45B9-B362-31EB980EA243}"/>
                  </a:ext>
                </a:extLst>
              </p14:cNvPr>
              <p14:cNvContentPartPr/>
              <p14:nvPr/>
            </p14:nvContentPartPr>
            <p14:xfrm>
              <a:off x="6186069" y="3349345"/>
              <a:ext cx="337680" cy="289800"/>
            </p14:xfrm>
          </p:contentPart>
        </mc:Choice>
        <mc:Fallback xmlns="">
          <p:pic>
            <p:nvPicPr>
              <p:cNvPr id="146" name="Cerneală 145">
                <a:extLst>
                  <a:ext uri="{FF2B5EF4-FFF2-40B4-BE49-F238E27FC236}">
                    <a16:creationId xmlns:a16="http://schemas.microsoft.com/office/drawing/2014/main" id="{659C8F96-C9DE-45B9-B362-31EB980EA24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168429" y="3313705"/>
                <a:ext cx="373320" cy="36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47" name="Cerneală 146">
                <a:extLst>
                  <a:ext uri="{FF2B5EF4-FFF2-40B4-BE49-F238E27FC236}">
                    <a16:creationId xmlns:a16="http://schemas.microsoft.com/office/drawing/2014/main" id="{AA3F021B-E78D-4C02-94BE-90E325734955}"/>
                  </a:ext>
                </a:extLst>
              </p14:cNvPr>
              <p14:cNvContentPartPr/>
              <p14:nvPr/>
            </p14:nvContentPartPr>
            <p14:xfrm>
              <a:off x="6013989" y="3960625"/>
              <a:ext cx="986040" cy="44280"/>
            </p14:xfrm>
          </p:contentPart>
        </mc:Choice>
        <mc:Fallback xmlns="">
          <p:pic>
            <p:nvPicPr>
              <p:cNvPr id="147" name="Cerneală 146">
                <a:extLst>
                  <a:ext uri="{FF2B5EF4-FFF2-40B4-BE49-F238E27FC236}">
                    <a16:creationId xmlns:a16="http://schemas.microsoft.com/office/drawing/2014/main" id="{AA3F021B-E78D-4C02-94BE-90E32573495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995989" y="3924625"/>
                <a:ext cx="1021680" cy="11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48" name="Cerneală 147">
                <a:extLst>
                  <a:ext uri="{FF2B5EF4-FFF2-40B4-BE49-F238E27FC236}">
                    <a16:creationId xmlns:a16="http://schemas.microsoft.com/office/drawing/2014/main" id="{393B1CC6-0DD2-4741-9015-E87FD20F2341}"/>
                  </a:ext>
                </a:extLst>
              </p14:cNvPr>
              <p14:cNvContentPartPr/>
              <p14:nvPr/>
            </p14:nvContentPartPr>
            <p14:xfrm>
              <a:off x="6399189" y="3850105"/>
              <a:ext cx="292680" cy="403560"/>
            </p14:xfrm>
          </p:contentPart>
        </mc:Choice>
        <mc:Fallback xmlns="">
          <p:pic>
            <p:nvPicPr>
              <p:cNvPr id="148" name="Cerneală 147">
                <a:extLst>
                  <a:ext uri="{FF2B5EF4-FFF2-40B4-BE49-F238E27FC236}">
                    <a16:creationId xmlns:a16="http://schemas.microsoft.com/office/drawing/2014/main" id="{393B1CC6-0DD2-4741-9015-E87FD20F234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381549" y="3814105"/>
                <a:ext cx="328320" cy="47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49" name="Cerneală 148">
                <a:extLst>
                  <a:ext uri="{FF2B5EF4-FFF2-40B4-BE49-F238E27FC236}">
                    <a16:creationId xmlns:a16="http://schemas.microsoft.com/office/drawing/2014/main" id="{C1417B26-7F85-4A52-9035-359509A08E3A}"/>
                  </a:ext>
                </a:extLst>
              </p14:cNvPr>
              <p14:cNvContentPartPr/>
              <p14:nvPr/>
            </p14:nvContentPartPr>
            <p14:xfrm>
              <a:off x="437589" y="3368785"/>
              <a:ext cx="820440" cy="9720"/>
            </p14:xfrm>
          </p:contentPart>
        </mc:Choice>
        <mc:Fallback xmlns="">
          <p:pic>
            <p:nvPicPr>
              <p:cNvPr id="149" name="Cerneală 148">
                <a:extLst>
                  <a:ext uri="{FF2B5EF4-FFF2-40B4-BE49-F238E27FC236}">
                    <a16:creationId xmlns:a16="http://schemas.microsoft.com/office/drawing/2014/main" id="{C1417B26-7F85-4A52-9035-359509A08E3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19949" y="3332785"/>
                <a:ext cx="856080" cy="8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50" name="Cerneală 149">
                <a:extLst>
                  <a:ext uri="{FF2B5EF4-FFF2-40B4-BE49-F238E27FC236}">
                    <a16:creationId xmlns:a16="http://schemas.microsoft.com/office/drawing/2014/main" id="{5008F913-7F3E-4FE8-9144-828276573F1E}"/>
                  </a:ext>
                </a:extLst>
              </p14:cNvPr>
              <p14:cNvContentPartPr/>
              <p14:nvPr/>
            </p14:nvContentPartPr>
            <p14:xfrm>
              <a:off x="662589" y="3267625"/>
              <a:ext cx="169560" cy="255600"/>
            </p14:xfrm>
          </p:contentPart>
        </mc:Choice>
        <mc:Fallback xmlns="">
          <p:pic>
            <p:nvPicPr>
              <p:cNvPr id="150" name="Cerneală 149">
                <a:extLst>
                  <a:ext uri="{FF2B5EF4-FFF2-40B4-BE49-F238E27FC236}">
                    <a16:creationId xmlns:a16="http://schemas.microsoft.com/office/drawing/2014/main" id="{5008F913-7F3E-4FE8-9144-828276573F1E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44589" y="3231625"/>
                <a:ext cx="205200" cy="32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51" name="Cerneală 150">
                <a:extLst>
                  <a:ext uri="{FF2B5EF4-FFF2-40B4-BE49-F238E27FC236}">
                    <a16:creationId xmlns:a16="http://schemas.microsoft.com/office/drawing/2014/main" id="{12570AD0-21FF-408A-B0A9-BCFC4DDE8CB1}"/>
                  </a:ext>
                </a:extLst>
              </p14:cNvPr>
              <p14:cNvContentPartPr/>
              <p14:nvPr/>
            </p14:nvContentPartPr>
            <p14:xfrm>
              <a:off x="327069" y="2704225"/>
              <a:ext cx="68760" cy="261360"/>
            </p14:xfrm>
          </p:contentPart>
        </mc:Choice>
        <mc:Fallback xmlns="">
          <p:pic>
            <p:nvPicPr>
              <p:cNvPr id="151" name="Cerneală 150">
                <a:extLst>
                  <a:ext uri="{FF2B5EF4-FFF2-40B4-BE49-F238E27FC236}">
                    <a16:creationId xmlns:a16="http://schemas.microsoft.com/office/drawing/2014/main" id="{12570AD0-21FF-408A-B0A9-BCFC4DDE8CB1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09069" y="2668585"/>
                <a:ext cx="104400" cy="33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52" name="Cerneală 151">
                <a:extLst>
                  <a:ext uri="{FF2B5EF4-FFF2-40B4-BE49-F238E27FC236}">
                    <a16:creationId xmlns:a16="http://schemas.microsoft.com/office/drawing/2014/main" id="{C5A76B0C-30BF-41B0-8FF1-11103154BDA0}"/>
                  </a:ext>
                </a:extLst>
              </p14:cNvPr>
              <p14:cNvContentPartPr/>
              <p14:nvPr/>
            </p14:nvContentPartPr>
            <p14:xfrm>
              <a:off x="472509" y="2737345"/>
              <a:ext cx="28080" cy="242280"/>
            </p14:xfrm>
          </p:contentPart>
        </mc:Choice>
        <mc:Fallback xmlns="">
          <p:pic>
            <p:nvPicPr>
              <p:cNvPr id="152" name="Cerneală 151">
                <a:extLst>
                  <a:ext uri="{FF2B5EF4-FFF2-40B4-BE49-F238E27FC236}">
                    <a16:creationId xmlns:a16="http://schemas.microsoft.com/office/drawing/2014/main" id="{C5A76B0C-30BF-41B0-8FF1-11103154BDA0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54869" y="2701345"/>
                <a:ext cx="63720" cy="31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53" name="Cerneală 152">
                <a:extLst>
                  <a:ext uri="{FF2B5EF4-FFF2-40B4-BE49-F238E27FC236}">
                    <a16:creationId xmlns:a16="http://schemas.microsoft.com/office/drawing/2014/main" id="{710E66F8-1F6C-460D-9047-5BD18A5671F6}"/>
                  </a:ext>
                </a:extLst>
              </p14:cNvPr>
              <p14:cNvContentPartPr/>
              <p14:nvPr/>
            </p14:nvContentPartPr>
            <p14:xfrm>
              <a:off x="608949" y="2747785"/>
              <a:ext cx="21600" cy="205560"/>
            </p14:xfrm>
          </p:contentPart>
        </mc:Choice>
        <mc:Fallback xmlns="">
          <p:pic>
            <p:nvPicPr>
              <p:cNvPr id="153" name="Cerneală 152">
                <a:extLst>
                  <a:ext uri="{FF2B5EF4-FFF2-40B4-BE49-F238E27FC236}">
                    <a16:creationId xmlns:a16="http://schemas.microsoft.com/office/drawing/2014/main" id="{710E66F8-1F6C-460D-9047-5BD18A5671F6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91309" y="2711785"/>
                <a:ext cx="57240" cy="27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54" name="Cerneală 153">
                <a:extLst>
                  <a:ext uri="{FF2B5EF4-FFF2-40B4-BE49-F238E27FC236}">
                    <a16:creationId xmlns:a16="http://schemas.microsoft.com/office/drawing/2014/main" id="{593DAD52-E617-4C57-9BF1-38CEAB023F4F}"/>
                  </a:ext>
                </a:extLst>
              </p14:cNvPr>
              <p14:cNvContentPartPr/>
              <p14:nvPr/>
            </p14:nvContentPartPr>
            <p14:xfrm>
              <a:off x="620469" y="2675425"/>
              <a:ext cx="181800" cy="211680"/>
            </p14:xfrm>
          </p:contentPart>
        </mc:Choice>
        <mc:Fallback xmlns="">
          <p:pic>
            <p:nvPicPr>
              <p:cNvPr id="154" name="Cerneală 153">
                <a:extLst>
                  <a:ext uri="{FF2B5EF4-FFF2-40B4-BE49-F238E27FC236}">
                    <a16:creationId xmlns:a16="http://schemas.microsoft.com/office/drawing/2014/main" id="{593DAD52-E617-4C57-9BF1-38CEAB023F4F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02829" y="2639425"/>
                <a:ext cx="217440" cy="28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55" name="Cerneală 154">
                <a:extLst>
                  <a:ext uri="{FF2B5EF4-FFF2-40B4-BE49-F238E27FC236}">
                    <a16:creationId xmlns:a16="http://schemas.microsoft.com/office/drawing/2014/main" id="{35FCBCB1-3A88-4E5A-A5F0-EAC24B739352}"/>
                  </a:ext>
                </a:extLst>
              </p14:cNvPr>
              <p14:cNvContentPartPr/>
              <p14:nvPr/>
            </p14:nvContentPartPr>
            <p14:xfrm>
              <a:off x="381429" y="2969185"/>
              <a:ext cx="37440" cy="2160"/>
            </p14:xfrm>
          </p:contentPart>
        </mc:Choice>
        <mc:Fallback xmlns="">
          <p:pic>
            <p:nvPicPr>
              <p:cNvPr id="155" name="Cerneală 154">
                <a:extLst>
                  <a:ext uri="{FF2B5EF4-FFF2-40B4-BE49-F238E27FC236}">
                    <a16:creationId xmlns:a16="http://schemas.microsoft.com/office/drawing/2014/main" id="{35FCBCB1-3A88-4E5A-A5F0-EAC24B739352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63429" y="2933545"/>
                <a:ext cx="73080" cy="7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56" name="Cerneală 155">
                <a:extLst>
                  <a:ext uri="{FF2B5EF4-FFF2-40B4-BE49-F238E27FC236}">
                    <a16:creationId xmlns:a16="http://schemas.microsoft.com/office/drawing/2014/main" id="{6BA8ED48-301C-444D-B72A-51E945EE5AFE}"/>
                  </a:ext>
                </a:extLst>
              </p14:cNvPr>
              <p14:cNvContentPartPr/>
              <p14:nvPr/>
            </p14:nvContentPartPr>
            <p14:xfrm>
              <a:off x="210429" y="3902665"/>
              <a:ext cx="959040" cy="604080"/>
            </p14:xfrm>
          </p:contentPart>
        </mc:Choice>
        <mc:Fallback xmlns="">
          <p:pic>
            <p:nvPicPr>
              <p:cNvPr id="156" name="Cerneală 155">
                <a:extLst>
                  <a:ext uri="{FF2B5EF4-FFF2-40B4-BE49-F238E27FC236}">
                    <a16:creationId xmlns:a16="http://schemas.microsoft.com/office/drawing/2014/main" id="{6BA8ED48-301C-444D-B72A-51E945EE5AFE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92789" y="3867025"/>
                <a:ext cx="994680" cy="67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57" name="Cerneală 156">
                <a:extLst>
                  <a:ext uri="{FF2B5EF4-FFF2-40B4-BE49-F238E27FC236}">
                    <a16:creationId xmlns:a16="http://schemas.microsoft.com/office/drawing/2014/main" id="{FFFA14B6-8B5E-432F-9BA9-812311E18C55}"/>
                  </a:ext>
                </a:extLst>
              </p14:cNvPr>
              <p14:cNvContentPartPr/>
              <p14:nvPr/>
            </p14:nvContentPartPr>
            <p14:xfrm>
              <a:off x="329229" y="4377865"/>
              <a:ext cx="213480" cy="300960"/>
            </p14:xfrm>
          </p:contentPart>
        </mc:Choice>
        <mc:Fallback xmlns="">
          <p:pic>
            <p:nvPicPr>
              <p:cNvPr id="157" name="Cerneală 156">
                <a:extLst>
                  <a:ext uri="{FF2B5EF4-FFF2-40B4-BE49-F238E27FC236}">
                    <a16:creationId xmlns:a16="http://schemas.microsoft.com/office/drawing/2014/main" id="{FFFA14B6-8B5E-432F-9BA9-812311E18C55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11589" y="4341865"/>
                <a:ext cx="249120" cy="37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58" name="Cerneală 157">
                <a:extLst>
                  <a:ext uri="{FF2B5EF4-FFF2-40B4-BE49-F238E27FC236}">
                    <a16:creationId xmlns:a16="http://schemas.microsoft.com/office/drawing/2014/main" id="{41E984BC-6319-4712-B6FD-BAAE64B60AFB}"/>
                  </a:ext>
                </a:extLst>
              </p14:cNvPr>
              <p14:cNvContentPartPr/>
              <p14:nvPr/>
            </p14:nvContentPartPr>
            <p14:xfrm>
              <a:off x="360549" y="4942345"/>
              <a:ext cx="28800" cy="225000"/>
            </p14:xfrm>
          </p:contentPart>
        </mc:Choice>
        <mc:Fallback xmlns="">
          <p:pic>
            <p:nvPicPr>
              <p:cNvPr id="158" name="Cerneală 157">
                <a:extLst>
                  <a:ext uri="{FF2B5EF4-FFF2-40B4-BE49-F238E27FC236}">
                    <a16:creationId xmlns:a16="http://schemas.microsoft.com/office/drawing/2014/main" id="{41E984BC-6319-4712-B6FD-BAAE64B60AFB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42909" y="4906705"/>
                <a:ext cx="64440" cy="29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59" name="Cerneală 158">
                <a:extLst>
                  <a:ext uri="{FF2B5EF4-FFF2-40B4-BE49-F238E27FC236}">
                    <a16:creationId xmlns:a16="http://schemas.microsoft.com/office/drawing/2014/main" id="{BEEA5F1F-BE03-44AB-ADEB-26A2688821B4}"/>
                  </a:ext>
                </a:extLst>
              </p14:cNvPr>
              <p14:cNvContentPartPr/>
              <p14:nvPr/>
            </p14:nvContentPartPr>
            <p14:xfrm>
              <a:off x="335709" y="4927945"/>
              <a:ext cx="160200" cy="306000"/>
            </p14:xfrm>
          </p:contentPart>
        </mc:Choice>
        <mc:Fallback xmlns="">
          <p:pic>
            <p:nvPicPr>
              <p:cNvPr id="159" name="Cerneală 158">
                <a:extLst>
                  <a:ext uri="{FF2B5EF4-FFF2-40B4-BE49-F238E27FC236}">
                    <a16:creationId xmlns:a16="http://schemas.microsoft.com/office/drawing/2014/main" id="{BEEA5F1F-BE03-44AB-ADEB-26A2688821B4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18069" y="4891945"/>
                <a:ext cx="195840" cy="37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64" name="Cerneală 163">
                <a:extLst>
                  <a:ext uri="{FF2B5EF4-FFF2-40B4-BE49-F238E27FC236}">
                    <a16:creationId xmlns:a16="http://schemas.microsoft.com/office/drawing/2014/main" id="{FA2AB9F6-BDAA-497F-A5ED-E121FD12409A}"/>
                  </a:ext>
                </a:extLst>
              </p14:cNvPr>
              <p14:cNvContentPartPr/>
              <p14:nvPr/>
            </p14:nvContentPartPr>
            <p14:xfrm>
              <a:off x="551709" y="4990585"/>
              <a:ext cx="129600" cy="225720"/>
            </p14:xfrm>
          </p:contentPart>
        </mc:Choice>
        <mc:Fallback xmlns="">
          <p:pic>
            <p:nvPicPr>
              <p:cNvPr id="164" name="Cerneală 163">
                <a:extLst>
                  <a:ext uri="{FF2B5EF4-FFF2-40B4-BE49-F238E27FC236}">
                    <a16:creationId xmlns:a16="http://schemas.microsoft.com/office/drawing/2014/main" id="{FA2AB9F6-BDAA-497F-A5ED-E121FD12409A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534069" y="4954585"/>
                <a:ext cx="165240" cy="29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65" name="Cerneală 164">
                <a:extLst>
                  <a:ext uri="{FF2B5EF4-FFF2-40B4-BE49-F238E27FC236}">
                    <a16:creationId xmlns:a16="http://schemas.microsoft.com/office/drawing/2014/main" id="{B24647F6-C1C0-45D2-8C2A-4B706EBE1B9C}"/>
                  </a:ext>
                </a:extLst>
              </p14:cNvPr>
              <p14:cNvContentPartPr/>
              <p14:nvPr/>
            </p14:nvContentPartPr>
            <p14:xfrm>
              <a:off x="769869" y="4936945"/>
              <a:ext cx="263160" cy="257040"/>
            </p14:xfrm>
          </p:contentPart>
        </mc:Choice>
        <mc:Fallback xmlns="">
          <p:pic>
            <p:nvPicPr>
              <p:cNvPr id="165" name="Cerneală 164">
                <a:extLst>
                  <a:ext uri="{FF2B5EF4-FFF2-40B4-BE49-F238E27FC236}">
                    <a16:creationId xmlns:a16="http://schemas.microsoft.com/office/drawing/2014/main" id="{B24647F6-C1C0-45D2-8C2A-4B706EBE1B9C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51869" y="4901305"/>
                <a:ext cx="298800" cy="32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66" name="Cerneală 165">
                <a:extLst>
                  <a:ext uri="{FF2B5EF4-FFF2-40B4-BE49-F238E27FC236}">
                    <a16:creationId xmlns:a16="http://schemas.microsoft.com/office/drawing/2014/main" id="{68756016-7FF0-4035-96E9-CE874DA6012C}"/>
                  </a:ext>
                </a:extLst>
              </p14:cNvPr>
              <p14:cNvContentPartPr/>
              <p14:nvPr/>
            </p14:nvContentPartPr>
            <p14:xfrm>
              <a:off x="1129149" y="4975825"/>
              <a:ext cx="40680" cy="245520"/>
            </p14:xfrm>
          </p:contentPart>
        </mc:Choice>
        <mc:Fallback xmlns="">
          <p:pic>
            <p:nvPicPr>
              <p:cNvPr id="166" name="Cerneală 165">
                <a:extLst>
                  <a:ext uri="{FF2B5EF4-FFF2-40B4-BE49-F238E27FC236}">
                    <a16:creationId xmlns:a16="http://schemas.microsoft.com/office/drawing/2014/main" id="{68756016-7FF0-4035-96E9-CE874DA6012C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111149" y="4940185"/>
                <a:ext cx="76320" cy="31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67" name="Cerneală 166">
                <a:extLst>
                  <a:ext uri="{FF2B5EF4-FFF2-40B4-BE49-F238E27FC236}">
                    <a16:creationId xmlns:a16="http://schemas.microsoft.com/office/drawing/2014/main" id="{770C5AB2-CA46-441F-8C68-2EDC6E609257}"/>
                  </a:ext>
                </a:extLst>
              </p14:cNvPr>
              <p14:cNvContentPartPr/>
              <p14:nvPr/>
            </p14:nvContentPartPr>
            <p14:xfrm>
              <a:off x="1144989" y="4906345"/>
              <a:ext cx="143640" cy="298440"/>
            </p14:xfrm>
          </p:contentPart>
        </mc:Choice>
        <mc:Fallback xmlns="">
          <p:pic>
            <p:nvPicPr>
              <p:cNvPr id="167" name="Cerneală 166">
                <a:extLst>
                  <a:ext uri="{FF2B5EF4-FFF2-40B4-BE49-F238E27FC236}">
                    <a16:creationId xmlns:a16="http://schemas.microsoft.com/office/drawing/2014/main" id="{770C5AB2-CA46-441F-8C68-2EDC6E609257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126989" y="4870345"/>
                <a:ext cx="179280" cy="37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78" name="Cerneală 177">
                <a:extLst>
                  <a:ext uri="{FF2B5EF4-FFF2-40B4-BE49-F238E27FC236}">
                    <a16:creationId xmlns:a16="http://schemas.microsoft.com/office/drawing/2014/main" id="{C52D0CF5-5834-46BE-BA03-898DD5CB6763}"/>
                  </a:ext>
                </a:extLst>
              </p14:cNvPr>
              <p14:cNvContentPartPr/>
              <p14:nvPr/>
            </p14:nvContentPartPr>
            <p14:xfrm>
              <a:off x="10962909" y="1082425"/>
              <a:ext cx="1020240" cy="2435760"/>
            </p14:xfrm>
          </p:contentPart>
        </mc:Choice>
        <mc:Fallback xmlns="">
          <p:pic>
            <p:nvPicPr>
              <p:cNvPr id="178" name="Cerneală 177">
                <a:extLst>
                  <a:ext uri="{FF2B5EF4-FFF2-40B4-BE49-F238E27FC236}">
                    <a16:creationId xmlns:a16="http://schemas.microsoft.com/office/drawing/2014/main" id="{C52D0CF5-5834-46BE-BA03-898DD5CB6763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0945269" y="1064425"/>
                <a:ext cx="1055880" cy="247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81" name="Cerneală 180">
                <a:extLst>
                  <a:ext uri="{FF2B5EF4-FFF2-40B4-BE49-F238E27FC236}">
                    <a16:creationId xmlns:a16="http://schemas.microsoft.com/office/drawing/2014/main" id="{CF1BB1E4-77B8-4CB5-BED8-2865E0096770}"/>
                  </a:ext>
                </a:extLst>
              </p14:cNvPr>
              <p14:cNvContentPartPr/>
              <p14:nvPr/>
            </p14:nvContentPartPr>
            <p14:xfrm>
              <a:off x="11511549" y="4037305"/>
              <a:ext cx="225360" cy="929520"/>
            </p14:xfrm>
          </p:contentPart>
        </mc:Choice>
        <mc:Fallback xmlns="">
          <p:pic>
            <p:nvPicPr>
              <p:cNvPr id="181" name="Cerneală 180">
                <a:extLst>
                  <a:ext uri="{FF2B5EF4-FFF2-40B4-BE49-F238E27FC236}">
                    <a16:creationId xmlns:a16="http://schemas.microsoft.com/office/drawing/2014/main" id="{CF1BB1E4-77B8-4CB5-BED8-2865E0096770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1493549" y="4019305"/>
                <a:ext cx="261000" cy="96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89" name="Cerneală 188">
                <a:extLst>
                  <a:ext uri="{FF2B5EF4-FFF2-40B4-BE49-F238E27FC236}">
                    <a16:creationId xmlns:a16="http://schemas.microsoft.com/office/drawing/2014/main" id="{095C3E87-4E72-4341-8FCC-99E49BDB9A93}"/>
                  </a:ext>
                </a:extLst>
              </p14:cNvPr>
              <p14:cNvContentPartPr/>
              <p14:nvPr/>
            </p14:nvContentPartPr>
            <p14:xfrm>
              <a:off x="10958229" y="5052865"/>
              <a:ext cx="1000080" cy="478440"/>
            </p14:xfrm>
          </p:contentPart>
        </mc:Choice>
        <mc:Fallback xmlns="">
          <p:pic>
            <p:nvPicPr>
              <p:cNvPr id="189" name="Cerneală 188">
                <a:extLst>
                  <a:ext uri="{FF2B5EF4-FFF2-40B4-BE49-F238E27FC236}">
                    <a16:creationId xmlns:a16="http://schemas.microsoft.com/office/drawing/2014/main" id="{095C3E87-4E72-4341-8FCC-99E49BDB9A93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0940229" y="5035225"/>
                <a:ext cx="1035720" cy="51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18" name="Cerneală 217">
                <a:extLst>
                  <a:ext uri="{FF2B5EF4-FFF2-40B4-BE49-F238E27FC236}">
                    <a16:creationId xmlns:a16="http://schemas.microsoft.com/office/drawing/2014/main" id="{161B8B26-CD25-4BF6-8FEC-42258132BBB7}"/>
                  </a:ext>
                </a:extLst>
              </p14:cNvPr>
              <p14:cNvContentPartPr/>
              <p14:nvPr/>
            </p14:nvContentPartPr>
            <p14:xfrm>
              <a:off x="192069" y="242905"/>
              <a:ext cx="10136880" cy="5465160"/>
            </p14:xfrm>
          </p:contentPart>
        </mc:Choice>
        <mc:Fallback xmlns="">
          <p:pic>
            <p:nvPicPr>
              <p:cNvPr id="218" name="Cerneală 217">
                <a:extLst>
                  <a:ext uri="{FF2B5EF4-FFF2-40B4-BE49-F238E27FC236}">
                    <a16:creationId xmlns:a16="http://schemas.microsoft.com/office/drawing/2014/main" id="{161B8B26-CD25-4BF6-8FEC-42258132BBB7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74428" y="225264"/>
                <a:ext cx="10172521" cy="550080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224" name="Cerneală 223">
                <a:extLst>
                  <a:ext uri="{FF2B5EF4-FFF2-40B4-BE49-F238E27FC236}">
                    <a16:creationId xmlns:a16="http://schemas.microsoft.com/office/drawing/2014/main" id="{66295BF9-FF25-4654-B4C1-9B86666E1F33}"/>
                  </a:ext>
                </a:extLst>
              </p14:cNvPr>
              <p14:cNvContentPartPr/>
              <p14:nvPr/>
            </p14:nvContentPartPr>
            <p14:xfrm>
              <a:off x="1650429" y="5823265"/>
              <a:ext cx="2750040" cy="378360"/>
            </p14:xfrm>
          </p:contentPart>
        </mc:Choice>
        <mc:Fallback xmlns="">
          <p:pic>
            <p:nvPicPr>
              <p:cNvPr id="224" name="Cerneală 223">
                <a:extLst>
                  <a:ext uri="{FF2B5EF4-FFF2-40B4-BE49-F238E27FC236}">
                    <a16:creationId xmlns:a16="http://schemas.microsoft.com/office/drawing/2014/main" id="{66295BF9-FF25-4654-B4C1-9B86666E1F33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632789" y="5805265"/>
                <a:ext cx="2785680" cy="41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230" name="Cerneală 229">
                <a:extLst>
                  <a:ext uri="{FF2B5EF4-FFF2-40B4-BE49-F238E27FC236}">
                    <a16:creationId xmlns:a16="http://schemas.microsoft.com/office/drawing/2014/main" id="{A5ACB070-21F1-44FC-9661-6510E7FA62FA}"/>
                  </a:ext>
                </a:extLst>
              </p14:cNvPr>
              <p14:cNvContentPartPr/>
              <p14:nvPr/>
            </p14:nvContentPartPr>
            <p14:xfrm>
              <a:off x="7646229" y="5930185"/>
              <a:ext cx="2057400" cy="350280"/>
            </p14:xfrm>
          </p:contentPart>
        </mc:Choice>
        <mc:Fallback xmlns="">
          <p:pic>
            <p:nvPicPr>
              <p:cNvPr id="230" name="Cerneală 229">
                <a:extLst>
                  <a:ext uri="{FF2B5EF4-FFF2-40B4-BE49-F238E27FC236}">
                    <a16:creationId xmlns:a16="http://schemas.microsoft.com/office/drawing/2014/main" id="{A5ACB070-21F1-44FC-9661-6510E7FA62FA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7628589" y="5912185"/>
                <a:ext cx="2093040" cy="385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809511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0" name="Cerneală 9">
                <a:extLst>
                  <a:ext uri="{FF2B5EF4-FFF2-40B4-BE49-F238E27FC236}">
                    <a16:creationId xmlns:a16="http://schemas.microsoft.com/office/drawing/2014/main" id="{C6C9FE22-1215-426B-9E19-44B0B115F9ED}"/>
                  </a:ext>
                </a:extLst>
              </p14:cNvPr>
              <p14:cNvContentPartPr/>
              <p14:nvPr/>
            </p14:nvContentPartPr>
            <p14:xfrm>
              <a:off x="2667429" y="452065"/>
              <a:ext cx="472320" cy="107640"/>
            </p14:xfrm>
          </p:contentPart>
        </mc:Choice>
        <mc:Fallback xmlns="">
          <p:pic>
            <p:nvPicPr>
              <p:cNvPr id="10" name="Cerneală 9">
                <a:extLst>
                  <a:ext uri="{FF2B5EF4-FFF2-40B4-BE49-F238E27FC236}">
                    <a16:creationId xmlns:a16="http://schemas.microsoft.com/office/drawing/2014/main" id="{C6C9FE22-1215-426B-9E19-44B0B115F9E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49789" y="434065"/>
                <a:ext cx="507960" cy="14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8" name="Cerneală 17">
                <a:extLst>
                  <a:ext uri="{FF2B5EF4-FFF2-40B4-BE49-F238E27FC236}">
                    <a16:creationId xmlns:a16="http://schemas.microsoft.com/office/drawing/2014/main" id="{C55213BE-CFDC-4255-8FF5-FF90C1678708}"/>
                  </a:ext>
                </a:extLst>
              </p14:cNvPr>
              <p14:cNvContentPartPr/>
              <p14:nvPr/>
            </p14:nvContentPartPr>
            <p14:xfrm>
              <a:off x="4562109" y="230665"/>
              <a:ext cx="467640" cy="370440"/>
            </p14:xfrm>
          </p:contentPart>
        </mc:Choice>
        <mc:Fallback xmlns="">
          <p:pic>
            <p:nvPicPr>
              <p:cNvPr id="18" name="Cerneală 17">
                <a:extLst>
                  <a:ext uri="{FF2B5EF4-FFF2-40B4-BE49-F238E27FC236}">
                    <a16:creationId xmlns:a16="http://schemas.microsoft.com/office/drawing/2014/main" id="{C55213BE-CFDC-4255-8FF5-FF90C167870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544109" y="212682"/>
                <a:ext cx="503280" cy="40604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9" name="Cerneală 18">
                <a:extLst>
                  <a:ext uri="{FF2B5EF4-FFF2-40B4-BE49-F238E27FC236}">
                    <a16:creationId xmlns:a16="http://schemas.microsoft.com/office/drawing/2014/main" id="{60E8F462-25CA-4A21-9A64-888B2CD49C2F}"/>
                  </a:ext>
                </a:extLst>
              </p14:cNvPr>
              <p14:cNvContentPartPr/>
              <p14:nvPr/>
            </p14:nvContentPartPr>
            <p14:xfrm>
              <a:off x="3742029" y="303025"/>
              <a:ext cx="565920" cy="245160"/>
            </p14:xfrm>
          </p:contentPart>
        </mc:Choice>
        <mc:Fallback xmlns="">
          <p:pic>
            <p:nvPicPr>
              <p:cNvPr id="19" name="Cerneală 18">
                <a:extLst>
                  <a:ext uri="{FF2B5EF4-FFF2-40B4-BE49-F238E27FC236}">
                    <a16:creationId xmlns:a16="http://schemas.microsoft.com/office/drawing/2014/main" id="{60E8F462-25CA-4A21-9A64-888B2CD49C2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724029" y="285051"/>
                <a:ext cx="601560" cy="28074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0" name="Cerneală 19">
                <a:extLst>
                  <a:ext uri="{FF2B5EF4-FFF2-40B4-BE49-F238E27FC236}">
                    <a16:creationId xmlns:a16="http://schemas.microsoft.com/office/drawing/2014/main" id="{3A72D490-4AC0-4363-9ED8-9B173497E95E}"/>
                  </a:ext>
                </a:extLst>
              </p14:cNvPr>
              <p14:cNvContentPartPr/>
              <p14:nvPr/>
            </p14:nvContentPartPr>
            <p14:xfrm>
              <a:off x="1592829" y="420385"/>
              <a:ext cx="641520" cy="327240"/>
            </p14:xfrm>
          </p:contentPart>
        </mc:Choice>
        <mc:Fallback xmlns="">
          <p:pic>
            <p:nvPicPr>
              <p:cNvPr id="20" name="Cerneală 19">
                <a:extLst>
                  <a:ext uri="{FF2B5EF4-FFF2-40B4-BE49-F238E27FC236}">
                    <a16:creationId xmlns:a16="http://schemas.microsoft.com/office/drawing/2014/main" id="{3A72D490-4AC0-4363-9ED8-9B173497E95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574829" y="402385"/>
                <a:ext cx="677160" cy="36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1" name="Cerneală 20">
                <a:extLst>
                  <a:ext uri="{FF2B5EF4-FFF2-40B4-BE49-F238E27FC236}">
                    <a16:creationId xmlns:a16="http://schemas.microsoft.com/office/drawing/2014/main" id="{59660644-230C-429C-AF30-02722CEA6053}"/>
                  </a:ext>
                </a:extLst>
              </p14:cNvPr>
              <p14:cNvContentPartPr/>
              <p14:nvPr/>
            </p14:nvContentPartPr>
            <p14:xfrm>
              <a:off x="898749" y="273865"/>
              <a:ext cx="586800" cy="306000"/>
            </p14:xfrm>
          </p:contentPart>
        </mc:Choice>
        <mc:Fallback xmlns="">
          <p:pic>
            <p:nvPicPr>
              <p:cNvPr id="21" name="Cerneală 20">
                <a:extLst>
                  <a:ext uri="{FF2B5EF4-FFF2-40B4-BE49-F238E27FC236}">
                    <a16:creationId xmlns:a16="http://schemas.microsoft.com/office/drawing/2014/main" id="{59660644-230C-429C-AF30-02722CEA605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80749" y="255865"/>
                <a:ext cx="622440" cy="34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2" name="Cerneală 21">
                <a:extLst>
                  <a:ext uri="{FF2B5EF4-FFF2-40B4-BE49-F238E27FC236}">
                    <a16:creationId xmlns:a16="http://schemas.microsoft.com/office/drawing/2014/main" id="{9FEA8D68-7557-40F4-B0CE-31687C5AE5DE}"/>
                  </a:ext>
                </a:extLst>
              </p14:cNvPr>
              <p14:cNvContentPartPr/>
              <p14:nvPr/>
            </p14:nvContentPartPr>
            <p14:xfrm>
              <a:off x="5447709" y="437665"/>
              <a:ext cx="63000" cy="235800"/>
            </p14:xfrm>
          </p:contentPart>
        </mc:Choice>
        <mc:Fallback xmlns="">
          <p:pic>
            <p:nvPicPr>
              <p:cNvPr id="22" name="Cerneală 21">
                <a:extLst>
                  <a:ext uri="{FF2B5EF4-FFF2-40B4-BE49-F238E27FC236}">
                    <a16:creationId xmlns:a16="http://schemas.microsoft.com/office/drawing/2014/main" id="{9FEA8D68-7557-40F4-B0CE-31687C5AE5DE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429709" y="419665"/>
                <a:ext cx="98640" cy="27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9" name="Cerneală 28">
                <a:extLst>
                  <a:ext uri="{FF2B5EF4-FFF2-40B4-BE49-F238E27FC236}">
                    <a16:creationId xmlns:a16="http://schemas.microsoft.com/office/drawing/2014/main" id="{B8D2424C-9277-4941-B44D-DE316F07077E}"/>
                  </a:ext>
                </a:extLst>
              </p14:cNvPr>
              <p14:cNvContentPartPr/>
              <p14:nvPr/>
            </p14:nvContentPartPr>
            <p14:xfrm>
              <a:off x="5765229" y="198625"/>
              <a:ext cx="1605600" cy="512280"/>
            </p14:xfrm>
          </p:contentPart>
        </mc:Choice>
        <mc:Fallback xmlns="">
          <p:pic>
            <p:nvPicPr>
              <p:cNvPr id="29" name="Cerneală 28">
                <a:extLst>
                  <a:ext uri="{FF2B5EF4-FFF2-40B4-BE49-F238E27FC236}">
                    <a16:creationId xmlns:a16="http://schemas.microsoft.com/office/drawing/2014/main" id="{B8D2424C-9277-4941-B44D-DE316F07077E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747229" y="180625"/>
                <a:ext cx="1641240" cy="54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31" name="Cerneală 30">
                <a:extLst>
                  <a:ext uri="{FF2B5EF4-FFF2-40B4-BE49-F238E27FC236}">
                    <a16:creationId xmlns:a16="http://schemas.microsoft.com/office/drawing/2014/main" id="{64D497DA-DCCC-4679-A84D-A099744F4237}"/>
                  </a:ext>
                </a:extLst>
              </p14:cNvPr>
              <p14:cNvContentPartPr/>
              <p14:nvPr/>
            </p14:nvContentPartPr>
            <p14:xfrm>
              <a:off x="8171469" y="245065"/>
              <a:ext cx="14760" cy="34560"/>
            </p14:xfrm>
          </p:contentPart>
        </mc:Choice>
        <mc:Fallback xmlns="">
          <p:pic>
            <p:nvPicPr>
              <p:cNvPr id="31" name="Cerneală 30">
                <a:extLst>
                  <a:ext uri="{FF2B5EF4-FFF2-40B4-BE49-F238E27FC236}">
                    <a16:creationId xmlns:a16="http://schemas.microsoft.com/office/drawing/2014/main" id="{64D497DA-DCCC-4679-A84D-A099744F4237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153829" y="227425"/>
                <a:ext cx="50400" cy="7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34" name="Cerneală 33">
                <a:extLst>
                  <a:ext uri="{FF2B5EF4-FFF2-40B4-BE49-F238E27FC236}">
                    <a16:creationId xmlns:a16="http://schemas.microsoft.com/office/drawing/2014/main" id="{E9BD7187-D53C-42F6-AD94-0C831718AF26}"/>
                  </a:ext>
                </a:extLst>
              </p14:cNvPr>
              <p14:cNvContentPartPr/>
              <p14:nvPr/>
            </p14:nvContentPartPr>
            <p14:xfrm>
              <a:off x="8917749" y="519385"/>
              <a:ext cx="23760" cy="360"/>
            </p14:xfrm>
          </p:contentPart>
        </mc:Choice>
        <mc:Fallback xmlns="">
          <p:pic>
            <p:nvPicPr>
              <p:cNvPr id="34" name="Cerneală 33">
                <a:extLst>
                  <a:ext uri="{FF2B5EF4-FFF2-40B4-BE49-F238E27FC236}">
                    <a16:creationId xmlns:a16="http://schemas.microsoft.com/office/drawing/2014/main" id="{E9BD7187-D53C-42F6-AD94-0C831718AF26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899749" y="501385"/>
                <a:ext cx="594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41" name="Cerneală 40">
                <a:extLst>
                  <a:ext uri="{FF2B5EF4-FFF2-40B4-BE49-F238E27FC236}">
                    <a16:creationId xmlns:a16="http://schemas.microsoft.com/office/drawing/2014/main" id="{0811747E-731B-45B4-977B-EE02B5091D22}"/>
                  </a:ext>
                </a:extLst>
              </p14:cNvPr>
              <p14:cNvContentPartPr/>
              <p14:nvPr/>
            </p14:nvContentPartPr>
            <p14:xfrm>
              <a:off x="9462069" y="182785"/>
              <a:ext cx="1580040" cy="369360"/>
            </p14:xfrm>
          </p:contentPart>
        </mc:Choice>
        <mc:Fallback xmlns="">
          <p:pic>
            <p:nvPicPr>
              <p:cNvPr id="41" name="Cerneală 40">
                <a:extLst>
                  <a:ext uri="{FF2B5EF4-FFF2-40B4-BE49-F238E27FC236}">
                    <a16:creationId xmlns:a16="http://schemas.microsoft.com/office/drawing/2014/main" id="{0811747E-731B-45B4-977B-EE02B5091D22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9444069" y="164785"/>
                <a:ext cx="1615680" cy="40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42" name="Cerneală 41">
                <a:extLst>
                  <a:ext uri="{FF2B5EF4-FFF2-40B4-BE49-F238E27FC236}">
                    <a16:creationId xmlns:a16="http://schemas.microsoft.com/office/drawing/2014/main" id="{ED6FF075-FA12-4C9C-AD51-4A960CDE2E8E}"/>
                  </a:ext>
                </a:extLst>
              </p14:cNvPr>
              <p14:cNvContentPartPr/>
              <p14:nvPr/>
            </p14:nvContentPartPr>
            <p14:xfrm>
              <a:off x="7962669" y="339385"/>
              <a:ext cx="812160" cy="172080"/>
            </p14:xfrm>
          </p:contentPart>
        </mc:Choice>
        <mc:Fallback xmlns="">
          <p:pic>
            <p:nvPicPr>
              <p:cNvPr id="42" name="Cerneală 41">
                <a:extLst>
                  <a:ext uri="{FF2B5EF4-FFF2-40B4-BE49-F238E27FC236}">
                    <a16:creationId xmlns:a16="http://schemas.microsoft.com/office/drawing/2014/main" id="{ED6FF075-FA12-4C9C-AD51-4A960CDE2E8E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944669" y="321385"/>
                <a:ext cx="847800" cy="20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43" name="Cerneală 42">
                <a:extLst>
                  <a:ext uri="{FF2B5EF4-FFF2-40B4-BE49-F238E27FC236}">
                    <a16:creationId xmlns:a16="http://schemas.microsoft.com/office/drawing/2014/main" id="{0173B67D-D3DC-426E-9BB9-9CC9F733DFD0}"/>
                  </a:ext>
                </a:extLst>
              </p14:cNvPr>
              <p14:cNvContentPartPr/>
              <p14:nvPr/>
            </p14:nvContentPartPr>
            <p14:xfrm>
              <a:off x="1317429" y="1112305"/>
              <a:ext cx="232920" cy="381960"/>
            </p14:xfrm>
          </p:contentPart>
        </mc:Choice>
        <mc:Fallback xmlns="">
          <p:pic>
            <p:nvPicPr>
              <p:cNvPr id="43" name="Cerneală 42">
                <a:extLst>
                  <a:ext uri="{FF2B5EF4-FFF2-40B4-BE49-F238E27FC236}">
                    <a16:creationId xmlns:a16="http://schemas.microsoft.com/office/drawing/2014/main" id="{0173B67D-D3DC-426E-9BB9-9CC9F733DFD0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299429" y="1094305"/>
                <a:ext cx="268560" cy="41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48" name="Cerneală 47">
                <a:extLst>
                  <a:ext uri="{FF2B5EF4-FFF2-40B4-BE49-F238E27FC236}">
                    <a16:creationId xmlns:a16="http://schemas.microsoft.com/office/drawing/2014/main" id="{D20C8BBF-6118-42E7-84E4-14607063EF99}"/>
                  </a:ext>
                </a:extLst>
              </p14:cNvPr>
              <p14:cNvContentPartPr/>
              <p14:nvPr/>
            </p14:nvContentPartPr>
            <p14:xfrm>
              <a:off x="2011509" y="1093225"/>
              <a:ext cx="533880" cy="249120"/>
            </p14:xfrm>
          </p:contentPart>
        </mc:Choice>
        <mc:Fallback xmlns="">
          <p:pic>
            <p:nvPicPr>
              <p:cNvPr id="48" name="Cerneală 47">
                <a:extLst>
                  <a:ext uri="{FF2B5EF4-FFF2-40B4-BE49-F238E27FC236}">
                    <a16:creationId xmlns:a16="http://schemas.microsoft.com/office/drawing/2014/main" id="{D20C8BBF-6118-42E7-84E4-14607063EF99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993509" y="1075251"/>
                <a:ext cx="569520" cy="28470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58" name="Cerneală 57">
                <a:extLst>
                  <a:ext uri="{FF2B5EF4-FFF2-40B4-BE49-F238E27FC236}">
                    <a16:creationId xmlns:a16="http://schemas.microsoft.com/office/drawing/2014/main" id="{34034532-876B-455C-AA72-09F62B2412EB}"/>
                  </a:ext>
                </a:extLst>
              </p14:cNvPr>
              <p14:cNvContentPartPr/>
              <p14:nvPr/>
            </p14:nvContentPartPr>
            <p14:xfrm>
              <a:off x="6152949" y="981265"/>
              <a:ext cx="84240" cy="44280"/>
            </p14:xfrm>
          </p:contentPart>
        </mc:Choice>
        <mc:Fallback xmlns="">
          <p:pic>
            <p:nvPicPr>
              <p:cNvPr id="58" name="Cerneală 57">
                <a:extLst>
                  <a:ext uri="{FF2B5EF4-FFF2-40B4-BE49-F238E27FC236}">
                    <a16:creationId xmlns:a16="http://schemas.microsoft.com/office/drawing/2014/main" id="{34034532-876B-455C-AA72-09F62B2412EB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6134949" y="963625"/>
                <a:ext cx="119880" cy="7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69" name="Cerneală 68">
                <a:extLst>
                  <a:ext uri="{FF2B5EF4-FFF2-40B4-BE49-F238E27FC236}">
                    <a16:creationId xmlns:a16="http://schemas.microsoft.com/office/drawing/2014/main" id="{E95AD826-D2AA-437A-8EF2-5A9A6432EC58}"/>
                  </a:ext>
                </a:extLst>
              </p14:cNvPr>
              <p14:cNvContentPartPr/>
              <p14:nvPr/>
            </p14:nvContentPartPr>
            <p14:xfrm>
              <a:off x="8522829" y="840505"/>
              <a:ext cx="1261440" cy="489240"/>
            </p14:xfrm>
          </p:contentPart>
        </mc:Choice>
        <mc:Fallback xmlns="">
          <p:pic>
            <p:nvPicPr>
              <p:cNvPr id="69" name="Cerneală 68">
                <a:extLst>
                  <a:ext uri="{FF2B5EF4-FFF2-40B4-BE49-F238E27FC236}">
                    <a16:creationId xmlns:a16="http://schemas.microsoft.com/office/drawing/2014/main" id="{E95AD826-D2AA-437A-8EF2-5A9A6432EC58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8505189" y="822505"/>
                <a:ext cx="1297080" cy="52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70" name="Cerneală 69">
                <a:extLst>
                  <a:ext uri="{FF2B5EF4-FFF2-40B4-BE49-F238E27FC236}">
                    <a16:creationId xmlns:a16="http://schemas.microsoft.com/office/drawing/2014/main" id="{3F3F7C64-215D-4D6C-A0D5-91EF5A3E1DB8}"/>
                  </a:ext>
                </a:extLst>
              </p14:cNvPr>
              <p14:cNvContentPartPr/>
              <p14:nvPr/>
            </p14:nvContentPartPr>
            <p14:xfrm>
              <a:off x="6732909" y="1013305"/>
              <a:ext cx="1270800" cy="177120"/>
            </p14:xfrm>
          </p:contentPart>
        </mc:Choice>
        <mc:Fallback xmlns="">
          <p:pic>
            <p:nvPicPr>
              <p:cNvPr id="70" name="Cerneală 69">
                <a:extLst>
                  <a:ext uri="{FF2B5EF4-FFF2-40B4-BE49-F238E27FC236}">
                    <a16:creationId xmlns:a16="http://schemas.microsoft.com/office/drawing/2014/main" id="{3F3F7C64-215D-4D6C-A0D5-91EF5A3E1DB8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6714909" y="995665"/>
                <a:ext cx="1306440" cy="21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71" name="Cerneală 70">
                <a:extLst>
                  <a:ext uri="{FF2B5EF4-FFF2-40B4-BE49-F238E27FC236}">
                    <a16:creationId xmlns:a16="http://schemas.microsoft.com/office/drawing/2014/main" id="{702855C8-68F7-4175-A230-D57311EE3D57}"/>
                  </a:ext>
                </a:extLst>
              </p14:cNvPr>
              <p14:cNvContentPartPr/>
              <p14:nvPr/>
            </p14:nvContentPartPr>
            <p14:xfrm>
              <a:off x="5880789" y="1107985"/>
              <a:ext cx="455040" cy="143280"/>
            </p14:xfrm>
          </p:contentPart>
        </mc:Choice>
        <mc:Fallback xmlns="">
          <p:pic>
            <p:nvPicPr>
              <p:cNvPr id="71" name="Cerneală 70">
                <a:extLst>
                  <a:ext uri="{FF2B5EF4-FFF2-40B4-BE49-F238E27FC236}">
                    <a16:creationId xmlns:a16="http://schemas.microsoft.com/office/drawing/2014/main" id="{702855C8-68F7-4175-A230-D57311EE3D57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5862789" y="1090345"/>
                <a:ext cx="490680" cy="17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72" name="Cerneală 71">
                <a:extLst>
                  <a:ext uri="{FF2B5EF4-FFF2-40B4-BE49-F238E27FC236}">
                    <a16:creationId xmlns:a16="http://schemas.microsoft.com/office/drawing/2014/main" id="{B4A32EAE-070E-4899-94F7-81C109E25A28}"/>
                  </a:ext>
                </a:extLst>
              </p14:cNvPr>
              <p14:cNvContentPartPr/>
              <p14:nvPr/>
            </p14:nvContentPartPr>
            <p14:xfrm>
              <a:off x="4089069" y="940225"/>
              <a:ext cx="1208160" cy="563760"/>
            </p14:xfrm>
          </p:contentPart>
        </mc:Choice>
        <mc:Fallback xmlns="">
          <p:pic>
            <p:nvPicPr>
              <p:cNvPr id="72" name="Cerneală 71">
                <a:extLst>
                  <a:ext uri="{FF2B5EF4-FFF2-40B4-BE49-F238E27FC236}">
                    <a16:creationId xmlns:a16="http://schemas.microsoft.com/office/drawing/2014/main" id="{B4A32EAE-070E-4899-94F7-81C109E25A28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071069" y="922585"/>
                <a:ext cx="1243800" cy="59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73" name="Cerneală 72">
                <a:extLst>
                  <a:ext uri="{FF2B5EF4-FFF2-40B4-BE49-F238E27FC236}">
                    <a16:creationId xmlns:a16="http://schemas.microsoft.com/office/drawing/2014/main" id="{F60CFA1D-EDEE-4D5D-986E-3D096B5D94B4}"/>
                  </a:ext>
                </a:extLst>
              </p14:cNvPr>
              <p14:cNvContentPartPr/>
              <p14:nvPr/>
            </p14:nvContentPartPr>
            <p14:xfrm>
              <a:off x="2944989" y="989905"/>
              <a:ext cx="650160" cy="309600"/>
            </p14:xfrm>
          </p:contentPart>
        </mc:Choice>
        <mc:Fallback xmlns="">
          <p:pic>
            <p:nvPicPr>
              <p:cNvPr id="73" name="Cerneală 72">
                <a:extLst>
                  <a:ext uri="{FF2B5EF4-FFF2-40B4-BE49-F238E27FC236}">
                    <a16:creationId xmlns:a16="http://schemas.microsoft.com/office/drawing/2014/main" id="{F60CFA1D-EDEE-4D5D-986E-3D096B5D94B4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926989" y="972265"/>
                <a:ext cx="685800" cy="34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76" name="Cerneală 75">
                <a:extLst>
                  <a:ext uri="{FF2B5EF4-FFF2-40B4-BE49-F238E27FC236}">
                    <a16:creationId xmlns:a16="http://schemas.microsoft.com/office/drawing/2014/main" id="{AF200C8D-35F8-4E00-872C-A38E55FC4024}"/>
                  </a:ext>
                </a:extLst>
              </p14:cNvPr>
              <p14:cNvContentPartPr/>
              <p14:nvPr/>
            </p14:nvContentPartPr>
            <p14:xfrm>
              <a:off x="3623949" y="1989625"/>
              <a:ext cx="168120" cy="143640"/>
            </p14:xfrm>
          </p:contentPart>
        </mc:Choice>
        <mc:Fallback xmlns="">
          <p:pic>
            <p:nvPicPr>
              <p:cNvPr id="76" name="Cerneală 75">
                <a:extLst>
                  <a:ext uri="{FF2B5EF4-FFF2-40B4-BE49-F238E27FC236}">
                    <a16:creationId xmlns:a16="http://schemas.microsoft.com/office/drawing/2014/main" id="{AF200C8D-35F8-4E00-872C-A38E55FC4024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3605949" y="1971985"/>
                <a:ext cx="203760" cy="17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77" name="Cerneală 76">
                <a:extLst>
                  <a:ext uri="{FF2B5EF4-FFF2-40B4-BE49-F238E27FC236}">
                    <a16:creationId xmlns:a16="http://schemas.microsoft.com/office/drawing/2014/main" id="{458B5ABB-96CD-410C-B584-EBBE9E78B4D0}"/>
                  </a:ext>
                </a:extLst>
              </p14:cNvPr>
              <p14:cNvContentPartPr/>
              <p14:nvPr/>
            </p14:nvContentPartPr>
            <p14:xfrm>
              <a:off x="4061349" y="1964065"/>
              <a:ext cx="18360" cy="178920"/>
            </p14:xfrm>
          </p:contentPart>
        </mc:Choice>
        <mc:Fallback xmlns="">
          <p:pic>
            <p:nvPicPr>
              <p:cNvPr id="77" name="Cerneală 76">
                <a:extLst>
                  <a:ext uri="{FF2B5EF4-FFF2-40B4-BE49-F238E27FC236}">
                    <a16:creationId xmlns:a16="http://schemas.microsoft.com/office/drawing/2014/main" id="{458B5ABB-96CD-410C-B584-EBBE9E78B4D0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043349" y="1946425"/>
                <a:ext cx="54000" cy="21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78" name="Cerneală 77">
                <a:extLst>
                  <a:ext uri="{FF2B5EF4-FFF2-40B4-BE49-F238E27FC236}">
                    <a16:creationId xmlns:a16="http://schemas.microsoft.com/office/drawing/2014/main" id="{C4693A5A-C7FB-4EDD-BBBA-545E10984C8F}"/>
                  </a:ext>
                </a:extLst>
              </p14:cNvPr>
              <p14:cNvContentPartPr/>
              <p14:nvPr/>
            </p14:nvContentPartPr>
            <p14:xfrm>
              <a:off x="4523949" y="1959025"/>
              <a:ext cx="187200" cy="128880"/>
            </p14:xfrm>
          </p:contentPart>
        </mc:Choice>
        <mc:Fallback xmlns="">
          <p:pic>
            <p:nvPicPr>
              <p:cNvPr id="78" name="Cerneală 77">
                <a:extLst>
                  <a:ext uri="{FF2B5EF4-FFF2-40B4-BE49-F238E27FC236}">
                    <a16:creationId xmlns:a16="http://schemas.microsoft.com/office/drawing/2014/main" id="{C4693A5A-C7FB-4EDD-BBBA-545E10984C8F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4506309" y="1941385"/>
                <a:ext cx="222840" cy="16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83" name="Cerneală 82">
                <a:extLst>
                  <a:ext uri="{FF2B5EF4-FFF2-40B4-BE49-F238E27FC236}">
                    <a16:creationId xmlns:a16="http://schemas.microsoft.com/office/drawing/2014/main" id="{006DAFFA-8F7B-4E4C-909B-76C27F84776B}"/>
                  </a:ext>
                </a:extLst>
              </p14:cNvPr>
              <p14:cNvContentPartPr/>
              <p14:nvPr/>
            </p14:nvContentPartPr>
            <p14:xfrm>
              <a:off x="7098309" y="2030665"/>
              <a:ext cx="72360" cy="360"/>
            </p14:xfrm>
          </p:contentPart>
        </mc:Choice>
        <mc:Fallback xmlns="">
          <p:pic>
            <p:nvPicPr>
              <p:cNvPr id="83" name="Cerneală 82">
                <a:extLst>
                  <a:ext uri="{FF2B5EF4-FFF2-40B4-BE49-F238E27FC236}">
                    <a16:creationId xmlns:a16="http://schemas.microsoft.com/office/drawing/2014/main" id="{006DAFFA-8F7B-4E4C-909B-76C27F84776B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7080669" y="2012665"/>
                <a:ext cx="108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84" name="Cerneală 83">
                <a:extLst>
                  <a:ext uri="{FF2B5EF4-FFF2-40B4-BE49-F238E27FC236}">
                    <a16:creationId xmlns:a16="http://schemas.microsoft.com/office/drawing/2014/main" id="{B70281F9-E88A-41FC-B993-2D200212C51B}"/>
                  </a:ext>
                </a:extLst>
              </p14:cNvPr>
              <p14:cNvContentPartPr/>
              <p14:nvPr/>
            </p14:nvContentPartPr>
            <p14:xfrm>
              <a:off x="7469109" y="2028865"/>
              <a:ext cx="37080" cy="2160"/>
            </p14:xfrm>
          </p:contentPart>
        </mc:Choice>
        <mc:Fallback xmlns="">
          <p:pic>
            <p:nvPicPr>
              <p:cNvPr id="84" name="Cerneală 83">
                <a:extLst>
                  <a:ext uri="{FF2B5EF4-FFF2-40B4-BE49-F238E27FC236}">
                    <a16:creationId xmlns:a16="http://schemas.microsoft.com/office/drawing/2014/main" id="{B70281F9-E88A-41FC-B993-2D200212C51B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7451109" y="2010865"/>
                <a:ext cx="7272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85" name="Cerneală 84">
                <a:extLst>
                  <a:ext uri="{FF2B5EF4-FFF2-40B4-BE49-F238E27FC236}">
                    <a16:creationId xmlns:a16="http://schemas.microsoft.com/office/drawing/2014/main" id="{34A6F5B8-4102-4AF8-90EB-674CFFA3BC6B}"/>
                  </a:ext>
                </a:extLst>
              </p14:cNvPr>
              <p14:cNvContentPartPr/>
              <p14:nvPr/>
            </p14:nvContentPartPr>
            <p14:xfrm>
              <a:off x="7800669" y="2035345"/>
              <a:ext cx="325800" cy="5400"/>
            </p14:xfrm>
          </p:contentPart>
        </mc:Choice>
        <mc:Fallback xmlns="">
          <p:pic>
            <p:nvPicPr>
              <p:cNvPr id="85" name="Cerneală 84">
                <a:extLst>
                  <a:ext uri="{FF2B5EF4-FFF2-40B4-BE49-F238E27FC236}">
                    <a16:creationId xmlns:a16="http://schemas.microsoft.com/office/drawing/2014/main" id="{34A6F5B8-4102-4AF8-90EB-674CFFA3BC6B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7783029" y="2017345"/>
                <a:ext cx="36144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86" name="Cerneală 85">
                <a:extLst>
                  <a:ext uri="{FF2B5EF4-FFF2-40B4-BE49-F238E27FC236}">
                    <a16:creationId xmlns:a16="http://schemas.microsoft.com/office/drawing/2014/main" id="{C318C5FA-3D04-4068-8DBB-1FE58CA71B80}"/>
                  </a:ext>
                </a:extLst>
              </p14:cNvPr>
              <p14:cNvContentPartPr/>
              <p14:nvPr/>
            </p14:nvContentPartPr>
            <p14:xfrm>
              <a:off x="6125229" y="1887745"/>
              <a:ext cx="465840" cy="211320"/>
            </p14:xfrm>
          </p:contentPart>
        </mc:Choice>
        <mc:Fallback xmlns="">
          <p:pic>
            <p:nvPicPr>
              <p:cNvPr id="86" name="Cerneală 85">
                <a:extLst>
                  <a:ext uri="{FF2B5EF4-FFF2-40B4-BE49-F238E27FC236}">
                    <a16:creationId xmlns:a16="http://schemas.microsoft.com/office/drawing/2014/main" id="{C318C5FA-3D04-4068-8DBB-1FE58CA71B80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6107589" y="1869745"/>
                <a:ext cx="501480" cy="24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87" name="Cerneală 86">
                <a:extLst>
                  <a:ext uri="{FF2B5EF4-FFF2-40B4-BE49-F238E27FC236}">
                    <a16:creationId xmlns:a16="http://schemas.microsoft.com/office/drawing/2014/main" id="{E8923E51-F554-407D-824F-7CD3AB8F42BD}"/>
                  </a:ext>
                </a:extLst>
              </p14:cNvPr>
              <p14:cNvContentPartPr/>
              <p14:nvPr/>
            </p14:nvContentPartPr>
            <p14:xfrm>
              <a:off x="5169069" y="1932745"/>
              <a:ext cx="458280" cy="202680"/>
            </p14:xfrm>
          </p:contentPart>
        </mc:Choice>
        <mc:Fallback xmlns="">
          <p:pic>
            <p:nvPicPr>
              <p:cNvPr id="87" name="Cerneală 86">
                <a:extLst>
                  <a:ext uri="{FF2B5EF4-FFF2-40B4-BE49-F238E27FC236}">
                    <a16:creationId xmlns:a16="http://schemas.microsoft.com/office/drawing/2014/main" id="{E8923E51-F554-407D-824F-7CD3AB8F42BD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5151415" y="1914745"/>
                <a:ext cx="493948" cy="23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88" name="Cerneală 87">
                <a:extLst>
                  <a:ext uri="{FF2B5EF4-FFF2-40B4-BE49-F238E27FC236}">
                    <a16:creationId xmlns:a16="http://schemas.microsoft.com/office/drawing/2014/main" id="{4C145116-54DB-45B8-9173-BF3E2CBD41B5}"/>
                  </a:ext>
                </a:extLst>
              </p14:cNvPr>
              <p14:cNvContentPartPr/>
              <p14:nvPr/>
            </p14:nvContentPartPr>
            <p14:xfrm>
              <a:off x="3099069" y="1923745"/>
              <a:ext cx="195840" cy="237600"/>
            </p14:xfrm>
          </p:contentPart>
        </mc:Choice>
        <mc:Fallback xmlns="">
          <p:pic>
            <p:nvPicPr>
              <p:cNvPr id="88" name="Cerneală 87">
                <a:extLst>
                  <a:ext uri="{FF2B5EF4-FFF2-40B4-BE49-F238E27FC236}">
                    <a16:creationId xmlns:a16="http://schemas.microsoft.com/office/drawing/2014/main" id="{4C145116-54DB-45B8-9173-BF3E2CBD41B5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3081429" y="1906105"/>
                <a:ext cx="231480" cy="27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89" name="Cerneală 88">
                <a:extLst>
                  <a:ext uri="{FF2B5EF4-FFF2-40B4-BE49-F238E27FC236}">
                    <a16:creationId xmlns:a16="http://schemas.microsoft.com/office/drawing/2014/main" id="{1AE7E00D-916E-485C-B776-89AB10B353A0}"/>
                  </a:ext>
                </a:extLst>
              </p14:cNvPr>
              <p14:cNvContentPartPr/>
              <p14:nvPr/>
            </p14:nvContentPartPr>
            <p14:xfrm>
              <a:off x="1847709" y="2127865"/>
              <a:ext cx="56880" cy="13680"/>
            </p14:xfrm>
          </p:contentPart>
        </mc:Choice>
        <mc:Fallback xmlns="">
          <p:pic>
            <p:nvPicPr>
              <p:cNvPr id="89" name="Cerneală 88">
                <a:extLst>
                  <a:ext uri="{FF2B5EF4-FFF2-40B4-BE49-F238E27FC236}">
                    <a16:creationId xmlns:a16="http://schemas.microsoft.com/office/drawing/2014/main" id="{1AE7E00D-916E-485C-B776-89AB10B353A0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1830069" y="2109865"/>
                <a:ext cx="92520" cy="4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90" name="Cerneală 89">
                <a:extLst>
                  <a:ext uri="{FF2B5EF4-FFF2-40B4-BE49-F238E27FC236}">
                    <a16:creationId xmlns:a16="http://schemas.microsoft.com/office/drawing/2014/main" id="{31A0187E-7403-4B3B-AF33-B640EC075C32}"/>
                  </a:ext>
                </a:extLst>
              </p14:cNvPr>
              <p14:cNvContentPartPr/>
              <p14:nvPr/>
            </p14:nvContentPartPr>
            <p14:xfrm>
              <a:off x="2179989" y="2120305"/>
              <a:ext cx="51840" cy="11880"/>
            </p14:xfrm>
          </p:contentPart>
        </mc:Choice>
        <mc:Fallback xmlns="">
          <p:pic>
            <p:nvPicPr>
              <p:cNvPr id="90" name="Cerneală 89">
                <a:extLst>
                  <a:ext uri="{FF2B5EF4-FFF2-40B4-BE49-F238E27FC236}">
                    <a16:creationId xmlns:a16="http://schemas.microsoft.com/office/drawing/2014/main" id="{31A0187E-7403-4B3B-AF33-B640EC075C32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2161989" y="2102305"/>
                <a:ext cx="87480" cy="4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91" name="Cerneală 90">
                <a:extLst>
                  <a:ext uri="{FF2B5EF4-FFF2-40B4-BE49-F238E27FC236}">
                    <a16:creationId xmlns:a16="http://schemas.microsoft.com/office/drawing/2014/main" id="{97CB6B85-3DED-45E2-B21D-3EADDBEC9D32}"/>
                  </a:ext>
                </a:extLst>
              </p14:cNvPr>
              <p14:cNvContentPartPr/>
              <p14:nvPr/>
            </p14:nvContentPartPr>
            <p14:xfrm>
              <a:off x="2415789" y="2115625"/>
              <a:ext cx="43200" cy="16560"/>
            </p14:xfrm>
          </p:contentPart>
        </mc:Choice>
        <mc:Fallback xmlns="">
          <p:pic>
            <p:nvPicPr>
              <p:cNvPr id="91" name="Cerneală 90">
                <a:extLst>
                  <a:ext uri="{FF2B5EF4-FFF2-40B4-BE49-F238E27FC236}">
                    <a16:creationId xmlns:a16="http://schemas.microsoft.com/office/drawing/2014/main" id="{97CB6B85-3DED-45E2-B21D-3EADDBEC9D32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2397789" y="2097625"/>
                <a:ext cx="78840" cy="5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92" name="Cerneală 91">
                <a:extLst>
                  <a:ext uri="{FF2B5EF4-FFF2-40B4-BE49-F238E27FC236}">
                    <a16:creationId xmlns:a16="http://schemas.microsoft.com/office/drawing/2014/main" id="{4EC19BB2-B972-48E6-B9E6-883FDB07C640}"/>
                  </a:ext>
                </a:extLst>
              </p14:cNvPr>
              <p14:cNvContentPartPr/>
              <p14:nvPr/>
            </p14:nvContentPartPr>
            <p14:xfrm>
              <a:off x="2627469" y="2114545"/>
              <a:ext cx="292680" cy="12960"/>
            </p14:xfrm>
          </p:contentPart>
        </mc:Choice>
        <mc:Fallback xmlns="">
          <p:pic>
            <p:nvPicPr>
              <p:cNvPr id="92" name="Cerneală 91">
                <a:extLst>
                  <a:ext uri="{FF2B5EF4-FFF2-40B4-BE49-F238E27FC236}">
                    <a16:creationId xmlns:a16="http://schemas.microsoft.com/office/drawing/2014/main" id="{4EC19BB2-B972-48E6-B9E6-883FDB07C640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2609469" y="2096545"/>
                <a:ext cx="328320" cy="4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93" name="Cerneală 92">
                <a:extLst>
                  <a:ext uri="{FF2B5EF4-FFF2-40B4-BE49-F238E27FC236}">
                    <a16:creationId xmlns:a16="http://schemas.microsoft.com/office/drawing/2014/main" id="{206C1E1A-8625-4822-9892-18509DD65350}"/>
                  </a:ext>
                </a:extLst>
              </p14:cNvPr>
              <p14:cNvContentPartPr/>
              <p14:nvPr/>
            </p14:nvContentPartPr>
            <p14:xfrm>
              <a:off x="8676909" y="1847425"/>
              <a:ext cx="208800" cy="186480"/>
            </p14:xfrm>
          </p:contentPart>
        </mc:Choice>
        <mc:Fallback xmlns="">
          <p:pic>
            <p:nvPicPr>
              <p:cNvPr id="93" name="Cerneală 92">
                <a:extLst>
                  <a:ext uri="{FF2B5EF4-FFF2-40B4-BE49-F238E27FC236}">
                    <a16:creationId xmlns:a16="http://schemas.microsoft.com/office/drawing/2014/main" id="{206C1E1A-8625-4822-9892-18509DD65350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8658909" y="1829425"/>
                <a:ext cx="244440" cy="22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94" name="Cerneală 93">
                <a:extLst>
                  <a:ext uri="{FF2B5EF4-FFF2-40B4-BE49-F238E27FC236}">
                    <a16:creationId xmlns:a16="http://schemas.microsoft.com/office/drawing/2014/main" id="{EB4A59B1-E85F-47D3-BFA0-FD2E2E79BBF5}"/>
                  </a:ext>
                </a:extLst>
              </p14:cNvPr>
              <p14:cNvContentPartPr/>
              <p14:nvPr/>
            </p14:nvContentPartPr>
            <p14:xfrm>
              <a:off x="9066429" y="1987465"/>
              <a:ext cx="30960" cy="113040"/>
            </p14:xfrm>
          </p:contentPart>
        </mc:Choice>
        <mc:Fallback xmlns="">
          <p:pic>
            <p:nvPicPr>
              <p:cNvPr id="94" name="Cerneală 93">
                <a:extLst>
                  <a:ext uri="{FF2B5EF4-FFF2-40B4-BE49-F238E27FC236}">
                    <a16:creationId xmlns:a16="http://schemas.microsoft.com/office/drawing/2014/main" id="{EB4A59B1-E85F-47D3-BFA0-FD2E2E79BBF5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9048789" y="1969465"/>
                <a:ext cx="66600" cy="14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95" name="Cerneală 94">
                <a:extLst>
                  <a:ext uri="{FF2B5EF4-FFF2-40B4-BE49-F238E27FC236}">
                    <a16:creationId xmlns:a16="http://schemas.microsoft.com/office/drawing/2014/main" id="{1B39DE52-0E54-480C-92BF-295B0A550F50}"/>
                  </a:ext>
                </a:extLst>
              </p14:cNvPr>
              <p14:cNvContentPartPr/>
              <p14:nvPr/>
            </p14:nvContentPartPr>
            <p14:xfrm>
              <a:off x="9211149" y="1861105"/>
              <a:ext cx="209160" cy="162000"/>
            </p14:xfrm>
          </p:contentPart>
        </mc:Choice>
        <mc:Fallback xmlns="">
          <p:pic>
            <p:nvPicPr>
              <p:cNvPr id="95" name="Cerneală 94">
                <a:extLst>
                  <a:ext uri="{FF2B5EF4-FFF2-40B4-BE49-F238E27FC236}">
                    <a16:creationId xmlns:a16="http://schemas.microsoft.com/office/drawing/2014/main" id="{1B39DE52-0E54-480C-92BF-295B0A550F50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9193509" y="1843105"/>
                <a:ext cx="244800" cy="19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96" name="Cerneală 95">
                <a:extLst>
                  <a:ext uri="{FF2B5EF4-FFF2-40B4-BE49-F238E27FC236}">
                    <a16:creationId xmlns:a16="http://schemas.microsoft.com/office/drawing/2014/main" id="{4D8F833C-1110-4905-B3AE-C9BBCA4CD823}"/>
                  </a:ext>
                </a:extLst>
              </p14:cNvPr>
              <p14:cNvContentPartPr/>
              <p14:nvPr/>
            </p14:nvContentPartPr>
            <p14:xfrm>
              <a:off x="9607149" y="2001865"/>
              <a:ext cx="39240" cy="116640"/>
            </p14:xfrm>
          </p:contentPart>
        </mc:Choice>
        <mc:Fallback xmlns="">
          <p:pic>
            <p:nvPicPr>
              <p:cNvPr id="96" name="Cerneală 95">
                <a:extLst>
                  <a:ext uri="{FF2B5EF4-FFF2-40B4-BE49-F238E27FC236}">
                    <a16:creationId xmlns:a16="http://schemas.microsoft.com/office/drawing/2014/main" id="{4D8F833C-1110-4905-B3AE-C9BBCA4CD823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9589509" y="1983865"/>
                <a:ext cx="74880" cy="15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97" name="Cerneală 96">
                <a:extLst>
                  <a:ext uri="{FF2B5EF4-FFF2-40B4-BE49-F238E27FC236}">
                    <a16:creationId xmlns:a16="http://schemas.microsoft.com/office/drawing/2014/main" id="{1493F06E-7AA5-4978-96FC-B321B9C77639}"/>
                  </a:ext>
                </a:extLst>
              </p14:cNvPr>
              <p14:cNvContentPartPr/>
              <p14:nvPr/>
            </p14:nvContentPartPr>
            <p14:xfrm>
              <a:off x="9860949" y="1835545"/>
              <a:ext cx="61920" cy="186120"/>
            </p14:xfrm>
          </p:contentPart>
        </mc:Choice>
        <mc:Fallback xmlns="">
          <p:pic>
            <p:nvPicPr>
              <p:cNvPr id="97" name="Cerneală 96">
                <a:extLst>
                  <a:ext uri="{FF2B5EF4-FFF2-40B4-BE49-F238E27FC236}">
                    <a16:creationId xmlns:a16="http://schemas.microsoft.com/office/drawing/2014/main" id="{1493F06E-7AA5-4978-96FC-B321B9C77639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9843309" y="1817545"/>
                <a:ext cx="97560" cy="22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98" name="Cerneală 97">
                <a:extLst>
                  <a:ext uri="{FF2B5EF4-FFF2-40B4-BE49-F238E27FC236}">
                    <a16:creationId xmlns:a16="http://schemas.microsoft.com/office/drawing/2014/main" id="{46AAB5AC-FAE0-4F50-B7D7-2A545F4D1BD8}"/>
                  </a:ext>
                </a:extLst>
              </p14:cNvPr>
              <p14:cNvContentPartPr/>
              <p14:nvPr/>
            </p14:nvContentPartPr>
            <p14:xfrm>
              <a:off x="10101429" y="1958665"/>
              <a:ext cx="47880" cy="155520"/>
            </p14:xfrm>
          </p:contentPart>
        </mc:Choice>
        <mc:Fallback xmlns="">
          <p:pic>
            <p:nvPicPr>
              <p:cNvPr id="98" name="Cerneală 97">
                <a:extLst>
                  <a:ext uri="{FF2B5EF4-FFF2-40B4-BE49-F238E27FC236}">
                    <a16:creationId xmlns:a16="http://schemas.microsoft.com/office/drawing/2014/main" id="{46AAB5AC-FAE0-4F50-B7D7-2A545F4D1BD8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10083789" y="1940665"/>
                <a:ext cx="83520" cy="19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99" name="Cerneală 98">
                <a:extLst>
                  <a:ext uri="{FF2B5EF4-FFF2-40B4-BE49-F238E27FC236}">
                    <a16:creationId xmlns:a16="http://schemas.microsoft.com/office/drawing/2014/main" id="{7CE05B56-94E0-429E-B1E4-1353B67EDD57}"/>
                  </a:ext>
                </a:extLst>
              </p14:cNvPr>
              <p14:cNvContentPartPr/>
              <p14:nvPr/>
            </p14:nvContentPartPr>
            <p14:xfrm>
              <a:off x="10448469" y="1826905"/>
              <a:ext cx="162360" cy="170280"/>
            </p14:xfrm>
          </p:contentPart>
        </mc:Choice>
        <mc:Fallback xmlns="">
          <p:pic>
            <p:nvPicPr>
              <p:cNvPr id="99" name="Cerneală 98">
                <a:extLst>
                  <a:ext uri="{FF2B5EF4-FFF2-40B4-BE49-F238E27FC236}">
                    <a16:creationId xmlns:a16="http://schemas.microsoft.com/office/drawing/2014/main" id="{7CE05B56-94E0-429E-B1E4-1353B67EDD57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10430829" y="1809265"/>
                <a:ext cx="198000" cy="20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100" name="Cerneală 99">
                <a:extLst>
                  <a:ext uri="{FF2B5EF4-FFF2-40B4-BE49-F238E27FC236}">
                    <a16:creationId xmlns:a16="http://schemas.microsoft.com/office/drawing/2014/main" id="{2A9B61F3-54D8-4CF9-8558-FD3B2B1561A6}"/>
                  </a:ext>
                </a:extLst>
              </p14:cNvPr>
              <p14:cNvContentPartPr/>
              <p14:nvPr/>
            </p14:nvContentPartPr>
            <p14:xfrm>
              <a:off x="10867149" y="1987465"/>
              <a:ext cx="56160" cy="194760"/>
            </p14:xfrm>
          </p:contentPart>
        </mc:Choice>
        <mc:Fallback xmlns="">
          <p:pic>
            <p:nvPicPr>
              <p:cNvPr id="100" name="Cerneală 99">
                <a:extLst>
                  <a:ext uri="{FF2B5EF4-FFF2-40B4-BE49-F238E27FC236}">
                    <a16:creationId xmlns:a16="http://schemas.microsoft.com/office/drawing/2014/main" id="{2A9B61F3-54D8-4CF9-8558-FD3B2B1561A6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10849149" y="1969465"/>
                <a:ext cx="91800" cy="23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101" name="Cerneală 100">
                <a:extLst>
                  <a:ext uri="{FF2B5EF4-FFF2-40B4-BE49-F238E27FC236}">
                    <a16:creationId xmlns:a16="http://schemas.microsoft.com/office/drawing/2014/main" id="{6810A9A8-17EC-4939-9CB2-E5A2EDBDEA80}"/>
                  </a:ext>
                </a:extLst>
              </p14:cNvPr>
              <p14:cNvContentPartPr/>
              <p14:nvPr/>
            </p14:nvContentPartPr>
            <p14:xfrm>
              <a:off x="11134989" y="1774705"/>
              <a:ext cx="195480" cy="239400"/>
            </p14:xfrm>
          </p:contentPart>
        </mc:Choice>
        <mc:Fallback xmlns="">
          <p:pic>
            <p:nvPicPr>
              <p:cNvPr id="101" name="Cerneală 100">
                <a:extLst>
                  <a:ext uri="{FF2B5EF4-FFF2-40B4-BE49-F238E27FC236}">
                    <a16:creationId xmlns:a16="http://schemas.microsoft.com/office/drawing/2014/main" id="{6810A9A8-17EC-4939-9CB2-E5A2EDBDEA80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11117349" y="1757065"/>
                <a:ext cx="231120" cy="27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102" name="Cerneală 101">
                <a:extLst>
                  <a:ext uri="{FF2B5EF4-FFF2-40B4-BE49-F238E27FC236}">
                    <a16:creationId xmlns:a16="http://schemas.microsoft.com/office/drawing/2014/main" id="{5A58AF4F-6633-4D84-9CBD-6890C6BDF4F3}"/>
                  </a:ext>
                </a:extLst>
              </p14:cNvPr>
              <p14:cNvContentPartPr/>
              <p14:nvPr/>
            </p14:nvContentPartPr>
            <p14:xfrm>
              <a:off x="11463309" y="1796305"/>
              <a:ext cx="173160" cy="271440"/>
            </p14:xfrm>
          </p:contentPart>
        </mc:Choice>
        <mc:Fallback xmlns="">
          <p:pic>
            <p:nvPicPr>
              <p:cNvPr id="102" name="Cerneală 101">
                <a:extLst>
                  <a:ext uri="{FF2B5EF4-FFF2-40B4-BE49-F238E27FC236}">
                    <a16:creationId xmlns:a16="http://schemas.microsoft.com/office/drawing/2014/main" id="{5A58AF4F-6633-4D84-9CBD-6890C6BDF4F3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11445309" y="1778665"/>
                <a:ext cx="208800" cy="30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108" name="Cerneală 107">
                <a:extLst>
                  <a:ext uri="{FF2B5EF4-FFF2-40B4-BE49-F238E27FC236}">
                    <a16:creationId xmlns:a16="http://schemas.microsoft.com/office/drawing/2014/main" id="{202A478B-C2E1-4E76-A33C-9845598A6C87}"/>
                  </a:ext>
                </a:extLst>
              </p14:cNvPr>
              <p14:cNvContentPartPr/>
              <p14:nvPr/>
            </p14:nvContentPartPr>
            <p14:xfrm>
              <a:off x="478629" y="2480665"/>
              <a:ext cx="585720" cy="55440"/>
            </p14:xfrm>
          </p:contentPart>
        </mc:Choice>
        <mc:Fallback xmlns="">
          <p:pic>
            <p:nvPicPr>
              <p:cNvPr id="108" name="Cerneală 107">
                <a:extLst>
                  <a:ext uri="{FF2B5EF4-FFF2-40B4-BE49-F238E27FC236}">
                    <a16:creationId xmlns:a16="http://schemas.microsoft.com/office/drawing/2014/main" id="{202A478B-C2E1-4E76-A33C-9845598A6C87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460989" y="2463025"/>
                <a:ext cx="621360" cy="9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109" name="Cerneală 108">
                <a:extLst>
                  <a:ext uri="{FF2B5EF4-FFF2-40B4-BE49-F238E27FC236}">
                    <a16:creationId xmlns:a16="http://schemas.microsoft.com/office/drawing/2014/main" id="{C7BB75C5-43B7-41FB-BBB5-9FE2AFA05AC2}"/>
                  </a:ext>
                </a:extLst>
              </p14:cNvPr>
              <p14:cNvContentPartPr/>
              <p14:nvPr/>
            </p14:nvContentPartPr>
            <p14:xfrm>
              <a:off x="1453149" y="2356105"/>
              <a:ext cx="10362960" cy="335160"/>
            </p14:xfrm>
          </p:contentPart>
        </mc:Choice>
        <mc:Fallback xmlns="">
          <p:pic>
            <p:nvPicPr>
              <p:cNvPr id="109" name="Cerneală 108">
                <a:extLst>
                  <a:ext uri="{FF2B5EF4-FFF2-40B4-BE49-F238E27FC236}">
                    <a16:creationId xmlns:a16="http://schemas.microsoft.com/office/drawing/2014/main" id="{C7BB75C5-43B7-41FB-BBB5-9FE2AFA05AC2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1435149" y="2338465"/>
                <a:ext cx="10398600" cy="37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110" name="Cerneală 109">
                <a:extLst>
                  <a:ext uri="{FF2B5EF4-FFF2-40B4-BE49-F238E27FC236}">
                    <a16:creationId xmlns:a16="http://schemas.microsoft.com/office/drawing/2014/main" id="{59DE0034-FD40-4F3E-AFD5-4EDD9F35251D}"/>
                  </a:ext>
                </a:extLst>
              </p14:cNvPr>
              <p14:cNvContentPartPr/>
              <p14:nvPr/>
            </p14:nvContentPartPr>
            <p14:xfrm>
              <a:off x="443349" y="2605225"/>
              <a:ext cx="679680" cy="234720"/>
            </p14:xfrm>
          </p:contentPart>
        </mc:Choice>
        <mc:Fallback xmlns="">
          <p:pic>
            <p:nvPicPr>
              <p:cNvPr id="110" name="Cerneală 109">
                <a:extLst>
                  <a:ext uri="{FF2B5EF4-FFF2-40B4-BE49-F238E27FC236}">
                    <a16:creationId xmlns:a16="http://schemas.microsoft.com/office/drawing/2014/main" id="{59DE0034-FD40-4F3E-AFD5-4EDD9F35251D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425349" y="2587585"/>
                <a:ext cx="715320" cy="27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113" name="Cerneală 112">
                <a:extLst>
                  <a:ext uri="{FF2B5EF4-FFF2-40B4-BE49-F238E27FC236}">
                    <a16:creationId xmlns:a16="http://schemas.microsoft.com/office/drawing/2014/main" id="{9A4CFD75-6E9E-4F7F-B1AE-E2A6AA9467BC}"/>
                  </a:ext>
                </a:extLst>
              </p14:cNvPr>
              <p14:cNvContentPartPr/>
              <p14:nvPr/>
            </p14:nvContentPartPr>
            <p14:xfrm>
              <a:off x="1434789" y="2920945"/>
              <a:ext cx="187920" cy="443880"/>
            </p14:xfrm>
          </p:contentPart>
        </mc:Choice>
        <mc:Fallback xmlns="">
          <p:pic>
            <p:nvPicPr>
              <p:cNvPr id="113" name="Cerneală 112">
                <a:extLst>
                  <a:ext uri="{FF2B5EF4-FFF2-40B4-BE49-F238E27FC236}">
                    <a16:creationId xmlns:a16="http://schemas.microsoft.com/office/drawing/2014/main" id="{9A4CFD75-6E9E-4F7F-B1AE-E2A6AA9467BC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1416789" y="2903305"/>
                <a:ext cx="223560" cy="47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114" name="Cerneală 113">
                <a:extLst>
                  <a:ext uri="{FF2B5EF4-FFF2-40B4-BE49-F238E27FC236}">
                    <a16:creationId xmlns:a16="http://schemas.microsoft.com/office/drawing/2014/main" id="{82431D18-ED7D-4534-A0F1-3500E7CDC951}"/>
                  </a:ext>
                </a:extLst>
              </p14:cNvPr>
              <p14:cNvContentPartPr/>
              <p14:nvPr/>
            </p14:nvContentPartPr>
            <p14:xfrm>
              <a:off x="1999629" y="3022105"/>
              <a:ext cx="145080" cy="208800"/>
            </p14:xfrm>
          </p:contentPart>
        </mc:Choice>
        <mc:Fallback xmlns="">
          <p:pic>
            <p:nvPicPr>
              <p:cNvPr id="114" name="Cerneală 113">
                <a:extLst>
                  <a:ext uri="{FF2B5EF4-FFF2-40B4-BE49-F238E27FC236}">
                    <a16:creationId xmlns:a16="http://schemas.microsoft.com/office/drawing/2014/main" id="{82431D18-ED7D-4534-A0F1-3500E7CDC951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1981989" y="3004105"/>
                <a:ext cx="180720" cy="24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115" name="Cerneală 114">
                <a:extLst>
                  <a:ext uri="{FF2B5EF4-FFF2-40B4-BE49-F238E27FC236}">
                    <a16:creationId xmlns:a16="http://schemas.microsoft.com/office/drawing/2014/main" id="{5EC9A882-C9F3-4ACC-A52B-822DFD267A3A}"/>
                  </a:ext>
                </a:extLst>
              </p14:cNvPr>
              <p14:cNvContentPartPr/>
              <p14:nvPr/>
            </p14:nvContentPartPr>
            <p14:xfrm>
              <a:off x="2176029" y="3159985"/>
              <a:ext cx="242280" cy="75240"/>
            </p14:xfrm>
          </p:contentPart>
        </mc:Choice>
        <mc:Fallback xmlns="">
          <p:pic>
            <p:nvPicPr>
              <p:cNvPr id="115" name="Cerneală 114">
                <a:extLst>
                  <a:ext uri="{FF2B5EF4-FFF2-40B4-BE49-F238E27FC236}">
                    <a16:creationId xmlns:a16="http://schemas.microsoft.com/office/drawing/2014/main" id="{5EC9A882-C9F3-4ACC-A52B-822DFD267A3A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2158029" y="3142345"/>
                <a:ext cx="277920" cy="11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116" name="Cerneală 115">
                <a:extLst>
                  <a:ext uri="{FF2B5EF4-FFF2-40B4-BE49-F238E27FC236}">
                    <a16:creationId xmlns:a16="http://schemas.microsoft.com/office/drawing/2014/main" id="{D39A4A5B-B7A5-478F-AE1E-E49130DE6CD1}"/>
                  </a:ext>
                </a:extLst>
              </p14:cNvPr>
              <p14:cNvContentPartPr/>
              <p14:nvPr/>
            </p14:nvContentPartPr>
            <p14:xfrm>
              <a:off x="2808909" y="2965945"/>
              <a:ext cx="119880" cy="302760"/>
            </p14:xfrm>
          </p:contentPart>
        </mc:Choice>
        <mc:Fallback xmlns="">
          <p:pic>
            <p:nvPicPr>
              <p:cNvPr id="116" name="Cerneală 115">
                <a:extLst>
                  <a:ext uri="{FF2B5EF4-FFF2-40B4-BE49-F238E27FC236}">
                    <a16:creationId xmlns:a16="http://schemas.microsoft.com/office/drawing/2014/main" id="{D39A4A5B-B7A5-478F-AE1E-E49130DE6CD1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2790909" y="2948305"/>
                <a:ext cx="155520" cy="33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117" name="Cerneală 116">
                <a:extLst>
                  <a:ext uri="{FF2B5EF4-FFF2-40B4-BE49-F238E27FC236}">
                    <a16:creationId xmlns:a16="http://schemas.microsoft.com/office/drawing/2014/main" id="{F06B40AC-E248-4F4C-92B6-03A70B206D58}"/>
                  </a:ext>
                </a:extLst>
              </p14:cNvPr>
              <p14:cNvContentPartPr/>
              <p14:nvPr/>
            </p14:nvContentPartPr>
            <p14:xfrm>
              <a:off x="2660229" y="3075025"/>
              <a:ext cx="268920" cy="23760"/>
            </p14:xfrm>
          </p:contentPart>
        </mc:Choice>
        <mc:Fallback xmlns="">
          <p:pic>
            <p:nvPicPr>
              <p:cNvPr id="117" name="Cerneală 116">
                <a:extLst>
                  <a:ext uri="{FF2B5EF4-FFF2-40B4-BE49-F238E27FC236}">
                    <a16:creationId xmlns:a16="http://schemas.microsoft.com/office/drawing/2014/main" id="{F06B40AC-E248-4F4C-92B6-03A70B206D58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2642229" y="3057385"/>
                <a:ext cx="304560" cy="5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118" name="Cerneală 117">
                <a:extLst>
                  <a:ext uri="{FF2B5EF4-FFF2-40B4-BE49-F238E27FC236}">
                    <a16:creationId xmlns:a16="http://schemas.microsoft.com/office/drawing/2014/main" id="{5BCA6B3B-868C-43B9-AC87-1598F860D955}"/>
                  </a:ext>
                </a:extLst>
              </p14:cNvPr>
              <p14:cNvContentPartPr/>
              <p14:nvPr/>
            </p14:nvContentPartPr>
            <p14:xfrm>
              <a:off x="2969109" y="3114265"/>
              <a:ext cx="410040" cy="158400"/>
            </p14:xfrm>
          </p:contentPart>
        </mc:Choice>
        <mc:Fallback xmlns="">
          <p:pic>
            <p:nvPicPr>
              <p:cNvPr id="118" name="Cerneală 117">
                <a:extLst>
                  <a:ext uri="{FF2B5EF4-FFF2-40B4-BE49-F238E27FC236}">
                    <a16:creationId xmlns:a16="http://schemas.microsoft.com/office/drawing/2014/main" id="{5BCA6B3B-868C-43B9-AC87-1598F860D955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2951109" y="3096625"/>
                <a:ext cx="445680" cy="19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119" name="Cerneală 118">
                <a:extLst>
                  <a:ext uri="{FF2B5EF4-FFF2-40B4-BE49-F238E27FC236}">
                    <a16:creationId xmlns:a16="http://schemas.microsoft.com/office/drawing/2014/main" id="{BC5F4123-ED80-4AE7-B5E7-864D22C23658}"/>
                  </a:ext>
                </a:extLst>
              </p14:cNvPr>
              <p14:cNvContentPartPr/>
              <p14:nvPr/>
            </p14:nvContentPartPr>
            <p14:xfrm>
              <a:off x="3443589" y="3121465"/>
              <a:ext cx="1067760" cy="157320"/>
            </p14:xfrm>
          </p:contentPart>
        </mc:Choice>
        <mc:Fallback xmlns="">
          <p:pic>
            <p:nvPicPr>
              <p:cNvPr id="119" name="Cerneală 118">
                <a:extLst>
                  <a:ext uri="{FF2B5EF4-FFF2-40B4-BE49-F238E27FC236}">
                    <a16:creationId xmlns:a16="http://schemas.microsoft.com/office/drawing/2014/main" id="{BC5F4123-ED80-4AE7-B5E7-864D22C23658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3425949" y="3103825"/>
                <a:ext cx="1103400" cy="19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120" name="Cerneală 119">
                <a:extLst>
                  <a:ext uri="{FF2B5EF4-FFF2-40B4-BE49-F238E27FC236}">
                    <a16:creationId xmlns:a16="http://schemas.microsoft.com/office/drawing/2014/main" id="{2ED9698E-F74B-44EE-B2CC-2218748A7D67}"/>
                  </a:ext>
                </a:extLst>
              </p14:cNvPr>
              <p14:cNvContentPartPr/>
              <p14:nvPr/>
            </p14:nvContentPartPr>
            <p14:xfrm>
              <a:off x="4898349" y="3079705"/>
              <a:ext cx="90360" cy="325080"/>
            </p14:xfrm>
          </p:contentPart>
        </mc:Choice>
        <mc:Fallback xmlns="">
          <p:pic>
            <p:nvPicPr>
              <p:cNvPr id="120" name="Cerneală 119">
                <a:extLst>
                  <a:ext uri="{FF2B5EF4-FFF2-40B4-BE49-F238E27FC236}">
                    <a16:creationId xmlns:a16="http://schemas.microsoft.com/office/drawing/2014/main" id="{2ED9698E-F74B-44EE-B2CC-2218748A7D67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4880349" y="3062065"/>
                <a:ext cx="126000" cy="36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7">
            <p14:nvContentPartPr>
              <p14:cNvPr id="121" name="Cerneală 120">
                <a:extLst>
                  <a:ext uri="{FF2B5EF4-FFF2-40B4-BE49-F238E27FC236}">
                    <a16:creationId xmlns:a16="http://schemas.microsoft.com/office/drawing/2014/main" id="{AD4F7D52-B791-4374-91DC-90C31E15886F}"/>
                  </a:ext>
                </a:extLst>
              </p14:cNvPr>
              <p14:cNvContentPartPr/>
              <p14:nvPr/>
            </p14:nvContentPartPr>
            <p14:xfrm>
              <a:off x="5022189" y="3069985"/>
              <a:ext cx="358560" cy="159480"/>
            </p14:xfrm>
          </p:contentPart>
        </mc:Choice>
        <mc:Fallback xmlns="">
          <p:pic>
            <p:nvPicPr>
              <p:cNvPr id="121" name="Cerneală 120">
                <a:extLst>
                  <a:ext uri="{FF2B5EF4-FFF2-40B4-BE49-F238E27FC236}">
                    <a16:creationId xmlns:a16="http://schemas.microsoft.com/office/drawing/2014/main" id="{AD4F7D52-B791-4374-91DC-90C31E15886F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5004549" y="3052345"/>
                <a:ext cx="394200" cy="19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9">
            <p14:nvContentPartPr>
              <p14:cNvPr id="122" name="Cerneală 121">
                <a:extLst>
                  <a:ext uri="{FF2B5EF4-FFF2-40B4-BE49-F238E27FC236}">
                    <a16:creationId xmlns:a16="http://schemas.microsoft.com/office/drawing/2014/main" id="{8F84388A-9A74-41C3-9352-FA1329DF702E}"/>
                  </a:ext>
                </a:extLst>
              </p14:cNvPr>
              <p14:cNvContentPartPr/>
              <p14:nvPr/>
            </p14:nvContentPartPr>
            <p14:xfrm>
              <a:off x="5327469" y="2993305"/>
              <a:ext cx="283680" cy="194760"/>
            </p14:xfrm>
          </p:contentPart>
        </mc:Choice>
        <mc:Fallback xmlns="">
          <p:pic>
            <p:nvPicPr>
              <p:cNvPr id="122" name="Cerneală 121">
                <a:extLst>
                  <a:ext uri="{FF2B5EF4-FFF2-40B4-BE49-F238E27FC236}">
                    <a16:creationId xmlns:a16="http://schemas.microsoft.com/office/drawing/2014/main" id="{8F84388A-9A74-41C3-9352-FA1329DF702E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5309469" y="2975305"/>
                <a:ext cx="319320" cy="23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1">
            <p14:nvContentPartPr>
              <p14:cNvPr id="132" name="Cerneală 131">
                <a:extLst>
                  <a:ext uri="{FF2B5EF4-FFF2-40B4-BE49-F238E27FC236}">
                    <a16:creationId xmlns:a16="http://schemas.microsoft.com/office/drawing/2014/main" id="{10CD2538-853C-4388-A7EC-536236700432}"/>
                  </a:ext>
                </a:extLst>
              </p14:cNvPr>
              <p14:cNvContentPartPr/>
              <p14:nvPr/>
            </p14:nvContentPartPr>
            <p14:xfrm>
              <a:off x="6001029" y="2959465"/>
              <a:ext cx="419760" cy="196920"/>
            </p14:xfrm>
          </p:contentPart>
        </mc:Choice>
        <mc:Fallback xmlns="">
          <p:pic>
            <p:nvPicPr>
              <p:cNvPr id="132" name="Cerneală 131">
                <a:extLst>
                  <a:ext uri="{FF2B5EF4-FFF2-40B4-BE49-F238E27FC236}">
                    <a16:creationId xmlns:a16="http://schemas.microsoft.com/office/drawing/2014/main" id="{10CD2538-853C-4388-A7EC-536236700432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5983389" y="2941465"/>
                <a:ext cx="455400" cy="23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3">
            <p14:nvContentPartPr>
              <p14:cNvPr id="133" name="Cerneală 132">
                <a:extLst>
                  <a:ext uri="{FF2B5EF4-FFF2-40B4-BE49-F238E27FC236}">
                    <a16:creationId xmlns:a16="http://schemas.microsoft.com/office/drawing/2014/main" id="{6DEACE73-0B7D-46FD-9FFC-592624B69E6D}"/>
                  </a:ext>
                </a:extLst>
              </p14:cNvPr>
              <p14:cNvContentPartPr/>
              <p14:nvPr/>
            </p14:nvContentPartPr>
            <p14:xfrm>
              <a:off x="6800229" y="3054145"/>
              <a:ext cx="325080" cy="134280"/>
            </p14:xfrm>
          </p:contentPart>
        </mc:Choice>
        <mc:Fallback xmlns="">
          <p:pic>
            <p:nvPicPr>
              <p:cNvPr id="133" name="Cerneală 132">
                <a:extLst>
                  <a:ext uri="{FF2B5EF4-FFF2-40B4-BE49-F238E27FC236}">
                    <a16:creationId xmlns:a16="http://schemas.microsoft.com/office/drawing/2014/main" id="{6DEACE73-0B7D-46FD-9FFC-592624B69E6D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6782229" y="3036145"/>
                <a:ext cx="360720" cy="16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5">
            <p14:nvContentPartPr>
              <p14:cNvPr id="147" name="Cerneală 146">
                <a:extLst>
                  <a:ext uri="{FF2B5EF4-FFF2-40B4-BE49-F238E27FC236}">
                    <a16:creationId xmlns:a16="http://schemas.microsoft.com/office/drawing/2014/main" id="{19B3C8FA-F700-463C-B4A8-A4C92F94B2B5}"/>
                  </a:ext>
                </a:extLst>
              </p14:cNvPr>
              <p14:cNvContentPartPr/>
              <p14:nvPr/>
            </p14:nvContentPartPr>
            <p14:xfrm>
              <a:off x="9984069" y="2874145"/>
              <a:ext cx="841320" cy="84600"/>
            </p14:xfrm>
          </p:contentPart>
        </mc:Choice>
        <mc:Fallback xmlns="">
          <p:pic>
            <p:nvPicPr>
              <p:cNvPr id="147" name="Cerneală 146">
                <a:extLst>
                  <a:ext uri="{FF2B5EF4-FFF2-40B4-BE49-F238E27FC236}">
                    <a16:creationId xmlns:a16="http://schemas.microsoft.com/office/drawing/2014/main" id="{19B3C8FA-F700-463C-B4A8-A4C92F94B2B5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9966069" y="2856145"/>
                <a:ext cx="876960" cy="12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7">
            <p14:nvContentPartPr>
              <p14:cNvPr id="148" name="Cerneală 147">
                <a:extLst>
                  <a:ext uri="{FF2B5EF4-FFF2-40B4-BE49-F238E27FC236}">
                    <a16:creationId xmlns:a16="http://schemas.microsoft.com/office/drawing/2014/main" id="{6BA04D74-D298-4DC8-AF13-215F2960CCC8}"/>
                  </a:ext>
                </a:extLst>
              </p14:cNvPr>
              <p14:cNvContentPartPr/>
              <p14:nvPr/>
            </p14:nvContentPartPr>
            <p14:xfrm>
              <a:off x="9899109" y="3012385"/>
              <a:ext cx="766800" cy="241200"/>
            </p14:xfrm>
          </p:contentPart>
        </mc:Choice>
        <mc:Fallback xmlns="">
          <p:pic>
            <p:nvPicPr>
              <p:cNvPr id="148" name="Cerneală 147">
                <a:extLst>
                  <a:ext uri="{FF2B5EF4-FFF2-40B4-BE49-F238E27FC236}">
                    <a16:creationId xmlns:a16="http://schemas.microsoft.com/office/drawing/2014/main" id="{6BA04D74-D298-4DC8-AF13-215F2960CCC8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9881469" y="2994719"/>
                <a:ext cx="802440" cy="27689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9">
            <p14:nvContentPartPr>
              <p14:cNvPr id="149" name="Cerneală 148">
                <a:extLst>
                  <a:ext uri="{FF2B5EF4-FFF2-40B4-BE49-F238E27FC236}">
                    <a16:creationId xmlns:a16="http://schemas.microsoft.com/office/drawing/2014/main" id="{B806D2E6-61C3-42B2-84BA-E50B7105362F}"/>
                  </a:ext>
                </a:extLst>
              </p14:cNvPr>
              <p14:cNvContentPartPr/>
              <p14:nvPr/>
            </p14:nvContentPartPr>
            <p14:xfrm>
              <a:off x="7508349" y="2850745"/>
              <a:ext cx="1983240" cy="655920"/>
            </p14:xfrm>
          </p:contentPart>
        </mc:Choice>
        <mc:Fallback xmlns="">
          <p:pic>
            <p:nvPicPr>
              <p:cNvPr id="149" name="Cerneală 148">
                <a:extLst>
                  <a:ext uri="{FF2B5EF4-FFF2-40B4-BE49-F238E27FC236}">
                    <a16:creationId xmlns:a16="http://schemas.microsoft.com/office/drawing/2014/main" id="{B806D2E6-61C3-42B2-84BA-E50B7105362F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7490346" y="2833105"/>
                <a:ext cx="2018886" cy="69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1">
            <p14:nvContentPartPr>
              <p14:cNvPr id="155" name="Cerneală 154">
                <a:extLst>
                  <a:ext uri="{FF2B5EF4-FFF2-40B4-BE49-F238E27FC236}">
                    <a16:creationId xmlns:a16="http://schemas.microsoft.com/office/drawing/2014/main" id="{EE14CDE4-55D5-400D-B37E-A8058D70673C}"/>
                  </a:ext>
                </a:extLst>
              </p14:cNvPr>
              <p14:cNvContentPartPr/>
              <p14:nvPr/>
            </p14:nvContentPartPr>
            <p14:xfrm>
              <a:off x="1929429" y="3421345"/>
              <a:ext cx="820800" cy="9720"/>
            </p14:xfrm>
          </p:contentPart>
        </mc:Choice>
        <mc:Fallback xmlns="">
          <p:pic>
            <p:nvPicPr>
              <p:cNvPr id="155" name="Cerneală 154">
                <a:extLst>
                  <a:ext uri="{FF2B5EF4-FFF2-40B4-BE49-F238E27FC236}">
                    <a16:creationId xmlns:a16="http://schemas.microsoft.com/office/drawing/2014/main" id="{EE14CDE4-55D5-400D-B37E-A8058D70673C}"/>
                  </a:ext>
                </a:extLst>
              </p:cNvPr>
              <p:cNvPicPr/>
              <p:nvPr/>
            </p:nvPicPr>
            <p:blipFill>
              <a:blip r:embed="rId122"/>
              <a:stretch>
                <a:fillRect/>
              </a:stretch>
            </p:blipFill>
            <p:spPr>
              <a:xfrm>
                <a:off x="1911789" y="3403345"/>
                <a:ext cx="856440" cy="4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3">
            <p14:nvContentPartPr>
              <p14:cNvPr id="156" name="Cerneală 155">
                <a:extLst>
                  <a:ext uri="{FF2B5EF4-FFF2-40B4-BE49-F238E27FC236}">
                    <a16:creationId xmlns:a16="http://schemas.microsoft.com/office/drawing/2014/main" id="{0D87B70B-648C-455A-AD49-113BA373845E}"/>
                  </a:ext>
                </a:extLst>
              </p14:cNvPr>
              <p14:cNvContentPartPr/>
              <p14:nvPr/>
            </p14:nvContentPartPr>
            <p14:xfrm>
              <a:off x="1947429" y="3496945"/>
              <a:ext cx="871920" cy="287640"/>
            </p14:xfrm>
          </p:contentPart>
        </mc:Choice>
        <mc:Fallback xmlns="">
          <p:pic>
            <p:nvPicPr>
              <p:cNvPr id="156" name="Cerneală 155">
                <a:extLst>
                  <a:ext uri="{FF2B5EF4-FFF2-40B4-BE49-F238E27FC236}">
                    <a16:creationId xmlns:a16="http://schemas.microsoft.com/office/drawing/2014/main" id="{0D87B70B-648C-455A-AD49-113BA373845E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1929789" y="3479305"/>
                <a:ext cx="907560" cy="32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5">
            <p14:nvContentPartPr>
              <p14:cNvPr id="157" name="Cerneală 156">
                <a:extLst>
                  <a:ext uri="{FF2B5EF4-FFF2-40B4-BE49-F238E27FC236}">
                    <a16:creationId xmlns:a16="http://schemas.microsoft.com/office/drawing/2014/main" id="{6C32D217-16BC-4551-B7BB-9C148F0CB5FF}"/>
                  </a:ext>
                </a:extLst>
              </p14:cNvPr>
              <p14:cNvContentPartPr/>
              <p14:nvPr/>
            </p14:nvContentPartPr>
            <p14:xfrm>
              <a:off x="1430829" y="4173025"/>
              <a:ext cx="252360" cy="406800"/>
            </p14:xfrm>
          </p:contentPart>
        </mc:Choice>
        <mc:Fallback xmlns="">
          <p:pic>
            <p:nvPicPr>
              <p:cNvPr id="157" name="Cerneală 156">
                <a:extLst>
                  <a:ext uri="{FF2B5EF4-FFF2-40B4-BE49-F238E27FC236}">
                    <a16:creationId xmlns:a16="http://schemas.microsoft.com/office/drawing/2014/main" id="{6C32D217-16BC-4551-B7BB-9C148F0CB5FF}"/>
                  </a:ext>
                </a:extLst>
              </p:cNvPr>
              <p:cNvPicPr/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1412829" y="4155025"/>
                <a:ext cx="288000" cy="44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7">
            <p14:nvContentPartPr>
              <p14:cNvPr id="158" name="Cerneală 157">
                <a:extLst>
                  <a:ext uri="{FF2B5EF4-FFF2-40B4-BE49-F238E27FC236}">
                    <a16:creationId xmlns:a16="http://schemas.microsoft.com/office/drawing/2014/main" id="{2125E9DC-D305-4BAE-AFEC-F1EEC7D04E56}"/>
                  </a:ext>
                </a:extLst>
              </p14:cNvPr>
              <p14:cNvContentPartPr/>
              <p14:nvPr/>
            </p14:nvContentPartPr>
            <p14:xfrm>
              <a:off x="2054709" y="4113265"/>
              <a:ext cx="428400" cy="304560"/>
            </p14:xfrm>
          </p:contentPart>
        </mc:Choice>
        <mc:Fallback xmlns="">
          <p:pic>
            <p:nvPicPr>
              <p:cNvPr id="158" name="Cerneală 157">
                <a:extLst>
                  <a:ext uri="{FF2B5EF4-FFF2-40B4-BE49-F238E27FC236}">
                    <a16:creationId xmlns:a16="http://schemas.microsoft.com/office/drawing/2014/main" id="{2125E9DC-D305-4BAE-AFEC-F1EEC7D04E56}"/>
                  </a:ext>
                </a:extLst>
              </p:cNvPr>
              <p:cNvPicPr/>
              <p:nvPr/>
            </p:nvPicPr>
            <p:blipFill>
              <a:blip r:embed="rId128"/>
              <a:stretch>
                <a:fillRect/>
              </a:stretch>
            </p:blipFill>
            <p:spPr>
              <a:xfrm>
                <a:off x="2037069" y="4095265"/>
                <a:ext cx="464040" cy="34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9">
            <p14:nvContentPartPr>
              <p14:cNvPr id="179" name="Cerneală 178">
                <a:extLst>
                  <a:ext uri="{FF2B5EF4-FFF2-40B4-BE49-F238E27FC236}">
                    <a16:creationId xmlns:a16="http://schemas.microsoft.com/office/drawing/2014/main" id="{95A93AE0-56E8-495D-A166-68F665E7AEF7}"/>
                  </a:ext>
                </a:extLst>
              </p14:cNvPr>
              <p14:cNvContentPartPr/>
              <p14:nvPr/>
            </p14:nvContentPartPr>
            <p14:xfrm>
              <a:off x="9821709" y="3910945"/>
              <a:ext cx="82800" cy="70560"/>
            </p14:xfrm>
          </p:contentPart>
        </mc:Choice>
        <mc:Fallback xmlns="">
          <p:pic>
            <p:nvPicPr>
              <p:cNvPr id="179" name="Cerneală 178">
                <a:extLst>
                  <a:ext uri="{FF2B5EF4-FFF2-40B4-BE49-F238E27FC236}">
                    <a16:creationId xmlns:a16="http://schemas.microsoft.com/office/drawing/2014/main" id="{95A93AE0-56E8-495D-A166-68F665E7AEF7}"/>
                  </a:ext>
                </a:extLst>
              </p:cNvPr>
              <p:cNvPicPr/>
              <p:nvPr/>
            </p:nvPicPr>
            <p:blipFill>
              <a:blip r:embed="rId130"/>
              <a:stretch>
                <a:fillRect/>
              </a:stretch>
            </p:blipFill>
            <p:spPr>
              <a:xfrm>
                <a:off x="9804069" y="3892945"/>
                <a:ext cx="118440" cy="10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1">
            <p14:nvContentPartPr>
              <p14:cNvPr id="183" name="Cerneală 182">
                <a:extLst>
                  <a:ext uri="{FF2B5EF4-FFF2-40B4-BE49-F238E27FC236}">
                    <a16:creationId xmlns:a16="http://schemas.microsoft.com/office/drawing/2014/main" id="{A24EE7C1-6A76-4219-A8BB-5DA55DFEC908}"/>
                  </a:ext>
                </a:extLst>
              </p14:cNvPr>
              <p14:cNvContentPartPr/>
              <p14:nvPr/>
            </p14:nvContentPartPr>
            <p14:xfrm>
              <a:off x="10528029" y="3839305"/>
              <a:ext cx="745560" cy="312480"/>
            </p14:xfrm>
          </p:contentPart>
        </mc:Choice>
        <mc:Fallback xmlns="">
          <p:pic>
            <p:nvPicPr>
              <p:cNvPr id="183" name="Cerneală 182">
                <a:extLst>
                  <a:ext uri="{FF2B5EF4-FFF2-40B4-BE49-F238E27FC236}">
                    <a16:creationId xmlns:a16="http://schemas.microsoft.com/office/drawing/2014/main" id="{A24EE7C1-6A76-4219-A8BB-5DA55DFEC908}"/>
                  </a:ext>
                </a:extLst>
              </p:cNvPr>
              <p:cNvPicPr/>
              <p:nvPr/>
            </p:nvPicPr>
            <p:blipFill>
              <a:blip r:embed="rId132"/>
              <a:stretch>
                <a:fillRect/>
              </a:stretch>
            </p:blipFill>
            <p:spPr>
              <a:xfrm>
                <a:off x="10510029" y="3821305"/>
                <a:ext cx="781200" cy="34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3">
            <p14:nvContentPartPr>
              <p14:cNvPr id="184" name="Cerneală 183">
                <a:extLst>
                  <a:ext uri="{FF2B5EF4-FFF2-40B4-BE49-F238E27FC236}">
                    <a16:creationId xmlns:a16="http://schemas.microsoft.com/office/drawing/2014/main" id="{004D254C-926A-49DA-9DFC-606ECF8E5054}"/>
                  </a:ext>
                </a:extLst>
              </p14:cNvPr>
              <p14:cNvContentPartPr/>
              <p14:nvPr/>
            </p14:nvContentPartPr>
            <p14:xfrm>
              <a:off x="9634869" y="4035865"/>
              <a:ext cx="384120" cy="112680"/>
            </p14:xfrm>
          </p:contentPart>
        </mc:Choice>
        <mc:Fallback xmlns="">
          <p:pic>
            <p:nvPicPr>
              <p:cNvPr id="184" name="Cerneală 183">
                <a:extLst>
                  <a:ext uri="{FF2B5EF4-FFF2-40B4-BE49-F238E27FC236}">
                    <a16:creationId xmlns:a16="http://schemas.microsoft.com/office/drawing/2014/main" id="{004D254C-926A-49DA-9DFC-606ECF8E5054}"/>
                  </a:ext>
                </a:extLst>
              </p:cNvPr>
              <p:cNvPicPr/>
              <p:nvPr/>
            </p:nvPicPr>
            <p:blipFill>
              <a:blip r:embed="rId134"/>
              <a:stretch>
                <a:fillRect/>
              </a:stretch>
            </p:blipFill>
            <p:spPr>
              <a:xfrm>
                <a:off x="9616869" y="4018225"/>
                <a:ext cx="419760" cy="14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5">
            <p14:nvContentPartPr>
              <p14:cNvPr id="185" name="Cerneală 184">
                <a:extLst>
                  <a:ext uri="{FF2B5EF4-FFF2-40B4-BE49-F238E27FC236}">
                    <a16:creationId xmlns:a16="http://schemas.microsoft.com/office/drawing/2014/main" id="{7BC0D2FE-4C00-45DD-9726-4097280611A6}"/>
                  </a:ext>
                </a:extLst>
              </p14:cNvPr>
              <p14:cNvContentPartPr/>
              <p14:nvPr/>
            </p14:nvContentPartPr>
            <p14:xfrm>
              <a:off x="7646229" y="3929305"/>
              <a:ext cx="1389600" cy="307800"/>
            </p14:xfrm>
          </p:contentPart>
        </mc:Choice>
        <mc:Fallback xmlns="">
          <p:pic>
            <p:nvPicPr>
              <p:cNvPr id="185" name="Cerneală 184">
                <a:extLst>
                  <a:ext uri="{FF2B5EF4-FFF2-40B4-BE49-F238E27FC236}">
                    <a16:creationId xmlns:a16="http://schemas.microsoft.com/office/drawing/2014/main" id="{7BC0D2FE-4C00-45DD-9726-4097280611A6}"/>
                  </a:ext>
                </a:extLst>
              </p:cNvPr>
              <p:cNvPicPr/>
              <p:nvPr/>
            </p:nvPicPr>
            <p:blipFill>
              <a:blip r:embed="rId136"/>
              <a:stretch>
                <a:fillRect/>
              </a:stretch>
            </p:blipFill>
            <p:spPr>
              <a:xfrm>
                <a:off x="7628229" y="3911665"/>
                <a:ext cx="1425240" cy="34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7">
            <p14:nvContentPartPr>
              <p14:cNvPr id="186" name="Cerneală 185">
                <a:extLst>
                  <a:ext uri="{FF2B5EF4-FFF2-40B4-BE49-F238E27FC236}">
                    <a16:creationId xmlns:a16="http://schemas.microsoft.com/office/drawing/2014/main" id="{023EAA41-89AE-4DE5-9716-3ED9C236C2E4}"/>
                  </a:ext>
                </a:extLst>
              </p14:cNvPr>
              <p14:cNvContentPartPr/>
              <p14:nvPr/>
            </p14:nvContentPartPr>
            <p14:xfrm>
              <a:off x="6265629" y="4124425"/>
              <a:ext cx="903240" cy="204480"/>
            </p14:xfrm>
          </p:contentPart>
        </mc:Choice>
        <mc:Fallback xmlns="">
          <p:pic>
            <p:nvPicPr>
              <p:cNvPr id="186" name="Cerneală 185">
                <a:extLst>
                  <a:ext uri="{FF2B5EF4-FFF2-40B4-BE49-F238E27FC236}">
                    <a16:creationId xmlns:a16="http://schemas.microsoft.com/office/drawing/2014/main" id="{023EAA41-89AE-4DE5-9716-3ED9C236C2E4}"/>
                  </a:ext>
                </a:extLst>
              </p:cNvPr>
              <p:cNvPicPr/>
              <p:nvPr/>
            </p:nvPicPr>
            <p:blipFill>
              <a:blip r:embed="rId138"/>
              <a:stretch>
                <a:fillRect/>
              </a:stretch>
            </p:blipFill>
            <p:spPr>
              <a:xfrm>
                <a:off x="6247989" y="4106785"/>
                <a:ext cx="938880" cy="24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9">
            <p14:nvContentPartPr>
              <p14:cNvPr id="187" name="Cerneală 186">
                <a:extLst>
                  <a:ext uri="{FF2B5EF4-FFF2-40B4-BE49-F238E27FC236}">
                    <a16:creationId xmlns:a16="http://schemas.microsoft.com/office/drawing/2014/main" id="{45C3DD99-6DC8-4C4B-81EA-64486537571D}"/>
                  </a:ext>
                </a:extLst>
              </p14:cNvPr>
              <p14:cNvContentPartPr/>
              <p14:nvPr/>
            </p14:nvContentPartPr>
            <p14:xfrm>
              <a:off x="4937589" y="4071145"/>
              <a:ext cx="874800" cy="371880"/>
            </p14:xfrm>
          </p:contentPart>
        </mc:Choice>
        <mc:Fallback xmlns="">
          <p:pic>
            <p:nvPicPr>
              <p:cNvPr id="187" name="Cerneală 186">
                <a:extLst>
                  <a:ext uri="{FF2B5EF4-FFF2-40B4-BE49-F238E27FC236}">
                    <a16:creationId xmlns:a16="http://schemas.microsoft.com/office/drawing/2014/main" id="{45C3DD99-6DC8-4C4B-81EA-64486537571D}"/>
                  </a:ext>
                </a:extLst>
              </p:cNvPr>
              <p:cNvPicPr/>
              <p:nvPr/>
            </p:nvPicPr>
            <p:blipFill>
              <a:blip r:embed="rId140"/>
              <a:stretch>
                <a:fillRect/>
              </a:stretch>
            </p:blipFill>
            <p:spPr>
              <a:xfrm>
                <a:off x="4919589" y="4053162"/>
                <a:ext cx="910440" cy="40748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1">
            <p14:nvContentPartPr>
              <p14:cNvPr id="188" name="Cerneală 187">
                <a:extLst>
                  <a:ext uri="{FF2B5EF4-FFF2-40B4-BE49-F238E27FC236}">
                    <a16:creationId xmlns:a16="http://schemas.microsoft.com/office/drawing/2014/main" id="{735971EB-7B54-4426-8FAB-5ECF55F37F3A}"/>
                  </a:ext>
                </a:extLst>
              </p14:cNvPr>
              <p14:cNvContentPartPr/>
              <p14:nvPr/>
            </p14:nvContentPartPr>
            <p14:xfrm>
              <a:off x="2713869" y="4079425"/>
              <a:ext cx="1820880" cy="287640"/>
            </p14:xfrm>
          </p:contentPart>
        </mc:Choice>
        <mc:Fallback xmlns="">
          <p:pic>
            <p:nvPicPr>
              <p:cNvPr id="188" name="Cerneală 187">
                <a:extLst>
                  <a:ext uri="{FF2B5EF4-FFF2-40B4-BE49-F238E27FC236}">
                    <a16:creationId xmlns:a16="http://schemas.microsoft.com/office/drawing/2014/main" id="{735971EB-7B54-4426-8FAB-5ECF55F37F3A}"/>
                  </a:ext>
                </a:extLst>
              </p:cNvPr>
              <p:cNvPicPr/>
              <p:nvPr/>
            </p:nvPicPr>
            <p:blipFill>
              <a:blip r:embed="rId142"/>
              <a:stretch>
                <a:fillRect/>
              </a:stretch>
            </p:blipFill>
            <p:spPr>
              <a:xfrm>
                <a:off x="2696226" y="4061785"/>
                <a:ext cx="1856527" cy="32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3">
            <p14:nvContentPartPr>
              <p14:cNvPr id="189" name="Cerneală 188">
                <a:extLst>
                  <a:ext uri="{FF2B5EF4-FFF2-40B4-BE49-F238E27FC236}">
                    <a16:creationId xmlns:a16="http://schemas.microsoft.com/office/drawing/2014/main" id="{643C7B8E-E89E-4612-A5AB-8D70C4C59307}"/>
                  </a:ext>
                </a:extLst>
              </p14:cNvPr>
              <p14:cNvContentPartPr/>
              <p14:nvPr/>
            </p14:nvContentPartPr>
            <p14:xfrm>
              <a:off x="2105829" y="4765585"/>
              <a:ext cx="124560" cy="122400"/>
            </p14:xfrm>
          </p:contentPart>
        </mc:Choice>
        <mc:Fallback xmlns="">
          <p:pic>
            <p:nvPicPr>
              <p:cNvPr id="189" name="Cerneală 188">
                <a:extLst>
                  <a:ext uri="{FF2B5EF4-FFF2-40B4-BE49-F238E27FC236}">
                    <a16:creationId xmlns:a16="http://schemas.microsoft.com/office/drawing/2014/main" id="{643C7B8E-E89E-4612-A5AB-8D70C4C59307}"/>
                  </a:ext>
                </a:extLst>
              </p:cNvPr>
              <p:cNvPicPr/>
              <p:nvPr/>
            </p:nvPicPr>
            <p:blipFill>
              <a:blip r:embed="rId144"/>
              <a:stretch>
                <a:fillRect/>
              </a:stretch>
            </p:blipFill>
            <p:spPr>
              <a:xfrm>
                <a:off x="2088189" y="4747585"/>
                <a:ext cx="160200" cy="15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5">
            <p14:nvContentPartPr>
              <p14:cNvPr id="194" name="Cerneală 193">
                <a:extLst>
                  <a:ext uri="{FF2B5EF4-FFF2-40B4-BE49-F238E27FC236}">
                    <a16:creationId xmlns:a16="http://schemas.microsoft.com/office/drawing/2014/main" id="{C8E87E66-AD7A-4968-9E39-9CB27E596FF8}"/>
                  </a:ext>
                </a:extLst>
              </p14:cNvPr>
              <p14:cNvContentPartPr/>
              <p14:nvPr/>
            </p14:nvContentPartPr>
            <p14:xfrm>
              <a:off x="4682349" y="4527985"/>
              <a:ext cx="299520" cy="277920"/>
            </p14:xfrm>
          </p:contentPart>
        </mc:Choice>
        <mc:Fallback xmlns="">
          <p:pic>
            <p:nvPicPr>
              <p:cNvPr id="194" name="Cerneală 193">
                <a:extLst>
                  <a:ext uri="{FF2B5EF4-FFF2-40B4-BE49-F238E27FC236}">
                    <a16:creationId xmlns:a16="http://schemas.microsoft.com/office/drawing/2014/main" id="{C8E87E66-AD7A-4968-9E39-9CB27E596FF8}"/>
                  </a:ext>
                </a:extLst>
              </p:cNvPr>
              <p:cNvPicPr/>
              <p:nvPr/>
            </p:nvPicPr>
            <p:blipFill>
              <a:blip r:embed="rId146"/>
              <a:stretch>
                <a:fillRect/>
              </a:stretch>
            </p:blipFill>
            <p:spPr>
              <a:xfrm>
                <a:off x="4664349" y="4509985"/>
                <a:ext cx="335160" cy="31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7">
            <p14:nvContentPartPr>
              <p14:cNvPr id="207" name="Cerneală 206">
                <a:extLst>
                  <a:ext uri="{FF2B5EF4-FFF2-40B4-BE49-F238E27FC236}">
                    <a16:creationId xmlns:a16="http://schemas.microsoft.com/office/drawing/2014/main" id="{ABF85AB0-2B7E-41A7-BCC0-40D098F98088}"/>
                  </a:ext>
                </a:extLst>
              </p14:cNvPr>
              <p14:cNvContentPartPr/>
              <p14:nvPr/>
            </p14:nvContentPartPr>
            <p14:xfrm>
              <a:off x="7945389" y="4351585"/>
              <a:ext cx="1589400" cy="532080"/>
            </p14:xfrm>
          </p:contentPart>
        </mc:Choice>
        <mc:Fallback xmlns="">
          <p:pic>
            <p:nvPicPr>
              <p:cNvPr id="207" name="Cerneală 206">
                <a:extLst>
                  <a:ext uri="{FF2B5EF4-FFF2-40B4-BE49-F238E27FC236}">
                    <a16:creationId xmlns:a16="http://schemas.microsoft.com/office/drawing/2014/main" id="{ABF85AB0-2B7E-41A7-BCC0-40D098F98088}"/>
                  </a:ext>
                </a:extLst>
              </p:cNvPr>
              <p:cNvPicPr/>
              <p:nvPr/>
            </p:nvPicPr>
            <p:blipFill>
              <a:blip r:embed="rId148"/>
              <a:stretch>
                <a:fillRect/>
              </a:stretch>
            </p:blipFill>
            <p:spPr>
              <a:xfrm>
                <a:off x="7927389" y="4333597"/>
                <a:ext cx="1625040" cy="56769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9">
            <p14:nvContentPartPr>
              <p14:cNvPr id="208" name="Cerneală 207">
                <a:extLst>
                  <a:ext uri="{FF2B5EF4-FFF2-40B4-BE49-F238E27FC236}">
                    <a16:creationId xmlns:a16="http://schemas.microsoft.com/office/drawing/2014/main" id="{A564588A-5E7A-435F-96EB-D308A7CF8822}"/>
                  </a:ext>
                </a:extLst>
              </p14:cNvPr>
              <p14:cNvContentPartPr/>
              <p14:nvPr/>
            </p14:nvContentPartPr>
            <p14:xfrm>
              <a:off x="5508909" y="4487665"/>
              <a:ext cx="1850760" cy="262080"/>
            </p14:xfrm>
          </p:contentPart>
        </mc:Choice>
        <mc:Fallback xmlns="">
          <p:pic>
            <p:nvPicPr>
              <p:cNvPr id="208" name="Cerneală 207">
                <a:extLst>
                  <a:ext uri="{FF2B5EF4-FFF2-40B4-BE49-F238E27FC236}">
                    <a16:creationId xmlns:a16="http://schemas.microsoft.com/office/drawing/2014/main" id="{A564588A-5E7A-435F-96EB-D308A7CF8822}"/>
                  </a:ext>
                </a:extLst>
              </p:cNvPr>
              <p:cNvPicPr/>
              <p:nvPr/>
            </p:nvPicPr>
            <p:blipFill>
              <a:blip r:embed="rId150"/>
              <a:stretch>
                <a:fillRect/>
              </a:stretch>
            </p:blipFill>
            <p:spPr>
              <a:xfrm>
                <a:off x="5490909" y="4469690"/>
                <a:ext cx="1886400" cy="29767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1">
            <p14:nvContentPartPr>
              <p14:cNvPr id="209" name="Cerneală 208">
                <a:extLst>
                  <a:ext uri="{FF2B5EF4-FFF2-40B4-BE49-F238E27FC236}">
                    <a16:creationId xmlns:a16="http://schemas.microsoft.com/office/drawing/2014/main" id="{5617E3A2-0381-434D-A8F3-4C0B8B31C528}"/>
                  </a:ext>
                </a:extLst>
              </p14:cNvPr>
              <p14:cNvContentPartPr/>
              <p14:nvPr/>
            </p14:nvContentPartPr>
            <p14:xfrm>
              <a:off x="2578149" y="4607185"/>
              <a:ext cx="1613160" cy="267840"/>
            </p14:xfrm>
          </p:contentPart>
        </mc:Choice>
        <mc:Fallback xmlns="">
          <p:pic>
            <p:nvPicPr>
              <p:cNvPr id="209" name="Cerneală 208">
                <a:extLst>
                  <a:ext uri="{FF2B5EF4-FFF2-40B4-BE49-F238E27FC236}">
                    <a16:creationId xmlns:a16="http://schemas.microsoft.com/office/drawing/2014/main" id="{5617E3A2-0381-434D-A8F3-4C0B8B31C528}"/>
                  </a:ext>
                </a:extLst>
              </p:cNvPr>
              <p:cNvPicPr/>
              <p:nvPr/>
            </p:nvPicPr>
            <p:blipFill>
              <a:blip r:embed="rId152"/>
              <a:stretch>
                <a:fillRect/>
              </a:stretch>
            </p:blipFill>
            <p:spPr>
              <a:xfrm>
                <a:off x="2560153" y="4589545"/>
                <a:ext cx="1648792" cy="30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3">
            <p14:nvContentPartPr>
              <p14:cNvPr id="213" name="Cerneală 212">
                <a:extLst>
                  <a:ext uri="{FF2B5EF4-FFF2-40B4-BE49-F238E27FC236}">
                    <a16:creationId xmlns:a16="http://schemas.microsoft.com/office/drawing/2014/main" id="{68582717-309E-4FED-A942-1CF9066E769F}"/>
                  </a:ext>
                </a:extLst>
              </p14:cNvPr>
              <p14:cNvContentPartPr/>
              <p14:nvPr/>
            </p14:nvContentPartPr>
            <p14:xfrm>
              <a:off x="10092069" y="4398385"/>
              <a:ext cx="560160" cy="361800"/>
            </p14:xfrm>
          </p:contentPart>
        </mc:Choice>
        <mc:Fallback xmlns="">
          <p:pic>
            <p:nvPicPr>
              <p:cNvPr id="213" name="Cerneală 212">
                <a:extLst>
                  <a:ext uri="{FF2B5EF4-FFF2-40B4-BE49-F238E27FC236}">
                    <a16:creationId xmlns:a16="http://schemas.microsoft.com/office/drawing/2014/main" id="{68582717-309E-4FED-A942-1CF9066E769F}"/>
                  </a:ext>
                </a:extLst>
              </p:cNvPr>
              <p:cNvPicPr/>
              <p:nvPr/>
            </p:nvPicPr>
            <p:blipFill>
              <a:blip r:embed="rId154"/>
              <a:stretch>
                <a:fillRect/>
              </a:stretch>
            </p:blipFill>
            <p:spPr>
              <a:xfrm>
                <a:off x="10074069" y="4380745"/>
                <a:ext cx="595800" cy="39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5">
            <p14:nvContentPartPr>
              <p14:cNvPr id="232" name="Cerneală 231">
                <a:extLst>
                  <a:ext uri="{FF2B5EF4-FFF2-40B4-BE49-F238E27FC236}">
                    <a16:creationId xmlns:a16="http://schemas.microsoft.com/office/drawing/2014/main" id="{7FC7F2C2-8F13-4CB6-9185-365906BAE945}"/>
                  </a:ext>
                </a:extLst>
              </p14:cNvPr>
              <p14:cNvContentPartPr/>
              <p14:nvPr/>
            </p14:nvContentPartPr>
            <p14:xfrm>
              <a:off x="8042949" y="5172385"/>
              <a:ext cx="50400" cy="28800"/>
            </p14:xfrm>
          </p:contentPart>
        </mc:Choice>
        <mc:Fallback xmlns="">
          <p:pic>
            <p:nvPicPr>
              <p:cNvPr id="232" name="Cerneală 231">
                <a:extLst>
                  <a:ext uri="{FF2B5EF4-FFF2-40B4-BE49-F238E27FC236}">
                    <a16:creationId xmlns:a16="http://schemas.microsoft.com/office/drawing/2014/main" id="{7FC7F2C2-8F13-4CB6-9185-365906BAE945}"/>
                  </a:ext>
                </a:extLst>
              </p:cNvPr>
              <p:cNvPicPr/>
              <p:nvPr/>
            </p:nvPicPr>
            <p:blipFill>
              <a:blip r:embed="rId156"/>
              <a:stretch>
                <a:fillRect/>
              </a:stretch>
            </p:blipFill>
            <p:spPr>
              <a:xfrm>
                <a:off x="8025309" y="5154385"/>
                <a:ext cx="86040" cy="6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7">
            <p14:nvContentPartPr>
              <p14:cNvPr id="237" name="Cerneală 236">
                <a:extLst>
                  <a:ext uri="{FF2B5EF4-FFF2-40B4-BE49-F238E27FC236}">
                    <a16:creationId xmlns:a16="http://schemas.microsoft.com/office/drawing/2014/main" id="{D4CBAB70-242B-44FA-A380-D536247BCE6D}"/>
                  </a:ext>
                </a:extLst>
              </p14:cNvPr>
              <p14:cNvContentPartPr/>
              <p14:nvPr/>
            </p14:nvContentPartPr>
            <p14:xfrm>
              <a:off x="8724789" y="5177425"/>
              <a:ext cx="420840" cy="309960"/>
            </p14:xfrm>
          </p:contentPart>
        </mc:Choice>
        <mc:Fallback xmlns="">
          <p:pic>
            <p:nvPicPr>
              <p:cNvPr id="237" name="Cerneală 236">
                <a:extLst>
                  <a:ext uri="{FF2B5EF4-FFF2-40B4-BE49-F238E27FC236}">
                    <a16:creationId xmlns:a16="http://schemas.microsoft.com/office/drawing/2014/main" id="{D4CBAB70-242B-44FA-A380-D536247BCE6D}"/>
                  </a:ext>
                </a:extLst>
              </p:cNvPr>
              <p:cNvPicPr/>
              <p:nvPr/>
            </p:nvPicPr>
            <p:blipFill>
              <a:blip r:embed="rId158"/>
              <a:stretch>
                <a:fillRect/>
              </a:stretch>
            </p:blipFill>
            <p:spPr>
              <a:xfrm>
                <a:off x="8707149" y="5159785"/>
                <a:ext cx="456480" cy="34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9">
            <p14:nvContentPartPr>
              <p14:cNvPr id="238" name="Cerneală 237">
                <a:extLst>
                  <a:ext uri="{FF2B5EF4-FFF2-40B4-BE49-F238E27FC236}">
                    <a16:creationId xmlns:a16="http://schemas.microsoft.com/office/drawing/2014/main" id="{531EBFA4-D7B2-4BFE-B431-B0302A8BC214}"/>
                  </a:ext>
                </a:extLst>
              </p14:cNvPr>
              <p14:cNvContentPartPr/>
              <p14:nvPr/>
            </p14:nvContentPartPr>
            <p14:xfrm>
              <a:off x="8065629" y="5264905"/>
              <a:ext cx="331920" cy="190800"/>
            </p14:xfrm>
          </p:contentPart>
        </mc:Choice>
        <mc:Fallback xmlns="">
          <p:pic>
            <p:nvPicPr>
              <p:cNvPr id="238" name="Cerneală 237">
                <a:extLst>
                  <a:ext uri="{FF2B5EF4-FFF2-40B4-BE49-F238E27FC236}">
                    <a16:creationId xmlns:a16="http://schemas.microsoft.com/office/drawing/2014/main" id="{531EBFA4-D7B2-4BFE-B431-B0302A8BC214}"/>
                  </a:ext>
                </a:extLst>
              </p:cNvPr>
              <p:cNvPicPr/>
              <p:nvPr/>
            </p:nvPicPr>
            <p:blipFill>
              <a:blip r:embed="rId160"/>
              <a:stretch>
                <a:fillRect/>
              </a:stretch>
            </p:blipFill>
            <p:spPr>
              <a:xfrm>
                <a:off x="8047989" y="5246939"/>
                <a:ext cx="367560" cy="22637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1">
            <p14:nvContentPartPr>
              <p14:cNvPr id="239" name="Cerneală 238">
                <a:extLst>
                  <a:ext uri="{FF2B5EF4-FFF2-40B4-BE49-F238E27FC236}">
                    <a16:creationId xmlns:a16="http://schemas.microsoft.com/office/drawing/2014/main" id="{AE88DC04-14DA-4AB7-9426-982BC351152A}"/>
                  </a:ext>
                </a:extLst>
              </p14:cNvPr>
              <p14:cNvContentPartPr/>
              <p14:nvPr/>
            </p14:nvContentPartPr>
            <p14:xfrm>
              <a:off x="6070869" y="5210905"/>
              <a:ext cx="1305360" cy="584280"/>
            </p14:xfrm>
          </p:contentPart>
        </mc:Choice>
        <mc:Fallback xmlns="">
          <p:pic>
            <p:nvPicPr>
              <p:cNvPr id="239" name="Cerneală 238">
                <a:extLst>
                  <a:ext uri="{FF2B5EF4-FFF2-40B4-BE49-F238E27FC236}">
                    <a16:creationId xmlns:a16="http://schemas.microsoft.com/office/drawing/2014/main" id="{AE88DC04-14DA-4AB7-9426-982BC351152A}"/>
                  </a:ext>
                </a:extLst>
              </p:cNvPr>
              <p:cNvPicPr/>
              <p:nvPr/>
            </p:nvPicPr>
            <p:blipFill>
              <a:blip r:embed="rId162"/>
              <a:stretch>
                <a:fillRect/>
              </a:stretch>
            </p:blipFill>
            <p:spPr>
              <a:xfrm>
                <a:off x="6053229" y="5193254"/>
                <a:ext cx="1341000" cy="61994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3">
            <p14:nvContentPartPr>
              <p14:cNvPr id="240" name="Cerneală 239">
                <a:extLst>
                  <a:ext uri="{FF2B5EF4-FFF2-40B4-BE49-F238E27FC236}">
                    <a16:creationId xmlns:a16="http://schemas.microsoft.com/office/drawing/2014/main" id="{A1462DBD-DAEB-4C72-B738-522D06DC8515}"/>
                  </a:ext>
                </a:extLst>
              </p14:cNvPr>
              <p14:cNvContentPartPr/>
              <p14:nvPr/>
            </p14:nvContentPartPr>
            <p14:xfrm>
              <a:off x="5129829" y="5247625"/>
              <a:ext cx="436680" cy="262800"/>
            </p14:xfrm>
          </p:contentPart>
        </mc:Choice>
        <mc:Fallback xmlns="">
          <p:pic>
            <p:nvPicPr>
              <p:cNvPr id="240" name="Cerneală 239">
                <a:extLst>
                  <a:ext uri="{FF2B5EF4-FFF2-40B4-BE49-F238E27FC236}">
                    <a16:creationId xmlns:a16="http://schemas.microsoft.com/office/drawing/2014/main" id="{A1462DBD-DAEB-4C72-B738-522D06DC8515}"/>
                  </a:ext>
                </a:extLst>
              </p:cNvPr>
              <p:cNvPicPr/>
              <p:nvPr/>
            </p:nvPicPr>
            <p:blipFill>
              <a:blip r:embed="rId164"/>
              <a:stretch>
                <a:fillRect/>
              </a:stretch>
            </p:blipFill>
            <p:spPr>
              <a:xfrm>
                <a:off x="5112189" y="5229650"/>
                <a:ext cx="472320" cy="29839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5">
            <p14:nvContentPartPr>
              <p14:cNvPr id="241" name="Cerneală 240">
                <a:extLst>
                  <a:ext uri="{FF2B5EF4-FFF2-40B4-BE49-F238E27FC236}">
                    <a16:creationId xmlns:a16="http://schemas.microsoft.com/office/drawing/2014/main" id="{548C0A13-4FD4-41E4-BEA2-79D9E1B21480}"/>
                  </a:ext>
                </a:extLst>
              </p14:cNvPr>
              <p14:cNvContentPartPr/>
              <p14:nvPr/>
            </p14:nvContentPartPr>
            <p14:xfrm>
              <a:off x="3662109" y="5413945"/>
              <a:ext cx="932760" cy="131040"/>
            </p14:xfrm>
          </p:contentPart>
        </mc:Choice>
        <mc:Fallback xmlns="">
          <p:pic>
            <p:nvPicPr>
              <p:cNvPr id="241" name="Cerneală 240">
                <a:extLst>
                  <a:ext uri="{FF2B5EF4-FFF2-40B4-BE49-F238E27FC236}">
                    <a16:creationId xmlns:a16="http://schemas.microsoft.com/office/drawing/2014/main" id="{548C0A13-4FD4-41E4-BEA2-79D9E1B21480}"/>
                  </a:ext>
                </a:extLst>
              </p:cNvPr>
              <p:cNvPicPr/>
              <p:nvPr/>
            </p:nvPicPr>
            <p:blipFill>
              <a:blip r:embed="rId166"/>
              <a:stretch>
                <a:fillRect/>
              </a:stretch>
            </p:blipFill>
            <p:spPr>
              <a:xfrm>
                <a:off x="3644116" y="5395994"/>
                <a:ext cx="968386" cy="16658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7">
            <p14:nvContentPartPr>
              <p14:cNvPr id="242" name="Cerneală 241">
                <a:extLst>
                  <a:ext uri="{FF2B5EF4-FFF2-40B4-BE49-F238E27FC236}">
                    <a16:creationId xmlns:a16="http://schemas.microsoft.com/office/drawing/2014/main" id="{833BCD69-6ACC-461B-86A0-2C28B85142E9}"/>
                  </a:ext>
                </a:extLst>
              </p14:cNvPr>
              <p14:cNvContentPartPr/>
              <p14:nvPr/>
            </p14:nvContentPartPr>
            <p14:xfrm>
              <a:off x="2126709" y="5219545"/>
              <a:ext cx="1112760" cy="514440"/>
            </p14:xfrm>
          </p:contentPart>
        </mc:Choice>
        <mc:Fallback xmlns="">
          <p:pic>
            <p:nvPicPr>
              <p:cNvPr id="242" name="Cerneală 241">
                <a:extLst>
                  <a:ext uri="{FF2B5EF4-FFF2-40B4-BE49-F238E27FC236}">
                    <a16:creationId xmlns:a16="http://schemas.microsoft.com/office/drawing/2014/main" id="{833BCD69-6ACC-461B-86A0-2C28B85142E9}"/>
                  </a:ext>
                </a:extLst>
              </p:cNvPr>
              <p:cNvPicPr/>
              <p:nvPr/>
            </p:nvPicPr>
            <p:blipFill>
              <a:blip r:embed="rId168"/>
              <a:stretch>
                <a:fillRect/>
              </a:stretch>
            </p:blipFill>
            <p:spPr>
              <a:xfrm>
                <a:off x="2109069" y="5201545"/>
                <a:ext cx="1148400" cy="550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84675331"/>
      </p:ext>
    </p:extLst>
  </p:cSld>
  <p:clrMapOvr>
    <a:masterClrMapping/>
  </p:clrMapOvr>
</p:sld>
</file>

<file path=ppt/theme/theme1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5281</TotalTime>
  <Words>583</Words>
  <Application>Microsoft Office PowerPoint</Application>
  <PresentationFormat>Ecran lat</PresentationFormat>
  <Paragraphs>98</Paragraphs>
  <Slides>37</Slides>
  <Notes>0</Notes>
  <HiddenSlides>0</HiddenSlides>
  <MMClips>0</MMClips>
  <ScaleCrop>false</ScaleCrop>
  <HeadingPairs>
    <vt:vector size="6" baseType="variant">
      <vt:variant>
        <vt:lpstr>Fonturi utilizate</vt:lpstr>
      </vt:variant>
      <vt:variant>
        <vt:i4>3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37</vt:i4>
      </vt:variant>
    </vt:vector>
  </HeadingPairs>
  <TitlesOfParts>
    <vt:vector size="41" baseType="lpstr">
      <vt:lpstr>Arial</vt:lpstr>
      <vt:lpstr>Calibri</vt:lpstr>
      <vt:lpstr>Calibri Light</vt:lpstr>
      <vt:lpstr>Temă Office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Prezentare PowerPoint</dc:title>
  <dc:creator>Ionel Bostan</dc:creator>
  <cp:lastModifiedBy>Ionel Bostan</cp:lastModifiedBy>
  <cp:revision>336</cp:revision>
  <dcterms:created xsi:type="dcterms:W3CDTF">2020-09-24T15:20:51Z</dcterms:created>
  <dcterms:modified xsi:type="dcterms:W3CDTF">2024-11-28T08:59:25Z</dcterms:modified>
</cp:coreProperties>
</file>