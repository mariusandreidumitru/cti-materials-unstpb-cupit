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495" r:id="rId2"/>
    <p:sldId id="389" r:id="rId3"/>
    <p:sldId id="509" r:id="rId4"/>
    <p:sldId id="454" r:id="rId5"/>
    <p:sldId id="524" r:id="rId6"/>
    <p:sldId id="510" r:id="rId7"/>
    <p:sldId id="375" r:id="rId8"/>
    <p:sldId id="368" r:id="rId9"/>
    <p:sldId id="397" r:id="rId10"/>
    <p:sldId id="407" r:id="rId11"/>
    <p:sldId id="511" r:id="rId12"/>
    <p:sldId id="525" r:id="rId13"/>
    <p:sldId id="476" r:id="rId14"/>
    <p:sldId id="289" r:id="rId15"/>
    <p:sldId id="455" r:id="rId16"/>
    <p:sldId id="461" r:id="rId17"/>
    <p:sldId id="456" r:id="rId18"/>
    <p:sldId id="457" r:id="rId19"/>
    <p:sldId id="458" r:id="rId20"/>
    <p:sldId id="291" r:id="rId21"/>
    <p:sldId id="479" r:id="rId22"/>
    <p:sldId id="481" r:id="rId23"/>
    <p:sldId id="484" r:id="rId24"/>
    <p:sldId id="491" r:id="rId25"/>
    <p:sldId id="490" r:id="rId26"/>
    <p:sldId id="493" r:id="rId27"/>
    <p:sldId id="357" r:id="rId28"/>
    <p:sldId id="526" r:id="rId29"/>
    <p:sldId id="466" r:id="rId30"/>
    <p:sldId id="472" r:id="rId31"/>
    <p:sldId id="470" r:id="rId32"/>
    <p:sldId id="469" r:id="rId33"/>
    <p:sldId id="489" r:id="rId34"/>
    <p:sldId id="494" r:id="rId35"/>
    <p:sldId id="527" r:id="rId36"/>
    <p:sldId id="513" r:id="rId37"/>
    <p:sldId id="517" r:id="rId38"/>
    <p:sldId id="519" r:id="rId39"/>
    <p:sldId id="518" r:id="rId40"/>
    <p:sldId id="520" r:id="rId41"/>
    <p:sldId id="521" r:id="rId42"/>
    <p:sldId id="522" r:id="rId43"/>
    <p:sldId id="523" r:id="rId44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țiune implicită" id="{78458B58-CAFE-4B9E-AFF7-4EDC6CF49F22}">
          <p14:sldIdLst>
            <p14:sldId id="495"/>
            <p14:sldId id="389"/>
          </p14:sldIdLst>
        </p14:section>
        <p14:section name="Secțiune fără titlu" id="{E153AAA1-602F-441C-8FF6-69699607B1C7}">
          <p14:sldIdLst>
            <p14:sldId id="509"/>
            <p14:sldId id="454"/>
            <p14:sldId id="524"/>
            <p14:sldId id="510"/>
            <p14:sldId id="375"/>
            <p14:sldId id="368"/>
            <p14:sldId id="397"/>
            <p14:sldId id="407"/>
            <p14:sldId id="511"/>
            <p14:sldId id="525"/>
            <p14:sldId id="476"/>
            <p14:sldId id="289"/>
            <p14:sldId id="455"/>
            <p14:sldId id="461"/>
            <p14:sldId id="456"/>
            <p14:sldId id="457"/>
            <p14:sldId id="458"/>
            <p14:sldId id="291"/>
            <p14:sldId id="479"/>
            <p14:sldId id="481"/>
            <p14:sldId id="484"/>
            <p14:sldId id="491"/>
            <p14:sldId id="490"/>
            <p14:sldId id="493"/>
            <p14:sldId id="357"/>
            <p14:sldId id="526"/>
            <p14:sldId id="466"/>
            <p14:sldId id="472"/>
            <p14:sldId id="470"/>
            <p14:sldId id="469"/>
            <p14:sldId id="489"/>
            <p14:sldId id="494"/>
            <p14:sldId id="527"/>
            <p14:sldId id="513"/>
            <p14:sldId id="517"/>
            <p14:sldId id="519"/>
            <p14:sldId id="518"/>
            <p14:sldId id="520"/>
            <p14:sldId id="521"/>
            <p14:sldId id="522"/>
            <p14:sldId id="5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5" autoAdjust="0"/>
  </p:normalViewPr>
  <p:slideViewPr>
    <p:cSldViewPr>
      <p:cViewPr varScale="1">
        <p:scale>
          <a:sx n="99" d="100"/>
          <a:sy n="99" d="100"/>
        </p:scale>
        <p:origin x="126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3:43.0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1748 229,'-13'-16,"-1"0,0 2,-1-1,0 2,-1 0,-1 1,0 1,-13-7,-18-1,0 1,-2 3,0 3,0 1,-1 2,0 3,-1 2,-4 2,11-1,1 2,-1 1,0 3,1 1,-1 3,1 1,1 3,0 1,0 2,2 2,-1 1,2 3,-27 17,16 1,2 1,1 3,3 1,1 3,2 1,3 2,1 2,-9 21,33-53,1 1,1 1,1 0,1 0,1 1,1 0,1 1,0 0,2 0,1 0,1 1,0 0,2-1,1 1,1 0,1-1,1 1,4 12,3-5,1-1,1 0,2-1,1 0,2-2,0 1,2-2,0-1,2 0,1-1,14 10,16 12,2-3,1-2,2-3,56 28,-61-38,1-2,1-2,1-3,1-2,1-3,1-2,0-2,0-3,1-3,0-2,50-4,-73-4,-1-2,0-1,0-1,0-3,-2 0,1-2,-1-2,-1-1,-1-1,0-2,-2-1,0-1,-1-2,-1-1,19-22,-10 7,-2-1,-2-2,-2-1,-1-1,-3-2,-1 0,-3-2,-2-1,-2 0,5-26,-12 35,-3 0,-1-1,-2 1,-2-1,-2 0,-1 0,-4-18,1 35,-1-1,0 1,-2 0,-1 1,-1-1,-1 1,-1 1,-1-1,-1 2,-1 0,0 0,-17-17,8 16,-2 2,0 0,-1 2,-1 1,0 1,-1 1,-1 1,-1 1,0 2,0 1,-1 1,0 2,0 1,-4 1,-132-23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4:15.1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67,'0'-1,"0"0,0 0,1 0,-1 0,1 0,-1 0,1 0,-1 0,1 0,-1 1,1-1,0 0,0 0,-1 0,1 1,0-1,0 0,0 1,0-1,0 0,0 1,0 0,0-1,0 1,0 0,0-1,0 1,0 0,0 0,0 0,1 0,25-7,-1 2,0 1,1 1,0 2,22 1,652 0,-497 15,2292-16,-2238-14,-3 3,624 12,-621-14,656 15,-574 10,-254-17,1 3,0 4,47 8,395 41,77-45,-505 4,0 4,86 24,-58-11,15-16,-145-10,1 0,-1 1,1-1,-1 1,1-1,-1 0,1 1,0-1,-1 1,1-1,0 1,-1 0,1-1,0 1,0-1,-1 1,1-1,0 1,0 0,0-1,0 1,0-1,0 1,0 0,0-1,0 1,0-1,0 1,1 0,-1-1,0 1,0-1,0 1,1-1,-1 1,0-1,1 1,-1-1,0 1,1-1,-1 1,1-1,-1 1,1-1,-1 0,1 1,-1-1,1 0,-1 0,1 1,-1-1,1 0,0 0,-1 0,1 0,0 1,-52 28,38-24</inkml:trace>
  <inkml:trace contextRef="#ctx0" brushRef="#br0" timeOffset="24236.808">10402 95,'-38'-3,"39"9,54 11,-40-16,318 15,-261-15,156 1,-22-1,1718 41,-985 19,-922-61,91-6,-107 6,0 0,-1 1,1-1,0 0,0-1,-1 1,1 0,0 0,-1 0,1 0,0 0,-1-1,1 1,0 0,-1-1,1 1,-1 0,1-1,-1 1,1-1,-1 1,1-1,-1 1,1-1,-1 1,1-1,-1 1,0-1,1 0,-1 1,0-1,0 1,1-1,-1 0,0 1,0-1,0 0,0 0,0 1,0-1,0 0,0 1,0-1,0 0,0 1,0-1,-1 0,1 1,0-1,-1 0,1 1,0-1,-1 1,1-1,0 0,-1 1,1-1,-1 1,1 0,-1-1,1 1,-1-1,0 1,-91-43,-99-6,86 29</inkml:trace>
  <inkml:trace contextRef="#ctx0" brushRef="#br0" timeOffset="24571.921">11658 121,'-250'39,"170"-7,79-32,0 1,1-1,-1 1,1-1,-1 1,1 0,-1-1,1 1,-1 0,1-1,0 1,-1 0,1 0,0-1,0 1,-1 0,1 0,0-1,0 1,0 0,0 0,0 0,0-1,0 1,0 0,1 0,-1 0,0-1,0 1,1 0,-1-1,0 1,1 0,-1 0,1-1,-1 1,1-1,-1 1,1 0,-1-1,1 1,-1-1,1 1,0-1,-1 0,1 1,0-1,0 0,-1 1,1-1,0 0,0 0,-1 1,1-1,0 0,0 0,0 0,-1 0,1 0,0 0,0-1,22 7,-1-1,1-1,-1-1,1 0,11-2,-19 0,134 5,48-3,44-2,1343 5,-1263 1,636-3,-714-24,-240 19,4 1,0-1,0 0,0-1,0 1,-1-1,1-1,0 1,-1-1,0 0,0-1,0 1,5-5,-10 7,-1 0,1 0,-1 0,0 0,1 0,-1 0,0 0,0 0,0 0,0 0,0 0,0 0,0 0,0 0,0 0,0 0,-1 0,1 0,0 0,-1 0,1 0,-1 0,1 0,-1 1,1-1,-1 0,0 0,1 0,-1 1,0-1,0 0,1 1,-1-1,0 0,0 1,0-1,0 1,0 0,0-1,0 1,0 0,0-1,0 1,0 0,0 0,0 0,-1 0,-121-25,46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4:10.6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1942 187,'-26'-19,"-1"1,-1 1,0 2,-1 1,-1 1,0 1,-1 2,0 1,0 1,-1 2,0 1,0 2,0 1,0 1,0 2,-33 5,-19 16,1 4,1 4,2 3,1 3,-38 26,93-49,7-4,-337 185,305-162,1 2,1 2,2 1,2 3,-32 38,57-57,1 1,1 0,1 2,1 0,2 0,-6 15,13-27,1 1,0-1,0 1,2 0,-1 0,2 1,0-1,0 0,1 0,1 1,0-1,1 0,1 0,2 7,0-5,1 0,1 0,1-1,0 0,0-1,2 1,-1-2,2 1,0-1,0-1,1 0,0-1,1 0,1 0,17 10,0-2,1 0,1-2,1-2,26 8,15 0,1-4,0-2,1-4,1-4,0-2,36-5,42-7,-1-6,116-26,0-15,-3-11,38-25,-306 89,37-10,0-2,0-1,-2-2,1-1,-2-3,-1 0,16-13,-40 24,0 0,-1-1,0 0,-1 0,0-1,0 1,-1-2,0 1,-1-1,0 0,0 0,-2 0,1-1,-1 1,-1-1,0 0,-1 0,0-7,0-7,-2-1,-1 0,-2 1,0-1,-2 1,0 0,-9-19,-1 5,-1 2,-2 0,-1 1,-2 1,-2 1,-1 0,-1 3,-2 0,-2 1,0 2,-2 1,-1 2,-2 1,0 2,-1 1,-1 2,-1 1,-1 2,0 2,-8 0,-9-1,-1 3,-1 3,0 2,0 3,-1 2,1 3,-1 2,-36 7,-11 7,2 5,0 4,2 4,-23 14,-144 62</inkml:trace>
  <inkml:trace contextRef="#ctx0" brushRef="#br0" timeOffset="3.647">2174 1324,'-13'-7,"-26"-11,-1 2,-1 1,0 2,-1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1:29.9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72 71,'0'88,"2"34,-5-1,-5 1,-20 89,18-175,0-30,5-26,-4-207,10 164,-1 38,-1-29,2 0,2 0,3 0,11-43,-17 91,1 0,0-1,1 1,-1 1,1-1,0 0,1 0,-1 1,1-1,0 1,1 0,-1 0,1 0,0 0,0 1,0-1,1 1,0 0,0 1,0-1,0 1,0 0,1 0,-1 0,1 1,0 0,0 0,2 0,4 4,0 0,0 1,0 1,0 0,-1 0,0 2,0-1,0 1,-1 0,1 1,-2 1,1-1,-1 2,0-1,-1 1,0 0,0 1,5 9,-9-15,1 1,-2 0,1 1,0-1,-1 1,0 0,0 0,-1 0,1 0,-1 0,-1 0,1 1,-1-1,0 1,-1-1,1 1,-1-1,0 1,-1-1,0 1,0-1,0 1,-1-1,0 0,0 0,-1 0,1 0,-1 0,-1 0,1-1,-1 1,0-1,-1 1,-3 0,0 0,0-1,-1 0,1 0,-1-1,0 0,-1-1,1 0,-1 0,1-1,-1 0,0-1,1 0,-1-1,0 1,0-2,0 0,1 0,-1-1,0 0,1 0,-1-1,1 0,-9-5,19 9,-1-1,0 1,0-1,1 1,-1-1,0 1,0 0,0-1,0 1,1-1,-1 1,0 0,0-1,0 1,0-1,-1 1,1 0,0-1,0 1,0-1,0 1,-1 0,1-1,0 1,-1-1,1 1,0-1,-1 1,1-1,0 1,-1-1,1 1,-1-1,1 0,-1 1,1-1,-1 0,1 1,-1-1,0 0,1 0,-1 1,1-1,-1 0,0 0,1 0,-1 0,1 0,-1 0,0 0,1 0,-1 0,0 0,1 0,-1-1,1 1,-1 0,1 0,-1 0,0-1,1 1,-1 0,1-1,-1 1,1-1,-1 1,1 0,0-1,-1 1,0-1,11 40,2 0,1 0,17 32,-28-65,4 9,0 0,1-1,1 0,0 0,0 0,2-1,0-1,0 1,1-2,0 1,1-2,1 1,0-2,0 0,0 0,1-1,2 0,10 1,1-1,0-1,0-1,0-1,1-2,0-1,0-1,0-1,-1-1,26-5,5-3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1:32.14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139 12,'-4'2,"-1"0,1 0,0 0,0 0,1 1,-1 0,0 0,1 0,0 0,0 0,0 1,0-1,0 1,1 0,-1 0,1 0,0 0,0 0,1 1,-1-1,1 1,0-1,0 1,0-1,1 1,0-1,0 1,2-2,0-1,1 1,0-1,-1 1,1-1,0 0,0 0,0 0,0 0,1-1,-1 1,0-1,1 0,-1 0,1 0,-1-1,1 1,0-1,-1 1,1-1,-1-1,1 1,0 0,-1-1,1 0,-1 0,1 0,-1 0,0 0,1-1,0 0,-2 2,0-1,1 1,-1-1,0 0,0 0,1 0,-1 0,0 0,0 0,0-1,0 1,-1-1,1 1,0-1,-1 0,1 0,-1 0,1 0,-1 0,0 0,0 0,0 0,0 0,0 0,0-1,-1 1,1 0,-1-1,0 1,1 0,-1-1,0 1,0 0,-1-1,1 1,0-1,-1 1,1 0,-1 0,0-1,0 1,0 0,-1-1,-1-1,0 0,0 0,-1 0,1 0,-1 1,0 0,0-1,0 2,-1-1,1 0,-1 1,1 0,-1 0,0 0,0 1,0-1,0 1,0 1,0-1,0 0,0 1,0 0,-1 1,1-1,0 1,0 0,0 0,0 0,0 1,1 0,-1 0,0 0,1 0,-1 1,1 0,0 0,0 0,0 0,0 1,0-1,1 1,0 0,0 0,0 0,-1 2,-5 29,4-1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1:32.4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83 118,'2'0,"-1"1,1-1,-1 0,1 0,-1 0,1 0,-1 0,1 0,-1-1,0 1,1 0,-1-1,1 1,-1-1,0 1,1-1,-1 0,0 0,0 0,1 1,-1-1,0 0,0 0,0-1,0 1,0 0,0 0,-1 0,1-1,0 1,-1 0,1-1,0 1,-1 0,1-2,7-52,-8 53,-1 0,0-1,-1 1,1 0,0 0,-1 0,1 1,-1-1,1 0,-1 0,0 1,0-1,0 1,0-1,0 1,0 0,0 0,0 0,0 0,-1 0,1 1,0-1,-1 1,1-1,0 1,-1 0,1 0,-1 0,1 0,0 0,-1 1,1-1,0 1,-1-1,1 1,0 0,0 0,-1 0,1 0,0 0,0 1,0-1,1 1,-1-1,0 1,0-1,1 1,-1 0,1 0,-1 0,0 0,-1 0,1 0,-1 0,1 0,0 0,0 1,0-1,0 0,0 1,0 0,1-1,-1 1,1 0,0 0,0 0,0 0,0 0,0 0,1 0,-1 0,1 0,0 0,0 1,0-1,0 0,1 0,-1 0,1 0,0 0,0 0,0 0,0 0,2 2,1-1,1-1,0 0,-1-1,1 1,1-1,-1 0,0 0,0 0,1-1,-1 1,1-2,-1 1,3 0,40 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1:31.5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0 337,'6'-20,"0"0,2 0,0 0,1 1,1 1,1 0,8-11,5-10,51-78,-75 117,0-1,0 0,0 0,1 0,-1 0,0 1,1-1,-1 0,0 1,1-1,-1 0,1 0,0 1,-1-1,1 1,-1-1,1 1,0-1,-1 1,1-1,0 1,0-1,-1 1,1 0,0 0,0-1,0 1,-1 0,1 0,0 0,0 0,0 0,0 0,-1 0,1 0,0 0,0 0,0 0,0 1,-1-1,1 0,0 1,0-1,-1 0,1 1,0-1,0 1,-1-1,1 1,-1-1,1 1,0 0,-1-1,1 1,-1 0,0-1,1 1,-1 0,1 0,-1 0,0-1,0 1,1 0,-1 0,0 0,0-1,0 1,0 0,0 0,0 0,7 203,12 167,-24-294,-1-50</inkml:trace>
  <inkml:trace contextRef="#ctx0" brushRef="#br0" timeOffset="254.317">148 711,'-2'0,"3"2,7 4,8 0,11-1,12-1,15-1,12-1,12-4,-9-1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1:39.0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53 0,'-17'75,"4"0,2 0,4 1,3 68,4-135,2 279,-1-282,12 35,13-67,-25 23,13-22,60-88,-69 108,0 0,0 0,0 0,0 0,1 1,0 0,0 0,0 0,1 1,-1 0,1 0,-1 1,1 0,0 0,0 0,0 1,5 0,-5 1,0 1,-1 0,1 1,0 0,-1 0,1 0,-1 0,1 1,-1 0,0 1,0-1,-1 1,1 0,-1 1,0-1,0 1,0 0,-1 0,0 1,0-1,0 1,0 0,-1 0,0 0,0 1,-1-1,0 1,0-1,0 1,-1 0,0 1,-1-4,0 0,-1 0,1-1,-1 1,0 0,0 0,0 0,-1 0,1-1,-1 1,0-1,0 1,0-1,0 0,-1 0,1 0,-1 0,0 0,0 0,0-1,0 1,0-1,-1 0,1 0,0 0,-1-1,0 1,1-1,-1 0,0 0,0 0,-3 0,1 1,0-1,1 0,-1-1,0 1,1-1,-1 0,0 0,0-1,1 0,-1 0,0 0,1-1,-1 0,1 0,0 0,-1 0,1-1,0 0,0 0,1-1,-1 1,-2-3,5 3,-1 0,1 0,0 0,0 0,1-1,-1 1,1 0,-1-1,1 1,0-1,0 1,1-1,-1 1,1-1,-1 0,1 1,0-1,1 0,-1 1,1-1,-1 0,1 1,0-1,1 1,-1-1,0 1,1 0,0-1,0 1,0 0,0 0,0 0,3-1,4-7,1 1,1 0,0 1,0 0,1 0,0 1,0 1,2 0,8-4,-1 0,2 2,-1 1,1 1,0 0,1 2,-1 1,17-1,-36 5,1 0,-1-1,0 2,1-1,-1 0,0 1,0 0,1 0,-1 0,0 0,0 1,0 0,0 0,0 0,-1 0,1 0,0 1,-1 0,0-1,0 1,0 1,0-1,0 0,-1 1,1-1,-1 1,0 0,0 0,1 4,12 78,-15-78,0 0,0 0,0 0,1 0,1-1,-1 1,1 0,0-1,1 1,0-1,0 0,1 0,-1 0,2 0,-1-1,1 1,0-1,0 0,5 4,46 6,-29-18</inkml:trace>
  <inkml:trace contextRef="#ctx0" brushRef="#br0" timeOffset="446.804">547 160,'60'14,"-1"3,-1 2,-1 3,-1 2,-1 3,46 29,-89-47,0 0,0 0,-1 1,0 1,-1-1,0 2,-1 0,0 0,-1 0,0 1,-1 0,-1 1,0 0,0 0,-2 0,0 0,0 1,-1-1,0 9,-5 91,1-113,1 0,0 1,-1-1,1 1,0-1,0 0,0 1,0-1,0 1,1-1,-1 0,0 1,0-1,1 1,-1-1,1 0,0 0,-1 1,1-1,0 0,0 0,-1 0,1 0,0 0,0 0,0 0,1 0,-1 0,0 0,0 0,0-1,0 1,1-1,-1 1,0-1,1 1,-1-1,1 0,-1 1,0-1,1 0,-1 0,1 0,-1 0,0 0,1 0,-1-1,0 1,1 0,-1-1,0 1,1-1,-1 0,1 1,14-8,0 0,-1-1,0-1,0 0,-1-1,0-1,-1 0,0-1,-1 0,-1-1,0 0,-1-1,0 0,3-9,18-41,-33 52,-11 26,10-8,1-1,0 1,0 0,0 0,0 0,1 0,0 1,0-1,0 0,1 1,0-1,0 0,0 1,1-1,-1 0,1 0,1 1,-1-1,1 0,0 0,0 0,0-1,0 1,1 0,0-1,0 1,0-1,1 0,-1 0,1-1,3 3,12 7,0-1,0 0,1-2,1 0,0-2,0 0,1-1,0-1,0-1,0-1,1-2,0 1,166 10,-104-13</inkml:trace>
  <inkml:trace contextRef="#ctx0" brushRef="#br0" timeOffset="1428.219">2258 548,'-30'-9,"-1"2,-1 1,1 1,-1 2,0 1,-3 1,24 2,0-1,-1 2,1 0,0 0,0 1,1 0,-1 1,1 1,-10 4,16-7,0 0,0 0,1 1,-1 0,1-1,-1 1,1 0,0 1,0-1,1 0,-1 1,1 0,-1-1,1 1,0 0,1 0,-1 0,1 0,-1 1,1-1,0 0,1 1,-1-1,1 0,0 1,0 1,1-2,-1 0,1-1,0 1,1 0,-1-1,1 1,-1-1,1 1,0-1,0 0,1 0,-1 0,1 0,-1 0,1-1,0 1,0-1,0 1,0-1,0 0,1-1,-1 1,1 0,2 0,92 17,-85-19,0-1,0 0,-1 0,1-2,0 1,-1-2,0 0,11-4,-18 5,0 1,0-1,0 0,0 0,0 0,0 0,-1-1,0 0,0 0,0 0,0-1,0 1,-1-1,0 0,0 0,0 0,-1 0,0 0,0-1,1-2,-14 31,10-18,-1 0,2 1,-1-1,1 1,-1-1,1 0,1 1,-1-1,1 0,0 1,0-1,1 0,-1 0,1 0,0 0,1 0,-1 0,1-1,0 1,0-1,0 0,1 0,0 0,-1 0,1 0,1-1,-1 0,0 0,1 0,0 0,-1-1,1 1,0-1,0-1,0 1,1-1,-1 0,0 0,4 0,-4 0,-1-1,1 0,0 0,-1 0,1-1,0 1,-1-1,1 0,-1 0,1-1,-1 0,1 1,-1-1,0-1,0 1,0-1,0 1,-1-1,1 0,-1 0,1-1,-1 1,0-1,0 0,-1 0,1 0,-1 0,0 0,0 0,0 0,0-2,4-11,-1 0,-1-1,0 1,-1-1,-1 0,-1 0,-1-11,-17-124,17 152,0 1,-1-1,1 1,-1 0,1-1,-1 1,1-1,0 0,0 1,-1-1,1 1,0-1,0 1,-1-1,1 0,0 1,0-1,0 1,0-1,0 0,0 1,0-1,0 0,0 1,0-1,0 1,0-1,1 0,-1 1,0-1,0 1,1-1,-1 1,0-1,1 1,-1-1,0 1,1-1,-1 1,1-1,-1 1,1 0,-1-1,1 1,-1 0,1-1,-1 1,1 0,0 0,-1-1,1 1,-1 0,1 0,0 0,-1 0,1 0,0 0,-1 0,1 0,-1 0,1 0,0 0,-1 1,1-1,0 0,135 75,11 21,-143-92,0 1,0 0,0-1,-1 1,1 0,-1 1,-1-1,1 1,-1-1,0 1,0 0,0-1,-1 1,0 0,0 0,-1 0,1 0,-2 1,1-1,0 0,-1 0,0 0,-1-1,0 3,1-4,0 0,-1 0,1 0,1 0,-1 0,1 0,-1 0,1 0,0 0,1 0,-1 0,1 0,-1 0,1 0,1 0,-1 0,0 0,1 0,0-1,0 1,0-1,0 1,1-1,-1 0,1 0,0 0,0 0,0 0,0-1,0 1,2 0,8 1,-1-1,1 0,0-1,1 0,-1-1,0 0,0-1,0-1,1 0,-1-1,0 0,0-1,-1 0,1-1,0-1,10-5,-12 5,0 0,0-1,-1 0,1-1,-2 0,1-1,-1 0,0 0,-1-1,1 0,-2 0,1-1,-2 0,1-1,10 69,-12-54,0 0,1 1,-1-2,1 1,0-1,0 0,0 0,0 0,1-1,-1 0,1 0,-1-1,1 0,0 0,-1-1,1 1,0-1,-1-1,1 1,0-1,0-1,-1 1,2 1,-1-1,0 1,0-1,0 0,1-1,-1 0,-1 0,1-1,0 1,0-1,-1-1,0 0,0 1,0-2,0 1,0-1,-1 0,0 0,0 0,0-1,-1 0,0 1,0-2,0 1,-1 0,0-1,0 0,-1 0,1 1,-2-1,1-1,-1 1,0 0,0 0,-1-5,-1 6,0 1,-1-1,1 1,-1 0,0 0,-1 0,1 0,-1 0,0 1,0-1,-1 1,1 0,-1 0,0 0,0 0,0 0,0 1,-1 0,0 0,1 0,-1 1,0-1,0 1,-1 0,1 1,0-1,-1 1,-1 0,-3-1,0 1,1 0,-1 0,0 1,0 0,0 1,0 0,1 0,-1 1,0 1,1-1,0 2,-1-1,1 1,-5 4,9-6,1 1,0-1,0 1,0 0,0 0,1 1,-1-1,1 1,0 0,0 0,0 0,0 0,1 1,-1-1,1 1,1-1,-1 1,0 0,1 0,0 0,0 0,1-1,-1 1,1 0,0 0,1 0,-1 0,1 0,0 0,0 0,0 0,1 0,0-1,0 1,0-1,2 3,4 2,0-1,1 0,0-1,0 0,0-1,1 0,0 0,1-1,-1 0,1-1,0 0,0-1,0 0,1-1,-1 0,1-1,-1 0,1-1,-1 0,4-1,30-1</inkml:trace>
  <inkml:trace contextRef="#ctx0" brushRef="#br0" timeOffset="1679.547">3528 107,'-15'-7,"-11"-2,-2 5,-2 10,5 11,4 13,5 3</inkml:trace>
  <inkml:trace contextRef="#ctx0" brushRef="#br0" timeOffset="1945.831">3502 682,'16'13,"10"10,9 3,8-4,6-4,6-6,5-6,3-4,-1-7,-12-1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1:34.5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1 803,'50'-354,"-48"338,-2 11,1-1,-1 1,1 0,0 0,1 0,-1 0,1 0,0 1,0-1,0 0,1 1,1-2,-2 5,0 0,0 1,0 0,0-1,0 1,0 0,0 0,1 0,-1 0,0 1,0-1,0 1,0-1,0 1,0-1,0 1,0 0,-1 0,1 0,0 0,0 1,-1-1,1 0,0 1,-1-1,0 1,1-1,-1 1,3 1,44 36,-1 2,34 41,-77-79,0 0,-1 0,1 0,-1 0,0 1,0-1,0 1,-1 0,1 0,-1 0,0 0,0 1,0-1,-1 0,0 1,0-1,0 1,0-1,0 1,-1 0,0-1,0 1,0 0,-1-1,1 1,-1 0,0-1,-1 1,1-1,-1 0,0 1,0-1,0 0,-2 2,0-2,-2 1,1 0,0-1,-1 0,0 0,0-1,0 0,0 0,-1 0,1-1,-1 0,1 0,-1 0,0-1,0 0,0-1,0 1,0-1,1-1,-1 1,-3-1,-5-7</inkml:trace>
  <inkml:trace contextRef="#ctx0" brushRef="#br0" timeOffset="750">803 469,'-14'-7,"0"1,0 0,-1 1,0 1,0 0,0 1,-10 0,20 2,0 1,1-1,-1 1,1 1,-1-1,1 1,-1 0,1 0,-1 0,1 0,0 1,0-1,-1 1,1 0,0 1,1-1,-1 1,0 0,1 0,-1 0,1 0,0 0,0 1,1-1,-1 1,0 0,0 3,1-3,0 1,0-1,1 1,0 0,0 0,0 0,1 0,-1 0,1 0,0-1,1 1,-1 0,1 0,0 0,0 0,0 0,1-1,0 1,0 0,0-1,0 0,1 1,0-1,0 0,0 0,1 1,5 5,1 0,-1-1,2 0,-1-1,1 0,0 0,1-1,0-1,3 2,0-1,0-1,0 0,1-1,0 0,0-2,0 0,0 0,1-2,-1 0,0-1,1 0,-1-1,1-1,-1-1,0 0,0-1,0-1,-1-1,0 0,6-3,-14 4,0-1,-1 1,0-1,0 0,0-1,-1 1,0-1,0 0,-1-1,0 1,0-1,-1 0,0 1,0-2,-1 1,0 0,0 0,-1-1,0 1,0-1,-1 1,0-1,-1 1,-1-8,0 3,0 0,0 1,-1-1,-1 1,0 0,-1 0,0 0,-1 1,0 0,-1 0,0 0,-1 1,0 0,0 1,-1-1,-4-1,12 9,-1 1,1-1,-1 1,1 0,-1 0,1 0,-1 0,1 0,-1 0,0 0,0 1,1-1,-1 1,0-1,0 1,0-1,0 1,1 0,-1 0,0 0,0 0,0 0,0 1,0-1,2 2,1 0,0 1,-1-1,1 0,0 0,0-1,0 1,1 0,-1 0,0 0,1-1,-1 1,1-1,0 1,-1-1,1 1,0-1,0 0,0 0,0 0,0 0,0 0,0-1,0 1,1 0,23 6,1 0,-1-1,1-2,0-1,1-1,-1-1,10-1,9 0,-24 1,-10-2,0 2,0-1,-1 1,1 1,0 0,-1 1,0 0,8 3,-15-2,0 0,-1-1,1 2,-1-1,0 0,0 1,-1-1,1 1,-1 0,0 0,0 0,0 0,-1 0,0 0,0 1,0-1,-1 0,0 1,0-1,0 0,-1 1,1-1,-1 0,0 0,-1 1,0-1,1 0,-2 1,-1 19,2-21,1 1,0 0,0-1,0 1,0 0,1 0,0 0,0 0,0 0,1-1,-1 1,1 0,0 0,1-1,-1 1,1 0,0-1,0 1,0-1,1 0,0 0,-1 0,1 0,1 0,-1-1,0 0,1 1,0-1,0 0,3 2,3-3,1 0,-1-1,0 0,0-1,1 0,-1-1,0 0,0 0,0-1,0 0,0-1,0 0,0-1,-1 0,1 0,-1-1,-1 0,1-1,-1 0,1 0,-2-1,1 0,3-4,-3 4,-1 0,0-1,0 0,-1 0,0-1,0 0,-1 0,0 0,-1-1,0 1,0-1,-1 0,0 0,0-3,-5 30,1 0,1 1,0-1,2 0,0 1,0-1,2 1,-3-11,1 1,0-1,0 0,1 0,-1 0,1-1,1 1,-1-1,1 0,1 0,-1 0,1 0,0-1,0 1,0-1,1-1,0 1,0-1,0 0,2 1,12 1</inkml:trace>
  <inkml:trace contextRef="#ctx0" brushRef="#br0" timeOffset="994.699">1752 1,'-2'18,"8"15,14 12,16 4,1-6</inkml:trace>
  <inkml:trace contextRef="#ctx0" brushRef="#br0" timeOffset="1236.567">2113 616,'13'1,"1"0,-1-1,1-1,0 0,-1-1,1-1,-1 0,0 0,0-1,0-1,-1 0,1-1,-1-1,0 1,-1-2,0 0,0 0,-1-1,0 0,0-1,-1 0,0 0,-1-1,3-5,-9 12,1 0,0 0,-1 0,0 0,0-1,-1 1,1-1,-1 1,0-1,0 0,0 1,-1-1,1 0,-1 0,0 0,-1 1,1-1,-1 0,0 1,0-1,-1 0,1 1,-1-1,0 1,0 0,-1 0,1-1,-1 1,0 1,0-1,0 0,0 1,-1 0,1 0,-1 0,0 0,-2-1,1 2,1 0,-2 0,1 0,0 0,0 1,0 0,-1 0,1 0,-1 1,1 0,0 0,-1 0,1 1,-1 0,1 0,0 0,0 1,-1-1,1 1,0 0,1 1,-1-1,0 1,1 0,-1 0,1 1,0-1,-2 3,0 0,0 1,0 0,1 0,0 0,0 0,1 1,-1 0,2 0,-1 0,1 0,1 1,-1-1,1 1,1-1,0 1,0 0,0 3,2-4,0 0,0 0,0 0,1 1,0-2,1 1,0 0,0 0,0-1,1 0,0 0,1 0,0 0,0-1,0 1,1-1,-1-1,1 1,1-1,-1 0,3 1,8 5,1-1,0 0,1-2,0 0,0-1,0-1,1 0,2-1,12 1,-1-2,1-1,-1-1,1-2,0-1,20-4,17-6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1:33.6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529 9,'-39'-4,"-1"1,1 2,-1 1,0 3,-13 2,35-2,1 0,0 1,0 1,0 1,1 0,0 1,0 1,0 0,1 1,0 1,1 0,0 1,-1 3,10-11,1 1,0 0,0 0,0 0,0 1,0-1,1 1,0 0,0 0,0 0,1 0,0 1,0-1,0 1,0-1,1 1,0 0,0 0,1-1,0 1,0 0,0 0,1 0,-1-1,1 1,1 0,-1-1,1 1,0 0,9 6,0-1,1 0,0-1,1 0,-1-1,2-1,0 0,0 0,0-2,1 1,-1-2,2 0,-1-1,0-1,11 2,-9-1,107 26,-72-20,0 2,-1 3,0 2,-1 2,32 19,-76-36,-1 1,1-1,-1 1,0 0,0 1,0-1,0 1,0 0,-1 0,0 0,0 1,0 0,0 0,-1 0,1 0,-1 0,-1 1,1-1,-1 1,0-1,0 1,-1 0,0 0,0 0,0 0,0 0,-1 0,0 0,-1 1,1-1,-2 2,-1-2,0 1,-1-1,0 0,0-1,-1 1,1-1,-1 0,-1 0,1 0,-1-1,1 1,-1-1,0-1,-1 1,1-1,-1 0,1-1,-2 1,-126 26,101-27,0-1,0-1,0-2,0-1,1-1,0-2,-1-2,2-1,-14-6,24 6,21 9,0 0,0 0,1 0,-1 0,0 1,1-1,-1 0,0 0,1 0,-1 0,0 0,0 0,1 0,-1 0,0 0,1 0,-1 0,0 0,1 0,-1 0,0-1,1 1,-1 0,0 0,0 0,1 0,-1 0,0-1,1 1,-1 0,0 0,0-1,0 1,1 0,-1 0,0-1,0 1,0 0,0-1,1 1,-1 0,0 0,0-1,0 1,0 0,0-1,0 1,0 0,0-1,0 1,0 0,0-1,0 1,0 0,0-1,0 1,-1 0,1 0,0-1,0 1,0 0,0-1,86-2,-31 3</inkml:trace>
  <inkml:trace contextRef="#ctx0" brushRef="#br0" timeOffset="347.097">1064 704,'165'-201,"-163"198,0 1,0-1,-1 0,1 0,-1 0,1 0,-1-1,0 1,0 0,0-1,-1 1,1 0,-1-1,0 1,0-1,0 1,0 0,-1-1,1 1,-1 0,0-1,0 1,0 0,-1 0,1 0,-1 0,1 0,-1 0,0 0,0 0,0 1,-1-1,1 1,0-1,-1 1,0 0,0 0,1 0,-1 0,-3 0,0 0,0 0,0 0,0 0,0 1,0 0,-1 1,1-1,0 1,0 0,-1 1,1-1,0 1,0 1,0-1,-1 1,2 0,-1 0,0 1,0 0,1 0,-1 0,1 1,0-1,0 1,1 1,-1-1,1 1,0-1,0 1,0 0,0 1,1-1,0 1,0-1,1 1,0 0,0 0,0 0,0 0,1 0,0 0,1 1,-1-1,1 0,0 1,1-1,0 0,0 0,0 1,2 4,0-4,0 1,0-1,1 1,0-1,1 0,0-1,0 1,0-1,1 0,0 0,0-1,0 1,1-1,-1-1,1 1,1-1,2 1,11 5,1-1,-1-1,2-1,-1-1,15 1,128 7,-92-17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1:41.5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287 14,'-10'-3,"1"0,-1 1,1 0,-1 0,0 1,0 0,0 1,0 0,0 1,0 0,1 0,-1 1,0 0,1 1,-1 0,1 1,0 0,0 0,0 1,1 0,0 0,0 1,0 0,0 1,1 0,0 0,1 0,-1 1,1 0,1 0,-3 5,6-9,1-1,0 1,-1 0,1 0,1 0,-1 0,1 0,-1 0,1 0,0 0,0 0,1 0,-1 0,1 0,0-1,0 1,0 0,1 0,-1 0,1-1,0 1,0-1,0 0,1 1,-1-1,1 0,-1 0,1 0,0-1,0 1,1-1,0 1,2 1,1 0,-1 0,1-1,0 0,0 0,0-1,0 0,1 0,-1-1,0 0,1 0,-1 0,1-1,0 0,-1-1,1 0,-1 0,3-1,-1-1,0 0,0 0,0-1,0 0,-1 0,0-1,0-1,0 1,0-1,-1 0,0-1,0 0,-1 0,0 0,0-1,0 0,-1 0,-1-1,1 1,-1-1,-1 0,1 0,-2 0,1 0,-1-1,-1 1,0-1,0 1,0-5,-5-3,4 18,0-1,0 0,0 0,0 0,0 1,0-1,0 0,0 0,0 0,-1 0,1 1,0-1,0 0,0 0,0 0,0 0,0 0,0 1,-1-1,1 0,0 0,0 0,0 0,0 0,-1 0,1 0,0 0,0 1,0-1,0 0,-1 0,1 0,0 0,0 0,0 0,-1 0,1 0,0 0,0 0,0 0,0 0,-1-1,1 1,0 0,0 0,0 0,0 0,-1 0,1 0,0 0,0 0,0 0,0-1,0 1,-1 0,1 0,0 0,-1 9,0 1,0-1,1 1,1-1,-1 1,2-1,-1 1,1-1,0 0,1 0,0 0,1 0,0 0,0-1,1 1,0-1,0 0,1-1,0 1,1-1,-1-1,1 1,5 3,4 2,0-1,0-1,1 0,0-1,1-1,0 0,0-1,1-2,0 1,0-2,10 1,22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1:45.9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99 0,'0'14,"0"18,-2 21,-1 18,0 16,1 10,0 5,1-1,1-7,-3-9,0-16,0-19</inkml:trace>
  <inkml:trace contextRef="#ctx0" brushRef="#br0" timeOffset="450.792">473 200,'-243'214,"37"-61,182-137,25-16,-1 0,0 0,1 0,-1 0,0 0,1 0,-1 0,0 0,1 0,-1 0,1 0,-1 0,0 0,1 0,-1 0,0 0,1 0,-1 0,0 1,1-1,-1 0,0 0,0 0,1 1,-1-1,0 0,1 0,-1 1,0-1,0 0,0 0,1 1,-1-1,0 0,0 1,0-1,0 0,0 1,1-1,-1 0,0 1,0-1,0 1,0-1,0 0,0 1,0-1,0 0,0 1,-1-1,1 0,0 1,0-1,0 0,0 1,0-1,-1 0,1 1,0-1,0 0,222 7,-185-1,-2 1,1 3,-1 0,0 2,-1 2,-1 1,0 2,-1 1,-1 1,0 2,14 13,19 18,-28-22,2-1,0-2,27 12,-55-33,0-1,1-1,0 0,-1-1,2 0,-1 0,0-1,1 0,-1-1,1-1,-1 0,3 0,6-10,-17 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1:42.4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1 755,'11'2,"1"0,0-1,-1-1,1 0,-1 0,1-1,0-1,-1 0,0 0,1-1,-1 0,9-5,-18 7,38-11,0-3,0-1,-2-1,0-3,-1-1,-1-2,-1-1,27-25,-52 41,-1-1,0 0,0-1,0 0,-2 0,1-1,-1 0,-1 0,0-1,0 0,-1 0,-1 0,0 0,-1-1,0 0,0-4,-3 15,1 1,-1-1,0 0,0 0,0 0,0 1,0-1,-1 0,1 0,-1 0,1 1,-1-1,1 0,-1 1,0-1,0 1,0-1,0 1,0-1,0 1,0-1,-1 1,1 0,0 0,-1 0,1 0,-1 0,1 0,-1 0,1 0,-1 0,0 1,1-1,-1 1,0-1,0 1,0 0,1-1,-1 1,0 0,0 0,0 1,1-1,-1 0,0 0,0 1,1-1,-3 2,-3 2,0 0,0 0,0 1,0 0,1 1,0-1,0 1,1 0,-1 1,1 0,1-1,-4 7,-17 34,2 2,2 0,2 1,3 1,2 1,2 0,2 1,3 0,2 1,2 10,-2 68,7-1,5 1,23 127,-23-216,3 18,-3 1,-3 0,-2 0,-3 2,-5-12</inkml:trace>
  <inkml:trace contextRef="#ctx0" brushRef="#br0" timeOffset="519.01">108 1143,'65'-25,"0"3,2 3,0 3,41-4,350-45,-426 60,-25 2,-18 2,-14 3,0 1,1 0,0 2,0 1,0 1,0 1,1 1,1 1,-21 12,-11 25,53-46,0 0,0 1,0-1,0 0,0 1,0-1,1 1,-1-1,0 1,1-1,-1 1,1 0,-1-1,1 1,0-1,0 1,0 0,0-1,0 1,0 0,0-1,1 1,-1 0,0-1,1 1,0-1,-1 1,1-1,0 1,0-1,-1 1,1-1,0 0,0 1,1-1,-1 0,0 0,0 0,1 0,0 1,7 2,0 0,0-1,1 0,-1-1,1 1,0-2,0 1,0-2,-1 1,1-1,0-1,0 0,0 0,8-2,-10 2,1 0,0-1,-1 0,0 0,1-1,-1 0,0 0,0-1,-1 0,1-1,-1 1,0-1,0-1,0 1,-1-1,0 0,0-1,0 0,-1 0,0 0,0 0,-1-1,0 1,0-1,-1 0,0-1,-1 1,1-2,-7-21,4 31,0-1,-1 1,1 0,0-1,0 1,0-1,0 1,0 0,-1-1,1 1,0 0,0-1,-1 1,1 0,0-1,0 1,-1 0,1 0,0-1,-1 1,1 0,0 0,-1 0,1-1,-1 1,1 0,0 0,-1 0,1 0,-1 0,1 0,0 0,-1 0,1 0,-1 0,1 0,0 0,-1 0,1 0,-1 0,1 0,0 1,-1-1,1 0,0 0,-1 0,1 1,0-1,-1 0,1 0,0 1,-1-1,1 0,0 1,0-1,-1 0,1 1,0-1,0 0,0 1,0-1,-1 1,1-1,0 0,0 1,0-1,0 1,0-1,0 0,0 1,-3 5,1-1,0 1,0 0,0 0,0 0,1 0,0 1,1-1,-1 0,1 0,0 0,1 1,0-1,0 0,0 0,0 0,1 0,0 0,0 0,1 0,0-1,0 1,0-1,1 0,-1 0,5 4,0-2,0 0,1 0,0-1,0-1,1 1,0-2,0 1,0-1,3 0,42 13</inkml:trace>
  <inkml:trace contextRef="#ctx0" brushRef="#br0" timeOffset="972.313">1632 943,'-18'0,"0"0,1 1,-1 2,1-1,-1 2,-5 2,19-5,-1 1,0 0,0 0,0 0,1 1,-1 0,1-1,0 2,0-1,0 0,0 1,1-1,-1 1,1 0,0 1,0-1,0 0,1 1,0 0,0-1,0 1,0 0,0 3,1-3,0-1,1 0,0 0,0 1,0-1,0 0,1 1,-1-1,1 0,0 0,0 0,1 0,-1 0,1 0,0 0,0 0,0 0,1-1,-1 1,1-1,0 0,0 0,0 0,0 0,1 0,-1-1,3 2,6 3,-1 0,1-1,0 0,1-1,-1-1,1 0,0 0,5 0,-1-2,0 1,0-2,0 0,0-1,0-1,0-1,-1 0,1-1,0-1,-1 0,0-1,0-1,0 0,-1-2,0 0,0 0,-1-1,0-1,-1 0,0-1,0-1,-1 0,-1 0,0-1,0-2,9-21,-1-1,-2-1,-2 0,-2-1,-1-1,-2 0,-2 0,-1-1,-2 0,-2 0,-2-21,5-37,-4 0,-5 0,-8-45,11 142,-1-7,0 0,-1-1,1 1,-2 0,1 0,-1 0,-1 0,0 0,0 1,-1-1,4 8,0 0,0 0,0 1,1-1,-1 0,-1 1,1-1,0 0,0 1,0 0,0-1,0 1,0-1,-1 1,1 0,0 0,0 0,0 0,-1 0,1 0,0 0,0 0,0 0,-1 1,1-1,0 0,0 1,0-1,0 1,0-1,0 1,0 0,0-1,0 1,0 0,0 0,0 0,0 0,1 0,-1 0,0 0,1 0,-1 0,1 0,-1 0,0 1,-10 15,1 0,1 1,0 0,2 0,0 1,1 0,0 0,2 1,0-1,1 10,-3 24,3 0,3 0,2 1,1-1,4 0,1-1,3 0,2 0,3-1,1-1,3 0,2-2,2 0,2-2,2 0,2-2,2-2,19 19,-9-14,-10-16</inkml:trace>
  <inkml:trace contextRef="#ctx0" brushRef="#br0" timeOffset="1218.785">1645 475,'30'2,"34"3,36 3,31 5,16 7,1 6,-25 0</inkml:trace>
  <inkml:trace contextRef="#ctx0" brushRef="#br0" timeOffset="2852.467">2568 1036,'-3'5,"1"0,0 0,1 0,-1 0,1 1,0-1,0 1,0-1,1 0,0 1,0-1,1 1,-1-1,1 1,0-1,1 0,-1 1,1-1,0 0,0 0,1 0,-1 0,1-1,0 1,1-1,-1 1,1-1,0 0,2 1,0-1,0 0,0-1,1 0,-1 0,1-1,0 0,0 0,0 0,0-1,0 0,0 0,0-1,0 0,0 0,0-1,0 0,0 0,0-1,0 1,0-1,-1-1,7-3,-8 4,0 0,0-1,0 0,-1 0,1 0,-1 0,0-1,0 0,0 0,0 0,-1 0,0-1,1 1,-2-1,1 0,0 0,-1 0,0 0,0 0,-1 0,0-1,1 1,-2-1,1 1,-1-1,0 1,0-1,0 1,-1-5,-1 2,0 1,-1-1,0 0,0 1,-1 0,1 0,-2 0,1 0,-1 1,0-1,0 1,-1 0,1 1,-1-1,-1 1,1 1,-1-1,-1 0,3 2,1 0,-1 1,1 0,-1 0,0 0,0 0,1 1,-1 0,0 0,-1 0,1 0,0 1,0 0,0 0,0 0,0 1,0 0,0 0,0 0,0 0,0 1,0 0,0 0,1 0,-1 1,1-1,0 1,-4 3,6-4,-1 0,1 0,0 0,0 0,0 0,1 1,-1-1,0 1,1-1,0 1,-1-1,1 1,0 0,0 0,1-1,-1 1,1 0,-1 0,1 0,0 0,0 0,0 0,0 0,1-1,-1 1,1 0,0 0,0 0,0-1,0 1,0 0,0-1,1 1,-1-1,1 1,4 5,0 0,1-1,0 1,0-2,0 1,1-1,0 0,1 0,7 3,9 3,1 0,0-2,0-1,1-1,1-1,-1-2,23 2,-46-6,0 0,-1 0,1 0,-1 0,1-1,0 1,0-1,-1 0,1 0,0-1,0 1,-1-1,1 0,0 0,-1 0,1 0,-1 0,1-1,-1 0,0 0,0 0,0 0,0 0,0 0,0-1,0 0,-1 1,1-1,-1 0,0 0,0 0,1-2,-2-7,-1 0,0 0,0-1,-1 1,-1 0,0 0,-1 0,0 0,0 1,-3-3,0-9,-50-142,55 164,0 1,1-1,-1 0,1 0,-1 0,1 1,0-1,-1 0,1 0,0 0,0 0,-1 0,1 0,0 0,0 0,0 0,0 0,0 0,0 0,1 1,-1-1,0 0,0 0,1 0,-1 0,0 0,1 0,-1 0,1 1,-1-1,1 0,0 0,-1 1,1-1,0 0,-1 1,1-1,0 1,0-1,0 1,-1-1,1 1,0 0,0-1,0 1,0 0,0-1,0 1,0 0,0 0,0 0,0 0,0 0,-1 0,1 0,0 0,0 1,0-1,0 0,180 41,-160-35,-14-4,16 4,0 0,0 2,-1 0,0 2,0 0,-1 1,-1 2,13 9,-28-17,0 1,0 0,-1 1,0-1,0 1,-1-1,1 1,-1 0,-1 1,1-1,-2 0,1 1,-1-1,0 1,0-1,-1 1,0 0,0-1,-1 1,0 1,1 28,0-33,0-1,0 0,1 0,-1 0,0 1,1-1,0 0,0 0,0 0,0 0,0 0,1 0,-1 0,1 0,0-1,0 1,0 0,0-1,0 0,1 1,-1-1,1 0,-1 0,1-1,0 1,-1 0,1-1,0 0,0 1,0-1,1 0,-1-1,0 1,0-1,0 1,1-1,-1 0,3 0,6-3,1 0,-1 0,1-1,-1-1,0 0,-1-1,1 0,-1 0,0-2,-1 1,0-1,0-1,-1 0,0 0,0-1,-1 0,0 0,-1-1,0 0,-1 0,0-1,1-4,12-31,-21 40,-6 20,6-8,0 0,0 0,1 1,-1-1,1 0,0 1,1-1,-1 1,1-1,0 1,1-1,-1 1,1-1,0 1,1-1,-1 0,1 1,0-1,0 0,1 0,-1 0,1 0,0-1,0 1,1-1,-1 0,1 0,0 0,0 0,1-1,-1 0,1 0,-1 0,1 0,0-1,0 1,3-1,4 1,1-1,0 0,0-1,0 0,0-1,0-1,0 0,-1-1,1 0,0-1,-1 0,1-1,-1-1,0 0,0 0,-1-1,0-1,0 0,0 0,-1-1,0 0,-1-1,0 0,0-1,0 0,-2 0,1-1,-1 0,0-2,2-20,-9 32,0 1,0-1,0 1,0-1,0 1,0 0,-1-1,1 1,0-1,0 1,-1 0,1-1,0 1,0-1,-1 1,1 0,0-1,-1 1,1 0,-1 0,1-1,0 1,-1 0,1 0,-1 0,1 0,-1-1,1 1,-1 0,1 0,-1 0,1 0,0 0,-1 0,1 0,-1 0,1 0,-1 0,1 0,-1 1,1-1,-1 0,1 0,0 0,-1 1,1-1,-1 0,1 0,0 1,-1-1,1 0,0 1,-1-1,1 0,0 1,-1-1,1 1,0-1,0 0,0 1,-1-1,1 1,0-1,0 1,-3 2,0 0,-1 0,1 0,1 1,-1-1,0 1,1 0,0 0,0 0,0 0,0 0,1 0,0 0,0 1,0-1,0 0,1 1,-1-1,1 1,0-1,0 1,1-1,0 1,-1-1,1 0,1 1,-1-1,1 0,-1 0,1 0,0 0,1 0,-1 0,1-1,0 1,0-1,0 0,0 0,0 0,1 1,13 5,0 0,1-2,0 0,0 0,0-2,0 0,1-2,0 0,0-1,0 0,0-2,0 0,0-1,0-1,0-1,4-2,-6 3,0 0,0-1,-1-1,1-1,-1-1,0 0,-1-1,1 0,-1-1,-1-1,0 0,0-1,-1-1,0 0,0-1,-2 0,1-1,-2 0,0-1,0 0,-1-1,4-9,0-13,-3-1,0 0,-3 0,-1-1,-2 0,-1 0,-2 0,-2 0,-2 0,-1 1,-2-1,-10-32,10 42,-2 2,-1-1,-1 1,-1 1,-6-8,12 25,0-1,-1 1,0 0,-1 0,0 1,0 0,-1 0,0 1,-1 0,1 0,-1 1,-1 0,1 0,-1 1,-2-1,6 4,0 1,0-1,0 1,0 0,0 0,0 1,0-1,0 1,0 1,0-1,-1 1,1 0,0 1,1-1,-1 1,0 0,0 1,1-1,-1 1,1 0,0 1,0-1,0 1,0 0,1 0,0 1,-1-1,2 1,-4 4,-4 6,0 1,1 1,1 0,1 0,0 1,1 0,1 0,0 0,2 2,-2 11,2 1,1 0,2 0,1 1,1-1,2 0,1 0,2-1,1 1,1-1,2-1,1 1,1-2,2 0,1 0,1-1,1-1,2-1,0 0,2-2,1 0,0-1,2-2,1 0,0-1,2-2,17 10,-35-23,-1 0,1 0,0-1,1 0,-1 0,0-1,1 0,0-1,0 0,0-1,0 0,0 0,0-1,0-1,0 1,0-2,0 1,-1-1,1-1,0 0,8-4,-7-1,-1 0,0-1,-1 0,0-1,0 0,-1 0,0-1,-1 0,0-1,-1 1,0-1,-1 0,0-1,-1 1,0-1,-1 0,-1 0,0 0,-1-1,0 1,-1 0,-1-12,-5 18,0 23,4-10,1 0,0 0,0-1,0 1,0 0,1 0,0 0,0 0,1 0,0 0,0 0,0-1,1 1,-1 0,2-1,-1 1,0-1,1 1,0-1,0 0,1 0,-1-1,1 1,0-1,0 0,1 0,-1 0,1 0,0-1,4 3,1-5,0 0,0 0,0-1,0 0,0-1,0 0,0 0,0-1,0-1,-1 0,1 0,-1 0,0-1,0-1,0 0,0 0,-1-1,0 0,0 0,-1 0,1-1,-1-1,-1 1,0-1,0 0,0 0,-1-1,0 0,-1 0,0 0,1-4,10-19,-9 51,-6-18,0 3,-1 0,0 0,1 0,0 0,0 0,0 0,1 0,-1 0,1-1,0 1,0 0,0 0,1-1,-1 1,1 0,0-1,0 0,0 1,0-1,1 0,-1 0,1 0,0 0,0-1,0 1,0-1,0 0,1 0,-1 0,2 1,5-1,0 0,0 0,0-1,0-1,0 0,0 0,0-1,0 0,0 0,0-1,-1-1,1 0,-1 0,1 0,-1-2,0 1,-1-1,1 0,-1-1,0 0,0 0,0-1,-1 0,0 0,-1 0,0-1,0 0,3-6,9-12,-18 26,1 0,-1 0,1 0,-1 0,0 0,1 0,-1 0,1 0,-1 1,0-1,1 0,-1 0,0 1,1-1,-1 0,0 0,1 1,-1-1,0 0,0 1,1-1,-1 0,0 1,0-1,1 1,-1-1,0 0,0 1,0-1,0 1,0-1,0 1,0-1,0 0,0 1,0-1,0 1,0-1,0 0,0 1,0-1,0 1,0-1,-1 1,1-1,0 0,0 1,0-1,-1 0,1 1,0-1,-1 0,-1 22,0-12,0 1,1-1,0 0,1 1,0-1,0 1,1-1,1 1,0-1,0 0,3 6,-3-13,0 0,0 0,0 0,0 0,0-1,0 1,1-1,0 0,-1 0,1 0,0 0,0 0,0 0,0-1,0 0,0 1,1-1,-1 0,0-1,1 1,-1 0,0-1,1 0,-1 0,3 0,84-15,-55 3</inkml:trace>
  <inkml:trace contextRef="#ctx0" brushRef="#br0" timeOffset="3100.345">5696 408,'-7'-7,"1"0,2 2,3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1:48.1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609 1,'-26'6,"0"2,0 2,1 0,0 1,1 1,1 2,0 0,-8 8,0-2,2 2,1 1,1 1,1 1,1 2,1 0,1 1,2 2,1 0,1 1,2 1,1 1,1 0,2 1,-5 26,9-27,3 1,0 1,2-1,2 1,1-1,2 1,1 0,2-1,1 0,2 0,1 0,2-1,1 0,1-1,2 0,1-1,2 0,1-2,1 0,2-1,0-1,2-1,1-1,1-1,1-1,1-1,2-1,42 20,-10-14</inkml:trace>
  <inkml:trace contextRef="#ctx0" brushRef="#br0" timeOffset="286.229">970 389,'-2'16,"-1"21,0 22,1 20,0 14,1 8,0 2,-1-5,-1-10,0-11,1-14,-2-15,0-16</inkml:trace>
  <inkml:trace contextRef="#ctx0" brushRef="#br0" timeOffset="532.571">957 1191,'0'-2,"2"-2,8 1,9 3,14 2,16 2,18 1,13-1,9 2,0-1,-5-1,-12-1,-29-3,-20-2</inkml:trace>
  <inkml:trace contextRef="#ctx0" brushRef="#br0" timeOffset="767.3">1023 442,'5'-9,"15"-8,22-3,25 0,18 1,14 3,1 5,-12 6,-20 5</inkml:trace>
  <inkml:trace contextRef="#ctx0" brushRef="#br0" timeOffset="1081.947">1519 763,'13'11,"10"6,2 1,0-3,-4-2,-9-4,-6-4,-6-4,-5-5,-5-1,-2 1,-4 0,-6 1,0 1</inkml:trace>
  <inkml:trace contextRef="#ctx0" brushRef="#br0" timeOffset="1454.949">903 883,'14'-5,"15"-1,20-1,16-3,14 0,9 1,3 1,-2 2,-10 2,-13 1,-17 2,-17 1,-16 0</inkml:trace>
  <inkml:trace contextRef="#ctx0" brushRef="#br0" timeOffset="1770.98">1933 763,'4'22,"9"18,11 15,11 9,10 5,9 1,7-3,0-7,-6-8,-8-8,-12-10,-14-11,-10-8</inkml:trace>
  <inkml:trace contextRef="#ctx0" brushRef="#br0" timeOffset="1935.868">2374 964,'0'-19,"-3"-9,-2-4,-5 5,-4 6,-6 9,-8 16,-9 19,-9 21,-6 19,-4 14,2 11,5 2,11-16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1:51.2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41,'2'29,"4"27,0 20,1 17,0 8,-1 2,-2-2,-2-9,-1-14,0-20</inkml:trace>
  <inkml:trace contextRef="#ctx0" brushRef="#br0" timeOffset="383.513">455 0,'-11'53,"-2"0,-3-1,-2-1,-2-1,-2-1,-3-1,-1 0,-17 18,35-54,0 1,-1-1,-1-1,0 1,0-2,-1 0,-1 1,65-9,166 54,-139-38,0-4,1-3,4-3,-48-6</inkml:trace>
  <inkml:trace contextRef="#ctx0" brushRef="#br0" timeOffset="602.925">1004 295,'18'-5,"24"-1,24 0,18 4,8 1,-1 5,-15 2,-20 1</inkml:trace>
  <inkml:trace contextRef="#ctx0" brushRef="#br0" timeOffset="785.448">1084 548,'25'5,"24"1,22 2,17 0,5-2,-4 1,-17 1,-21-1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1:53.2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515 803,'-13'-40,"-2"2,-2 0,-1 1,-3 0,19 32,0 1,0 0,-1-1,0 1,0 0,0 0,0 1,0-1,-1 1,0 0,0 0,0 0,0 0,0 0,0 1,-1 0,1 0,-1 0,0 1,1-1,-1 1,0 0,0 0,0 1,0 0,0-1,0 2,0-1,1 0,-1 1,-1 0,-14 8,0 1,1 0,0 1,0 1,2 1,-1 1,2 0,0 1,0 1,2 0,0 1,1 1,1 0,-6 11,12-22,1 1,0 0,0 0,0 0,1 1,1 0,-1 0,1 0,1 0,0 0,0 0,0 1,2-1,-1 4,1-10,1-1,-1 0,1 1,0-1,0 0,0 0,0 0,0 0,0 0,0 0,1 0,-1 0,1 0,0-1,-1 1,1-1,0 1,0-1,0 1,0-1,0 0,0 0,0 0,0 0,1-1,-1 1,0 0,0-1,2 0,69-1,-55-4,0 0,0-1,-1-1,0 0,0-1,-1-1,0-1,-1 0,0-1,0-1,-1 0,-1-1,0-1,-1 0,0 0,-1-1,-1-1,0 0,-2 0,3-5,0 9,-2 30,115 258,-88-175,-35-96,0-1,-1 1,0-1,1 1,-1-1,-1 1,1-1,-1 1,0-1,0 1,0-1,0 0,-1 1,0-1,0 0,0 0,0 0,-1 0,1-1,-1 1,0-1,-2 2,-10 6,-2 0,1-1,-1-2,0 1,-1-2,0 0,0-2,-1 1,0-2,-13 1,17-2,-254 47,266-47,16-2,13-1</inkml:trace>
  <inkml:trace contextRef="#ctx0" brushRef="#br0" timeOffset="346.082">1117 0,'90'178,"-13"-34,-6 3,-7 4,33 122,-89-249,0 1,-2 1,-1-1,-1 1,-1 0,-1 0,-1 1,-1-1,-2 0,-1 0,0 0,-2-1,-2 1,0-1,-1 0,-6 10,2-15,-1 0,-2-1,1 0,-2-1,-1-1,0-1,-1 0,0-1,-2-1,1-1,-15 6,-15 8,-2-3,-1-2,-1-3,-17 4,-33 2,97-31,27-10,12-5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1:57.7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0,'18'0,"20"0,19 0,18 0,12 0,6 0,-3 0,-9 2,-16 6,-20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1:57.9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1,'13'7,"19"4,19 1,24-2,20-3,16-2,7-3,-16-1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1:56.3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72,'23'9,"18"5,14 1,12-3,5-3,-3-4,-10-1,-16-3</inkml:trace>
  <inkml:trace contextRef="#ctx0" brushRef="#br0" timeOffset="254.016">121 392,'18'5,"20"1,19 0,21-2,15 0,9-2,2-1,-17-1</inkml:trace>
  <inkml:trace contextRef="#ctx0" brushRef="#br0" timeOffset="684.132">1364 178,'-2'-10,"-1"0,0 1,-1 0,0 0,-1 0,1 0,-2 1,1-1,-1 1,0 1,-1-1,0 1,0 0,-1 1,0 0,0 0,0 0,0 1,-1 0,0 1,0 0,-1 1,1 0,-1 0,1 0,-1 2,0-1,0 1,0 1,0-1,0 2,0-1,-5 2,0-1,0 2,1 0,-1 0,1 1,0 1,0 1,0 0,1 1,0 0,0 1,0 0,1 1,1 0,0 1,0 1,0 0,2 0,-1 1,1 0,1 0,-6 12,13-20,-1-1,1 1,-1-1,1 1,0 0,0 0,1-1,-1 1,1 0,0 0,0 0,0-1,1 1,-1 0,1 0,0-1,0 1,0 0,0-1,1 1,-1-1,1 1,0-1,0 0,0 0,1 0,-1 0,1 0,0 0,-1-1,3 2,9 2,0 0,0 0,0-2,1 0,0 0,-1-1,1-1,1-1,-1 0,0-1,0-1,0 0,0-1,0 0,0-1,-1-1,1 0,-1-2,6-2,-5 2,-1 0,-1-1,1 0,-1-1,0 0,-1-2,0 1,-1-1,0-1,0 0,7-10,-15 17,-3 3,0 1,0-1,0 0,0 1,0-1,0 1,0-1,1 0,-1 1,0-1,0 0,1 1,-1-1,0 1,1-1,-1 1,1-1,-1 1,0-1,1 1,0-1,-1 1,1-1,-1 1,1 0,-1-1,1 1,0 0,-1 0,1-1,-1 1,1 0,0 0,-1 0,1 0,0 0,-1 0,1 0,0 0,-1 0,1 0,0 0,-1 1,1-1,0 0,-1 0,1 1,0-1,-1 0,1 1,-1-1,1 0,-1 1,1-1,-1 1,1-1,-1 1,0-1,1 1,-1-1,1 1,31 169,-28-145,-2 0,0 1,-2-1,-1 1,-1 5,1-22,-1 1,0-1,-1 0,0 0,0 0,-1 0,0-1,0 1,-1-1,0 0,-1 0,0-1,0 1,0-1,-5 3,-6 2,-1-1,0 0,0-1,-1-2,0 0,-1 0,1-2,-2-1,1 0,0-1,-1-1,0-2,1 0,-1-1,0 0,-12-4,33 4,0 0,0 0,0 0,0 0,0-1,0 1,0 0,0 0,0 0,0 0,0-1,0 1,-1 0,1 0,0 0,15-1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1:55.4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0,'3'25,"2"27,3 24,0 20,-1 14,-2 7,-1-3,-3-9,0-19,-1-23</inkml:trace>
  <inkml:trace contextRef="#ctx0" brushRef="#br0" timeOffset="353.055">414 161,'-110'186,"85"-147,-2-2,-1-1,-1-1,-3-1,-26 21,27-41,30-14,0-1,1 1,-1 0,1 0,-1-1,0 1,1 0,-1-1,1 1,-1 0,1-1,-1 1,1-1,-1 1,1-1,-1 1,1-1,0 0,-1 1,1-1,0 1,0-1,-1 0,1 1,0-1,0 0,0 1,0-1,0 0,0 1,0-1,0 0,0 1,0-1,0 0,0 1,0-1,1 0,-1 1,0-1,1 1,-1-1,0 0,1 1,-1-1,1-2,0 0,0 0,1 0,-1 0,1 1,-1-1,1 0,0 1,0-1,0 1,1 0,-1-1,0 1,1 0,-1 1,1-1,0 0,0 1,-1-1,1 1,0 0,0 0,0 0,1 1,-1-1,0 1,0-1,0 1,0 0,0 0,1 1,-1-1,0 0,0 1,0 0,0 0,0 0,0 0,0 0,0 1,0-1,-1 1,1 0,-1 0,3 1,135 147,-128-136,1-2,1 0,0 0,0-1,1-1,1 0,0-1,0-1,0 0,1-2,0 1,1-2,0-1,-1 0,1-1,13 0,103-15,-77-3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2:04.8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1,'7'14,"5"6,-1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2:05.0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0,'9'14,"6"4,4 0,-1-4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2:05.86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494 30,'-34'-9,"0"2,0 1,-1 2,0 2,0 1,1 1,-1 2,0 1,-8 4,31-5,1 1,0 1,-1 0,2 0,-1 1,0 1,-7 5,14-9,1 1,0-1,0 0,0 1,0 0,1 0,-1 0,1 0,0 0,0 0,0 0,0 1,0-1,1 1,-1 0,1-1,0 1,0 0,1 0,-1 0,1-1,0 1,-1 0,2 0,-1 1,4 7,0-1,0 0,1-1,1 1,0-1,0 0,1 0,0-1,1 0,0 0,0-1,1 0,0 0,1-1,7 5,51 36,3-3,1-2,48 17,-37-17,-66-34,-6-4,0 0,0 1,-1 0,1 1,-2 0,1 0,-1 1,0 1,0-1,3 7,-11-13,0-1,0 1,0 0,0 0,0 0,-1-1,1 1,0 0,-1 0,0 0,0 0,1 0,-1 0,0 0,-1 0,1 0,0 0,0 0,-1 0,1 0,-1-1,0 1,0 0,1 0,-1 0,0-1,0 1,-1-1,1 1,0-1,-1 1,1-1,0 1,-1-1,0 1,-64 35,44-28,-1-1,-1-1,1-1,-1-1,0-1,0-1,-1-1,1-1,0-1,-1-1,-12-3,-21-20,58 24,-1 0,1-1,-1 1,1 0,0-1,-1 1,1 0,0-1,-1 1,1 0,0-1,0 1,-1-1,1 1,0 0,0-1,0 1,-1-1,1 1,0-1,0 1,0-1,0 1,0-1,0 1,0-1,0 1,0 0,0-1,0 1,1-1,-1 1,0-1,0 1,0-1,1 1,-1 0,0-1,0 1,1-1,-1 1,0 0,1-1,-1 1,0 0,1 0,-1-1,0 1,1 0,-1 0,1-1,-1 1,1 0,-1 0,1 0,-1 0,0 0,1 0,-1 0,1 0,-1 0,1 0,-1 0,16-4,0 1,0 0,1 2,-1 0,0 0,8 2,10-1,118 1,-56 1,0-4,0-5,10-5,-92 11,0-1,0 0,-1-1,1-1,-1 0,0-1,0 0,0-1,-1 0,0-1,0-1,-1 0,0 0,0-1,6-7,-16 14,1-1,0 1,-1-1,1 0,-1 1,0-1,0 0,0 0,0 0,-1 0,1 0,-1 0,0 0,0 0,0 0,0 0,0 0,0 0,-1 1,0-1,1 0,-1 0,0 0,-1 0,1 1,0-1,-1 0,1 1,-1-1,0 1,0 0,0 0,0-1,0 1,-1 0,1 1,-1-1,1 0,-3 0,1-1,-1 0,0 0,0 1,0 0,-1 0,1 0,-1 0,1 1,-1 0,1 0,-1 1,0-1,1 1,-1 0,1 1,-1 0,0 0,1 0,-1 0,1 1,-1 0,2 0,1 0,-1 1,0 0,1-1,0 1,-1 1,1-1,0 0,1 1,-1-1,1 1,-1 0,1 0,0 0,1 0,-1 0,1 1,-1-1,1 0,1 1,-1-1,1 1,-1-1,1 1,0-1,1 0,-1 1,1-1,0 1,0-1,0 0,1 1,0-1,0 0,0 0,0 0,0-1,1 1,1 2,7 3,0 0,0-1,0 0,1 0,0-2,1 1,0-2,0 0,0 0,0-1,1-1,0 0,12 1,57 11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2:03.76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93 295,'-4'14,"-2"15,0 15,2 13,0 8,2 3,1-2,-1-5,-4-8,-2-13,0-14</inkml:trace>
  <inkml:trace contextRef="#ctx0" brushRef="#br0" timeOffset="389.469">0 268,'4'-15,"0"0,1 0,1 1,0 0,1 0,1 0,0 1,0 0,1 1,1 0,0 0,1 1,0 0,1 1,0 0,0 1,3-1,-5 4,0 0,0 1,0 0,0 1,1 0,0 1,0 0,0 0,0 1,0 1,0 0,1 0,-1 1,0 1,1 0,-1 0,0 1,0 1,0 0,0 0,0 1,-1 0,0 1,0 0,0 1,0 0,-1 0,0 1,0 0,-1 1,0 0,0 0,6 10,-12-15,1 0,-1 1,0 0,0-1,0 1,0 0,-1 0,0 0,0 0,0 1,0-1,0 0,-1 0,0 0,0 1,0-1,0 0,-1 0,0 1,0-1,0 0,0 0,0 0,-1 0,0 0,0-1,0 1,0 0,-1-1,1 1,-1-1,0 0,0 0,-1 0,-15 10,-1-2,0-1,-1 0,0-1,0-2,-1 0,0-1,0-1,0-1,-1-2,0 0,1-1,-22-2,-35 7,77-5,1-1,0 1,-1-1,1 1,0-1,-1 1,1 0,0 0,0 0,0 0,0 0,0 0,0 0,0 0,0 0,0 0,0 0,1 1,-1-1,0 0,1 0,-1 1,1-1,-1 1,1-1,0 0,0 1,0-1,0 1,0-1,0 1,0-1,0 1,0-1,1 0,-1 1,0-1,1 0,-1 1,27 54,-11-34,1-2,1 0,0-1,1-1,1 0,1-2,1 0,0-2,0 0,2-2,0 0,0-2,1 0,0-2,0 0,1-2,0-1,0-1,1-2,-1 0,1-2,-1 0,1-2,24-5,13-7</inkml:trace>
  <inkml:trace contextRef="#ctx0" brushRef="#br0" timeOffset="771.231">1016 161,'11'-2,"1"0,-1 0,1 1,-1 1,1 0,-1 1,1 0,-1 1,1 0,-1 0,0 1,0 1,0 0,0 1,-1 0,0 0,0 1,7 5,-13-7,-1-1,1 1,-1 0,0 0,0 0,0 0,0 0,-1 1,0 0,0-1,0 1,0 0,-1 0,0 0,0 0,0 0,0 0,-1 0,0 0,0 0,0 0,-1 0,0 0,0 0,0 0,-1 0,1 1,-6 13,-1-1,0 1,-2-1,0-1,0 1,-5 3,-71 84,-23 36,108-139,0-1,-1 1,1 0,0-1,0 1,-1 0,2 0,-1 0,0 0,0 0,0 0,1 0,0 0,-1 0,1 0,0 0,0 0,0 0,0 0,0 0,0 0,1 1,-1-1,1 0,-1 0,1 0,0 0,0 0,0-1,0 1,0 0,0 0,0-1,1 1,-1 0,1-1,-1 0,1 1,0 0,13 2,0 1,0-2,0 0,0-1,1-1,-1 0,0-1,1 0,12-3,-22 3,289-26,-228 19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1:58.8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226 348,'0'-58,"-1"-3,2 1,10-58,-6 93,1 24,-4 17,-2 58,-3-1,-4 0,-4 6,2-16,3 1,2-1,3 1,5 32,8-31,4-14</inkml:trace>
  <inkml:trace contextRef="#ctx0" brushRef="#br0" timeOffset="383.989">588 414,'-5'16,"1"0,1-1,1 1,0 0,1 0,0 1,1-1,2 10,-1-20,0 1,1-1,-1 0,1 1,1-1,-1 0,1-1,0 1,0 0,0-1,1 1,0-1,0 0,0-1,1 1,0-1,0 1,0-2,0 1,1 0,-1-1,4 2,-1-2,0 1,0-1,1 0,-1 0,0-1,1-1,0 1,-1-1,1-1,0 1,0-2,-1 1,1-1,0 0,-1-1,1 0,-1 0,1-1,-1 0,0-1,0 0,-1 0,1 0,-1-1,0 0,0-1,0 0,-1 0,0 0,0-1,-1 1,1-1,-1-1,-1 1,0-1,0 0,0 0,0-3,-2 4,0-1,0 1,-1-1,0 1,0-1,-1 1,0-1,-1 0,1 1,-2-1,1 1,-1-1,0 1,0-1,-1 1,0 0,0 0,-1 1,0-1,0 1,0-1,-1 1,0 1,0-1,-1 1,1 0,-1 0,-1 0,1 1,0 0,-1 0,0 1,0-1,0 2,0-1,0 1,-1 0,1 0,-1 1,0 0,1 1,-1-1,-1 1,0 3,0-1,0 1,1 0,-1 1,1 0,-1 0,1 1,1 0,-1 0,1 1,0 0,0 0,0 1,1 0,0 0,-2 3,5-5,0-1,-1 1,1 0,1 0,-1 0,1 0,0 1,0-1,1 0,-1 1,1 0,0-1,1 1,-1 0,1-1,0 1,1 0,0-1,-1 1,2 0,-1-1,1 1,-1-1,2 0,-1 1,0-1,1 0,34 36,6-9</inkml:trace>
  <inkml:trace contextRef="#ctx0" brushRef="#br0" timeOffset="766.968">1189 388,'-5'4,"0"0,0 0,1 0,0 0,-1 1,1 0,1 0,-1 0,1 0,0 1,0-1,0 1,1 0,0-1,0 1,0 0,1 1,0-1,0 0,1 0,0 0,0 1,0-1,0 0,1 0,0 0,1 0,0 0,-1 0,2 0,-1 0,1 0,0-1,0 1,0-1,1 0,0 0,6 7,1-1,0 0,1-1,0-1,0 1,1-2,0 0,1 0,0-2,0 1,1-2,-1 0,1-1,0 0,0-1,1-1,-1 0,1-1,-1-1,12-1,-20 1,-1-1,1 0,0 0,-1-1,1 0,-1 0,0-1,0 0,0 0,0 0,0 0,0-1,-1 0,0-1,0 1,0-1,0 0,-1 0,1 0,-2-1,1 1,0-1,-1 0,0 0,-1 0,1-1,-1 1,0-1,-1 1,1-1,-1-5,0 1,-1-1,0 0,0 1,-1-1,-1 1,0 0,-1-1,0 1,0 0,-1 0,-1 1,0-1,0 1,-1 0,0 0,-1 1,0 0,-1 0,0 1,0 0,-1 0,0 0,0 2,0-1,-1 1,-7-4,10 8,1 0,-1 0,0 1,0 0,1 0,-1 0,0 1,0 0,0 0,0 1,0 0,1 0,-1 0,0 1,1 0,-1 1,1-1,0 1,-1 0,2 1,-1 0,0 0,1 0,-1 0,1 1,0 0,1 0,-1 0,1 1,-3 5,1-4,1 0,0 1,0 0,1 0,0 1,1-1,-1 1,2 0,-1-1,1 1,1 1,-1-1,1 0,1 0,0 0,0 0,1 1,0-1,1 0,0 0,0 0,1 0,0 0,30 38,5-9</inkml:trace>
  <inkml:trace contextRef="#ctx0" brushRef="#br0" timeOffset="1136.232">1898 455,'4'-19,"2"1,0 1,1-1,1 1,0 0,2 0,0 1,9-11,13-23,43-106,-70 151,-8 26,3-15,-7 34,2 1,1 0,3 0,1 0,2 0,2 0,4 16,78 201,-85-256,0 0,0 1,0-1,0 1,0-1,0 1,-1-1,1 1,-1-1,1 1,-1 0,0-1,0 1,0-1,-1 1,1 0,-1-1,1 1,-1-1,0 1,0-1,0 1,0-1,0 0,-1 0,1 1,-1-1,1 0,-1 0,0 0,0-1,0 1,0 0,0 0,-15 3</inkml:trace>
  <inkml:trace contextRef="#ctx0" brushRef="#br0" timeOffset="1386.561">2018 736,'5'0,"7"2,15 3,12 1,15-1,8-1,4-1,-3-2,-10 0,-14-1</inkml:trace>
  <inkml:trace contextRef="#ctx0" brushRef="#br0" timeOffset="1884.911">160 0,'-10'11,"-6"16,-6 11,-6 12,-3 8,2 5,6-7</inkml:trace>
  <inkml:trace contextRef="#ctx0" brushRef="#br0" timeOffset="2387.585">80 816,'0'-3,"4"0,11 3,14 0,16 2,10-1,1 2,-8 1</inkml:trace>
  <inkml:trace contextRef="#ctx0" brushRef="#br0" timeOffset="3481.68">3074 708,'12'-1,"1"0,-1 0,1 1,-1 0,1 1,-1 1,1 0,6 2,-15-3,0 0,0 0,0 0,0 1,-1 0,1-1,0 1,-1 0,0 1,1-1,-1 1,0-1,0 1,-1 0,1 0,0 0,-1 0,0 1,0-1,0 1,0-1,0 1,-1 0,0 0,1 0,-1 0,-1 0,1 0,-2 5,-1 0,0 0,-1 0,0 0,0 0,-1 0,0-1,0 0,-1 0,0 0,0 0,-1-1,0 0,0 0,-1-1,0 1,0-1,-1-1,1 0,-2 1,-25 24,33-30,0 0,0 0,0 1,0-1,0 0,1 1,-1-1,0 1,0-1,0 1,1 0,-1-1,0 1,1 0,-1-1,0 1,1 0,-1 0,1 0,-1 0,1-1,0 1,-1 0,1 0,0 0,-1 0,1 0,0 0,0 0,0 0,0 0,0 0,0 0,0 0,0 0,1 0,-1-1,0 1,1 0,-1 0,0 0,1 0,-1 0,1 0,-1-1,1 1,0 0,-1 0,1-1,0 1,-1 0,1-1,0 1,0-1,0 1,-1-1,1 1,0-1,0 0,0 0,0 1,0-1,0 0,29 5,1-2,-1-2,1 0,-1-2,0-1,12-3,-21 3,58-7,-8 0</inkml:trace>
  <inkml:trace contextRef="#ctx0" brushRef="#br0" timeOffset="3746.976">3716 588,'16'21,"12"15,5 11,3 7,-6 3,-7 1,-13-1,-17-2,-20-2,-25-4,-18-4,1-11</inkml:trace>
  <inkml:trace contextRef="#ctx0" brushRef="#br0" timeOffset="4008.277">2913 642,'-20'9,"-14"10,-8 8,-1 12,7 9,13 9,25 6,30 1,33-1,5-11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2:23.2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440 71,'-9'-8,"-1"1,0 0,0 0,0 1,-1 1,1 0,-2 0,1 1,0 0,-1 1,1 0,-1 1,0 1,0-1,0 2,0 0,0 0,0 1,0 1,1 0,-1 0,0 1,1 1,-8 3,8-1,1 0,-1 1,2 0,-1 1,1 0,0 0,0 1,1 0,1 1,0-1,0 1,0 1,1 0,1-1,0 2,1-1,0 0,0 1,1 0,1 0,0 0,1 0,0 6,2-14,0 0,0 1,1-1,0 0,0 0,0 0,0 0,0-1,1 1,0-1,0 1,0-1,0 0,0 0,1 0,0 0,-1-1,1 0,0 1,0-1,0-1,0 1,0-1,1 1,-1-1,1 0,-1-1,0 1,1-1,-1 0,1 0,-1 0,1-1,-1 1,0-1,1 0,-1 0,0-1,1 1,-1-1,0 0,0 0,-1-1,2 0,3-2,0 0,-1 0,0-1,0 0,-1-1,1 0,-2 0,1 0,-1 0,0-1,0 0,-1 0,0 0,0-1,-1 1,0-1,-1 0,1-1,1-14,0 0,-1 0,-1-1,-1 1,-2-1,0-4,-2 19,2 26,0 7,1-1,1 1,0-1,2 0,4 15,-5-29,1-1,-1 1,1 0,1-1,0 1,0-1,0 0,1-1,0 1,0-1,0 0,1 0,0 0,0-1,1 0,0 0,2 1,16 4,0-1,1-1,0-1,1-1,-1-2,1 0,0-2,0-1,0-1,0-1,0-2,0-1,8-2,76-10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2:40.38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853 281,'1'-1,"0"-1,-1 1,1-1,-1 1,1 0,-1-1,1 1,-1-1,0 1,0-1,1 1,-1-1,0 0,-1 1,1-1,0 1,0-1,-1 1,1-1,0 1,-1 0,0-1,1 1,-1-1,0 1,0 0,0 0,0-1,0 1,0 0,0 0,0 0,0 0,0 0,-1 0,1 0,0 1,-1-1,1 0,0 1,-1-1,0 1,-3-2,0 0,0 1,0 0,0 0,-1 0,1 1,0 0,0 0,0 0,0 1,-1-1,-1 2,-3 2,0 1,0 0,1 1,-1 0,1 1,1 0,-1 0,1 1,1 0,-1 0,1 0,1 1,0 1,0-1,1 1,0 0,0 0,1 0,1 1,-1 1,2-8,0 1,0 1,1-1,0 0,-1 0,2 1,-1-1,1 0,0 1,0-1,0 1,1-1,0 0,0 1,0-1,0 0,1 0,0 0,0 0,1 0,-1 0,1-1,0 1,0-1,1 0,-1 0,1 0,2 2,7 0,0-1,0 0,0-1,1 0,-1-2,1 1,0-1,0-1,-1-1,1 0,0-1,0 0,0-1,0 0,-1-1,1-1,-1 0,0-1,10-5,29-12</inkml:trace>
  <inkml:trace contextRef="#ctx0" brushRef="#br0" timeOffset="752.231">91 68,'-2'18,"-1"15,0 11,1 5,0 3,1-2,3-6,1-6,-1-8</inkml:trace>
  <inkml:trace contextRef="#ctx0" brushRef="#br0" timeOffset="1051.431">51 1,'18'14,"0"1,-1 1,0 0,-1 1,-1 1,-1 0,-1 1,0 1,-1 0,-2 0,0 1,4 12,-8-17,-1 0,0 0,-1 1,-1-1,0 1,0 16,-3-28,0-1,0 0,0 0,0 0,-1 0,1 0,-1 0,0 0,-1 0,1 0,0 0,-1-1,0 1,0 0,0-1,-1 0,1 1,-1-1,1 0,-1 0,0 0,-1-1,1 1,0-1,-1 0,1 0,-1 0,1 0,-1 0,-3 0,-11 2,0-1,-1-1,1-1,0 0,-1-2,-5 0,2 0,-22-1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1:36.4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105 237,'-2'4,"1"-1,0 1,0 0,0 0,1 0,-1 0,1-1,0 1,0 0,1 0,-1 0,1 0,0 0,0 0,0-1,0 1,1 0,-1-1,1 1,0-1,0 1,0-1,1 0,-1 0,1 0,-1 0,1-1,0 1,0-1,1 1,-1-1,0 0,1 0,-1-1,1 1,0-1,-1 0,4 1,14 3,1-2,0 0,0-2,-1 0,1-2,0 0,0-1,0-1,-1-1,0-1,1-1,-2-1,14-6,-11 5,1-1,-2 0,1-2,-1-1,-1 0,0-2,-1 0,-1-1,0-1,-1-1,9-11,-24 25,0 0,-1 0,1 0,-1-1,0 1,0-1,0 0,0 0,0 1,-1-1,0 0,0 0,0-1,0 1,-1 0,0 0,1 0,-2 0,1-1,0 1,-1 0,0 0,0 0,0 0,0 0,0 0,-1 0,0 0,0 1,0-1,0 1,-1-1,1 1,-1 0,0 0,-3-3,2 3,1 1,-1-1,0 1,0 0,-1 0,1 0,0 1,-1-1,1 1,-1 0,1 0,-1 1,1-1,-1 1,1 0,-1 0,0 1,1-1,-1 1,1 0,-1 0,1 1,0-1,-1 1,1 0,0 0,0 1,0-1,0 1,1 0,-1 0,1 0,0 0,0 0,-1 2,-8 13,1 0,1 0,1 1,1 1,1-1,0 1,1 1,2-1,0 1,1 0,0 10,2-28,-14 168,7 1,7-1,8 1,11 34,4 143,-25-185,-5-112</inkml:trace>
  <inkml:trace contextRef="#ctx0" brushRef="#br0" timeOffset="441.558">212 771,'19'-10,"1"1,0 1,0 0,1 1,0 2,0 0,0 1,1 1,7 0,19-3,1 1,0 2,0 3,0 1,0 3,21 5,-62-8,1 0,-1 1,0 0,0 0,0 0,0 1,0 1,0-1,-1 1,0 0,1 1,-2 0,1 0,0 0,-1 1,0 0,-1 0,1 1,-1 0,0 0,-1 0,1 0,1 5,-4-1,1 1,-2-1,1 1,-2 0,0-1,0 1,-1-1,0 2,0 51,0-63,1 0,0 0,0 0,0 0,0 1,0-1,1 0,-1 0,0 0,0 0,1 0,-1 0,1 0,-1 0,0-1,1 1,0 0,-1 0,1 0,0 0,-1-1,1 1,0 0,0 0,0-1,0 1,-1-1,1 1,0-1,0 1,0-1,0 0,0 1,0-1,0 0,0 0,0 0,0 0,1 0,-1 0,0 0,0 0,0 0,0 0,0 0,0-1,0 1,0-1,0 1,0 0,46-31,-40 24,0 0,0-1,-1 0,0 0,0 0,-1-1,0 0,-1 0,0 0,0-1,-1 1,0-1,-1 0,0 0,-1 0,0 0,0 0,-1 0,0 0,-1 0,0 0,-1 0,0 0,0 0,-1 1,-1-1,1 1,-1 0,-1 0,0 0,0 0,-1 1,0 0,0 0,3 6,0-1,0 1,0 0,0 1,0-1,0 0,-1 1,1 0,0 0,-1 0,1 0,-1 0,1 1,-1-1,0 1,1 0,-1 0,1 0,-1 1,0-1,1 1,-1 0,1 0,0 0,-1 1,1-1,0 1,0 0,0-1,0 2,0-1,0 0,0 0,1 1,-1 0,1-1,0 1,0 0,0 0,0 0,0 0,1 1,-1-1,1 0,0 1,0-1,0 1,0 1,-1 1,2-1,-1 1,0-1,1 1,0-1,0 1,1-1,-1 1,1-1,1 1,-1-1,1 0,0 1,0-1,0 0,1 0,-1-1,1 1,1 0,-1-1,2 2,25 28</inkml:trace>
  <inkml:trace contextRef="#ctx0" brushRef="#br0" timeOffset="1734.579">1348 932,'7'-27,"-1"-1,-1 0,-1 0,-2-1,0 1,-2 0,-2-1,-3-21,5 38,-1 0,0 0,-1 0,-1 1,0-1,0 1,-1 0,-1 0,1 0,-2 0,0 1,0 0,-1 0,-6-8,35 29,1-2,1 0,0-2,0 0,0-2,12 1,217 41,-249-46,0 0,0 0,0 1,0-1,0 1,0 0,-1 0,1 0,-1 0,1 1,-1-1,0 1,0 0,0 0,0 0,-1 1,1-1,-1 1,0-1,0 1,0 0,-1-1,1 1,-1 0,0 0,0 0,0 1,0-1,-1 0,0 0,0 2,-14 139,14-142,0 1,0-1,1 1,-1 0,1-1,0 1,0-1,0 0,0 1,1-1,-1 0,1 0,0 0,0 0,0 0,0 0,0 0,1-1,0 1,-1-1,1 1,0-1,0 0,0-1,0 1,0 0,1-1,-1 1,0-1,1 0,-1 0,1-1,-1 1,1-1,2 1,5 0,-1 0,1-1,0 0,-1 0,1-1,0-1,-1 0,1 0,-1-1,0 0,0-1,0 0,0 0,-1-1,0-1,0 0,0 0,0 0,-1-1,0 0,-1-1,0 0,0 0,0-1,-1 1,0-2,-1 1,0 0,-1-1,0 0,0 0,-1 0,0-3,0-45,-10 53,1 23,6-11,-1-1,1 1,0-1,1 1,-1 0,1-1,1 1,-1-1,1 1,0-1,0 0,1 0,0 0,0 0,0 0,1-1,0 1,0-1,0 0,1 0,0-1,0 1,0-1,0 0,1 0,-1-1,1 0,0 0,0 0,0-1,1 1,-1-2,0 1,1-1,0 0,-1 0,7 0,-6 0,1-1,-1 0,0 0,0 0,1-1,-1 0,0 0,0-1,0 0,0 0,-1-1,1 0,0 0,-1 0,0-1,0 0,0 0,0-1,-1 1,1-1,-1 0,-1-1,1 0,-1 1,0-1,0 0,0-1,-1 1,2-7,0-3,-1 0,0 0,-1 0,-1 0,-1 0,0-1,-2 1,0-8,-3 100,2-70,1 1,0-1,1 0,0 0,0 0,0 1,1-1,-1 0,2 0,-1 0,1 0,0 0,0 0,0 0,1-1,0 1,0-1,0 1,1-1,0 0,0-1,0 1,0-1,1 1,0-1,0-1,0 1,5 2,-5-5,1 1,0-1,0 0,-1-1,1 1,0-1,0 0,0-1,0 0,0 1,-1-2,1 1,0-1,-1 0,1 0,-1 0,0-1,1 0,-1 0,-1 0,1-1,2-1,2-3,1 0,-1-1,-1 0,0-1,0 0,0 0,-2-1,1 0,4-11,-6 12,-1-1,0 0,0 0,-1 0,-1 0,1 0,-2-1,0 1,0 0,-1-1,-1-3,1 14,0 1,-1-1,1 0,0 0,-1 0,1 0,-1 0,1 0,-1 0,0 1,1-1,-1 0,0 0,1 1,-1-1,0 1,0-1,1 0,-1 1,0-1,0 1,0 0,0-1,0 1,0 0,0 0,0-1,0 1,0 0,0 0,0 0,0 0,0 0,0 0,0 1,0-1,0 0,0 0,0 1,1-1,-1 0,0 1,0-1,0 1,0 0,0-1,1 1,-1-1,0 1,1 0,-1 0,0-1,1 1,-1 0,1 0,-1 0,1 0,-1 0,1 0,0 0,0 0,-1-1,1 1,0 1,-4 3,1 0,-1 0,1 0,0 0,0 0,1 1,-1-1,1 1,1 0,-1 0,1-1,0 1,0 0,1 0,-1 0,1 0,1 0,-1 0,1 0,0 0,1 0,-1 0,1-1,0 1,0 0,1-1,0 0,0 0,0 1,1-2,-1 1,1 0,12 4,1 0,-1-1,1 0,1-1,0-2,-1 1,2-2,-1-1,0 0,1-1,-1-1,1 0,0-2,7-1,-23 2,55-1,0-2,-1-3,0-2,0-3,-1-2,22-10,-73 22,0 0,-1 1,1-2,-1 1,1 0,-1-1,1 0,-1 0,0 0,0-1,0 0,0 1,-1-1,1 0,-1-1,0 1,1-1,-1 1,-1-1,1 0,-1 0,1 0,-1 0,0-1,-1 1,1-1,-1 1,0-1,0 1,0-1,-1-2,0 1,-1 1,-1-1,1 1,-1 0,0-1,0 1,-1 0,1 0,-1 0,0 1,-1-1,1 1,-1 0,0 0,0 0,0 0,0 0,-1 1,1 0,-1 0,0 0,0 1,0-1,0 1,-1 0,1 1,-5-2,-1 1,0 0,0 0,0 1,0 0,0 1,0 1,0-1,0 2,0-1,0 2,0-1,1 2,-9 2,12-2,0 0,0 0,0 0,1 0,-1 1,1 0,0 1,1-1,-1 1,1 1,0-1,1 0,-1 2,3-5,1 0,-1 0,1 0,0 0,-1 0,2 0,-1 1,0-1,1 0,-1 1,1-1,0 1,0-1,0 0,1 1,-1-1,1 0,0 1,0-1,0 0,0 0,0 0,1 0,-1 0,1 0,0 0,0 0,0-1,0 1,1-1,0 2,7 3,0 0,0-1,1 0,0-1,0 0,0 0,1-1,-1-1,1 0,0-1,0 0,0 0,0-1,0-1,0 0,0-1,0 0,0-1,0 0,0-1,-1 0,1-1,7-4,-12 6,0-1,-1 1,1-1,-1-1,0 1,0-1,0 0,0-1,-1 1,0-1,1 0,-2 0,1-1,-1 1,0-1,0 0,0 0,-1-1,0 1,0-1,-1 0,0 1,0-1,0 0,-1 0,0 0,0-5,-1 11,0-1,-1 1,1-1,0 1,0 0,-1-1,1 1,-1 0,1-1,-1 1,1 0,-1 0,0 0,0-1,1 1,-1 0,0 0,0 0,0 0,0 0,0 0,-1 1,1-1,0 0,0 1,0-1,-1 0,1 1,0 0,-1-1,1 1,0 0,-1-1,1 1,-1 0,1 0,0 0,-1 0,1 1,0-1,-1 0,1 0,-1 1,1-1,0 1,0-1,-1 1,1 0,0 0,0-1,0 1,0 0,0 0,0 0,0 0,0 0,0 0,-2 2,0 0,0 1,0-1,1 1,-1-1,1 1,0 0,0-1,1 1,-1 0,1 0,0 1,0-1,0 0,0 0,1 0,-1 1,1-1,0 0,1 1,-1-1,1 0,0 0,0 0,0 1,0-1,1 0,0-1,0 1,0 0,0 0,0-1,1 1,0-1,0 1,8 4,0 0,0-1,1 0,0-1,0 0,0-1,1 0,0-1,0-1,0 0,0 0,1-1,8-1,82 11,1-5</inkml:trace>
  <inkml:trace contextRef="#ctx0" brushRef="#br1" timeOffset="62214.365">920 1814,'-36'116,"41"-140,5-21,1 1,2 0,3 0,1 2,13-23,6 19,-35 46,0-1,0 0,0 1,0-1,0 0,0 1,0-1,0 1,0 0,0-1,0 1,0 0,0 0,0 0,0-1,1 1,-1 0,0 0,0 1,0-1,0 0,0 0,0 1,0-1,1 0,-1 1,0-1,0 1,0-1,-1 1,1 0,0-1,0 1,0 0,0 0,0 0,-1-1,1 1,0 0,-1 0,1 0,-1 0,1 0,-1 0,0 0,1 0,-1 1,0-1,7 17,-1-1,-1 1,-1 1,-1-1,0 0,-1 5,3 16,38 243,-40-261</inkml:trace>
  <inkml:trace contextRef="#ctx0" brushRef="#br1" timeOffset="62468.684">893 1842,'16'2,"19"1,21-5,18-6,9-7,-9-1</inkml:trace>
  <inkml:trace contextRef="#ctx0" brushRef="#br1" timeOffset="63422.284">51 1668,'0'38,"2"-13,-2 1,-1-1,-1 1,-1-1,-1 0,-1 0,-5 10,10-34,1-1,-1 0,0 1,0-1,0 0,0 1,0-1,1 0,-1 1,0-1,0 0,0 1,0-1,0 0,0 1,0-1,0 0,0 1,-1-1,1 0,0 1,0-1,0 0,0 1,0-1,0 0,-1 1,1-1,0 0,0 0,-1 1,1-1,0 0,0 0,-1 1,1-1,0 0,0 0,-1 0,1 0,0 0,-1 1,1-1,0 0,-1 0,1 0,0 0,-1 0,1 0,0 0,-1 0,1 0,0 0,-1 0,1 0,0 0,-1 0,1-1,0 1,-1 0,1 0,0 0,-1 0,1-1,0 1,0 0,-1 0,1-1,-5-25,2-21,2-1,2 1,2-1,4-15,-7 60,0 0,0 0,0-1,0 1,1 0,0 0,-1-1,1 1,0 0,0 0,1 0,-1 0,1 0,0 0,-1 1,1-1,0 0,1 1,-1-1,0 1,1 0,-1 0,1 0,0 0,-1 0,1 1,0-1,0 1,0 0,0 0,1 0,2-1,-2 2,1 0,-1 0,1 1,-1 0,1-1,-1 1,0 1,0-1,1 0,-1 1,0 0,0 0,0 0,-1 1,1 0,-1-1,1 1,-1 0,0 0,0 1,0-1,0 1,-1-1,1 1,-1 0,0 0,0 0,-1 0,1 0,-1 1,0-1,0 0,0 1,-1-1,1 1,-1-1,0 1,0-1,-1 0,1 1,-1-1,0 1,0-1,-1 0,1 0,-2 3,-65 49,34-34,34-22,0 1,0-1,0 1,0-1,0 1,0-1,0 1,0-1,0 1,0-1,0 1,0-1,0 1,0-1,1 0,-1 1,0-1,0 1,0-1,1 1,-1-1,0 0,1 1,-1-1,0 1,1-1,-1 0,1 0,-1 1,0-1,1 0,-1 0,1 1,-1-1,1 0,-1 0,1 0,-1 0,1 0,-1 0,1 1,-1-1,1 0,-1-1,1 1,-1 0,1 0,-1 0,1 0,-1 0,1 0,-1-1,0 1,1 0,-1 0,1-1,-1 1,0 0,1 0,0-1,2 1,6 0,1 0,-1 0,0 1,1 0,-1 0,0 1,0 1,0 0,0 0,0 0,-1 1,0 0,1 1,-1 0,-1 0,1 1,-1 0,0 0,-1 1,4 4,-8-8,-1 0,1 0,-1 1,0-1,-1 0,1 0,0 1,-1-1,0 1,0-1,0 0,0 1,0-1,-1 1,0-1,1 0,-1 0,0 1,-1-1,1 0,0 0,-1 0,0 0,0 0,0-1,0 1,0 0,0-1,-1 0,1 1,-1-1,0 0,0 0,-10 7,0 0,0-1,0 0,-1-1,0-1,-12 4,-75 15,58-19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2:20.2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21519 1,'2'76,"4"0,3 0,3 0,3-1,4-1,3-1,3 0,3-2,11 14,-10-41,-24-51,-27-87,-8-10,31 102,0 0,-1 0,1 0,0 0,0 0,0 0,0 1,0-1,0 1,0-1,1 0,-1 1,1 0,-1-1,1 1,0 0,-1 0,1 0,0 0,0 0,-1 0,1 1,0-1,0 0,0 1,0 0,0-1,0 1,0 0,0 0,0 0,0 0,0 0,0 1,0-1,0 1,0-1,0 1,0 0,0 0,-1 0,1 0,0 0,-1 0,1 0,1 1,8 3,1 1,-1 0,0 0,-1 1,0 0,0 1,0 0,-1 1,0 0,-1 0,0 1,-1 0,1 1,-2-1,0 1,1 2,-6-10,0 0,0 0,0 0,0 0,0 0,0 0,-1 0,0 0,0 0,0 0,0 0,0 0,0 0,-1 0,1 1,-1-2,0 1,0 0,0 0,-1 0,1 0,-1 0,1-1,-1 1,0-1,0 1,0-1,0 0,0 0,-1 0,1 0,-1 0,1 0,-1-1,0 1,1-1,-4 1,0 1,1-1,-1 0,0 0,0 0,1 0,-1-1,0 0,-1-1,1 1,0-1,0 0,0-1,0 1,0-1,0 0,0-1,0 0,0 0,1 0,-1 0,1-1,-1 0,1 0,0 0,0-1,0 0,1 0,-1 0,1-1,0 1,0-1,0 0,4 3,-1-1,1 1,-1 0,1-1,0 1,0 0,0 0,0-1,1 1,-1 0,0-1,1 1,0 0,-1 0,1 0,0-1,0 1,0 0,1 0,-1 0,0 1,1-1,-1 0,1 0,0 1,-1-1,3 0,55-39,-56 40,47-27,1 3,2 1,45-12,-96 35,-1 0,1 0,0 0,-1 1,1-1,0 0,0 1,0-1,-1 1,1 0,0-1,0 1,0 0,0 0,-1 0,1 1,0-1,0 0,0 1,0-1,-1 1,1-1,0 1,0 0,-1 0,1 0,-1 0,1 0,-1 0,1 0,-1 0,0 1,1-1,-1 1,0-1,0 1,7 91,-8-85,0 0,1 0,0-1,0 1,1 0,0-1,1 1,0-1,0 0,0 0,1 0,0 0,0-1,0 1,1-1,0 0,1-1,-1 1,1-1,0 0,0 0,1-1,0 0,1 1,13 0</inkml:trace>
  <inkml:trace contextRef="#ctx0" brushRef="#br0" timeOffset="451.294">22133 255,'4'2,"52"20,-2 3,-1 2,-1 2,16 13,-55-33,0 1,-1 0,0 1,0 0,-2 1,1 0,-1 1,-1 0,0 0,-1 1,-1 0,0 1,0 0,-2 0,0 0,-1 0,0 1,0 8,-1 61,-2-84,-1 1,0-1,1 0,-1 0,1 1,-1-1,1 0,0 0,-1 0,1 0,0 0,0 0,0 0,0 0,0 0,0 0,0 0,0 0,0-1,0 1,0 0,0-1,1 1,-1-1,0 0,0 1,1-1,-1 0,0 0,1 1,-1-1,0 0,1-1,-1 1,0 0,1 0,0-1,48-14,-38 8,-1-1,1 0,-1 0,-1-1,0 0,0-1,0 0,-2-1,1 0,-1 0,-1-1,0 0,0 0,-2-1,1 0,-2 0,1 0,-2 0,1-3,-4 26,0 0,1 0,1 0,0-1,0 1,1 0,0-1,0 1,1-1,1 0,-1 0,2 0,-1-1,1 0,0 0,1 0,0-1,0 0,0 0,1-1,0 0,2 1,17 9,1-1,0-2,1 0,0-2,1-1,0-2,1-1,8 1,23 3</inkml:trace>
  <inkml:trace contextRef="#ctx0" brushRef="#br0" timeOffset="1406.975">23430 777,'-1'-9,"0"1,0-1,-1 1,0 0,0 0,-1 0,0 0,-1 0,0 0,0 1,-1-1,1 1,-1 1,-1-1,0 1,0 0,0 0,0 0,-1 1,0 0,-6-4,7 6,1 0,0 0,-1 0,0 0,0 1,0 0,0 0,0 1,0 0,0 0,0 0,-1 1,1 0,0 0,0 0,-1 1,1 0,0 0,0 1,0-1,0 1,0 1,1-1,-1 1,0 0,1 0,0 1,0 0,-4 3,6-5,0 1,0 0,1 1,-1-1,1 0,-1 1,1 0,0-1,0 1,1 0,-1 0,1 0,0 0,0 0,0 0,1 1,-1-1,1 0,0 0,0 0,0 1,1-1,0 0,-1 0,1 0,1 0,-1 0,1 0,-1 0,1 0,0-1,1 1,-1-1,1 1,-1-1,1 0,0 0,0 0,0 0,1-1,1 2,5 3,1-1,0 0,0-1,0 0,1 0,-1-2,1 1,0-1,0-1,1 0,-1-1,0 0,0-1,1-1,-1 0,0 0,0-1,0-1,0 0,0 0,8-4,-16 5,1 0,-1 0,0-1,0 1,0-1,0 0,0 0,-1-1,1 1,-1-1,0 1,0-1,0 0,0 0,-1 0,1-1,-1 1,0-1,-1 1,1-1,-1 1,0-1,0 0,0 0,-1 0,0 4,0 0,-1 1,1-1,0 0,-1 0,1 1,-1-1,1 0,-1 1,1-1,-1 0,0 1,1-1,-1 1,0-1,1 1,-1-1,0 1,0-1,1 1,-1 0,0-1,0 1,0 0,1 0,-1 0,0-1,0 1,0 0,0 0,0 0,1 1,-1-1,0 0,0 0,0 0,0 1,1-1,-1 0,0 1,0-1,1 0,-1 1,0-1,1 1,-1-1,0 1,1 0,-1-1,1 1,-1 0,1-1,-1 1,1 0,-1 0,1-1,-1 2,0 2,-1 1,0 0,1 0,0 0,0 0,0 0,1 0,0 0,0 0,0 0,0 0,1 0,0 0,0 0,0 0,1 0,-1-1,1 1,0 0,1-1,-1 0,1 1,0-1,0 0,0 0,1-1,-1 1,1-1,0 1,0-1,0 0,0-1,0 1,1-1,0 0,-1 0,1 0,0 0,0-1,0 1,1 0,-1-1,1 0,0 0,-1 0,1-1,0 0,-1 0,1 0,0-1,-1 1,1-2,-1 1,1 0,-1-1,0 0,1 0,-1-1,0 0,0 1,-1-2,1 1,0 0,-1-1,0 0,0 0,0 0,-1-1,1 1,-1-1,0 0,0 0,-1 0,1 0,-1 0,0-1,-1 1,1-1,4-25,-1 1,-1-1,-2 0,-1-1,-1 1,-2 0,-3-15,-12-69,17 115,1-1,-1 0,0 1,0-1,0 0,1 1,-1-1,0 0,1 1,-1-1,1 1,-1-1,0 0,1 1,-1-1,1 1,0-1,-1 1,1 0,-1-1,1 1,0 0,-1-1,1 1,0 0,-1 0,1-1,0 1,-1 0,1 0,0 0,0 0,-1 0,1 0,0 0,-1 0,1 0,0 1,0-1,-1 0,1 0,0 1,-1-1,1 0,-1 1,1-1,0 0,-1 1,1-1,-1 1,1-1,-1 1,1-1,-1 1,1 0,-1-1,0 1,1 0,-1-1,0 1,4 1,6 4,41 23,-2 2,0 2,-3 3,14 14,-55-46,0 0,0 0,0 1,-1-1,0 1,0 0,0 1,-1-1,1 1,-1-1,-1 1,1 0,-1 0,0 0,0 0,-1 0,0 1,0-1,0 0,-1 1,0-1,0 1,0-1,-2 3,-7 12,8-19,0-1,0 1,0 0,-1-1,1 1,1 0,-1 0,0 0,0-1,1 1,-1 0,1 0,-1 0,1 0,0 0,0 0,0 0,0 0,0 0,0 0,1 0,-1 0,1 0,-1 0,1 0,0 0,0-1,0 1,0 0,0-1,0 1,0 0,0-1,1 1,-1-1,1 0,0 1,9 3,1 0,-1-1,1-1,0 0,0-1,0 0,1 0,-1-2,0 1,1-2,11-1,-14 2,0-1,1 0,-1 0,0-1,0-1,0 0,0 0,0-1,0 0,-1 0,0-1,0-1,0 1,-1-2,0 1,0-1,0 0,-1-1,0 1,4-7,-12 14,0 0,1 0,-1 0,1 1,-1-1,1 0,-1 0,0 0,1 0,-1 0,1 0,-1 0,1 0,-1 0,0 0,1-1,-1 1,1 0,-1 0,1 0,-1-1,1 1,-1 0,1-1,-1 1,1 0,-1-1,1 1,-1-1,1 1,0 0,-1-1,1 1,0-1,-1 1,1-1,0 0,0 1,0-1,-1 1,1-1,0 1,0-1,0 0,0 1,0-1,0 1,0-1,0 1,0-1,0 0,1 1,-1-1,0 1,0-1,0 1,1-1,-1 1,0-1,-3 5,-1 0,1 0,0 0,0 0,0 0,1 1,-1 0,1-1,0 1,1 0,-1 0,1 0,0 0,0 0,0 1,1-1,0 0,0 0,0 0,1 0,-1 1,1-1,0 0,1 0,-1 0,1 0,0-1,1 1,-1 0,1-1,0 0,0 1,0-1,0 0,1 0,0-1,-1 1,1-1,1 0,-1 0,0 0,1-1,3 2,-2-1,-1-1,1 1,0-1,0-1,-1 1,1-1,0 0,0-1,0 1,0-1,0 0,0-1,0 1,0-1,0-1,0 1,0-1,0 0,-1 0,1 0,-1-1,0 0,1 0,-1 0,-1-1,1 0,0 0,-1 0,0 0,0-1,0 0,0 1,-1-1,0-1,0 1,0 0,-1-1,2-5,-2 5,-1 0,1-1,-1 1,0-1,-1 1,0-1,0 1,0-1,0 1,-1-1,-1 1,1-1,-1 1,0 0,0 0,-1 0,1 0,-1 0,-1 0,1 1,-1 0,0-1,0 1,-1 1,1-1,-1 1,0-1,-1 1,-4-2,1 1,-1 1,-1 0,1 0,0 0,-1 2,0-1,1 1,-1 1,0 0,0 0,0 1,0 1,0 0,0 0,0 1,0 1,1-1,-1 2,1-1,0 2,0-1,0 1,1 1,-9 6,15-10,0 0,0 0,0 1,1 0,-1-1,1 1,-1 0,1 0,0 0,0 1,1-1,-1 0,0 1,1-1,0 1,0 0,0-1,1 1,-1 0,1-1,0 1,0 0,0 0,0-1,1 1,-1 0,1-1,0 1,0 0,0-1,1 1,-1-1,1 0,0 1,0-1,0 0,0 0,2 1,7 5,0 0,1-1,0 0,1-1,-1-1,1 0,0 0,1-1,-1-1,1-1,0 1,0-2,0 0,5-1,34 4</inkml:trace>
  <inkml:trace contextRef="#ctx0" brushRef="#br0" timeOffset="1702.987">24820 282,'-5'-4,"0"1,-1 1,1-1,-1 1,0 0,0 0,0 1,0-1,0 1,0 1,-1-1,1 1,0 0,0 1,0-1,0 1,0 0,0 1,0-1,0 1,0 1,0-1,1 1,-1 0,1 0,0 0,0 1,0 0,0 0,1 0,0 1,-1-1,-1 5,-4 4,1 1,0 0,2 0,-1 1,2 0,0 1,1-1,0 1,1 0,1 0,1 0,0 0,1 1,1-1,0 0,1 1,1-1,1 0,0 0,1 0,1 0,0-1,1 1,1-1,5 4,1-1,1-1,0 0,1-1,1 0,0-2,1 0,1 0,0-2,1 0,0-1,1-1,0-1,1-1,-1-1,2 0,-1-2,1 0,-1-2,1 0,0-1,0-2,0 0,13-2,14-8,-36 3</inkml:trace>
  <inkml:trace contextRef="#ctx0" brushRef="#br0" timeOffset="-4815.015">13057 923,'-17'-9,"-1"0,0 1,0 0,-1 2,0 0,0 1,0 1,-1 1,0 1,1 0,-5 2,20-1,0 0,1 1,-1-1,1 1,-1 0,0 0,1 1,-1-1,0 1,1-1,-1 1,1 0,-1 1,1-1,0 1,-1-1,1 1,0 0,0 0,0 0,0 1,1-1,-1 1,0-1,1 1,0 0,0 0,0 0,0 0,0 1,1-1,-1 0,1 1,0-1,0 1,0-1,0 1,1-1,-1 1,1 1,3 1,0-1,0 1,0-1,1 0,0 0,0 0,0 0,1-1,-1 0,1 1,0-2,0 1,1-1,-1 1,1-2,-1 1,1 0,0-1,0 0,0-1,1 1,-1-1,0 0,0-1,1 0,-1 0,0 0,2-1,0 1,0 0,0-1,0-1,0 1,0-2,0 1,0-1,0 0,-1 0,1-1,-1 0,0 0,0-1,-1 0,1 0,-1-1,0 1,-1-1,1-1,-1 1,0-1,-1 0,0 0,0 0,1-4,3-7,0-1,-2 0,0-1,-1 0,-1 1,-1-2,0 1,-2 0,-1-19,-1 4,-2-1,-2 1,-1-1,-2 2,-1-1,-2 1,-10-21,-8 13,27 42,1 1,0-1,0 1,-1 0,1 0,0-1,0 1,0 0,0 0,0 0,0 0,0 0,0 0,1 0,-1 1,0-1,1 0,-1 0,1 1,-1-1,1 0,-1 1,1-1,0 0,0 1,0-1,0 1,0-1,0 1,-1 1,-7 45,3 0,1 0,3 1,1-1,3 1,8 42,-8-67,2 0,1-1,1 0,0 0,2 0,1-1,0 0,2-1,3 4,-9-17,-1 0,2 0,-1 0,1-1,0 0,0 0,1-1,0 0,0 0,1-1,-1 0,1-1,0 1,0-2,1 1,-1-1,1-1,0 0,-1 0,1-1,0 0,0-1,5 0,1-3,0 0,-1-1,0-1,0 0,0-1,-1 0,0-2,0 0,0 0,-1-1,0 0,-1-2,0 1,-1-1,0-1,-1 0,0 0,-1-1,0-1,-1 1,-1-1,0-1,-1 1,0-1,-1 0,-1-1,0 1,-2-1,1 1,-1-16,-3 9,1 23,0-1,0 0,0 0,1 1,-1-1,0 0,0 1,0-1,0 0,0 1,0-1,0 0,0 1,0-1,0 0,-1 0,1 1,0-1,0 0,0 1,0-1,0 0,-1 0,1 1,0-1,0 0,0 0,-1 1,1-1,0 0,0 0,-1 0,1 1,0-1,0 0,-1 0,1 0,0 0,-1 0,1 0,0 1,0-1,-1 0,1 0,0 0,-1 0,1 0,0 0,-1 0,1 0,0-1,-1 1,1 0,0 0,-1 0,1 0,0 0,0 0,-1-1,1 1,0 0,0 0,-1 0,1-1,0 1,0 0,0 0,-1-1,1 1,-5 13,0 0,1 0,1 0,0 1,1-1,0 1,1-1,0 1,1 0,1 0,0-1,1 1,1 0,0-1,4 13,-5-23,-1 0,1 0,-1 0,1 0,0 0,0-1,0 1,0-1,1 1,-1-1,1 0,-1 0,1 0,0 0,0 0,0-1,0 1,0-1,0 0,0 0,1 0,-1 0,0 0,1-1,-1 1,3-1,23-3</inkml:trace>
  <inkml:trace contextRef="#ctx0" brushRef="#br0" timeOffset="-4332.966">13497 376,'39'23,"1"-1,1-2,0-2,1-1,2-2,23 10,-42-16,12 3,-2 2,1 2,-2 1,0 1,-1 2,-1 1,8 8,-33-22,1 1,-1-1,-1 1,0 1,0-1,-1 1,0 0,0 0,-1 0,0 1,-1 0,0-1,0 1,-1 0,0 1,-1-1,0 0,-1 0,0 1,-1 2,0-3,0-8,1 0,-1 0,0 0,1 0,0 0,-1 1,1-1,0 0,0 0,0 0,0 0,0 0,1 0,-1 1,1-1,-1 0,1 0,0 0,0 0,0-1,0 1,0 0,0 0,0 0,1-1,-1 1,1-1,-1 1,1-1,0 1,-1-1,1 0,0 0,1 1,4-3,0 0,0 0,-1 0,1-1,-1 0,1-1,-1 1,0-1,0 0,0-1,0 1,-1-1,1 0,-1-1,0 1,0-1,-1 0,4-4,0-1,0 1,0-1,-1 0,-1-1,1 0,-2 0,1-1,-2 1,1-1,-2 0,1 0,-2 0,0-1,0 1,-1-1,-1 1,0-11,0 23,-1 0,1 1,0-1,-1 0,1 1,0-1,-1 0,1 0,0 1,-1-1,1 0,-1 0,1 1,0-1,-1 0,1 0,-1 0,1 0,-1 0,1 0,0 0,-1 0,1 0,-1 0,1 0,-1 0,1 0,-1 0,1 0,0 0,-1-1,1 1,-1 0,1 0,0 0,-1-1,1 1,0 0,-1 0,1-1,0 1,-1 0,1-1,0 1,-1-1,1 1,0 0,0-1,0 1,-1-1,-1 9,0 0,1 0,0-1,0 1,1 0,0 0,0 0,1 0,0 0,0 0,1 0,0 0,0-1,1 1,0-1,0 0,0 0,1 0,1 0,1 3,3 1,1 1,0-2,0 1,1-1,0-1,1 0,0 0,0-2,1 1,12 4,7 1,2-1,-1-2,2-1,-1-2,1-1,22 0,24 0</inkml:trace>
  <inkml:trace contextRef="#ctx0" brushRef="#br0" timeOffset="-3585.096">15997 910,'17'-54,"72"-187,-87 235,28-54,-29 59,0-1,1 1,-1-1,0 1,0-1,1 1,-1 0,1 0,-1 0,1 0,-1 0,1 0,-1 0,1 0,0 1,0-1,-1 1,1-1,0 1,0 0,0-1,0 1,0 0,-1 0,1 0,0 1,0-1,0 0,0 1,-1-1,1 1,0 0,0 0,13 8,-1 2,0 0,-1 0,0 1,-1 0,0 2,10 13,-11-13,8 7,-1 2,-2 0,0 1,-1 1,10 23,-24-46,0-1,0 1,0-1,0 1,-1-1,1 1,0 0,-1-1,1 1,-1 0,1 0,-1 0,0-1,0 1,0 0,0 0,0 0,0-1,0 1,-1 0,1 0,-1 0,1-1,-1 1,0 0,0-1,1 1,-1-1,0 1,-1-1,1 1,0-1,0 0,0 1,-1-1,1 0,-1 0,1 0,-1 0,1 0,-1 0,0-1,1 1,-1 0,0-1,0 0,1 1,-1-1,0 0,-1 0,-8 1,-1-1,1-1,-1 0,1-1,-1 0,1-1,0 0,0-1,0 0,1 0,-1-1,1-1,0 0,0 0,1-1,-3-3,11 10,1 0,-1 0,0-1,0 1,1 0,-1-1,1 1,-1 0,0-1,1 1,-1-1,1 1,-1-1,1 1,-1-1,1 0,-1 1,1-1,0 0,-1 1,1-1,0 0,0 1,-1-1,1 0,0 0,0 1,0-1,0 0,0 1,0-1,0 0,0 0,0 1,0-1,0 0,1 0,-1 1,0-1,0 0,1 1,-1-1,1 0,-1 1,0-1,1 1,-1-1,1 0,-1 1,1-1,0 1,11-5</inkml:trace>
  <inkml:trace contextRef="#ctx0" brushRef="#br0" timeOffset="-2018.386">16840 616,'-32'-18,"9"1,18 14,0 0,0 0,-1 1,1 0,-1 0,1 0,-1 1,0 0,1 0,-1 0,0 1,0 0,0 0,0 0,1 1,-1 0,0 0,0 1,1-1,-1 1,1 0,0 1,-1-1,1 1,0 0,0 0,1 1,-1 0,1-1,0 1,0 1,0-1,0 1,1-1,-1 1,0 3,1-4,1 0,0 0,0 0,0 1,0-1,1 1,0-1,0 1,0 0,0-1,1 1,-1 0,1 0,1 0,-1-1,1 1,-1 0,1-1,1 1,-1 0,1-1,-1 1,1-1,1 0,-1 0,1 0,-1 0,1 0,0 0,0-1,1 1,-1-1,1 0,0 0,0 0,2 1,13 4,0 0,0 0,1-2,0-1,1 0,-1-2,1 0,-1-1,1-1,13-2,-13 3,0-2,1-1,-1-1,0-1,0 0,0-2,0 0,12-6,-30 10,1-1,0-1,0 1,-1 0,1-1,-1 0,0 1,0-1,0-1,0 1,-1 0,1-1,-1 1,0-1,0 0,0 0,0 0,-1 0,0 0,1 0,-2 0,1 0,1-97,-3 75,1 9,-1-1,-1 0,-1 1,0 0,-1-1,-1 1,-3-8,8 25,0 0,0 0,1 0,-1 0,0 0,0 0,0 0,0 0,1-1,-1 1,0 0,0 0,0 0,0 0,0 0,0-1,1 1,-1 0,0 0,0 0,0 0,0-1,0 1,0 0,0 0,0 0,0 0,0-1,0 1,0 0,0 0,0 0,0-1,7 6,18 8,1-2,-1-1,2-1,-1-1,1-2,14 2,25 7,-48-10,-6-3,0 1,0 0,0 0,0 2,-1-1,0 1,0 1,-1 0,1 1,1 2,-8-5,-1 0,-1 0,1 0,-1 1,1-1,-1 1,-1 0,1 0,-1 0,0 0,0 0,0 0,0 0,-1 0,0 0,0 0,-1 0,1 0,-1 0,0 0,0 0,-1 0,0 0,-3 52,5-54,0-1,1 1,-1-1,1 1,0-1,0 1,0-1,0 1,0-1,0 0,1 0,-1 0,1 1,0-1,-1-1,1 1,0 0,0 0,0-1,1 1,-1-1,0 0,0 1,1-1,-1 0,1 0,-1-1,1 1,1 0,77 1,-70-5,1-1,-1 1,0-2,0 0,-1 0,1-1,-1 0,0-1,-1 0,1 0,-1-1,-1 0,0-1,0 0,-1 0,0-1,0 0,-1 0,0 0,-1-1,0 0,-1 0,0 0,-1-1,0 1,0-7,-2 13,-3 16,-4 22,4-25,0 0,1 0,0 0,1 0,-1 1,2-1,-1 0,1 0,0 0,1 0,0 0,0 0,0 0,1 0,1-1,-1 1,1-1,0 0,1 0,0 0,0-1,0 0,1 0,0 0,0 0,0-1,1 0,0-1,0 1,0-1,0-1,4 2,26 2,-3-5</inkml:trace>
  <inkml:trace contextRef="#ctx0" brushRef="#br0" timeOffset="-1766.061">17976 175,'-16'-5,"-7"4,-1 6,7 11,13 10,14 9,15 11,2-3</inkml:trace>
  <inkml:trace contextRef="#ctx0" brushRef="#br0" timeOffset="-1087.052">18244 857,'27'-12,"126"-66,-145 72,0 0,0 0,-1 0,0-1,0 0,0-1,-1 0,0 1,-1-2,0 1,0-1,-1 0,0 0,0 0,-1 0,0-1,-3 8,1-1,-1 0,1 1,-1-1,0 1,0-1,0 0,-1 1,1-1,-1 1,1-1,-1 0,0 1,0 0,0-1,0 1,0-1,-1 1,1 0,-1 0,1 0,-1 0,0 0,0 0,0 0,0 1,0-1,0 1,0-1,-1 1,1 0,0 0,-1 0,1 0,-1 0,1 1,-1-1,1 1,-1-1,0 1,1 0,-1 0,0 0,1 1,-1-1,1 1,-1-1,1 1,-1 0,-2 0,0 1,1 0,0 0,-1 1,1-1,0 1,0 0,0 0,0 0,1 0,-1 1,1-1,0 1,0 0,0 0,1 0,-1 1,1-1,0 0,0 1,1 0,-1-1,1 1,0 0,0 0,1 0,-1-1,1 1,0 0,0 0,1 0,-1 0,1 0,1 0,-1-1,0 1,1 0,0-1,0 0,0 1,1-1,6 8,1-2,1 1,-1-1,1-1,1 0,0 0,0-1,1-1,0 0,0-1,0 0,1-1,0-1,0 0,0-1,1 0,-1-1,1-1,-1 0,10-1,-16 0,-1 0,0 0,0-1,0 0,0 0,0 0,0-1,-1 0,1-1,0 0,-1 0,0 0,1 0,-1-1,-1 0,1-1,-1 1,1-1,-1 0,-1 0,1-1,-1 1,0-1,0 0,0 0,-1-1,0 1,0-3,2-8,-1-1,-1 0,-1 0,0 0,-1 0,-1 0,-1 0,-1-1,0 1,-5-16,6 28,0 4,0 1,1 0,-1 0,1 0,-1-1,1 1,-1 0,1 0,0-1,0 1,0 0,-1-1,1 1,1-1,-1 1,0 0,0-1,0 1,1 0,-1 0,1-1,-1 1,1 0,-1 0,1 0,0-1,-1 1,1 0,0 0,0 0,0 0,0 0,0 0,68 24,-59-18,2 0,-1 0,1 1,-1 0,-1 1,1 0,-1 0,-1 1,1 1,-1-1,-1 2,1-1,-2 1,1 0,-1 1,-1 0,0 0,-1 0,0 1,0-1,-1 1,1 8,-2 13,-3-28,-1 0,1-1,0 1,0-1,0 1,1-1,0 1,0-1,0 1,0-1,1 1,-1-1,1 0,0 0,0 0,1 0,-1 0,1 0,0-1,0 1,0-1,1 0,-1 0,1 0,0-1,-1 1,3 0,8-1,-1 0,1-1,-1-1,1 0,-1-1,1-1,-1 0,1-1,-1 0,0-1,0 0,-1-1,1 0,-1-1,0-1,-1 0,1-1,6-6,-4 5,-1 0,0-1,0-1,-1 0,-1-1,0 0,0 0,-1-1,-1-1,0 0,-1 0,0-1,-2 0,1 0,-2 0,-4 13,-1 1,1 0,-1 0,0 0,0-1,1 1,-1 0,0 0,0-1,0 1,0 0,0 0,-1-1,1 1,0 0,-1 0,1 0,0 0,-1-1,0 1,1 0,-1 0,0 0,1 0,-1 0,0 0,0 0,0 1,0-1,0 0,0 0,0 1,0-1,0 0,0 1,0-1,0 1,0-1,-1 1,1 0,0 0,0-1,-1 1,1 0,0 0,0 0,0 0,-1 1,-2-1,1 0,-1 1,1-1,-1 1,1 0,-1 0,1 1,-1-1,1 1,0-1,0 1,0 0,0 0,0 1,0-1,-1 2,3-2,-1 1,0-1,1 1,-1-1,1 1,0 0,0 0,0-1,0 1,1 0,-1 0,1 0,0 0,0 0,0 0,0 0,0 0,0 0,1 0,0 0,-1-1,1 1,0 0,0 0,1-1,-1 1,1 0,-1-1,1 1,0 0,67 64,-29-45,1-1,0-3,2-1,0-2,0-1,1-3,1-2,0-2,0-1,22-2,11 2</inkml:trace>
  <inkml:trace contextRef="#ctx0" brushRef="#br0" timeOffset="-714.137">20423 777,'0'-8,"0"0,0 0,0 0,-1 0,-1 0,1 0,-1 0,0 0,-1 0,0 1,0 0,-1-1,0 1,0 0,0 1,-1-1,0 1,-1 0,1 0,-1 0,0 1,0 0,-1 0,0 1,1 0,-2 0,1 0,-6-1,4 2,1 0,-2 1,1 1,0 0,0 0,0 0,-1 1,1 1,0 0,0 0,-1 0,1 1,-7 3,11-3,1-1,-1 1,1 0,0 1,0-1,0 1,0-1,0 1,0 0,1 1,0-1,-1 1,1-1,1 1,-1 0,0 0,1 0,0 0,0 1,0-1,1 1,-1-1,1 1,0-1,0 1,1 0,-1 3,1-2,1-1,-1 0,1 1,0-1,0 0,1 0,0 0,-1 0,2 0,-1 0,1 0,-1-1,1 1,1-1,-1 0,0 0,1 0,0 0,0-1,0 1,0-1,1 0,-1-1,1 1,0-1,0 1,7 2,-1 0,1-1,0 0,0-1,0 0,0-1,1 0,-1-1,1 0,9-2,-16 1,0-1,0 1,0-1,0-1,-1 1,1-1,0 0,-1-1,0 1,1-1,-1 0,0 0,0-1,0 1,-1-1,0 0,1-1,-1 1,-1-1,1 1,-1-1,1 0,-1-1,-1 1,1 0,-1-1,0 0,0 1,-1-1,1 0,-1 0,-1 0,1 0,-1-5,0 38,4-17,1-1,0 0,1-1,0 1,0-1,1 0,0-1,0 1,0-1,1-1,1 0,-1 0,1 0,0-1,0 0,0-1,1 0,-1-1,1 0,0 0,0-1,0 0,4 0,44 7,-4-4</inkml:trace>
  <inkml:trace contextRef="#ctx0" brushRef="#br0" timeOffset="-8866.206">6827 750,'2'18,"1"20,0 16,-1 16,0 14,-1 11,-1 7,-2 5,-3 0,-1-7,1-12,1-20</inkml:trace>
  <inkml:trace contextRef="#ctx0" brushRef="#br0" timeOffset="-8229.379">6707 1084,'-1'-40,"0"-1,2 0,1 0,2 1,9-38,-12 73,-1 1,1-1,0 1,0-1,0 1,1-1,0 1,0 0,0 0,0 0,0 0,1 0,0 0,0 1,0-1,0 1,1 0,-1 0,1 0,-1 0,1 1,0 0,0-1,1 1,-1 1,0-1,0 1,1-1,-1 1,1 0,0 1,-1-1,2 1,6 4,0 0,-1 0,0 1,1 1,-2 0,1 0,-1 1,0 1,0 0,-1 0,0 0,0 1,-1 1,0-1,3 8,-5-11,0 1,-1 0,0 0,0 1,-1-1,0 1,0 0,-1 0,0 1,0-1,-1 1,0-1,0 1,-1 0,0 0,-1 0,0-1,0 1,-2 4,-1-8,-1 0,0 0,-1-1,1 1,-1-1,1 0,-1-1,-1 1,1-1,0 0,-1 0,1-1,-1 0,0 0,0 0,0 0,0-1,0 0,0-1,0 1,-1-1,1 0,0 0,-6-2,2 2,1 0,-1-1,1 0,-1 0,1-1,0 0,-1-1,1 0,0 0,1-1,-1 0,1-1,-1 0,1 0,1-1,-1 0,7 5,0 0,0 1,0-1,0 0,0 0,0 0,0 0,1 0,-1 0,0 0,0 0,1 0,-1-1,1 1,-1 0,1 0,0 0,-1-1,1 1,0 0,0-1,0 1,0 0,0 0,0-1,0 1,0 0,1-1,-1 1,0 0,1 0,-1 0,1-1,0 1,-1 0,1 0,0 0,-1 0,1 0,0 0,0 0,0 0,0 0,0 1,0-1,0 0,0 0,0 1,1-1,-1 1,12-5,-1 1,0 1,1 0,0 0,-1 2,1-1,0 2,12 0,-4-1,89-3,0 5,4 6,-112-7,1-1,1 1,-1 0,1 0,-1 0,1 1,-1-1,0 1,1 0,-1 0,0 0,0 0,1 1,-1-1,0 1,0 0,-1 0,1 0,0 0,-1 0,1 1,-1-1,1 1,-1-1,0 1,0 1,-1-2,-1 0,0 0,1 0,-1 0,1-1,0 1,0 0,0 0,0-1,0 1,0 0,0-1,0 1,1-1,-1 0,0 1,1-1,-1 0,1 0,0 0,-1 0,1 0,0 0,0 0,0-1,-1 1,1-1,0 1,0-1,7 1,-1 1,1-2,0 1,0-1,-1-1,1 0,0 0,-1 0,1-1,-1-1,1 1,-1-1,0-1,0 1,-1-1,1-1,-1 0,0 0,0 0,0-1,-1 0,1 0,-2 0,1-1,-1 0,3-4,-7 9,0 0,0 0,0 0,-1-1,1 1,0 0,-1 0,0 0,1-1,-1 1,0 0,0 0,0-1,-1 1,1 0,0 0,-1-1,0 1,1 0,-1 0,0 0,0 0,0 0,0 0,-1 0,1 0,0 0,-1 1,0-1,1 0,-1 1,0 0,1-1,-1 1,0 0,0 0,0 0,-1 0,-5-3,0 1,0 0,-1 1,1-1,-1 2,0-1,1 1,-1 1,-4 0,5-1,0 1,1 0,-1 0,0 1,0 0,0 1,1 0,-1 0,0 1,1-1,0 2,0-1,0 1,0 0,0 0,1 1,0 0,0 0,-4 4,9-6,0-1,0 0,-1 0,2 1,-1-1,0 1,0-1,1 0,-1 1,1 0,0-1,0 1,0-1,0 1,0-1,0 1,1-1,-1 1,1-1,0 1,0-1,0 0,0 1,0-1,0 0,1 0,-1 0,1 0,-1 0,1 0,0 0,0 0,0-1,0 1,0-1,0 1,29 20</inkml:trace>
  <inkml:trace contextRef="#ctx0" brushRef="#br0" timeOffset="-7630.982">7896 803,'3'-5,"1"1,-1-1,1 1,0 0,1 0,-1 0,1 1,-1 0,1 0,0 0,0 0,0 1,1-1,-1 1,1 1,-1-1,1 1,0 0,-1 0,1 1,0-1,-1 1,1 1,0-1,0 1,-1 0,1 0,0 0,-1 1,0 0,1 0,-1 1,0-1,0 1,0 0,0 1,-1-1,3 3,3 3,1 1,-2 0,1 1,-1 0,-1 1,0 0,-1 0,0 1,-1 0,0 0,-1 0,0 1,0 5,4 17,-2 0,-1 1,-2 0,-1 22,-15 350,11-396,1 0,0 0,1 0,1 1,0-1,0 0,2-1,-1 1,2 0,0-1,0 0,1 0,1-1,0 1,0-2,1 1,0-1,1 0,0 0,5 2,-4-5,0-1,0 0,1-1,0 0,0-1,0 0,1-1,0 0,-1-1,1 0,0-1,0 0,0-1,0 0,2-1,-6 0,-1 0,0 0,1-1,-1 0,0 0,1 0,-1-1,-1-1,1 1,0-1,-1 0,0 0,0-1,0 0,0 0,-1 0,0-1,0 0,0 0,-1 0,0 0,0-1,-1 1,1-3,1-9,-2 0,0 0,-1 0,-1 0,-1 0,0-1,-1 1,-1 0,-1 0,-1 0,0 0,-1 1,-1-1,-1 1,0 1,-1-1,-1 1,-1 1,-1-2,-3-9,-1 1,-2 1,0 1,-1 0,-1 1,-1 1,-1 1,-1 1,-1 1,-1 1,0 1,-1 1,0 1,-1 1,-1 1,0 2,-1 0,-24-4,-67 7,132 11,88-1,-1-5,1-5,21-7,46-2,-121 11,-18 2,1 1,-1 1,1 2,15 2,-42-3,-1 0,1 0,-1 0,1 1,-1-1,1 1,-1 0,1 0,-1 0,0 0,1 0,-1 0,0 0,0 1,0-1,0 1,0 0,0-1,0 1,-1 0,1 0,-1 0,1 0,-1 1,0-1,0 0,0 1,0-1,0 0,0 1,-1-1,1 1,-1-1,0 1,0-1,0 1,0 0,0-1,0 1,-1 1,-2 14,1-16,1 0,0 0,0 1,0-1,0 0,1 1,-1-1,1 1,-1-1,1 1,0-1,0 1,0 0,0-1,1 1,-1-1,0 1,1-1,0 1,0-1,0 0,0 1,0-1,0 0,0 0,1 0,-1 0,1 0,0 0,-1 0,1 0,0-1,0 1,0 0,0-1,1 0,-1 0,0 1,3-1,14 0,0-4</inkml:trace>
  <inkml:trace contextRef="#ctx0" brushRef="#br0" timeOffset="-7383.645">8671 696,'0'0</inkml:trace>
  <inkml:trace contextRef="#ctx0" brushRef="#br0" timeOffset="-7050.445">9086 148,'49'327,"-13"217,-35-521,-1-6,1 0,0 0,1 0,1 0,0 0,2-1,0 1,0-1,3 4,-6-17,1 1,-1 0,0-1,1 0,0 1,0-1,0 0,0 0,0-1,1 1,-1-1,1 1,0-1,-1 0,1-1,0 1,0-1,0 1,0-1,1 0,-1-1,0 1,0-1,1 0,-1 0,0 0,0 0,1-1,-1 0,0 0,2 0,8-4,1 1,-1-2,0 0,-1-1,0 0,0-1,0 0,2-4,2-1,-1-1,0-1,-1 0,-1-1,-1 0,0-1,7-14,-9 14,-11 16,1 1,-1 0,1 0,-1 0,0 0,1 0,-1 1,1-1,-1 0,0 0,1 0,-1 0,1 0,-1 1,0-1,1 0,-1 0,0 0,1 1,-1-1,0 0,1 1,-1-1,0 0,0 1,1-1,-1 0,0 1,0-1,0 0,1 1,-1-1,0 1,0-1,0 0,0 1,0-1,0 1,0-1,0 1,0-1,0 0,0 1,0-1,0 1,0-1,0 0,-1 1,1-1,0 1,0-1,0 0,-1 1,1-1,0 0,0 1,-1-1,1 0,0 0,-1 1,1-1,0 0,-1 1,1 1,-1 10,0-6,-1 0,1 0,1 0,-1 0,1 1,0-1,1 0,-1 0,1 0,0 0,1 0,-1 0,1 0,1 0,-1 0,1-1,0 1,0-1,0 0,1 0,0 0,0 0,0-1,0 1,3 0,-1-1,1-2,-1 1,1-1,0 0,-1 0,1-1,0 1,0-2,0 1,0-1,0 0,0-1,4 0,21-3</inkml:trace>
  <inkml:trace contextRef="#ctx0" brushRef="#br0" timeOffset="-6799.367">9701 870,'-9'-14,"-6"-8,-6-6,0 2</inkml:trace>
  <inkml:trace contextRef="#ctx0" brushRef="#br0" timeOffset="-6633.327">9019 563,'25'6,"26"4,28-2,23-1,16-2,7 1,-17-2</inkml:trace>
  <inkml:trace contextRef="#ctx0" brushRef="#br0" timeOffset="-6464.289">10035 910,'0'16,"3"10,-1 5,4 1,-1 1,2-4,-1-4,-1-4,-1-6</inkml:trace>
  <inkml:trace contextRef="#ctx0" brushRef="#br0" timeOffset="-6300.24">10048 549,'-9'-4,"4"5,12 9,4 3</inkml:trace>
  <inkml:trace contextRef="#ctx0" brushRef="#br0" timeOffset="-5879.349">10423 977,'19'-26,"-1"0,-1-1,-2-1,-1-1,-1 0,-1-1,-2 0,-1 0,-1-1,-2-1,-1 1,-1-1,-2 0,-1 1,-2-1,0 0,-3 0,-1 1,-1-1,-1 1,-2 0,-43-56,51 85,-2-1,1 1,0 0,0 0,-1 0,1 0,-1 0,1 0,-1 1,0-1,0 1,0 0,0 0,0 0,0 0,0 0,0 1,0-1,0 1,0 0,0 0,-1 0,1 1,0-1,0 0,0 1,0 0,0 0,0 0,0 0,-5 5,1 1,0-1,0 1,0 0,1 1,0-1,0 1,1 0,0 1,0-1,1 1,0 0,1 0,0 1,0-1,1 1,-1 8,-3 15,1 0,1 0,2 0,2 1,1-1,1 1,2-1,1 0,1 0,2-1,2 0,1 0,1-1,2-1,0 0,3-1,0 0,2-1,1-2,1 0,1-1,7 5,-22-22,0 1,1-1,1-1,-1 0,1 0,0-1,1 0,-1 0,1-1,0 0,1-1,-1 0,1-1,0 0,0-1,0 0,0-1,0 0,0 0,0-1,0-1,0 0,0 0,0-1,0-1,0 0,1-1,1-3,0-1,0-1,-1 0,0-1,-1 0,0-1,-1-1,0 1,-1-1,0-1,-1 0,0 0,-1 0,-1-1,0 0,-1-1,0 1,-1-1,-1 0,0 0,0-10,-2 18,-1 0,0 0,-1 0,1 0,-1 0,-1 1,1-1,-1 0,0 1,-1-1,-1-2,3 7,0 0,0 0,0 0,-1 0,1 0,-1 1,1-1,-1 1,1-1,-1 1,0-1,0 1,0 0,1 0,-1 0,0 0,-1 0,1 0,0 0,0 1,0-1,0 1,-1 0,1 0,0 0,0 0,0 0,-1 0,1 0,0 1,0-1,0 1,0-1,-1 1,1 0,-1 0,-4 3,0 0,0 1,1 0,-1 0,1 0,0 1,0 0,0 0,1 0,0 1,1 0,-1 0,1 0,0 0,1 1,0 0,0-1,1 1,0 0,0 0,1 0,0 1,0-1,1 0,0 0,0 1,1-1,0 0,1 0,0 0,0 0,1 0,0 2,5 0,1-1,-1 1,1-1,1-1,0 0,0 0,1-1,-1 0,1-1,1 0,-1-1,1 0,0-1,1-1,-1 1,0-2,1 0,0 0,-1-1,4-1,36 4,-1-2,1-3,0-1,26-7,4-3</inkml:trace>
  <inkml:trace contextRef="#ctx0" brushRef="#br0" timeOffset="-12697.429">798 883,'-9'-3,"1"0,-1 1,0 0,0 1,1 0,-1 0,0 1,0 0,0 0,0 1,0 0,0 1,0 0,0 0,1 1,-1 0,1 1,0 0,0 0,0 0,1 1,0 1,-1-1,2 1,-1 0,1 1,0-1,0 1,1 0,-4 6,5-5,0 0,1 0,-1 0,1 1,1 0,0-1,0 1,1 0,0 0,0 0,1 9,0-14,1 0,-1 0,1 0,0 1,0-1,0 0,0 0,1 0,0-1,0 1,0 0,0-1,0 1,1-1,-1 1,1-1,0 0,0 0,0-1,1 1,-1-1,1 1,-1-1,1 0,0 0,1 0,1 0,0-1,-1 0,1 0,0 0,0-1,0 0,0 0,-1 0,1-1,0 1,0-1,0-1,-1 1,1-1,-1 0,1-1,-1 1,0-1,0 0,0 0,0-1,-1 1,1-1,0-1,8-7,-1 0,0-1,0-1,-2 0,1-1,-2 0,4-8,1-8,-2-1,-1 0,-1-1,-2 0,-2 0,0-1,-3 0,0 0,-3 0,-2-30,2 54,0-1,-1 1,0-1,-1 1,0-1,-1 1,0 0,0 0,-1 0,0 1,-1-1,4 10,0-1,0 0,0 1,0-1,0 0,0 1,-1-1,1 1,0 0,0-1,-1 1,1 0,0 0,0 0,-1 0,1 0,0 0,0 0,-1 0,1 0,0 1,0-1,-1 0,1 1,0-1,0 1,0 0,0-1,0 1,0 0,0 0,0-1,0 1,0 0,0 0,0 0,0 0,1 0,-1 0,0 1,1-1,-1 0,1 0,-1 0,1 0,0 1,0-1,-1 0,1 1,0-1,0 1,-10 26,2 0,0 1,2 0,1 0,2 0,1 1,1-1,1 2,0-4,1-1,1 0,2 1,0-1,2-1,0 1,8 15,-9-28,0 0,1-1,1 0,0 0,1 0,0-1,1 0,0-1,0 0,1 0,1-1,-1 0,2-1,-1 0,5 1,-6-3,0-1,0 0,1-1,-1 0,1-1,0 0,0-1,0 0,0 0,0-1,0-1,1 0,-1 0,0-1,0-1,0 0,0 0,0-1,0-1,-1 0,1 0,-1-1,0 0,-1-1,1 0,-1 0,0-1,-1 0,1-1,-1 0,-1 0,0-1,6-8,-4 2,-1 0,-1-1,0 1,-1-1,0-1,-2 1,0-1,-1 0,0 0,-2 0,0 0,-1-10,-10-12,9 39,1-1,0 1,-1-1,1 0,0 1,-1-1,1 1,-1-1,1 1,-1-1,1 1,-1-1,1 1,-1-1,1 1,-1 0,0-1,1 1,-1 0,0 0,1-1,-1 1,0 0,1 0,-1 0,0 0,0 0,1 0,-1 0,0 0,1 0,-1 0,0 1,1-1,-1 0,0 0,1 0,-1 1,0-1,1 1,-1-1,1 0,-1 1,1-1,-1 1,1-1,-1 1,1-1,-1 1,1-1,-1 1,1 0,-5 7,0-1,1 1,0 0,0 1,1-1,0 1,0 0,1-1,0 1,1 0,0 0,0 0,1 1,0-1,1 0,0 0,0 0,1 0,2 6,-1-7,1 0,1 0,0 0,0 0,0-1,1 1,0-1,0-1,1 1,0-1,0 0,0-1,1 0,0 0,0-1,0 1,0-2,1 1,0-1,-1-1,1 1,0-2,0 1,8-1,27 5</inkml:trace>
  <inkml:trace contextRef="#ctx0" brushRef="#br0" timeOffset="-11865.361">1680 870,'-2'14,"-1"-2,0 0,1 1,1-1,0 0,0 0,1 1,1-1,0 0,1 1,0-1,1 0,0 0,1-1,3 8,-5-16,1 0,-1 0,1 0,0 0,0 0,0-1,0 1,0-1,1 0,-1 0,1 0,-1 0,1-1,0 1,-1-1,1 0,0 0,0 0,0-1,0 0,0 1,0-1,0-1,0 1,0 0,0-1,0 0,0 0,2-1,3-1,1 0,-1 0,0-1,-1-1,1 0,-1 0,0 0,0-1,0 0,-1-1,5-5,-4 3,-1-1,0-1,-1 1,0-1,0 0,-2-1,1 1,-1-1,-1 0,1-4,-4 97,1-72,1 0,1 0,-1 0,1-1,1 1,0-1,0 0,0 0,1 0,0-1,1 1,0-1,0-1,0 1,1-1,0 0,0 0,1-1,-1 0,1-1,0 1,1-1,-1-1,1 0,-1 0,1 0,0-1,0-1,0 0,0 0,0 0,0-1,0-1,1 1,-1-1,0-1,2-1,2 1,-1-1,1-1,-1-1,0 1,-1-2,1 1,-1-2,0 0,-1 0,0-1,0 0,0 0,-1-1,-1-1,1 1,-1-1,-1-1,0 0,-1 0,0 0,0 0,-1-1,10-26,-1 0,-2-1,-2-1,-2 1,-1-1,-1-16,5-78,-5 1,-9-69,3 194,-15-73,15 81,-1-1,0 1,0-1,1 1,-1-1,0 1,0 0,0-1,1 1,-1 0,0 0,0 0,0 0,0-1,1 1,-1 0,0 1,0-1,0 0,0 0,0 0,1 0,-1 1,0-1,0 0,1 1,-1-1,0 0,0 1,1-1,-1 1,0 0,1-1,-1 1,0-1,1 1,-1 0,1-1,0 1,-1 0,1 0,-1-1,1 1,0 0,0 0,-1 0,1 0,0-1,0 1,0 0,0 1,-13 28,1 1,2 0,1 0,2 1,1 1,1-1,0 32,1-28,1 0,2-1,1 1,2 0,1-1,2 1,1-1,2 0,2-1,1 1,1-2,2 0,2-1,0 0,13 15,-25-40,0-1,0 1,1-1,0 0,0-1,1 1,0-1,0 0,0-1,0 1,1-1,0 0,0-1,0 1,0-2,0 1,1-1,-1 0,1 0,0-1,-1 0,1 0,0-1,0 0,-1-1,1 1,0-1,-1-1,1 0,6-2,-2-3,-1 0,0-1,-1 0,0-1,0 0,-1 0,0-1,0-1,-1 1,-1-1,0-1,0 1,4-12,-8 17,7 0,-11 30,1-17,0-5,1 107,0-104,0 0,0-1,1 1,0 0,-1-1,2 1,-1-1,0 0,1 0,0 0,0 0,0 0,0-1,1 1,0-1,-1 0,1 0,0 0,0-1,1 1,1 0,-1-1,2 0,-1 0,0 0,0 0,0-1,1 0,-1-1,1 1,-1-1,1-1,-1 1,0-1,1 0,-1 0,3-2,24-8</inkml:trace>
  <inkml:trace contextRef="#ctx0" brushRef="#br0" timeOffset="-11618.022">3017 736,'-16'-2,"-7"-3,-5-3,0-3,3-1,1-3,5 0</inkml:trace>
  <inkml:trace contextRef="#ctx0" brushRef="#br0" timeOffset="-11183.15">2215 335,'210'1,"-58"4,0 8,0 6,-2 7,-1 6,69 27,-66 9,-150-67,1 1,-1 0,1-1,-1 0,1 0,0 1,-1-1,1-1,0 1,0 0,0-1,-1 1,1-1,0 0,0 0,0 0,0-1,0 1,0 0,-1-1,1 0,0 0,0 0,-1 0,1 0,2-2,21-11,-1-1,-1-1,0-1,-1-1,-1-1,0-1,-19 18,1-1,-1 0,1 0,-1-1,0 1,0-1,-1 1,1-1,-1 0,1 0,-1 0,0 0,-1 0,1-1,-1 1,0-1,0 1,0-1,-1 1,1-1,-1 1,0-1,-1 1,1-1,-1 1,0-1,0 1,0-1,0 1,-1 0,0-1,0 1,0 0,0 0,-1 1,0-1,1 0,-2 1,-4-3,-1 0,0 1,-1 0,1 0,-1 1,0 1,0 0,0 0,0 1,-1 0,1 0,-1 1,1 1,-1 0,1 0,-1 1,1 1,-1 0,1 0,0 1,-7 2,10-1,-1 0,1 1,0-1,1 1,-1 1,1 0,0-1,0 2,1-1,0 1,0-1,0 2,1-1,0 0,0 1,1 0,0-1,1 1,-2 6,-3 18,1 0,1 1,1-1,2 14,7 369,2-241,-14 143,2-262,-2 1,-2-1,-3-1,-3 0,-1 0,-3-2,-19 36,-24 11,42-79</inkml:trace>
  <inkml:trace contextRef="#ctx0" brushRef="#br0" timeOffset="-10852.003">3230 1138,'7'-9,"-1"0,1 1,0 0,1 0,0 1,0 0,1 0,0 1,0 0,1 0,-1 1,1 1,1-1,-6 2,42-19,0 1,0 2,2 3,1 1,-1 3,2 2,13 0,-57 8,-1 1,0-1,1 1,-1 1,1-1,-1 1,1 0,-1 0,1 1,-1 0,1 0,-1 0,0 1,0 0,1 1,-1-1,-1 1,1 0,0 0,-1 1,1 0,-1 0,0 0,-1 0,1 1,-1 0,0 0,1 1,-1 6,-1 0,0 1,-1-1,0 1,-1-1,0 1,-1 0,0-1,-2 4,12 97,-10-111,2 0,-1 0,0 0,0 0,1 0,-1 0,1 0,-1-1,1 1,0-1,-1 1,1-1,0 0,0 1,0-1,0 0,1 0,-1 0,0-1,0 1,0 0,1-1,-1 0,0 1,1-1,-1 0,0 0,1-1,-1 1,0 0,1-1,-1 1,0-1,0 0,0 1,1-1,-1 0,0-1,0 1,0 0,-1 0,1-1,0 1,0-1,-1 0,1 0,-1 1,1-1,-1 0,0 0,0 0,0 0,1-2,15-19</inkml:trace>
  <inkml:trace contextRef="#ctx0" brushRef="#br0" timeOffset="-10680.945">4006 736,'-2'5,"8"5,14 7,4-1</inkml:trace>
  <inkml:trace contextRef="#ctx0" brushRef="#br0" timeOffset="-10101.052">4580 1124,'0'-6,"0"-1,0 1,-1-1,0 1,-1-1,1 1,-1 0,-1 0,1 0,-1 0,0 0,0 0,-1 1,1-1,-1 1,-1 0,1 0,-1 0,1 1,-1 0,-1 0,1 0,0 0,-1 1,0 0,0 0,0 1,0-1,0 1,-1 1,1-1,-1 1,1 0,-1 1,1-1,-1 1,0 1,-1 0,0 0,1 1,-1 0,1 0,-1 1,1 0,0 0,0 1,0 0,0 0,1 0,0 1,0 0,0 0,0 1,1 0,0 0,0 1,2-4,0 1,0 0,1 0,-1 0,1 0,0 0,0 1,1-1,0 0,-1 1,1-1,1 1,-1 0,1-1,-1 1,1 0,1-1,-1 1,1 0,0-1,0 1,0-1,0 1,1-1,0 0,0 1,0-1,0 0,1 0,2 3,5 1,0 1,1-2,0 0,0 0,1-1,-1 0,2-1,-1 0,0-1,1-1,0 0,-1 0,1-1,1-1,-1 0,0-1,8-1,11 0,1-1,0-1,-1-2,1-1,-1-2,-1-1,0-1,0-2,-1-1,0-2,13-9,-47 57,5-29,1 0,-1-1,1 0,0 1,0-1,1 0,-1 0,0 0,1 0,0 0,0-1,0 1,0-1,0 0,0 0,1 0,-1 0,1-1,-1 1,1-1,-1 0,1 0,0 0,0 0,0-1,-1 0,1 1,0-2,0 1,0 0,1-1,5 1,-1-1,1 0,0 0,-1-1,1-1,-1 1,0-1,0-1,0 0,0 0,0-1,-1 0,0-1,-4 4,0-1,-1 0,1 0,-1 0,0 0,1-1,-2 1,1-1,0 0,-1 0,1 0,-1 0,0 0,-1 0,1 0,-1-1,0 1,0-1,0 1,0-1,-1 0,0 1,0-1,0 1,-1-1,1 0,-1 1,-1-2,0-2,-1 1,-1 0,1 0,-1 0,0 0,-1 1,1-1,-1 1,-1 0,1 1,-1-1,0 1,0 0,0 1,-1 0,0 0,0 0,0 0,0 1,0 1,-1-1,0 1,1 0,-1 1,0 0,0 0,1 1,-1 0,0 0,0 0,0 1,0 1,1-1,-1 1,1 1,-1-1,1 1,0 0,0 1,0 0,0 0,1 0,-1 1,1 0,0 0,1 1,-1 0,1 0,-1 1,4-2,-1 0,1 0,0-1,0 2,1-1,0 0,-1 0,2 0,-1 1,1-1,-1 0,1 0,1 1,-1-1,1 0,0 1,0-1,1 0,-1 0,1 0,0 0,1 0,-1-1,1 1,0-1,0 1,0-1,1 0,1 1,3 4,1-1,0 0,1 0,-1-1,2-1,-1 1,1-2,0 1,0-2,0 1,0-2,7 2,36 4,-7-7</inkml:trace>
  <inkml:trace contextRef="#ctx0" brushRef="#br0" timeOffset="-9899.822">5249 576,'-16'0,"-12"2,-10 8,-6 9,3 10,3 9,9 11,8 6,9-4</inkml:trace>
  <inkml:trace contextRef="#ctx0" brushRef="#br0" timeOffset="-9734.695">5236 1204,'16'5,"14"1,11-1,11 0,6-4,4-4,2-6,-1-7,-8-4,-14 1</inkml:trace>
  <inkml:trace contextRef="#ctx0" brushRef="#br0" timeOffset="-13866.461">49 710,'0'23,"0"18,2 17,4 9,2 7,4 0,4-3,0-10,-3-12,0-15,-3-18,-3-11</inkml:trace>
  <inkml:trace contextRef="#ctx0" brushRef="#br0" timeOffset="-13612.225">89 429,'-16'-2,"-7"1,-1 8,5 9,12 9,21 8,22-1,20-3,1-6</inkml:trace>
  <inkml:trace contextRef="#ctx0" brushRef="#br0" timeOffset="4132.672">196 2207,'-1'1,"0"1,1 0,-1 0,0-1,1 1,0 0,-1 0,1 0,0-1,0 1,0 0,0 0,0 0,1 0,-1-1,1 1,-1 0,1 0,-1-1,1 1,0 0,0-1,0 1,0-1,0 1,0-1,0 1,1-1,-1 0,0 0,1 1,-1-1,1 0,-1 0,1-1,0 1,-1 0,1 0,0-1,0 1,-1-1,1 0,0 1,0-1,0 0,0 0,-1 0,2 0,7-4,-1 1,1-2,0 1,-1-1,0-1,0 1,-1-2,0 1,0-1,0 0,-1-1,2-2,11-10,-1 0,-1-2,-1 0,-1 0,-1-2,-1 0,-1-1,-1 0,-1-1,-1 0,-2 0,0-1,1-15,-8 36,0-1,0 0,0 0,-1 0,0 0,0 0,-1 0,0 0,0 1,-1-1,1 0,-2 0,1 1,-1 0,0-1,-2-3,4 8,-1 1,1 0,-1 0,1 0,0 0,-1 0,0 0,1 0,-1 0,0 1,1-1,-1 1,0-1,1 1,-1 0,0-1,0 1,0 0,1 0,-1 0,0 1,0-1,0 0,1 1,-1-1,0 1,0-1,1 1,-1 0,1 0,-1 0,1 0,-1 0,1 0,-1 0,1 0,-1 1,-48 53,34-28,1 0,2 0,1 1,1 1,1 0,2 0,1 1,1 0,1 0,2 0,1 7,0-26,1 0,0 0,1 0,0 0,0 0,1 0,1 0,0 0,1 0,0-1,0 1,1-1,0 0,1 0,0 0,1-1,0 1,1-1,-1-1,2 1,-1-1,1-1,0 1,1-1,0-1,0 1,0-2,5 3,0-3,1 0,0-1,1-1,-1 0,1-1,-1 0,1-2,-1 0,1 0,0-1,-1-1,0-1,1 0,-1-1,1-2,-6 3,-1 0,0-1,0 0,0-1,0 0,-1 0,0-1,0 0,0 0,-1-1,0 0,0 0,-1-1,0 0,0 0,-1 0,0-1,-1 1,1-1,-2-1,1 1,-1 0,-1-1,1-2,-2 6,0 1,0-1,0 0,-1 0,1 0,-2 1,1-1,-1 0,1 0,-2 1,1-1,0 0,-1 1,0-1,-1 1,1 0,-4-5,6 10,0-1,-1 1,1-1,-1 1,1-1,-1 1,1-1,-1 1,0-1,1 1,-1 0,0-1,1 1,-1 0,0 0,1-1,-1 1,0 0,1 0,-1 0,0 0,1 0,-1 0,0 0,1 0,-1 0,0 0,0 1,1-1,-1 0,0 0,1 1,-1-1,1 0,-1 1,0-1,1 0,-1 1,1-1,-1 1,1-1,-1 1,1-1,-1 1,1 0,0-1,-1 1,-16 33,13-24,0 0,1 1,0-1,0 1,1 0,0 0,1 0,1 0,-1 0,2 0,0 0,0 1,1-2,0 1,3 8,-1-15,-1 0,1-1,0 1,1-1,-1 0,1 0,-1-1,1 1,0-1,0 0,0-1,0 1,0-1,0 0,0 0,0 0,1-1,-1 0,0 0,1 0,-1 0,0-1,0 0,1 0,-1-1,0 1,0-1,0-1,17-2,-1-1,0-1,0-1,-1-1,0-1,-1 0,0-2,0 0,-1-1,-1-1,0-1,-1 0,-1-1,1-1,-15 15,1 0,0 1,0-1,-1 0,1 0,-1 0,0 0,0 0,0-1,0 1,0 0,0 0,0-1,-1 1,1-1,-1 1,1 0,-1-1,0 1,0-1,0 1,-1-1,1 1,0 0,-1-1,0 1,1-1,-1 1,0 0,0 0,-1-2,0 4,1 0,-1 1,1-1,-1 0,1 1,0-1,-1 1,1-1,0 1,0 0,-1 0,1 0,0-1,0 1,0 0,0 0,0 0,0 1,0-1,0 0,0 0,1 0,-1 1,0-1,1 0,-1 1,1-1,0 1,-1-1,1 0,0 1,-3 3,0 0,1 0,0 0,-1 1,2-1,-1 1,1-1,0 1,0 0,0-1,1 1,0 0,0-1,1 1,-1 0,1-1,0 1,1 0,0-1,-1 0,2 1,-1-1,0 0,1 0,0 0,1 0,-1-1,1 1,-1-1,1 0,1 0,-1-1,0 1,1-1,0 0,0 0,2 1,11 0,1-1,-1-1,1-1,0-1,-1 0,1-2,0 0,-1-1,0 0,1-2,-2 0,1-1,11-6,-20 8,0-1,0 0,0 0,-1-1,1-1,-1 1,-1-1,1 0,-1-1,0 0,-1 0,0-1,-1 1,1-1,-1 0,-1-1,0 1,0-1,-1 0,1-7,1 2,0 60,-3-17,13 87,-14-110,0 0,1 0,0 0,0 0,0 0,1 0,0-1,0 1,0-1,0 0,1 0,0 0,-1 0,1-1,1 1,-1-1,0 0,1 0,3 1,5 0,0 0,0-1,1 0,-1-1,1-1,-1 0,1-1,0 0,-1-1,1-1,-1 0,5-1,10-4</inkml:trace>
  <inkml:trace contextRef="#ctx0" brushRef="#br0" timeOffset="4409.932">1627 1752,'-9'16,"3"10,13 0,4-4</inkml:trace>
  <inkml:trace contextRef="#ctx0" brushRef="#br0" timeOffset="4718.145">2749 1632,'3'16,"0"19,2 17,2 13,3 12,-1 6,-1 3,-3-2,-2-6,-1-10,-3-12,-2-12,-1-15</inkml:trace>
  <inkml:trace contextRef="#ctx0" brushRef="#br0" timeOffset="5084.205">3217 1846,'-11'19,"0"0,-1-1,-2 0,0-1,0 0,-2-1,0-1,0-1,-18 12,6-3,-1-2,0-2,-2 0,0-2,-1-1,0-2,-1-1,-30 7,58-18,0-1,0 1,0-1,0 0,0 0,0-1,0 0,0 0,0 0,0 0,0-1,0 0,0 0,0 0,0-1,0 1,-1-2,6 2,-1 0,1 0,0 0,0 0,-1-1,1 1,0 0,0 0,0 0,0-1,1 1,-1 0,0 0,0 0,1 0,-1-1,1 1,-1 0,1 0,-1 0,1 0,0 0,0 0,-1 0,1 0,0 1,0-1,0 0,0 0,0 1,0-1,0 0,0 1,0-1,0 1,0 0,0-1,1 1,-1 0,0 0,0-1,0 1,1 0,10-3,0 0,0 0,0 1,1 0,-1 1,1 1,-1 0,1 1,-1 0,0 1,1 0,-1 1,0 0,0 1,-1 0,1 1,-1 0,0 1,0 1,-1-1,7 7,-4-5,27 19,0-2,1-2,2-2,0-1,3-2,-10-7,2-1,-1-2,1-2,0-1,0-1,1-3,-1-1,1-2,-1-2,0-1,0-2,-1-1,1-2,-2-2,0-1,1-2,4-9</inkml:trace>
  <inkml:trace contextRef="#ctx0" brushRef="#br0" timeOffset="6553.892">5597 2140,'-14'-2,"1"1,-1 1,0 0,0 1,1 0,-1 1,1 1,-1 0,1 1,0 0,0 1,1 0,-1 1,-10 7,21-12,0 0,-1 0,1 1,0-1,0 1,0-1,1 1,-1 0,0-1,1 1,-1 0,1 0,-1 0,1 1,0-1,0 0,0 0,0 1,0-1,1 0,-1 1,1-1,-1 1,1-1,0 1,0-1,0 1,0-1,0 1,1-1,-1 1,1-1,0 0,0 1,0-1,0 0,0 0,0 1,0-1,1 0,-1 0,1 0,-1-1,1 1,0 0,0 0,0-1,1 1,11 6,0-1,0 0,1-2,0 1,0-2,0 0,1-1,-1 0,1-1,0-1,4-1,-9 1,61 4,1-4,0-3,0-3,0-3,-1-4,11-5,-69 14,0 0,0 1,-1-2,0 0,0 0,0-1,0-1,-1 0,0 0,0-2,7-5,-18 12,0 1,0-1,0 0,0 0,0 0,0 0,-1 0,1 0,0 0,0 0,-1 0,1 0,-1-1,1 1,-1 0,0 0,1-1,-1 1,0 0,0 0,0-1,0 1,0 0,0-1,0 1,0 0,0 0,-1-1,1 1,-1 0,1 0,-1-1,1 1,-1 0,0 0,1 0,-1 0,0 0,0 0,0 0,0 0,0 0,0 0,-53-28,41 24,0 0,0 1,-1 0,0 1,1 0,-1 2,0-1,0 2,0 0,-1 0,1 2,1-1,-1 2,0 0,0 1,1 0,0 1,0 0,0 1,0 1,1 0,-6 5,16-11,1 0,-1 0,1 0,-1 1,1-1,0 1,-1-1,1 1,0 0,0-1,0 1,0 0,1 0,-1 0,0-1,1 1,-1 0,1 0,0 0,-1 0,1 0,0 0,0 0,0 0,1 0,-1 0,0 0,1 0,-1 0,1 0,0 0,0-1,0 1,-1 0,2 0,-1-1,0 1,0-1,0 1,1-1,-1 1,1-1,-1 0,1 0,0 0,-1 0,1 0,0 0,0 0,0 0,14 4,0 0,0-2,0 0,0 0,1-2,-1 0,0-1,1 0,-1-2,1 0,-1 0,0-2,8-2,113-53,-136 59,-1-1,1 1,-1-1,1 1,-1 0,1-1,0 1,-1 0,1-1,0 1,-1 0,1 0,0 0,-1 0,1-1,0 1,0 0,-1 0,1 0,0 1,-1-1,1 0,0 0,-1 0,1 0,0 1,-1-1,1 0,0 1,-1-1,1 0,-1 1,1-1,-1 1,1-1,-1 1,1-1,-1 1,1-1,-1 1,0-1,1 1,-1 0,0-1,1 1,-1 0,4 38,-4-23,-1-13,1 1,0 0,0 0,0 0,0 0,1-1,-1 1,1 0,0 0,0-1,0 1,1-1,-1 1,1-1,0 1,0-1,0 0,0 0,1 0,-1 0,1 0,0-1,-1 1,1-1,1 1,-1-1,0 0,0 0,1-1,-1 1,1-1,0 0,-1 0,1 0,0 0,0 0,3-1,0-3,0 0,1-1,-2 0,1 0,0-1,-1 0,0 0,0-1,0 1,-1-1,1 0,-2-1,1 1,-1-1,0 0,0 0,-1-1,0 1,0-1,0 1,-1-1,-1 0,1 0,-1-1,2-8,-1-1,0 1,-1-1,-1 0,-1 1,-1-7,1 24,1-1,-1 0,1 1,0-1,0 0,-1 1,1-1,0 0,0 0,0 1,0-1,0 0,0 0,0 1,0-1,0 0,0 0,0 1,0-1,0 0,1 1,-1-1,0 0,1 0,-1 1,0-1,1 1,-1-1,1 0,-1 1,1-1,-1 1,1-1,-1 1,1-1,0 1,-1 0,1-1,0 1,-1 0,1-1,0 1,0 0,-1 0,1 0,0-1,0 1,-1 0,1 0,0 0,0 0,-1 1,1-1,0 0,0 0,-1 0,1 1,140 36,-102-29,-21-5,0 1,-1 0,1 1,-1 1,-1 1,11 6,-23-10,0 1,0 0,0 0,-1 0,1 0,-1 1,0-1,0 1,-1 0,1 0,-1 0,0 0,0 0,-1 1,0-1,0 0,0 1,0-1,-1 1,0-1,0 1,-1-1,1 1,-1-1,0 0,-1 1,1-1,-1 0,0 0,0 1,-6 39,7-42,1-1,0 1,0-1,0 1,1-1,-1 1,0-1,1 1,0-1,0 0,-1 1,1-1,1 0,-1 0,0 0,0 0,1 0,-1 0,1 0,0 0,0 0,-1-1,1 1,0-1,0 1,1-1,-1 0,0 0,0 0,1 0,-1 0,0 0,1-1,-1 1,1-1,-1 0,0 0,1 0,1 0,11 2,-1-2,0 0,1 0,-1-2,0 0,0 0,0-1,0-1,0 0,0-1,-1-1,0 0,0 0,-1-1,0-1,0 0,-1-1,0 0,0-1,-1 0,0-1,-1 0,0 0,-1-1,0 0,-1 0,0-1,-1 0,0-2,-3 7,1-1,-2 1,1-1,-1 0,-1 0,1 0,-2 0,1 0,-1 0,-1 0,1 0,-1 0,-1 0,-1-3,2 10,-1 1,0 0,0-1,0 1,0 0,-1 0,1 0,0 0,0 0,0 1,-1-1,1 1,0-1,-1 1,1 0,-1 0,1 0,0 0,-1 1,1-1,0 0,-1 1,1 0,0-1,0 1,0 0,-1 0,1 1,0-1,0 0,0 1,1-1,-1 1,0-1,1 1,-1 0,1 0,-2 1,-1 0,0 0,0 0,1 1,-1-1,1 1,0 0,0 0,0 0,0 0,1 0,0 1,-1-1,2 1,-1 0,0-1,1 1,0 0,0 0,1 0,-1 0,1 0,0 0,0 0,1 0,0 0,-1-1,2 1,-1 0,0 0,1-1,0 1,0 0,0-1,1 0,2 3,6 1,0 0,1-1,0 0,1-1,0-1,0 0,0-1,0 0,1-1,-1 0,1-1,9 0,-13-1,73 10</inkml:trace>
  <inkml:trace contextRef="#ctx0" brushRef="#br0" timeOffset="7479.832">8979 2153,'-12'-1,"-1"-1,1 2,-1 0,1 0,-1 1,1 1,-1 0,1 1,0 0,0 1,0 0,0 1,1 0,0 1,0 0,0 1,1 0,0 1,0 0,1 1,-7 8,13-14,0 0,1 1,-1-1,1 1,0-1,0 1,0 0,1 0,-1 0,1 0,0 0,0 0,0 0,1 0,0 1,-1-1,2 0,-1 0,0 0,1 1,-1-1,1 0,1 0,-1 0,0 0,1 0,0 0,0-1,0 1,0-1,1 1,-1-1,1 0,0 1,8 1,-1 1,1-1,0-1,0 0,0-1,1 0,0 0,-1-1,1-1,0 0,0-1,0 0,-1-1,1 0,0-1,0 0,-1-1,1 0,-1 0,0-2,9-4,-10 6,0-1,1 0,-2-1,1 0,0 0,-1-1,0-1,0 0,-1 0,0 0,0-1,-1 0,0-1,0 1,-1-1,0-1,-1 1,0-1,0 0,-1 0,0 0,-1-1,0 0,-1 1,0-1,-1 0,0 0,0-8,-20-25,18 43,1 0,-1 1,1-1,-1 1,0-1,1 1,-1-1,0 1,0 0,1-1,-1 1,0 0,0-1,1 1,-1 0,0 0,0 0,0 0,0 0,1 0,-1 0,0 0,0 0,0 0,1 0,-1 1,0-1,0 0,1 1,-1-1,0 0,0 1,1-1,-1 1,0-1,1 1,-1-1,1 1,-1-1,1 1,-1 0,1-1,-1 1,1 0,-1 0,1-1,0 1,-1 0,1 0,0-1,0 1,0 0,0 0,0 0,0-1,0 1,-4 8,1 0,0 0,1 0,0 0,1 0,-1 0,2 0,-1 1,2-1,-1 0,1 0,0 0,1 1,0-1,0-1,1 1,1 0,-1-1,1 1,1-1,-1 0,1 0,1-1,-1 1,1-1,1-1,-1 1,1-1,0 0,1 0,-1-1,1 0,0-1,1 0,-1 0,1 0,-1-1,1-1,0 1,0-1,0-1,8 1,-11-2,1-1,-1 0,1 0,-1 0,0-1,0 0,0 0,0 0,0-1,0 0,0 0,-1 0,0-1,1 0,-1 0,-1 0,1-1,-1 0,0 0,0 0,0 0,0 0,-1-1,0 0,0 0,1-4,0-1,0 0,0-1,-1 1,-1-1,0 0,0 0,-1 0,-1 0,0 0,-1 0,0 0,0 1,-2-1,1 0,2 11,0 1,0-1,0 0,0 1,0-1,0 0,0 0,0 1,0-1,0 0,0 1,0-1,0 0,0 1,-1-1,1 0,0 1,-1-1,1 1,0-1,-1 0,1 1,-1-1,1 1,-1-1,1 1,-1-1,1 1,-1 0,1-1,-1 1,0 0,1-1,-1 1,0 0,1 0,-1-1,0 1,1 0,-1 0,0 0,1 0,-1 0,0 0,1 0,-1 0,0 0,0 0,1 1,-1-1,0 0,1 0,-1 1,1-1,-1 0,0 1,1-1,-1 1,1-1,-1 1,1-1,-1 1,1-1,-1 1,1-1,-4 10,1 0,0 0,0 0,1 0,0 0,1 0,1 1,-1-1,1 0,1 1,1 2,-2-6,1-1,0 0,1 0,0 0,0 0,0 0,0 0,1-1,0 1,1-1,-1 0,1 0,0 0,0 0,0-1,1 1,-1-1,1 0,0 0,1-1,-1 0,1 0,-1 0,1 0,0-1,0 0,0 0,0-1,0 0,3 1,4 1,0 0,0-1,1-1,-1 0,1 0,-1-2,1 0,-1 0,0-1,0 0,1-2,-1 1,-1-2,1 1,-1-2,0 0,0 0,0-1,-1 0,0-1,0-1,-1 1,-1-2,1 1,-1-2,-1 1,0-1,0 0,-1-1,0-1,-1-1,-1 0,-1 1,0-2,0 1,-2 0,0-1,0 1,-1-8,-1 22,1-1,-1 1,0 0,0-1,1 1,-1-1,0 1,0-1,1 1,-1-1,0 1,0-1,0 0,0 1,0-1,0 1,0-1,0 1,0-1,0 1,0-1,0 1,0-1,0 1,0-1,-1 0,1 1,0-1,0 1,-1 0,1-1,0 1,-1-1,1 1,0-1,-1 1,1 0,-1-1,1 1,-1 0,1-1,-1 1,1 0,-1 0,1 0,-1-1,1 1,-1 0,1 0,-1 0,1 0,-1 0,1 0,-1 0,1 0,-1 0,0 0,1 0,-1 0,1 1,-4 8,0 1,1 1,1-1,0 0,0 1,1-1,0 1,1 0,0-1,1 4,-1-6,1 0,1-1,-1 1,1 0,0-1,1 0,0 1,0-1,1 0,-1 0,1-1,1 1,0-1,0 0,0 0,0 0,1-1,0 0,0 0,0 0,1-1,0 0,0 0,0-1,0 0,0 0,1 0,4 0,25 5,-1-2,1-1,0-1,-1-3,1-1,0-1,0-3,0 0,3-4,29-4</inkml:trace>
  <inkml:trace contextRef="#ctx0" brushRef="#br0" timeOffset="8100.318">11278 2060,'289'296,"-284"-292,-1 0,-1-1,1 1,-1-1,1 0,0-1,1 1,-1-1,0 0,1 0,-1 0,1 0,-1-1,1 0,0 0,1 0,-4-2,0 0,0 0,0 0,0-1,0 1,-1 0,1-1,0 0,-1 1,0-1,1 0,-1 0,0 0,0 0,0 0,0 0,0 0,0 0,-1 0,1-1,-1 1,0 0,1 0,-1-1,0 1,0-1,0-1,15-262,-14 263,0-1,-1 1,1-1,0 1,0 0,1 0,-1-1,1 1,-1 0,1 0,0 1,0-1,1 0,-1 1,0-1,1 1,0-1,-1 1,1 0,0 0,0 1,0-1,0 1,1-1,-1 1,0 0,1 0,-1 0,0 1,1-1,-1 1,1 0,-1 0,2 0,25 3</inkml:trace>
  <inkml:trace contextRef="#ctx0" brushRef="#br0" timeOffset="9035.19">12281 2140,'-13'-8,"0"1,-1 0,1 0,-1 2,-1 0,1 0,-1 1,1 1,-1 0,0 2,0-1,0 2,0 0,0 1,0 0,0 1,0 1,0 0,0 1,1 1,0 0,0 1,0 0,1 1,0 1,0 0,-3 4,11-8,0 1,1 0,-1 0,1 1,0-1,1 1,-1 0,1 0,1 0,-1 0,1 1,-1 4,2-9,1 1,-1 0,1 0,0-1,0 1,0 0,0 0,1-1,-1 1,1 0,-1-1,1 1,0 0,0-1,0 1,1-1,-1 0,1 1,-1-1,1 0,0 0,0 0,0 0,0 0,0 0,0 0,0-1,1 1,-1-1,0 0,3 1,9 3,1 0,-1-2,1 1,0-2,0 0,0-1,0 0,0-2,0 1,0-2,0 0,0-1,9-3,-10 3,-1-1,0 0,0-1,0 0,-1-1,1-1,-2 0,1-1,-1 0,0 0,0-1,6-8,0-14,-17 30,0 0,0 1,1-1,-1 0,0 1,0-1,0 1,0-1,0 0,0 1,0-1,0 0,0 1,0-1,0 0,0 1,-1-1,1 0,0 1,0-1,-1 1,1-1,0 1,-1-1,1 0,0 1,-1-1,1 1,-1 0,1-1,-1 1,1-1,-1 1,1 0,-1-1,0 1,1 0,-1 0,1-1,-1 1,0 0,1 0,-1 0,0 0,1 0,-1 0,0 0,1 0,-1 0,-3 2,1-1,0 1,0 0,0 1,0-1,0 0,0 1,1 0,-1 0,1-1,0 1,0 1,0-1,0 0,0 0,1 1,0-1,-1 1,1-1,0 1,1 0,-1-1,1 1,0 0,-1 0,2-1,-1 1,0 0,1 2,0-2,0 1,-1-1,2 1,-1-1,0 1,1-1,0 0,0 0,0 0,1 0,-1 0,1 0,0-1,0 1,0-1,1 0,-1 0,1 0,0 0,0-1,0 1,0-1,0 0,0 0,1 0,6 2,-1-1,1 0,0-1,0 0,0 0,0-1,0-1,0 0,0 0,1-1,7-3,0-1,0 0,-1-1,0-2,0 1,-1-2,0-1,0 0,-1-1,0 0,-1-1,-1-1,0-1,0 0,-2 0,0-2,0 1,-1-2,-1 1,-1-1,-1-1,0 0,-1 0,-1 0,-1-1,0 0,0-5,4-21,-2 0,-2 0,-2 0,-2-1,-1 1,-5-22,4 54,-1 1,0-1,-1 0,0 1,-1-1,0 1,-1 0,-1-1,5 11,0 0,0 0,-1 0,1 0,0 0,-1 1,0-1,1 0,-1 1,0-1,0 1,1-1,-1 1,0 0,-1 0,1 0,0 0,0 0,0 1,-1-1,1 0,0 1,0 0,-1-1,1 1,-1 0,1 1,0-1,-1 0,1 0,0 1,0 0,-1-1,1 1,0 0,0 0,0 0,0 0,0 0,0 1,0-1,0 1,1-1,-1 1,-1 1,-10 12,0 0,2 0,-1 1,2 1,0 0,1 0,1 1,1 0,0 0,1 1,1 0,1 0,1 0,0 3,-1-3,1 0,1 0,1 0,0 1,2-1,0 0,1 1,1-1,0 0,2 0,0-1,1 1,1-1,1-1,1 1,0-1,1 0,0-1,2-1,3 5,-2-6,0-1,1 0,0-1,1 0,1-1,0-1,0-1,0 0,2-1,-1 0,1-2,0 0,0-1,0-1,1 0,-1-2,1 0,0-1,0-1,0 0,2-2,-14 1,0-1,0 0,0 0,0 0,0-1,0 0,0-1,-1 1,0-1,0 0,0-1,0 1,-1-1,1 0,-1-1,0 1,-1-1,0 0,0 0,0-1,0 1,-1-1,0 0,-1 0,1 0,0-5,-2 19,0 0,1-1,0 1,0 0,0 0,1-1,0 1,1-1,-1 0,1 0,0 0,0-1,1 1,0-1,0 0,0-1,1 1,0-1,3 2,0-2,0 1,1-1,0-1,0 0,0 0,0-1,0 0,1 0,-1-2,1 1,-1-1,1-1,-1 0,0 0,1-1,2-1,-6 2,0-1,1 0,-1-1,0 0,0 0,-1 0,1-1,-1 0,1 0,-1-1,0 0,-1 0,1 0,-1 0,0-1,-1 0,1 0,-1 0,0-1,-1 0,1 1,-2-1,1 0,0-1,-2 3,0-1,0 1,0-1,-1 1,0-1,0 0,0 1,-1-1,0 1,0-1,0 1,-1-1,0 1,0 0,0 0,0 0,-1 0,0 0,0 1,0-1,-1 1,0-1,1 1,-1 1,-1-1,1 0,-1 0,-5-2,0-1,0 2,0-1,0 1,-1 1,0 0,0 0,0 1,0 1,0 0,-1 0,-9 1,12 0,1 0,-1 1,1 1,-1-1,1 1,0 1,-1-1,1 1,0 1,0 0,0 0,0 0,1 1,0 0,-1 1,1 0,1 0,-1 0,1 1,0 0,0 0,0 0,1 1,0 0,1 0,-1 0,1 1,0 0,4-4,-1 0,1 1,0-1,0 0,0 0,1 0,-1 0,1 0,0-1,0 1,1 0,-1 0,1 0,0-1,-1 1,2-1,-1 0,0 1,1-1,-1 0,1 0,0-1,0 1,0 0,1-1,1 1,95 47,-31-29</inkml:trace>
  <inkml:trace contextRef="#ctx0" brushRef="#br0" timeOffset="10282.943">14072 2166,'0'-5,"-1"0,0-1,-1 1,1 0,-1 0,0 0,0 0,0 0,-1 0,0 1,0-1,0 1,-1 0,1 0,-1 0,0 0,0 1,0-1,0 1,-1 0,0 0,1 1,-1-1,0 1,0 0,0 1,-1-1,-4 0,-4-1,-1 1,0 1,1 0,-1 1,0 0,0 1,1 1,-1 0,1 1,-1 1,1 0,0 1,0 1,1 0,0 1,0 0,10-6,0 0,0 0,0 0,0 0,1 1,-1-1,0 1,1 0,-1 0,1 0,0 0,0 0,-1 1,2-1,-1 0,0 1,0 0,1-1,-1 1,1 0,0 0,0 0,0 0,0 0,1 0,-1 0,1 0,-1 0,1 0,0 0,1 1,-1-1,0 0,1 0,0 0,0 0,-1 0,2 0,-1 0,0-1,1 1,-1 0,2 1,6 2,1 0,-1 0,2-1,-1 0,0-1,1 0,0 0,0-1,0-1,0 0,0-1,1 0,1 0,4 2,1 0,-1-1,1-1,0-1,0 0,0-1,-1-1,1-1,-1-1,1 0,-1-1,0-1,-1 0,13-8,-25 12,-1-1,1 1,-1-1,0 0,1 0,-2 0,1 0,0-1,-1 1,1-1,-1 1,0-1,0 0,0 0,-1 0,0 0,1 0,-1 0,-1-1,1 1,-1 0,1 0,-1-1,0 5,0-1,0 1,0-1,0 1,0-1,0 1,0 0,0-1,0 1,0-1,0 1,0-1,0 1,0 0,-1-1,1 1,0-1,0 1,0 0,-1-1,1 1,0 0,0-1,-1 1,1 0,0-1,-1 1,1 0,0 0,-1-1,1 1,0 0,-1 0,1 0,-1-1,1 1,0 0,-1 0,1 0,-1 0,1 0,-1 0,1 0,0 0,-1 0,1 0,-1 0,1 0,-1 0,1 0,0 1,-1-1,1 0,-1 0,1 0,0 1,-1-1,-15 23,15-18,0 1,0-1,0 1,1-1,0 1,0 0,0-1,0 1,1-1,0 1,0-1,1 1,0-1,0 0,0 1,0-1,1 0,0-1,0 1,0 0,0-1,1 0,0 1,0-2,0 1,0 0,1-1,-1 0,1 0,0 0,0 0,0-1,0 0,1 0,-1 0,0-1,1 0,-1 0,1 0,0-1,-1 1,1-1,-1-1,1 1,0-1,-1 0,1 0,-1-1,0 1,1-1,-1-1,0 1,0-1,0 1,-1-1,1-1,-1 1,1-1,-1 0,0 0,1-2,1-5,-1-1,0 0,0 0,-2-1,1 1,-2-1,1 0,-2 0,0 0,0 0,-2 0,1 0,-3-9,5-70,-2 90,0 0,1 0,-1 0,1 0,0 0,-1 0,1 1,0-1,0 0,0 0,0 0,1 1,-1-1,0 1,1-1,-1 1,1 0,0-1,-1 1,1 0,0 0,0 0,0 0,0 0,-1 1,1-1,0 1,0-1,0 1,1-1,-1 1,0 0,0 0,0 0,73 10,-62-6,-1 1,1 0,-1 0,0 1,0 1,0 0,-1 1,0 0,-1 0,0 1,0 1,-1 0,0 0,-1 0,0 1,0 1,-1-1,-1 1,0 0,-1 1,4 11,-7-16,1 0,-1 0,1 0,1 0,0 0,0-1,1 0,-1 0,1 0,1 0,-1-1,1 0,1 0,-1 0,1-1,0 0,0-1,0 1,2-1,11 2,1-1,0-1,0-1,0-1,0 0,1-2,-1-1,0 0,0-2,0 0,0-1,0-2,-1 0,1-1,-2-1,15-7,-14 6,0 0,-1-2,0 0,-1-1,0 0,-1-2,-1 0,0-1,-1-1,8-9,-22 24,0 0,0 0,0-1,0 1,-1 0,1 0,0-1,-1 1,1-1,-1 1,1 0,-1-1,1 1,-1-1,0 1,0-1,0 1,0-1,0 1,0-1,0 1,-1-1,1 1,0-1,-1 1,1-1,-1 1,0 0,1-1,-1 1,0 0,0-1,0 1,0 0,0 0,0 0,0 0,0 0,0 0,-1 0,1 0,0 1,-1-1,1 0,0 1,-1-1,1 1,-1 0,1-1,-1 1,1 0,-1 0,1 0,-1 0,1 0,-10-3,0 1,1 1,-1 0,0 0,0 1,1 0,-1 1,0 1,0-1,1 2,-1-1,1 1,0 1,0 0,-8 5,16-8,0 0,0 1,0-1,0 1,0-1,0 1,1 0,-1 0,1 0,-1 0,1 0,0 0,0 0,0 0,0 1,0-1,0 0,1 1,-1-1,1 0,-1 1,1-1,0 1,0-1,0 1,1-1,-1 0,0 1,1-1,0 1,-1-1,1 0,0 0,0 1,0-1,3 5,1 0,-1-1,1 1,0-1,1 0,-1 0,1-1,0 1,1-1,1 0,25 13,2-1,0-2,0-2,1-1,1-1,0-3,1-1,-1-1,1-2,0-2,8-2,-15 2,-1-1,0-2,1-1,-1-2,7-2,-30 5,1-1,0 0,-1 0,0-1,1 0,-1 0,0 0,0-1,-1 0,1-1,-1 0,0 0,0 0,-1 0,1-1,-1 0,-1 0,1-1,-1 1,0-1,0 0,1-4,-3 6,-1 1,0 0,0-1,0 1,0-1,-1 1,0-1,0 1,0-1,0 1,-1-1,0 1,1-1,-2 1,1 0,0 0,-1-1,0 1,0 0,0 0,-1 0,1 1,-1-1,0 1,0-1,0 1,0 0,-1 0,0 0,1 1,-1-1,0 1,0 0,0 0,0 0,0 1,-3-2,-2 0,0 0,1 0,-1 1,0 0,0 0,0 1,0 0,0 0,0 1,-1 1,1-1,0 2,0-1,0 1,0 0,1 1,-1 0,1 1,-1-1,1 2,0-1,0 1,1 0,0 1,-5 3,11-7,-1 1,0-1,1 0,-1 1,1-1,0 1,0-1,0 1,0 0,0-1,1 1,-1 0,1 0,-1 0,1-1,0 1,0 0,1 0,-1 0,1-1,-1 1,1 0,0 0,0-1,0 1,0-1,0 1,1-1,-1 1,1-1,0 1,2 1,0 1,0-1,1 0,0 0,0 0,0-1,0 0,1 0,-1 0,1-1,0 1,-1-1,7 1,-4-1,1 1,0-1,0 0,0-1,0 0,0-1,0 0,0 0,0-1,0 0,0 0,0-1,-1-1,1 1,-1-1,1-1,-1 1,0-2,0 1,0-1,-1 0,0 0,0-1,0 0,-1-1,1 0,-6 6,0-1,1 0,-1 0,0 0,-1 0,1 0,0 0,-1 0,1 0,-1 0,1 0,-1 0,0 0,0-1,0 1,0 0,-1 0,1 0,-1-2,-9 20,10-13,0 0,0 0,1 0,-1 0,1-1,-1 1,1 0,0 0,0-1,0 1,0-1,1 1,-1-1,1 1,-1-1,1 0,0 0,0 1,0-1,0-1,0 1,0 0,1 0,-1-1,3 1,70 28,1-16,1-3,0-4,54-2,-98-4,86 2</inkml:trace>
  <inkml:trace contextRef="#ctx0" brushRef="#br0" timeOffset="10913.037">17240 2020,'104'-124,"35"-49,-116 125,-23 48,0 0,0 0,0 0,-1 1,1-1,0 0,0 0,0 0,-1 0,1 0,0 0,0 0,0 0,-1-1,1 1,0 0,0 0,0 0,-1 0,1 0,0 0,0 0,0 0,-1 0,1-1,0 1,0 0,0 0,0 0,0 0,0-1,-1 1,1 0,0 0,0 0,0 0,0-1,0 1,0 0,0 0,0 0,0-1,0 1,0 0,0 0,0-1,0 1,0 0,0 0,0 0,-14 17,6 4,1-1,0 1,2 0,0 1,2-1,0 1,1 0,1 0,1-1,1 1,2 6,3 17,2 0,2-1,12 34,2 6,-23-82,0-1,0 1,0 0,0 0,0 0,0 0,-1 0,1 0,-1 0,1 0,-1 1,0-1,0 0,0 0,0 0,0 0,0 0,-1 0,1 0,-1 0,1 1,-1-1,0-1,0 1,0 0,0 0,0 0,0 0,-1-1,1 1,0 0,-1-1,0 0,1 1,-1-1,0 0,1 0,-1 0,0 0,0 0,-2 1,-3-3,-1-1,1 1,-1-1,1-1,0 1,-1-1,1-1,1 1,-1-1,0 0,1-1,0 1,0-1,0-1,1 1,0-1,0 0,-4-6,8 11,1 1,0-1,-1 1,1-1,0 1,-1-1,1 0,0 1,0-1,0 0,0 1,0-1,0 0,0 1,0-1,0 0,0 1,0-1,0 0,0 1,0-1,0 0,1 1,-1-1,0 1,1-1,-1 0,0 1,1-1,-1 1,1-1,-1 1,1-1,-1 1,1-1,-1 1,1 0,-1-1,1 1,-1 0,1-1,0 1,-1 0,1 0,0 0,-1 0,1-1,0 1,-1 0,1 0,0 0,-1 0,1 0,0 1,-1-1,1 0,0 0,-1 0,1 0,-1 1,1-1,0 0,-1 1,1-1,0 1,239 23,187 0,-368-22</inkml:trace>
  <inkml:trace contextRef="#ctx0" brushRef="#br0" timeOffset="11165.891">18511 2301,'4'2,"0"3,-8 1,-10-1,-3-1</inkml:trace>
  <inkml:trace contextRef="#ctx0" brushRef="#br1" timeOffset="28300.453">3538 5095,'18'-11,"6"-9,-1-1</inkml:trace>
  <inkml:trace contextRef="#ctx0" brushRef="#br1" timeOffset="24403.143">2482 3677,'61'-218,"-3"-35,-73 342,4 1,5 0,3 0,8 81,0-101</inkml:trace>
  <inkml:trace contextRef="#ctx0" brushRef="#br1" timeOffset="23135.864">1011 3329,'-16'1,"-1"0,0 1,1 0,0 2,-1-1,1 2,1 1,-1 0,1 0,0 2,0 0,1 0,0 2,1-1,0 2,0 0,1 0,1 1,0 1,-8 11,5-9,2 0,-1 1,2 0,0 1,1 0,0 0,2 1,0 1,1-1,1 1,1 0,0 1,2-1,-1 10,4-26,0 0,0 1,0-1,0 0,1 0,-1 1,1-1,0 0,0 0,0 0,1 0,-1 0,1 0,-1 0,1 0,0 0,0-1,1 1,-1-1,0 0,1 1,-1-1,1 0,0-1,0 1,-1 0,1-1,0 1,1-1,-1 0,0 0,0 0,0-1,1 1,-1-1,0 0,1 0,-1 0,0 0,0 0,3-1,10-4,0-1,0-1,-1-1,0 0,0 0,-1-2,0 0,0 0,-1-1,-1-1,0 0,0-1,-1 0,-1-1,0 0,3-8,7-9,0-2,-3 0,0-1,-2-1,-2 0,-1-1,-2 0,-2-1,-1 0,-1 0,-1-20,-5 52,1 0,0 0,0 0,0 0,-1 0,0-1,0 1,0 0,-1 0,1 0,-1 0,0 0,-1 0,1 0,-1 0,0 1,-1-1,1 1,-1-1,1 1,-1 0,-1 0,-1-2,1 5,0 1,0 0,-1 0,1 0,0 1,-1-1,1 1,0 0,0 0,0 1,0-1,0 1,0 0,0 0,1 0,-1 0,1 1,-1-1,1 1,0 0,0 0,-3 3,0 1,1-1,-1 1,1 0,0 0,1 1,-1-1,1 1,1 0,0 0,0 1,0-1,1 1,1-1,-1 1,1-1,1 1,0 0,0 0,0-1,1 1,1 4,4 18,2 0,0-1,2 0,2 0,4 8,135 264,-146-289,0 1,0 0,-2-1,1 1,-2 0,0 1,0-1,-2 13,-2-7</inkml:trace>
  <inkml:trace contextRef="#ctx0" brushRef="#br1" timeOffset="23496.425">1333 3664,'-3'18,"0"18,-2 11,-1 7,2 4,0-2,0-5,0-10,2-16,3-12</inkml:trace>
  <inkml:trace contextRef="#ctx0" brushRef="#br1" timeOffset="23766.698">1359 3651,'2'17,"1"0,1-1,0 1,1-1,1 0,1 0,0 0,1-1,0 0,2-1,-1 0,2 0,0-1,0-1,2 1,77 114,-88-124,0 0,0 0,-1 0,1 0,-1 0,0 0,0 0,0 0,0 1,-1-1,1 0,-1 1,0-1,0 1,0-1,0 0,-1 1,1-1,-1 0,0 0,0 1,0-1,0 0,-1 0,1 0,-1 0,0 0,0 0,0-1,0 1,0-1,0 1,-1-1,0 0,-1 2,-5 1,-1 1,1-2,-1 1,0-1,0-1,0 1,-1-2,1 0,-1 0,0-1,1 0,-1 0,0-1,0-1,1 0,-1-1,1 0,-6-1,-31-34,35 17</inkml:trace>
  <inkml:trace contextRef="#ctx0" brushRef="#br1" timeOffset="23985.218">1653 3571,'20'-5,"19"-1,13 0,10 2,1 0,-3 2,-11 1,-12 3,-13 1</inkml:trace>
  <inkml:trace contextRef="#ctx0" brushRef="#br1" timeOffset="24239.054">1760 3691,'16'2,"17"1,13 0,11 0,7 0,4 1,-9 0</inkml:trace>
  <inkml:trace contextRef="#ctx0" brushRef="#br1" timeOffset="25321.186">1024 4466,'-15'-2,"0"0,-1 1,1 1,-1 1,1 0,-1 0,1 2,0 0,0 1,0 0,0 1,1 1,0 0,0 1,1 0,-1 1,1 1,1 0,0 1,0 1,-5 2,2 0,0 2,0 0,1 0,1 1,1 1,0 0,2 1,-1 0,2 0,1 1,0 0,1 1,1 0,1 0,1 3,3-18,0 1,1 0,0-1,0 1,0-1,1 1,0-1,0 1,0-1,1 0,0 1,0-1,0 0,1 0,-1 0,1-1,0 1,1-1,-1 1,1-1,0 0,0 0,0-1,0 1,1-1,0 0,-1 0,1-1,0 1,0-1,1 0,3 1,1-1,-1-1,0 0,1-1,-1 1,1-2,-1 0,1 0,-1 0,1-1,-1-1,0 1,0-2,0 1,-1-1,1 0,-1-1,13-7,-1-1,-1-1,0 0,-1-2,15-16,-13 12,-1-1,0-1,-2-1,-1-1,0 0,-2-1,-1 0,-1-1,-1-1,-2 0,0 0,-2-1,-1 0,-1 0,-1 0,-2-1,-1-15,-1 35,-1 0,-1 1,0-1,0 0,-1 1,1 0,-2-1,1 1,-1 0,-1 1,-1-3,4 7,-1 0,1 0,0 0,-1 0,0 1,0 0,0-1,0 1,0 0,0 0,0 1,-1-1,1 1,0-1,-1 1,0 0,1 0,-1 1,0-1,1 1,-1 0,0 0,1 0,-1 0,0 1,1-1,-5 2,1 0,0 1,0 0,1 0,-1 1,1 0,-1 0,1 0,1 1,-1 0,0 0,1 0,0 1,1-1,-1 1,1 1,0-1,0 0,1 1,0 0,0 0,-3 8,0 1,1 0,1-1,1 1,0 1,1-1,1 0,0 13,6 0,1-1,1 0,1-1,2 0,0 0,2-1,1 0,1-1,1-1,1 0,2-1,0 0,12 10,21 33,22 48,-60-86</inkml:trace>
  <inkml:trace contextRef="#ctx0" brushRef="#br1" timeOffset="26887">1399 4881,'5'35,"-3"1,0 0,-3 0,-1 0,-1 0,-2-1,-2 1,-3 7,2-23,8-20,-1 0,1 0,0 0,0 0,-1 0,1 0,0 0,-1 0,1 0,0 1,-1-1,1-1,0 1,-1 0,1 0,0 0,-1 0,1 0,0 0,-1 0,1 0,0 0,-1-1,1 1,0 0,0 0,-1 0,1-1,0 1,0 0,0 0,-1-1,1 1,0 0,0 0,0-1,-1 1,1 0,0-1,0 1,0 0,0 0,0-1,0 1,0 0,0-1,0 1,0 0,0-1,0 1,0 0,0-1,0 1,0 0,0-1,0 1,1 0,-1-1,0 1,0 0,0 0,0-1,1 1,-1 0,0 0,0-1,1 1,-1 0,0 0,5-58,2 0,2 1,5-10,49-153,-33 168,-28 52,-1 0,0 1,1-1,-1 0,0 0,1 1,-1-1,0 1,1-1,-1 1,0-1,0 1,0 0,1 0,-1 0,0 0,0-1,0 1,0 1,-1-1,1 0,0 0,0 0,-1 0,1 0,0 1,-1-1,1 0,-1 1,0-1,1 0,-1 1,0-1,0 1,0-1,0 0,0 1,0-1,-1 1,2 0,51 315,-46-293,0-1,2 0,0 0,2-1,0 0,2-1,13 20,-11-24</inkml:trace>
  <inkml:trace contextRef="#ctx0" brushRef="#br1" timeOffset="27134.336">1399 4881,'21'4,"22"2,20-3,17-5,9-6,-11-1</inkml:trace>
  <inkml:trace contextRef="#ctx0" brushRef="#br1" timeOffset="27383.675">2121 4733,'11'-2,"13"-1,14 2,7 2,3 3,-4 2,-11 1</inkml:trace>
  <inkml:trace contextRef="#ctx0" brushRef="#br1" timeOffset="27551.225">2108 4868,'6'11,"13"4,15-1,16-7,14-7,6-6,1-4,-11 0</inkml:trace>
  <inkml:trace contextRef="#ctx0" brushRef="#br1" timeOffset="27769.64">2816 4814,'25'-102,"-4"-1,-2-21,-31 183,5-2,3 0,3 0,1 1,4-1,2 0,10 44,-12-89,-3-9,0 0,0 0,0 0,-1 0,1 0,0 0,-1 0,0 0,0 0,0 0,0 0,0 0,-1 0,1 0,-1 0,-1 3,-3-2</inkml:trace>
  <inkml:trace contextRef="#ctx0" brushRef="#br1" timeOffset="28039.512">2790 5041,'6'-2,"10"-1,13 0,13 1,11-2,7-2,-5-1</inkml:trace>
  <inkml:trace contextRef="#ctx0" brushRef="#br1" timeOffset="37984.738">5516 3971,'0'1,"0"-1,1 1,-1-1,0 1,0-1,0 1,1-1,-1 1,0-1,1 1,-1-1,0 1,1-1,-1 0,1 1,-1-1,0 0,1 1,-1-1,1 0,-1 1,1-1,-1 0,1 0,0 0,-1 0,1 1,-1-1,1 0,-1 0,1 0,-1 0,1 0,0 0,-1 0,1-1,-1 1,1 0,-1 0,1 0,-1-1,1 1,-1 0,1 0,-1-1,1 1,-1 0,1-1,-1 1,0 0,1-1,-1 0,0 1,1388-66,-1320 58,-68 8,0 0,0 0,-1-1,1 1,0 0,0 0,-1-1,1 1,0 0,0-1,0 1,0 0,-1-1,1 1,0 0,0-1,0 1,0 0,0-1,0 1,0 0,0-1,0 1,0 0,0-1,0 1,0-1,0 1,0 0,0-1,0 1,1 0,-1-1,0 1,0 0,0 0,1-1,-1 1,0 0,0 0,1-1,-1 1,0 0,0 0,1-1,-1 1,0 0,1 0,-1 0,0 0,1 0,-1-1,0 1,1 0,-1 0,0 0,1 0,-1 0,-29-8,15 7</inkml:trace>
  <inkml:trace contextRef="#ctx0" brushRef="#br1" timeOffset="39553.853">5423 3971,'27'27,"-8"-19,0-1,1 0,0-2,0 0,0-1,8 0,3 1,-10-1,22 2,-1 3,-1 1,0 2,13 7,2 18,-54-36,-1 1,0-1,0 0,0 1,0-1,0 1,0 0,0-1,-1 1,1 0,-1-1,1 1,-1 0,1 0,-1-1,0 1,0 0,0 0,0 0,0 0,0-1,-1 1,1 0,-1 0,1-1,-1 1,1 0,-1-1,0 1,0 0,0-1,0 1,0-1,-1 1,-10 9,0 0,-1-1,-1 0,0-2,0 1,0-2,-1 0,0 0,-1-1,1-1,-11 1,9 0,-289 77,251-65,55-17,0-1,0 0,0 1,0-1,-1 0,1 1,0-1,0 0,0 1,0-1,0 0,0 1,0-1,0 1,0-1,0 0,0 1,1-1,-1 0,0 1,0-1,0 0,0 1,0-1,1 0,-1 0,0 1,0-1,1 0,-1 0,0 1,0-1,1 0,-1 0,0 1,1-1,-1 0,0 0,0 0,1 0,-1 0,1 0,-1 1,0-1,1 0,-1 0,0 0,1 0,-1 0,0 0,1 0,-1-1,0 1,1 0,-1 0,0 0,1 0,-1 0,0 0,1-1,-1 1,0 0,1 0,-1 0,0-1,0 1,146-7,-116 3,673-94,573 23,-350 33,-627 18,-237 11,-62 12,0 0,-1 1,1-1,0 0,0 0,-1 0,1 0,-1 0,1 0,-1 0,1 1,-1-1,1 0,-1 0,0 1,1-1,-1 0,0 1,0-1,1 1,-1-1,0 1,0-1,0 1,0-1,0 1,0 0,0 0,0 0,0-1,0 1,0 0,1 0,-1 0,-1 0,-83-11,67 10</inkml:trace>
  <inkml:trace contextRef="#ctx0" brushRef="#br1" timeOffset="40166.21">6827 3825,'70'17,"0"-4,1-2,0-3,31-3,714 8,-110-5,-666-7,12 1,0 1,0 3,22 7,-69-11,-30-5,16 2,-8-1</inkml:trace>
  <inkml:trace contextRef="#ctx0" brushRef="#br1" timeOffset="41133.176">6319 3490,'1'-55,"4"1,1-1,3 1,4-8,13-19,-24 78,-1 0,0-1,1 1,0 1,-1-1,1 0,1 0,-1 1,0-1,0 1,1-1,0 1,-1 0,1 0,0 0,0 1,0-1,0 1,0 0,0-1,1 1,-1 1,2-2,2 4,0 0,0 1,0 0,0 0,0 0,-1 1,0 0,0 0,0 0,0 1,-1 0,1 0,-1 1,-1-1,1 1,-1 0,4 6,-7-9,14 15,-1 2,-2 0,0 0,-1 1,0 0,-2 1,5 19,-13-40,-1 1,1-1,0 0,-1 1,1-1,-1 1,1-1,-1 0,0 1,0-1,0 1,1-1,-1 1,-1-1,1 1,0-1,0 1,0-1,-1 1,1-1,-1 0,1 1,-1-1,0 0,0 1,1-1,-1 0,0 0,0 0,0 0,0 0,0 0,0 0,-1 0,1 0,0 0,0 0,-1-1,1 1,0 0,-1-1,1 0,-1 1,1-1,-1 0,1 1,0-1,-1 0,1 0,-1 0,1 0,-1-1,1 1,-1 0,1-1,-1 1,1-1,0 1,-1-1,-5-2,1 0,-1-1,1 0,0 0,0 0,1-1,-1 0,1 0,0 0,0 0,1-1,0 0,0 0,0 0,-2-6,6 10,0 1,0-1,0 1,0-1,0 0,1 1,-1-1,0 1,1-1,-1 1,1 0,0-1,0 1,-1-1,1 1,0 0,0 0,0-1,0 1,0 0,1 0,-1 0,0 0,0 0,1 1,-1-1,1 0,-1 1,0-1,1 1,-1-1,1 1,-1-1,1 1,0 0,-1 0,1 0,-1 0,1 0,-1 0,1 0,-1 1,1-1,-1 1,1-1,0 1,-1-1,142-1,-113 3,1 0,0-2,-1-2,1-1,-1-1,0-1,0-2,-1-1,19-8,-44 15,-1-1,0 1,0-1,1 1,-1-1,0 0,-1 0,1 0,0-1,-1 1,1 0,-1-1,0 0,1 0,-1 0,-1 0,1 0,1-2,-4 4,0-1,0 1,1 0,-1 0,0-1,0 1,0 0,0 0,0 0,-1 0,1 0,0 0,0 1,-1-1,1 0,-1 1,1-1,0 1,-1-1,1 1,-1 0,1-1,-1 1,1 0,-1 0,1 0,-1 0,1 0,-1 1,1-1,-6 0,1 0,-1 1,1 0,-1 0,1 0,0 1,0 0,-1 0,2 1,-1 0,-4 2,7-3,1-1,-1 0,1 1,0 0,0-1,0 1,0 0,0 0,0 0,0 0,1 1,-1-1,1 0,0 1,-1-1,1 1,0-1,0 1,1-1,-1 1,0 0,1-1,0 1,0 0,0 0,0-1,0 1,0 0,1 0,2 2,0 0,0 0,0 0,1 0,0 0,0-1,1 0,-1 0,1 0,0 0,0-1,0 0,0 0,1 0,-1-1,1 1,-1-1,1-1,0 1,0-1,4 1,166 27,-82-21</inkml:trace>
  <inkml:trace contextRef="#ctx0" brushRef="#br1" timeOffset="41852.719">7977 3063,'17'6,"1"-1,1 0,-1-2,0 0,1-1,0 0,-1-2,1 0,0-1,-1-1,1-1,-1-1,0 0,0-1,0-1,-1-1,0 0,0-2,0 0,-1 0,-1-2,0 0,0 0,2-5,-8 9,-1 0,1-1,-2 0,1 0,-2-1,1 1,-1-2,0 1,-1-1,0 0,0 0,-1 0,-1-1,1 1,-2-1,0 0,1-5,-3 13,0 0,-1 0,1 0,-1 0,0-1,1 1,-1 0,-1 1,1-1,0 0,-1 0,1 0,-1 1,0-1,0 1,0-1,0 1,0 0,-1 0,1 0,-1 0,1 0,-1 1,0-1,0 1,1-1,-1 1,0 0,0 0,0 1,0-1,-1 0,1 1,0 0,0 0,0 0,0 0,0 0,0 1,-1-1,1 1,0 0,0 0,1 0,-1 0,0 1,0-1,0 1,1 0,-3 1,-3 3,-1 0,1 0,1 1,-1 0,1 1,0 0,1 0,0 0,0 1,0 0,2 0,-1 0,1 1,0-1,-1 7,-3 11,1 0,1 1,2 0,0 0,2 4,3 44,2-1,5 0,2-1,4 0,4 7,27 161,-32-48,-15-153</inkml:trace>
  <inkml:trace contextRef="#ctx0" brushRef="#br1" timeOffset="42850.564">7977 3344,'106'-31,"1"5,65-6,76 3,-243 27,-1 1,1 0,0 1,0-1,0 1,-1 0,1 0,0 1,0-1,-1 1,1 0,0 0,-1 1,1-1,-1 1,1 0,-1 0,0 0,0 1,0 0,0 0,0 0,-1 0,1 0,-1 1,0-1,0 1,0 0,0 1,-10 68,-1-18,9-53,0 0,0 0,0-1,0 1,1-1,-1 1,1-1,-1 1,1-1,-1 0,1 0,0 0,-1 0,1 0,0 0,0 0,0-1,0 1,0-1,0 1,0-1,0 0,0 0,0 1,0-2,0 1,-1 0,1 0,0 0,0-1,0 1,0-1,0 0,0 0,0 1,0-1,-1 0,6-1,-1 0,0 0,0 0,0 0,0-1,0 0,-1 0,1-1,-1 0,0 0,0 0,0 0,-1-1,1 0,-1 0,0 0,-1 0,1-1,-1 1,0-1,-1 0,1 0,-1 0,0 0,0 0,-1-1,0 1,0-1,-1 1,1 0,-1-1,-1 1,1-1,-1 1,0-1,-1 1,0 0,0 0,0 0,0 0,-1 0,-3-5,-1 3,0 1,-1-1,0 2,0-1,0 1,-1 0,0 1,0 0,-1 1,1-1,-1 2,0 0,0 0,0 0,0 1,0 1,-1 0,1 0,0 1,-1 0,1 1,-1 0,1 1,0 0,0 1,0 0,0 0,0 1,-1 1,-17 14,27-18,1-1,-1 0,1 1,-1-1,1 1,0-1,-1 1,1-1,0 1,0-1,-1 1,1-1,0 1,0-1,0 1,-1-1,1 1,0 0,0-1,0 1,0-1,0 1,0 0,0-1,0 1,1-1,-1 1,0-1,0 1,0-1,1 1,-1-1,0 1,0-1,1 1,-1-1,1 1,-1-1,0 1,1-1,-1 0,1 1,-1-1,1 0,-1 1,1-1,-1 0,1 0,-1 1,1-1,-1 0,1 0,0 0,-1 0,14 4,0-1,-1 0,1-1,0-1,0 0,0-1,0 0,0-1,12-3,-16 3,29-3,0-1,0-3,-1-1,0-2,0-1,-2-2,0-2,0-1,-17 7,-2 0,1-1,-1-1,-1-1,0 0,0-1,-2 0,0-2,0 1,-2-2,0 0,-1 0,0-1,-2 0,0-1,-1-1,-3 10,-1-1,0 1,0-1,-2 0,1-1,-1 1,-1 0,0-1,-1 1,0-1,0 1,-1 0,-1-1,0 1,-1 0,0 0,0 0,-1 0,-5-8,7 16,-1 0,0 1,1-1,-1 1,0-1,0 1,-1 0,1 0,0 0,-1 1,1-1,-1 1,0 0,1 0,-1 0,0 0,0 1,1 0,-1-1,0 1,0 1,0-1,1 0,-1 1,0 0,0 0,1 0,-1 0,1 1,-1-1,1 1,0 0,-1 0,1 0,0 1,0-1,0 1,1-1,-1 1,1 0,-1 0,1 0,-1 3,-12 16,0 2,2 0,1 0,0 1,2 1,1 0,1 0,2 1,0 0,2 0,1 0,1 0,1 1,2 2,-2-5,1 0,1 0,1 0,1 0,2 0,0 0,2-1,0 0,2-1,0 1,2-2,1 1,0-2,2 1,0-2,2 0,4 4,-16-19,0-1,0 1,1-1,-1 0,1 0,0 0,1-1,-1 1,1-1,-1-1,1 1,0-1,0 0,0 0,0-1,0 0,0 0,1 0,-1-1,0 0,0 0,1 0,-1-1,0 0,0 0,0-1,0 0,0 0,0 0,3-2,3-5,0-2,0 1,-1-1,-1-1,0 0,0 0,-1-1,-1 0,0-1,-1 0,0 0,-1 0,-1-1,0 0,0-5,-4 15,1 2,-1 0,0-1,0 1,-1-1,1 1,-1-1,1 1,-1-1,0 1,0-1,-1 1,1-1,-1 1,-1-4,-12 17,10-6,1 0,0 1,0-1,0 1,1 0,-1 0,1 0,0 0,0 0,1 0,0 1,0-1,0 0,0 1,1-1,0 1,0-1,1 0,-1 1,1-1,0 1,1-1,-1 0,1 0,0 0,0 0,1 0,0 0,-1-1,2 1,-1-1,0 0,1 0,0 0,0 1,5-2,0 1,-1-1,1-1,1 1,-1-1,0-1,0 0,1 0,-1-1,0 0,1-1,-1 0,0 0,1-1,-1 0,0-1,1 0,-5 1,0 1,0-1,0 0,0 0,-1-1,1 1,-1-1,1 0,-1 0,0-1,0 1,-1-1,1 0,-1 0,1 0,-1 0,-1 0,1-1,-1 0,1 1,-1-1,0 0,-1 0,1 0,-1 0,0 0,-1-1,1 1,-1 0,0 0,0-1,-1 2,1-1,-1 1,0 0,0 0,-1 0,1-1,-1 1,0 1,0-1,0 0,0 0,-1 1,0-1,0 1,0 0,0 0,0 0,0 0,-1 1,1-1,-1 1,0 0,0 0,0 0,0 0,0 1,0 0,0 0,-1 0,-3-1,-1 0,1 1,-1 1,0 0,1 0,-1 0,0 1,1 0,-1 1,1 0,-1 0,1 1,0 0,-2 1,3 0,-1 1,1-1,0 1,0 0,1 1,-1 0,1 0,1 0,-6 7,10-11,-1 0,1 0,-1 0,1 0,0 0,0 1,0-1,0 1,0-1,0 0,1 1,-1-1,1 1,0 0,0-1,0 1,0-1,0 1,0-1,1 1,-1-1,1 1,-1-1,1 1,0-1,0 0,1 1,-1-1,0 0,1 0,-1 0,1 0,0 1,22 17</inkml:trace>
  <inkml:trace contextRef="#ctx0" brushRef="#br1" timeOffset="43419.98">10089 2996,'-22'-3,"13"1,0 0,1 1,-1 0,0 0,0 1,0 0,0 1,0 0,1 0,-1 1,-3 1,10-2,1 0,0-1,-1 1,1 0,0 0,-1 0,1 0,0 0,0 1,0-1,0 0,0 0,0 1,0-1,0 1,1-1,-1 1,0-1,1 1,-1-1,1 1,0-1,-1 1,1 0,0-1,0 1,0-1,0 1,1 0,-1-1,0 1,1-1,-1 1,0 0,1-1,0 1,-1-1,1 0,0 1,0-1,0 0,0 1,0-1,48 58,152 105,-164-111,-36-52,0 1,0-1,-1 1,1 0,-1-1,1 1,-1 0,0-1,0 1,0 0,1 0,-2-1,1 1,0 0,0-1,0 1,-1 0,1-1,-1 1,0 0,1-1,-1 1,0-1,0 1,0-1,0 0,0 1,0-1,0 0,0 1,-1-1,1 0,-1 0,1 0,-1 0,-7 3,0 0,-1 0,1-1,-1 0,0 0,0-1,0-1,0 0,0 0,0-1,0 0,0-1,0 0,0 0,0-1,0 0,0-1,0-1,9 4,-1 0,1-1,-1 1,1-1,0 0,-1 1,1-1,0 0,0 0,-1 0,1 0,0 0,0 0,0 0,0 0,0 0,0-1,1 1,-1 0,0 0,1-1,-1 1,0-1,1 1,0-1,-1 1,1 0,0-1,0 1,0-1,0 1,0-1,0 1,0-1,1 1,-1-1,0 1,1-1,-1 1,1-1,-1 1,1 0,0-1,0 1,0 0,0 0,0 0,0 0,0 0,0 0,0 0,0 0,0 0,1 0,-1 0,14-7,0 0,0 1,0 1,1 0,0 1,0 1,13-1,6-4,-26 7,135-44,-136 42,1 0,-1 0,0-1,0 0,0 0,-1-1,0 0,0 0,0-1,-1 0,0 0,0-1,-1 1,4-8,-8 13,1-1,-1 0,1 0,-1 0,0-1,0 1,0 0,-1 0,1-1,-1 1,0 0,0 0,0-1,0 1,0 0,-1-1,1 1,-1 0,0 0,0 0,0-1,-1 1,1 0,-1 1,0-1,1 0,-1 0,0 1,-1-1,1 1,0 0,-1-1,1 1,-1 0,0 1,0-1,0 0,0 1,0-1,0 1,0 0,0 0,0 1,-1-1,1 0,0 1,0 0,-1 0,-1 0,0 2,-1 0,1 0,0 0,0 1,0 0,0 0,0 0,1 0,-1 1,1 0,0 0,0 0,0 0,1 1,0 0,0-1,0 1,0 0,1 1,-1-1,1 0,1 1,-1-1,1 1,0-1,0 1,0 0,1-1,0 1,0 0,1 0,0-1,-1 1,2-1,-1 1,1-1,0 1,0-1,0 0,1 1,6 4,-1 1,2-1,0-1,0 0,0 0,1-1,1-1,-1 0,1 0,0-1,1 0,0-1,-1-1,2 0,-1-1,0 0,1-1,10 1,28 4</inkml:trace>
  <inkml:trace contextRef="#ctx0" brushRef="#br1" timeOffset="43767.14">11038 2969,'-15'-3,"1"1,-1 0,1 1,-1 0,1 2,-1 0,1 0,-1 1,1 1,0 1,0 0,0 0,0 1,1 1,0 1,0 0,0 0,1 1,-7 6,17-12,1 0,-1-1,1 1,-1 0,1-1,0 1,0 0,0 0,0 0,0 0,0 0,0 1,0-1,1 0,-1 0,1 0,0 1,0-1,0 0,0 0,0 1,0-1,0 0,1 0,-1 0,1 1,0-1,0 0,0 0,0 0,0 0,0 0,0 0,0 0,1-1,-1 1,1 0,-1-1,1 1,0-1,0 0,0 1,0-1,0 0,0 0,0 0,1 0,17 8,0-1,0-1,1 0,0-2,0 0,14 0,11 4,-12-3,-20-4,1 0,-1 1,0 1,0 0,0 1,-1 1,1 0,-13-6,0 1,0-1,-1 1,1-1,0 1,0 0,0-1,0 1,-1 0,1 0,0 0,-1-1,1 1,-1 0,1 0,-1 0,1 0,-1 0,1 0,-1 0,0 0,0 0,1 0,-1 0,0 0,0 0,0 0,0 0,0 0,-1 0,1 0,0 1,0-1,-1 0,1 0,-1-1,1 1,0 0,-1 0,0 0,1 0,-1 0,0 0,1-1,-2 2,-37 31,20-23,0 0,0-1,0-1,-1-1,0-1,-1-1,-17 3,19-6,7-3</inkml:trace>
  <inkml:trace contextRef="#ctx0" brushRef="#br1" timeOffset="44052.38">11693 2996,'-12'-3,"0"1,1 0,-1 0,0 1,0 1,0 0,0 1,0 0,0 0,1 2,-1-1,1 1,-1 1,1 0,0 1,0 0,1 1,0 0,0 0,0 1,1 1,-1-1,2 1,-1 1,1 0,1 0,0 0,0 1,-3 6,9-13,-1 1,1-1,0 1,-1 0,2-1,-1 1,0 0,1 0,-1-1,1 1,0 0,1 0,-1-1,1 1,-1 0,1 0,0-1,0 1,1-1,-1 1,1-1,0 1,0-1,0 0,0 0,0 0,1 0,-1 0,1-1,2 3,8 3,1-1,-1 0,1-1,0-1,0 0,1 0,0-2,0 0,0 0,0-2,0 0,5 0,30 1,1-2,-1-2,0-3,28-6,2-4</inkml:trace>
  <inkml:trace contextRef="#ctx0" brushRef="#br1" timeOffset="44500.878">12829 3063,'-2'15,"-1"20,0 19,3 17,4 9,5 8,4 2,0-1,-3-3,-3-8,-2-10,-3-17</inkml:trace>
  <inkml:trace contextRef="#ctx0" brushRef="#br1" timeOffset="45033.452">12735 3183,'17'-4,"0"0,0 2,0 0,0 1,0 0,0 2,1 0,-1 1,0 0,0 1,-1 1,1 1,-1 1,0 0,0 1,-1 0,12 8,-17-10,-1 0,1 0,-1 1,0 0,0 1,0 0,-1 0,0 1,-1 0,0 0,6 9,-12-16,0 0,-1 1,1-1,0 0,-1 1,1-1,-1 0,0 1,1-1,-1 1,0-1,0 0,0 1,0-1,0 1,0-1,0 1,0-1,-1 0,1 1,-1-1,1 1,-1-1,1 0,-1 0,0 1,1-1,-1 0,0 0,0 0,0 0,0 0,0 0,0 0,0 0,-1 0,0 0,-52 17,48-16,0-1,0 0,0 0,-1-1,1 0,0 0,-1 0,1-1,0 0,0 0,0 0,0-1,0 0,0 0,0-1,0 1,1-1,-1 0,1-1,0 1,-1-2,5 1,0 1,0 0,0-1,1 1,-1-1,1 1,0 0,0-1,0 1,0-1,1 1,0-1,-1 1,1 0,0-1,1 1,-1 0,1 0,-1 0,1 0,0 0,0 0,0 0,0 1,1-1,-1 1,1-1,0 1,-1 0,96-109,-65 76,0-2,-2-1,16-28,-36 49,-1 0,0 0,-2-1,0 0,0-1,-2 0,-1 0,0 0,-1-1,-1 1,-1-1,-1 0,-1 0,0 0,-1 1,-3-9,3 23,-1 0,0 0,0-1,-1 1,1 0,-1 1,0-1,-1 0,1 1,-1 0,0 0,0 0,0 0,0 0,2 3,0 0,0 0,0-1,0 1,0 0,0 1,-1-1,1 0,0 1,0-1,0 1,-1-1,1 1,0 0,-1 0,1 0,0 1,-1-1,1 0,0 1,0-1,-1 1,1 0,0 0,0 0,0 0,0 0,0 0,0 1,0-1,1 1,-1-1,0 1,0 1,-6 8,2 0,-1 0,1 1,1 0,0 0,1 0,1 1,-1-1,2 1,0 0,0-1,2 1,-1 0,1 0,1 0,1 0,0 1,3 18,2 1,2-2,0 1,3-1,0-1,2 0,1 0,1-2,2 0,1-1,1-1,1 0,1-2,1-1,1 0,1-2,2-1,-1-1,30 15,-53-32,4 3,1 0,0 0,0-1,1 0,-1 0,1-1,0 0,0-1,0 1,0-2,9 1,2-5</inkml:trace>
  <inkml:trace contextRef="#ctx0" brushRef="#br1" timeOffset="45234.915">13043 2876,'27'4,"32"2,31 0,25-2,16 0,4-2,-22-1</inkml:trace>
  <inkml:trace contextRef="#ctx0" brushRef="#br1" timeOffset="45720.613">13805 3397,'12'-56,"-2"0,-3-1,-2-1,-2 1,-4-34,0 85,1 2,0-1,0 1,0 0,-1 0,1-1,-1 1,-1 0,1 0,0 0,-1 0,0 0,0 0,0 0,0 1,-1-1,2 4,0 0,1 0,-1 1,1-1,-1 0,0 1,1-1,-1 0,1 1,-1-1,1 1,-1-1,1 1,-1-1,1 1,-1-1,1 1,0-1,-1 1,1 0,0-1,-1 1,1 0,0-1,0 1,0 0,0-1,-1 1,1 0,0-1,0 1,0 0,1-1,-1 1,0 0,0 0,0-1,0 1,1 0,-1-1,0 1,1-1,-1 1,1 0,2 5,1 0,1 0,-1 0,1-1,0 0,0 0,1 0,-1-1,1 1,0-1,0 0,1-1,-1 0,1 0,0 0,0-1,0 0,0 0,0-1,0 0,0 0,0-1,2 1,184 19,-190-20,-1 0,1 0,0 0,-1 0,1 0,0 0,-1 1,1 0,-1-1,1 1,-1 0,1 0,-1 0,0 0,1 1,-1-1,0 1,0-1,0 1,0 0,0 0,0 0,-1 0,1 0,0 0,-1 0,0 0,1 1,-1-1,0 1,0-1,-1 1,1-1,0 1,-1-1,1 2,-34 86,28-82,0 0,1 1,1-1,-1 1,1-1,1 1,0 0,0 0,0 0,1 0,1 1,-1-1,2 2,0-7,0 0,0 0,0 0,1 0,0 0,-1-1,2 1,-1-1,0 1,1-1,-1 0,1 0,0 0,0 0,0 0,0-1,1 1,-1-1,1 0,-1 0,1 0,0-1,1 1,97 22,-29-19,0-2,1-3,69-11,-77 5</inkml:trace>
  <inkml:trace contextRef="#ctx0" brushRef="#br1" timeOffset="47336.214">6492 5001,'-5'-4,"0"1,-1-1,1 1,-1 1,0-1,0 1,0 0,0 0,0 0,0 1,-1 0,1 1,0-1,-1 1,1 0,0 1,-1-1,1 1,0 1,0-1,0 1,0 0,0 0,0 1,0 0,1 0,-1 0,1 1,0 0,0 0,0 0,1 0,-1 1,1 0,-1 1,-1 3,0 0,1 0,0 1,0 0,1-1,1 2,0-1,0 0,1 1,0-1,0 1,1 2,1-7,0 0,0 0,0 0,0 0,1-1,0 1,1 0,-1 0,1-1,0 1,0-1,1 1,-1-1,1 0,1 0,-1 0,1 0,-1-1,1 1,1-1,-1 0,4 2,6 1,0-2,0 1,0-2,0 0,1-1,0 0,0-1,0-1,0 0,0-1,0-1,0 0,-1-1,1 0,0-2,12-3,3-1,0-1,-1-1,-1-1,1-2,-2 0,0-2,-1-1,0-2,-1 0,21-22,-4-14,-43 54,1 0,-1 1,1-1,0 0,-1 1,1-1,-1 0,1 0,-1 1,1-1,-1 0,1 0,-1 0,1 0,-1 0,1 0,-1 0,1 0,-1 0,1 0,-1 0,0 0,1 0,-1 0,1 0,-1 0,1-1,-1 1,1 0,0 0,-1-1,1 1,-1 0,1-1,-1 1,1 0,0-1,-1 1,1-1,0 1,-1-1,1 1,0 0,0-1,0 1,-1-1,1 1,0-1,0 1,0-1,0 0,0 1,0-1,0 1,0-1,0 1,0-1,0 1,0-1,0 1,0-1,1 1,-1-1,-3 3,0 1,0 0,0 0,1 0,-1 0,1 0,0 0,0 1,0-1,0 1,1 0,-1-1,1 1,0 0,0 0,1 0,-1 0,1 0,-1 0,1 0,1 0,-1 0,0 0,1-1,0 1,0 0,0 0,0 0,1-1,-1 1,1 0,0-1,0 0,1 1,-1-1,1 0,-1 0,1 0,0-1,0 1,3 1,6 2,1 0,0-1,0-1,1 0,-1-1,1 0,0-1,-1-1,1 0,0-1,0 0,9-2,-17 2,0 0,0-1,1 0,-1 0,0 0,0-1,0 1,0-1,0-1,-1 1,1-1,-1 0,1-1,-1 1,0-1,0 0,-1 0,1-1,-1 1,0-1,1-2,-4 3,-1 0,0 0,0 0,0 0,-1 0,1 0,-1 0,0 0,0 0,0 0,-1 0,1 1,-1-1,0 1,0-1,-1 1,1-1,0 1,-1 0,0 0,0 0,0 1,0-1,0 1,-1 0,1-1,-1 1,1 1,-4-2,-17-10,0 1,-1 2,0 0,-1 2,0 0,0 2,-17-1,144 6,159-4,-252 5,-1 0,1 0,-1 0,1 1,-1 0,0 1,1 0,-1 0,0 0,0 1,0 0,0 0,-1 1,1 0,-1 0,0 1,0-1,0 1,-1 1,0-1,0 1,0 0,1 2,-2 1,-1 0,-1 0,0 0,0 1,0-1,-1 0,-1 1,0-1,0 1,-1 3,1 31,0-43,0 0,0 0,0 0,0-1,0 1,0 0,0 0,0 0,1 0,-1 0,0 0,0 0,1 0,-1-1,1 1,-1 0,1 0,-1 0,1-1,-1 1,1 0,0-1,-1 1,1 0,0-1,0 1,-1-1,1 1,0-1,0 1,0-1,0 0,0 0,0 1,-1-1,1 0,0 0,0 0,0 0,0 0,0 0,0 0,0 0,0 0,0 0,0-1,39-20,-30 11,-1 1,0-2,0 1,-1-1,-1 0,0-1,0 0,-1 0,-1 0,0-1,0 0,-2 0,1 0,-2 0,0-1,0 1,-1-1,-1-9,-3 59,3-28,0 1,1-1,0 1,1-1,-1 1,2-1,-1 0,1 0,0 0,1 0,0-1,0 1,1-1,0 0,0 0,0-1,1 1,0-1,0 0,1-1,0 0,0 0,0 0,0-1,1 0,-1 0,1-1,8 3,-12-6,-1 0,1 0,0 0,-1 0,1-1,-1 0,1 1,-1-1,0 0,1-1,-1 1,0-1,0 1,1-1,-1 0,-1 0,1 0,0-1,0 1,-1-1,0 1,1-1,-1 0,0 0,0 0,0 0,-1 0,1-2,26-98,-27 92,1-3,0 1,-1-1,-1 1,-1-1,0 0,0 1,-2-5,3 17,0 1,0 0,0-1,0 1,0 0,-1 0,1-1,0 1,0 0,0-1,0 1,0 0,-1 0,1-1,0 1,0 0,-1 0,1 0,0-1,0 1,-1 0,1 0,0 0,0 0,-1-1,1 1,0 0,-1 0,1 0,0 0,0 0,-1 0,1 0,0 0,-1 0,1 0,0 0,-1 0,1 0,0 0,-1 0,1 0,0 1,0-1,-1 0,1 0,0 0,0 0,-1 1,1-1,0 0,0 0,-1 0,1 1,0-1,0 0,0 0,0 1,-1-1,1 0,0 1,0-1,0 0,0 0,0 1,0-1,0 0,0 1,-12 21,6-6,0 0,1 1,0-1,2 1,0 0,0 15,2-26,1 1,0-1,0 0,1 0,0 0,0 0,0 0,1 0,0 0,0 0,1 0,-1-1,1 1,0-1,1 0,-1 0,1 0,0 0,0-1,5 4,0-2,0 0,1-1,0 0,0 0,0-1,1-1,-1 0,1 0,5 0,45 7</inkml:trace>
  <inkml:trace contextRef="#ctx0" brushRef="#br1" timeOffset="48101.164">8658 5001,'-23'-6,"-1"0,1 2,-1 1,0 1,0 1,0 0,0 2,0 1,0 1,1 2,-18 4,33-6,0 0,0 0,0 1,0 0,0 1,1-1,0 2,0-1,0 1,0 0,5-4,0 0,0 0,0 1,0-1,1 1,-1-1,1 1,-1 0,1-1,0 1,0 0,0 0,0 0,1 0,-1 0,1 0,0 0,0 0,0 0,0 0,0 0,1 0,-1 0,1 0,0 0,0 0,0 0,0-1,1 1,0 1,4 4,1 0,1-1,0 0,0 0,0 0,1-1,0-1,0 1,0-1,1-1,-1 0,1 0,0-1,1 0,-1-1,0 0,1 0,-1-1,1-1,-1 0,11-1,-13 1,0 0,1 0,-1-1,0 0,0 0,0-1,0 0,0-1,0 1,0-2,-1 1,1-1,-1 0,0 0,0-1,-1 0,1-1,-1 1,0-1,-1 0,1-1,-1 1,0-1,-1 0,0 0,0 0,0-1,-1 0,0 1,-1-1,0 0,0 0,0-1,-1-2,-16-35,15 45,-1 0,1 0,-1 0,1 0,-1 0,0 0,1 0,-1 0,0 0,0 1,0-1,0 0,1 1,-1-1,0 0,0 1,0-1,0 1,0-1,-1 1,1 0,0 0,0-1,0 1,0 0,0 0,0 0,0 0,0 0,-1 0,1 0,0 1,0-1,0 0,0 1,0-1,0 1,0-1,0 1,0-1,0 1,-3 4,1-1,-1 1,1 0,1 0,-1 1,1-1,0 0,0 1,0 0,1-1,0 1,0 0,0 0,1-1,0 1,0 0,0 0,2 4,-2-3,1 1,0-1,1 1,-1-1,1 0,1 0,0 1,0-1,0-1,0 1,1-1,1 1,-1-1,1 0,0 0,0-1,0 0,1 0,0 0,0 0,0-1,1 0,-1-1,1 1,0-1,0 0,0-1,1 0,-1 0,0 0,1-1,-1 0,1-1,0 0,-1 0,1 0,-1-1,1 0,-1-1,1 1,1-2,0-2,-1 1,0-2,0 1,0-1,-1 0,0-1,0 1,0-2,-1 1,0-1,-1 1,1-2,-2 1,1-1,-1 1,0-1,-1 0,0 0,-1-1,1 1,-2-1,1 1,-2-1,1 1,-1-1,-1 0,1 1,-2-3,2 12,-1 0,1 0,0 1,-1-1,1 0,0 0,-1 0,1 0,0 0,-1 0,1 0,0 0,-1 0,1 0,0 0,-1 0,1 0,0 0,-1 0,1 0,0 0,-1-1,1 1,0 0,-1 0,1 0,0 0,-1-1,1 1,0 0,0 0,-1-1,1 1,0 0,0-1,0 1,-1 0,1 0,0-1,0 1,0 0,0-1,0 1,0-1,0 1,0 0,0-1,0 1,0 0,0-1,0 1,0 0,0-1,0 1,0 0,0-1,0 1,0-1,-10 31,9-18,0 0,0 0,1 0,1 0,0 0,0 0,1-1,1 1,0 0,1 1,-3-9,0 0,1 1,0-1,0 0,0 0,1 0,-1 0,1-1,0 1,0-1,0 0,0 1,1-1,-1-1,1 1,0 0,-1-1,1 0,1 0,-1 0,0 0,0-1,1 0,-1 0,1 0,-1 0,1-1,0 1,3-3,0 0,1 0,-1-1,0 0,0-1,-1 1,1-1,-1-1,0 0,0 0,0 0,-1-1,1 1,-1-2,-1 1,1-1,-1 0,0 0,-1 0,0 0,0-1,-1 0,1 0,-2 0,1 0,-1-1,28-119,-24 113,-1 21,2 26,-7-31,0 9,1 0,1 0,-1 0,1-1,1 1,0-1,0 1,1-1,0 0,1 0,0-1,0 1,1-1,0 0,0-1,1 0,0 0,0 0,1 0,0-1,7 4,11-2,1-1,0-1,0-2,0 0,0-2,1-1,-1-1,1-1,-1-2,0-1,6-2,-29 6,67-10</inkml:trace>
  <inkml:trace contextRef="#ctx0" brushRef="#br1" timeOffset="48882.25">10128 5014,'-12'-11,"0"1,-1 1,-1 0,1 1,-1 0,-1 1,1 1,-1 0,-1 1,1 0,-1 1,1 1,-1 1,0 0,0 1,0 1,0 0,0 1,0 1,0 0,-8 4,17-4,0 1,1 0,-1 1,1-1,0 1,0 1,0-1,0 1,1 0,0 0,0 1,0-1,0 1,-2 5,5-8,1 0,-1 0,1 0,-1 1,1-1,0 0,0 0,1 1,-1-1,1 0,-1 1,1-1,0 1,0-1,1 0,-1 1,1-1,0 1,0-1,0 0,0 0,0 0,1 0,-1 0,1 0,0 0,0 0,0 0,0-1,0 1,1-1,1 2,2 0,0 1,0-2,0 1,0 0,1-1,0 0,-1-1,1 0,0 0,0 0,1-1,-1 0,0 0,0-1,1 1,-1-2,0 1,0-1,0 0,5-2,4-1,0 0,0-1,0-1,-1 0,0-2,0 1,-1-2,8-6,-11 7,0-2,-1 1,0-1,-1-1,0 0,-1 0,0-1,0 0,-1 0,-1-1,0 1,-1-2,-1 1,0 0,0-1,-1 0,0-6,0-8,-1 1,-2-1,0 0,-2 0,-1 0,-1 1,-1 0,-4-10,8 30,0 0,-1 0,0 0,0 0,-1 0,1 1,-1-1,-1 1,1 0,-1 0,0 0,-1 1,1-1,-1 1,0 0,0 0,-1 1,0-1,2 4,1 1,0 0,0 1,-1-1,1 0,0 1,0 0,0 0,-1 0,1 0,0 0,1 1,-1-1,0 1,0 0,1 0,-1 0,1 0,-1 0,1 1,0-1,0 1,0-1,0 1,0 0,1 0,-1-1,1 1,0 0,0 1,0-1,0 2,-6 9,1 1,1-1,1 1,0 0,0 0,2 1,0-1,0 0,2 1,0-1,1 1,0-1,1 1,1-1,0 0,1 0,1 0,0 0,1-1,1 0,0 0,1-1,0 0,1 0,1-1,3 4,5 0,1-1,0-1,0 0,2-1,0-2,0 0,1-1,0-1,0-1,1-1,0-1,1-1,-1-1,1-1,0-1,0-1,0-1,3-2,-14 2,-1-1,0 0,0-1,1-1,-1 0,-1 0,1-1,0-1,-1 0,0-1,0 0,-1 0,0-1,0 0,0-1,-1 0,0-1,0 0,0-2,-7 9,-1 0,1-1,-1 0,0 1,0-1,0 0,0 1,0-1,0 0,-1 0,1 0,-1 0,0 0,0 0,0 0,0 1,-1-1,1 0,-1 0,1 0,-1 0,0 0,0 1,-1-1,1 0,0 1,-1-1,0 1,1 0,-1-1,0 1,0 0,0 0,-1 0,1 0,0 1,-1-1,1 1,-1-1,1 1,-1 0,0 0,0 0,0 0,1 1,-2-1,-6-1,1 0,-1 1,0 0,1 0,-1 1,0 1,1-1,-1 2,0-1,1 1,-1 1,1 0,-8 3,12-4,0 0,0 1,0-1,0 1,1 0,-1 0,1 0,0 0,0 1,0 0,0 0,1 0,0 0,-1 1,2-1,-1 1,0 0,1 0,0 0,0 0,1 0,-1 0,1 0,0 1,0 2,1-5,0 0,0 1,1-1,-1 0,1 0,0 1,0-1,0 0,0 0,0 0,1 0,0 0,-1-1,1 1,0 0,0-1,0 1,1-1,-1 0,1 1,-1-1,1-1,0 1,0 0,-1-1,1 1,0-1,1 0,-1 0,1 1,5 0,0 0,0 0,0 0,0-1,1 0,-1-1,0 0,0-1,1 0,3-1,-6 1,1-1,-1 0,1-1,-1 1,0-1,0-1,0 1,0-1,0-1,-1 1,0-1,0 0,0-1,-1 1,0-1,0 0,0 0,-1-1,1 1,-2-1,1 0,-1 0,0-1,0 1,-1 0,0-1,-1 0,1 1,-1-1,-1-2,1 8,-1 0,0 1,0-1,0 0,0 0,0 0,0 0,-1 0,1 1,-1-1,1 0,-1 0,0 1,1-1,-1 0,0 1,0-1,0 1,0-1,-1 1,1-1,0 1,-1-1,0 3,1 0,0 0,0 0,0 0,0 0,0 0,0 1,0-1,0 0,0 1,1-1,-1 1,1-1,-1 0,1 1,-1-1,1 1,0 0,0-1,0 1,-1-1,2 1,-1-1,0 1,0-1,2 6,-1 0,1 0,1-1,-1 1,1-1,0 0,1 0,-1 0,1 0,1-1,-1 1,1-1,0 0,0 0,0-1,0 0,1 0,0 0,0 0,0-1,0 0,1 0,-1-1,1 0,0 0,-1 0,1-1,0 0,1 0,165 23,-83-19</inkml:trace>
  <inkml:trace contextRef="#ctx0" brushRef="#br1" timeOffset="49218.349">12160 4827,'5'21,"3"15,1 11,1 4,1 1,-1-7,-3-8,-2-11</inkml:trace>
  <inkml:trace contextRef="#ctx0" brushRef="#br1" timeOffset="49917.863">12027 4520,'9'14,"1"-1,1 0,0-1,0 0,2-1,-1 0,1-1,1 0,-1-1,2-1,-1 0,1-1,0 0,1-1,8 1,-12-2,41 16,-38-17,0 1,1 0,-2 1,1 1,-1 0,0 1,0 0,-1 1,0 1,-1 0,0 1,0 0,-1 1,-1 0,0 1,0 1,-7-6,0 1,0 0,-1 0,-1 0,1 0,-1 0,-1 0,0 0,0 2,2 29,-2-39,0 0,0 0,0 0,0 1,0-1,1 0,-1 0,0 0,1 0,-1 0,1 0,-1 0,1 0,0 0,-1 0,1 0,0-1,0 1,0 0,0 0,-1-1,1 1,0 0,0-1,0 1,0-1,0 1,1-1,-1 0,0 1,0-1,0 0,0 0,0 0,0 0,1 0,-1 0,0 0,0 0,0 0,1-1,46-17,-34 9,-1 0,-1-1,1-1,-2 0,0 0,0-1,-1-1,0 0,-1 0,-1-1,2-2,2-6,-2 20,-7 22,-2-14,0 4,0 0,0 0,1 0,1 0,0 0,0 0,1-1,0 0,1 1,0-2,0 1,1 0,0-1,0 0,1-1,0 1,0-1,1 0,0-1,0 0,1 0,7 3,-8-5,0-1,1 0,-1-1,0 1,1-1,0-1,-1 0,1 0,0-1,-1 0,1 0,0-1,0 0,-1-1,1 0,-1 0,1-1,-1 0,0 0,0-1,0 0,-1-1,0 1,1-1,-1-1,-1 1,1-1,-1-1,0 1,-1-1,1 0,-1 0,-1 0,4-7,0-12,-1 0,-1 0,-1-1,-2 0,0 0,-2 0,-1 0,-1 0,1 8,2-36,-3-1,-3 0,-1 1,-4 0,-1 0,-12-32,20 80,-1 0,1 0,-1 1,0-1,-1 1,1 0,-1 0,0 0,-1 0,0 1,1-1,-2 1,5 4,0 1,0-1,-1 0,1 0,0 1,-1-1,1 0,0 1,-1 0,1-1,-1 1,1 0,-1 0,1-1,-1 1,1 1,-1-1,1 0,-1 0,1 0,0 1,-1-1,1 1,-1-1,1 1,0-1,-1 1,1 0,0 0,0 0,0-1,-1 1,1 0,0 1,0-1,-29 48,21-20,0 1,2 0,2 1,1-1,1 1,1 0,2 0,1 0,2-1,0 1,3-1,6 25,-6-30,1 1,1-1,1-1,1 1,2-2,0 1,1-2,1 0,2 0,0-1,1-1,1-1,0 0,2-2,0 0,1-1,1-1,5 2,4-5,-7-6</inkml:trace>
  <inkml:trace contextRef="#ctx0" brushRef="#br1" timeOffset="50164.734">12802 4533,'27'-2,"30"-1,28 0,19 3,9 6,-16 2</inkml:trace>
  <inkml:trace contextRef="#ctx0" brushRef="#br1" timeOffset="50532.75">13538 5028,'8'-87,"-4"-1,-5-65,0 141,2 5,-1 0,0 0,-1 1,0-1,0 0,0 0,-1 1,0-1,0 1,-1-1,1 1,-5-6,7 11,-1 1,0-1,0 0,1 0,-1 0,0 0,0 1,0-1,0 0,0 1,0-1,0 1,0-1,0 1,0 0,0-1,0 1,-1 0,1 0,0 0,0-1,0 1,0 0,-1 1,1-1,0 0,0 0,0 0,0 1,0-1,0 1,0-1,0 1,0-1,0 1,0-1,0 1,0 0,0 0,0-1,0 1,1 0,-1 0,0 0,0 1,-24 46,25-44,0 0,0 0,0 0,0 0,0 0,1-1,0 1,0 0,0 0,0-1,1 1,-1 0,1-1,0 1,0-1,0 0,0 0,1 0,0 0,-1 0,1 0,0-1,0 1,0-1,0 0,1 0,-1 0,3 1,7 3,0-1,1 0,-1 0,1-2,0 1,0-2,4 1,167 5,-182-9,0 1,0 0,0 0,0 0,0 1,0-1,1 1,-1 0,-1-1,1 1,0 1,0-1,0 0,0 1,-1-1,1 1,-1 0,1 0,-1 0,0 0,0 0,0 1,0-1,0 1,0-1,-1 1,1 0,-1-1,0 1,1 0,-2 0,1 0,0 0,0 0,-1 0,0 0,1 0,-1 1,-25 167,25-168,1-1,-1 1,1 0,0 0,1 0,-1 0,0-1,1 1,-1-1,1 1,0-1,0 0,0 1,0-1,0 0,0 0,1 0,-1-1,1 1,-1-1,1 1,0-1,-1 0,1 0,0 0,0 0,0 0,0-1,0 0,2 1,22 3</inkml:trace>
  <inkml:trace contextRef="#ctx0" brushRef="#br1" timeOffset="50785.074">14407 5054,'-2'3,"3"0,4-3,2 0</inkml:trace>
  <inkml:trace contextRef="#ctx0" brushRef="#br1" timeOffset="51484.778">15663 4894,'-11'-6,"-1"0,0 1,0 1,0 0,-1 1,1 0,-1 1,1 0,-1 1,0 0,0 1,0 1,0 0,1 0,-1 2,1-1,-1 2,1-1,0 2,0 0,0 0,1 1,0 0,0 1,0 0,1 1,-4 4,12-10,0 0,0-1,0 1,0 0,0 0,0 1,1-1,-1 0,1 0,-1 1,1-1,0 1,0-1,0 1,1 0,-1-1,0 1,1 0,0-1,0 1,0 0,0 0,0-1,0 1,1 0,-1-1,1 1,0 0,0-1,0 1,0-1,0 1,0-1,2 2,3 0,-1-1,1 1,0-2,0 1,1 0,-1-1,1-1,-1 1,1-1,-1 0,1 0,0-1,0 0,-1 0,1 0,0-1,-1 0,1-1,3 0,5-1,1 0,-1 0,0-2,0 0,0-1,-1 0,1-1,-2-1,1 0,-1-1,0 0,-1-1,0 0,-1-1,0-1,0 1,-2-2,1 1,-2-2,1 1,-2-1,0 0,1-5,0-9,-2-1,-1-1,-1 1,-2 0,0-1,-2 0,-2 1,-1-1,-1 1,-4-17,7 37,-1 0,0 0,0 1,0-1,-1 1,0-1,-1 1,0 0,0 0,-1 1,0-1,0 1,-1 0,0 0,3 7,1-1,0 1,-1-1,1 1,-1 0,1-1,-1 1,1 1,-1-1,1 0,0 1,-1-1,1 1,-1 0,1-1,0 1,0 0,-1 1,1-1,0 0,0 1,0-1,0 1,0-1,1 1,-1 0,0 0,1 0,0 0,-1 0,1 0,0 0,0 1,0-1,0 0,0 1,0 0,-14 26,1 1,1 1,2 0,1 0,2 1,0 0,-1 28,6-41,1 0,1 0,1 0,1 0,0 1,1-1,2 0,-1-1,6 15,-5-23,0 0,0 0,1 0,0 0,1-1,0 0,1 0,0-1,0 0,0 0,1-1,0 1,1-2,0 1,0-1,0-1,9 5,-7-5,0 0,0-1,0 0,0-1,1 0,0-1,-1 0,1-1,0 0,0-1,0 0,-1-1,1 0,0-1,-1 0,1-1,-1-1,1 1,-1-2,-1 0,1 0,-1 0,1-2,-2 1,1-1,-1-1,0 0,0 0,-1 0,0-1,-1 0,0-1,0 0,3-9,-4 8,-1-1,-1 1,0-1,0 0,-1-1,-1 1,0 0,-1-1,0 1,-1-1,0 0,-1 1,0-1,-1 1,-1 0,0-1,3 11,0 0,-1 0,1 0,0 0,-1 0,0-1,1 1,-1 0,0 0,0 0,0 1,0-1,-1 0,1 0,0 1,-1-1,0 0,1 1,-1 0,0-1,1 1,-1 0,0 0,0 0,0 0,0 0,0 0,0 1,0-1,0 1,-1-1,1 1,0 0,0 0,0 0,0 0,-1 0,1 0,0 1,0-1,0 1,0-1,0 1,0 0,0 0,0 0,0 0,0 0,0 1,1-1,-1 0,0 1,1-1,-3 6,0 0,1 0,0 1,1-1,0 1,0-1,0 1,1 0,0-1,1 1,-1 0,1 0,1 0,0 0,0-1,0 1,1 0,0-1,1 1,0-1,0 0,0 0,1 0,0 0,0-1,1 1,0-1,0 0,1-1,-1 1,5 2,4 4,0 0,1-1,1-1,0 0,0-1,18 7,34 11</inkml:trace>
  <inkml:trace contextRef="#ctx0" brushRef="#br1" timeOffset="52414.801">17521 5014,'-11'-42,"1"-1,3-1,1 1,1-33,6-83,-1 160,0-1,1 1,-1-1,0 1,0-1,1 1,-1-1,0 1,1-1,-1 1,1-1,-1 1,1-1,-1 1,0-1,1 0,0 1,-1-1,1 0,-1 0,1 1,-1-1,1 0,-1 0,1 0,0 0,-1 0,1 0,0 0,-1 0,1 0,-1 0,1 0,0 0,-1 0,1 0,-1 0,1-1,-1 1,1 0,0 0,-1-1,1 1,-1 0,1-1,-1 1,0-1,1 1,-1 0,1-1,-1 1,0-1,1 1,-1-1,0 1,1-1,-1 0,0 1,0-1,0 1,0-1,1 0,-1 1,0-1,0 1,0-1,0 0,-1 0,3 3,9 5,-1 0,1 0,0-1,0-1,0 0,1 0,0-1,7 1,39 16,-50-17,-1 0,-1 0,1 1,-1 0,0 1,0-1,0 1,-1 0,0 1,0-1,-1 1,1 0,-2 0,1 1,-1-1,0 1,0-1,-1 1,0 0,0 4,-1-7,-1 0,2-1,-1 1,0-1,1 1,0-1,0 1,0-1,0 0,1 0,0 0,0 0,0-1,0 1,0-1,1 0,-1 1,1-2,0 1,0 0,0-1,1 0,-1 0,0 0,1 0,-1-1,1 0,0 0,6 1,1-1,-1-1,0 0,1 0,-1-1,0-1,1 0,-1 0,0-1,0-1,-1 0,1 0,9-6,-14 6,0 1,0-1,-1 0,1 0,-1-1,0 0,0 0,-1 0,0 0,0-1,0 0,0 1,-1-1,0-1,0 1,-1 0,1-1,-1 1,-1-1,0 0,1 0,-2 0,1-3,-1 7,0 0,0 1,-1-1,1 0,-1 1,1-1,-1 0,0 1,0-1,0 1,0-1,-1 1,1 0,-1 0,1-1,-1 1,0 0,0 0,0 1,0-1,0 0,0 1,0-1,-1 1,1-1,0 1,-1 0,1 0,-1 0,0 1,1-1,-1 0,1 1,-1 0,0 0,0 0,1 0,-1 0,0 0,1 1,-1-1,0 1,1 0,-1 0,1 0,-1 0,-1 1,0 0,0-1,0 1,0 0,1 1,-1-1,1 0,-1 1,1 0,0 0,0 0,0 0,0 1,1-1,0 1,-1-1,1 1,0 0,1 0,-1 0,1 0,0 0,0 1,0-1,0 0,1 0,-1 1,1-1,0 0,1 0,-1 1,1-1,0 0,0 0,0 1,0-1,1 0,1 1,7 8,0-2,1 1,1-1,0-1,1 0,0-1,0 0,1-1,0-1,0 0,1-1,0 0,0-1,0-1,1-1,12 2,98 12,-74-17</inkml:trace>
  <inkml:trace contextRef="#ctx0" brushRef="#br1" timeOffset="53412.024">18591 4640,'-12'-2,"-1"0,0 1,0 0,0 1,0 0,0 1,0 1,0 0,0 0,1 1,-1 1,1 1,0-1,0 2,-9 5,19-10,1 0,-1 0,0 1,0-1,1 1,-1-1,1 1,0 0,-1-1,1 1,0 0,0 0,0 0,0 0,0 0,1 0,-1 0,1 0,-1 1,1-1,0 0,0 0,0 0,0 1,0-1,0 0,1 0,-1 0,1 0,-1 0,1 0,0 0,0 0,0 0,0 0,0 0,0 0,0 0,1-1,-1 1,1 0,-1-1,1 1,0-1,0 0,0 1,22 17,1 0,0-2,2-1,0-1,26 10,83 50,-135-74,0-1,0 0,0 1,0-1,1 0,-1 1,0 0,0-1,0 1,0 0,0-1,0 1,-1 0,1 0,0 0,0 0,0 0,-1 0,1 0,-1 0,1 0,-1 0,1 0,-1 0,1 0,-1 0,0 1,0-1,1 0,-1 0,0 0,0 1,0-1,-1 0,1 0,0 0,0 0,-1 1,1-1,0 0,-1 0,1 0,-1 0,0 0,1 0,-10 4,-1-1,1 0,-1-1,1 0,-1-1,0 0,0-1,0 0,0-1,-10 0,16 0,-3 1,1-1,-1 0,0 0,1-1,-1 0,0 0,1 0,0-1,-1-1,1 1,-2-2,8 4,1 0,-1-1,1 1,0 0,-1-1,1 1,-1 0,1-1,0 1,-1 0,1-1,0 1,0-1,-1 1,1-1,0 1,0-1,-1 1,1 0,0-1,0 1,0-1,0 0,0 1,0-1,0 1,0-1,0 1,0-1,0 1,0-1,0 1,1-1,-1 1,0-1,0 1,1 0,-1-1,0 1,0-1,1 1,-1-1,0 1,1 0,-1-1,1 1,-1 0,0 0,1-1,-1 1,1 0,-1 0,1-1,-1 1,29-15,128-30,-122 38,-1-1,0-3,0 0,-1-2,5-5,-32 16,0-1,0-1,0 1,-1-1,1 0,-1 0,0 0,0-1,0 0,-1 0,0 0,0 0,0-1,-1 0,1 0,-1 0,-1 0,1 0,-1 0,0-1,-1 1,1-1,-1 0,0 1,-1-1,0 0,0 1,0-1,-1-2,0 7,0 0,1 0,-1 0,0 0,0 0,0 0,0 0,0 0,0 1,-1-1,1 0,0 1,-1-1,0 1,1-1,-1 1,0 0,0 0,0 0,1 0,-1 0,0 0,0 0,-1 1,1-1,0 1,0-1,0 1,0 0,0 0,0 0,-1 0,1 0,0 0,0 1,0-1,0 1,0 0,0-1,0 1,0 0,0 0,0 0,0 0,0 1,1-1,-1 0,0 1,1 0,-7 5,1 1,1 1,0-1,0 1,0 0,1 1,0-1,1 1,0 0,1 0,0 0,0 1,1-1,1 1,0-1,0 1,1 0,0-1,1 1,0 0,1-1,0 1,1-3,0-1,0 0,0 1,1-1,0-1,1 1,0-1,0 1,0-1,0-1,1 1,0-1,1 0,-1 0,1-1,0 0,0 0,0 0,0-1,5 1,3 1,-1 0,1-2,0 1,0-2,0 0,1-1,-1-1,0 0,0-1,8-1,-11-1,0 0,0 0,0-1,-1 0,1-1,-1-1,0 0,0 0,-1-1,0 0,0-1,-1 0,0-1,0 0,-1 0,0 0,0-1,-1-1,3-7,6-10,-2-1,-2 0,0-1,-2-1,-1 1,-2-2,0-3,4-30,-2-1,-4 0,-2 0,-4-26,1 81,0 1,0-1,-1 1,-1 0,0-1,0 1,-1 0,0 0,0 0,-2 1,1-1,-1 1,0 0,-1-1,5 9,-1-1,1 1,0 0,0 0,-1 0,1 0,0 0,-1 0,1 0,-1 0,0 0,1 1,-1-1,1 1,-1-1,0 1,0 0,1-1,-1 1,0 0,1 0,-1 0,0 0,0 1,1-1,-1 0,0 1,1-1,-1 1,1 0,-1-1,0 1,1 0,0 0,-1 0,1 0,-1 0,1 1,-41 55,31-27,3 0,0 0,1 1,2 0,2 0,1 0,1 0,1 1,2-1,1 0,1 0,3 2,3 13,2-1,2-1,3 0,0-1,3 0,2-2,1 0,3-2,1-1,27 30,-8-25,-45-43,-1 0,1 0,0 1,-1-2,1 1,0 0,0 0,-1 0,1 0,0 0,-1-1,1 1,0 0,-1 0,1-1,0 1,-1-1,1 1,-1 0,1-1,-1 1,1-1,-1 1,1-1,-1 0,1 1,-1-1,0 1,1-1,-1 0,0 1,1-1,-1 0,0 0,0 1,0-1,0 0,0 1,0-1,0 0,0 0,0 1,0-1,1-17,-1 1,-1 0,0 0,-1 0,-1 0,-1 0,0 0,-1 1,-1-1,0 1,-1 1,-1-1,-1 1,-1-1,-9-16,-3 0,0 2,-2 1,-1 0,-1 2,-2 1,0 1,-2 1,0 2,-2 1,0 1,-2 2,-1 1,87 27,233 24,-166-27</inkml:trace>
  <inkml:trace contextRef="#ctx0" brushRef="#br1" timeOffset="54101.609">21158 4827,'-15'-5,"0"1,-1 0,1 1,-1 1,0 1,1 0,-1 1,0 0,0 1,0 1,1 1,-1 0,1 1,0 1,0 0,0 1,1 0,0 1,0 1,0 1,1 0,1 0,-4 4,14-12,1 1,-1-1,1 1,-1-1,1 1,0-1,0 1,0 0,0 0,0-1,0 1,0 0,1 0,-1 0,0 0,1 0,0 0,-1 0,1 0,0 0,0 0,0 0,1 0,-1 0,0 0,1 0,-1 0,1 0,0 0,0 0,-1 0,1 0,0 0,1-1,-1 1,0 0,0-1,1 1,-1-1,9 4,0 0,0-1,0-1,0 0,1 0,-1-1,1 0,0 0,0-1,-1-1,1 0,0-1,0 0,0 0,-1-1,1 0,1-2,0 2,0 0,0-1,0-1,0 0,0 0,-1-1,0-1,0 0,-1-1,1 1,-1-2,-1 0,1 0,-1-1,-1 0,0 0,0-1,-1 0,0 0,0-1,-1 0,-1 0,2-6,1-15,-2-1,-2 0,0 0,-3 0,0-1,-2 1,-2 0,-1 0,-2 0,-2-6,-25-75,33 112,0 0,0 1,-1-1,1 0,0 1,-1-1,1 0,-1 1,1-1,-1 1,0-1,0 1,0 0,0-1,0 1,0 0,0-1,0 1,0 0,0 0,-1 0,1 0,-1 0,1 0,-1 1,1-1,-1 0,1 1,-1-1,1 1,-1-1,0 1,1 0,-1 0,0 0,1 0,-1 0,0 0,1 0,-1 0,0 1,1-1,-1 1,1-1,-1 1,1 0,-1-1,1 1,-1 0,1 0,-1 0,-5 10,1-1,-1 1,2 1,-1-1,2 1,-1 0,2 0,0 0,0 0,1 1,0-1,1 2,-3 18,1 0,1 0,2 1,1-1,2 0,0 0,9 29,-8-44,1 1,1-1,0 1,1-2,1 1,1-1,0 0,2-1,-1 0,2-1,0 0,0 0,1-2,11 9,-20-17,0-1,1 1,-1-1,1 0,0 0,0 0,0-1,1 1,-1-1,1-1,-1 1,1-1,-1 0,1 0,0-1,0 1,-1-1,1 0,0-1,-1 0,1 0,0 0,-1 0,1-1,-1 0,1 0,-1 0,0-1,0 0,0 0,-1 0,1-1,-1 1,3-3,2-7,0 0,-1-1,0 1,-1-2,-1 1,0-1,-1 0,-1 0,0 0,-1-1,0 1,-2-1,0 0,0-2,-6-43,5 61,-1 0,1-1,0 1,0-1,0 1,0 0,-1-1,1 1,0 0,0-1,-1 1,1 0,0-1,0 1,-1 0,1-1,0 1,-1 0,1 0,-1 0,1-1,0 1,-1 0,1 0,0 0,-1 0,1 0,-1 0,1 0,-1 0,1 0,0 0,-1 0,1 0,-1 0,1 0,0 0,-1 0,1 0,-1 0,1 0,0 1,-1-1,1 0,-1 0,1 1,0-1,0 0,-1 0,1 1,0-1,-1 0,1 1,0-1,0 0,0 1,-1-1,1 1,0-1,0 1,-14 24,9-16,2-1,-1 1,1 0,1 0,0 0,0 1,0-1,1 1,1-1,0 0,0 1,1-1,0 1,0-1,1 0,0 1,1-1,0 0,1-1,0 1,0 0,1-1,0 0,0 0,1-1,-1 1,2-1,-1 0,1-1,0 0,4 2,28 10,-3-7</inkml:trace>
  <inkml:trace contextRef="#ctx0" brushRef="#br1" timeOffset="54350.459">21412 4426,'23'14,"7"4</inkml:trace>
  <inkml:trace contextRef="#ctx0" brushRef="#br1" timeOffset="54635.689">21732 4681,'0'20,"-1"-5,0 0,1 1,0-1,1 0,1 0,1 1,0-1,0-1,2 1,0 0,1-1,0 0,1-1,3 6,-10-19,1 1,-1 0,0-1,0 1,0-1,1 1,-1 0,0-1,1 1,-1-1,0 1,1-1,-1 1,1-1,-1 1,1-1,-1 1,1-1,0 1,-1-1,1 0,-1 0,1 1,0-1,-1 0,1 0,0 0,-1 1,1-1,0 0,-1 0,1 0,0 0,-1 0,1 0,0-1,-1 1,1 0,0 0,-1 0,1-1,-1 1,1 0,0 0,-1-1,1 1,-1-1,1 1,-1-1,1 1,-1-1,13-35,-11 27,45-188,-47 198,0-1,0 0,0 0,0 0,0 0,1 0,-1 0,0 1,0-1,0 0,0 0,0 0,1 0,-1 0,0 0,0 0,0 0,1 0,-1 0,0 0,0 0,0 0,0 0,1 0,-1 0,0 0,0 0,0 0,1 0,-1 0,0 0,0 0,0 0,0 0,1 0,-1 0,0-1,0 1,0 0,0 0,0 0,1 0,-1 0,0-1,0 1,0 0,0 0,0 0,0 0,0-1,0 1,0 0,0 0,0 0,3 20,-3-17,0 11,1 1,0-1,1 1,0-1,1 0,0 0,2 0,-1-1,2 1,0-1,0 0,1-1,1 1,0-1,1-1,0 0,1 0,0-1,0 0,1 0,0-1,13 7,15-1,-3-5</inkml:trace>
  <inkml:trace contextRef="#ctx0" brushRef="#br1" timeOffset="55286.472">22682 4306,'358'36,"-284"-23,-72-11,0-1,-1 1,1 0,-1-1,1 1,-1 0,0 0,0 0,0 0,0 1,0-1,-1 0,1 0,-1 0,1 1,-1-1,0 0,1 1,-1-1,-1 0,1 0,0 1,0-1,-1 0,0 0,1 1,-1-1,0 0,0 0,0 0,0 0,0 0,-1 0,1 0,-1 0,1-1,-1 1,1-1,-2 1,-4 11,-5 11,0 0,2 1,1 0,1 0,0 1,3 0,0 0,1 1,2 0,0-1,2 1,1 0,1-1,2 1,5 21,30 62,-19-68</inkml:trace>
  <inkml:trace contextRef="#ctx0" brushRef="#br1" timeOffset="55533.808">22842 4733,'14'3,"15"2,15 1,11-1,10-1,2-6,0-7,-5-9,-11-10,-12-10,-12 2</inkml:trace>
  <inkml:trace contextRef="#ctx0" brushRef="#br1" timeOffset="55839.989">23404 4372,'-36'262,"36"-258,-4 26,2 1,1-1,2 0,0 1,3-1,0 0,9 29,-12-56,0 0,0-1,0 1,0-1,0 0,1 1,-1-1,1 0,0 0,0 0,-1 0,1 0,1 0,-1 0,0-1,0 1,1-1,-1 0,1 0,-1 0,1 0,-1 0,1 0,0 0,-1-1,1 0,0 1,-1-1,1 0,0 0,0-1,-1 1,1 0,0-1,-1 0,1 1,0-1,0-1,18-4,-1-2,-1 0,1-1,-1-1,-1-1,0-1,0 0,-1-1,-1-1,0-1,-1 0,6-9,-57 112,29-71,1 0,0 0,2 1,0 0,1-1,1 2,0-1,1 0,1 0,1 0,1 0,0 0,2 0,0 0,0-1,4 7,36 24,-22-37</inkml:trace>
  <inkml:trace contextRef="#ctx0" brushRef="#br1" timeOffset="56253.458">24139 4507,'-12'-7,"0"0,-1 2,0-1,0 2,0-1,-1 2,1 0,-1 1,0 0,0 1,0 0,0 1,0 1,-13 2,-41 28,66-29,0-1,0 0,1 1,-1-1,1 1,-1 0,1 0,0-1,0 1,0 0,0 0,0 0,0 0,0 0,0 0,1 0,-1 1,1-1,0 0,0 0,0 0,0 1,0-1,0 0,0 0,1 0,-1 0,1 1,-1-1,1 0,0 0,0 0,0 0,6 5,0 0,0 0,1-1,0 0,0 0,1-1,0 0,0-1,0 1,0-2,0 1,1-1,0-1,-1 0,1 0,3-1,185 21,-195-22,0 1,0-1,0 1,-1-1,1 1,0 0,-1 0,1 0,0 0,-1 0,1 1,-1-1,0 1,1 0,-1-1,0 1,0 0,0 0,0 1,-1-1,1 0,0 1,-1-1,0 1,1-1,-1 1,0-1,-1 1,1 0,0 0,-1-1,1 1,-1 0,0 0,0 0,0 1,-2 21,-1 0,0 1,-2-1,-1 0,-2-1,0 0,-2 3,0 0,-47 109,52-130,5-8</inkml:trace>
  <inkml:trace contextRef="#ctx0" brushRef="#br1" timeOffset="56636.466">24446 4573,'29'0,"-14"-1,0 0,1 1,-1 1,0 0,0 1,0 1,0 0,-1 1,1 0,-1 2,4 1,-17-6,1 0,-1 0,1 0,-1 0,1 0,-1 1,0-1,1 1,-1-1,0 1,0-1,0 1,0-1,0 1,-1 0,1-1,0 1,-1 0,1 0,-1 0,0 0,1-1,-1 1,0 0,0 0,0 0,-1 0,1 0,0-1,-1 1,1 0,-1 0,1 0,-1-1,0 1,0 0,0-1,0 1,0-1,0 1,0-1,-1 1,1-1,-1 0,0 1,-82 70,83-71,1-1,-1 1,0 0,0-1,1 1,-1 0,1-1,-1 1,0 0,1 0,-1 0,1 0,0 0,-1-1,1 1,0 0,-1 0,1 0,0 0,0 0,0 0,0 0,0 0,0 0,0 0,0 0,1 0,-1 0,0 0,0 0,1 0,-1 0,1 0,-1-1,1 1,-1 0,1 0,-1 0,1-1,0 1,-1 0,1-1,0 1,0 0,-1-1,1 1,1-1,47 20,-44-19,20 7,111 41,-130-45,0-1,0 1,0 0,0 0,-1 0,0 1,0 0,0 0,0 0,-1 1,0 0,0-1,0 1,-1 1,0-1,0 0,-1 1,0 0,0 0,-1-2,0 0,0 0,-1 0,0 0,0 0,-1 0,0 0,1 0,-1 0,-1 0,1 0,-1 0,0-1,0 1,0-1,-1 1,1-1,-1 0,0 0,-1 0,1-1,0 1,-1-1,0 1,0-1,0 0,0-1,-1 1,-9 6,-1-1,0-1,0 0,-1-1,0-1,0 0,-16 1,-47 6,3-5</inkml:trace>
  <inkml:trace contextRef="#ctx0" brushRef="#br1" timeOffset="58151.734">8819 3891,'37'12,"215"-18,-178 1,1761-97,-651 77,-852 22,1258-1,-234 31,-1352-28,-24 1,-15 0,-5 0</inkml:trace>
  <inkml:trace contextRef="#ctx0" brushRef="#br1" timeOffset="59619.859">8778 4226,'-156'24,"122"-22,289-32,67 21,117 20,80 0,743-61,273 23,-1042 20,884 14,-740 8,-633-15,5 1,0-1,0 0,-1-1,1 0,0 0,-1-1,1 0,-1-1,0 0,4-1,-4 1,-1 0,1 1,0 0,0 1,-1-1,1 2,0-1,0 1,0 0,3 1,-5-1,-11 0,4 1,-1 0,0-1,0 0,0 1,0-1,0 0,0 0,0 0,0 0,0 0,0-1,0 1,0 0,0-1,0 0,1 1,-1-1,0 0,0 0,1 0,-1 0,0 0,1 0,-1-1,1 1,0-1,-1 1,1-1,-1 0,1-9</inkml:trace>
  <inkml:trace contextRef="#ctx0" brushRef="#br1" timeOffset="59918.804">15195 3344,'15'17,"0"-1,1-1,1 0,0-1,1 0,1-2,0 0,0-1,1-1,3 0,-13-5,78 39,118 68,-188-101,-1 2,-1 0,0 0,-1 2,-1 0,0 0,-1 1,0 1,-2 0,0 1,-6-7,0-1,-1 1,0 0,0 0,-2 0,1 0,-1 0,-1 1,0-1,-1 1,0-1,0 1,-1-1,-1 0,0 1,-1-1,0 0,0 0,-2 0,1-1,-1 1,0-1,-1 0,-1-1,-2 4,-27 32,-2-1,-2-3,-2-1,-1-2,-2-2,-2-3,-15 8,3-1</inkml:trace>
  <inkml:trace contextRef="#ctx0" brushRef="#br1" timeOffset="62236.989">18778 2648,'-13'451,"15"-418,1-25,0-23,-1-54,-2 1,-4-1,-3 0,-4-10,1 2,9 70,-1 0,0 0,1 0,-1 0,1-1,1 1,-1 0,1-1,1 1,-1 0,1-1,1 1,-1 0,1 0,0 0,1 0,-1 0,2 0,-1 1,1-1,0 1,0 0,0 0,1 1,3-4,3 5,0 1,0 0,0 0,0 1,1 0,-1 1,1 1,0 0,-1 0,1 1,-1 1,1-1,-1 2,0 0,0 0,0 1,0 1,-1-1,1 2,-1-1,6 6,-7-6,0 2,0-1,0 1,-1 0,0 0,-1 1,1 0,-1 1,-1 0,3 5,-7-11,0 0,0 0,-1 1,1-1,-1 1,0-1,0 1,-1 0,1-1,-1 1,1 0,-1 0,0-1,0 1,-1 0,1 0,-1-1,0 1,0-1,0 1,-1-1,1 1,-1-1,1 1,-1-1,0 0,-1 0,1 0,0 0,-1-1,-2 3,-11 7,-2 0,1-2,-2 0,1-1,-1 0,0-2,-1 0,0-2,0 0,0-1,-1 0,-4-2,18-1,6-1,0-1,0 1,0 0,0-1,0 1,-1 0,1 0,0 0,0 0,0 0,0 0,0 0,0 0,0 0,-1 1,1-1,0 0,0 1,0-1,0 1,0-1,0 1,0 0,0-1,1 1,-1 0,0-1,0 1,0 0,1 0,-1 0,0 0,1 0,-1 0,1 0,-1 0,1 0,0 0,-1 0,1 0,0 0,0 0,0 1,-1-1,1 0,0 0,1 0,-1 0,0 0,0 0,12 15,1-2,0 1,0-2,2 0,0-1,0 0,11 6,-8-8,0 0,0-1,1 0,0-2,1 0,-1-2,1 0,1-1,-1-1,0 0,1-2,-1-1,1 0,-1-1,1-2,-1 0,0-1,0-1,15-5,3-2,-34 30,-5-13,0-1,1 1,-1-1,1 1,0-1,0 1,0-1,1 1,0-1,0 1,0-1,0 1,1-1,-1 0,1 0,0 0,1 0,-1 0,0 0,1 0,0-1,0 0,0 1,1-1,-1 0,1 0,-1-1,1 1,0-1,0 0,0 0,0 0,1 0,1 0,1 0,-1 0,1 0,0-1,-1 0,1 0,0-1,0 0,-1 0,1 0,0-1,0 0,-1 0,1-1,-1 0,1 0,-1-1,0 1,0-1,0-1,0 1,0-1,-1 0,0 0,1-1,-2 1,1-1,0 0,1-3,-5 5,0 0,-1 0,1 0,-1 1,1-1,-1 0,0 0,0 0,0 0,0 0,0 0,-1 0,0 0,1 0,-1 0,0 0,0 0,-1 1,1-1,-1 0,1 1,-1-1,0 1,0 0,0-1,-2-1,-65-45,63 46,0 0,0 0,-1 0,1 1,-1 0,1 0,-1 1,1 0,-1 0,0 0,0 1,1 0,-1 0,0 1,0 0,1 0,-1 1,0-1,1 1,0 1,-1-1,1 1,0 0,0 1,1 0,-1-1,1 2,0-1,0 1,0-1,0 1,1 1,-4 4,7-6,0 0,0-1,0 1,0 0,1 0,-1-1,1 1,0 0,0 0,0 0,1-1,0 1,-1 0,1 0,0-1,1 1,0 0,13 28</inkml:trace>
  <inkml:trace contextRef="#ctx0" brushRef="#br1" timeOffset="62485.325">19888 2996,'-9'-20,"-5"-12,-1-5,0 2,3 13,6 18,4 18,1 17,5 13,3 9,0 2,4-4,4-6,5-10,5-12,-2-9</inkml:trace>
  <inkml:trace contextRef="#ctx0" brushRef="#br1" timeOffset="62733.659">20169 2635,'23'2,"20"1,18 0,9 0,2-2,-5 0,-13 0</inkml:trace>
  <inkml:trace contextRef="#ctx0" brushRef="#br1" timeOffset="62923.154">20315 2835,'23'9,"23"4,25-4,20-5,15-4,-10-1</inkml:trace>
  <inkml:trace contextRef="#ctx0" brushRef="#br1" timeOffset="63416.867">21573 2381,'-15'4,"2"1,-1 1,1 1,0 0,0 0,1 1,0 1,0 0,1 0,0 2,1-1,0 1,0 1,1-1,1 2,0-1,1 1,0 0,-4 14,3-12,1 0,1 0,1 1,0 0,1 0,0 0,0 14,4-26,-1 0,1 0,0 0,0 0,1 0,-1 0,1 0,0 0,0 0,0 0,1 0,-1 0,1 0,0-1,0 1,1-1,-1 1,1-1,-1 0,1 0,0 0,0 0,0 0,1-1,-1 0,1 1,-1-1,1-1,0 1,-1 0,1-1,0 0,1 0,9 2,0-2,0 0,0 0,0-2,0 0,0 0,0-1,0-1,-1 0,1-1,-1 0,0-1,0-1,0 0,-1-1,0 0,0-1,-1 0,0-1,0 0,-1-1,0 0,-1 0,0-1,-1-1,0 1,-1-1,0-1,1-2,0-5,0 0,-2-1,0 0,-1 0,-1 0,-1-1,-1 1,-1-1,-1 1,-1-1,-1 0,-1 1,0-1,-2 1,0 0,-2 1,0-1,-3-2,7 15,0 0,-1 0,0 1,-1-1,0 1,0 0,-1 0,1 1,-1 0,-1 0,1 0,-1 1,0 0,0 0,-1 1,1-1,-1 2,0-1,0 1,0 0,-1 1,1 0,-1 0,1 1,-1 0,0 1,1 0,-1 0,0 1,-3 0,3 1,0 1,0 0,0 0,1 1,-1 0,1 1,0-1,0 2,1-1,0 1,0 0,0 1,0-1,1 1,0 0,1 1,0 0,0 0,0 0,1 0,0 1,1-1,0 1,0 0,1 0,0 0,1 1,0-1,0 0,1 1,0-1,1 0,0 0,0 3,8 17,2 0,0-1,2 0,1-1,1-1,2 0,0-1,2-1,0-1,2 0,1-1,-5-3,27 33,-1 1,-3 3,-2 1,2 10,-32-53</inkml:trace>
  <inkml:trace contextRef="#ctx0" brushRef="#br1" timeOffset="63673.18">22000 2648,'-9'21,"-5"13,-1 7,3 7,3 1,5 0,6-2,5-7,4-8,1-6,2-9,-2-9,-1-10,-2-5</inkml:trace>
  <inkml:trace contextRef="#ctx0" brushRef="#br1" timeOffset="63936.477">22000 2675,'11'7,"11"9,13 8,10 8,8 4,2 4,-1 1,-8 1,-12-3,-16 0,-22-3,-27-3,-28-2,-27-5,-24-4,7-6</inkml:trace>
  <inkml:trace contextRef="#ctx0" brushRef="#br1" timeOffset="65180.719">19139 3464,'0'89,"-5"0,-3 0,-19 77,25-153,0-4,1 0,-1 0,-1 0,0 0,0 0,0-1,-1 1,-1-1,1 0,-3 2,7-10,0 0,-1 1,1-1,0 1,0-1,-1 0,1 0,0 1,-1-1,1 0,0 1,-1-1,1 0,-1 0,1 0,0 1,-1-1,1 0,-1 0,1 0,-1 0,1 0,-1 0,1 0,0 0,-1 0,1 0,-1 0,1 0,-1 0,1 0,-1-1,1 1,0 0,-1 0,1 0,-1-1,1 1,0 0,-1 0,1-1,0 1,-1 0,1-1,0 1,0 0,-1-1,1 1,0-1,0 1,0 0,-1-1,1 1,0-1,0 1,0-1,0 1,0-1,0 1,0-1,-6-29,1-19,4-1,1 0,2 0,3 1,2-1,5-13,-11 53,1 1,0-1,0 0,1 1,0-1,1 1,0 0,0 0,1 0,0 1,1-1,0 1,0 1,1-1,0 1,0 0,1 0,-5 6,0-1,0 1,0 0,1 0,-1 0,0 1,0-1,1 1,-1 0,0-1,1 1,-1 1,0-1,1 1,-1-1,0 1,0 0,0 0,0 0,0 1,0-1,0 1,0-1,0 1,0 0,-1 0,1 0,-1 1,0-1,1 1,3 4,0-1,0 1,-1 0,0 1,-1-1,1 1,-2 0,1 0,-1 1,2 6,-4-10,0-1,0 1,-1-1,0 1,0-1,0 1,0-1,-1 1,0-1,0 1,0-1,0 0,-1 1,1-1,-1 0,0 0,0 0,-1 0,1-1,-1 1,0-1,0 1,0-1,0 0,-1 0,1 0,-1-1,0 1,0-1,-1 1,-143 59,147-62,0 0,0 1,1-1,-1 0,0 1,0-1,1 0,-1 1,0-1,0 1,1 0,-1-1,1 1,-1 0,1-1,-1 1,1 0,-1-1,1 1,-1 0,1 0,0 0,-1-1,1 1,0 0,0 0,0 0,0 0,0 0,0-1,0 1,0 0,0 0,0 0,0 0,0 0,1-1,-1 1,0 0,1 0,-1 0,0-1,1 1,-1 0,1-1,-1 1,1 0,0-1,-1 1,1 0,39 31,-37-30,22 13,0-1,2-1,-1-1,2-2,-1 0,1-2,1-1,0-2,-1 0,21-1,-38-4,-1 0,1-1,-1-1,1 0,-1 0,0-1,0 0,0-1,0 0,2-2,-11 6,0 0,-1 0,1 0,0 0,-1 0,1 0,-1 1,1-1,0 0,-1 0,1 0,-1 1,1-1,0 0,-1 1,1-1,-1 0,1 1,-1-1,0 1,1-1,-1 1,1-1,-1 1,0-1,1 1,-1-1,0 1,0 0,1-1,-1 1,0-1,0 1,0 0,0-1,0 1,0 0,0-1,0 1,0-1,0 1,0 0,0-1,0 1,-1 0,1-1,0 1,-1 0,4 13,-2-12,0 1,1-1,-1 0,1 0,0-1,-1 1,1 0,0 0,0-1,0 1,1-1,-1 0,0 0,0 1,1-1,-1-1,1 1,-1 0,1-1,-1 1,1-1,-1 0,1 0,-1 0,1 0,1 0,66-14,-65 13,1-1,0 0,-1 0,0-1,1 1,-1-1,0 0,0-1,-1 1,1-1,-1 0,1 0,-1-1,0 1,-1-1,1 0,-1 1,0-2,0 1,-1 0,1-1,-1 1,-1-1,1 0,-1 1,0-1,0 0,0 0,-1 0,0 0,0 0,0 0,-1 1,0-1,0 0,-1 0,0 1,0-1,0 0,-2-3,-1 3,1 1,-1 0,1 0,-1 0,-1 1,1 0,0 0,-1 0,0 1,0-1,0 2,-1-1,1 1,0-1,-1 2,0-1,1 1,-1 0,0 0,0 1,1 0,-1 0,0 1,0 0,0 0,1 0,-1 1,1 0,-1 0,1 1,0 0,0 0,0 0,0 1,0 0,1 0,0 0,0 1,0 0,0 0,1 0,0 0,0 1,2-3,1 1,0-1,0 0,0 1,1-1,-1 0,1 1,0-1,-1 1,2-1,-1 1,0-1,1 1,0-1,-1 0,1 1,1-1,-1 0,0 0,1 0,0 0,-1 0,1 0,1 0,-1 0,0-1,2 2,20 20</inkml:trace>
  <inkml:trace contextRef="#ctx0" brushRef="#br1" timeOffset="65484.926">20008 3677,'0'-1,"-1"0,1-1,0 1,0 0,-1-1,1 1,0 0,0-1,0 1,0 0,1-1,-1 1,0 0,1-1,-1 1,0 0,1 0,0-1,-1 1,1 0,0 0,-1 0,1 0,0 0,0 0,0 0,0 0,0 0,0 0,0 1,0-1,0 0,1 1,-1-1,0 0,0 1,1 0,-1-1,0 1,1 0,-1 0,0 0,1-1,-1 2,0-1,1 0,-1 0,2 3,0 0,0 0,-1 1,0-1,1 1,-1 0,-1-1,1 1,0 0,-1 0,0 0,0 0,0 0,-1 0,1 1,-1-1,0 0,0 0,0 0,-1 0,1 1,-1-1,-1 1,-42 140,14-61,29-83,1 0,-1 0,1 0,-1 1,1-1,0 0,0 0,-1 0,1 1,0-1,0 0,0 0,0 1,1-1,-1 0,0 0,0 1,1-1,-1 0,1 0,-1 0,1 0,-1 0,1 0,0 0,-1 0,1 0,0 0,0 0,0 0,0 0,0 0,0-1,0 1,0 0,0-1,0 1,0-1,1 1,-1-1,0 0,0 1,0-1,1 0,-1 0,0 0,0 0,1 0,22 2,0-2,0-1,0 0,-1-2,1-1,-1 0,0-2,6-3,37-11,-8-2</inkml:trace>
  <inkml:trace contextRef="#ctx0" brushRef="#br1" timeOffset="65745.231">20502 3557,'21'0,"18"0,13 0,8 0,-3 0,-10 0</inkml:trace>
  <inkml:trace contextRef="#ctx0" brushRef="#br1" timeOffset="65996.537">20530 3745,'18'4,"20"2,16-2,14-3,4 0,-11-2</inkml:trace>
  <inkml:trace contextRef="#ctx0" brushRef="#br1" timeOffset="66599.515">21813 3370,'-9'1,"-1"0,1 0,0 1,0 0,0 1,0 0,0 0,0 1,1 0,0 1,0 0,0 0,0 1,1 0,0 0,0 0,1 1,0 0,-1 1,-4 6,0 1,1 0,1 0,1 1,0 0,1 1,0 0,2 0,-3 10,6-23,1 1,-1-1,1 0,0 1,0-1,1 1,-1 0,1-1,0 1,0-1,0 1,1 0,0-1,0 1,0-1,0 1,1-1,-1 0,1 0,0 1,1-1,-1-1,1 1,-1 0,1 0,0-1,1 0,-1 0,0 0,1 0,0 0,0-1,0 1,0-1,0 0,0 0,0-1,1 1,0-1,10-1,0 0,0-2,0 0,0 0,0-2,-1 0,1 0,-1-2,0 1,0-2,-1 0,0 0,0-1,-1-1,0 0,0-1,-1 0,-1-1,9-11,-7 9,-2 0,0-1,-1 0,0-1,-1 0,-1 0,0 0,-1-1,-1 0,0-1,-1 1,-1-1,-1 0,0 0,-1-11,-1 18,0-1,0 1,-1 0,-1-1,0 1,0 0,-1 0,0 0,-1 1,0-1,-1 1,0 0,0 0,-1 0,0 1,0 0,-1 0,0 0,0 1,-1 0,0 1,-1-1,1 2,-1-1,0 1,-1 0,-2 0,0 0,-1 0,0 1,0 1,0 0,0 1,0 1,-1 0,1 0,0 1,-1 1,1 0,-1 1,10-1,1 0,-1 0,0 0,1 1,0-1,-1 1,1 0,0 0,0 0,0 0,0 0,0 1,0-1,1 1,-1 0,1 0,0 0,-1 0,2 0,-1 0,0 1,1-1,-1 1,1-1,0 1,0 0,0-1,1 3,-1 4,0 1,1-1,0 1,1-1,0 1,1-1,0 1,1-1,2 7,22 44,2-1,2-2,4-1,1-2,4-1,1-2,25 23,19 19,-70-83,-4-8</inkml:trace>
  <inkml:trace contextRef="#ctx0" brushRef="#br1" timeOffset="67347.377">22548 3503,'-165'323,"195"-371,-2-15,-3-1,-3 0,-2-2,-3 0,-3-5,-8 47,0 62,-6-12,2 0,1 0,1 0,1-1,1 0,1 1,1-2,2 1,0-2,2 1,0-1,2-1,16 21,20 14,-31-38</inkml:trace>
  <inkml:trace contextRef="#ctx0" brushRef="#br1" timeOffset="67601.695">22427 3638,'23'-3,"21"0,19-2,15-3,3-4,-13 0</inkml:trace>
  <inkml:trace contextRef="#ctx0" brushRef="#br1" timeOffset="68725.689">18324 2381,'-8'0,"1"1,0 0,0 1,0 0,0 0,0 1,0-1,0 1,1 1,-1-1,1 1,0 1,0-1,1 1,-1 0,1 0,0 0,0 1,1 0,0 0,0 0,0 0,1 1,-1-1,2 1,-1 0,0 3,-1 7,1 0,1 0,1 0,0 0,1 0,1 0,0 0,2 0,0 0,0 0,2 0,1 1,13 35,4-1,1 0,3 0,42 90,-62-127,-2 0,0 0,-1 1,0-1,-1 1,0 12,-3-22,1-1,-2 1,1 0,-1-1,1 1,-2-1,1 1,-1-1,1 0,-1 1,-1-1,1 0,-1 0,0-1,0 1,0 0,-1-1,0 0,1 0,-5 3,-3 1,0 0,-1-1,0 0,0-1,-1-1,0 0,0 0,0-1,0-1,-1 0,1-1,-9 0,-15-6,37 2,1 1,0 0,-1 0,1 0,0 0,0 0,0 0,0 0,0 0,0 0,0 1,0-1,0 0,0 1,0-1,1 1,-1-1,0 1,0-1,1 1,-1 0,0 0,1-1,-1 1,0 0,1 0,-1 0,1 1,5-3,1 0,0 1,-1 0,1 1,0 0,0 0,0 0,-1 1,1 1,0-1,-1 1,1 0,-1 1,1 0,-1 0,0 0,0 1,-1 0,1 0,-1 1,0 0,0 0,0 1,-1-1,0 1,0 0,0 1,-1-1,0 1,0 0,-1 0,0 0,0 0,0 14,0-1,-2 1,0-1,-2 1,0-1,-1 1,-1-1,-1 0,-1 0,-1 0,0 0,-2-1,-1 3,-10 34,14-40,-1-2,1-1,1 1,0 0,1 0,0 1,1-1,1 1,0-1,1 1,1-1,0 1,2 5,1-13,1 0,-1-1,1 0,0 0,1 0,-1-1,1 1,0-1,1-1,-1 1,1-1,0 0,0-1,0 1,0-1,1-1,-1 0,1 0,0 0,0-1,0 0,-1 0,1-1,0 0,2-1,119-11,-76-2</inkml:trace>
  <inkml:trace contextRef="#ctx0" brushRef="#br1" timeOffset="69982.327">22054 2741,'-1'0,"1"-1,0 1,-1-1,1 0,0 1,-1-1,1 1,-1 0,1-1,-1 1,1-1,-1 1,1-1,-1 1,1 0,-1 0,1-1,-1 1,0 0,1 0,-1-1,0 1,1 0,-1 0,1 0,-1 0,0 0,1 0,-1 0,0 0,1 0,-1 1,0-1,1 0,-1 0,1 0,-1 1,0-1,1 0,-1 1,1-1,-1 1,1-1,-1 0,1 1,0-1,-1 1,1-1,-1 1,1-1,0 1,-1 0,1-1,0 1,0-1,0 1,-1 0,1-1,0 1,0 0,0 0,-14 42,9-15,1 0,1 0,2 0,1 0,1 1,1-1,1 0,2 0,1 0,0-12,0-22,-6-42,0 33</inkml:trace>
  <inkml:trace contextRef="#ctx0" brushRef="#br1" timeOffset="70336.405">22000 2635,'1'6,"0"1,0-1,1 0,0 0,0-1,1 1,-1 0,1-1,0 1,1-1,-1 0,2 1,-2-1,23 27,1-1,1-1,1-2,2-1,1-1,10 6,10 8,13 24,-64-63,0 0,0 1,0-1,0 0,0 1,-1-1,1 1,-1-1,1 1,-1-1,1 1,-1-1,0 1,0-1,0 1,0-1,0 1,0-1,0 1,0 0,-1-1,1 1,-1-1,1 1,-1-1,1 0,-1 1,0-1,0 1,0-1,0 0,0 0,0 0,0 1,0-1,0 0,0 0,-1-1,0 2,-60 22,-109 0,118-21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3:42.9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 0,'-5'5,"-1"5,1 7,0-1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3:43.1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1,'0'9,"0"1,0-2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3:42.2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58 313,'8'36,"-2"0,-2 0,-1 0,-1 1,-3-1,0 1,-3-1,-1 0,-1 0,-3 2,2-14,7-24,0-1,1 1,-1 0,0-1,0 1,0 0,0-1,0 1,0 0,0-1,0 1,0-1,0 1,0 0,0-1,0 1,0-1,0 1,0 0,0-1,0 1,0 0,-1-1,1 1,0 0,0-1,0 1,-1 0,1-1,0 1,0 0,-1 0,1-1,0 1,-1 0,1 0,0 0,-1-1,1 1,0 0,-1 0,1 0,0 0,-1 0,1 0,0 0,-1 0,1 0,-1 0,1 0,0 0,-1 0,1 0,0 0,-1 0,1 0,0 0,-1 0,1 1,0-1,-1 0,1 0,0 0,-1 1,1-1,0 0,-1 1,-9-55,2 1,3-1,1-50,3 79,0-16,-2-26,3-1,7-48,-7 109,0 1,1 0,-1-1,2 1,-1 0,1 0,-1 0,2 0,-1 0,1 0,0 0,0 1,0-1,1 1,0 0,0 0,0 0,1 1,0 0,-1-1,1 2,1-1,-1 0,1 1,-1 0,1 1,1-1,0 1,0 1,0 0,0 0,1 1,-1 0,0 0,0 1,0 0,0 0,0 1,0 0,0 0,0 0,0 1,-1 0,0 0,1 1,-1 0,0 0,-1 0,1 1,-1 0,0 0,0 0,0 1,-1-1,0 1,0 0,0 1,-1-1,0 0,0 1,-1 0,0 0,0 0,0 0,-1 0,0 0,0 0,-1 0,0 0,0 1,-1-1,0 0,0 0,-1 0,0 0,0 0,-1 3,-4 1,-1 1,1-2,-2 1,1-1,-2 0,1 0,-1-1,-1-1,1 0,-1 0,-1-1,0 0,0-1,0-1,0 0,-1 0,0-1,0-1,-11 2,21-4,0-2,1 1,-1 0,0 1,0-1,0 1,0-1,1 1,-1 0,0 0,1 0,-1 0,0 0,1 1,-1-1,1 1,0 0,0-1,-1 1,1 0,0 0,1 1,-1-1,0 0,1 1,-1-1,1 1,0-1,0 1,0 0,0-1,0 1,0 1,2 10,1 1,1-1,0 1,0-1,2 0,-1 0,2-1,0 1,1-1,0 0,2 1,-3-1,1 1,1-1,0-1,1 1,0-1,1-1,1 0,-1 0,2-1,-1 0,1-1,1-1,0 1,0-2,0 0,1-1,0 0,1-1,-1-1,1 0,6 0,-3-3,1-1,0-2,-1 0,1 0,-1-2,0 0,0-1,11-5,22-10</inkml:trace>
  <inkml:trace contextRef="#ctx0" brushRef="#br0" timeOffset="482.645">753 366,'18'-8,"1"1,0 0,0 1,0 1,0 1,1 0,16 0,-34 4,0 0,0-1,0 1,0 0,0 0,0 1,0-1,0 0,0 1,0-1,0 1,0-1,0 1,0 0,-1 0,1 0,0 0,-1 0,1 0,0 1,-1-1,1 0,-1 1,0-1,0 1,1-1,-1 1,0 0,0 0,0-1,-1 1,1 0,0 0,-1 0,1 0,-1 0,0 0,1 0,-1 0,0 0,0 0,-1 0,1 0,0 0,0 0,-1 0,0 0,-4 12,0 0,-1-1,-1 0,0-1,-1 1,0-1,-1-1,-5 6,-15 21,28-36,0-2,0 1,0-1,1 1,-1 0,0-1,0 1,1 0,-1-1,0 1,1 0,-1 0,0 0,1 0,-1 0,1 0,0-1,-1 1,1 0,0 0,-1 0,1 0,0 0,0 0,0 1,0-1,0 0,0 0,0 0,1 0,-1 0,0 0,0 0,1 0,-1 0,1-1,-1 1,1 0,-1 0,1 0,-1 0,1 0,0-1,-1 1,1 0,0-1,0 1,0 0,0-1,99 8,5 18,-101-24,-1 0,1-1,-1 1,1 1,-1-1,0 0,0 1,0-1,-1 1,1 0,0 0,-1 0,0 0,0 1,0-1,0 0,0 1,-1 0,0-1,1 1,-1 0,-1 0,1-1,0 1,-1 0,0 2,-3 5,0 1,-1-1,0-1,-1 1,0 0,0-1,-1 0,-1-1,0 1,0-1,-1 0,0-1,0 0,-1 0,0-1,0 0,-1-1,0 0,0 0,-5 1,11-5,-34 18,37-20,1 0,-1 1,0-1,0 0,0 0,1 1,-1-1,0 0,0 0,0 0,1 0,-1 0,0 0,0 0,0 0,0 0,1-1,-1 1,0 0,0 0,1-1,-1 1,0 0,0-1,1 1,-1-1,0 1,1-1,-1 1,1-1,-1 0,0 1,1-1,0 0,-1 1,1-1,-1 0,1 1,0-1,-1 0,1 0,0 0,0 1,-2-17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26.0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 0,'-9'0,"-3"2,0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25.7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 0,'0'0,"-1"0,1 0,-1 0,1 0,-1 1,1-1,-1 0,1 0,-1 0,1 1,-1-1,1 0,0 1,-1-1,1 0,-1 1,1-1,0 0,-1 1,1-1,0 1,0-1,-1 1,1-1,0 0,0 1,0-1,-1 1,1-1,0 1,0-1,0 1,0-1,0 1,0-1,0 1,0-1,0 1,1-1,-1 1,0-1,0 1,0-1,0 1,1-1,-1 1,0-1,1 1,1 16,1 1,1-1,0 0,1 0,1-1,1 1,0-1,1-1,1 1,1-1,0-1,0 0,3 1,-10-11,0 0,0 0,0 0,1-1,0 1,-1-1,1 0,0 0,1-1,-1 1,0-1,1 0,-1 0,1 0,0-1,0 0,-1 0,1 0,0 0,0-1,0 0,0 0,0 0,0 0,0-1,0 0,0 0,-1 0,1-1,0 1,-1-1,1 0,-1-1,0 1,1-1,3-3,-2-1,1 0,-1 0,-1-1,1 0,-1 0,0-1,-1 0,0 1,-1-1,0 0,0-1,0 1,-2-1,1 1,-1-1,0 1,-1-8,0 18,-1-1,1 0,0 1,-1-1,1 1,-1-1,1 0,-1 1,1-1,0 0,-1 1,1-1,-1 0,1 1,-1-1,0 0,1 0,-1 0,1 0,-1 0,1 0,-1 1,1-1,-1 0,0 0,1-1,-1 1,1 0,-1 0,1 0,-1 0,1 0,-1-1,1 1,-1 0,1 0,-1-1,1 1,-1 0,1-1,-1 1,1-1,0 1,-1-1,1 1,0 0,-1-1,1 1,0-1,0 1,-1-1,1 0,0 1,0-1,0 1,0-1,0 1,0-1,0 1,0-1,0 0,0 1,0-1,0 1,0-1,0 1,0-1,1 0,-3 5,1 1,-1-1,1 0,1 1,-1-1,0 0,1 1,0-1,0 1,0-1,1 1,0-1,-1 0,2 1,-1-1,0 0,1 0,0 0,0 0,0 0,0 0,1 0,-1-1,1 1,0-1,0 1,0-1,1 0,-1-1,1 1,-1-1,1 1,0-1,0 0,0 0,0-1,2 1,3 1,-1 0,1-1,0 0,0-1,0 0,0 0,0-1,0 0,0-1,0 0,0 0,8-2,-13 1,0 1,0 0,0-1,0 0,0 1,-1-2,1 1,0 0,-1-1,0 1,0-1,1 0,-2 0,1-1,0 1,-1 0,1-1,-1 0,0 1,0-1,0 0,-1 0,0 0,1 0,-1-1,-1 1,1-4,-9-68,14 88,0-1,1 1,0-1,1 0,0-1,1 0,0 0,0-1,1 0,1 0,-1-1,1-1,1 0,-1 0,1-1,0-1,1 0,5 1,6 2,0-1,0-2,1 0,-1-2,1 0,0-2,-1-1,1-1,22-3,-39 3,0 0,0 0,-1 0,1-1,0 0,-1-1,0 0,0 0,1 0,-2-1,1 0,0 0,-1-1,0 0,0 0,0 0,0-2,-5 3,0 0,0 0,-1 1,0-1,0 0,0 0,0 0,-1 0,1 0,-1 0,0 1,0-1,0 0,-1 1,1-1,-1 1,0-1,0 1,0 0,-1 0,1 0,-1 0,1 0,-1 0,0 1,0-1,-1 1,1 0,0 0,-1 0,1 0,-1 1,1-1,-1 1,-2 0,-1-2,-1 0,0 0,0 1,0 1,0-1,0 1,0 1,0 0,0 0,0 0,0 1,-6 1,10-1,0 0,1 0,-1 0,1 0,-1 1,1-1,0 1,0 0,-1 0,1 0,0 1,1-1,-1 1,0 0,1-1,0 1,-1 0,1 0,0 1,0-1,1 0,-1 1,1-1,0 1,0-1,0 1,0 0,0 1,1-1,0-1,0 1,0 0,0 0,0 0,1-1,0 1,0 0,0-1,0 1,0-1,1 1,-1-1,1 0,0 1,0-1,1 0,-1 0,0 0,1-1,0 1,0-1,0 1,0-1,0 0,0 0,0 0,1 0,-1-1,2 1,9 4,1-1,0-1,-1 0,1-1,0 0,15 0,-14-2,-1-1,0-1,0 0,1 0,-1-2,0 0,-1-1,1 0,0-1,1-2,-10 5,0-1,0 0,-1 0,1 0,-1-1,0 0,0 0,0 0,0-1,-1 1,0-1,0 0,0-1,0 1,-1 0,0-1,0 0,-1 0,1 0,-1 0,-1 0,1-1,-1 1,1-7,27 112,-27-96,-1 0,1 0,0 0,1 0,-1 0,0-1,1 1,0-1,-1 1,1-1,0 0,0 0,1 0,-1-1,0 1,0-1,1 0,-1 0,1 0,-1 0,1 0,-1-1,1 1,0-1,-1 0,1-1,-1 1,1 0,0-1,-1 0,4-1,2 0,1-1,-1 0,0-1,0 0,0-1,-1 0,1 0,-1-1,0 0,-1 0,3-2,18-34,-25 63,-5-15,2 0,-1 1,1-1,0 1,0-1,0 1,1-1,0 0,1 1,-1-1,1 0,1 0,-1 0,1 0,0 0,0-1,0 1,1-1,0 0,0 0,0 0,1 0,0-1,0 0,0 0,0 0,1-1,-1 1,1-1,0-1,0 1,4 1,17-4,-3-4</inkml:trace>
  <inkml:trace contextRef="#ctx0" brushRef="#br0" timeOffset="2347.906">2203 13,'15'38,"2"-2,2 0,18 28,-30-52,0-2,39 47,-45-57,1 0,0-1,-1 1,1 0,0-1,-1 1,1-1,-1 1,1-1,0 0,-1 0,0 0,1 0,-1 0,0 0,1 0,-1 0,0 0,0 0,0-1,0 1,0-1,0 1,0-1,0 1,-1-1,1 1,-1-1,1 1,-1-1,1 0,-1 1,0-1,0 0,0 1,0-1,0 0,0 0,-1 0,3-4,40-149,-45 199,2-35,-1-4,0 0,1 1,0-1,0 0,0 0,0 1,1-1,0 1,0-1,0 0,1 1,0-1,0 0,0 1,0-1,1 0,0 0,0 0,1 0,-1-1,1 1,0 0,0-1,1 0,-1 0,1 0,2 2,1-3,0-1,1 1,-1-2,0 1,1-1,-1 0,0 0,1-1,-1 0,1-1,-1 1,1-1,-1-1,0 0,1 0,-1 0,0-1,0 1,-1-2,1 1,-1-1,1 0,-1-1,0 1,-1-1,1 0,-1 0,0-1,0 0,-1 0,0 0,0 0,0-1,-1 0,0 1,0-1,0 0,-1-2,7-63,-15 69,1 18,4-11,-1 1,1-1,0 1,1 0,-1-1,1 1,0 0,0 0,0 0,0-1,1 1,0 0,0-1,0 1,1 0,0-1,0 0,0 1,0-1,0 0,1 0,0 0,0 0,0-1,0 1,1-1,-1 0,1 0,0 0,1 1,23 8,1 0,0-2,1-1,0-2,0-1,0-1,1-1,21-1,-23 0,0-2,-1 0,1-2,0-1,0-1,-27 3,1-1,-1 1,1-1,-1 1,0-1,1 0,-1 0,0 0,0 0,0 0,1 0,-1 0,0-1,-1 1,1-1,0 0,0 0,-1 1,1-1,-1 0,1 0,-1 0,0-1,0 1,0 0,0 0,0-1,-1 1,1 0,-1-1,1 1,-1-1,0 1,0 0,0-1,0 1,0-1,-1 1,1-1,-1 1,1 0,-2-2,-2-4,-1 0,0 0,0 1,-1-1,0 1,0 0,-1 1,0 0,0 0,0 0,-1 1,0 0,0 0,0 1,-1 0,1 1,-1 0,0 0,0 1,0 0,0 0,0 1,-1 0,-4 1,9 0,1 1,0 0,0 0,-1 0,1 0,0 1,0-1,0 1,0 0,1 0,-1 1,0-1,1 1,0 0,0 0,-1 0,2 0,-1 0,0 1,1-1,-1 1,1 0,0 0,0-1,1 1,-1 1,1-1,0 0,0 0,0 0,1 1,-1-1,1 0,0 1,0-1,1 0,-1 1,1-1,0 0,0 0,1 0,-1 1,1-1,0-1,0 1,0 0,0 0,1-1,1 2,0 0,0-1,1 1,-1-1,1 0,0 0,0-1,1 0,-1 1,1-2,-1 1,1-1,0 0,0 0,0 0,0-1,1 0,-1-1,0 1,0-1,1 0,-1 0,0-1,0 0,0 0,0-1,0 1,0-1,0-1,0 1,0-1,-1 0,1 0,-1 0,0-1,0 0,-1 0,1 0,-1-1,0 0,0 1,1-3,-3 4,9-15,-5 29,7 33,-13-44,1 1,-1 0,1 0,0-1,-1 1,1-1,0 1,0 0,-1-1,1 1,0-1,0 0,0 1,0-1,0 0,0 1,0-1,0 0,0 0,-1 0,1 0,0 0,0 0,0 0,0 0,0 0,0-1,0 1,0 0,0 0,0-1,0 1,-1-1,1 1,0-1,0 1,0-1,-1 1,1-1,0 0,-1 1,1-1,0 0,-1 0,1 0,-1 0,11-12,-2 0,1-1,-2 0,0 0,0-1,-2 0,0-1,3-9,-4 9,1-2,-5 14,-1 1,1-1,0 0,0 1,0-1,0 1,1 0,0-1,-1 1,1 0,0 0,1 0,-1 0,0 0,1 0,-1 1,1-1,0 1,0 0,0 0,0 0,1 0,-1 0,2 0,6 2,-1 1,0 0,0 1,0 0,0 0,0 1,-1 0,1 1,-1 0,4 2,7 3,-15-7,1 0,-1 0,0 1,1 0,-1 0,0 0,-1 0,1 1,-1 0,1 0,-1 0,0 1,-1-1,1 1,-1 0,0 0,0 0,-1 0,1 1,-1-1,0 1,0-1,-1 1,0 0,0-1,0 7,3 125,-3-133,1 0,0 0,0 0,0-1,0 1,1 0,0-1,0 0,0 0,0 0,0 0,0 0,1 0,-1-1,1 0,0 1,0-1,0-1,0 1,0-1,0 1,0-1,1 0,-1-1,2 1,4 0,0 1,0-2,1 0,-1 0,1-1,-1 0,0 0,0-2,0 1,2-2,-4 1,0-1,0 0,0-1,0 0,-1 0,0 0,0-1,-1 0,0 0,0-1,0 0,-1 0,0 0,0-1,0 0,-1 0,-1 0,1 0,-1-1,-1 1,0-1,0 1,0-1,-1 0,0 0,-1 0,0-3,-18-24,17 35,0 1,1-1,-1 1,0 0,0 0,0-1,0 1,0 0,1 0,-1 0,0 0,0 0,0 0,0 0,0 0,0 0,0 1,0-1,1 0,-1 0,0 1,0-1,0 1,0-1,1 1,-1-1,0 1,1-1,-1 1,0 0,1-1,-1 1,1 0,-1-1,1 1,-1 0,1 0,-1 0,1-1,0 1,-1 0,1 0,0 0,-2 4,1-1,0 1,0-1,0 1,0 0,1 0,-1-1,1 1,0 0,1 0,-1-1,1 1,0 0,0-1,1 1,-1-1,1 1,0-1,0 0,1 1,-1-1,1 0,0-1,0 1,0 0,0-1,1 0,0 0,-1 0,1 0,0 0,0-1,0 0,1 0,-1 0,4 1,13 5,1-1,-1-1,1-1,0 0,1-2,-1-1,0-1,1 0,-1-2,1-1,69-4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3:44.5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34 15,'-2'20,"-1"23,0 20,1 20,0 14,1 8,-2 3,-2-4,-1-8,1-13,4-15,1-18</inkml:trace>
  <inkml:trace contextRef="#ctx0" brushRef="#br0" timeOffset="4262.751">9794 696,'-9'18,"-3"13,2 8,9 4,10 2,10-5,10-6,4-10,-4-9</inkml:trace>
  <inkml:trace contextRef="#ctx0" brushRef="#br0" timeOffset="4449.764">9660 335,'-14'-7,"-4"3,5 6,14 10,19 7,5 0</inkml:trace>
  <inkml:trace contextRef="#ctx0" brushRef="#br0" timeOffset="4732.117">10235 803,'10'-11,"0"0,-1 0,0-1,-1-1,0 0,-1 0,-1 0,0-1,0 1,2-13,-7 23,-1 0,1 0,-1 0,0 0,0 0,0 1,0-1,0 0,-1 0,1 0,-1 0,0 0,0 1,0-1,0 0,0 1,-1-1,1 1,-1-1,0 1,0 0,0-1,0 1,0 0,0 0,0 1,-1-1,1 0,0 1,-1-1,0 1,1 0,-1 0,0 0,0 0,1 0,-1 1,0-1,0 1,0 0,0 0,0 0,-5 1,1 0,0 0,0 1,0 0,-1 1,2-1,-1 1,0 1,1-1,-1 1,1 0,0 1,0 0,1-1,-1 2,1-1,0 1,1-1,-1 1,0 2,2-4,0 1,1-1,-1 0,1 1,0-1,0 1,0 0,1 0,0 0,0 0,0 0,0 0,1 0,0 0,0 0,0 0,1 0,-1 0,1 0,0 0,1-1,-1 1,1 0,0 0,0-1,1 0,-1 1,1-1,0 0,1 1,11 7,0-1,1-1,0-1,0 0,1-1,1 0,-1-2,1 0,0-1,1 0,-1-2,1 0,-1-1,17-1,150-1,-105-8</inkml:trace>
  <inkml:trace contextRef="#ctx0" brushRef="#br0" timeOffset="5166.713">10957 483,'-10'-2,"0"0,0 1,0 0,0 0,-1 1,1 1,0-1,0 2,-9 1,15-2,0 0,0 0,0 1,0-1,0 1,0 0,0 0,1 0,-1 0,1 1,-1-1,1 1,0 0,0 0,0 0,0 1,1-1,-1 1,1-1,0 1,0 0,1-1,-1 1,0 3,1-3,1-1,0 1,0 0,0 0,0 0,1 0,-1-1,1 1,0 0,0-1,0 1,1 0,-1-1,1 0,0 1,0-1,0 0,0 0,1 0,-1 0,3 2,66 52,126 70,-160-86,-36-40,-1 0,1 0,-1 1,0-1,1 0,-1 0,0 0,0 1,0-1,0 0,0 1,0-1,0 0,0 0,-1 1,1-1,0 0,-1 0,1 0,-1 1,1-1,-1 0,0 0,1 0,-1 0,0 0,0 0,0 0,0 0,0-1,0 1,0 0,0 0,0-1,0 1,0-1,0 1,0-1,-2 1,-10 4,0 0,0-1,0 0,-1-1,0-1,0 0,0-1,0 0,0-1,-5-1,16 1,1 1,0-1,0 0,0 0,0 0,0 0,-1 0,1 0,0 0,0-1,0 1,0-1,0 1,0-1,0 0,0 0,0 0,0 0,0 0,1-1,-1 1,0 0,1-1,-1 1,1-1,0 0,-1 1,1-1,0 0,0 0,0 0,0 0,0 0,1 0,-1 0,0 0,1 0,0 0,-1 0,1 0,0-1,0 1,0 0,1 0,-1 0,0 0,1 0,-1 0,1 0,0 0,0-2,8-8,0 0,1 0,0 1,0 1,1 0,1 0,0 1,0 0,7-3,-13 8,34-22,0 1,2 2,0 2,17-4,-11 13,-47 12,0 0,0 0,0 0,0 1,1-1,-1 0,0 1,0-1,0 0,0 1,0-1,0 1,0 0,0-1,0 1,0 0,-1 0,1-1,0 1,0 0,-1 0,1 0,0 0,-1 0,1 0,-1 0,1 0,-1 0,0 0,1 0,-1 1,0-1,0 0,0 0,0 0,0 0,0 0,0 1,-7 81,4-75,1 0,1 0,-1 1,1-1,1 1,-1-1,2 0,-1 1,1-1,0 1,1-1,0 0,0 0,1 0,0 0,0 0,1 0,0 0,42 23,-21-25</inkml:trace>
  <inkml:trace contextRef="#ctx0" brushRef="#br0" timeOffset="5413.136">11371 175,'-16'-7,"-5"0,1 9,8 9,11 14,6 1</inkml:trace>
  <inkml:trace contextRef="#ctx0" brushRef="#br0" timeOffset="5913.313">11599 910,'-3'-28,"1"0,2-1,1 1,1 0,1-1,7-23,0-17,-7 48,2-7,-2 1,-1-1,-1 0,-1 1,-1-1,-3-12,4 37,0 1,0 0,0-1,-1 1,1 0,0 0,-1 0,0-1,1 1,-1 0,0 0,0 0,0 0,0 0,-1 0,1 0,-1 0,1 1,-1-1,1 1,-1-1,0 1,0-1,0 1,0 0,0 0,0 0,0 0,0 0,0 0,0 1,0-1,-1 1,1-1,0 1,0 0,-1 0,1 0,0 0,-2 1,2 0,1 1,-1-1,1 1,-1 0,1 0,0-1,-1 1,1 0,0 0,0 0,0 1,1-1,-1 0,0 0,1 0,-1 1,1-1,0 0,0 0,0 1,0-1,0 0,1 0,-1 1,0-1,1 0,0 0,0 0,-1 1,1-1,1 0,-1 0,0 0,0-1,1 1,-1 0,1 0,-1-1,1 1,0-1,0 1,1 0,16 12,1 0,0-1,1-2,1 0,0-1,0-1,1-1,0-1,20 4,-19-4,-8-3,90 37,-102-38,0-1,-1 1,1-1,-1 1,0 0,1 1,-2-1,1 0,0 1,-1 0,1-1,-1 1,0 0,0 0,-1 0,1 1,-1-1,0 0,0 1,0-1,-1 0,1 1,-1-1,0 1,-11 57,8-55,1 1,0 0,1 0,0-1,0 1,0 0,1 0,0 0,1 0,1 6,-1-11,1 1,-1-1,1 0,-1-1,1 1,0 0,0 0,1-1,-1 1,0-1,1 0,0 0,-1 0,1 0,0 0,0 0,0-1,0 1,0-1,0 0,1 0,-1 0,0-1,1 1,-1-1,0 1,89-7,-82 1,-1 0,0 0,0 0,0-1,0-1,-1 1,0-1,-1-1,1 1,-2-1,1-1,-1 1,0-1,-1 0,0-1,0 1,-1-1,0 0,-1 0,0 0,0 0,-1-1,-1 1,1-9,-2 92,-1-63,0-1,1 0,0 1,0-1,1 1,1-1,-1 0,1 0,1 0,0 0,0 0,1 0,0-1,0 0,1 0,0 0,1 0,0-1,0 0,0 0,7 5,34-6,-26-13</inkml:trace>
  <inkml:trace contextRef="#ctx0" brushRef="#br0" timeOffset="6162.676">12280 309,'2'11,"13"4,3 0</inkml:trace>
  <inkml:trace contextRef="#ctx0" brushRef="#br0" timeOffset="6329.745">12694 750,'-2'13,"-1"10,0 5,1 0,0-2,3-6,2-9,0-5</inkml:trace>
  <inkml:trace contextRef="#ctx0" brushRef="#br0" timeOffset="6515.341">12655 148,'-14'7,"-11"2,-1 0</inkml:trace>
  <inkml:trace contextRef="#ctx0" brushRef="#br0" timeOffset="721.584">744 616,'-11'-4,"1"0,0 0,-1 1,0 0,1 1,-1 0,0 1,0 0,0 1,0 0,0 1,0 0,0 1,0 0,0 1,1 0,-1 0,1 1,0 0,0 1,0 1,1-1,-1 1,1 1,1 0,-1 0,1 1,-3 3,8-8,1 0,-1-1,1 1,0 0,0 0,0 1,0-1,0 0,1 1,-1-1,1 1,0-1,0 1,0-1,0 1,1 0,0 0,0-1,0 1,0 0,0 0,1-1,-1 1,1 0,0-1,0 1,1-1,-1 1,1-1,-1 0,1 1,0-1,1 1,1-2,1 1,-1-1,1 0,-1 0,1 0,0 0,0-1,0 0,-1 0,1 0,0-1,0 1,1-1,-1 0,0-1,0 1,-1-1,1 0,0-1,0 1,2-2,6-1,0-1,0-1,-1 0,0-1,-1 0,1 0,4-6,-3 2,-1-2,0 0,-1 0,0-1,-1 0,-1-1,0 0,-1-1,0 0,-1 0,-1 0,-1-1,-1 0,0 0,0-6,2-16,-3 0,-1 0,-1-1,-3 1,-1 0,-4-13,6 42,1 4,-1 1,1-1,-1 0,0 0,-1 1,1-1,-1 1,0-1,0 1,-1 0,1 0,-1 0,-1 0,1 1,-4-5,6 8,0 1,0 0,0-1,0 1,0 0,0 0,0 0,-1 0,1 0,0 0,0 0,0 0,0 0,0 0,0 1,0-1,0 0,0 1,0-1,0 1,0-1,0 1,0-1,1 1,-1 0,0-1,0 1,0 0,1 0,-1 0,1-1,-1 1,0 0,1 0,-1 0,1 0,-1 1,-6 13,0-1,0 2,2-1,-1 1,2 0,0 0,1 0,0 14,1-15,-8 48,3 0,3 0,3 0,3 0,2 3,-3-52,-1-1,2 1,0-1,0 0,1 0,1 0,0 0,1-1,1 1,0-1,0 0,1-1,0 1,1-2,1 1,-1-1,2 0,-1-1,2 0,-1 0,3 0,4-2,0-1,0-1,0-1,1 0,-1-2,1 0,0 0,0-2,-1 0,1-1,0-1,0-1,-1 0,0-2,1 0,-2 0,1-2,-1 0,0-1,0 0,-1-1,11-9,-15 10,0 0,-1-1,0 0,-1 0,0-1,-1 0,0-1,0 0,2-6,-7 12,0 0,-1 0,1-1,-1 1,-1-1,1 1,-1-1,0 1,0-1,-1 0,1 0,-1 1,-1-1,1 0,-1 0,0 1,0-1,-1 0,1 1,-1-1,-1 1,-1-4,3 7,1 0,-1-1,-1 1,1 0,0 0,0 0,-1 0,1 0,-1 0,0 0,1 0,-1 1,0-1,0 1,0-1,0 1,0 0,-1-1,1 1,0 1,-1-1,1 0,0 0,-1 1,1-1,-1 1,1 0,-1 0,1 0,-1 0,1 0,-1 1,1-1,0 1,-1-1,1 1,0 0,-1 0,1 0,0 0,0 0,-3 6,1-1,0 1,1 0,0 0,0 0,0 0,1 1,0-1,0 1,1-1,0 1,1 0,-1-1,1 1,1 0,0-1,0 1,0 0,1 1,1 0,-1 0,2-1,-1 1,1-1,0 1,1-1,0-1,0 1,1-1,0 0,0 0,1 0,0-1,0 0,0-1,1 1,-1-1,2-1,-1 1,0-2,1 1,-1-1,1 0,0-1,9 2,27 5</inkml:trace>
  <inkml:trace contextRef="#ctx0" brushRef="#br0" timeOffset="1516.889">1572 696,'-2'16,"1"0,0 0,2 0,-1 1,2-1,0 0,1 0,1-1,3 12,-6-23,0 1,0 0,0 0,0-1,1 1,0-1,0 1,0-1,0 0,1 0,0 0,0 0,0 0,0-1,0 1,1-1,0 0,-1 0,1 0,0 0,0-1,1 0,-1 1,1-2,-1 1,1 0,-1-1,1 0,0 0,0 0,-1-1,1 0,0 0,0 0,0 0,3-1,2-4,0 0,0-1,0 0,-1 0,0-1,0 0,0-1,-1 0,-1 0,1-1,-1 0,-1 0,1 0,-2-1,1 0,-1 0,-1-1,0 1,0-1,-1-3,4 0,-2 32,-3-5,0-3,1 0,0 0,1 0,0 0,0-1,1 1,0-1,1-1,-1 1,2-1,-1 0,1 0,1-1,-1 0,1 0,1 0,-1-1,1-1,0 1,0-2,1 1,-1-1,3 0,-3 0,0-1,1 0,-1 0,1-1,-1 0,1-1,0 0,0-1,0 0,0 0,0-1,-1 0,1-1,0 0,-1-1,1 0,-1 0,0-1,0 0,0-1,0 1,-1-2,0 1,0-1,-1-1,1 1,-1-1,2-4,4-13,-1-1,-2 0,0 0,-2-1,-1 0,-1-1,-1 1,-1-1,-2 0,0 0,-2-6,0 26,9-227,-12-55,0 249,-4 30,0 29,-1 26,3 1,1-1,2 1,3 0,4 38,-2-40,2 0,1 0,3 0,1-1,3 0,1-1,2 0,2-2,1 0,3-1,6 7,-19-33,0-1,1-1,1 0,0 0,1-1,-1 0,2-1,6 3,-16-10,1 0,-1 0,1 0,0 0,-1 0,1-1,0 0,0 0,0 0,0 0,1-1,-1 1,0-1,0 0,0-1,0 1,0-1,0 1,0-1,0 0,0-1,0 1,0-1,0 0,-1 0,1 0,-1 0,1 0,-1-1,0 0,0 1,0-1,0-1,8-10,-2-2,1 1,-2-2,0 1,0-1,-2 0,0 0,-1-1,-1-3,14-39,-17 60,9-24,-10 24,0-1,0 1,0 0,0 0,0-1,1 1,-1 0,0-1,0 1,0 0,0 0,1-1,-1 1,0 0,0 0,0-1,1 1,-1 0,0 0,1 0,-1-1,0 1,0 0,1 0,-1 0,0 0,1 0,-1 0,0 0,1 0,-1 0,0 0,1 0,-1 0,0 0,0 0,1 0,-1 0,0 0,1 0,-1 0,0 0,1 0,-1 1,0-1,0 0,1 0,-1 0,0 0,0 1,1-1,-1 0,0 0,0 1,0-1,1 0,-1 1,0-1,0 0,0 0,0 1,0-1,0 0,1 1,-1-1,0 0,0 1,0-1,0 0,24 130,-23-124,0-1,1 1,0 0,0-1,0 1,1-1,-1 0,1 1,0-1,1-1,0 1,-1 0,1-1,1 0,-1 0,0 0,1 0,0-1,0 0,0 0,0 0,1 0,-1-1,1 0,0 0,-1-1,1 0,2 1,24-5,-4-3</inkml:trace>
  <inkml:trace contextRef="#ctx0" brushRef="#br0" timeOffset="1764.23">2775 322,'-16'-4,"-12"-7,-8-1,-7-1,4 3</inkml:trace>
  <inkml:trace contextRef="#ctx0" brushRef="#br0" timeOffset="2132.445">1893 282,'682'-32,"32"0,-283 49,-416-16,41-7,-56 5,1 0,-1 0,0 0,1 0,-1 0,0-1,0 1,0 0,0 0,0 0,0 0,0 0,0 0,0-1,-1 1,1 0,0 0,-1 0,1 0,0 0,-1 0,0 0,1 0,-1 0,0 0,1 0,-1 1,0-1,0 0,0 0,-2-2,-15-22,-1 1,-2 1,0 0,-1 2,-2 1,-14-10,-18 3,54 26,0 1,0 0,1 0,-1 0,0 0,0 0,1 0,-1 0,0 1,0-1,1 1,-1-1,0 1,1 0,-1 0,1-1,-1 1,1 0,-1 0,1 1,0-1,-1 0,1 0,0 1,0-1,0 0,0 1,0-1,0 1,0 0,1-1,-1 1,0 1,-5 17,2-1,0 1,1 0,1 0,0 0,2 0,1 0,1 9,-2-16,15 180,28 123,-11-100,24 397,-55-598,0 2,0 0,-1-1,0 1,-2 0,0 0,0-1,-6 16,-3-5</inkml:trace>
  <inkml:trace contextRef="#ctx0" brushRef="#br0" timeOffset="2444.819">3337 951,'63'-34,"1"2,2 3,1 4,1 2,1 3,5 3,-69 14,0 1,1 0,-1 1,1 0,-1-1,1 2,0-1,0 1,-1 0,1 0,0 0,-1 1,1 0,0 0,-1 0,1 1,-1 0,0 0,1 0,-1 1,0 0,0 0,-1 0,1 0,-1 1,1 0,-1 0,2 2,28 71,-30-66,-1 0,2 0,0 0,0 0,0-1,2 0,-1 0,1 0,1-1,-1 0,2-1,-1 1,5 2,22-5,-21-13</inkml:trace>
  <inkml:trace contextRef="#ctx0" brushRef="#br0" timeOffset="2697.132">4019 483,'-16'2,"-8"6,1 5,4 6,12 1,14 2,6-2</inkml:trace>
  <inkml:trace contextRef="#ctx0" brushRef="#br0" timeOffset="3652.331">4901 736,'-39'-7,"-1"0,1 3,-36 0,61 4,-1 1,1 0,0 1,0 0,0 1,0 1,1 0,-1 1,1 0,0 1,1 1,-7 3,16-8,0 0,0-1,0 1,0 0,0 1,1-1,-1 0,1 1,-1-1,1 1,0 0,0 0,0 0,1 0,-1 0,0 0,1 1,0-1,0 0,0 1,0-1,1 1,-1-1,1 1,0-1,0 1,0-1,1 1,-1-1,2 4,1-2,1-1,0 1,0-1,0 0,1 0,-1-1,1 1,0-1,0 0,0 0,1-1,-1 1,0-1,1 0,0-1,5 2,50 10,0-3,1-2,0-2,1-4,-1-2,29-5,25-2,0-4,-1-5,27-12,-15-14,-125 42,-1 0,0 0,0 0,1 0,-1 0,0-1,0 1,0 0,1-1,-1 1,0-1,0 1,0-1,0 0,0 1,0-1,0 0,0 0,0 0,0 0,-1 0,1 0,0 0,0 0,-1 0,1 0,-1 0,1 0,-1 0,1-1,-1 1,0 0,0 0,1-1,-1 1,0 0,0 0,0 0,0-1,-1 1,1 0,0 0,0-1,-1 1,1 0,-1 0,1 0,-1 0,1 0,-1-1,0 1,0 0,1 1,-1-1,0 0,0 0,0 0,0 0,0 1,-1-1,-13-6,-2 0,1 2,-1 0,0 1,0 0,0 2,0 0,0 1,-1 0,-5 2,13-2,1 1,-1 0,1 1,-1 0,1 0,-1 1,1 0,0 0,0 1,0 1,0-1,1 2,-1-1,1 1,0 0,0 1,0 0,6-4,1-1,0 1,-1-1,1 1,0 0,0 0,0-1,0 1,0 0,0 0,0 0,1 0,-1 0,1 0,0 0,-1 0,1 0,0 1,0-1,0 0,1 0,-1 0,0 0,1 0,-1 0,1 0,0 0,0 0,0 0,0 0,0-1,0 1,0 0,0-1,1 1,-1 0,1-1,0 1,72 40,-53-36,0-1,1-1,-1-1,1-1,0-1,-1 0,1-2,0-1,0 0,-1-2,4-1,-20 4,0 0,0 0,-1-1,1 0,0 1,-1-2,1 1,-1 0,0-1,0 0,0 0,0 0,0 0,-1-1,1 0,-1 1,0-1,0 0,0-1,-1 1,1 0,-1-1,0-1,18 79,-18-68,-1-1,1 1,0-1,0 1,1-1,-1 0,1 0,0 0,0 0,0 0,1-1,-1 1,1-1,0 0,0 0,0-1,0 1,1-1,-1 0,0 0,1 0,0 0,-1-1,1 0,0 0,0 0,0-1,0 1,0-1,-1-1,1 1,0 0,0-1,0 0,0 0,-1-1,1 1,-1-1,1 0,-1 0,1-1,-1 1,3-3,1-6,-1 1,0-1,-1 0,0-1,-1 1,0-1,-1 0,0-1,-1 1,0 0,-1-1,0-11,7-26,19-32,-26 80,-1 0,0 0,1 0,-1 0,1 0,0 0,-1 0,1 1,0-1,0 1,0-1,0 1,1 0,-1-1,0 1,0 0,1 1,-1-1,1 0,-1 1,1-1,-1 1,1 0,-1 0,1 0,-1 0,1 0,-1 0,1 1,-1-1,1 1,0 0,11 5,-1 1,0 0,0 0,-1 2,0-1,0 2,-1-1,0 2,0-1,-2 1,7 10,-3-4,-1 1,-2 1,0 0,0 0,-2 1,-1 0,2 7,22 55,-29-78,0 1,0-1,1 0,-1 0,1 0,0-1,0 1,1-1,-1 1,1-1,-1 0,1 0,0-1,0 1,0-1,1 0,-1 0,1 0,-1-1,1 0,-1 1,1-2,0 1,-1 0,1-1,0 0,0 0,-1 0,5-1,4-1,0-1,-1 0,1-1,-1 0,1 0,-1-2,-1 1,1-2,-1 1,5-5,-5 3,-1-1,0 1,0-2,-1 0,0 0,0 0,-1-1,-1-1,0 1,0-1,-2 0,1-1,-1 1,-1-1,0 0,-1 0,0-1,-1 1,-1-5,0 15,0 1,-1-1,1 1,-1-1,0 1,0-1,0 1,0-1,0 1,-1-1,1 1,-1-1,1 1,-1 0,0-1,0 1,0 0,0-1,-1 1,1 0,0 0,-1 0,0 0,1 0,-1 1,0-1,0 0,0 1,0 0,0-1,0 1,-1 0,1 0,0 0,-1 0,1 0,-1 1,1-1,-1 1,1 0,-1-1,1 1,-1 0,1 0,-1 1,0-1,-4 3,0-1,0 1,0 1,1-1,-1 1,1 0,0 1,0-1,0 1,0 0,1 1,0-1,0 1,1 0,-1 1,1-1,1 1,-1 0,1-1,0 1,1 1,-1 0,3-5,-1 1,0-1,1 1,0-1,-1 0,1 1,1-1,-1 1,0-1,1 1,0-1,0 0,0 1,0-1,0 0,1 0,0 0,-1 0,1 0,0 0,0 0,1 0,-1-1,0 1,1-1,0 0,-1 0,1 0,0 0,0 0,0-1,1 1,110 36,-25-24,0-5,0-3,79-5,-58-4</inkml:trace>
  <inkml:trace contextRef="#ctx0" brushRef="#br0" timeOffset="4000.403">7762 830,'-15'-12,"-1"1,0 0,-1 1,0 0,0 2,-1 0,-13-4,28 11,-1 1,1-1,-1 1,1 0,-1 0,1 0,-1 0,1 1,-1-1,1 1,-1 0,1 0,0 0,-1 0,1 1,0 0,0-1,0 1,0 0,0 0,1 1,-1-1,1 0,-1 1,1 0,0-1,0 1,0 0,0 0,0 0,0 4,-3 2,1 0,1 0,-1 1,2-1,-1 1,1 0,1 0,0 0,0 0,1 8,0-15,0-1,0 0,0 0,0 0,1 0,-1 1,1-1,-1 0,1 0,0 0,0 0,-1 0,2 0,-1 0,0 0,0-1,0 1,1 0,-1-1,1 1,0-1,-1 1,1-1,0 0,0 0,0 0,-1 0,1 0,0 0,1 0,-1-1,0 1,0-1,0 1,0-1,0 0,1 0,-1 0,0 0,0 0,0 0,0-1,0 1,2-1,10-5,0 0,0-1,-1 0,0-1,-1-1,1 0,-2 0,1-2,-1 1,-1-1,8-10,-4-2,-10 17,-9 20,4-11,-1 1,1-1,0 1,0-1,0 1,1-1,-1 1,1 0,0-1,0 1,0 0,0-1,1 1,-1-1,1 1,0-1,0 1,1-1,-1 1,1-1,-1 0,1 0,0 0,0 0,0 0,1 0,-1 0,1-1,0 1,-1-1,1 0,0 0,0 0,1 0,-1 0,0-1,0 1,1-1,0 0,20 7,1-2,0 0,0-2,0 0,1-2,63 6</inkml:trace>
  <inkml:trace contextRef="#ctx0" brushRef="#br0" timeOffset="18350.67">944 2675,'-6'-4,"0"1,0-1,0 1,0 1,-1-1,1 1,-1 1,1-1,-1 1,0 0,1 0,-1 1,0 0,0 0,0 1,1-1,-1 1,0 1,1 0,-1 0,1 0,0 0,-1 1,1 0,0 1,1-1,-1 1,1 0,-1 1,1-1,1 1,-1 0,1 0,-1 0,-1 2,0-1,1 1,-1 0,1 0,1 1,-1-1,1 1,1 0,-1 0,2 0,-1 1,1-1,0 1,0-1,1 1,1 0,-1 7,2-14,-1 0,1 0,0 0,0 1,-1-1,1 0,0 0,1 0,-1-1,0 1,1 0,-1 0,1-1,-1 1,1-1,0 1,0-1,-1 0,1 1,0-1,0 0,0 0,1-1,-1 1,0 0,0-1,0 1,0-1,1 0,-1 1,0-1,0 0,2-1,72-20,-64 13,0 0,0-1,-1 0,-1-1,0 0,0-1,-1 0,0-1,-1 1,0-2,-1 1,-1-1,0 0,0 0,-1-1,-1 0,0 1,-1-2,4-22,-2 1,-1-1,-2 0,-1 0,-2 1,-4-21,-32-199,28 222,9 35,0-1,-1 0,1 0,0 1,-1-1,1 0,0 0,0 0,-1 0,1 1,0-1,-1 0,1 0,0 0,-1 0,1 0,0 0,-1 0,1 0,0 0,-1 0,1 0,0 0,-1 0,1 0,0 0,-1 0,1 0,0 0,-1-1,1 1,0 0,0 0,-1 0,1-1,0 1,-1 0,1 0,0-1,0 1,0 0,-1 0,1-1,0 1,0 0,0-1,-5 41,2 0,2-1,1 1,3 14,-2-33,0 23,1-1,2 1,2-1,2-1,1 1,3-1,1-1,15 30,24-8,-50-61,0 0,0-1,0 0,1 1,-1-1,0 0,1 0,-1-1,1 1,-1 0,1-1,0 1,-1-1,1 0,-1 0,1 0,0 0,-1 0,1-1,-1 1,1-1,-1 0,1 0,-1 0,1 0,-1 0,0 0,0 0,2-2,5-6,-2 0,1 0,-1 0,-1-1,1 0,-2-1,1 1,-2-1,1 0,-1 0,-1 0,0-1,-1 0,0 1,-1-2,7-60,3 165,-8-63,-3-17,0 0,1 0,0 0,1 0,1 0,0 0,0 0,1-1,1 0,0 0,0 0,1 0,4 4,-8-13,0 0,0 0,0 0,0-1,1 1,-1-1,1 1,-1-1,1 0,-1 0,1 0,0 0,0 0,-1-1,1 1,0-1,0 0,0 0,0 0,24-3</inkml:trace>
  <inkml:trace contextRef="#ctx0" brushRef="#br0" timeOffset="18800.465">1251 2288,'65'20,"-42"-15,0 1,0 1,-1 1,0 1,-1 1,0 1,-1 0,0 2,0 0,9 11,-20-12,-1 1,-1 0,0 1,0-1,-2 1,0 1,0-1,-1 1,-1 0,-1 0,0 0,0 0,-2 0,0 0,-1 0,0 0,-3 11,2 11,2-35,-1 0,0 0,1 1,0-1,-1 0,1 0,0 0,0 0,0 1,1-1,-1 0,0 0,1 0,-1 0,1 0,0 0,0 0,0 0,0 0,0 0,0 0,0 0,1-1,-1 1,1 0,-1-1,1 1,-1-1,1 0,0 0,0 1,0-1,0 0,0-1,0 1,0 0,6-4,0-1,-1 1,1-2,-1 1,0-1,0 0,-1 0,0-1,0 0,0 0,0 0,-1-1,0 0,0 0,1-4,3-2,0 1,-1-1,0-1,-2 1,1-1,-2 0,1-1,-2 1,0-1,-1 0,-1 0,1-6,-11 8,-4 30,8-10,1 0,0 0,0 1,0-1,1 1,1 0,-1-1,1 1,1 0,-1 0,1 0,1 0,-1-1,1 1,1 0,-1 0,1-1,1 1,-1-1,1 1,1-1,-1 0,1 0,1-1,-1 1,1-1,0 0,0 0,1-1,0 1,0-1,0 0,0-1,1 0,0 1,20 3,1-1,-1-1,1-2,0 0,0-2,0-1,18-2,-44 1,89-1</inkml:trace>
  <inkml:trace contextRef="#ctx0" brushRef="#br0" timeOffset="19484.178">3497 2247,'-11'2,"0"1,0 0,0 1,1 0,-1 0,1 1,0 0,0 1,0 0,1 1,0 0,1 1,-1-1,1 1,1 1,-7 9,-5 8,1 2,1 0,1 0,2 2,-2 9,5-16,1 0,1 1,1 0,1 1,2 0,0 0,2 0,-1 16,4-39,0 0,0 1,0-1,0 0,0 0,1 0,-1 0,1 0,-1 0,1 0,-1 0,1 0,0 0,0-1,0 1,0 0,1 0,-1-1,0 1,1-1,-1 1,1-1,-1 0,1 1,0-1,0 0,-1 0,1 0,0 0,0 0,0-1,0 1,0-1,0 1,0-1,0 0,0 0,0 1,0-2,0 1,2 0,8-3,-1-1,0 0,-1-1,1 0,-1-1,0 0,0 0,-1-1,1-1,-2 1,1-1,6-8,10-9,0-1,-2 0,-1-2,-1-1,-1 0,-2-1,-1-1,-1-1,-2-1,-1 0,-2 0,-1-1,-2-1,-1 0,-2 0,-1 0,-2 0,-1-10,-2 29,0 1,-1 0,-1 0,-1 0,0 0,0 1,-2 0,-3-8,6 17,0-1,0 1,0 0,-1 0,1 0,-1 1,0-1,-1 1,1 0,-1 0,0 1,0-1,0 1,0 0,0 0,-1 1,0 0,1 0,-1 0,0 0,0 1,-4-1,1 3,0 0,1 0,-1 0,0 1,1 1,-1-1,1 1,0 1,0-1,0 2,0-1,1 1,-1 0,1 0,0 1,1 0,0 0,0 1,0 0,1 0,-1 0,2 0,-1 1,1 0,0 0,1 0,0 0,0 1,1-1,0 1,1 0,-1 0,2 0,-1-1,1 1,1 0,0 1,0 5,1-1,1 0,1 0,0 0,1 0,0 0,1-1,0 0,1 0,1-1,0 0,4 4,125 131,-80-90,-40-42,0 2,-2 0,0 1,-1 0,-1 1,-1 0,0 1,-2 1,0 0,-1 0,-1 1,-1 0,-1 0,-2 1,0 0,0 5,-15 119,10-138</inkml:trace>
  <inkml:trace contextRef="#ctx0" brushRef="#br0" timeOffset="19999.804">3884 2595,'-4'34,"2"1,1-1,2 1,1-1,2 0,1 1,2-2,6 21,-2-29,-5-43,6-399,-7 411,3 21,-4-9,110 152,-81-118,-3 1,-1 2,10 20,-36-58,0-1,0 1,-1-1,1 1,-1 0,0 0,0 0,-1 0,0 0,1 0,-2 1,1-1,-1 0,0 0,0 1,0-1,-1 0,1 1,-1-1,-1 0,1 0,-1 0,0 0,0 0,0 0,-1-1,1 1,-1-1,0 1,-1-1,1 0,-4 3,-5 0,0 0,0-1,-1 0,1-1,-2 0,1-1,0 0,-1-1,1-1,-1 0,0-1,0 0,-11-2,23 1,-1 1,1-1,-1 0,1 0,-1 0,1 0,-1-1,1 1,-1-1,1 0,-1 1,1-1,0 0,0 0,-1-1,1 1,0 0,0-1,0 1,0-1,1 0,-1 1,0-1,1 0,-1 0,1 0,-1 0,1-1,0 1,0 0,0 0,0-1,1 1,-1-1,1 1,-1 0,1-1,0 0,3-20</inkml:trace>
  <inkml:trace contextRef="#ctx0" brushRef="#br0" timeOffset="20226.76">4472 2394,'16'2,"19"1,17 0,16 0,10-4,0-1,-8 0,-16-1</inkml:trace>
  <inkml:trace contextRef="#ctx0" brushRef="#br0" timeOffset="20502.723">4580 2608,'18'4,"20"2,19 0,16-4,9-1,-9-2</inkml:trace>
  <inkml:trace contextRef="#ctx0" brushRef="#br0" timeOffset="20667.191">5409 2528,'48'-129,"-30"85,-1 0,-3-1,-1 0,-3-1,1-18,-17 38,-14 46,8 9,0 0,2 1,1 0,2 1,0 0,3 0,-2 21,4 8,2 0,2 0,3 0,3 0,15 58,-9-53</inkml:trace>
  <inkml:trace contextRef="#ctx0" brushRef="#br0" timeOffset="28534.434">5783 4039,'-1'-14,"-1"1,2-1,0 0,1 1,0-1,1 0,1 1,0 0,1 0,0 0,1 0,0 0,1 1,1 0,0 0,0 1,1-1,6-5,-13 16,0-1,-1 1,0 0,1 0,-1 0,1 0,0 0,-1 0,1 0,0 0,-1 0,1 0,0 0,0 1,0-1,0 0,0 0,0 1,0-1,0 1,0-1,0 1,0-1,0 1,0 0,0-1,0 1,1 0,-1 0,0 0,0 0,0 0,0 0,1 0,-1 0,0 1,0-1,0 0,0 1,0-1,0 1,1-1,-1 1,7 64,-6 33,-2-12,4-1,4 0,3 0,7 13,16 26,-20-81</inkml:trace>
  <inkml:trace contextRef="#ctx0" brushRef="#br0" timeOffset="21449.075">3497 3704,'-17'5,"-1"1,1 0,0 2,0-1,1 2,0 0,1 1,0 1,1 0,0 1,0 1,1 0,1 0,0 2,1-1,1 1,0 1,1 0,1 0,-1 3,2-6,0 1,1-1,0 1,1 1,1-1,0 1,1-1,1 1,0 0,1 0,0 1,2-1,0 7,-1-20,1 1,-1-1,1 1,-1-1,1 0,0 1,0-1,0 0,0 0,1 0,-1 0,0 0,1 0,0 0,-1 0,1 0,0-1,0 1,0-1,0 1,0-1,0 0,0 0,0 0,1 0,-1 0,0 0,1-1,-1 1,1-1,-1 0,0 0,1 1,-1-2,1 1,-1 0,1 0,0-1,7-1,0-1,0 0,0-1,-1 0,1 0,-1-1,0 0,4-4,19-15,0 0,-2-3,-1 0,-2-2,0-1,-2-1,-1-1,-2-1,-1-1,-2-1,12-31,-23 51,-1 0,-1 0,0-1,-1 0,-1 0,-1 0,0-1,-1 1,-1-1,0 1,-1-1,-1 0,-1 1,0-1,-4-14,4 27,1 1,-1-1,0 1,0 0,0 0,0 0,0 0,-1 0,1 0,-1 0,0 1,0 0,0-1,0 1,0 0,0 0,-1 1,1-1,-1 1,1-1,-1 1,0 0,1 1,-1-1,0 1,0-1,1 1,-1 0,0 1,-2-1,-3 2,0-1,1 1,0 1,-1 0,1 0,0 1,0 0,1 0,-1 0,1 1,0 0,-6 6,6-4,-1 0,1 1,1 0,-1 0,1 0,1 1,0 0,0 0,1 1,0-1,0 1,1 0,0 0,1 0,0 0,1 0,0 0,1 1,0-1,0 0,1 1,0-1,1 0,0 0,1 0,0 0,1 0,0-1,0 1,15 24,0-1,3-1,0-1,2-1,4 2,-7-9,-1 1,-1 1,-1 1,-1 0,-1 1,-2 1,-1 1,1 4,-6 0,-2 0,-1 0,-2 1,-1-1,-2 1,-1 0,-4 21,3-13,1-22</inkml:trace>
  <inkml:trace contextRef="#ctx0" brushRef="#br0" timeOffset="27462.883">4126 4078,'-15'40,"2"1,2-1,-3 31,1-14,-72 308,74-330,5-21,3-24,33-206,8-159,-7 285,-29 87,-1 0,1 0,0 1,0-1,0 0,1 1,-1 0,1-1,-1 1,1 0,0 0,-1 0,1 1,0-1,0 1,0 0,1-1,-1 1,0 1,0-1,1 0,-1 1,0 0,1 0,-1 0,3 0,3 3,0 0,0 1,0 0,-1 1,1-1,-1 2,0-1,-1 1,1 0,-1 1,0 0,-1 0,0 0,0 1,-1 0,1 0,-2 0,1 1,-1 0,-1 0,1 0,0 4,8 28,-2 1,-1 1,-2 0,-2 0,-2 0,-2 1,-2-1,-5 34,5-69,0 0,0 0,1 0,0 0,0 0,1 0,0 0,0 0,1 0,0 0,0-1,1 1,0-1,0 1,1-1,0 0,0 0,0-1,1 1,0-1,1 0,-1 0,1-1,3 2,9 3</inkml:trace>
  <inkml:trace contextRef="#ctx0" brushRef="#br0" timeOffset="27718.2">3965 4426,'9'7,"15"2,16-3,18-6,12-11,10-5,2-5,-8-1,-16 4</inkml:trace>
  <inkml:trace contextRef="#ctx0" brushRef="#br0" timeOffset="27962.958">4794 4025,'-2'7,"8"4,12 1,17-2,16-3,10-5,5-2,-5-2,-13 0</inkml:trace>
  <inkml:trace contextRef="#ctx0" brushRef="#br0" timeOffset="28130.508">4861 4306,'6'11,"15"4,19 0,20-6,19-8,12-10,4-6,-14-2</inkml:trace>
  <inkml:trace contextRef="#ctx0" brushRef="#br0" timeOffset="30199.387">7053 3103,'-1'-10,"-1"-1,2 1,-1 0,1-1,1 1,0-1,0 1,2-6,1-8,2-27,2 0,3 0,2 0,11-26,-24 73,1 0,0 1,0-1,0 1,1-1,-1 1,1 0,0 0,0-1,0 1,0 0,0 0,1 1,-1-1,1 1,0-1,0 1,0 0,0 0,0 0,0 0,0 0,1 1,-1 0,1-1,-1 1,1 1,-1-1,1 0,0 1,-1 0,4 0,3 4,0 2,0-1,-1 2,0-1,0 1,0 0,-1 1,0 0,-1 0,0 1,0 0,-1 0,0 1,1 2,2-1,-1 1,0 0,-1 0,-1 0,0 1,0 0,-1 1,-1-1,0 1,-1-1,0 1,-2 0,1 2,-3-13,1-1,-1 0,0 1,0-1,0 0,0 1,0-1,-1 0,1 0,-1 0,1 0,-1 0,0 0,0-1,1 1,-1-1,0 1,-1-1,1 0,0 1,0-1,-1 0,1-1,0 1,-1 0,1-1,-1 1,1-1,-1 0,1 1,-1-1,1-1,-1 1,1 0,-1-1,1 1,0-1,-1 1,1-1,-1 0,1 0,0 0,0-1,0 1,0 0,0-1,0 0,0 1,0-1,0 0,1 0,-2-2,0 2,0-1,0 1,0-1,1 0,-1 0,1 0,0 0,0 0,0-1,0 1,0-1,1 1,0-1,0 0,0 1,0-1,0 0,1 0,-1 0,1 1,0-1,0 0,1 0,-1 0,1 0,0 1,0-1,0 0,0 1,1-1,0 1,-1-1,1 1,0 0,1-1,-1 1,1 0,-1 1,1-1,0 0,0 1,1-2,10 0,-1 0,1 0,0 1,0 1,0 1,0 0,1 0,-1 1,0 1,0 1,0 0,0 0,0 2,-1 0,4 1,34 6,-25-5,1-2,0 0,0-2,0-1,19-2,-39 0,0 0,0 0,0 0,0-1,0 0,-1 0,1-1,-1 0,0 0,0 0,0-1,0 0,0 0,-1-1,0 1,0-1,0 0,0-1,-1 1,0-1,0 0,0 0,-1 0,1-3,-2 5,0 1,0-1,0 0,-1 0,0 0,1 0,-1 0,-1 0,1 0,-1 0,1 0,-1 0,-1-1,1 1,0 0,-1 0,0 0,0 0,0 0,0 0,-1 0,0 1,0-1,0 0,0 1,0-1,-1 1,1 0,-1 0,0 0,0 0,0 0,0 1,-1-1,1 1,-1 0,1 0,-1 0,0 0,0 1,0 0,-2-1,-2 2,1 0,0 0,0 1,0 0,0 0,0 0,0 1,0 1,0-1,1 1,-1 0,1 0,0 1,0 0,0 0,0 0,1 1,-1 0,1 0,0 0,1 1,-1-1,1 1,1 0,-1 1,1-1,0 0,0 1,1 0,-1 0,0 6,2-9,1 0,-1 0,1-1,-1 1,1 0,0 0,1 0,-1 0,1 0,-1-1,1 1,0 0,1-1,-1 1,1 0,-1-1,1 0,0 1,0-1,1 0,-1 0,1 0,-1 0,1-1,0 1,0-1,0 1,0-1,1 0,-1 0,0-1,1 1,0-1,10 5,1 0,0-2,1 0,-1 0,1-2,-1 0,11 0,172-12,-101-4</inkml:trace>
  <inkml:trace contextRef="#ctx0" brushRef="#br0" timeOffset="31117.489">9459 2702,'-5'-5,"-1"1,0-1,0 1,0 0,0 1,-1 0,1 0,-1 0,0 1,0-1,0 2,0-1,-1 1,1 0,0 1,0 0,-1 0,1 0,0 1,-1 0,1 0,0 1,0 0,0 0,0 1,1 0,-1 0,1 1,-1-1,1 1,0 1,1-1,-2 2,1 1,0 0,0 1,1-1,0 1,0 0,1 0,0 1,1-1,0 1,-1 3,3-10,0 1,0 0,1 0,-1 0,1-1,-1 1,1 0,0 0,0 0,1 0,-1 0,0 0,1 0,0-1,-1 1,1 0,0 0,1-1,-1 1,0 0,1-1,0 0,-1 1,1-1,0 0,0 0,0 0,0 0,1 0,-1 0,0-1,1 1,0-1,-1 0,4 1,0 0,0 0,0-1,0 0,0-1,0 1,0-1,0 0,0-1,0 1,0-1,0 0,0-1,-1 0,1 0,0 0,-1 0,1-1,-1 0,3-2,4-2,1-2,-2 1,1-2,-1 1,-1-2,0 1,0-1,-1-1,-3 4,0 0,0-1,-1 0,0 1,-1-2,0 1,-1 0,1-1,-2 0,0 0,0 0,1-9,-7 11,-1 25,3-5,1 1,0-1,1 0,0 1,1-1,1 0,0 0,1 0,0 0,1 3,-2-10,-1-1,1 1,0-1,1 0,-1 1,1-1,-1 0,1-1,0 1,1 0,-1-1,1 0,-1 0,1 0,0 0,0 0,0-1,1 0,-1 0,0 0,1 0,0-1,-1 0,1 0,0 0,-1 0,5-1,5-2,1-2,-1 1,0-2,-1 0,1-1,-1 0,0-1,-1 0,1-1,-2 0,1-1,-1-1,0 1,-1-2,0 0,-1 0,0 0,4-9,5-5,-1 0,-2-1,0 0,-2-2,-1 1,-1-1,-1-1,-2 0,-1-1,-1 1,-1-1,-2 0,-1-30,-2 52,0 0,-1 0,0 0,-1 0,0 1,0-1,-1 0,1 1,-2 0,0-3,3 8,-1 0,1 0,-1 0,0 0,1 0,-1 0,0 0,0 0,0 1,0-1,-1 1,1-1,0 1,-1 0,1 0,-1 0,1 0,-1 0,1 1,-1-1,1 1,-1 0,0 0,1 0,-1 0,0 0,1 0,-1 1,1-1,-1 1,-2 0,-9 6,1 0,0 1,0 0,1 1,0 0,0 1,1 1,1 0,0 0,0 1,1 0,0 0,1 1,1 0,0 1,-4 10,3-10,1 1,0 0,1 0,1 1,0 0,1 0,1 0,0 0,1 0,1 1,1-1,0 1,1-1,1 1,0-1,1 0,1 0,0 0,2 0,-1-1,2 0,0 0,1-1,1 1,6 7,-3-9,1-1,0-1,0 0,1-1,0-1,1 0,0-1,1 0,0-1,0-1,0-1,1 0,0-1,0 0,0-2,0 0,0-1,0-1,1 0,9-3,-16 1,0-2,0 0,-1 0,1-1,-1 0,0 0,0-2,-1 1,0-1,0 0,-1-1,0 0,0 0,0-1,-1 0,-1 0,0-1,0 1,-1-1,0-1,0 1,-1-1,-1 0,0 0,0 0,-1 0,0 0,-1-1,-1 1,0-3,-6-31,5 45,-1 0,1 0,-1 0,1 0,-1 0,1 1,-1-1,1 1,-1-1,1 1,0 0,-1-1,1 1,0 0,0 0,-1 0,1 0,0 0,0 0,0 0,0 0,0 1,1-1,-1 0,0 1,0-1,1 0,-1 1,1-1,-1 1,1-1,0 1,-6 10,0 0,1 0,1 0,0 1,1 0,0-1,1 1,1 0,0 0,0 2,1-9,0-1,1 1,-1-1,1 0,0 0,0 1,1-1,0 0,0 0,0 0,0 0,1-1,0 1,0-1,0 1,0-1,1 0,-1 0,1-1,0 1,0-1,1 0,-1 0,1 0,4 2,8 1,-1-1,1-1,0-1,0 0,0-1,0-1,0 0,1-2,10-1,34-2</inkml:trace>
  <inkml:trace contextRef="#ctx0" brushRef="#br0" timeOffset="31897.465">10943 2756,'-9'-11,"-1"1,0 0,-1 0,0 1,0 1,-1 0,0 1,-1 0,0 0,1 2,-2-1,1 2,-1 0,-10-2,20 6,-1 0,1 0,-1 1,1-1,-1 1,1 0,0 0,-1 0,1 1,0-1,0 1,0 0,0 0,0 1,1-1,-1 1,1 0,-1 0,1 0,0 0,0 1,0-1,1 1,-1 0,1-1,0 1,0 0,0 1,1-1,-1 0,0 5,1-4,-1 1,1-1,0 1,1-1,-1 1,1 0,0 0,1-1,-1 1,1 0,0-1,1 1,-1-1,1 1,0-1,1 0,-1 0,1 0,0 0,0 0,0-1,1 1,0-1,4 4,-2-3,0-1,0 0,1-1,0 1,0-1,0 0,0-1,0 0,0 0,1 0,-1-1,1 0,-1-1,1 0,-1 0,1 0,-1-1,1 0,-1-1,1 1,-1-1,0-1,0 0,0 0,0 0,-1-1,1 1,-1-2,0 1,0-1,0 0,-1 0,1 0,-1-1,-1 0,1 0,-1 0,0-1,0 1,-1-1,0 0,0 0,0-3,5-38,-12 42,-2 25,3 42,2 0,2 0,3-1,3 1,3-1,2 0,9 19,14 89,-27-81,-8-86,0 0,0 0,0 0,0 0,0 1,0-1,0 0,0 0,0 0,0 0,-1 0,1 0,0 0,-1 0,1-1,-1 1,1 0,-1 0,1 0,-1 0,0 0,1-1,-1 1,0 0,1-1,-1 1,0 0,0-1,0 1,0-1,0 1,0-1,0 0,0 1,0-1,0 0,0 0,0 1,0-1,0 0,0 0,0 0,0 0,0-1,0 1,0 0,0 0,0 0,0-1,0 1,0-1,0 1,1-1,-1 1,0-1,0 1,0-1,1 0,-1 1,0-1,0 0,0 0,-11-13,-1 1,2-1,0-1,1 0,0-1,1 0,1 0,0-1,2 0,-3-9,0 2,0-1,2 0,1-1,1 1,1-1,2 0,0 0,2-20,0 40,1 1,0-1,0 0,0 0,0 0,1 0,0 1,0-1,1 1,0 0,0-1,0 1,0 1,1-1,0 0,0 1,0 0,0 0,1 0,0 0,-1 1,1-1,1 1,-1 1,0-1,5-1,119-21,-56 14,-48 7,-1-1,0-1,0-1,-1-2,0 0,0-1,-1-2,0 0,13-11,-30 20,0-1,0 0,-1 0,0 0,1-1,-2 1,1-1,0 0,-1 0,0 0,0-1,-1 1,0-1,1 1,-2-1,1 0,-1 0,0 0,0 0,0 0,-1 0,0 0,0 0,-1 0,0 0,0 0,0 0,-1 1,1-1,-1 0,-1 1,1-1,-1 1,0 0,0-1,-1 1,2 3,0-1,0 1,0-1,0 1,-1 0,1-1,-1 1,1 0,-1 1,0-1,0 0,0 1,0 0,0 0,0 0,0 0,0 0,0 0,-1 1,1 0,0-1,0 1,-1 0,1 1,0-1,0 1,-1-1,1 1,0 0,0 0,0 0,0 1,0-1,0 1,0-1,1 1,-1 0,1 0,-3 3,0 0,-1 1,2 0,-1 0,1 0,0 0,0 1,0 0,1 0,0 0,1 0,0 0,0 0,0 1,1-1,0 1,0 0,1-1,0 1,0-1,1 1,0-1,1 1,-1-1,1 1,1-1,-1 0,1 0,0 0,1 0,0-1,0 1,0-1,1 0,0 0,0-1,1 0,2 3,4-1,0 0,1-1,0 0,0-1,1-1,-1 0,1-1,0 0,0-1,0-1,11 0,156-13,-95-2,-11 0</inkml:trace>
  <inkml:trace contextRef="#ctx0" brushRef="#br0" timeOffset="32864.877">12721 2568,'-4'20,"-2"19,0 18,1 15,4 14,7 9,4 3,0 1,0-3,-4-5,-1-11,-3-17</inkml:trace>
  <inkml:trace contextRef="#ctx0" brushRef="#br0" timeOffset="33450.309">12642 2849,'-4'-27,"1"7,1-1,0 0,1 0,2 0,0 1,2-9,-2 25,1-1,-1 0,1 1,0 0,1-1,-1 1,1 0,-1 0,1 1,1-1,-1 1,0-1,1 1,0 0,-1 0,1 0,0 1,1-1,-1 1,0 0,1 0,-1 1,1 0,3-1,6-2,-1 2,1 0,0 0,0 1,0 1,0 0,0 1,0 1,-9-2,0 0,-1 0,1 0,0 1,0 0,-1 0,1 0,0 0,-1 1,1 0,-1 0,0 0,0 0,1 1,-1 0,-1-1,1 1,0 1,-1-1,0 1,0-1,0 1,0 0,0 0,-1 0,0 0,1 1,-2-1,1 1,0-1,-1 1,0-1,0 1,0 0,-1 0,0-1,0 1,0 0,0 0,-1 0,-4 4,0 0,0 0,-1 0,0-1,-1 1,0-2,0 1,0-1,-1 0,0-1,-1 0,0 0,1 0,-2-1,1-1,-1 0,1 0,-1-1,-4 1,-32 1,45-5,0-1,0 1,0 0,1 0,-1-1,0 1,0 0,0-1,1 1,-1-1,0 1,0-1,1 1,-1-1,0 0,1 1,-1-1,1 0,-1 0,1 1,-1-1,1 0,0 0,-1 0,1 1,0-1,0 0,-1 0,1 0,0 0,0 0,0 0,0 1,0-1,0 0,0 0,1 0,-1 0,0 0,0 1,1-1,-1 0,0 0,1 0,-1 1,1-1,0 0,5-9,1 0,0 0,0 0,1 1,1 1,-1-1,1 2,1-1,0 1,0 0,0 1,1 0,7-2,-7 1,0 1,0 1,1 0,-1 0,1 1,0 1,0 0,0 1,0 0,1 1,-1 0,5 1,-15 0,1 1,-1 0,1 0,-1 0,0 1,1-1,-1 0,0 1,0 0,0-1,0 1,0 0,-1 0,1 0,0 0,-1 0,1 0,-1 1,0-1,0 0,0 1,0-1,0 1,-1-1,1 1,-1 0,1-1,-1 1,0-1,0 1,0 0,-1-1,1 1,-1 0,4 25,-2-26,-1 0,1 0,0 0,0-1,0 1,0 0,0-1,0 1,0 0,0-1,0 0,1 1,-1-1,1 0,-1 1,1-1,-1 0,1 0,0 0,0-1,-1 1,1 0,0-1,0 1,0-1,0 1,0-1,0 0,0 0,-1 0,1 0,0 0,0 0,0-1,0 1,67-18,-63 17,0-1,-1 0,1 0,-1 0,1-1,-1 1,0-1,0-1,0 1,-1-1,1 1,-1-1,0-1,0 1,0-1,-1 1,1-1,-1 0,0 0,-1-1,1 1,-1 0,0-1,0 0,-1 1,0-1,0 0,0 0,-1 0,-1 3,0-1,0 1,0 0,0 0,-1 0,0 0,1 0,-1 1,0-1,0 0,-1 1,1-1,0 1,-1 0,0 0,1 0,-1 0,0 1,0-1,0 1,0-1,0 1,-1 0,1 0,0 0,-3 0,-1 0,0 0,0 1,1-1,-1 1,0 0,0 1,0 0,0 0,1 0,-1 1,1 0,-6 2,6-1,0 1,0-1,1 1,-1 0,1 1,0-1,1 1,-1 0,1 0,-4 6,6-9,1 0,-1 0,1 0,0 0,0 1,0-1,0 0,0 1,0-1,1 1,-1-1,1 1,0-1,-1 1,1-1,0 1,1 0,-1-1,0 1,1-1,0 1,-1-1,1 0,0 1,0-1,0 0,0 1,1-1,1 2,20 15,5-5</inkml:trace>
  <inkml:trace contextRef="#ctx0" brushRef="#br0" timeOffset="34034.744">13497 2514,'5'-2,"0"0,0 1,0-1,0 1,1 0,-1 0,0 1,1 0,-1 0,1 0,-1 0,1 1,-1 0,0 0,0 1,1-1,-1 1,0 0,0 0,-1 1,1 0,0 0,-1 0,0 0,2 1,1 4,1-1,-1 1,0 0,0 1,-1 0,0 0,-1 0,0 1,0-1,-1 1,-1 0,2 5,3 34,-1 1,-3-1,-2 1,-2 0,-2 0,-2-1,-3 1,-1-1,-4 3,-1 28,12-77,-5 100,6-100,0 1,1-1,-1 1,1-1,0 0,0 0,0 1,0-1,1 0,0 0,-1 0,1 0,0 0,0-1,0 1,1-1,-1 1,1-1,-1 0,1 0,0 0,0 0,0 0,0-1,0 1,0-1,0 0,1 1,5-1,-1-1,0 0,0 0,1 0,-1-1,0 0,0-1,0 0,0 0,0 0,-1-1,1-1,-1 1,1-1,-1 0,0-1,-1 0,1 0,-1 0,0-1,0 0,-1 0,1 0,-1-1,-1 0,0 0,1 0,0-4,-1-3,-1 0,-1 0,0 0,-1 0,0-1,-1 1,-1 0,0 0,-1 0,0-1,-1 2,-1-1,0 0,-1 1,-1 0,0 0,0 0,-2 1,1 0,-1 0,-1 1,-3-6,0 0,-1 1,-1 1,0 0,-1 1,-1 1,0 0,-1 1,0 0,-1 2,0 0,0 1,-1 1,-1 1,1 0,-1 2,0 0,-13-1,177-3,-18-10,84-26,-79 15,-126 29,-4 0,0 0,1 0,-1 1,1-1,-1 0,1 1,0-1,-1 1,1-1,-1 1,1 0,0 0,-1 0,1 0,0 0,0 0,-1 0,1 0,-1 1,1-1,0 1,-1-1,1 1,-1 0,1-1,-1 1,1 0,-1 0,0 0,1 0,-1 0,0 1,0-1,0 0,0 0,0 1,0-1,0 1,0 0,-10 55,7-53,0 1,1 0,0-1,0 1,0 0,0 0,1 0,-1 0,1 0,1 0,-1 0,1 0,-1-1,1 1,1 0,-1 0,1-1,0 1,0 0,0-1,1 0,-1 0,1 1,1-2,0 1,0-1,0 0,0 0,0-1,1 1,0-1,-1 0,1 0,0 0,0-1,0 0,0 0,0 0,0-1,0 1,0-1,0 0,26-2</inkml:trace>
  <inkml:trace contextRef="#ctx0" brushRef="#br0" timeOffset="34281.085">14192 2381,'0'0</inkml:trace>
  <inkml:trace contextRef="#ctx0" brushRef="#br0" timeOffset="34648.102">14499 1900,'19'77,"-4"2,-4 0,1 55,9 308,-19-424,1 0,1 1,0-1,1 0,1-1,4 8,-8-19,1 0,0 0,0-1,1 1,0-1,-1 0,2 0,-1 0,0-1,1 0,0 0,0 0,1 0,-1-1,0 1,1-1,0-1,0 1,0-1,2 0,-3-1,0 0,-1-1,1 0,0 0,0 0,0-1,-1 0,1 1,0-2,-1 1,1 0,-1-1,1 0,-1 0,0 0,1-1,-1 1,-1-1,1 0,0 0,-1-1,1 1,0-3,65-92,-68 96,38-67,-38 69,0 0,0 0,0 0,0 0,0 0,0 1,0-1,0 0,0 1,0-1,0 1,0-1,0 1,0 0,0-1,0 1,-1 0,1-1,0 1,0 0,-1 0,1 0,0 0,-1 0,1 0,-1 0,0 0,1 0,-1 0,0 0,1 0,-1 0,0 0,0 0,0 0,0 1,0-1,0 0,0 0,0 0,-1 0,3 5,49 96,-48-98,0-1,0 0,0 1,0-1,0 0,1 0,-1-1,1 1,0-1,0 0,0 0,0 0,0 0,0-1,0 0,1 1,-1-2,1 1,-1 0,0-1,1 0,-1 0,1 0,1-1,17-4</inkml:trace>
  <inkml:trace contextRef="#ctx0" brushRef="#br0" timeOffset="34894.444">15048 2514,'-16'-4,"-8"-2,-1-2,-2-4,4-1</inkml:trace>
  <inkml:trace contextRef="#ctx0" brushRef="#br0" timeOffset="35060.998">14460 2220,'24'0,"28"0,29 0,23 0,15 2,6 6,-19 1</inkml:trace>
  <inkml:trace contextRef="#ctx0" brushRef="#br0" timeOffset="35386.132">15555 2715,'-1'-6,"0"-1,0 1,-1-1,0 1,0 0,-1 0,1 0,-1 0,0 0,-1 1,0-1,0 1,0 0,0 0,-1 0,0 1,0 0,0 0,0 0,-1 0,1 1,-1 0,0 0,0 0,0 1,-1 0,1 0,0 1,-1 0,1 0,-1 0,1 1,-1 0,1 0,-1 1,0-1,1 2,0-1,-1 1,1-1,0 2,0-1,0 1,0 0,0 0,1 1,-1-1,1 1,0 0,0 1,0-1,1 1,0 0,-1 0,2 1,-1-1,-2 5,5-6,0 0,0 0,0 0,0 0,1 0,0 0,-1 0,1 0,1 0,-1 0,1 0,-1 0,1 0,0 0,0 0,1 0,-1-1,1 1,0 0,0-1,0 1,1-1,-1 0,1 0,0 0,-1 0,1 0,1-1,-1 1,0-1,1 0,-1 0,1 0,-1 0,1-1,0 1,0-1,0 0,0 0,0 0,4-1,2 2,1-1,-1-1,1 0,0 0,-1-1,1 0,-1-1,0 0,1-1,-1 0,0 0,0-1,-1-1,1 0,-1 0,0-1,-1 0,1 0,-1-1,0 0,-1 0,1-1,-1 0,-1 0,0-1,0 0,-1 0,0 0,0-1,-1 0,3-9,-7 18,1 1,-1-1,1 0,-1 1,0-1,1 0,-1 1,0-1,1 0,-1 1,0-1,0 0,0 1,0-1,0 0,0 1,1-1,-2 0,1 0,0 1,0-1,0 0,0 0,0 1,-1-1,1 0,0 1,0-1,-1 0,1 1,-1-1,1 1,0-1,-1 1,1-1,-1 1,0-1,1 1,-1-1,1 1,-1-1,0 1,1 0,-1-1,0 1,1 0,-1 0,0 0,1-1,-1 1,0 0,0 0,1 0,-1 0,0 0,1 0,-1 0,0 1,0-1,1 0,-1 0,0 1,1-1,-1 0,0 1,1-1,-1 0,1 1,-1-1,0 1,-2 4,-1 1,1-1,1 1,-1 0,1 0,0 0,0 0,1 0,0 0,0 0,0 1,1-1,0 0,0 1,0-1,1 0,0 0,0 1,1-1,0 0,0 0,0 0,1-1,1 3,1 1,2-1,-1 0,1 0,0 0,1-1,0 0,0-1,0 1,1-2,0 1,0-1,1-1,-1 1,1-2,141 42,-144-43,61 13</inkml:trace>
  <inkml:trace contextRef="#ctx0" brushRef="#br0" timeOffset="36600.876">7802 3932,'3'-15,"-1"3,1 0,-2 1,1-1,-2 0,1 0,-2 0,0 0,0 1,-1-1,0 0,1 10,1 1,-1 0,1-1,-1 1,1 0,-1 0,0 0,1 0,-1-1,0 1,0 0,0 0,0 0,0 1,0-1,0 0,0 0,-1 0,1 1,0-1,0 1,-1-1,1 1,0-1,-1 1,1 0,0 0,-1 0,1-1,0 1,-1 0,1 1,0-1,-1 0,1 0,0 1,-1-1,1 0,0 1,-1 0,0 0,-46 35,40-27,1 1,0 0,1 0,0 1,1-1,0 1,1 0,0 1,0-1,1 1,1-1,0 1,0 0,2 0,-1 0,1 0,1 0,0 0,1-1,0 1,1 0,0 0,0-8,-1 1,1 0,0-1,0 1,1-1,-1 0,1 0,0 0,0 0,0-1,1 0,-1 0,1 0,0 0,-1-1,1 0,0 0,1 0,-1 0,0-1,0 0,1 0,-1 0,4-1,5 1,0-1,-1-1,1 0,0 0,-1-2,1 1,-1-2,0 0,4-2,5-4,-1-1,0 0,-1-2,-1 0,0-2,0 0,-2-1,0 0,0-2,-2 0,0-1,-2 0,0-1,3-7,-8 10,-11 25,1-1,0 1,0-1,1 1,0 0,1-1,-1 1,1 0,1 0,-1-1,1 1,1 0,0-1,0 1,0-1,1 0,0 1,0-1,1 0,0-1,0 1,0-1,1 0,5 5,-4-6,0-1,0 0,0-1,1 0,-1 1,1-2,0 1,0-1,0 0,0-1,0 0,1 0,-1 0,0-1,1 0,-1 0,0-1,0 0,0 0,1-1,-1 0,0 0,-1-1,1 0,1 0,3-3,1 0,-1 0,-1-1,0 0,0-1,0-1,-1 1,0-1,0-1,-1 1,-1-2,0 1,0-1,1-3,10-34,-18 53,-2 1,2 0,-1 0,0 0,1 0,0 0,1 0,-1 0,1 0,0-1,1 1,-1 0,1 0,0-1,1 1,-1-1,1 0,0 1,1-1,-1-1,1 1,0 0,6 1,1 0,-1-1,1 0,0-1,1 0,-1-1,1 0,-1-1,1 0,0 0,0-2,5 1,-14-1,156 3,-83-6</inkml:trace>
  <inkml:trace contextRef="#ctx0" brushRef="#br0" timeOffset="36944.955">9994 3745,'0'18,"0"20,5 21,5 17,7 13,2 11,0 5,-4 2,-3-5,-7-5,-8-13,-4-20</inkml:trace>
  <inkml:trace contextRef="#ctx0" brushRef="#br0" timeOffset="37814.628">9874 4199,'-3'-58,"1"48,1-1,-1 1,2-1,-1 0,2 1,-1-1,1 1,1-1,0 1,0 0,1-1,1 1,-1 0,2 1,-1-1,1 1,1 0,0 0,0 0,1 0,3 2,1 1,0 0,-1 0,2 1,-1 0,1 1,-1 1,1-1,0 2,1 0,-1 0,0 1,0 1,1 0,-1 1,0 0,1 0,-1 2,0-1,-1 2,1 0,0 0,-1 1,0 0,0 1,0 0,0 1,-8-5,0-1,-1 1,1 0,-1 0,1 0,-1 0,1 0,-1 1,0-1,0 1,0-1,-1 1,1 0,-1 0,1-1,-1 1,0 0,0 0,0 0,0 1,-1-1,1 0,-1 0,0 0,0 0,0 1,0-1,-1 0,1 0,-1 0,0 0,0 0,0 0,0 0,-1 0,1 0,-1 0,1 0,-1-1,0 1,0-1,-5 6,-1-1,0-1,0 0,0 0,0 0,-1-1,0 0,0-1,0 0,-1 0,1-1,-1 0,0-1,0 0,0-1,0 0,0 0,-1-1,9 0,1 0,-1 1,1-1,-1 0,0-1,1 1,-1 0,1 0,-1 0,1-1,-1 1,1-1,-1 1,1-1,0 0,-1 0,1 1,0-1,-1 0,1 0,0 0,0-1,0 1,0 0,0 0,0 0,0-1,0 1,1 0,-1-1,0 1,1-1,-1 1,1-1,0 1,-1-1,1 1,0-1,0 0,0 1,0-1,0 1,0-1,1 1,-1-1,0 1,1-1,-1 1,1-1,0 1,-1-1,1 1,0 0,0 0,0-1,0 1,8-7,0 0,0 1,0 0,1 1,0 0,1 1,-1 0,1 0,0 1,0 1,0 0,0 0,1 1,10 0,-11 0,0 0,-1 2,1-1,0 1,0 1,0 0,-1 0,1 1,0 0,-1 1,0 1,1-1,-1 2,-1-1,1 1,-1 1,0 0,0 0,0 0,-1 1,0 1,0 0,-1 0,0 0,-1 0,1 1,3 8,-5-7,-5-8,0-1,0 1,0-1,1 1,-1-1,1 1,0-1,-1 1,1-1,0 0,0 1,-1-1,1 0,0 0,0 0,1 0,-1 0,0 0,0 0,0 0,1 0,-1 0,0 0,1-1,-1 1,1-1,-1 1,1-1,-1 0,1 1,-1-1,1 0,-1 0,1 0,0 0,-1 0,1 0,3-3,0-1,-1 1,1 0,-1-1,0 0,0 0,-1 0,1-1,-1 1,0-1,0 0,0 0,-1 0,0 0,0 0,0 0,-1-1,1 1,-1-1,0 1,-1-1,0 1,0-1,0 0,0 1,-1-1,0 1,0-1,0 1,-1 0,-2-6,0 5,-2-1,1 1,-1 0,0 0,0 0,-1 1,1 0,-1 0,0 1,-1 0,1 0,-1 1,1 0,-1 0,0 0,0 1,-1 1,1-1,0 1,0 1,-1 0,1 0,-1 0,1 1,0 0,-6 2,-2 3,16-6,0 1,0-1,-1 0,1 1,0-1,0 0,0 1,0-1,0 1,0-1,1 0,-1 1,0-1,0 0,0 1,0-1,0 0,0 1,1-1,-1 0,0 1,0-1,1 0,-1 1,0-1,0 0,1 0,-1 1,0-1,1 0,-1 0,0 0,1 1,-1-1,0 0,1 0,-1 0,0 0,1 0,-1 0,1 0,-1 0,0 0,1 0,-1 0,1 0,-1 0,0 0,1 0,-1 0,0 0,1 0,-1-1,0 1,1 0,34 3,0-1,0-2,0-2,29-5,-3 2,-39 3,4-1,-1 1,1 1,0 2,0 0,-1 2,1 0,6 4,-27-6,-1 0,0 1,1 0,-1 0,0 0,0 1,0-1,-1 1,1 0,0 0,-1 0,0 1,0-1,0 1,0 0,-1 0,1 0,-1 0,0 0,0 0,0 1,-1-1,0 1,1-1,-2 1,1-1,0 4,0 24,-1-26,-1-1,1 1,0-1,1 1,-1 0,1-1,0 0,1 1,-1-1,1 0,0 1,0-1,1 0,-1 0,1-1,1 2,-1-5,1 0,-1 0,1 0,-1-1,0 1,1-1,-1 0,1 0,-1 0,1-1,-1 1,0-1,1 0,-1 0,0 0,1 0,-1 0,0-1,0 1,0-1,0 0,0 0,-1 0,1-1,-1 1,1 0,1-3,8-7,-1 0,-1 0,0-1,0-1,-1 1,-1-2,0 1,-1-1,-1 0,0 0,1-7,-6 22,-1 0,1 1,0-1,0 0,0 1,0-1,0 1,-1-1,1 1,0-1,0 1,-1-1,1 1,0 0,-1-1,1 1,-1 0,1 0,-1-1,1 1,-1 0,1 0,-1 0,0 0,0 0,1-1,-1 1,0 0,0 0,0 0,0 0,0 0,0 0,0 0,0 0,0 0,-1 0,1 0,6 16,-2-9,0-1,0 1,1-1,0 0,1 0,-1-1,1 0,0 0,1 0,0 0,0-1,0 0,0-1,1 0,-1 0,1 0,0-1,1 0,1 0,15 3,-1-1,1-2,0 0,0-1,0-2,1 0,28-2</inkml:trace>
  <inkml:trace contextRef="#ctx0" brushRef="#br0" timeOffset="39248.453">11973 3971,'-9'-9,"0"0,0 0,-1 1,0 0,0 1,-1 0,0 0,0 1,0 1,-1 0,0 0,-7-1,13 5,0-1,0 1,-1 0,1 0,0 1,-1 0,1 0,0 1,-1-1,1 1,0 1,0-1,-1 1,1 0,0 0,1 1,-1 0,0 0,1 0,0 1,0 0,0 0,0 0,0 0,-1 3,4-5,-1 0,1 1,0-1,0 1,1-1,-1 1,0 0,1-1,-1 1,1 0,0 0,0 0,0 0,1 0,-1 1,1-1,0 0,-1 0,1 0,1 0,-1 0,0 1,1-1,0 0,-1 0,1 0,0 0,1 0,-1 0,0-1,1 1,0 0,0-1,0 1,0-1,0 1,0-1,0 0,3 2,6 1,0-1,0 0,0-1,0 0,1-1,-1 0,1-1,0 0,-1-1,1 0,0-1,-1 0,1-1,-1 0,1-1,-1 0,0-1,0 0,0-1,-1 0,0-1,0 0,0 0,-1-1,5-4,1-4,-2 0,0-1,0 0,-1-1,-1 0,-1-1,-1 0,0 0,-1-1,-1 0,-1-1,-1 0,0 0,-2 0,0 0,-1-1,-2 1,0-1,0 1,-2 0,-1-1,-2-6,-16-38,20 64,1 1,0-1,-1 1,1-1,-1 1,1-1,-1 1,0-1,1 1,-1 0,1-1,-1 1,0 0,1-1,-1 1,0 0,0 0,1 0,-1 0,0-1,1 1,-1 0,0 0,0 0,1 1,-1-1,0 0,1 0,-1 0,0 0,0 1,1-1,-1 0,1 1,-1-1,0 0,1 1,-1-1,1 1,-1-1,1 1,-1-1,1 1,-1-1,1 1,-1 0,1-1,0 1,-1 0,1-1,0 1,0 0,-8 12,1 1,1-1,0 1,1 1,1-1,0 1,1 0,0 0,1 2,1-14,-5 23,1 0,2 1,0 0,2 0,1 0,1 0,1 0,1 0,2 0,0-1,2 0,6 14,-8-31,0 0,1 0,0-1,0 0,0-1,1 1,1-1,-1 0,1-1,0 0,0 0,1-1,0 0,0 0,0-1,0 0,1-1,0 0,-1-1,1 0,0 0,0-1,2 0,4 0,0 0,-1-1,1-1,0-1,-1 0,1-1,-1-1,0 0,0-1,0 0,-1-1,0-1,0-1,9-5,-17 9,0 0,-1 0,1-1,-1 0,0 0,0 0,0 0,-1-1,1 1,-1-1,-1-1,1 1,-1 0,0-1,-1 1,0-1,0 0,0 0,-1 0,1 0,-2 0,1 0,-1 0,0-1,-1 1,0 0,0 0,0 0,-1 0,0 0,0 1,-3-6,5 11,-1 0,1 0,0 0,-1-1,1 1,-1 0,0 0,1 0,-1 0,0 0,1 0,-1 0,0 0,0 0,0 1,0-1,0 0,0 1,0-1,0 0,0 1,0-1,-1 1,1 0,0-1,0 1,0 0,-1 0,1-1,0 1,0 0,-1 0,1 1,0-1,0 0,0 0,-1 1,1-1,0 0,0 1,0-1,0 1,0-1,0 1,0 0,0 0,0-1,0 1,0 0,0 0,0 0,0 0,1 0,-1 0,0 0,1 0,-1 0,1 0,-1 2,-1 7,0 0,0 0,1 1,1-1,-1 0,2 1,0-1,0 0,0 1,2-1,-1 0,1 0,1-1,-1 1,2 0,-1-1,1 0,1 0,0-1,0 1,3 2,-6-7,1 0,-1 1,1-1,0-1,0 1,0 0,0-1,1 0,-1 0,1 0,0-1,0 0,0 0,0 0,0 0,0-1,1 0,-1 0,0 0,1 0,-1-1,1 0,-1 0,1-1,-1 0,0 0,1 0,-1 0,0-1,0 0,0 0,0 0,0-1,0 1,-1-1,1-1,-1 1,2-1,1-9,0 0,-1 0,0 0,0 0,-2-1,0 0,0 0,-1 0,-1-1,-1 1,1-13,8-47,-10 73,0 0,0 0,1 0,-1-1,0 1,1 0,-1 0,1 0,-1 0,1 0,0 0,-1 0,1 0,0 0,0 0,0 0,-1 0,1 0,0 1,0-1,0 0,1 1,-1-1,0 1,0-1,0 1,0 0,0-1,1 1,-1 0,0 0,0 0,0 0,1 0,-1 0,0 0,0 0,1 0,-1 0,0 1,0-1,0 1,0-1,0 1,1-1,-1 1,0-1,0 1,0 0,-1 0,1 0,0-1,0 1,0 1,248 108,-242-106,0 0,-1 1,1 0,-1 0,0 0,-1 1,1 0,-1 0,0 0,0 0,-1 1,0 0,0 0,-1 0,2 6,-4-9,1 1,0-1,-1 1,1-1,1 0,-1 0,0 0,1 0,0 0,0-1,0 1,1-1,-1 0,1 0,0 0,0 0,0 0,0-1,0 0,0 0,1 0,-1 0,4 0,13 0,1 0,-1-2,0 0,1-1,-1-2,0 0,0-1,0-1,-1-1,1-1,-2 0,1-2,-1 0,0-2,-1 0,0 0,8-8,-21 15,1 0,-1 0,0 0,0 0,-1-1,1 1,-1-1,0-1,0 1,-1 0,1-1,-1 0,-1 0,1 0,-1 0,0 0,0 0,-1-1,1-5,-2 11,0-1,-1 0,1 0,-1 0,1 1,-1-1,0 0,0 1,1-1,-1 1,-1-1,1 1,0-1,0 1,0 0,-1 0,1-1,-1 1,1 0,-1 0,1 0,-1 1,1-1,-1 0,0 0,1 1,-1-1,0 1,0 0,0 0,1-1,-1 1,0 0,0 0,0 1,-3-1,1 0,0 0,-1 1,1 0,0 0,-1 0,1 0,0 1,0 0,0 0,0 0,1 0,-1 0,-1 2,2-1,0 0,0 0,0 1,0-1,1 1,-1 0,1 0,0 0,0 0,1 0,-1 0,1 0,0 1,0-1,0 1,1-1,-1 0,1 1,0-1,1 1,-1-1,1 1,-1-1,1 0,1 1,-1-1,1 0,-1 0,1 0,0 0,1 0,-1 0,1-1,0 1,-1-1,1 0,1 0,-1 0,0 0,1 0,2 1,14 6,0-1,0-1,1-1,0 0,0-2,1 0,-1-2,1 0,0-1,0-2,0 0,0-1,12-3,4 2,-1-2,0-1,0-2,-1-2,0-1,0-2,24-12,-57 23,0 0,0 0,0 0,0 0,0-1,0 1,0-1,-1 0,1 0,-1 0,1 0,-1 0,0-1,1 1,-1-1,0 1,-1-1,1 0,0 0,-1 0,0 0,0 0,1 0,-2 0,1 0,0 0,-1-1,1 1,-1 0,0-1,0 1,0 0,-1 0,1-1,-1 1,0 0,0 0,0 0,-1-1,-1-1,0 0,-1 1,0 0,0 0,0 0,0 0,0 1,-1 0,0 0,0 0,0 0,0 1,0 0,-5-2,7 3,1 1,0-1,-1 0,1 1,-1 0,0 0,1 0,-1 0,1 0,-1 0,1 1,-1-1,1 1,-1-1,1 1,0 0,-1 0,1 0,0 1,0-1,0 0,0 1,0-1,0 1,0 0,0 0,1 0,-1 0,0 0,1 0,0 0,0 0,-1 2,-1 2,0 0,1 1,0-1,0 1,1 0,0 0,0-1,0 1,1 0,0 0,1 0,-1 0,1 0,0-5,-1 1,1-1,-1 1,1-1,0 1,0-1,0 0,0 1,1-1,-1 0,1 0,-1 0,1 0,0 0,0 0,-1 0,2-1,-1 1,0-1,0 1,0-1,1 0,-1 0,0 0,1 0,-1 0,1 0,-1-1,1 1,-1-1,1 0,0 0,-1 0,1 0,0 0,4-1,0-1,1 1,-2-1,1 0,0-1,0 0,-1 0,1 0,-1-1,0 0,0 0,-1-1,1 1,-1-1,0 0,0-1,0 1,-1-1,0 0,0 0,0-1,-1 1,2-7,-4 17,-1-1,1 0,0 0,0 0,0 0,1 0,-1 0,1 0,0 0,-1-1,1 1,0-1,1 1,-1-1,0 0,1 0,-1 0,3 1,9 4,0-1,1-1,-1 0,1-1,1-1,-1 0,0-1,1-1,-1 0,1-1,-4 0,79 3,-3-3</inkml:trace>
  <inkml:trace contextRef="#ctx0" brushRef="#br0" timeOffset="40064.782">15623 3784,'-10'-3,"-1"-1,1 2,-1-1,0 2,1-1,-1 1,0 1,0 0,1 0,-1 1,0 1,0 0,1 0,-1 1,1 0,0 1,0 0,0 1,1 0,-1 0,1 1,0 0,1 1,-1 0,1 0,-3 5,8-11,1 1,-1 0,0 0,0 0,1 0,0 0,-1 0,1 1,0-1,0 1,0-1,0 1,1 0,-1 0,1 0,-1 0,1 0,0 0,0 0,1 0,-1 1,1-1,-1 0,1 0,0 1,0-1,1 0,-1 0,1 1,-1-1,1 0,0 0,0 0,0 0,1 0,-1 0,1 0,0 0,-1-1,1 1,1-1,1 3,10 2,0-1,1 0,0-1,0 0,0-1,0-1,1-1,-1 0,1-1,0 0,0-2,-7 2,52 1,-1-1,1-4,-1-2,0-3,0-2,28-11,-75 19,-1-2,0 1,0-2,0 0,-1 0,0-1,0 0,0-1,-1 0,7-6,-16 12,0 0,1 0,-1 0,0 0,0-1,0 1,0 0,0 0,-1-1,1 1,0 0,-1-1,1 1,-1-1,1 1,-1-1,1 1,-1-1,0 1,0-1,0 0,0 1,0-1,0 1,0-1,-1 1,1-1,0 1,-1-1,0 1,1-1,-1 1,0 0,1-1,-1 1,0 0,0-1,0 1,0 0,0 0,-1-1,-59-27,54 28,-1 0,0 0,0 0,0 1,1 0,-1 1,0-1,0 1,0 1,-4 1,9-2,1-1,-1 1,1 0,-1 0,1 1,0-1,-1 0,1 1,0-1,0 1,0 0,0 0,0 0,0 0,1 0,-1 0,1 0,-1 0,1 1,0-1,0 0,0 1,0-1,0 1,1 0,-1-1,1 1,-1 0,1-1,0 1,0 0,1 2,1 2,1 0,0-1,1 1,0 0,0-1,0 0,1 0,0 0,0-1,1 1,-1-1,1-1,0 1,0-1,1 0,-1 0,1-1,0 1,0-2,0 1,0-1,1 0,0 0,41 12,1-2,1-2,0-2,0-2,1-3,29-2,-79-1,19 1,0-1,0-1,0-1,-1-1,1-1,15-4,-34 7,1 0,-1 1,1-1,-1 0,0 0,0-1,0 1,1 0,-1-1,0 1,-1-1,1 0,0 1,0-1,-1 0,1 0,-1 0,0 0,1-1,-1 1,0 0,0-1,0 1,-1 0,1-1,-1 1,1-1,-1 1,0-1,0 1,0-1,0 1,0-1,-1 1,1-1,-1 1,1-1,-1 1,0 0,0-1,-3-7,0 0,-1 0,0 1,-1 0,0 0,0 0,-1 0,0 1,0 0,-1 1,0 0,-1 0,1 1,-6-3,11 7,0 0,0 1,0 0,0 0,0 0,0 0,0 0,0 1,-1-1,1 1,0 0,0 0,-1 0,1 1,0-1,0 1,-1-1,1 1,0 0,0 0,0 1,0-1,0 0,0 1,1 0,-1 0,1 0,-1 0,1 0,-1 0,1 1,0-1,0 1,0 0,1-1,-1 2,-3 3,1 0,-1 1,2 0,-1 0,1 0,0 0,1 0,0 1,0-1,1 1,0-1,1 1,0 2,0-7,0 0,1-1,0 1,0 0,0-1,0 1,0-1,1 0,0 1,-1-1,1 0,0 0,1 0,-1 0,0 0,1-1,0 1,-1-1,1 1,0-1,1 0,-1 0,0 0,0-1,1 1,-1-1,1 0,-1 0,1 0,2 0,3 1,0-1,1 0,-1-1,0 0,0 0,0-1,0 0,0-1,0 0,0 0,0-1,0 0,-1 0,0-1,-1 1,1-1,-1 0,1-1,-1 0,0 0,-1-1,0 1,1-1,-2-1,1 1,-1-1,0 0,0 0,-1-1,0 1,0-1,-1 0,0 0,-1 0,1 0,-1-1,-1 1,0-1,0 1,-1-1,0 1,-1-7,1 15,0 1,0-1,0 1,-1 0,1-1,0 1,-1-1,1 1,0 0,-1-1,1 1,-1-1,1 0,-1 1,1-1,-1 1,1-1,-1 0,1 1,-1-1,0 0,1 1,-1-1,0 0,1 0,-1 0,0 0,1 0,-1 0,0 0,1 0,-1 0,0 0,1 0,-1 0,1 0,-1 0,0-1,1 1,-1 0,0 0,1-1,-1 1,1 0,-1-1,1 1,-1-1,1 1,-1-1,1 1,-1-1,1 1,0-1,-1 1,1-1,0 0,-1 1,1-1,0 0,-2 8,0-1,1 0,-1 1,2-1,-1 1,1 0,0-1,0 1,0-1,1 1,0 0,1-1,-1 0,1 1,0-1,1 0,0 0,0 0,0 0,0-1,1 1,0-1,0 0,1 0,-1 0,1-1,0 1,1-1,-1-1,0 1,1-1,2 2,12 2,-1 0,1-1,1-1,-1-1,1 0,0-2,-1-1,10 0,38 0</inkml:trace>
  <inkml:trace contextRef="#ctx0" brushRef="#br0" timeOffset="48316.95">2775 1886,'-31'703,"7"-284,0 864,27-1111,7-1,27 137,-33-284,1 1,1-1,2 1,0-2,1 1,5 5,-12-26,1 1,1-1,-1 0,0-1,1 1,-1-1,1 1,0-1,0 0,-1 0,2-1,-1 1,0-1,0 0,0 0,1 0,-1-1,0 1,0-1,1 0,-1-1,1 1,-1-1,0 1,0-1,0-1,1 1,-1 0,0-1,0 0,-1 0,1 0,2-2,29-7,41-7,1 4,1 3,70 0,480 22,-428-3,38-10,168-24,115-4,-369 35,79 16,127 4,-32-37,-236 31,-76-16,1 0,0-1,0 0,0-1,0-1,0 0,9-2,16 0,-38 3,0-1,0 0,-1 0,1 0,0 0,0 0,0 0,0 0,0-1,-1 1,1-1,0 1,0-1,-1 0,1 0,0 0,-1 0,1 0,-1 0,1 0,-1 0,1-1,-1 1,0 0,0-1,0 1,0-1,0 0,0 1,0-1,0 0,0 1,-1-1,1 0,-1 0,1-1,-2-121,-84-1304,11 524,66 829,4-1,3 0,4 1,3-1,3 1,11-40,30-94,-50 207,1 0,-1-1,1 1,-1 0,0 0,0 0,0 0,0 0,0-1,-1 1,1 0,-1 0,1 0,-1 0,0 0,0 0,0 0,0 0,0 0,0 0,0 1,-1-1,1 0,-1 1,1-1,-1 1,1-1,-1 1,0 0,0 0,0 0,0 0,0 0,0 0,0 0,-120-7,-637-44,-202 47,313 33,-66-1,688-26,-1-2,1-1,0 0,-1-2,1-2,1 0,-1-1,-15-8,30 11,0 1,-1 1,1 0,-1 0,1 1,-1 0,0 1,1 1,-4 0,-7-1,16 1</inkml:trace>
  <inkml:trace contextRef="#ctx0" brushRef="#br0" timeOffset="49746.022">2615 3303,'0'1,"-1"-1,1 1,0-1,0 1,-1-1,1 1,0-1,0 1,0-1,0 1,0-1,0 1,0-1,0 1,0-1,0 1,0-1,0 1,0-1,0 1,0-1,0 1,0-1,1 1,-1-1,0 1,0-1,1 1,-1-1,0 1,1-1,-1 0,0 1,1-1,-1 0,1 1,-1-1,1 0,-1 1,0-1,1 0,-1 0,1 0,-1 1,1-1,-1 0,1 0,0 0,-1 0,1 0,-1 0,1 0,-1 0,1 0,-1 0,1 0,-1-1,1 1,-1 0,1 0,37 8,1-2,0-2,1-2,28-1,-32-1,437-5,68-26,-124-11,-133 12,185 6,-136 35,-159-1,1-9,88-13,-163 2,63-8,60 6,-157 11,0-4,0-2,39-11,-9-3,-89 8,-13 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40.06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1079,'26'-9,"0"0,0-1,-1-2,-1-1,22-14,-28 16,175-115,-6-8,76-77,19-14,-267 214,73-57,3 4,96-51,-120 87,-47 23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40.38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1,'18'20,"22"23,24 25,30 25,25 25,24 19,18 13,10 3,2-10,-6-15,-13-18,-19-21,-26-19,-32-21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42.6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562 497,'-24'2,"0"0,-1 2,1 1,1 0,-1 2,1 1,0 1,1 0,0 2,1 1,0 1,0 0,1 1,1 2,1 0,0 1,1 0,1 1,1 1,0 1,2 0,-10 19,8-11,2 1,1 1,1 0,2 0,1 1,1 0,2 0,1 0,0 20,4-48,-1 0,0 0,1 0,-1 1,1-1,0 0,0 0,0 0,1 1,-1-1,1 0,0 0,0 0,0 0,0 0,0 0,0 0,1 0,0 0,-1-1,1 1,0-1,1 1,-1-1,0 0,0 0,1 0,0 0,-1 0,1 0,0-1,0 1,0-1,0 0,0 0,0 0,0 0,0-1,0 1,0-1,1 0,-1 1,2-2,11-4,0-1,0 0,-1-2,0 0,0 0,-1-1,0-1,0-1,7-8,-10 11,43-37,-1-3,-3-2,-2-2,-2-2,-3-3,20-33,-44 58,-1 1,-2-2,-1 0,-2-1,-1-1,-1 0,-2 0,-1-4,-5 22,-1-1,0 0,-2 1,0-1,0 0,-2 1,0-1,-1 1,-1-1,0 1,-2 0,0 1,-1-1,0 1,-1 0,-1 1,-6-8,9 15,-1 0,0 0,0 1,-1 0,0 0,0 1,-1 0,0 0,0 1,0 0,-1 1,1 0,-1 0,0 1,-4 0,8 1,0 1,-1 0,1 1,0 0,-1 0,1 0,0 1,-1 0,1 0,0 0,0 1,0 0,0 0,0 1,0 0,1 0,-1 0,1 0,0 1,-1 0,2 0,-1 0,1 1,-1 0,-1 2,-3 10,0 0,0 1,2-1,0 2,1-1,1 1,1-1,0 1,2 1,0-1,1 0,1 1,1-1,1 8,5 35,3 0,3-1,2 0,23 56,-10-27,-11-26,-4 0,-2 2,-3 0,-3 0,-3 0,-3 9,0 6,0-54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43.0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1,'0'14,"0"13,0 12,0 10,0 8,0 6,0 1,0-1,0-4,0-11,0-10,0-12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43.35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122 1,'3'16,"1"0,0 0,1 0,1 0,0-1,1 0,1 0,1-1,0 0,0 0,1-1,1-1,0 1,6 3,-14-12,67 69,-47-52,-1 2,-1 0,-1 1,10 18,-27-37,0-1,0 1,-1 0,0 0,0 0,0 0,0 1,-1-1,0 1,0-1,0 0,-1 1,0-1,0 1,0-1,-1 1,0-1,0 1,0-1,-1 0,1 1,-1-1,0 0,-1 0,1 0,-1-1,-2 3,-10 9,0-1,-1-1,-1 0,-1-1,0 0,0-2,-1 0,-1-1,0-1,0-1,0-1,-1-1,0 0,-19 1,29-5,4 1,0-1,-1-1,0 1,1-1,-1-1,0 0,1 0,-1 0,0-1,1 0,-1 0,0-1,-6-10,7-2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44.1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0,'19'3,"18"2,23 1,18-1,19-1,11-1,8-1,0-2,-8 1,-16-1,-19-1,-20 1,-21 0,-18 0,-11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44.50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62 1,'-2'0,"0"-1,0 1,-1 0,1 0,0 0,0 0,-1 1,1-1,0 1,0-1,0 1,-1 0,1 0,0 0,0 0,0 0,0 0,1 0,-1 1,0-1,0 1,1-1,-1 1,1 0,0-1,-1 1,1 0,0 0,0 0,0 0,0 0,0 0,1 1,-1-1,1 0,-1 0,1 0,0 1,0-1,0 0,0 0,0 1,0-1,1 1,5 7,1-1,-1 0,2 0,-1-1,1 0,1-1,0 1,0-1,0-1,0 0,1 0,0-1,4 1,-9-3,172 80,34 20,-138-41,-71-59,0 0,-1 0,1 0,-1 0,0 0,0 0,0 0,0 0,0 0,-1 0,1 0,-1 1,0-1,0 0,0 0,0 1,-1-1,1 0,-1 0,0 0,0 0,0 0,0 0,-1 0,1 0,-1 0,-1 2,-9 11,-1-1,-1 0,-1-1,0 0,0-1,-1-1,-1 0,-12 6,14-8,-245 164,233-147,15-9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44.80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0,'2'18,"1"16,0 12,-1 11,0 4,1 1,1-3,1-8,3-7,2-11,1-12,-1-9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45.05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140 137,'-15'-20,"-13"-12,-4-2,2 4,6 12,13 16,18 15,17 16,16 16,1-1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45.30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35 328,'17'-5,"-1"0,0-2,0 0,0-1,-1 0,0-1,0-1,-1 0,0-1,-1-1,-1 0,0-1,0 0,-1-1,-1 0,0-1,1-4,-8 16,-1 0,0 0,0-1,0 1,-1 0,1-1,-1 1,0-1,0 1,0-1,0 0,-1 1,1-1,-1 0,0 0,0 1,-1-1,1 0,-1 0,1 1,-1-1,-1 0,1 1,0-1,-1 1,1 0,-1-1,0 1,0 0,-1 0,1 0,-1 0,1 1,-1-1,0 1,0-1,-2 0,0 1,0 1,0-1,-1 1,1 0,0 0,-1 1,1 0,-1 0,1 0,0 1,-1-1,1 1,0 1,-1-1,1 1,0-1,0 2,0-1,0 0,-2 3,-4 2,0 0,0 1,1 0,0 0,1 1,0 1,0 0,0 1,2-2,1-1,0 0,0 1,1 0,0 1,1-1,0 1,1 0,-1 0,2 0,0 0,0 0,1 1,0-1,0 1,1-1,1 0,0 1,0-1,1 1,0-1,1 0,0 0,1 0,0-1,1 1,-1-1,2 0,-1 0,1-1,4 4,4 0,1 0,1-2,-1 0,2 0,-1-2,1 0,0-1,1 0,0-2,0 0,0-1,1-1,-1-1,12 1,43 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45.82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323 3,'-19'-2,"1"2,-1 0,0 0,1 2,-1 1,1 0,0 1,0 1,0 0,0 2,1 0,0 1,1 0,0 2,-2 1,15-9,0 1,0-1,1 1,-1 0,0-1,1 1,0 1,0-1,0 0,0 1,0-1,1 1,-1-1,1 1,0-1,0 1,0 0,1 0,0 0,-1-1,1 1,0 0,1 0,-1 0,1 0,0-1,-1 1,2 0,-1-1,0 1,1 0,0-1,-1 0,2 1,-1-1,0 0,0 0,2 1,16 16,1 0,1-2,0-1,2 0,0-2,0-1,3 0,64 41,-78-47,0 1,0 0,-1 0,0 1,-1 1,0 0,0 0,-1 1,-1 1,0-1,6 13,-15-22,1 1,-1-1,1 1,-1 0,0-1,0 1,-1 0,1-1,-1 1,1-1,-1 1,0-1,-1 1,1-1,-1 0,1 1,-1-1,0 0,0 0,0 0,-1-1,1 1,-1 0,1-1,-1 0,0 1,0-1,0 0,0-1,0 1,-1 0,1-1,-1 0,1 0,-1 0,1 0,-1 0,1-1,-1 1,1-1,-1 0,-3-1,5 1,1 0,0-1,-1 1,1-1,0 1,-1-1,1 1,0-1,0 0,0 0,0 0,0 0,-1 0,1 0,1 0,-1 0,0 0,0 0,0 0,1 0,-1-1,0 1,1 0,-1-1,1 1,0 0,-1-1,1 1,0 0,0-1,0 1,0-1,0 1,0 0,0-1,0 1,1-1,-1 1,0 0,1-1,0 1,0-1,27-59,7 13,1 2,2 2,3 1,1 2,23-15,20-3,-84 58,0 0,0 1,1-1,-1 1,0 0,0 0,1-1,-1 1,0 0,0 0,1 0,-1 0,0 0,0 0,1 1,-1-1,0 0,0 0,1 1,-1-1,0 1,0 0,0-1,0 1,0 0,0-1,0 1,0 0,0 0,0 0,0 0,0 0,-1 0,1 0,0 0,-1 0,1 0,-1 1,1-1,-1 0,0 0,1 0,-1 1,0-1,3 60,-3-58,-2 19,0-1,1 1,1 0,1-1,1 1,1-1,1 1,1-1,1 0,1-1,0 0,1 0,3 3,-6-15,0 1,1-1,0 0,0-1,0 0,1 0,0 0,1 0,0-1,0-1,0 1,0-1,1-1,7 4,6-3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46.0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128 65,'-13'-13,"-10"-8,-5 1,0 10,5 13,11 19,14 18,13 14,5-3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46.65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0 564,'16'-32,"-1"-1,-2 0,-2-2,-1 1,-2-1,-1 0,0-10,-3 24,-2 0,0 1,-1-1,-1 0,-1 0,0 0,-2 1,-1-1,0 1,-1 0,-3-4,8 23,-1-1,1 0,-1 1,1-1,-1 1,0-1,1 1,-1 0,0-1,0 1,0 0,0-1,0 1,-1 0,1 0,0 0,-1 0,1 0,0 0,-1 1,1-1,-1 0,1 1,-1-1,1 1,-1-1,0 1,1 0,-1 0,0 0,1 0,-1 0,1 0,-1 0,0 0,-1 1,3 1,0-1,-1 1,1 0,0 0,0 0,0 0,0-1,1 1,-1 0,0 0,1-1,-1 1,1 0,0 0,0-1,-1 1,1-1,0 1,0-1,0 1,1-1,-1 1,0-1,0 0,1 0,-1 0,1 0,-1 0,1 0,0 0,-1 0,1 0,0-1,1 1,19 9,0-1,1-1,0 0,0-2,1-1,16 1,13 4,-42-8,108 34,-114-34,-1 0,1 1,-1 0,0-1,0 1,0 1,-1-1,1 0,-1 1,1 0,-1 0,0 0,-1 0,1 0,-1 1,1-1,-1 1,-1-1,1 1,-1 0,0 0,0 0,0 1,-1 8,0 0,-1 0,-1 0,0 0,-1 0,-1 0,-2 4,2-7,1 1,0-1,0 1,1 0,1-1,0 1,1 0,0 0,1 0,1 8,-1-16,1 0,-1 1,1-1,0 0,0 0,1 0,-1 0,1 0,0-1,0 1,0-1,1 0,-1 0,1 0,-1 0,1-1,0 1,0-1,1 0,-1 0,0-1,0 1,1-1,-1 0,1 0,1 0,8 1,0 0,0-1,1-1,-1 0,0-1,0-1,0 0,2-1,8-4,-1-2,0 0,-1-1,0-1,0-1,-1-1,-1-1,0-1,-1-1,-1 0,0-2,-1 0,-1 0,-1-2,0 0,-2-1,0 0,-2-1,0 0,4-15,8-47,-23 81,1 0,-1 0,1 0,-1 0,0 0,0 1,-1-1,1 0,0 0,-1 0,0 0,0 0,0 0,0 0,0 1,0-1,-1 1,1-1,-1 1,0-1,0 1,0 0,0 0,0 0,0 0,-3-2,-1 3,0 0,0 0,0 0,0 1,0 0,0 0,0 0,0 1,-1 0,1 0,1 1,-1 0,0 0,0 0,1 0,-1 1,1 0,0 0,0 1,0-1,0 1,0 0,1 1,0-1,0 1,0 0,-3 4,1-1,0 1,0 0,1 0,0 0,0 0,1 1,0 0,1 0,0 0,1 0,0 0,1 1,0-1,0 0,1 1,0-1,1 1,0-1,1 1,0-1,1 0,0 0,0 0,1 0,0-1,1 0,0 1,1-1,0-1,0 1,23 21,0-1,2-2,1-1,1-2,2 0,0-3,1-1,1-2,0-1,38 11,5 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47.64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308 649,'-5'-5,"-1"1,-1-1,1 1,-1 0,1 0,-1 1,0 0,-1 0,1 1,0 0,-1 0,1 1,-1 0,0 0,1 1,-1-1,0 2,1-1,-1 1,1 1,-1-1,1 1,-1 0,1 1,0 0,0 0,0 0,0 1,1 0,0 0,0 1,-1 0,1-1,1 1,-1-1,1 1,-1 0,1 0,1 1,-1-1,1 1,0 0,0 1,1-1,0 1,0-1,0 1,1 0,0 0,0 0,1 0,0 0,0 1,1-1,0 5,2-8,1-1,-1 1,1 0,0-1,0 1,1-1,-1 0,1 0,-1 0,1-1,0 1,0-1,0 0,1 0,-1 0,0-1,1 1,-1-1,1 0,0-1,-1 1,1-1,-1 0,1 0,0 0,-1 0,1-1,-1 0,1 0,-1 0,1-1,-1 1,3-2,9-2,-1-1,1 0,-1-2,0 1,0-2,-1 0,0 0,-1-2,0 1,-1-2,0 0,0 0,-2-1,1 0,-2-1,5-8,2-6,-2 0,-1-1,-1-1,-2 0,-1 0,-1-1,-2 0,1-13,-2 8,-1 0,-2-1,-1 1,-2-1,-2 1,-1 0,-4-16,8 49,0 0,-1 0,1 0,0 0,-1 1,0-1,0 0,1 0,-2 0,1 1,0-1,0 0,-1 1,0-1,1 1,-1-1,0 1,0 0,0 0,-1 0,1 0,0 0,-1 1,1-1,-1 1,0-1,1 1,-1 0,0 0,0 0,0 1,0-1,-1 0,0 4,1-1,-1 1,1 0,-1-1,1 1,0 1,0-1,0 0,1 1,-1 0,1-1,0 1,0 0,0 0,1 0,-1 1,0 2,-9 26,1 1,2 0,1 1,2 0,1 0,2 0,1 0,2 1,2-1,1 0,5 17,-4-27,1 0,2-1,1 0,0 0,2-1,1-1,0 0,2 0,0-1,2-1,-6-7,1-1,1 0,0 0,0-2,1 1,1-2,0 0,0 0,0-2,1 1,1-2,-1 0,1-1,0-1,14 3,-20-5,0-1,0 0,0-1,0 0,0 0,0-1,0 0,0-1,0 0,-1-1,1 0,-1-1,1 1,-1-2,0 1,-1-1,1-1,-1 0,0 0,0 0,-1-1,0 0,0-1,-1 1,0-1,0-1,-1 1,0-1,0 0,-1 0,2-4,-2-1,0 0,-1-1,0 1,-1-1,0 1,-1-1,-1 0,-1 1,0-1,-1-3,2 17,0 1,1-1,-1 0,0 0,0 0,0 0,0 0,0 0,0 0,0 1,-1-1,1 0,0 0,0 0,-1 0,1 0,0 1,-1-1,1 0,-1 0,1 0,-1 1,1-1,-1 0,0 1,1-1,-1 1,0-1,1 1,-1-1,0 1,0-1,0 1,0 0,1-1,-1 1,0 0,0 0,0-1,0 1,0 0,0 0,1 0,-1 0,0 0,0 0,0 1,0-1,0 0,0 0,1 1,-1-1,-1 1,-3 8,0 0,0 1,1-1,0 1,1 0,0 0,0 0,1 1,1-1,0 0,0 1,1-1,1 9,-1-7,1 0,0 0,1 0,0-1,1 1,0-1,1 1,0-1,1 0,0-1,3 4,13 18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48.16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0,'98'38,"72"36,-152-64,-1 0,-1 1,0 1,0 0,-1 2,-1-1,0 2,-1 0,0 0,-2 1,0 1,0 0,-2 0,0 1,2 6,3 24,-11-35,1 0,0 0,1 0,0-1,1 0,0 0,6 8,-10-17,1-1,-1 1,1-1,-1 1,1-1,0 0,0 0,0 0,0 0,0 0,0-1,1 0,-1 1,1-1,-1 0,1-1,-1 1,1-1,-1 1,1-1,-1 0,1 0,0-1,-1 1,1-1,-1 0,1 0,-1 0,7-2,-1-1,0 0,0-1,0 0,0 0,-1-1,0 0,0 0,3-5,16-18,-2-2,0-1,-3-1,0 0,13-32,-24 47,-10 18,-1 1,1-1,0 0,0 1,-1-1,1 1,0-1,-1 1,1 0,0-1,-1 1,1-1,-1 1,1 0,-1 0,1-1,-1 1,0 0,1 0,-1 0,0 0,1-1,-1 1,0 0,0 0,0 0,0 0,0 0,0-1,0 1,0 0,0 0,-1 0,1 0,0 0,0-1,-1 1,1 0,-1 0,1 0,0 0,-2 12,1 1,1 0,0 0,1 0,1 0,0-1,1 1,0-1,1 1,0-1,1 0,1-1,0 1,0-1,2 0,-1-1,2 0,-1 0,1 0,7 5,10-1,-1 0,2-2,0-1,0-2,1 0,0-2,1-1,0-1,0-1,0-2,1-1,69 8,-11-5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49.06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420 630,'-11'-3,"0"1,-1 0,1 1,-1 1,1 0,0 0,-1 1,1 1,-1 0,1 0,0 1,0 0,0 1,1 1,-2 0,-13 8,-1 1,2 1,0 1,1 1,-8 9,22-19,-1 1,1 0,1 0,0 1,0 0,0 1,1 0,1 0,-6 10,12-19,0 0,-1 0,1 1,0-1,0 0,-1 0,1 0,0 0,0 0,1 0,-1 1,0-1,0 0,0 0,1 0,-1 0,0 0,1 0,-1 0,1 0,0 0,-1 0,1 0,0 0,-1 0,1 0,0-1,0 1,0 0,0-1,-1 1,1 0,0-1,0 1,1-1,-1 1,0-1,0 0,0 0,0 1,0-1,0 0,0 0,0 0,1 0,-1 0,0 0,0 0,0-1,0 1,0 0,0-1,0 1,0 0,0-1,0 1,0-1,1 0,18-5,0-1,-1 0,0-2,0 0,-1-1,0-1,0 0,-2-2,1 0,0-2,-3 2,-1-2,0 0,-1 0,-1-1,0-1,-1 0,-1 0,-1-1,0 0,-1-1,-1 1,-1-1,-1 0,0-1,-2 1,0-1,-1 1,-1-1,-1 0,0 1,-2-2,-1-18,-1-1,-2 1,-2 0,-2 1,-1 0,-2 1,-16-32,28 66,1 1,1 0,-1 0,0 0,1 0,-1 1,0-1,-1 0,1 1,0-1,0 1,-1-1,1 1,0 0,-1-1,0 1,1 0,-1 0,0 0,1 0,-1 0,0 1,0-1,0 2,1 1,-1-1,1 1,0-1,-1 1,1 0,0 0,0 0,0-1,0 1,0 0,1 0,-1 0,1 0,-1 0,1 1,0-1,-1 0,1 0,0 0,1 2,-2-3,1 41,1 0,2-1,2 1,1-1,3 0,1 0,11 25,-6-11,3-1,2-1,2-1,2-1,3-1,8 8,-25-44,0-1,1 0,1 0,0-1,1-1,0 0,1-1,0 0,11 5,-17-11,-1 0,1 0,0-1,0-1,0 1,1-2,-1 1,0-1,1 0,-1 0,1-1,-1 0,1-1,-1 0,1 0,-1-1,0 0,0-1,1 0,0 0,4-5,0-1,-1 0,0 0,-1-1,0-1,0 1,-1-2,0 0,-1 0,-1 0,0-1,-1-1,0 1,-1-1,0 0,-1-1,-1 1,0-1,-1 0,-1 0,0 0,-1 0,-1 0,0-7,-5 79,13 85,-6-136,-1 0,1 0,0 1,0-1,0-1,1 1,0 0,0 0,1-1,0 0,0 0,0 0,0 0,1-1,0 1,0-1,0 0,0-1,1 1,4 1,17 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49.31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45 1,'-14'0,"-4"2,5 1,14 0,7-1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49.56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0 102,'4'18,"0"0,0 0,2-1,0 0,1 0,1-1,1 0,0 0,1 0,0-2,2 1,-1-1,2-1,0 0,0-1,1 0,1-1,3 1,51 21,-67-32,1 0,-1 0,0-1,0 1,1-1,-1 1,1-1,-1 0,0 0,1 0,-1 0,1-1,-1 1,0 0,1-1,-1 0,0 1,0-1,1 0,-1 0,0-1,0 1,0 0,0-1,-1 1,1-1,0 1,0-1,-1 0,1 0,3-10,0-1,-1 1,0-1,-1 1,0-1,-1 0,-1 0,0 0,-1-1,0-4,0 4,1-14,-3 20,1-1,1 0,0 1,0-1,1 1,0-1,0 1,1-1,0 1,0 0,1-1,0 1,1 1,0-1,0 0,0 1,1 0,0 0,1 0,-1 1,1 0,1-1,34-13,1 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49.74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38,'13'-5,"10"-10,0-3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56.92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58 0,'-2'0,"1"1,-1-1,1 0,-1 1,1-1,-1 1,1 0,-1-1,1 1,0 0,-1 0,1 0,0 0,0 0,-1 0,1 0,0 0,0 1,0-1,0 0,1 1,-1-1,0 0,1 1,-1-1,0 1,1-1,0 1,-1-1,1 1,0 0,0-1,0 1,0 0,-9 46,2 0,3 1,1-1,4 20,-2-23,1-18,-2 13,2 0,2-1,2 1,3 9,-7-44,1 0,0 0,0 0,0 0,1 0,0 0,0 0,0-1,0 1,1-1,-1 0,1 0,0 0,1 0,-1 0,1 0,-1-1,1 0,0 0,1 0,-1 0,0 0,1-1,-1 0,1 0,0 0,0-1,-1 1,1-1,0-1,0 1,1 0,-1-1,2 0,18-5,0-1,0-1,-1-1,0-1,0-1,-1-1,0-1,-1-1,0-1,-1-1,-1-2,52-46,-51 39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57.16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1 179,'18'-12,"18"-8,12-6,8-2,-2-2,-8 5,-11 3,-11 7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57.43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0 244,'5'-19,"6"-13,8-8,6-1,5 3,2 6,-1 8,-7 12,-7 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57.68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1,'16'21,"17"16,15 9,12 6,13 1,8 0,2-1,-2-2,-7-6,-13-3,-13-7,-15-6,-14-8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57.93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393 0,'-14'16,"-12"24,-15 29,-16 30,-21 26,-14 20,7-15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58.54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 0,'-3'10,"3"9,0 6,3 7,0-3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58.80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0,'0'14,"5"5,1-2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59.02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1,'5'23,"6"22,5 19,6 15,3 10,2 7,1 1,-2-3,-6-8,-5-11,-6-18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59.38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579 1,'-107'100,"-4"-4,-5-5,-66 37,120-82,62-45,0 0,0-1,0 1,0 0,0 0,0 0,0-1,1 1,-1 0,0 0,0 0,1-1,-1 1,1 0,-1-1,1 1,-1 0,1-1,-1 1,1 0,-1-1,1 1,0-1,-1 1,1-1,0 0,0 1,-1-1,1 0,0 1,0-1,0 0,-1 0,1 0,0 1,0-1,0 0,-1 0,1 0,0-1,1 1,0 1,227 54,-152-28,-2 3,-1 3,3 5,-46-22,0-2,1-1,0-2,1-1,0-1,17 1,-9-5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59.5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1,'23'7,"22"2,20 0,14-2,3-2,-7 1,-16-2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4:59.78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1,'30'6,"31"4,29-4,21-7,-7-3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5:00.4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654 75,'-18'-11,"-1"1,1 1,-2 1,1 0,-1 1,0 2,0 0,-1 1,1 1,-1 1,0 0,0 2,0 0,0 2,1 0,-1 1,0 2,1 0,0 1,0 0,1 2,0 0,0 2,1 0,0 1,1 0,0 2,1 0,0 1,-5 6,-25 59,45-76,0 0,0 0,1 0,-1 0,0 0,1 0,0 0,0 1,0-1,0 0,0 0,1 0,-1 0,1 0,0 0,0 0,0 0,0 0,1 0,-1 0,1-1,0 1,-1-1,1 1,0-1,1 0,0 2,6 1,0 0,0-1,1 0,-1 0,1-1,0 0,0-1,0 0,0 0,0-1,1 0,-1-1,0-1,0 1,1-1,-1-1,47-7,-1-2,0-2,-1-3,-1-2,0-3,10-7,-56 25,-7 2,0 0,0 0,1 0,-1 0,1 0,-1 0,1 0,-1 0,1 1,0-1,-1 1,1-1,0 1,-1 0,1-1,0 1,-1 0,1 0,0 0,0 0,-1 0,1 1,0-1,-1 1,1-1,0 1,-1-1,1 1,-1 0,1 0,-1 0,1 0,-1 0,0 0,1 0,-1 0,0 0,0 1,0-1,0 0,0 1,1 0,2 14,0 1,-1-1,-1 0,0 1,-1-1,-1 7,1 5,13 308,-13-331,-1 1,0 0,0-1,0 1,-1 0,0-1,0 1,0-1,-1 1,1-1,-2 0,1 1,0-1,-1 0,0 0,0-1,0 1,-1-1,0 0,-1 2,-6 0,0 0,0 0,-1-1,0-1,0 0,0-1,0 0,0-1,-1 0,1-1,-5 0,7 0,-390 28,359-17,38-7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5:01.26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1,'25'0,"25"0,20 0,17 0,12 0,1 0,-17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5:01.5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39,'27'9,"36"4,37-8,33-10,26-10,9-8,-22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5:01.98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92 377,'-15'-69,"4"-1,3 0,2-1,4-4,1 53,-6 32,-7 67,3 2,-1 77,9-111,2 1,2-1,1 1,3-1,2 0,1 0,3-1,7 16,5-7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5:02.71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114 152,'-5'2,"0"-1,-1 1,1 0,0 0,0 0,0 0,0 1,1 0,-1 0,1 1,0-1,0 1,0 0,0 0,0 0,1 0,0 1,0 0,0-1,1 1,-1 0,1 0,0 0,0 3,-2 4,0 1,1 0,1 0,0 1,1-1,0 0,1 1,1-1,1 9,0-11,0 0,1 0,1 0,0 0,0 0,1-1,1 0,0 0,0-1,0 1,2-1,-1-1,1 1,0-1,0-1,1 0,0 0,1 0,0-1,0-1,0 1,0-2,1 0,0 0,-1 0,2-2,-1 1,0-1,0-1,1 0,-1-1,9 0,-1-1,-1-1,1-1,-1 0,1-1,-2-1,1-1,0-1,-1 0,0-1,-1-1,0 0,0-1,-1-1,0-1,12-12,-17 15,-1 0,-1 0,0-1,0 0,-1 0,-1-1,1 0,-2 0,1-1,-2 0,1 0,-2 0,0 0,0 0,-1-1,0 1,-1-1,-1 1,0-1,-1 0,0 1,-1-1,-3-10,3 12,-2 0,0 1,0-1,-1 1,0 0,-1 1,0-1,0 1,-1 0,0 1,-1-1,0 2,0-1,-1 1,0 0,0 1,0 0,-1 0,0 1,0 0,0 1,-1 0,0 1,0 0,1 1,-1 0,-1 0,1 2,-9-1,5 3,0 0,0 1,0 1,1 1,-1 0,1 0,1 1,-1 1,1 1,0-1,0 2,1 0,1 1,-1 0,1 0,1 1,0 1,1 0,0 0,1 1,0 0,1 0,0 1,1-1,1 2,-1 2,4-10,1 0,0 0,0 0,0 1,1-1,-1 0,2 1,-1-1,1 0,1 1,-1-1,1 0,0 0,1 0,-1-1,1 1,1 0,-1-1,1 0,1 0,-1 0,1 0,0-1,0 0,0 0,1 0,0 0,0-1,3 2,74 32,7-12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5:03.11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238 7,'-8'-2,"0"1,1 0,-1 0,0 0,0 1,1 0,-1 0,0 1,0 0,1 1,-1 0,1 0,-1 0,1 1,0 0,0 0,0 1,0 0,1 0,-1 1,1 0,0 0,1 0,-1 1,0 0,-1 5,1 0,-1 0,2 0,0 0,0 1,1 0,0 0,1 0,1 1,0-1,1 1,0-1,0 1,2 0,-1-1,2 1,0-1,0 0,1 1,0-1,1 0,1 0,0-1,1 0,0 0,0 0,1 0,0-1,1 0,8 7,-3-4,2-1,0 0,0-1,1-1,0 0,1-1,0-1,0-1,1 0,0-1,0-1,0-1,1-1,0 0,-1-1,1-1,0-1,0 0,0-2,0 0,-1-1,1-1,9-4,-19 5,1-1,-1 0,1 0,-1-1,-1 0,1-1,-1 0,0 0,0-1,-1 0,0-1,0 1,-1-1,1-1,-2 1,1-1,-1 0,-1 0,0 0,0-1,-1 1,0-1,0 0,-1 0,-1 0,0-1,0 1,-1-8,0 6,-1-1,-1 1,0-1,-1 1,0 0,-1 0,0 0,-1 0,0 1,-1-1,0 1,-1 1,0-1,-1 1,0 0,0 1,-1 0,0 1,-1-1,0 2,0-1,-1 1,0 1,0 0,0 1,-1 0,0 0,0 2,0-1,0 1,-1 1,1 0,-1 1,1 1,-1 0,0 0,-7 2,7 2,0 0,-1 0,1 2,1-1,-1 2,1 0,0 0,0 1,1 1,0-1,1 2,0 0,0 0,1 1,-7 10,10-13,0 1,1 0,0 0,0 0,1 1,0-1,0 1,1 0,1 0,0 1,0-1,1 0,0 1,1-1,0 1,1-1,0 0,0 1,1-1,1 0,1 6,34 49,9-10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5:03.60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1 373,'0'-15,"0"1,2-1,-1 0,2 1,0-1,1 1,0 0,1 0,0 0,1 1,3-3,3-6,1 1,1 0,1 1,1 1,1 1,0 0,18-14,-34 31,2-2,0 1,0-1,0 1,1-1,-1 1,0 0,1 0,0 0,-1 1,1-1,0 1,0 0,0 0,1 0,-4 2,0 0,1-1,-1 1,0 0,0-1,0 1,0 0,0 0,0 0,0 0,0 0,-1 0,1 1,0-1,0 0,-1 0,1 0,-1 1,1-1,-1 0,0 1,1-1,-1 0,0 1,0-1,0 0,0 1,0-1,0 0,0 1,-1-1,1 0,-1 1,1-1,-23 190,15-138,2 1,2 0,3 0,2 0,2 0,3-1,2 1,2-1,8 17,26 56,-44-125,1 1,-1 0,1 0,-1-1,0 1,0 0,0 0,0-1,0 1,0 0,0 0,0 0,-1-1,1 1,-1 0,1-1,-1 1,0 0,0-1,1 1,-1-1,0 1,-1-1,1 1,0-1,0 0,-1 1,1-1,0 0,-1 0,1 0,-1 0,1 0,-1-1,0 1,1 0,-1-1,0 1,0-1,1 0,-1 1,0-1,0 0,0 0,1 0,-2 0,-3 0,0-1,0 1,0-1,0 0,0 0,0-1,0 0,0 0,0 0,1-1,-1 0,1 0,0 0,0-1,0 1,0-1,1 0,-1-1,-3-4,8 9,-1-1,1 1,-1-1,1 1,-1 0,1-1,-1 0,1 1,-1-1,1 1,-1-1,1 1,0-1,0 0,-1 1,1-1,0 0,0 1,0-1,-1 0,1 1,0-1,0 0,0 0,0 1,0-1,1 0,-1 1,0-1,0 0,0 1,1-1,-1 0,0 1,0-1,1 1,-1-1,1 0,-1 1,0-1,1 1,-1-1,1 1,0-1,34-7,232 4,10-3,-197 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5:03.85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36 42,'5'0,"1"-2,-2-3,-10-3,-14-5,-5-1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5:04.83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482 21,'0'1,"0"-1,0 0,0 1,0-1,0 0,0 1,0-1,0 0,0 1,0-1,0 0,-1 1,1-1,0 0,0 0,0 1,0-1,-1 0,1 1,0-1,0 0,0 0,-1 0,1 1,0-1,-1 0,1 0,0 0,0 0,-1 1,1-1,0 0,-1 0,1 0,0 0,-1 0,1 0,0 0,-1 0,1 0,0 0,-1 0,1 0,0 0,-1 0,1 0,0 0,0 0,-1-1,1 1,0 0,-1 0,1 0,0 0,0-1,-1 1,1 0,0 0,0 0,-1-1,1 1,0-1,-3 6,-108 130,-5-4,-98 83,191-194,168-190,-30 20,-69 108,1 3,2 2,2 2,5 0,-6 13,-49 23,0 0,0 0,-1 0,1 0,0 0,0 0,-1 1,1-1,0 0,-1 0,1 1,-1-1,0 0,0 1,1-1,-1 1,0-1,0 0,0 1,0-1,0 1,-1-1,1 0,0 1,-1-1,1 0,-1 1,0 0,1 1,-59 289,49-231,2-1,3 1,2 1,3-1,3 0,2 0,3 0,7 19,15 0,-25-77,-9-12,-5 1,-3 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5:05.1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3,'21'0,"20"0,16 0,11 0,7 0,-1 0,-6 0,-12 0,-14 3,-11-3,-11-2,-9-2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5:11.8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1 355,'21'0,"18"0,17 0,15-2,12-3,5-4,0 1,-6 1,-12 2,-14 2,-16 6,-17 4,-20 7,-10 0</inkml:trace>
  <inkml:trace contextRef="#ctx0" brushRef="#br0" timeOffset="254.318">42 546,'17'7,"16"2,19 0,20-1,15-6,12-4,3-4,-1-5,-10 1,-12 0,-21 0</inkml:trace>
  <inkml:trace contextRef="#ctx0" brushRef="#br0" timeOffset="522.14">684 0,'7'7,"14"12,15 11,17 13,15 8,6 5,2 2,-1-2,-10-1,-16-1,-16 0,-23 3,-27 2,-34 6,-36 5,-36 3,3-11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5:14.5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669 1,'-25'0,"0"2,0 0,0 2,0 1,0 0,1 2,0 1,0 1,1 1,0 1,1 1,0 1,1 1,1 1,0 0,1 2,0 0,2 1,0 1,1 0,1 2,-13 21,1 16,2 0,3 2,3 1,2 0,2 2,4-1,2 2,2 31,-1-15,4 1,4 0,3-1,8 42,-5-83,2 0,1-1,2 0,1-1,2 0,2-1,1-1,2 0,1-1,8 8,-9-16,1-1,1-1,2 0,0-2,1-1,1-1,1 0,1-2,1-2,0 0,1-2,0-1,1-1,22 5,-38-15,1 0,-1-1,1 0,0-1,-1-1,1 0,-1-1,0-1,1 0,-1-1,0-1,-1 0,1 0,-1-1,0-1,12-8,0-3,0-1,0 0,-2-2,-1-1,0-1,-2 0,8-14,-6 5,-2 0,-1-2,-2 0,-1-1,-2 0,-1-1,-2-1,-2 0,-1-1,-2 0,-1 0,-2 0,-2 0,-1-1,-2 1,-6-30,-1 9,-3 1,-2 1,-3 0,-2 1,-2 0,-3 2,-2 1,-3 1,-2 1,-2 2,-2 1,-2 2,-2 1,-40-34,61 61,-1 1,-1 2,0 0,0 1,-2 0,0 2,0 1,-1 1,0 0,-1 2,0 1,0 1,-1 1,14 4,1 1,-1 1,1-1,-1 2,1-1,-1 2,1-1,0 1,0 1,0 0,0 0,1 1,-1 0,1 1,0 0,1 0,0 1,0 0,0 1,1-1,0 1,1 1,-1-1,2 1,-4 6,-43 89,13 3</inkml:trace>
  <inkml:trace contextRef="#ctx0" brushRef="#br0" timeOffset="3598.187">1557 2213,'-52'-8,"37"6,0 1,-1 1,1 0,0 1,0 1,0 0,0 1,0 0,0 1,1 1,0 1,0 0,0 0,1 2,-1-1,2 2,-1 0,2 0,-1 1,1 1,0 0,1 0,1 1,0 0,0 1,1 0,1 0,0 1,1-1,0 2,-1 5,6-14,-1-1,1 1,0 0,1 0,-1 0,1 0,0-1,1 1,-1 0,1 0,1 0,-1 0,1-1,0 1,0-1,0 1,1-1,0 0,0 0,0 0,1 0,-1-1,1 1,0-1,1 0,1 1,4 2,0 0,1-2,0 1,0-1,1-1,-1 0,1-1,0 0,0 0,0-1,0-1,0 0,0-1,1 0,15-1,0-1,-1-2,1-1,-1 0,16-7,15-8</inkml:trace>
  <inkml:trace contextRef="#ctx0" brushRef="#br0" timeOffset="4159.683">465 2323,'2'-12,"1"-1,0 8,-1 14,0 21,-1 17,0 16,-3 9,-1 1,0-5,0-9,1-13,1-16,1-13</inkml:trace>
  <inkml:trace contextRef="#ctx0" brushRef="#br0" timeOffset="4450.205">396 2418,'-21'-99,"22"98,0 0,-1 0,1 0,0 0,0 0,0 0,0 0,0 0,0 0,0 0,0 1,0-1,1 0,-1 1,0-1,0 1,1-1,-1 1,0-1,1 1,-1 0,0 0,1 0,-1 0,0 0,1 0,-1 0,0 0,1 0,-1 1,0-1,1 1,-1-1,0 1,0-1,1 1,-1 0,0-1,0 1,0 0,0 0,0 0,0 0,0 0,0 0,-1 0,2 1,38 24,0 1,-1 2,-2 2,-1 2,-2 1,19 25,-38-43,0 1,-1 0,-1 1,-1 0,0 1,-2 1,0 0,-1 0,-1 1,5 18,-13-34,1 1,-1-1,0 1,-1-1,1 1,-1-1,0 0,0 1,-1-1,1 0,-1 0,-1 0,1 0,-1 0,1 0,-1-1,-1 1,1-1,0 0,-1 0,0 0,0-1,0 1,-1-1,1 0,-1 0,0 0,-3 1,-13 6,1-2,-1 0,0-1,0-1,-1-1,-10 1,-44 4,1-4,-1-2,-3-4,20-1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5:13.4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1112 73,'-58'-8,"0"2,-1 4,-48 3,88 2,-1 1,1 1,0 1,0 0,0 2,1 0,0 1,1 1,0 0,0 1,1 1,1 1,0 0,0 1,2 0,-1 1,2 1,0 0,1 1,1 0,1 0,0 1,1 1,1-1,-3 13,-12 44,4 0,2 1,4 0,4 1,3 0,3 0,4 5,-2-15,3-1,2 0,4 0,16 61,-17-100,0-1,1 0,2-1,0 0,2 0,1-1,0-1,2 0,1-2,0 1,2-2,0-1,7 5,1-4,1-1,1-1,1-1,0-2,1-1,1-1,0-2,0-1,1-1,0-2,1-2,0-1,-1-1,1-2,18-2,-36 0,0-1,1 0,-1-1,0-1,-1 0,1-1,-1-1,0-1,0 0,0-1,-1 0,-1-1,1-1,-1 0,-1-1,0 0,-1-1,0 0,8-12,8-18,-2-2,-1 0,-3-2,-2 0,-2-1,-1-1,-3-1,-2 0,-3-1,1-15,4-38,-4 1,-5-1,-4 0,-5 0,-12-64,11 128,-2 0,-1 0,-3 1,0 0,-3 1,-1 0,-4-3,12 24,-2 1,1 0,-2 0,0 1,-1 0,0 1,-1 0,-1 1,0 1,0 0,-1 1,0 0,-1 1,0 1,-1 1,-12-4,16 7,1 2,-1-1,0 2,0 0,-1 0,1 1,0 1,0 0,0 1,0 0,1 1,-1 1,0 0,1 0,0 1,0 1,1 0,-1 1,1 0,0 1,-19 14,2 1,1 2,1 0,1 2,1 1,-13 19,-49 79,11-5</inkml:trace>
  <inkml:trace contextRef="#ctx0" brushRef="#br0" timeOffset="2925.4">989 2121,'-75'412,"69"-384,90-259,-8 9,-62 195,-13 27,-1-1,0 1,1 0,-1 0,1-1,-1 1,0 0,1 0,-1-1,1 1,-1 0,0 0,1 0,-1 0,1 0,-1 0,1 0,-1 0,1 0,-1 0,1 0,-1 0,0 0,1 0,-1 0,1 0,-1 0,1 0,-1 1,0-1,1 0,-1 0,1 1,-1-1,0 0,1 0,-1 1,0-1,1 1,-1-1,0 0,0 1,1-1,-1 0,0 1,0-1,0 1,1-1,-1 1,0-1,0 1,0-1,0 0,0 1,0-1,0 1,0-1,0 1,45 159,-13-42,-5 1,-1 28,-21-116,0-7</inkml:trace>
  <inkml:trace contextRef="#ctx0" brushRef="#br0" timeOffset="3188.207">879 2366,'17'0,"18"0,20 0,17-2,8-6,0-3,-15-1</inkml:trace>
  <inkml:trace contextRef="#ctx0" brushRef="#br0" timeOffset="3984.649">87 2339,'-50'269,"35"-218,15-51,0 0,0 0,0-1,0 1,0 0,-1 0,1-1,0 1,0 0,0 0,0-1,0 1,0 0,0 0,-1 0,1-1,0 1,0 0,0 0,0 0,-1 0,1-1,0 1,0 0,0 0,-1 0,1 0,0 0,0 0,-1 0,1 0,0-1,0 1,-1 0,1 0,0 0,0 0,-1 0,1 0,0 0,0 1,-1-1,1 0,0 0,0 0,-1 0,1 0,0 0,0 0,0 0,-1 1,1-1,0 0,0 0,0 0,-1 0,1 1,0-1,0 0,0 0,0 1,0-1,-1 0,-2-24,2-30,3-1,2 0,2 1,11-39,-17 91,5-26,-4 16,0 1,1-1,0 1,1 0,1 0,0 0,0 0,1 0,5-8,-8 18,-1-1,1 0,0 1,0-1,-1 1,1-1,0 1,1 0,-1 0,0 0,0 0,0 0,1 1,-1-1,0 1,1-1,-1 1,0 0,1 0,-1 0,0 0,1 0,-1 0,0 1,1-1,-1 1,0 0,1 0,1 0,58 39,-58-37,0 1,0 0,0 0,-1 0,1 0,-1 1,-1-1,1 1,0 0,-1 0,0 0,0 0,-1 0,1 0,-1 0,0 0,0 1,-1-1,0 1,0-1,0 0,-1 1,1-1,-1 0,0 1,-1-1,1 0,-1 0,0 0,-3 3,-5 5,-2 0,0-1,0 0,-1-1,0-1,-1 0,0-1,-1 0,-4 1,18-10,-13 10,30-1,-12-9,10 0,0 0,1 1,-1 1,0 0,1 1,-1 1,-1 0,1 1,-1 0,1 1,-1 1,-1 0,0 1,0 0,0 0,-1 2,0-1,2 4,-11-9,0-1,0 0,-1 1,1-1,-1 1,0-1,0 1,0 0,0-1,-1 1,1 0,-1 0,0 0,0-1,-1 1,1 0,-1 0,0-1,0 1,0 0,0-1,-1 1,1-1,-1 1,0-1,0 0,0 0,0 0,-1 0,1 0,-1-1,0 1,0-1,0 1,-9 7,-1 0,0-1,0 0,-1-1,0-1,-1 0,-8 3,-124 27,76-27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5:27.69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139 187,'1'97,"2"-47,-2 1,-3 0,-1-1,-3 1,-3-1,-11 42,18-85,0-1,-1 1,1-1,-1 0,0 1,-1-1,1 0,-1-1,0 1,-1-1,1 0,-2 1,5-5,1-1,-1 0,1 1,-1-1,0 1,1-1,-1 0,0 0,0 1,1-1,-1 0,0 0,0 0,1 0,-1 0,0 0,0 0,1 0,-1 0,0 0,0 0,1 0,-1-1,0 1,0 0,1 0,-1-1,0 1,1-1,-1 1,0 0,1-1,-1 1,1-1,-1 0,1 1,-1-1,1 1,-1-1,1 0,0 1,-1-1,1 0,0 0,0 1,-1-1,1 0,0 0,-12-43,12 40,-9-66,3-1,4 0,5-58,-1 76,2 0,2 0,3 0,7-21,-16 71,0 0,1 0,-1 0,1 0,0 0,-1 0,1 0,1 0,-1 0,0 1,1-1,-1 0,1 1,0-1,0 1,0-1,0 1,0 0,1 0,-1 0,0 0,1 1,0-1,-1 1,1-1,0 1,0 0,0 0,0 0,0 0,0 1,0-1,0 1,0 0,0 0,2 0,7 5,-1 0,-1 0,1 1,-1 1,0-1,-1 2,1-1,-1 1,-1 1,0 0,0 0,0 0,-1 1,1 4,-3-7,0 1,0 0,-1 0,0 0,-1 0,0 1,0-1,0 1,-1 0,-1 0,0 0,0 0,0 0,-1 0,-1 0,1 0,-1 0,-1 0,0-1,0 1,-1 0,0-1,-3 7,-6 3,0-1,-1-1,-1 0,0 0,-1-2,0 0,-2-1,1 0,-2-1,1-1,-2-1,-4 2,-30 20,43-17,31-10,-19-4,23 3,-1 0,0 3,-1 0,1 1,-2 1,1 1,-1 1,0 1,-2 1,1 1,9 9,-27-21,2 3,-1-1,1 0,0 0,0 0,0-1,0 1,0-1,1-1,0 1,-1-1,1 0,0 0,0-1,0 1,0-2,0 1,5 0,141-46,-97 50,-51-3,-1-1,0 0,0 0,0 0,1-1,-1 1,0-1,1 0,-1 0,0 0,1 0,-1 0,0-1,1 0,-1 1,0-1,0-1,0 1,1 0,-1-1,0 1,-1-1,1 0,0 0,-1 0,3-2,-1-1,-1-1,0 1,1-1,-2 0,1 0,-1 0,0 0,0 0,-1 0,1-1,-1 1,-1 0,1-1,-1 1,-1-1,1 1,-1 0,0-1,0 1,-1 0,0-1,0 1,0 0,-1 0,0 1,0-1,0 1,-1-1,-1-1,1 4,1 1,-1-1,0 1,0 0,0 0,0 0,0 0,-1 1,1 0,-1 0,1 0,-1 0,1 1,-1-1,1 1,-1 1,1-1,-1 0,1 1,-1 0,1 0,0 0,-3 2,-3 0,0 1,0 1,0 0,1 0,0 1,0 0,0 0,1 1,-4 4,9-9,0 0,0 0,0 1,0 0,1-1,-1 1,1 0,0 0,0 0,0 1,0-1,0 0,1 1,-1-1,1 1,0 0,0-1,0 1,1 0,-1 0,1-1,0 1,0 0,0 0,1 0,-1-1,1 1,0 0,0-1,0 1,1-1,-1 1,1-1,0 1,2 2,3-1,-1-1,1 0,0 0,1-1,-1 0,1 0,-1-1,1 0,0 0,3 0,39 7</inkml:trace>
  <inkml:trace contextRef="#ctx0" brushRef="#br0" timeOffset="388.474">1000 350,'3'-3,"1"1,-1 0,1 0,0 0,-1 1,1-1,0 1,0 0,0 0,0 0,1 0,-1 1,0 0,0 0,0 0,0 0,0 1,1 0,-1-1,1 2,-3-2,7 0,1 1,-1-1,0 2,0-1,-1 1,1 1,0 0,0 0,-1 0,0 1,0 1,0-1,0 1,-1 1,0-1,0 1,0 0,-1 1,0 0,4 5,-9-6,-1 0,0 1,0-1,-1 1,0-1,0 0,0 0,-1 0,0 1,0-1,-1-1,1 1,-1 0,0-1,-1 1,1-1,-1 0,0 0,-1 0,1-1,-1 0,0 0,-1 1,4-3,-136 151,136-151,0-1,1 1,-1-1,1 0,-1 0,1 1,0-1,0 1,-1-1,1 1,0 0,1-1,-1 1,0 0,0 0,1-1,-1 1,1 0,-1 0,1 0,0 0,0 0,0 0,0 0,0 0,0-1,1 1,-1 0,1 0,-1 0,1 0,0-1,-1 1,1 0,0 0,0-1,1 2,72 12,-66-15,324-5,-207-1,5 2,-105 5,-18 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5:26.4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1 247,'25'5,"28"1,27 0,24-4,17-4,9-4,1-4,-11-2,-17 1,-28 2</inkml:trace>
  <inkml:trace contextRef="#ctx0" brushRef="#br0" timeOffset="289.229">656 1,'19'13,"0"-1,1 0,0-2,1 0,0-1,0-1,1-2,0 0,7 1,1 1,6 1,-16-4,1 0,-2 2,1 0,-1 1,0 1,0 1,-17-9,0 0,1 0,-1 1,0-1,0 1,0 0,-1-1,1 1,0 0,-1 0,1 0,-1 0,1 0,-1 0,0 1,0-1,0 0,0 1,0-1,-1 1,1-1,-1 1,0-1,1 1,-1-1,0 1,-1-1,1 1,0-1,-1 1,1-1,-1 1,0-1,0 1,0-1,0 0,0 0,0 1,-1-1,1 0,-2 1,-12 16,-1 0,0-2,-2 0,1-1,-2-1,-14 9,14-9,-34 24,22-17,1 1,0 2,2 1,-3 6,15-12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5:25.6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340 167,'-28'23,"1"2,0 0,2 2,1 1,1 1,2 1,-18 32,20-31,2 2,1-1,1 2,2 0,2 1,1 0,1 1,1 4,6-34,1-1,0 1,0-1,0 1,0-1,1 1,0 0,0-1,0 1,1 0,0-1,0 1,0-1,1 1,0-1,0 0,0 0,1 0,0 0,0 0,0 0,0-1,1 1,-1-1,1 0,0 0,1 0,-1-1,1 1,-1-1,1 0,0-1,0 1,1-1,-1 0,0 0,1-1,12-1,0-1,0-1,-1-1,1-1,-1 0,0-1,0-1,-1 0,1-2,-1 0,-1 0,0-2,0 0,-1 0,0-1,5-6,6-3,0-2,-2 0,-1-1,0-1,-2-1,-1-1,-1-1,-1 0,-1-2,-2 0,-1 0,-1-1,-1-1,-2 0,-1 0,-2-1,-1 1,-1-1,-1-13,-4 32,1-1,-2 1,0 0,0 0,-1 0,-1 0,0 1,-1-1,-6-9,8 16,0 1,0 0,-1 0,0 0,0 0,0 1,0 0,-1 0,1 0,-1 0,-1 1,1-1,0 2,-1-1,1 0,-1 1,0 0,0 0,1 1,-1 0,-1 0,-1 0,-4 1,0 1,0 1,0 0,0 1,0 0,0 1,1 0,-1 0,1 2,0-1,1 1,-1 1,1 0,1 1,-1-1,1 2,1-1,-1 2,1-1,1 1,0 0,0 0,1 1,1 0,-1 0,2 0,0 1,0-1,1 1,0 0,1 0,0 0,1 9,1-4,0 0,2 0,0 0,1 0,0 0,1 0,2-1,-1 0,2 0,0 0,6 8,110 161,-96-150,-6-6,5 3,-2 0,-1 2,-1 1,-2 1,-2 1,-1 0,-2 1,1 8,-9 21,-10-47</inkml:trace>
  <inkml:trace contextRef="#ctx0" brushRef="#br0" timeOffset="480.755">901 727,'-27'323,"27"-316,3-23,0-24,-2 0,-2 0,-1 0,-3 1,-1-1,-1 1,6 37,0-22,20 25,166 117,-176-112,15 7,-1 1,-1 1,0 1,-2 1,1 0,-2 2,-1 0,0 1,-1 1,-1 1,0 3,-14-20,0 0,0 0,0 0,-1 1,0-1,0 0,-1 1,1-1,-1 1,0-1,-1 0,1 1,-1-1,0 1,-1-1,1 0,-1 0,0 0,0 0,0 0,-1 0,0 0,0-1,0 1,-1-1,1 0,-1 0,0 0,0-1,0 1,-1-1,1 0,-1 0,-8 6,-1-1,1 0,-2-1,1 0,-1-1,0-1,0 0,-1-1,1 0,-1-2,0 0,0 0,-11-2,21 0,1 0,-1-1,1 0,-1 0,1 0,0 0,-1-1,1 0,0 0,0-1,0 1,0-1,1 0,-2-1,-17-19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5:23.7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193 148,'-2'18,"-3"21,-4 17,-1 13,-5 9,-2 2,-2-2,-1-8,2-11,2-16</inkml:trace>
  <inkml:trace contextRef="#ctx0" brushRef="#br0" timeOffset="651.716">2 121,'0'-4,"0"0,-1 0,1 0,0 0,0 0,0 0,1 0,-1 0,1 0,0 0,0 0,0 0,1 0,-1 0,1 1,0-1,0 1,1-1,-1 1,0 0,1 0,2-2,6-1,-1 1,1 1,0 0,1 1,-1 0,1 0,-1 1,1 1,0 0,-1 0,1 1,0 1,-1 0,1 1,0 0,8 3,-4-3,-1 1,1 0,0 1,-1 1,0 1,0 0,0 1,-1 0,0 1,-1 1,1 0,-2 1,1 0,-2 1,1 1,-1-1,-1 2,0 0,0 1,-8-9,0 0,0-1,0 1,0 0,-1 0,0 1,0-1,-1 0,1 0,-1 0,0 1,0-1,-1 0,0 0,0 0,0 0,0 0,-1 0,0 0,0 0,0 0,-1-1,1 1,-1-1,0 0,0 0,-1 0,1 0,-2 1,-7 6,0-1,-1 0,0-1,-1 0,0-1,0-1,0 0,-1-1,-2 0,-176 35,194-41,0 0,-1 0,1 0,0 0,-1 0,1 0,0 1,-1-1,1 0,-1 0,1 0,0 1,-1-1,1 0,-1 1,1-1,0 0,-1 1,1-1,-1 1,0-1,1 1,-1-1,1 1,-1-1,0 1,1 0,-1-1,0 1,1-1,-1 1,0 0,0-1,0 1,0 0,0-1,0 1,0 0,0-1,0 1,0 0,0-1,0 1,0 0,0-1,0 1,-1-1,1 1,0 0,-1-1,1 1,0-1,-1 1,1-1,-1 1,1-1,-1 1,1-1,-1 1,1-1,-1 0,1 1,-1-1,1 0,-1 1,0-1,1 0,-1 0,0 0,0 1,62 38,0-3,3-2,7-1,-61-28,96 37,-100-40,0-1,-1 0,1 0,0 0,0-1,-1 0,1 0,0 0,0-1,0 0,-1 0,1 0,0-1,-1 0,1 0,-1 0,5-3,-7 3,-2 1,0 0,-1 0,1 0,0 1,-1-1,1 0,0 1,0-1,0 1,0-1,0 1,0-1,0 1,0 0,0-1,0 1,0 0,0 0,0 0,0 0,0 0,0 0,0 0,0 0,0 0,0 0,0 1,0-1,0 0,0 1,0-1,0 0,0 1,-1-1,1 1,0 0,0-1,0 1,-1 0,1-1,0 1,-1 0,1 0,0 0,0 1,3 4,0 0,1 0,0 0,1 0,-1-1,1 0,0 0,0 0,1-1,-1 0,1 0,0 0,0-1,0 0,1-1,-1 0,1 0,-1 0,1-1,6 0,-10 0,1 0,0-1,0 0,-1 0,1 0,0-1,0 1,-1-1,1 0,-1-1,1 1,-1-1,1 0,-1 0,0 0,0-1,0 1,0-1,0 0,0 0,-1 0,0-1,0 1,0-1,0 0,0 0,-1 0,1 0,-1 0,0-1,0 1,-1 0,1-1,-1 0,0 1,-1-1,1 0,-1 1,0-1,0-3,-1 2,-1 0,0 0,0 0,-1 0,1 0,-1 1,-1-1,1 1,-1 0,0 0,0 0,0 1,-1-1,0 1,1 0,-2 0,1 1,0-1,-1 1,1 0,-1 1,0-1,0 1,0 1,0-1,0 1,-1 0,1 0,-5 0,5 0,1 1,-1-1,1 1,-1 0,0 0,0 0,1 1,-1 0,1 0,-1 1,1-1,-1 1,1 0,0 1,0-1,0 1,0 0,0 0,1 1,-1-1,1 1,0 0,0 0,1 1,-1-1,1 1,0 0,0 0,0 0,1 0,-1 0,0 5,2-5,1-1,-1 1,1-1,0 0,0 1,1-1,-1 0,1 1,0-1,0 0,0 1,1-1,0 0,-1 0,2 0,1 3,19 26</inkml:trace>
  <inkml:trace contextRef="#ctx0" brushRef="#br0" timeOffset="899.579">1177 639,'0'-14,"0"-14,0-11,2-9,1-5,0 2,2 5,0 12,-2 19,0 22,-3 21,-2 19,-3 19,0 11,0 5,2 2,0-4,2-15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5:23.0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1 260,'16'11,"20"5,21-1,21-6,15-6,8-6,1-5,-8-1,-10 1,-16 2,-16 2,-17 1</inkml:trace>
  <inkml:trace contextRef="#ctx0" brushRef="#br0" timeOffset="321.14">561 1,'44'27,"97"19,-112-39,0 1,-1 2,0 1,-1 1,0 1,17 12,-39-22,0 0,0 0,-1 1,1 0,-1 0,0 0,0 0,0 1,-1-1,1 1,-1 0,0 0,-1 1,1-1,-1 0,0 1,0 0,-1-1,0 1,0 0,0 0,0 0,-1 0,0-1,0 1,-1 0,0 0,0 0,0-1,-1 1,0 0,0-1,0 1,-2 1,-12 16,-1 0,-1-1,0 0,-2-2,-1 0,-1-2,0 0,-1-2,-1 0,-13 6,-34 25,46-27,18-9,13-7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5:21.5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419 291,'-12'-1,"0"1,0 0,1 1,-1 1,0 0,1 0,0 1,-1 0,1 1,0 0,1 1,-1 0,1 1,0 0,-6 5,-7 12,2 0,0 2,1 0,1 1,2 2,0-1,2 2,1 0,2 1,0 0,-5 29,14-51,-2 5,1-1,0 0,1 1,0 0,1-1,1 1,0 0,0 0,1 0,1 0,1 4,-1-14,-1-1,1 0,0 0,-1 0,1 0,0 0,1 0,-1 0,0-1,0 1,1 0,-1-1,1 1,0-1,-1 1,1-1,0 0,0 1,0-1,0 0,0 0,0 0,0-1,0 1,0-1,0 1,0-1,1 1,-1-1,0 0,0 0,0 0,1 0,-1-1,0 1,0-1,80-29,-48 8,-1-2,-1-1,-1-1,-1-1,-2-2,0-1,-2-1,-2-2,-1 0,-1-1,-2-2,-2 0,1-3,-4 4,-2-1,-1 0,-1-1,-2 0,-6 23,-1 0,0 0,-1 0,0 0,-1 0,-1 0,0 0,-1 0,0 0,-1 1,-1-1,-2-4,3 12,0 1,0 0,0 0,-1 0,0 0,0 0,0 1,0 0,-1 0,0 0,0 0,0 1,0 0,0 0,-1 0,0 1,1 0,-1 0,0 0,0 1,0-1,0 2,0-1,0 1,0-1,0 2,0-1,-1 1,1 0,0 0,1 0,-1 1,0 0,0 0,1 1,-1 0,1 0,0 0,0 0,0 1,0 0,0 0,1 0,0 0,0 1,0 0,0 0,1 0,0 1,-2 2,0 2,1-1,0 0,1 1,0 0,0-1,1 1,0 0,1 1,0-1,1 0,0 0,1 0,0 0,2 9,45 151,-42-155,1 5,15 38,-2 1,-3 1,-3 0,6 55,-18-61,-2 1,-3 0,-2-1,-3 5,8-21,4-33</inkml:trace>
  <inkml:trace contextRef="#ctx0" brushRef="#br0" timeOffset="433.599">732 701,'-22'43,"1"0,1 2,3 0,2 1,-6 35,7-17,14-64,1 0,-1 0,0 0,0 0,0-1,0 1,1 0,-1 0,0 0,0 0,1 0,-1 0,0-1,0 1,0 0,1 0,-1 0,0 0,0 0,1 0,-1 0,0 0,0 0,1 0,-1 0,0 0,0 0,0 1,1-1,-1 0,0 0,0 0,1 0,-1 0,0 0,0 0,0 1,88-230,-17 48,-71 180,0 0,0 0,0 0,1 0,-1 1,0-1,1 0,-1 0,0 0,1 0,-1 0,1 0,0 1,-1-1,1 0,0 0,-1 1,1-1,0 1,0-1,-1 0,1 1,0 0,0-1,0 1,0-1,0 1,0 0,0 0,0-1,0 1,0 0,0 0,-1 0,1 0,0 0,0 0,0 1,0-1,0 0,0 0,0 1,0-1,0 0,0 1,0-1,-1 1,1-1,0 1,0 0,0-1,-1 1,1 0,0-1,-1 1,1 0,-1 0,10 14,0 0,-2 1,0 0,-1 1,0 0,3 17,1-3,110 340,-101-321,-13-39</inkml:trace>
  <inkml:trace contextRef="#ctx0" brushRef="#br0" timeOffset="684.443">610 933,'18'0,"21"0,19 0,17 0,7-2,-2-1,-11-2,-18-1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6:47.4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377 697,'-26'-6,"0"0,-1 2,0 0,0 2,0 2,-14 1,29-1,0 2,1-1,0 2,-1-1,1 2,0-1,0 2,1-1,-11 7,18-9,-1 0,1 0,-1 0,1 1,0 0,-1 0,2-1,-1 2,0-1,0 0,1 1,0-1,0 1,0-1,0 1,0 0,1 0,0 0,0 0,0 0,0 0,0 0,1 1,0-1,0 0,0 0,1 0,0 3,0-2,0-1,1 0,-1 1,1-1,0 0,1 0,-1 0,1-1,-1 1,1-1,0 1,1-1,-1 0,1 0,-1 0,1 0,0-1,0 0,0 0,0 0,0 0,0 0,1-1,0 0,4 2,1 0,0-2,-1 1,1-1,0 0,0-1,0 0,0-1,0 0,7-2,-3-1,0-1,0 0,0-1,0 0,-1-1,0-1,-1 0,1-1,-1 0,-1-1,0 0,-1-1,0 0,0 0,-1-1,0-1,-2 0,1 0,-1 0,-1-1,0 0,-1 0,-1 0,0-1,-1 1,0-3,-1-26,-2 1,-2-1,-1 1,-2 0,-2 0,-2 0,-2 1,-11-26,-14-38,36 104,0 1,0-1,0 0,0 1,1-1,-1 1,0-1,0 1,0-1,0 1,0-1,-1 1,1-1,0 1,0-1,0 1,0-1,0 1,-1-1,1 1,0-1,-1 1,1 0,0-1,-1 1,1-1,0 1,-1 0,1-1,-1 1,1 0,0-1,-1 1,1 0,-1 0,1 0,-1-1,1 1,-1 0,1 0,-1 0,1 0,-1 0,1 0,-1 0,1 0,-1 0,0 0,1 0,-1 0,1 0,-1 1,1-1,-1 0,1 0,0 0,-1 1,1-1,-1 0,1 1,-1-1,1 0,0 1,-9 35,1 60,6 1,3 0,8 37,-6-87,2 0,2 0,2 0,3 0,-11-40,1-1,0 1,0-1,1 0,0 0,0 0,1 0,-1 0,1-1,0 0,1 0,-1 0,1 0,0-1,0 1,1-1,-1 0,1-1,0 0,0 1,0-2,0 1,0-1,1 0,-1 0,1-1,-1 0,7 0,5-1,-1-2,0 0,0-1,0-1,-1 0,1-2,-1 0,0 0,0-2,-1 0,0 0,-1-2,0 1,0-2,-1 0,0-1,-1 0,0-1,-1 0,6-10,-10 14,0-1,-1 0,0 0,0-1,-1 1,0-1,-1-1,0 1,-1 0,-1-1,1 0,-2 1,0-1,0 0,-1 0,0 0,-1 0,-1 1,0-1,-2-5,4 15,-1-1,0 1,-1 0,1 0,0 0,-1 0,1 0,-1 0,1 0,-1 0,0 1,0-1,0 1,0-1,0 1,0 0,0-1,-1 1,1 0,0 1,-1-1,1 0,0 1,-1-1,1 1,-1 0,1 0,-1 0,1 0,-1 0,1 0,-1 1,1-1,0 1,-1 0,1 0,0 0,-1 0,1 0,0 0,0 0,0 1,0-1,0 1,0 0,0 0,-5 6,0 0,0 0,1 1,0 0,1 0,0 1,0-1,1 1,0 0,1 0,0 1,1-1,0 0,0 1,1 0,1-1,0 1,0 0,1-1,0 1,1-1,0 1,1-1,0 0,0 1,4 5,-1-6,0 0,0-1,1 0,0 0,1 0,0-1,0 0,1-1,0 0,0 0,1-1,-1 0,1-1,1 0,-1 0,1-1,0 0,7 0,29 8</inkml:trace>
  <inkml:trace contextRef="#ctx0" brushRef="#br0" timeOffset="304.707">1155 437,'8'35,"0"0,2 0,2-1,1-1,2 0,1-1,1 0,4 1,-13-17,1-1,1 0,0 0,1-1,1-1,0 0,11 9,-22-21,1 0,0 0,-1 0,1 0,0 0,-1 0,1 0,0 0,0-1,0 1,0-1,0 1,0-1,0 0,0 0,0 0,0 0,0 0,0 0,0-1,0 1,0-1,0 1,-1-1,1 0,0 1,0-1,0 0,-1 0,1 0,0-1,-1 1,1 0,-1-1,0 1,1-1,-1 1,0-1,0 1,0-1,0 0,0 0,7-14,-1-1,0 0,-2 0,0 0,-1 0,0-1,0-14,26-90,-14 89,1 7</inkml:trace>
  <inkml:trace contextRef="#ctx0" brushRef="#br0" timeOffset="555.036">1784 588,'0'16,"0"13,0 8,0 4,5 1,3-1,3-2,2-5,-1-9</inkml:trace>
  <inkml:trace contextRef="#ctx0" brushRef="#br0" timeOffset="1184.351">1607 274,'32'0,"1"2,-1 1,1 1,-1 2,0 1,-1 2,1 1,-2 1,6 4,-23-8,-1 0,1 0,-2 1,1 1,-1 0,0 1,-1 0,0 1,-1-1,0 2,-1 0,0 0,-1 0,0 1,-1 0,0 0,-1 0,-1 1,0 0,0 0,-2 0,0 0,0 7,-15 135,2-76,11-79,-1-1,1 1,0-1,-1 1,1-1,0 1,0 0,-1-1,1 1,0 0,0-1,0 1,0-1,0 1,0 0,0-1,0 1,0 0,0-1,0 1,0 0,1-1,-1 1,0-1,0 1,1 0,-1-1,0 1,1-1,-1 1,1-1,-1 1,0-1,1 1,-1-1,1 1,0-1,-1 0,1 1,-1-1,1 0,-1 0,1 1,0-1,-1 0,1 0,0 0,-1 0,1 0,0 0,-1 0,1 0,0 0,-1 0,1 0,-1 0,1 0,0 0,0-1,34-25,-8-5,-2-1,-1-2,-1 0,-2-1,-2-2,11-27,-20 43,-10 21,1 1,-1-1,0 0,0 0,0 0,1 0,-1 1,0-1,0 0,1 0,-1 0,0 0,0 0,1 0,-1 0,0 0,1 0,-1 0,0 0,0 0,1 0,-1 0,0 0,0 0,1 0,-1 0,0 0,1 0,-1 0,0 0,0 0,1 0,-1-1,0 1,0 0,0 0,1 0,-1-1,0 1,0 0,0 0,1 0,-1-1,0 1,0 0,0 0,0-1,0 1,0 0,1 33,-1-25,-1-1,0-1,1 1,1-1,-1 1,1-1,0 1,0-1,1 0,-1 0,1 1,1-1,-1 0,1-1,0 1,1 0,-1-1,1 0,0 0,1 0,-1 0,1 0,0-1,0 0,0 0,3 1,13 2,2 0,-1-1,1-1,0-1,0-1,0-1,1-1,-1-1,0-1,0-1,11-3,-14 3,-8 2,1 0,-1-2,1 1,-1-2,0 1,0-2,0 1,-1-2,1 0,-1 0,0-1,1-1,-1-1,0 0,-1-1,-1 0,1-1,-2 1,1-2,-1 1,-1-1,0-1,0 1,-2-1,1 0,-1-1,-1 1,0-1,-1 0,0 0,-1 0,0 0,-1-9,-1 19,0 0,-1 0,1 0,-1 0,1 1,-1-1,0 0,0 0,0 1,0-1,-1 0,1 1,-1-1,0 1,1 0,-1 0,0-1,0 1,0 0,-1 1,1-1,0 0,-1 1,1-1,-1 1,0 0,1 0,-1 0,0 0,0 0,0 0,1 1,-1-1,0 1,0 0,-2 0,-2 1,-1-1,0 1,1 1,-1-1,1 1,0 0,-1 1,1 0,0 0,1 1,-1-1,0 2,-3 2,2-1,1 0,-1 0,1 1,0 0,1 0,0 1,0 0,1 0,0 0,0 1,1-1,0 1,0 0,1 1,0-1,1 0,0 1,0 0,1-1,1 1,-1 0,2-1,-1 1,1 0,1-1,0 1,0 0,1-1,0 0,0 0,1 0,1 1,4 1,0-1,0-1,1 1,0-2,1 1,0-2,0 1,1-1,0-1,0 0,0-1,1 0,7 1,19 5,0-2,0-1,36 1,6-3</inkml:trace>
  <inkml:trace contextRef="#ctx0" brushRef="#br0" timeOffset="1545.387">3873 452,'3'18,"0"19,0 11,-1 10,2 3,2 0,3-7,2-8,2-12,-2-11</inkml:trace>
  <inkml:trace contextRef="#ctx0" brushRef="#br0" timeOffset="1804.697">3832 0,'-4'10,"7"9,13 12,3-1</inkml:trace>
  <inkml:trace contextRef="#ctx0" brushRef="#br0" timeOffset="2015.829">4132 752,'23'-21,"-1"-1,-2-1,0-1,-2-1,0 0,-2-2,-1 0,-1 0,-1-1,0-4,-12 30,0 0,0-1,0 1,0 0,0 0,-1-1,1 1,-1 0,1-1,-1 1,0 0,0-1,0 1,0-1,-1 1,1 0,0-1,-1 1,0 0,1-1,-1 1,0 0,0 0,-1 0,1 0,0 0,-1 0,1 0,-1 0,1 0,-1 1,0-1,0 1,0-1,0 1,0 0,-1-1,-4 1,1 1,-1 1,1-1,-1 1,1 0,-1 1,1-1,0 1,0 1,0-1,0 1,0 0,0 0,1 1,-1-1,1 1,0 0,-3 5,-3 0,0 0,1 1,0 0,0 1,2 0,-1 1,1 0,1 0,0 0,1 1,0 0,1 1,1-1,0 1,0 0,4-9,-1 1,1-1,0 0,0 1,1-1,0 0,-1 0,2 1,-1-1,1 0,-1 0,2 0,-1-1,0 1,1 0,0-1,0 1,0-1,1 0,-1 0,1 0,0-1,0 0,0 1,1-1,-1 0,1-1,-1 1,1-1,5 2,9 3,0 0,1-2,0 0,1-1,-1-1,0 0,10-2,44-1,-8-5</inkml:trace>
  <inkml:trace contextRef="#ctx0" brushRef="#br0" timeOffset="2501.543">4652 369,'-5'-1,"0"0,0 1,0 0,0 0,0 0,0 0,0 1,0 0,1 0,-1 0,0 1,0-1,1 1,-1 0,1 1,0-1,-1 1,1-1,0 1,1 1,-1-1,0 0,1 1,0 0,0 0,0 0,0 0,1 0,-1 1,1-1,0 1,1-1,-1 1,1 0,0 0,0 0,0-1,1 1,0 1,4 9,2 0,-1 0,2 0,0-1,1 0,1 0,0-1,0 0,1-1,1 0,0-1,1 0,2 1,4 7,2 1,-10-11,0 0,-1 0,0 1,-1 0,0 0,-1 1,0 0,-1 1,0-1,2 6,-8-14,1-1,-1 0,0 1,1-1,-1 1,0-1,0 0,-1 1,1-1,0 0,-1 1,0-1,1 0,-1 1,0-1,0 0,0 0,-1 0,1 0,0 0,-1 0,1 0,-1 0,0-1,1 1,-1 0,0-1,0 0,0 1,0-1,-1 0,1 0,0 0,0 0,0-1,-1 1,-1 0,-3 1,-1 0,0-1,0 0,0 0,1 0,-1-1,0 0,0-1,0 0,0 0,0-1,5 2,0-1,0 0,0 0,0-1,0 1,1 0,-1-1,0 0,1 0,-1 0,1 0,-1 0,1 0,0 0,0-1,0 1,0-1,0 0,1 1,-1-1,1 0,0 0,0 0,0 0,0 0,0 0,1 0,0-1,-1 1,1-2,1-5,-1 1,1 0,1 0,0 0,0 0,1 0,0 0,0 1,1-1,1 0,7-12,0 0,1 1,1 0,1 1,1 1,1 1,0 0,1 1,1 0,0 2,1 0,1 2,0 0,10-3,-29 13,1 1,-1-1,1 1,0 0,-1 0,1 0,0 0,0 0,0 1,0-1,0 1,0 0,0 0,0 0,0 0,0 1,0-1,-1 1,1 0,0-1,0 1,0 1,-1-1,1 0,0 1,-1-1,1 1,-1 0,2 4,-1 1,0-1,-1 1,0 0,0 0,0 0,-1 1,0-1,0 0,0 0,-1 1,-1-1,0 3,1-5,-14 231,28-171,-13-63,-1 0,1 0,0-1,0 1,0 0,0-1,0 1,0-1,0 1,0-1,0 1,1-1,-1 0,1 0,-1 0,1 1,-1-2,1 1,0 0,-1 0,1 0,0-1,0 1,0-1,0 1,-1-1,1 0,0 0,0 0,0 0,0 0,0 0,1-1,21-10,-3-7</inkml:trace>
  <inkml:trace contextRef="#ctx0" brushRef="#br0" timeOffset="2762.345">5034 28,'-14'3,"-5"4,2 12,7 10,13 13,13 11,4-4</inkml:trace>
  <inkml:trace contextRef="#ctx0" brushRef="#br0" timeOffset="3218.187">5171 779,'36'-329,"-30"129,-6 199,0 1,-1 0,1 0,0-1,0 1,0 0,-1-1,1 1,0-1,0 1,0 0,0-1,0 1,0 0,0-1,0 1,0-1,0 1,0 0,0-1,0 1,0-1,0 1,0 0,0-1,0 1,0 0,1-1,-1 1,0 0,0-1,1 1,-1 0,0-1,0 1,1 0,-1 0,0-1,0 1,1 0,-1 0,0-1,1 1,-1 0,1 0,-1 0,0 0,1 0,-1 0,0 0,1 0,-1-1,1 1,-1 0,0 1,1-1,-1 0,1 0,-1 0,0 0,1 0,-1 0,1 0,16 23,-10-12,161 172,-162-174,-2 1,0 0,0-1,0 2,-1-1,-1 0,0 1,0-1,-1 1,0 0,-1-1,0 1,-1 0,0-1,-1 1,-1 4,-3 48,6-61,0 1,0-1,0 1,0-1,1 1,-1-1,1 0,0 1,0-1,0 0,0 1,0-1,0 0,0 0,1 0,-1 0,1 0,-1 0,1 0,0-1,0 1,0 0,0-1,0 0,0 1,0-1,0 0,1 0,-1 0,0-1,1 1,-1 0,1-1,-1 0,1 1,-1-1,1 0,-1 0,1-1,8 2,0-2,0 0,0 0,0-1,0 0,0-1,-1 0,5-3,1-1,0-2,-1 0,0 0,-1-1,0-1,0-1,-1 0,-1-1,0 0,0 0,-2-2,0 1,0-1,-1-1,-1 1,-1-2,0 1,1-8,4-46,-12 68,0-1,0 1,0 0,0-1,-1 1,1 0,-1 0,1 0,-1-1,0 1,0 0,0 0,0 0,0 0,0 0,-1 1,1-1,-1 0,1 0,-1 1,0-1,1 1,-1 0,0-1,0 1,0 0,0 0,-2-1,-1 2,0 0,0 0,0 1,0 0,0-1,0 2,0-1,0 0,1 1,-1 0,0 0,1 1,-1-1,1 1,0 0,0 0,0 0,1 1,-1-1,1 1,-1 0,1 0,0 0,1 0,-1 1,1-1,0 1,-2 3,1 0,0 0,0 0,0 0,1 0,0 0,1 1,0-1,0 1,1-1,0 1,0-1,1 0,0 1,1-1,-1 0,2 1,-1-1,1 0,0-1,1 1,0 0,0-1,1 0,0 0,0 0,0-1,1 0,1 1,16 12,0-1,2-1,0-1,1-1,1-1,0-2,0 0,1-2,1-1,0-2,0 0,8-1,53 11</inkml:trace>
  <inkml:trace contextRef="#ctx0" brushRef="#br0" timeOffset="4221.066">951 1598,'-17'-3,"0"0,0 1,-1 0,1 1,0 1,-1 1,1 1,0 0,0 1,-5 2,14-3,0 1,-1 0,1 0,0 1,0 0,1 1,-1-1,1 2,0-1,1 1,-1 0,1 0,0 0,0 1,1 0,0 0,0 1,1-1,0 1,-3 8,6-14,-1 1,1-1,0 0,0 1,0 0,1-1,-1 1,1-1,-1 1,1 0,0 0,0-1,0 1,0 0,0-1,1 1,-1 0,1-1,0 1,0-1,0 1,0-1,0 1,1-1,-1 0,1 1,-1-1,1 0,0 0,0 0,0 0,0-1,0 1,0 0,0-1,1 0,-1 1,1-1,-1 0,1 0,-1 0,1-1,-1 1,1 0,0-1,11-2,0 0,-1 0,1-2,-1 0,0 0,0-1,-1-1,1 0,-1-1,-1 0,1-1,-1 0,0 0,-1-2,8-7,2-3,-1-1,0-1,-2-1,-1 0,0-1,-2-1,-1 0,-1-1,-1 0,-1-1,-1 0,-2-1,-1 0,-1 0,-1 0,-1-1,-2 1,-1-1,-3-24,-15-17,18 69,-1 0,1 1,-1-1,1 1,-1-1,1 1,-1-1,1 1,-1-1,0 1,1 0,-1-1,0 1,0 0,1-1,-1 1,0 0,0 0,1 0,-1 0,0 0,0 0,1 0,-1 0,0 0,0 0,1 0,-1 0,0 1,0-1,1 0,-1 0,0 1,1-1,-1 1,0-1,1 0,-1 1,1-1,-1 1,0 0,1-1,-1 1,1-1,0 1,-1 0,1-1,0 1,-1 0,1-1,0 1,-1 0,-6 12,0 1,1 0,0 0,1 1,1-1,0 1,1 0,0 0,1 6,1-16,-3 26,0 0,2 0,1 1,2-1,1 0,1 1,2-1,2 4,-4-23,0 0,1 0,0 0,1 0,0-1,1 0,0 0,1 0,0-1,1 0,0 0,1-1,0 0,0 0,1-1,0 0,0-1,1 0,0-1,0 0,6 2,-7-5,1 0,0 0,0-1,0-1,0 0,0 0,0-1,0 0,0-1,0 0,0-1,0-1,0 1,-1-1,1-1,-1 0,0-1,0 0,0 0,-1-1,0 0,0-1,0 0,-1 0,0-1,0 0,-1-1,0 1,-1-1,0-1,2-4,1 0,-1-1,-1 0,0 0,-1-1,-1 1,0-1,-1-1,-1 1,0-3,-12 31,3 5,0 0,1 0,2 1,-1-1,2 1,0 0,2 0,-1 0,2-1,1 1,1 7,31 47,-12-50</inkml:trace>
  <inkml:trace contextRef="#ctx0" brushRef="#br0" timeOffset="4654.004">1484 1285,'16'14,"0"0,2-2,-1 0,2 0,-1-2,2 0,-1-1,1-1,1-1,-1-1,9 1,14 7,-19-7,97 44,-116-48,0 0,0 0,-1 1,1-1,-1 1,0 1,0-1,0 0,-1 1,0 0,1 0,-2 0,1 0,0 0,-1 1,0-1,-1 1,1-1,-1 1,1 4,-3-6,1-1,0 0,0 0,0 1,0-1,1 0,-1 0,1 0,0 1,0-1,0 0,0 0,1 0,-1 0,1-1,0 1,0 0,0-1,0 1,0-1,0 0,1 1,-1-1,1 0,0-1,-1 1,1 0,0-1,0 1,2 0,2-1,0 0,-1-1,1 0,0 0,-1 0,1-1,0 0,-1 0,1-1,-1 1,1-2,-1 1,0-1,0 1,0-2,0 1,-1-1,1 0,-1 0,1-1,3-3,0 0,-1 0,0-1,0 0,-1-1,0 0,0 0,-1 0,-1-1,4-9,-3-13,-20 54,12-15,0 0,1 0,0 1,1-1,-1 0,1 0,0 1,0-1,1 0,0 0,0 1,1-1,0 0,0 0,0 0,0-1,1 1,0 0,0-1,1 0,0 0,-1 0,2 0,-1 0,1 0,10 9,1-1,0 0,1-1,0-1,1 0,0-1,1-1,59 26</inkml:trace>
  <inkml:trace contextRef="#ctx0" brushRef="#br0" timeOffset="5968.026">5334 1858,'2'-14,"2"-5</inkml:trace>
  <inkml:trace contextRef="#ctx0" brushRef="#br0" timeOffset="5294.83">3915 1694,'-8'-5,"0"1,-1-1,1 1,-1 1,0-1,0 1,0 1,0 0,0 0,-1 1,1 0,-1 1,1 0,-1 0,1 1,0 0,-1 1,1 0,0 0,0 1,-4 2,5-1,1 0,-1 1,1 0,0 0,0 1,1 0,-1 0,1 1,1 0,-1 0,1 0,1 0,-1 1,1 0,0 0,1 0,0 1,0-1,1 1,-1 5,3-12,0 0,0-1,0 1,1 0,-1 0,0-1,1 1,-1 0,1 0,0-1,-1 1,1-1,0 1,0-1,0 1,0-1,1 1,-1-1,0 0,0 0,1 0,-1 0,1 0,-1 0,1 0,-1 0,1 0,0-1,-1 1,1 0,0-1,0 0,0 1,63-4,-50-1,1-1,-1-1,0 0,0-1,0-1,-1 0,-1-1,1-1,-1 0,-1 0,0-2,0 1,-1-1,-1-1,0 0,6-12,-2 2,-1-1,-1-1,-1 0,-2 0,0-1,-2 0,0-1,-2 0,1-21,-3 24,-1 0,-1 0,-1 0,0 0,-2 0,-2 0,0 0,-1 1,-1 0,-3-5,9 26,-1 1,1-1,-1 0,0 0,0 0,0 1,0-1,0 1,0-1,0 1,0-1,-1 1,1-1,0 1,-1 0,1 0,-1 0,0 0,1 0,-1 0,0 0,0 1,1-1,-1 1,0-1,0 1,0 0,0-1,0 1,0 0,0 0,1 0,-1 1,0-1,0 0,0 1,0-1,0 1,1 0,-1-1,0 1,1 0,-1 0,0 0,1 0,-1 1,1-1,-1 1,-8 10,0 0,2 1,-1 0,2 1,-1 0,2 0,0 0,1 1,0 0,1 0,1 0,0 1,1-1,1 15,-2-4,1 0,1 0,1 0,2 0,0 0,2 0,1 0,1-1,1 0,1 0,1 0,2-1,0-1,1 0,2 0,0-1,2-1,12 14,-25-31,0 0,0 0,0 0,1 0,0 0,0 0,0-1,0 0,0 0,1 0,-1-1,1 1,0-1,0 0,0 0,0-1,0 0,0 0,0 0,0 0,1-1,-1 1,0-2,0 1,1 0,-1-1,0 0,0 0,0-1,0 1,0-1,0 0,0-1,4-2,6-11,-1-2,-1 0,0 0,-1-1,-1-1,-1 0,-1 0,-1-1,-1 0,0 0,-2-1,0-1,4-9,-10 47,-5 14,2-18,1 0,0 1,0-1,1 1,1 0,0 0,0-1,2 1,-1 0,1 0,1 0,0-1,1 1,0-1,1 1,0-1,1 0,0-1,1 2,12 7</inkml:trace>
  <inkml:trace contextRef="#ctx0" brushRef="#br0" timeOffset="5704.732">4297 1298,'32'14,"-1"1,0 2,-1 1,0 1,6 7,-25-17,0 1,0 0,0 1,-2 0,1 1,-1 0,-1 0,0 1,-1 0,-1 0,0 1,0-1,1 11,22 163,-29-184,0 0,0 0,1 1,0-1,0 0,0 0,0 0,0 0,0 0,1 0,0 0,-1-1,1 1,0 0,0-1,1 0,-1 1,0-1,1 0,-1 0,1 0,0 0,0-1,0 1,-1-1,1 0,1 0,-1 0,0 0,0 0,0-1,0 1,1-1,-1 0,0 0,0 0,1 0,-1-1,0 1,0-1,0 0,2 0,4-7,0 0,-1 0,0-1,-1 0,1 0,-2 0,1-1,-1 0,-1-1,0 1,-1-1,0 0,0 0,-1-1,0 1,-1 0,0-5,24-152,-12 149,-7 23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7:23.947"/>
    </inkml:context>
    <inkml:brush xml:id="br0">
      <inkml:brushProperty name="width" value="0.2" units="cm"/>
      <inkml:brushProperty name="height" value="0.2" units="cm"/>
      <inkml:brushProperty name="color" value="#33CCFF"/>
      <inkml:brushProperty name="ignorePressure" value="1"/>
    </inkml:brush>
  </inkml:definitions>
  <inkml:trace contextRef="#ctx0" brushRef="#br0">60 0,'27'9,"27"18,22 19,18 26,11 26,0 24,-7 24,-19 20,-22 14,-33 9,-37 2,-37 2,-38-5,-36-6,-32-9,-27-14,18-36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7:05.720"/>
    </inkml:context>
    <inkml:brush xml:id="br0">
      <inkml:brushProperty name="width" value="0.2" units="cm"/>
      <inkml:brushProperty name="height" value="0.2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1420 12266,'0'0</inkml:trace>
  <inkml:trace contextRef="#ctx0" brushRef="#br1" timeOffset="-32054.551">22369 1245,'-33'22,"0"1,2 1,1 2,0 1,2 1,2 1,0 2,2 0,1 2,2 0,1 3,7-16,1 0,2 1,0 1,1 0,1 0,1 0,0 1,2 0,1 1,1-1,1 1,1 9,2-28,-1 0,1 0,0 0,1 0,-1 0,1 0,0 0,0 0,0-1,1 1,0-1,0 0,0 0,0 0,0 0,1 0,0-1,0 1,0-1,0 0,0-1,1 1,-1-1,1 1,0-1,-1-1,1 1,0-1,0 1,0-2,0 1,1 0,-1-1,0 0,0 0,5-1,9-4,-1-1,1-1,-1 0,-1-1,1-1,-2-1,1 0,-1-1,-1-1,0 0,0-1,-1-1,-1 0,7-11,11-8,-2-1,-1-2,-2-1,-1-1,-2-1,-2-1,-1-1,-3 0,-1-2,-2 0,-2-1,-2 0,-1 0,-3-1,0-23,-21-41,13 104,1 1,0 0,-1 1,0-1,0 0,0 0,0 1,-1-1,1 1,-1 0,0 0,0 0,0 0,-1 0,1 1,0-1,-1 1,0 0,1 0,-1 0,0 1,0-1,0 1,-2 0,0 0,-1 1,0 0,0 0,1 1,-1-1,0 2,1-1,-1 1,1 0,0 0,0 1,-1-1,1 2,1-1,-1 0,0 1,1 0,-1 2,-8 6,0 0,1 1,0 1,1 1,1-1,-1 3,-2 6,1 0,1 1,1 1,1-1,2 2,0-1,2 1,0 0,2 1,1-1,1 1,2-1,0 1,2 0,1-1,0 1,3-1,0 0,1-1,2 1,0-1,9 15,9 8,2-1,2-2,1 0,29 27,-25-29,-11-10,-8-9</inkml:trace>
  <inkml:trace contextRef="#ctx0" brushRef="#br1" timeOffset="-31605.231">22834 1642,'-42'448,"80"-607,-11 60,5 1,31-63,-58 150,-2 3,0 1,0-1,1 1,0-1,0 1,1 0,0 0,0 1,0 0,1 0,0 0,4-2,-9 8,1 0,-1 1,1-1,0 0,-1 1,1 0,-1-1,1 1,-1 0,1-1,-1 1,0 0,1 0,-1 0,0 0,0 1,0-1,1 0,-1 0,-1 1,1-1,0 0,0 1,0-1,-1 1,1-1,-1 1,1 0,-1-1,0 1,1-1,-1 1,0 0,0-1,0 1,0 0,-1-1,1 1,0-1,0 3,22 236,-5-85,32 127,-45-261</inkml:trace>
  <inkml:trace contextRef="#ctx0" brushRef="#br1" timeOffset="-31434.687">22792 1861,'3'6,"11"6,26 0,32-2,33-5,26-6,-9-2</inkml:trace>
  <inkml:trace contextRef="#ctx0" brushRef="#br1" timeOffset="-30630.489">22451 3130,'-16'5,"1"1,0 0,1 1,-1 0,1 1,1 1,-1 0,1 1,1 0,0 1,1 0,0 1,0 1,1 0,-3 6,-14 15,2 2,2 1,1 1,2 0,1 2,2 0,2 1,2 0,2 2,-6 42,22 6,-4-89,0 1,0 0,0-1,1 1,-1-1,0 1,1-1,0 0,-1 0,1 0,0 0,0 0,0 0,0 0,1 0,-1-1,0 1,1-1,-1 0,1 0,-1 0,1 0,0 0,-1 0,1-1,0 0,0 1,0-1,-1 0,2 0,10-2,-1-1,1 0,-1-1,0-1,0 0,0 0,-1-1,0-1,0 0,-1-1,1 0,8-9,12-10,0-1,-2-1,-1-2,-2-1,-1-1,-1-1,-2-1,-1-2,-3 0,0-1,-3-1,-1 0,-2-1,-1-1,-3 0,-1 0,-2-1,-2 0,-1-23,-15-52,10 111,1 0,-1 0,0 0,0 0,-1 0,0 1,0-1,0 1,0 0,-1 0,0 0,0 0,0 1,-1-1,0 1,0 0,-1 0,3 2,0 1,0 0,-1-1,1 1,0 1,0-1,-1 0,1 1,0 0,-1 0,1 0,0 0,-1 0,1 1,0-1,-1 1,1 0,0 0,0 0,0 0,0 1,0-1,0 1,0 0,0 0,-1 1,-60 70,51-46,0 2,2-1,1 2,2-1,1 1,1 1,1-1,2 1,1-1,2 1,1 0,1 0,1 0,2-1,8 26,9 30,5-1,35 76,-41-110,-10-22,-2 0,0 1,-2 0,-1 0,-1 1,-2-1,-1 1,-2-4</inkml:trace>
  <inkml:trace contextRef="#ctx0" brushRef="#br1" timeOffset="-30367.556">22888 3540,'-4'14,"-3"14,-1 13,0 12,2 9,1 4,3 2,2 0,3-2,0-6,-3-8,-3-10,-2-13</inkml:trace>
  <inkml:trace contextRef="#ctx0" brushRef="#br1" timeOffset="-30082.32">22861 3554,'14'6,"0"1,0 0,-1 1,0 1,0 0,-1 1,6 7,-3-5,16 13,-1 0,-2 2,-1 1,-1 1,-1 2,-1 0,-2 1,-2 2,5 11,-21-38,-1 0,0 0,0 1,0 0,-1-1,0 1,0 0,-1 0,0 0,-1 0,0 0,0 1,-1-1,0 0,0 0,-1 0,0-1,0 1,-1 0,0-1,0 1,0-1,-1 0,-1 0,1 0,-1-1,0 0,0 0,-3 2,-12 7,-1 0,0-1,-2-1,1-2,-1 0,-1-1,0-1,-1-1,1-2,-1 0,0-2,-15 1,20-2,0-1,-1-1,1-1,0-1,-1 0,1-2,-17-4,1-5</inkml:trace>
  <inkml:trace contextRef="#ctx0" brushRef="#br1" timeOffset="-28536.876">23229 221,'-45'-29,"-1"1,-1 3,-1 1,-1 3,-1 2,-1 2,-1 2,0 2,-1 3,0 2,0 3,-1 1,0 4,1 1,-1 3,1 2,0 2,-43 14,27-3,0 3,1 2,1 4,2 3,1 3,1 2,2 3,-7 9,27-13,2 2,1 1,2 3,1 0,3 2,1 2,-3 8,-43 86,-46 116,77-159,4 3,5 1,4 1,5 2,4 2,0 34,12 40,8 0,8 0,8 1,5 47,10 0,35 123,-36-239,5-1,5-2,4-1,5-2,5-3,11 12,57 77,120 149,-200-291,2-1,3-3,1-1,2-2,1-3,3-1,1-3,1-2,2-2,2-3,0-2,47 14,-48-22,1-3,1-3,0-1,1-4,0-2,0-2,0-3,0-2,0-3,0-3,45-12,-24-2,0-3,-2-4,-1-3,-2-4,-1-3,-2-2,7-11,-7-4,-2-4,-3-2,-2-4,-4-2,-2-2,-4-3,-3-3,-3-1,36-83,-53 105,-3-2,-3 0,-2-2,-3 0,-3-2,4-26,-7-34,-6 0,-5 0,-7-41,2 75,11-407,-1 395,-4 0,-4-1,-5 1,-13-74,-28-31,-36-85,50 179,17 60,-4-31,-4 1,-4 0,-3 2,-3 2,-4 1,-3 1,-3 2,-6-1,-49-39,-85-73,151 153,3 2,-2 0,-1 2,-1 2,-1 1,-1 1,-1 2,-1 2,-14-5,30 19,0 1,-1 1,0 1,0 1,0 0,0 2,0 1,0 1,0 0,1 2,-1 1,1 0,0 1,0 2,1 0,0 1,0 1,1 1,-16 12,-63 40,8 2</inkml:trace>
  <inkml:trace contextRef="#ctx0" brushRef="#br1" timeOffset="-27906.569">20962 2720,'284'17,"448"-9,223-44,617-72,-1492 100,-95-1,-35-7,26 7</inkml:trace>
  <inkml:trace contextRef="#ctx0" brushRef="#br1" timeOffset="-25671.197">23899 372,'-10'2,"0"1,1 1,-1-1,1 1,-1 1,1 0,1 0,-6 4,3-2,-108 77,4 5,-76 76,160-137,-605 571,-26 85,351-356,282-299,12-13</inkml:trace>
  <inkml:trace contextRef="#ctx0" brushRef="#br1" timeOffset="-25095.643">21495 195,'571'571,"-156"-182,17-19,228 137,-491-389,-115-80,9 5,-1 3,-3 2,-1 4,-54-48,1 0,-1 0,1 0,-1 0,0 1,0 0,-1 0,1 0,-1 0,0 1,-1-1,2 3,-8 4,-8-9</inkml:trace>
  <inkml:trace contextRef="#ctx0" brushRef="#br1" timeOffset="-20552.789">24145 3499,'-39'-8,"42"6,61 4,885 7,-677-10,-139-4,-133 5,-1 0,1-1,0 1,0 0,0 0,0 0,-1 0,1 0,0 0,0 0,0 0,0 0,0 0,-1-1,1 1,0 0,0 0,0 0,0 0,0 0,0 0,0-1,0 1,-1 0,1 0,0 0,0 0,0-1,0 1,0 0,0 0,0 0,0 0,0-1,0 1,0 0,0 0,0 0,0-1,-19-1,9 1</inkml:trace>
  <inkml:trace contextRef="#ctx0" brushRef="#br1" timeOffset="-20218.662">25333 3185,'37'24,"1"-2,0-2,2-1,0-2,33 9,-27-10,-1 1,-1 3,0 2,9 8,-47-27,0 0,0 1,0 0,0 1,-1-1,1 1,-1 0,-1 0,1 1,-1-1,0 1,0 0,0 0,-1 1,0-1,0 1,-1-1,0 1,0 0,0 0,-1 0,0 0,0 5,-4 0,-1 0,0 1,-1-1,0-1,-1 1,0-1,-1 0,0 0,-1-1,0 0,0-1,-1 1,0-2,-1 1,-9 5,-238 188,222-170</inkml:trace>
  <inkml:trace contextRef="#ctx0" brushRef="#br2" timeOffset="-96135.512">6023 2407,'30'57,"-2"1,-3 1,-2 2,-4 0,11 56,14 123,-11 2,-11 1,-10 1,-13 70,2-1,37 900,60-329,-94-739,-9-112</inkml:trace>
  <inkml:trace contextRef="#ctx0" brushRef="#br2" timeOffset="-93053.512">6132 2393,'-71'1,"229"17,106-3,395-21,-357-3,695 16,415-18,177-85,-1362 81,1652-80,-1758 92,1031-52,-911 43,-84-9,47 14,25 9,-220-2,-5-1,1 1,0-1,-1 1,1 0,0 0,0 0,-1 1,1-1,0 1,-1 0,1 1,-1-1,0 1,1 0,-1 0,0 0,0 1,0-1,0 1,0 0,-1 0,1 0,-1 1,0-1,0 1,0 0,-1 0,10 112,-12-89,-6 200,-19 89,-3 34,24 32,21 68,0 11,-29 346,-1-158,16-468,9 0,7-1,8-1,9 6,-23-85,21-22,-23 3,-11-79,-1 0,0 0,1 0,-1-1,0 1,0 0,0-1,0 1,0-1,-1 1,1-1,0 0,-1 1,1-1,-1 0,1 0,-1 0,1 0,-1 0,0 0,0-1,1 1,-1-1,0 1,0-1,0 1,0-1,0 0,0 0,1 0,-1 0,0 0,0-1,0 1,0 0,0-1,1 1,-1-1,-7 1,-616-3,-3942 3,3718 29,150-9,159 33,341-43,-88-10,101-2,-157 4,85 45,213-42,0-2,0-1,-31-5,-7 2,72 1,-22 0,1 0,0-2,0-2,1 0,-13-5,-117-29,156 36,0 0,0 0,1 0,-1-1,0 1,1-1,0-1,0 1,0 0,0-1,0 0,0 0,1 0,0 0,-2-4,-20-21,22 24,0-1,0 1,1 0,0-1,0 0,0 1,0-1,1 0,0 0,0 0,1 0,-1 0,1 0,1 0,-1 0,1 0,0 0,0-10,29-267,-19 186</inkml:trace>
  <inkml:trace contextRef="#ctx0" brushRef="#br2" timeOffset="-92035.237">6938 3772,'0'135,"8"-156,-7 14,-1 1,0-1,0 1,-1-1,0 1,0 0,0-1,-1 1,1 0,-2 0,1 0,-1 0,0 0,0 1,0-1,-1 1,0 0,0 0,0 0,-1 0,1 1,-1 0,0 0,-1 0,1 1,-1-1,1 1,-1 1,0-1,0 1,0 0,0 0,-1 1,1 0,0 0,-1 0,1 1,-1 0,1 0,0 0,-1 1,1 0,-1 1,1-1,-5 3,-1 1,0 2,1-1,-1 1,1 1,0 0,1 1,0 0,1 0,0 1,0 0,1 1,0 0,1 0,0 1,1 0,0 0,1 0,0 1,1 0,1 0,0 0,0 0,0 12,3-16,0 0,0 0,1-1,0 1,1 0,0-1,0 1,1-1,0 0,0 0,1 0,0 0,1 0,-1-1,1 0,1 0,-1 0,1-1,1 0,-1 0,1 0,0-1,0 0,0 0,1-1,7 4,9 2,1-1,0-1,0-1,0-2,1 0,-1-1,1-2,0-1,0-1,0-1,0-1,0-1,0-2,-1 0,0-2,0 0,18-10,48-35,-65 29</inkml:trace>
  <inkml:trace contextRef="#ctx0" brushRef="#br2" timeOffset="-90975.539">7334 3786,'0'-12,"0"-5,0 1,0 9,0 17,0 18,0 19,0 12,0 11,0 5,0-2,-2-3,-1-9,-1-10,2-12,0-12</inkml:trace>
  <inkml:trace contextRef="#ctx0" brushRef="#br2" timeOffset="-90548.682">7716 3704,'-37'50,"-17"24,-4-3,-2-2,-8 2,20-25,48-46,0 0,0 0,1 0,-1 0,0 0,0 0,0 0,1 0,-1 0,0 0,0 0,0 1,1-1,-1 0,0 0,0 0,0 0,0 0,0 1,1-1,-1 0,0 0,0 0,0 1,0-1,0 0,0 0,0 0,0 1,0-1,0 0,0 0,0 1,0-1,0 0,0 0,0 0,0 1,0-1,0 0,0 0,0 0,0 1,0-1,0 0,0 0,0 0,-1 1,1-1,0 0,0 0,0 0,0 0,0 1,-1-1,1 0,0 0,0 0,0 0,-1 0,1 0,22-5,-17 3,4 0,0 1,0 0,0 0,0 1,0 0,0 0,0 1,0 1,0-1,0 2,-1-1,1 1,-1 0,0 1,1 0,0 1,9 4,0-1,1 0,0-1,1-1,-1-1,1-1,0-1,1 0,-1-2,0 0,14-2,69-24,-60 8</inkml:trace>
  <inkml:trace contextRef="#ctx0" brushRef="#br2" timeOffset="-90098.842">8222 3690,'-150'424,"137"-399,9-16,5-14,99-254,2-54,-92 288,-1 21,-7 25,-2-17,6 65,3 0,3-1,3 0,2-2,4 1,2-2,4-1,2-1,3-2,21 29,-38-68</inkml:trace>
  <inkml:trace contextRef="#ctx0" brushRef="#br2" timeOffset="-89836.543">8044 3963,'31'7,"27"3,26-4,19-4,13-6,5-1,-17 0</inkml:trace>
  <inkml:trace contextRef="#ctx0" brushRef="#br2" timeOffset="-89121.653">6951 5807,'58'-54,"-57"53,0 0,0-1,0 1,0-1,0 1,0-1,0 1,0-1,-1 1,1-1,-1 0,1 1,-1-1,1 0,-1 0,0 1,0-1,0 0,0 0,0 1,-1-1,1 0,0 0,-1 1,1-1,-1 0,0 1,1-1,-1 1,0-1,0 1,0-1,0 1,0 0,0-1,-1 1,1 0,0 0,-1 0,1 0,-1 0,1 0,-4-2,0 1,0 0,0 0,0 1,0-1,-1 1,1 0,0 0,-1 1,1 0,0 0,-1 0,1 0,-1 1,1 0,0 0,0 1,-1-1,1 1,0 0,0 0,-2 2,-4 2,1 0,1 0,-1 1,1 0,0 1,1 0,0 0,0 1,1 0,-1 1,-3 8,1-1,1 2,1-1,0 1,2 0,0 1,1-1,1 1,1 0,0 0,2 1,0 9,1-22,0 0,0 0,1 0,0 0,0 0,1 0,0-1,0 1,1 0,0-1,0 0,1 0,0 0,0 0,0-1,1 1,0-1,0 0,1 0,0-1,0 0,0 0,1 0,-1-1,1 0,0 0,1-1,11 2,0-1,0 0,0-2,1-1,-1 0,1-1,-1-1,0-1,1-1,-1 0,0-2,0 0,-1-1,0-1,0 0,0-2,-1 0,0-1,-1 0,6-6,79-78,-65 49</inkml:trace>
  <inkml:trace contextRef="#ctx0" brushRef="#br2" timeOffset="-88867.818">7389 5643,'0'-5,"0"9,0 14,0 16,0 18,0 15,0 12,0 6,0-1,0-7,2-11,4-12,4-16,6-16,0-12</inkml:trace>
  <inkml:trace contextRef="#ctx0" brushRef="#br2" timeOffset="-88604.52">7812 5588,'-18'51,"-2"-1,-2-2,-3 0,-22 32,33-56,-1 0,-1-2,0 0,-2-1,-1 0,0-1,-8 4,-20-1,47-24,-1 1,0-1,1 0,-1 0,1 0,-1 0,1 0,0 1,-1-1,1 0,0 0,-1 0,1 0,0 0,0 0,0 0,0 0,0 0,0 0,0 0,1 0,-1 0,0 0,0 0,1 0,-1 0,0 0,1 0,-1 1,1-1,0 0,-1 0,1 0,-1 1,1-1,0 0,0 1,-1-1,1 1,0-1,0 1,0-1,0 1,0-1,3-3,1 1,0-1,-1 1,1 0,1 0,-1 1,0-1,1 1,-1 0,1 1,-1-1,1 1,0 0,0 1,-1-1,1 1,0 0,0 1,0-1,-1 1,1 0,4 2,120 55,-120-52,6 2,173 86,-173-88,0-1,1 0,-1-1,1 0,0-2,-1 0,1-1,0-1,0 0,0-1,5-1,19-8</inkml:trace>
  <inkml:trace contextRef="#ctx0" brushRef="#br2" timeOffset="-88005.13">8372 5643,'-16'130,"-6"0,-15 41,28-141,9-30,0-1,-1 1,1 0,0-1,0 1,0 0,0-1,0 1,0 0,-1 0,1-1,0 1,0 0,0 0,-1 0,1-1,0 1,0 0,-1 0,1 0,0-1,0 1,-1 0,1 0,0 0,-1 0,1 0,0 0,0 0,-1 0,1 0,0 0,-1 0,1 0,0 0,-1 0,1 0,0 0,0 0,-1 0,1 0,0 0,-1 1,1-1,-3-211,3 157,10-151,-10 202,0-1,1 0,-1 0,1 0,0 0,0 1,0-1,0 0,1 1,-1-1,1 1,0 0,0-1,0 1,0 0,1 0,-1 0,1 0,0 1,0-1,0 1,0 0,0 0,1 0,-1 0,1 0,-1 1,1-1,-1 1,1 0,0 0,0 0,-1 1,1 0,0-1,0 1,0 1,0-1,8 3,0 0,-1 1,0 1,0 0,0 0,-1 1,0 0,0 1,0 0,-1 1,0 0,0 0,-1 1,0 0,3 4,-9-9,0 0,0-1,0 1,-1 0,1 0,-1 0,0 0,0 0,0 0,0 0,-1 1,0-1,0 0,0 0,0 1,-1-1,1 0,-1 0,0 0,-1 0,1 0,-1 0,1 0,-1 0,0-1,-3 4,-75 80,-3-24,84-62,-1 0,1 0,0-1,-1 1,1 0,0-1,0 1,0-1,0 1,0-1,0 1,0-1,0 0,0 0,-1 1,1-1,0 0,1 0,-1 0,0 0,0 0,0 0,0 0,0 0,0-1,0 1,0 0,-1-1,1 1,0 0,0-1,0 1,0-1,0 1,0-1,0 0,3 0,17-2,0 0,1 1,0 2,-1 0,1 1,1 1,-16-1,0 0,0 1,0-1,0 2,-1-1,1 1,-1 0,1 0,-1 1,0-1,0 2,0-1,-1 0,0 1,0 0,0 1,0-1,-1 1,0 0,2 2,-3 0,1-1,-1 1,-1 0,1 0,-1 0,-1 1,1-1,-1 0,-1 1,0-1,0 0,0 1,-1-1,-1 0,1 1,-1-1,0 0,-1 0,0 0,-1-1,1 1,-1-1,-1 0,1 0,-1 0,-1 0,1-1,-1 0,0 0,-1 0,-9 9,0 0,-1-1,0-1,-1-1,-1 0,0-1,-1-2,0 0,0 0,0-2,-1-1,-17 3,-10 0</inkml:trace>
  <inkml:trace contextRef="#ctx0" brushRef="#br2" timeOffset="-87255.136">9424 6094,'-33'29,"2"1,2 2,0 1,3 1,0 1,3 1,0 2,3 0,1 1,-12 38,11 12,19-87,1 1,0 0,0-1,0 1,0 0,0-1,0 1,1-1,-1 1,1-1,0 1,0-1,0 1,0-1,0 1,0-1,1 0,-1 0,1 0,-1 0,1 0,0 0,0 0,0 0,0-1,0 1,1-1,-1 1,0-1,1 0,1 1,4-2,0 0,0 0,-1-1,1 0,0 0,-1-1,1 0,-1 0,1-1,-1 1,0-2,0 1,0-1,-1 0,1-1,-1 1,0-1,-1-1,3-2,20-16,-1-1,-1-1,-1-2,-2-1,0 0,-3-2,0 0,-2-1,-1-1,-2-1,-1 0,-2-1,-1 0,-2-1,2-22,-7 43,-2 1,0-1,0 0,-2 0,0 0,0 0,-2 0,0 0,0 0,-2 1,1-1,-2 1,0 0,-1 0,0 1,-5-7,9 17,-1 0,0 0,0 0,0 0,0 1,0 0,0-1,-1 1,1 0,-1 1,0-1,1 1,-1-1,0 1,0 0,0 1,0-1,0 1,0-1,0 1,0 0,0 1,0-1,0 1,0 0,0 0,1 0,-1 0,0 1,0-1,1 1,-1 0,1 0,0 0,-1 1,1-1,0 1,-2 2,-5 5,0 1,0 0,1 0,0 1,1 0,1 1,0-1,0 1,2 1,-1-1,2 1,-3 13,0 4,1 1,2-1,1 1,1 0,2 13,5-6,1-2,2 1,1-1,2 0,2-1,1 0,2-1,1-1,2 0,1-1,2-2,0 0,3-1,6 5,-10-11</inkml:trace>
  <inkml:trace contextRef="#ctx0" brushRef="#br2" timeOffset="-86294.954">9970 6408,'-25'43,"3"1,1 1,3 1,-11 39,14-31,126-353,-44 150,-67 148,0 0,0 0,0 0,1 0,-1 0,0 0,0 0,0 0,1 0,-1 1,0-1,1 0,-1 0,1 0,-1 0,1 0,0 1,-1-1,1 0,0 1,-1-1,1 0,0 1,0-1,0 1,0-1,-1 1,1-1,0 1,0 0,0-1,0 1,0 0,0 0,0 0,0 0,0 0,0 0,0 0,0 0,0 0,0 0,0 0,0 1,0-1,0 0,0 1,-1-1,1 1,0-1,0 1,0-1,0 1,-1 0,1-1,0 1,-1 0,1 0,11 121,-9-56,-3-27,2 1,1 0,2 0,2-1,2 0,1-1,10 22,-10-40,-1-7</inkml:trace>
  <inkml:trace contextRef="#ctx0" brushRef="#br2" timeOffset="-86039.638">9833 6627,'17'4,"18"2,18-5,16-7,10-7,6-4,0-4,-15 2</inkml:trace>
  <inkml:trace contextRef="#ctx0" brushRef="#br2" timeOffset="-85537.477">10939 6080,'-16'9,"1"1,1 1,-1 0,2 1,0 1,0 0,1 0,1 2,0-1,1 1,0 1,2 0,0 0,-3 10,-4 5,2 1,1 0,1 1,2 1,1-1,-3 35,10-65,0-1,1 1,-1 0,0 0,1-1,0 1,0 0,0 0,0-1,0 1,0 0,1 0,-1-1,1 1,0 0,0-1,0 1,0-1,0 1,1-1,-1 1,1-1,-1 0,1 0,0 0,0 0,0 0,0 0,0 0,0-1,1 1,-1-1,1 1,1 0,2-3,-1 0,0 0,1 0,-1 0,0-1,0 0,0 0,0-1,0 1,-1-1,1 0,-1 0,1-1,0-1,21-17,-2-1,-1-1,-1-1,-1-2,-1 0,-2 0,0-2,-2-1,-1 0,-2 0,3-11,-3 2,-1 0,-3-1,-1 0,-1 0,-3 0,-1-1,-2 0,-2-10,1 39,-1 1,1-1,-2 1,0-1,0 1,-1 0,0 0,-1 0,0 0,-1 1,0-1,-1 1,0 1,0-1,-1 1,5 7,0 0,0 0,0 1,0-1,0 1,0-1,0 1,0 0,-1 0,1 0,0 0,-1 0,1 0,-1 1,1-1,-1 1,1 0,-1 0,1 0,-1 0,1 0,-1 0,1 1,-1-1,1 1,-1 0,1 0,0 0,-1 0,1 0,0 0,-2 2,-3 2,1 0,0 0,0 1,0-1,1 1,-1 1,1-1,1 1,-4 7,-4 12,0 1,2 1,2 0,0 0,2 0,1 1,1 0,2 0,1 0,1 0,1 1,5 26,2-18,2 1,2-1,1-1,2 0,2-1,1 0,1-2,2 0,2-2,1 0,1-1,2-2,21 19,-21-20,-8-8</inkml:trace>
  <inkml:trace contextRef="#ctx0" brushRef="#br2" timeOffset="-85004.886">11349 6394,'-7'50,"-1"-1,-3 0,-2 0,-3 4,5-27,11-26,0 0,0-1,0 1,-1 0,1 0,0-1,0 1,0 0,0-1,0 1,0 0,-1 0,1-1,0 1,0 0,0 0,-1-1,1 1,0 0,0 0,-1 0,1-1,0 1,-1 0,1 0,0 0,-1 0,1 0,0 0,0 0,-1-1,1 1,0 0,-1 0,1 0,0 0,-1 0,1 1,0-1,-1 0,1 0,0 0,-1 0,1 0,0 0,0 0,-1 1,1-1,0 0,0 0,-1 0,1 1,0-1,-1-27,2 0,1 0,1 0,1 0,1 0,2-3,-6 27,3-17,0 0,1 1,1-1,1 1,1 0,0 1,1 0,6-8,-12 24,-1-1,1 1,-1 0,1-1,0 1,-1 0,1 1,0-1,1 0,-1 1,0 0,0 0,0 0,1 0,-1 0,1 1,-1-1,1 1,-1 0,0 0,1 0,-1 0,1 1,-1 0,0-1,1 1,-1 1,3 0,86 49,-89-49,0 0,0 0,-1 0,1 1,0-1,-1 1,0-1,1 1,-1 0,0 0,0 0,-1 0,1 0,-1 0,1 1,-1-1,0 0,0 1,-1-1,1 1,-1-1,0 1,1-1,-2 1,1-1,0 1,-1-1,1 1,-1-1,0 1,0-1,-1 0,1 1,-1-1,0 1,-68 65,23-30,47-38,1 0,-1 0,1 0,0-1,-1 1,1 0,0 0,-1-1,1 1,0-1,0 1,0-1,-1 1,1-1,0 1,0-1,0 0,0 0,0 1,0-1,0 0,0 0,0 0,0 0,0 0,0 0,-1 0,1 0,0 0,0-1,0 1,0 0,0-1,0 1,0 0,0-1,-1 1,1-1,0 0,0 0,4 1,24-4,-11 1,0 0,1 0,-1 2,1 1,0 0,-1 1,1 1,-1 1,1 0,-1 1,17 7,-32-9,0-1,-1 1,1-1,0 1,-1 0,0 0,1 0,-1 1,0-1,0 0,0 1,-1-1,1 1,0 0,-1 0,0-1,0 1,0 0,0 0,0 0,0 0,-1 0,1 0,-1 0,0 1,0-1,0 0,-1 0,1 0,-1 0,1 0,-1 0,0 0,0 0,0 0,-1 0,1-1,-1 1,0 0,1-1,-1 1,-1 0,-9 10,0-1,-1 0,-1-1,0 0,0-1,-1-1,-1 0,1-1,-1 0,0-2,-16 5,-14 0,10-6</inkml:trace>
  <inkml:trace contextRef="#ctx0" brushRef="#br2" timeOffset="-84465.777">12346 5971,'-20'32,"2"0,1 2,1 0,2 1,2 0,1 1,2 0,1 1,2-1,1 2,2 11,8 21,-5-68,1 1,-1-1,1-1,0 1,0 0,0 0,0 0,0 0,0 0,0-1,1 1,-1-1,0 1,1-1,-1 1,1-1,0 0,0 0,-1 1,1-2,0 1,0 0,0 0,0 0,0-1,0 1,0-1,0 0,0 1,0-1,2 0,6-2,0 0,-1 0,1-1,0-1,-1 0,1 0,-1 0,0-1,-1-1,1 1,-1-2,0 1,6-8,7-3,-1-1,-1-1,0-1,-2-1,0-1,-2 0,0-1,-2 0,0-1,-2-1,0 0,-2 0,-1-1,-1 0,-1-1,-1 1,-1-1,-2 0,-1 0,-1 0,-1 0,-1 0,-2 0,0 0,-2 1,-1-1,3 15,-1 1,1 1,-2-1,0 1,0 0,0 0,-1 1,-1-1,-7-6,12 13,-1 0,1 0,-1 0,0 1,1-1,-1 1,0 0,-1 0,1 0,0 1,0-1,-1 1,1 0,-1 1,1-1,-1 1,1 0,-1 0,1 0,-1 0,1 1,-1 0,1 0,0 0,-1 0,1 1,0 0,-4 2,1 0,-1 1,1 0,0 0,1 0,-1 1,1 0,0 1,1-1,-1 1,1 0,1 0,-1 1,1 0,1-1,-3 9,-3 8,1 1,1 0,2 0,0 1,2 1,-1-1,1 1,1 0,1 0,2 0,1 0,1 0,1 0,1 0,2-1,0 0,2-1,1 1,1-2,1 1,1-2,1 0,1 0,1-1,1-1,0-1,14 11,-16-18,2-1,-1 0,1-1,1-1,0 0,1-2,-1 0,2-1,-1-1,4 1,18 0</inkml:trace>
  <inkml:trace contextRef="#ctx0" brushRef="#br2" timeOffset="-84167.576">13015 6435,'-3'-6,"0"0,0 0,-1 1,1-1,-1 1,-1 0,1 0,-1 1,1-1,-1 1,-1 0,1 0,-1 1,1-1,-1 1,0 1,0-1,0 1,0 0,-1 0,1 1,0 0,-1 0,1 0,-1 1,0 0,1 0,-1 1,1 0,-1 0,1 0,0 1,-1 0,1 0,0 0,0 1,1 0,-1 0,0 1,1 0,0 0,-3 3,3-4,0 0,1 1,0 0,0-1,0 2,0-1,1 0,-1 1,1 0,0 0,1 0,-1 0,1 0,0 0,0 0,1 1,-1-1,1 1,0 0,1-1,-1 1,1 0,0-1,1 1,0-1,-1 1,2 0,-1-1,1 1,-1-1,1 0,1 0,-1 0,1 0,0 0,0 0,1-1,-1 1,4 2,8 3,1-1,0 0,1-2,-1 0,2 0,-1-2,0 0,1-1,0-1,0 0,0-2,0 0,1-1,-1 0,8-3,16 1,0-2,-1-2,1-2,-1-1,-1-2,0-2,30-15,-7-2</inkml:trace>
  <inkml:trace contextRef="#ctx0" brushRef="#br2" timeOffset="-83618.887">13629 5903,'-7'3,"0"1,0 0,0 0,0 1,1-1,0 1,0 1,0-1,1 1,-4 4,4-4,-10 10,2 0,0 0,1 1,0 0,1 1,2 1,0 0,0 0,2 1,0-1,2 1,0 1,1-1,1 1,0 10,3-24,1 1,-1-1,1 0,0 0,1 0,-1 0,2 0,-1 0,1 0,0 0,0-1,0 0,1 0,0 0,1 0,-1 0,1-1,0 0,0 0,1 0,0 0,0-1,0 0,0 0,0-1,1 0,-1 0,1 0,0-1,0 0,0-1,5 1,0 0,0-1,0 0,0-1,0-1,0 0,0 0,0-2,0 1,-1-1,1-1,-1 0,0-1,0 0,0 0,-1-1,1-1,-2 0,1 0,-1-1,2-1,4-6,-1 0,0 0,-1-1,0-1,-2 0,0-1,-1 0,0-1,-2 0,0 0,1-9,1-7,-3 0,0-1,-3 1,0-1,-3 0,-1 0,-1 0,-3 0,0 0,-9-31,10 55,-1 1,0-1,-1 1,0 0,0 0,-1 1,0-1,-1 1,-8-8,12 14,0 1,-1 0,1 0,-1 0,0 0,0 0,0 1,0 0,0-1,0 2,-1-1,1 0,-1 1,1 0,-1 0,0 0,1 1,-1 0,0-1,0 2,1-1,-1 0,0 1,1 0,-1 0,-1 1,-2 1,0 0,1 0,0 1,0 0,0 0,0 1,1 0,-1 0,1 1,1-1,-1 1,1 0,0 1,0-1,1 1,0 0,0 0,0 1,1-1,-2 8,0 1,1 1,0 0,1 0,1 0,1 0,0 0,2 0,-1 0,3 10,6 14,1-1,2 1,2-2,2 0,1-1,2 0,2-2,1 0,1-1,3-2,0 0,2-2,1-1,2-1,1-2,1-1,1-1,34 17,-7-14,-41-25</inkml:trace>
  <inkml:trace contextRef="#ctx0" brushRef="#br2" timeOffset="-83175.168">14381 6176,'-35'275,"35"-174,0-101,1-1,-1 1,0-1,0 1,1 0,-1-1,0 1,0 0,1-1,-1 1,0 0,1 0,-1-1,0 1,1 0,-1 0,1-1,-1 1,0 0,1 0,-1 0,1 0,-1 0,0 0,1 0,-1 0,1 0,-1 0,1 0,-1 0,0 0,1 0,-1 0,1 0,-1 0,1 0,-1 1,0-1,1 0,-1 0,0 1,1-1,-1 0,0 0,1 1,-1-1,0 0,1 1,-1-1,0 0,0 1,0-1,1 1,-1-1,0 0,0 1,0-1,0 1,0-1,0 1,0-1,0 0,0 1,0-1,0 1,0-1,0 1,0-1,0 0,0 1,15-32,-1-19,-4-1,-1-1,-2 1,-3-1,-2 0,-4-36,2 71,0-35,9 76,2-1,1-1,0 0,2 0,1-1,0-1,1-1,1 0,1-1,12 9,-21-18,46 43,85 99,-138-149,1 0,-1 0,-1 1,1-1,0 0,0 1,-1 0,0-1,1 1,-1 0,0 0,0 0,-1 0,1 0,-1 0,1 0,-1 0,0 0,0 0,0 0,0 0,-1 0,1 0,-1-1,0 1,0 0,0 0,0 0,0 0,-1-1,1 1,-2 0,-5 4,0 0,0-1,-1-1,0 1,0-1,0-1,-1 0,0 0,1-1,-5 1,-76 22,-5-4</inkml:trace>
  <inkml:trace contextRef="#ctx0" brushRef="#br2" timeOffset="-82378.759">14148 6967,'69'254,"-57"-202,44 269,-15 2,-1 287,-22-292,17 245,-31-489</inkml:trace>
  <inkml:trace contextRef="#ctx0" brushRef="#br2" timeOffset="-81865.117">12714 7200,'0'14,"3"23,2 28,3 30,3 25,4 21,2 14,0 11,-1 10,0 5,-3 2,-4 0,-3-6,-6-9,-6-16,-5-18,-6-24,1-30</inkml:trace>
  <inkml:trace contextRef="#ctx0" brushRef="#br2" timeOffset="-81374.382">11281 7241,'0'-2,"0"8,0 17,0 26,0 34,2 36,6 35,3 31,5 23,2 13,0 4,-1-5,0-14,-4-17,-4-25,-3-41</inkml:trace>
  <inkml:trace contextRef="#ctx0" brushRef="#br2" timeOffset="-80835.822">9601 7145,'2'21,"1"25,5 31,3 30,2 31,1 30,-2 26,-2 19,-4 15,-5 6,-5-4,-1-41</inkml:trace>
  <inkml:trace contextRef="#ctx0" brushRef="#br2" timeOffset="-78719.972">9724 8401,'-68'33,"47"-29,1-1,-1 0,0-2,0-1,-12-1,-4 0,-333 0,-1172 12,-84 7,1324-15,1 13,-54 21,289-30,97-49,-22-54,-9 74,0 19,4-316,-14 1,-14 0,-34-131,-95-232,140 621,3-1,2 0,4 0,2-44,2 100,0-1,0 1,0-1,1 1,0 0,0-1,0 1,1 0,0 0,0 0,0 0,1 0,-1 0,1 1,0-1,0 1,4-4,-4 8,-1 0,0-1,0 1,0 0,0 1,0-1,0 0,0 0,0 1,0 0,0-1,0 1,0 0,0 0,0 0,0 0,0 0,-1 0,1 1,0-1,-1 0,1 1,-1-1,0 1,1 0,-1 0,0-1,0 1,0 0,0 2,5 2,2 5,1-1,1 0,0 0,0-1,1-1,0 0,0 0,1-1,0 0,0-1,1-1,0 0,0 0,1-1,28 4,0-2,0-2,1-1,-1-2,2-3,-10 2,867 0,-733 16,-146-8,-13-2</inkml:trace>
  <inkml:trace contextRef="#ctx0" brushRef="#br2" timeOffset="-77473.034">1325 4154,'-65'7,"79"-10,326-1,657-23,961-90,-937 97,-934 0,-46 6,-2 6,2 2,-1 2,0 1,1 3,11 1,-49-1,27-2,-30 1,0 0,0 1,0-1,-1 0,1 0,0 1,-1-1,1 0,0 0,-1 1,1-1,-1 1,1-1,-1 0,1 1,-1-1,1 1,-1-1,1 1,-1-1,0 1,1-1,-1 1,0 0,0 0,1-1,-1 1,0 0,0 0,1 0,-1-1,0 1,0 0,1 0,-1 0,0 1,0-1,0 0,-23-8</inkml:trace>
  <inkml:trace contextRef="#ctx0" brushRef="#br2" timeOffset="-76987.252">2636 3854,'0'0,"0"-1,-1 1,1 0,-1 0,1-1,0 1,-1 0,1-1,0 1,-1-1,1 1,0 0,-1-1,1 1,0-1,0 1,0-1,0 1,-1-1,1 1,0-1,0 1,0-1,0 1,0-1,0 1,0-1,0 1,0-1,0 1,1-1,-1 1,0-1,0 1,0-1,1 1,-1 0,0-1,0 1,1-1,-1 1,0 0,1-1,-1 1,1 0,-1-1,0 1,1 0,-1-1,1 1,-1 0,1 0,-1 0,1 0,-1-1,1 1,-1 0,1 0,33 4,14 12,0 2,-1 2,-1 3,-2 1,0 2,24 20,-63-42,1-2,-1 1,0-1,0 1,0 1,0-1,0 1,0 0,-1 0,0 0,0 0,0 1,-1 0,1-1,-1 2,0-1,0 0,-1 0,0 1,0 0,0-1,0 1,-1 0,0 0,0 0,-1 0,0-1,0 5,-5 2,0-1,-1 1,-1-1,0-1,0 1,-1-1,-1 0,1-1,-8 6,-81 76,-4-5,-49 30,95-75,-47 36</inkml:trace>
  <inkml:trace contextRef="#ctx0" brushRef="#br2" timeOffset="-75796.505">9641 8975,'-1'-4,"-6"-9,6 20,29 174,-8 2,-8 12,-6-98,46 723,-45-701</inkml:trace>
  <inkml:trace contextRef="#ctx0" brushRef="#br2" timeOffset="-74857.088">11403 9344,'0'2,"0"6,0 10,3 17,2 18,6 21,3 21,-1 18,-1 15,-1 9,-1 2,-2-4,-3-25</inkml:trace>
  <inkml:trace contextRef="#ctx0" brushRef="#br2" timeOffset="-74168.661">12796 9385,'2'21,"2"16,1 18,3 18,2 18,-1 19,1 16,-2 14,-1 12,-3 8,-2 4,-1-2,-1-8,2-17,1-30</inkml:trace>
  <inkml:trace contextRef="#ctx0" brushRef="#br2" timeOffset="-73438.301">14449 9412,'-3'7,"3"9,2 12,4 12,5 18,4 22,1 21,-3 21,-2 20,-7 14,-5 8,-3-24</inkml:trace>
  <inkml:trace contextRef="#ctx0" brushRef="#br2" timeOffset="-71638.936">9683 8401,'-121'3,"119"-2,0 0,-1 0,1 0,0 1,0-1,1 0,-1 1,0-1,0 1,1 0,-1-1,1 1,-1 0,1 0,0 0,0 0,0 0,0 0,0 1,0-1,0 0,1 0,-1 1,1-1,0 0,0 1,0-1,0 0,0 1,0-1,0 1,18 72,-16-68,1-1,1 1,-1-1,1 0,0 0,1-1,-1 1,1-1,0 0,1 0,-1 0,1-1,0 0,0 0,0 0,1-1,-1 0,1 0,0-1,-1 0,5 1,-8-3,0 0,0-1,0 1,-1-1,1 1,0-1,0 0,-1 0,1-1,0 1,-1 0,1-1,-1 0,0 1,0-1,1 0,-1 0,0 0,-1-1,1 1,0 0,-1-1,1 1,-1-1,0 0,1 1,-1-1,-1 0,2-2,0-3,1 0,-2 0,1-1,-1 1,0-1,-1 1,0-1,0 1,-2-7,1 8,0 1,-1-1,0 1,-1 0,1 0,-1 0,0 0,-1 0,0 1,1-1,-2 1,1 0,0 0,-1 1,0-1,0 1,-1 0,1 1,-1-1,0 1,0 0,0 0,-2 0,6 2,0 1,0 0,0-1,0 1,0 0,0 0,0 0,0 0,0 0,0 0,0 1,0-1,0 1,0-1,0 1,0 0,1 0,-1 0,0 0,0 0,1 0,-1 0,1 1,-1-1,1 1,-1-1,1 1,0-1,0 1,0 0,0-1,0 1,-1 1,-11 66,14-63,-1 0,1 0,0 0,1 0,-1-1,1 1,0 0,1-1,-1 1,1-1,0 0,0 0,1 0,0 0,-1-1,2 0,-1 1,0-1,1-1,0 1,0-1,0 1,0-1,0-1,1 1,-1-1,1 0,0 0,0-1,0 0,-1 0,1 0,0-1,0 1,0-1,0-1,0 1,0-1,0 0,2-1,8-10,-8-2</inkml:trace>
  <inkml:trace contextRef="#ctx0" brushRef="#br2" timeOffset="-69368.426">10051 3813,'-8'3,"0"0,1 1,-1 1,1-1,-1 1,1 0,1 1,-1-1,1 1,0 1,0-1,1 1,0 0,0 0,1 1,0-1,0 1,0 0,1 0,1 0,-1 1,0 5,3-10,0-1,0 0,0 0,0 0,0 0,1 1,0-1,-1 0,1 0,0 0,1 0,-1 0,0 0,1-1,0 1,-1 0,1-1,0 1,0-1,1 0,-1 0,0 0,1 0,0 0,-1 0,1 0,0-1,0 0,0 1,0-1,0 0,0 0,0-1,1 1,111 9,108-43,-118 13,-103 20,0-1,-1 0,1 0,-1 0,1 1,-1-1,1 1,0-1,-1 1,1-1,-1 1,1 0,0 0,-1 0,1 0,0 0,-1 0,1 1,0-1,-1 0,1 1,-1 0,1-1,-1 1,1 0,-1-1,1 1,-1 0,0 0,1 0,-1 0,0 1,0-1,0 0,0 0,0 1,0-1,0 1,0-1,-1 1,1-1,0 1,-1-1,1 1,-1-1,-23 97,8-53,-14 81,5 1,6 1,6 8,11-134,-5 68,-3-1,-3 0,-4-1,-2-1,-11 22,4-30</inkml:trace>
  <inkml:trace contextRef="#ctx0" brushRef="#br2" timeOffset="-69136.022">9656 4769,'16'-5,"26"-6,37-10,36-13,35-13,26-8,13 2,-2 6,-17 13,-27 10,-39 11</inkml:trace>
  <inkml:trace contextRef="#ctx0" brushRef="#br2" timeOffset="-67853.338">11403 3867,'0'0,"0"-1,-1 1,1-1,0 1,-1 0,1-1,-1 1,1 0,-1-1,1 1,-1 0,1-1,-1 1,1 0,-1 0,1 0,-1-1,1 1,-1 0,0 0,1 0,-1 0,1 0,-1 0,1 0,-1 0,0 0,1 0,-1 1,1-1,-1 0,1 0,-1 0,1 1,-1-1,1 0,-1 1,1-1,-1 0,1 1,-1-1,1 1,0-1,-1 1,1-1,0 1,-1-1,1 1,0-1,0 1,-1-1,1 1,0-1,0 1,-29 97,24-70,-64 270,-44 94,53-174,61-191,18-34,-11-1,0 0,0 1,1 0,0 0,0 1,0 0,1 1,0 0,0 1,1-1,-1 2,5-1,65-16,1 5,79-6,-159 22,0-1,1 0,-1 0,0 1,0-1,1 0,-1-1,0 1,1 0,-1 0,0 0,0-1,1 1,-1-1,0 1,0-1,0 1,0-1,0 0,0 1,0-1,0 0,0 0,0 0,0 0,0 0,0 0,-1 0,1 0,0 0,-1 0,1 0,-1-1,1 1,-1 0,0 0,1 0,-1-1,0 1,0 0,0-1,0 0,-13-250,10 201,3 52,0-1,0 0,0 1,0-1,0 0,0 0,0 1,0-1,0 0,0 0,-1 1,1-1,0 0,0 0,0 1,0-1,-1 0,1 0,0 0,0 0,0 1,-1-1,1 0,0 0,0 0,-1 0,1 0,0 0,0 1,-1-1,1 0,0 0,-1 0,1 0,0 0,0 0,-1 0,1 0,0 0,0 0,-1 0,1-1,0 1,0 0,-1 0,1 0,0 0,0 0,-1 0,1-1,0 1,0 0,-1 0,-6 30,1 0,2 1,1-1,1 1,1 5,0-10,-2 566,3-543</inkml:trace>
  <inkml:trace contextRef="#ctx0" brushRef="#br2" timeOffset="-67252.946">12291 4168,'0'-13,"0"0,-1 0,-1 0,0 0,-1 1,-1-1,1 1,-6-10,8 18,-1 1,0-1,0 1,0-1,0 1,-1 0,1 0,-1 0,0 0,0 0,0 1,0-1,0 1,-1 0,1 0,-1 0,1 0,-1 1,0-1,1 1,-1 0,0 0,0 0,0 1,0 0,0-1,0 1,0 1,-4-1,-4 4,-1 0,1 1,-1 0,2 1,-1 0,1 1,-1 0,2 1,-1 0,1 1,1 0,-1 0,2 1,-1 1,1-1,1 1,0 0,1 1,0 0,0 0,1 0,1 1,0-1,1 1,-2 12,3-15,1 1,-1-1,2 1,-1-1,2 1,-1-1,1 1,1-1,1 7,-1-13,-1 0,0 0,1 0,-1-1,1 1,0-1,0 1,1-1,-1 1,1-1,-1 0,1 0,0-1,0 1,1-1,-1 1,0-1,1 0,-1 0,1 0,0-1,0 1,-1-1,1 0,0 0,2 0,9-2,0 0,0 0,0-2,0 0,0 0,-1-2,0 0,1 0,-2-1,1-1,-1-1,0 1,0-2,-1 0,0-1,-1 0,0 0,0-2,0 2,-1 0,0-1,0 0,-2-1,1 0,-1-1,-1 1,0-1,-1-1,0 1,-1-1,-1-2,-5 63,-3 91,4-69,-2-1,-3 0,-4 0,-2-1,-3 0,-10 23,12-58,0-1,-3 0,0 0,-2-2,-1 0,-2-1,0-1,-2 0,-1-2,-20 17,39-37,-1 0,-1-1,1 1,0-1,-1 0,0-1,0 1,0-1,-1 0,1-1,-1 0,1 0,-1 0,0-1,1 0,-6 1,10-4,-1 1,1-1,0 1,0-1,0 0,0 0,0 0,0 0,0 0,1 0,-1 0,1-1,0 1,-1-1,1 1,0-1,1 1,-1-1,0 0,1 1,-1-1,1 0,0 0,0 1,0-1,0 0,0 1,1-1,-1 0,1 1,0-1,0 0,0 1,0-2,14-48,5 1</inkml:trace>
  <inkml:trace contextRef="#ctx0" brushRef="#br2" timeOffset="-66803.633">12673 4100,'6'-13,"1"2,0-1,0 1,1 0,1 0,0 1,0 0,1 1,0 0,1 0,-1 1,2 1,-1 0,1 0,0 1,1 1,-1 0,1 1,0 0,11-2,-20 6,0-1,0 0,0 1,0 0,0 0,0 0,0 1,0-1,0 1,0 0,0 0,-1 1,1-1,0 1,-1-1,1 1,-1 0,1 1,-1-1,0 0,0 1,0 0,0 0,-1 0,1 0,-1 0,0 0,0 1,0-1,0 1,0-1,-1 1,1 3,0 9,-1-1,-1 0,-1 1,0-1,-1 0,-1 0,0 0,-1 0,0 0,-1-1,-1 1,-1-1,0-1,0 1,-2-1,1-1,-3 3,-30 37,42-52,-1 0,1 0,-1 0,1 0,-1 0,1 0,-1 0,1 0,-1 0,1 0,-1 0,1 0,-1 0,0 0,1 1,-1-1,1 0,-1 0,1 0,-1 1,1-1,-1 0,0 1,1-1,-1 0,0 1,1-1,-1 0,0 1,0-1,1 1,-1-1,0 0,0 1,1-1,-1 1,0-1,0 1,0-1,0 1,0-1,0 1,0-1,0 1,0-1,0 1,0-1,0 1,0-1,0 1,-1-1,1 1,0-1,21-5,0 2,1 0,0 1,-1 1,1 2,-1 0,1 1,1 1,-13-1,0 0,0 1,0 0,0 0,-1 1,0 1,1-1,-2 2,1-1,-1 1,1 0,-2 1,1 0,-1 0,0 1,0 0,-1 0,1 3,-2-4,-1 0,-1 1,1 0,-1 0,0 0,-1 0,0 1,0-1,-1 1,0-1,0 1,-1-1,0 1,-1-1,0 1,0-1,-1 1,0-1,0 0,-1 1,-3 6,-2 2,-1-1,0 0,-2 0,1-1,-2 0,0-1,-1-1,0 0,-11 8,10-8,-1-1,0-1,-1-1,-1 0,1-1,-2 0,1-2,-1 0,0-1,0 0,-1-2,0 0,-15 0,-11-6</inkml:trace>
  <inkml:trace contextRef="#ctx0" brushRef="#br2" timeOffset="-65400.845">11785 2666,'-132'482,"126"-476,5-24,-16-347,17 363,2-120,-1 116,0 0,0 0,1 1,0-1,0 0,1 1,-1 0,1-1,0 1,0 0,1 1,0-1,0 0,0 1,0 0,0 0,1 0,0 1,2-2,6-1,0 1,0 0,1 0,0 2,0-1,0 2,0 0,1 1,-1 0,0 1,1 1,-1 0,0 1,0 0,0 1,0 1,0 0,0 1,-1 0,0 1,0 1,-1 0,2 2,-10-7,0 1,0 0,0 1,0-1,0 1,-1-1,0 1,0 0,0 0,0 0,0 1,-1-1,0 1,0-1,0 1,0 0,-1 0,0 0,0 0,0 0,-1 0,1 0,-1 0,-1 0,1 0,-1 0,1 0,-1 0,-1 0,1 0,-1 0,-1 1,-6 7,-1 0,-1 0,0-2,-1 1,0-1,-1-1,0 0,0-1,-1 0,0-1,-1-1,0 0,0-1,0-1,-1 0,-6 0,-137 30,158-35,1 0,-1 0,1 0,-1 0,0 0,1 0,-1 0,1 0,-1 0,1 1,-1-1,1 0,-1 0,1 1,-1-1,1 0,-1 1,1-1,0 0,-1 1,1-1,-1 1,1-1,0 1,0-1,-1 1,1-1,0 1,0-1,-1 1,1-1,0 1,0-1,0 1,0-1,0 1,0-1,0 1,0 0,0-1,0 1,0-1,0 1,0-1,1 1,-1-1,0 1,0-1,0 1,1-1,-1 1,0-1,1 1,23 24,-22-23,180 144,-172-137,-5-4,0 0,0 0,1 0,0 0,-1-1,1 0,1 0,-1-1,0 0,1 0,0 0,0-1,-1 0,2 0,-1 0,0-1,0 0,0-1,0 0,1 0,3-1,61-42,-37 16,-32 26,0 1,0-1,-1 0,1 1,0 0,0 0,0 0,0 0,-1 0,1 1,0-1,0 1,0 0,-1 0,1 0,0 0,-1 0,1 0,-1 1,1-1,-1 1,0 0,0 0,0 0,0 0,0 0,0 0,1 2,15 12,-14-13,1 0,-1 0,0-1,1 1,0-1,0 0,-1 0,1 0,0-1,0 0,1 0,-1 0,0-1,0 1,0-1,0 0,1-1,-1 1,0-1,0 0,0 0,0-1,0 0,0 0,0 0,-1 0,1-1,-1 1,1-1,-1 0,0-1,0 1,-1-1,1 0,2-2,-3 2,0-1,0 1,0 0,-1-1,0 0,1 1,-2-1,1 0,0 0,-1 0,0 0,0-1,-1 1,1 0,-1 0,0 0,-1-1,1 1,-1 0,0 0,0 0,-1 0,1 0,-1 0,0 0,-1 1,1-1,-1 0,0 1,0 0,0 0,0 0,-1 0,0 0,0 1,-3-3,0 1,1 0,-1 1,0-1,0 1,0 1,0-1,-1 1,1 1,-1-1,0 1,0 1,0-1,4 2,1-1,-1 1,1 0,-1 0,0 0,1 1,-1-1,1 1,-1 0,1 0,-1 0,1 0,0 1,0-1,-1 1,1 0,0 0,0 0,1 0,-1 0,0 1,1-1,-1 1,1 0,0 0,0 0,-1 2,1-1,0 1,0-1,1 1,-1-1,1 1,1-1,-1 1,0 0,1-1,0 1,0 0,1 0,-1-1,1 1,0 0,0-1,1 1,-1-1,1 0,2 5,12 18</inkml:trace>
  <inkml:trace contextRef="#ctx0" brushRef="#br2" timeOffset="-65147.998">12687 2980,'4'-19,"3"-10,-1-5,-2 0,0 9,-2 14,-1 17,-3 15,-3 15,-4 12,-2 8,1 4,2 0,2-5,7-6,3-12</inkml:trace>
  <inkml:trace contextRef="#ctx0" brushRef="#br2" timeOffset="-64171.541">13479 2734,'-81'483,"78"-459,3-24,-1 0,1 0,0 0,0 0,0 0,0 0,-1 0,1 0,0 0,0 0,0 0,-1 0,1 0,0 0,0 0,0 0,0 1,-1-1,1 0,0 0,0 0,0 0,0 0,-1 0,1 0,0 1,0-1,0 0,0 0,0 0,0 0,0 1,0-1,0 0,-1 0,1 0,0 1,-6-176,6 128,-3 3,1 0,3 0,2 1,2-1,1 1,2 0,3 0,1 1,11-26,-20 62,0-1,0 1,0 0,1 0,0 0,0 0,0 1,1-1,0 1,0 0,0 0,1 1,-1 0,1 0,0 0,0 1,1-1,-1 2,1-1,-1 1,1 0,0 0,0 0,0 1,0 1,0-1,0 1,0 0,0 0,0 1,0 0,0 0,0 1,5 2,-4 2,0 0,0 0,-1 1,0 1,0-1,-1 1,0 0,0 0,-1 1,0 0,0 0,-1 0,0 0,-1 1,0 0,0-1,-1 1,-1 0,1 0,-2 0,1 1,-2-1,1 0,-1 0,0 0,-1 0,-1 0,1-1,-2 1,1 0,-1-1,0 0,-1 0,0 0,-1-1,0 0,-4 6,-2-5,-1 0,0 0,0-1,0-1,-1 0,0-1,0-1,-1 0,0-1,1 0,-1-1,-1-1,1 0,0-1,0-1,-1 0,-3-2,18 2,0-1,0 1,0 0,0-1,0 1,0 0,0-1,0 1,0 0,0 0,0 0,0 0,0 0,0 0,0 0,0 0,0 1,0-1,0 0,0 1,0-1,0 0,1 1,-1-1,0 1,0 0,0-1,0 1,1 0,-1-1,0 1,1 0,-1 0,0-1,1 1,-1 0,1 0,-1 0,1 0,0 0,-1 0,1 0,0 0,0 0,0 0,0 0,-1 0,1 0,1 0,-1 0,0 0,0 0,0 0,0 0,1 0,-1 0,0 0,1 0,-1 0,1 0,0 0,14 25,1-2,1 0,1 0,1-2,1 0,1-2,3 2,-10-9,1 0,0-1,1 0,0-1,1-1,0-1,1-1,0 0,0-1,1-1,2 0,-16-5,1 0,-1-1,1 0,0 0,-1 0,1-1,-1 0,1 0,-1 0,1-1,-1 0,0 0,0 0,0 0,0-1,0 0,0 0,-1 0,1-1,-1 0,0 1,0-2,-1 1,1 0,-1-1,2-3,2-1,40-37,-45 46,0 0,0 1,0-1,-1 0,1 1,0-1,0 1,-1 0,1-1,0 1,-1 0,1 0,-1 0,1 0,-1 1,1-1,-1 0,0 0,0 1,0-1,0 1,0-1,0 1,0 0,0-1,0 1,-1 0,1-1,-1 1,1 0,-1 0,0 0,1 1,4 10,-2-8,0-1,0 1,0-1,0 0,1 0,0 0,0-1,0 1,0-1,0 0,1 0,0 0,-1-1,1 1,0-1,0-1,0 1,0-1,1 1,-1-2,0 1,1 0,-1-1,0 0,1 0,-1-1,0 1,0-1,1-1,-1 1,0-1,3-1,-2 2,0-1,0-1,0 1,0-1,-1 0,1 0,-1-1,0 0,1 0,-2 0,1 0,-1-1,1 0,-1 0,-1 0,1 0,-1-1,1 1,-2-1,1 0,-1 0,0 0,0 0,0 0,-1-1,0 1,0-3,-1 4,-1 1,1-1,-1 0,0 1,0-1,0 1,-1 0,0-1,1 1,-2 0,1 0,0 0,-1 0,0 0,0 1,0-1,0 1,0 0,-1 0,1 0,-1 0,0 0,0 1,0 0,0 0,-1 0,-2-1,-1 0,0 1,0 0,0 0,0 0,0 1,-1 0,1 1,0 0,-1 0,1 1,0 0,-1 0,1 1,0 0,-1 1,3-1,1 0,-1 0,0 0,1 1,0 0,-1 0,1 0,0 1,1-1,-1 1,1 0,-1 1,1-1,1 1,-1 0,1 0,-1 0,1 0,1 1,-1-1,1 1,0-1,0 1,1 0,-1 0,1 0,1 0,-1 0,1 0,0 0,0 0,1 0,0 0,0 0,0 0,1 0,0-1,0 1,2 3,17 17</inkml:trace>
  <inkml:trace contextRef="#ctx0" brushRef="#br2" timeOffset="-63818.485">14381 2885,'19'-5,"0"1,0 1,1 0,0 2,-1 1,15 1,-28-1,0 0,1 1,-1 0,0 1,0-1,0 1,-1 0,1 0,0 1,-1 0,1 0,-1 0,0 1,0 0,0 0,-1 0,1 0,-1 1,0-1,0 1,-1 0,4 6,-5-6,0 0,-1 1,1-1,-1 1,0-1,0 1,-1 0,0-1,0 1,0 0,-1-1,1 1,-1-1,-1 1,1-1,-1 1,0-1,0 0,-3 5,-60 90,64-99,-89 111,89-112,0 1,0 0,0-1,1 1,-1 0,0-1,1 1,-1 0,0 0,1 0,-1-1,1 1,0 0,-1 0,1 0,-1 0,1 0,0 0,0 0,0 0,0 0,-1 0,1 0,1 0,-1 0,0 0,0 0,0 0,0 0,1 0,-1 0,0 0,1-1,-1 1,1 0,-1 0,1 0,-1 0,1-1,0 1,-1 0,1 0,0-1,0 1,-1-1,1 1,0-1,0 1,0-1,0 1,0-1,0 0,0 1,0-1,0 0,0 0,0 0,0 0,0 0,0 0,0 0,-1 0,1 0,0 0,21 0,-1 0,0-2,1 0,-1-1,0-2,9-2,30-6,69-6,-76 13</inkml:trace>
  <inkml:trace contextRef="#ctx0" brushRef="#br1" timeOffset="-52463.413">14435 8101,'-3'1,"-1"1,1 0,0 1,0-1,0 0,0 1,0 0,0-1,1 1,0 0,-1 1,1-1,0 0,0 0,1 1,-1 0,1-1,-1 1,1 0,0-1,1 1,-1 0,1 0,0 0,0 0,0-1,0 1,0 0,1 0,0 0,0 0,0-1,0 1,0 0,1-1,0 1,0-1,0 0,0 0,0 1,1-1,-1-1,1 1,0 0,3 2,-4-3,1 0,0 0,0-1,0 1,1-1,-1 1,0-1,0 0,1 0,-1 0,1-1,-1 1,1-1,-1 0,1 0,-1 0,1 0,-1-1,1 1,-1-1,1 0,-1 0,0 0,0-1,1 1,-1-1,0 0,0 0,0 0,-1 0,1 0,0 0,-1-1,0 0,1 1,-1-1,0 0,0 0,-1 0,2-3,-2 2,0-1,-1 1,1 0,-1-1,0 1,0 0,-1-1,1 1,-1 0,0-1,0 1,-1 0,1 0,-1 0,0 0,0 0,0 0,0 1,-1-1,0 1,0 0,0-1,0 1,0 0,0 1,-1-1,1 1,-1-1,0 1,0 0,-1 0,0-1,-1 1,1-1,-1 1,1 0,-1 1,0-1,0 1,0 0,0 1,1 0,-1 0,0 0,0 0,0 1,0 0,0 0,0 1,1-1,-1 1,0 1,1-1,0 1,-1 0,0 2,-1 1,1 0,0 0,0 1,1-1,0 1,0 0,0 1,1-1,1 1,-1 0,1 0,0 0,1 0,0 1,0-1,1 1,0-1,0 1,1 0,0 0,0-7,0 0,1 0,-1 0,1 0,-1 0,1 0,0 0,-1 0,1 0,0 0,0 0,0-1,1 1,-1 0,0-1,1 1,-1-1,1 1,-1-1,1 0,0 1,0-1,-1 0,1 0,0 0,0-1,0 1,0 0,0-1,0 1,0-1,0 0,1 1,-1-1,0 0,0 0,1-1,77-19,-70 16,0 0,-1-1,0 0,1-1,-2 0,1 0,-1-1,0 0,0 0,-1-1,0 0,0-1,-1 1,0-1,-1-1,4-6,-8 13,-1 0,1 0,0 1,-1-1,1 0,-1 0,0 0,0 0,0 0,0 0,-1 0,1 1,-1-1,0 0,0 0,0 0,0 1,0-1,-1 0,1 1,-1-1,1 1,-1 0,0 0,0-1,0 1,0 0,0 1,-1-1,1 0,-1 1,1-1,-1 1,1 0,-1 0,-2-1,-2-1,0 1,0 0,0 0,0 0,-1 1,1 1,0-1,-1 1,1 0,0 0,-1 1,1 0,0 1,-4 1,5-1,0 0,1 1,-1 0,1 1,0-1,0 1,0 0,0 0,1 0,0 1,-1-1,2 1,-1 0,0 1,1-1,0 0,1 1,-1 0,1 0,0 0,0 0,1 0,0 0,0 0,0 0,1 0,0 1,0-1,0 0,1 0,0 0,0 1,1-1,1 4,0-6,1-1,-1 1,1-1,0 0,0 1,0-2,1 1,-1 0,1-1,0 0,-1 0,1 0,0-1,0 0,0 0,0 0,0 0,0-1,0 0,1 0,-1 0,0 0,0-1,0 0,0 0,0-1,0 1,0-1,-1 0,1 0,-1-1,1 1,-1-1,0 0,0 0,0-1,0 1,0-1,-1 0,0 0,0 0,0 0,0-1,-1 2,-1 1,-1 0,1-1,0 1,0 0,-1-1,1 1,-1-1,0 1,0-1,0 1,0-1,0 1,-1-1,1 1,-1 0,1-1,-1 1,0 0,0-1,0 1,0 0,-1 0,1 0,0 0,-1 0,0 0,1 0,-1 0,0 1,0-1,0 1,0-1,0 1,0 0,0-1,-1 1,1 1,-5-4,0 0,0 1,-1 0,1 1,-1-1,0 2,0-1,1 1,-1 0,0 1,-5 0,11-1,0 1,1 0,-1 0,0 0,0 0,0 0,1 0,-1 1,0-1,0 1,1-1,-1 1,0-1,1 1,-1 0,1 0,-1 0,1 0,-1 0,1 0,0 1,-1-1,1 0,0 1,0-1,0 0,0 1,0 0,0-1,1 1,-1-1,0 1,1 0,-1 0,1-1,0 1,0 0,-1 0,1-1,0 1,1 0,-1 0,0 0,0-1,1 1,-1 0,1-1,-1 1,1 0,0-1,0 1,0 0,4 2,1-1,-1 0,1-1,0 1,0-1,0 0,0 0,0-1,0 0,0 0,0 0,1-1,-1 0,0 0,1 0,-1-1,0 0,1-1,20 1,640 0,205-5,-329-37,-370 26,93 3,54 12,-201 2,-117 0,-1 0,1 1,0-1,-1 0,1-1,0 1,-1 0,1 0,-1-1,1 1,-1-1,1 1,-1-1,1 0,-1 1,1-1,-1 0,0 0,1 0,-1 0,0 0,0-1,0 1,0 0,0 0,0-1,0 1,0 0,0-1,-1 1,1-1,-1 1,1-1,-1 0,0 1,1-1,-1 1,0-1,0 0,0 1,0-1,0 0,-1 1,1-1,-40-222,28 90,5-1,6-17,0 2,-9-157,-13 1,-32-117,-101-478,120 678,-45-143,55 269,5-1,4-2,5 1,2-34,16-345,2 141,34-477,-42 810,0-121,5-1,13-52,-12 138,78-432,5 95,-76 330,-5 20,-1-1,-1-1,-1 1,0-19,-5 44,0 1,0-1,-1 1,1-1,-1 1,0-1,1 1,-1-1,0 1,0 0,-1 0,1-1,0 1,-1 0,1 0,-1 0,0 0,0 1,1-1,-1 0,0 1,-1-1,1 1,0 0,0 0,-1 0,1 0,0 0,-1 0,1 1,-1-1,1 1,-1-1,1 1,-2 0,-96 2,99-2,-398 53,-273-15,119 7,224-14,-89-12,74-11,336-8,3 1,0 0,0 0,0-1,1 0,-1 0,0-1,0 1,0-1,0 0,0 0,1-1,-1 1,0-1,1 0,-1 0,1-1,0 1,0-1,-10-6,-1 0,0 2,0 0,-1 0,0 1,0 1,0 1,0 0,-1 2,0-1,1 2,-1 0,0 1,0 1,-10 2,-4-3,29 0,1-1,-1 1,0 0,0-1,1 1,-1 0,0 0,0 0,1 1,-1-1,0 0,0 1,1-1,-1 1,0-1,1 1,-1 0,1-1,-1 1,1 0,-1 0,1 0,-1 1,1-1,0 0,0 0,0 1,0-1,0 1,0-1,0 1,0-1,0 1,1 0,-1-1,0 1,1 0,0-1,-1 1,1 0,0 0,0 1,3 67,3 0,3-1,3 0,3-1,4 3,35 185,-47-201</inkml:trace>
  <inkml:trace contextRef="#ctx0" brushRef="#br1" timeOffset="-51189.017">14025 1738,'5'16,"1"15,0 11,-1 12,-2 10,1 6,1 4,-2-11</inkml:trace>
  <inkml:trace contextRef="#ctx0" brushRef="#br1" timeOffset="-45049.183">9628 9412,'-5'0,"-1"0,1 1,0-1,-1 1,1 1,0-1,0 1,0 0,0 0,0 0,0 1,-4 2,8-4,-1 0,1 1,-1-1,1 0,0 1,0-1,-1 1,1-1,0 1,0 0,1-1,-1 1,0 0,1 0,-1 0,1 0,-1-1,1 1,0 0,0 0,-1 0,1 0,1 0,-1 0,0 0,0 0,1-1,-1 1,1 0,0 0,0 0,-1-1,1 1,0 0,0-1,0 1,1 0,1 2,0 0,0-1,1 1,-1-1,1 1,0-1,0 0,0 0,0-1,0 0,1 1,-1-1,1 0,-1-1,1 1,0-1,0 0,0 0,0-1,0 0,-1 1,1-1,0-1,0 1,0-1,0 0,0 0,0 0,-1-1,1 0,-1 0,1 0,-1 0,0-1,1 0,-1 1,-1-1,1-1,0 1,-1-1,0 1,2-4,-2 3,-1-1,0 0,0-1,-1 1,0 0,0 0,0-1,0 1,-1 0,0-1,0 1,0-1,-1 1,0 0,0-1,0 1,-1 0,1 0,-1 0,-1 0,1 0,-1 0,1 1,-1-1,-1 1,1 0,-1 0,1 0,-3-2,0 0,1 1,-1 0,-1 0,1 0,-1 0,1 1,-1 0,-1 1,1 0,0 0,-1 0,1 1,-1 0,0 0,0 1,0 0,0 1,0-1,-7 2,9 1,1 0,-1 1,1-1,0 1,0 1,0-1,0 1,0 0,1 0,0 0,-1 0,2 1,-1-1,0 1,1 0,0 1,0-1,1 0,-1 1,1 0,1-1,-1 1,1 0,0 0,0 0,0 0,1 0,0 0,0 0,1 0,-1 0,1 0,1-1,-1 1,1 0,0 0,0-1,1 1,-1-1,1 0,1 0,-1 0,1 0,-1 0,1-1,1 0,-1 1,1-1,4-1,-1 0,1-1,0 1,0-2,0 1,0-1,0-1,1 0,-1 0,0-1,0 0,0 0,0-1,0 0,0-1,0 0,-1 0,1-1,-1 0,0-1,0 1,-1-1,1-1,-1 0,0 0,-1 0,1-1,-1 0,-1 0,1 0,-1-1,-1 0,1 0,0-3,-4 8,0 0,0 0,0 0,-1 0,1 0,-1 0,0 0,0-1,0 1,0 0,-1 0,1 0,-1 0,0 0,0 0,0 0,0 0,0 0,-1 1,1-1,-1 0,0 1,1-1,-1 1,-1 0,1-1,0 1,0 0,-1 0,1 1,-1-1,0 0,1 1,-1-1,0 1,0 0,0 0,0 0,0 1,0-1,0 1,-3-1,-5-1,0-1,0 1,0 1,0 0,0 1,0 0,0 1,0 0,-1 0,2 1,-1 1,0 0,0 0,1 1,0 0,-5 3,14-6,0-1,0 0,-1 1,1-1,0 1,0 0,-1-1,1 1,0 0,0-1,0 1,0 0,0 0,0 0,0 0,1 0,-1 0,0 1,0-1,1 0,-1 0,1 0,-1 1,1-1,-1 0,1 0,0 1,0-1,0 0,0 1,0-1,0 0,0 1,0-1,0 0,0 1,1-1,-1 0,1 1,-1-1,1 0,-1 0,1 0,0 1,-1-1,1 0,0 0,0 0,0 0,0 0,0 0,0-1,0 1,0 0,0 0,1-1,-1 1,1 0,15 3,1-1,0-1,0 0,0-1,0-1,0 0,0-2,0 0,7-2,11-1,181-14,41 9,9 2,97-22,-215 13,709-60,-665 70,690-47,-695 33,621-50,-527 66,312-19,213-51,-298 40,310-12,-664 35,370-24,-330 24,118 10,-166 3,-146-1,3 1,-1-1,0 1,0-1,0 1,0-1,0 0,1 0,-1-1,0 1,0-1,0 1,0-1,0 0,0 0,0 0,0-1,0 1,0-1,-1 1,1-1,-1 0,1 0,-1 0,0 0,1-1,-1 1,0-1,-1 1,1-1,0 0,-1 1,1-1,-1-1,6-46,-3 0,-2-1,-3-34,0 20,-23-936,-7 200,36 645,8 1,8-17,-7 6,-8 0,-8-50,0 36,10-232,-6 304,-4-1,-15-102,5 78,6 0,6-1,10-42,-2 78,-5 1,-3-1,-5 0,-13-70,-37-91,28 146,5-1,5 0,0-59,20-416,12 75,-16-142,-5 524,-23-129,22 207,-20-69,25 118,0 0,0-1,-1 1,0 0,0 1,0-1,-1 1,1-1,-1 1,0 0,0 0,-1 1,1-1,-1 1,1 0,-1 0,0 0,0 1,-1 0,1 0,0 0,-194-21,44 9,-1 8,0 6,0 6,-28 11,-32-1,-1145 70,627-8,-99 54,604-98,23-3,0-9,-8-8,-471-15,539 22,139-20,-1-1,1 0,0 0,0 0,0-1,0 0,0-1,0 1,1-1,-1-1,0 1,1-1,0 0,-4-3,-66-19,75 25,-1-1,0 0,0 0,0 1,0-1,0 1,0-1,0 1,0 0,0 0,0-1,0 2,0-1,0 0,0 0,0 1,0-1,0 1,0-1,0 1,0 0,0 0,0 0,0 0,1 0,-1 1,0-1,1 0,-1 1,1-1,0 1,-1-1,1 1,0 0,0 0,0-1,0 1,0 0,0 0,1 0,-1 0,1 1,10 147,-13 148,1-272,2 0,1 0,0 0,2 0,2 0,0-1,8 22,5 8,-1 1,-3 0,-3 1,-2 1,0 45,-10 146,15-133,-14-95,0-27,-10-31,-2 16</inkml:trace>
  <inkml:trace contextRef="#ctx0" brushRef="#br0" timeOffset="2296.876">725 2775,'0'0,"0"1,0-1,0 0,-1 1,1-1,0 0,0 0,0 1,0-1,0 0,0 0,-1 1,52 7,1-2,-1-2,0-2,1-3,25-4,-69 5,574-63,-239 19,55 16,134 18,-230 2,-2-13,134-32,-246 22,-163 26,-17 0,-9 1</inkml:trace>
  <inkml:trace contextRef="#ctx0" brushRef="#br0" timeOffset="2715.333">1953 1915,'128'80,"-66"-36,45 16,3-4,1-5,3-5,113 28,-139-45,-82-27,45 14,0 2,-2 2,0 3,-1 1,16 13,-59-35,0 1,0-1,0 1,0 1,0-1,-1 1,1 0,-1 0,0 0,0 0,-1 1,1 0,-1 0,0 0,0 0,0 0,-1 0,0 1,0-1,-1 1,1-1,-1 1,0 0,-1 0,1 0,-1-1,0 1,-1 0,1 0,-1 0,0-1,-1 4,-5 2,0 0,-1 0,0-1,0 0,-1 0,0-1,-1 0,0-1,-1 0,1-1,-8 4,-66 37,-3-3,-2-4,-1-4,-22 3,36-12,-49 20,97-37</inkml:trace>
  <inkml:trace contextRef="#ctx0" brushRef="#br0" timeOffset="3196.657">2376 153,'-4'14,"-2"12,0 10,1 11,2 9,1 11,3 11,2 6,2 4,3 2,0 0,-1-5,-2-16</inkml:trace>
  <inkml:trace contextRef="#ctx0" brushRef="#br0" timeOffset="3759.371">2746 126,'7'17,"4"16,4 19,0 17,-2 15,-3 10,-3 5,-5 0,-6-8,-1-10,-1-14,2-17,3-16,2-14</inkml:trace>
  <inkml:trace contextRef="#ctx0" brushRef="#br0" timeOffset="4014.225">2773 385,'7'14,"9"14,14 11,13 9,13 5,9 3,5-1,-1-5,-4-5,-9-4,-12-8,-13-9</inkml:trace>
  <inkml:trace contextRef="#ctx0" brushRef="#br0" timeOffset="4230.178">3332 44,'0'-16,"0"-4,0 12,0 21,3 26,2 28,4 26,1 20,3 14,0 7,1-2,-2-22</inkml:trace>
  <inkml:trace contextRef="#ctx0" brushRef="#br0" timeOffset="6749.549">14449 9986,'-2'0,"-1"1,1 0,0 0,0 0,0 0,0 0,1 1,-1-1,0 1,0-1,1 1,-1-1,1 1,-1 0,1 0,0 0,0 0,0 0,0 0,0 0,0 0,1 0,-1 0,1 1,-1-1,1 0,0 0,0 1,0-1,0 0,0 0,0 1,1-1,-1 0,1 0,0 0,-1 0,1 1,0-1,1 1,4 1,0 0,0 0,0-1,0 0,1 0,0 0,-1-1,1 0,0 0,0-1,0 0,1 0,-1-1,0 1,0-2,0 1,0-1,0 0,0 0,2-1,-5 0,1 1,-1 0,0-1,0 0,1 0,-1-1,0 1,-1-1,1 1,0-1,-1-1,0 1,1 0,-1-1,0 1,-1-1,1 0,-1 0,0 0,0 0,0-1,0 1,-1 0,0-1,0 1,0-1,0 0,-1 1,1-1,-1 1,-1-1,1 0,0 1,-1-1,0 1,0-1,-1 1,1-1,-1 1,0 0,0 0,0 0,-1 0,1 0,-1 0,0 0,-3-2,0-1,-1 1,1 0,-1 1,0-1,0 1,-1 1,1-1,-1 1,0 1,-1-1,1 1,0 1,-1 0,1 0,-1 0,-5 1,8 0,1 1,0 0,0 0,0 0,-1 1,1 0,0 0,0 0,0 1,0 0,1 0,-1 0,0 0,1 1,-1-1,1 1,0 1,0-1,0 0,0 1,1 0,-1 0,1 0,0 0,0 0,1 1,-1 0,0 1,1 0,-1-1,1 1,0-1,1 1,-1 0,1 0,1 0,-1 0,1 0,0 0,0 0,0-1,1 1,0 0,0 0,1 0,-1 0,1-1,1 1,-1-1,1 1,0-1,0 0,0 0,1-1,0 1,0 0,0-1,0 0,1 0,-1-1,1 1,0-1,0 0,1 0,-1 0,0-1,1 0,2 0,3 2,2-1,-1 0,0-1,0 0,1-1,-1-1,1 0,-1 0,1-2,-1 1,0-1,0-1,0 0,0-1,0-1,-1 1,1-2,-1 1,0-2,-1 1,0-2,0 1,4-5,-12 9,1-1,-1 0,0 1,0-1,0 0,0 0,-1 0,1 0,-1-1,0 1,0 0,-1-1,1 1,-1 0,0-1,0 1,-1 0,1-1,-1 1,0 0,0 0,0-1,-1 1,0 0,1 0,-1 0,-1 1,1-1,0 0,-1 1,0 0,0-1,0 1,0 0,0 0,-1 1,1-1,-1 1,0 0,-1-1,-4-3,0 1,-1 0,0 1,0-1,0 2,-1 0,1 0,-1 1,0 0,0 0,1 2,-1-1,0 1,-5 1,10-1,0 1,1-1,-1 1,0 1,1-1,-1 1,0 0,1 0,0 0,0 1,-1 0,2 0,-1 0,0 1,1-1,-1 1,1 0,0 1,0-1,1 1,-1-1,1 1,0 0,0 1,1-1,0 0,-1 3,1-3,1 0,1-1,-1 1,1 0,-1 0,1-1,1 1,-1 0,1 0,-1 0,1-1,1 1,-1-1,1 1,0-1,0 1,0-1,0 0,1 0,0 0,0 0,0 0,0-1,0 1,1-1,0 0,-1 0,1 0,2 0,7 5,0 0,1-1,-1-1,1 0,1 0,-1-2,1 0,12 2,-9-3,0 0,1-1,0 0,-1-2,1 0,-1-1,1-1,-1-1,1-1,-1 0,0-1,-1-1,1-1,4-2,-21 8,1 0,0 0,0 0,0 0,-1 0,1-1,0 1,-1-1,1 1,-1-1,0 1,1-1,-1 0,0 1,0-1,0 0,0 0,-1 0,1 0,0 0,-1 0,1 0,-1 0,0 0,0 0,0 0,0 0,0 0,0 0,0-1,-1 1,1 0,-1 0,1 0,-1 0,0 1,0-1,0-1,-7-6,0 0,-1 0,0 1,0 0,-1 1,0 0,0 1,-1-1,1 2,-1 0,-1 0,1 1,-1 0,0 1,1 1,-11-2,12 2,-1 0,1 1,-1 0,1 0,-1 1,1 0,-1 1,1 1,-1-1,1 2,0-1,-4 3,12-5,1 1,-1 0,1-1,-1 1,1 0,-1 0,1 0,-1 0,1 0,0 0,0 1,0-1,0 0,0 1,0-1,0 1,0-1,0 1,0-1,1 1,-1-1,1 1,-1 0,1-1,0 1,0 0,-1 0,1-1,0 1,1 0,-1-1,0 1,0 0,1-1,-1 1,1 0,-1-1,1 1,0-1,0 1,0-1,0 1,0-1,0 1,0-1,0 0,0 0,1 0,-1 0,0 0,1 0,-1 0,1 0,-1 0,1 0,-1-1,1 1,0-1,-1 1,13 2,0-1,0 0,0-1,0 0,0-1,0-1,5-1,26 1,239-12,1030-80,-829 47,1382-61,36 14,-681 31,-979 44,-237 17,-4 1,0 0,0 0,1 0,-1 0,0 0,1-1,-1 1,0-1,0 0,0 0,0 0,0 0,0 0,0 0,0 0,0-1,0 1,0 0,0-2,-17-14,-1 7</inkml:trace>
  <inkml:trace contextRef="#ctx0" brushRef="#br0" timeOffset="7164.436">19829 8975,'-1'4,"0"-1,1 1,-1-1,1 1,0-1,0 1,0 0,0-1,1 1,-1-1,1 1,0-1,0 1,0-1,1 0,-1 1,1-1,0 0,0 0,0 0,0 0,0-1,1 1,1 1,19 19,2-1,0 0,2-2,0-1,1-2,1 0,1-2,0-1,1-2,0 0,8-1,269 104,-289-107,1 1,-1 1,-1 1,0 1,-1 1,0 0,-12-9,0 0,0 1,-1-1,0 1,0 0,0 0,-1 0,1 1,-1-1,-1 1,1 0,-1 0,0 0,0 0,-1 0,1 0,-1 1,-1-1,1 0,-1 1,0-1,-1 1,-3 9,-2 0,1 0,-2 0,0-1,-1 0,-1-1,0 0,-1 0,0 0,-1-2,0 1,-1-1,-1-1,-4 3,-70 59,-3-4,-3-4,-63 32,-99 68,171-93,77-51,13-8</inkml:trace>
  <inkml:trace contextRef="#ctx0" brushRef="#br0" timeOffset="7898.989">21413 7910,'-10'14,"0"1,1 0,0 1,2 0,-1 0,2 1,0 0,2 0,-1 1,2-1,0 1,1-1,1 1,1 0,1 0,0 0,1-1,1 1,3 12,-1-12,1 0,0-1,1 0,1 0,1-1,0 0,10 13,-14-21,1-2,-1 1,1-1,0 0,1 0,-1 0,1-1,0 0,0-1,1 1,0-2,-1 1,1-1,0 0,1 0,-1-1,8 1,-10-2,0-1,0 0,0-1,0 1,0-1,0-1,0 1,0-1,0 0,-1 0,1 0,-1-1,0 0,1 0,-1 0,-1-1,1 1,0-1,-1-1,0 1,0 0,0-1,-1 0,1 0,-1 0,6-10,-1 0,-1 0,0 0,-1-1,0 0,-2-1,0 1,1-8,1-7,-2 0,-1 0,-1-1,-1 1,-2-1,-2 1,0 0,-2 0,-2 0,-1 0,-1 1,-7-14,14 38,0 1,0-1,-1 1,1 0,-1 0,-1 0,1 0,-1 1,0-1,0 1,0 0,0 0,-1 1,0-1,1 1,-1 0,-1 0,1 1,0-1,-1 1,1 0,-1 1,1-1,-1 1,0 0,0 1,0-1,1 1,-1 0,0 1,0-1,0 1,1 0,-1 1,0-1,1 1,-4 2,1 0,1 1,-1 0,1 1,0 0,0 0,1 1,0-1,0 1,0 1,1-1,0 1,1 0,0 0,0 0,0 1,1-1,0 1,1 0,0 0,1 0,-1 0,2 0,-1 0,1 0,1 0,0 1,0-1,0 0,1 0,1-1,0 1,0 0,0-1,1 0,1 1,-1-2,1 1,0 0,1-1,4 5,40 23,0-8</inkml:trace>
  <inkml:trace contextRef="#ctx0" brushRef="#br0" timeOffset="8327.074">22055 7923,'-4'1,"-1"0,1 0,-1 0,1 1,0-1,-1 1,1 0,0 0,0 1,0-1,1 1,-1 0,1 0,-1 0,1 0,0 1,0-1,0 1,1 0,-1 0,1 0,0 0,0 0,0 1,1-1,0 1,-1-1,2 1,-1-1,0 1,1 3,-3 7,1-1,0 1,1 0,1 0,1-1,0 1,0 0,2-1,-1 1,2-1,0 0,1 0,0 0,1-1,1 0,-2-4,-1 0,2-1,-1 1,1-2,1 1,0 0,0-1,0-1,0 1,1-1,0 0,1-1,-1 0,1 0,0-1,0 0,1-1,-1 0,1 0,0-1,-1 0,8 0,-6-2,0 0,0-1,0 0,0-1,0 0,0-1,-1 0,1-1,-1 0,0 0,0-1,0-1,-1 1,1-2,-1 1,-1-1,6-6,3-3,-1-1,-1 0,-1-1,-1-1,0 0,-1-1,-2 0,2-4,3-14,-1-1,-2-1,-2 0,-2-1,-1 0,-3 0,0-3,-4 39,0 3,0 12,-2 39,-1 31,4 0,2 0,5 6,-7-75,0 1,1 0,0-1,1 0,0 1,1-1,0 0,1 0,0-1,0 1,1-1,1-1,0 1,0-1,1 0,0-1,0 1,1-2,8 7,32 7,0-8</inkml:trace>
  <inkml:trace contextRef="#ctx0" brushRef="#br0" timeOffset="8559.18">23421 7828,'-2'21,"-2"18,1 17,1 10,0 6,1 0,0-3,4-5,0-5,0-6,0-8,-1-18,-1-23,-1-12</inkml:trace>
  <inkml:trace contextRef="#ctx0" brushRef="#br0" timeOffset="8888.192">22902 7596,'-2'-1,"2"1,-1 0,1 1,-1-1,0 0,1 0,-1 0,0 0,1 0,-1 0,1-1,-1 1,0 0,1 0,-1 0,1-1,-1 1,1 0,-1 0,1-1,-1 1,1 0,-1-1,1 1,-1-1,1 1,-1-1,1 1,0-1,-1 1,1-1,0 1,0-1,-1 1,1-1,0 0,0 1,0-1,0 1,-1-1,1 0,0 1,0-1,0 1,0-1,1 0,-1 1,0-1,0 1,0-1,0 0,1 1,-1-1,0 1,0-1,1 1,-1-1,1 1,-1-1,1 0,102-6,771-10,-620 1,-238 12,-43 4,7 0</inkml:trace>
  <inkml:trace contextRef="#ctx0" brushRef="#br0" timeOffset="10447.229">710 5943,'11'5,"0"-1,0-1,1 0,-1 0,1-1,-1-1,1 1,0-2,-1 0,1 0,0-1,-1-1,1 0,-1-1,2 0,18-6,-1-1,1-2,-2-1,25-15,-17 8,-1-1,-1-2,0-1,-2-2,-1-1,-2-2,0-1,-2-1,-1-2,-21 24,1-1,-2 0,1 0,-2 0,1 0,-1-1,-1 0,1-5,-3 13,0 0,-1-1,1 1,-1 0,0 0,0-1,0 1,-1 0,1 0,-1-1,1 1,-1 0,0 0,0 0,-1 0,1 0,-1 0,1 0,-1 1,0-1,0 0,0 1,-1 0,1-1,0 1,-1 0,1 0,-1 0,0 1,-3-2,4 1,-1 1,1-1,-1 1,0 0,0 0,0 0,1 1,-1-1,0 1,0-1,0 1,0 0,0 0,0 0,0 1,0-1,0 1,0-1,0 1,1 0,-1 0,0 0,0 1,1-1,-1 1,1-1,-1 1,1 0,0 0,0 0,0 0,0 0,0 1,-1 1,-5 14,0 0,2 0,0 1,1 0,1 0,1 0,0 1,2-1,0 1,1-1,1 1,1 1,8 120,7 0,10 21,10 86,-24-152,-4 0,-5 1,-4 0,-4 0,-15 2,8-71</inkml:trace>
  <inkml:trace contextRef="#ctx0" brushRef="#br0" timeOffset="10652.205">902 6504,'21'-14,"23"-14,23-12,18-10,13-6,5-1,-5 6,-9 8,-19 11</inkml:trace>
  <inkml:trace contextRef="#ctx0" brushRef="#br0" timeOffset="11132.437">2036 6176,'-5'13,"-1"18,-3 16,1 14,2 11,2 5,1 1,1-2,4-3,1-9,0-14</inkml:trace>
  <inkml:trace contextRef="#ctx0" brushRef="#br0" timeOffset="11376.781">2281 6230,'-2'17,"-1"14,2 13,4 12,4 4,3 5,-1 0,-1-2,-2-4,-2-13</inkml:trace>
  <inkml:trace contextRef="#ctx0" brushRef="#br0" timeOffset="11627.115">2281 6381,'19'18,"15"12,14 4,9 2,8-2,4 0,-1-5,-4-5,-7-4,-8-5,-12-6</inkml:trace>
  <inkml:trace contextRef="#ctx0" brushRef="#br0" timeOffset="11821.605">2841 6121,'-2'16,"-1"17,0 17,3 14,1 12,3 8,1 0,4-4,3-12,-1-16</inkml:trace>
  <inkml:trace contextRef="#ctx0" brushRef="#br0" timeOffset="12099.454">3060 5465,'21'-9,"18"1,14 12,10 19,4 24,-1 27,-4 25,-9 20,-10 14,-13 9,-13 7,-18 3,-21 3,-27 7,-29 9,-37 11,1-25</inkml:trace>
  <inkml:trace contextRef="#ctx0" brushRef="#br0" timeOffset="12766.364">260 5370,'-18'24,"-16"25,-12 31,-4 33,2 38,8 34,16 26,26 16,34 2,38-12,42-27,45-34,39-36,-14-40</inkml:trace>
  <inkml:trace contextRef="#ctx0" brushRef="#br0" timeOffset="13995.81">21359 10983,'42'-91,"52"-136,-83 189,-1-1,-2 0,-2 0,-2 0,0-22,-6 32,-4 51,4 64,3-1,5 0,11 58,-5-49,-4 1,-4 71,-8-85</inkml:trace>
  <inkml:trace contextRef="#ctx0" brushRef="#br0" timeOffset="14267.606">20839 11652,'21'2,"26"-3,27-7,27-9,25-6,18-1,10 0,5 6,-4 4,-7 6,-15 6,-19 8,-28 3</inkml:trace>
  <inkml:trace contextRef="#ctx0" brushRef="#br0" timeOffset="14858.804">21372 12540,'-16'-374,"3"294,5 92,14 194,12 151,0-266,-6-61</inkml:trace>
  <inkml:trace contextRef="#ctx0" brushRef="#br0" timeOffset="15248.274">21550 12130,'27'-10,"1"1,0 1,0 1,1 2,-1 1,1 1,0 2,1 0,-1 2,14 3,-27-3,0 0,-1 1,1 0,0 1,-1 1,0 1,0 0,0 1,-1 1,1 0,-2 0,1 2,-1 0,0 0,-1 1,0 1,-1 0,4 5,-11-10,-1 1,0-1,-1 1,1 0,-1 0,0 0,-1 0,0 0,0 0,0 0,-1 0,0 1,-1-1,0 0,0 0,0 0,-1 0,0 0,0 0,0 0,-1-1,0 1,-1-1,0 1,-2 2,-9 13,-1-1,-1 0,-1-1,-1-1,0 0,-7 2,-154 112,179-132,0-1,0 0,1 0,-1 1,0-1,0 1,0-1,0 1,0-1,1 1,-1-1,0 1,0 0,1 0,-1-1,0 1,1 0,-1 0,1 0,-1-1,1 1,0 0,-1 0,1 0,0 0,-1 0,1 0,0 0,0 0,0 0,0 0,0 0,0 0,0 0,0 0,1 0,-1 0,0 0,0 0,1-1,-1 1,1 0,-1 0,1 0,-1 0,1-1,-1 1,1 0,0 0,-1-1,1 1,0 0,0-1,0 1,-1-1,1 1,0-1,0 0,0 1,0-1,0 0,0 1,0-1,0 0,0 0,0 0,0 0,20 3,0-1,0-1,0-1,0-1,0-1,18-4,-13 3,303-46,-222 33</inkml:trace>
  <inkml:trace contextRef="#ctx0" brushRef="#br0" timeOffset="16142.874">23284 11064,'19'-1,"0"-2,1 0,-1-2,-1 0,1-1,-1-1,0 0,8-5,31-17,-1-2,-1-2,-1-2,-3-3,0-2,-3-3,40-45,-69 70,-1-1,-1 0,-1-2,0 0,-2-1,-1 0,0-1,-2 0,0-1,5-22,-15 43,0-1,0 0,0 0,-1 1,0-1,1 0,-1 0,-1 1,1-1,0 0,-1 0,0 1,0-1,0 0,-1 1,1-1,-1 1,1-1,-1 1,0 0,-1 0,1 0,0 0,-1 0,0 1,0-1,1 1,-2-1,1 1,0 0,-1 0,-6-2,0 0,-1 0,1 1,-1 0,0 1,0 0,0 1,0 0,0 1,0 0,0 1,0 0,0 1,0 0,0 1,1 0,-1 0,1 1,0 1,0 0,0 0,1 1,0 0,0 0,0 1,-1 2,-1 7,2 0,0 0,1 1,1 0,1 0,0 1,1 0,1 0,0 0,2 1,0-1,1 1,1-1,1 14,5 122,6 1,6-2,12 22,-28-166,137 680,-123-612,-13-55</inkml:trace>
  <inkml:trace contextRef="#ctx0" brushRef="#br0" timeOffset="16397.764">23366 11351,'17'-7,"18"-4,23-6,19-1,18-1,12-1,5 2,1 3,-6 2,-20 5</inkml:trace>
  <inkml:trace contextRef="#ctx0" brushRef="#br0" timeOffset="16741.75">24746 11338,'0'16,"0"15,0 13,0 14,0 6,0 1,2 0,1-6,0-4,-1-11,0-9,-1-12</inkml:trace>
  <inkml:trace contextRef="#ctx0" brushRef="#br0" timeOffset="16997.12">24704 10887,'-11'-7,"0"-2,9 4,15 7,11 6,3 3</inkml:trace>
  <inkml:trace contextRef="#ctx0" brushRef="#br0" timeOffset="17246.993">25196 11338,'-5'16,"-3"15,-4 13,-1 9,1 5,1-1,0-3,-1-6,-1-6,2-9,1-9,2-9</inkml:trace>
  <inkml:trace contextRef="#ctx0" brushRef="#br0" timeOffset="17419.738">25155 11338,'-2'16,"3"13,10 7,8 6,14 2,10 1,9-3,3-4,2-6,-5-6,-6-8,-11-6</inkml:trace>
  <inkml:trace contextRef="#ctx0" brushRef="#br0" timeOffset="17578.735">25633 11187,'-4'21,"-3"18,1 20,1 12,2 7,1 2,3-7,2-15</inkml:trace>
  <inkml:trace contextRef="#ctx0" brushRef="#br0" timeOffset="18976.664">19419 10751,'-23'18,"-24"26,-18 27,-7 30,-1 29,12 23,19 17,33 7,43-3,49-16,54-22,55-30,48-33,-17-28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27:47.584"/>
    </inkml:context>
    <inkml:brush xml:id="br0">
      <inkml:brushProperty name="width" value="0.2" units="cm"/>
      <inkml:brushProperty name="height" value="0.2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  <inkml:brush xml:id="br2">
      <inkml:brushProperty name="width" value="0.2" units="cm"/>
      <inkml:brushProperty name="height" value="0.2" units="cm"/>
      <inkml:brushProperty name="color" value="#AB008B"/>
      <inkml:brushProperty name="ignorePressure" value="1"/>
    </inkml:brush>
  </inkml:definitions>
  <inkml:trace contextRef="#ctx0" brushRef="#br0">549 780,'18'0,"24"-2,26-4,26-2,22-4,16-6,6-1,-20 2</inkml:trace>
  <inkml:trace contextRef="#ctx0" brushRef="#br0" timeOffset="1166.879">2848 1435,'38'-16,"1"1,0 2,1 2,1 2,-1 1,2 3,33-1,-61 6,0 0,1 1,-1 0,0 2,0-1,0 2,4 1,-14-4,0 1,0-1,0 1,0 0,0 0,-1 0,1 0,-1 1,0 0,0-1,1 1,-2 0,1 0,0 1,-1-1,1 1,-1-1,0 1,0 0,-1 0,1 0,-1 0,0 0,0 0,0 0,0 3,-1 2,-1 1,0-1,-1 1,0-1,0 0,-1 1,-1-1,1 0,-1-1,-1 1,0-1,0 0,-3 4,-35 42,-1-2,-3-2,-2-2,-2-2,-2-3,-1-2,-24 12,9-4,-20 26,88-74,0 0,-1 0,1 0,0 1,0-1,0 0,1 0,-1 1,0-1,0 1,1-1,-1 1,1-1,-1 0,1 1,0 0,0-1,-1 1,1-1,0 1,0-1,0 1,1-1,-1 1,0-1,1 1,-1-1,1 1,-1-1,1 1,0-1,-1 1,1-1,0 0,0 0,0 1,0-1,0 0,0 0,0 0,1 0,-1 0,1 0,67 26,1-14,1-3,1-3,0-4,-1-3,1-2,39-9,-30 2</inkml:trace>
  <inkml:trace contextRef="#ctx0" brushRef="#br0" timeOffset="1499.562">4639 1314,'-2'7,"-1"5,5 4,4 2,1-2</inkml:trace>
  <inkml:trace contextRef="#ctx0" brushRef="#br0" timeOffset="1664.118">4573 2117,'13'0,"10"0,5 0,-3 0</inkml:trace>
  <inkml:trace contextRef="#ctx0" brushRef="#br0" timeOffset="316.152">1444 1449,'0'23,"5"20,10 16,16 8,17 4,16 2,11-1,6-3,1-4,-5-7,-8-8,-14-8,-16-7,-15-10</inkml:trace>
  <inkml:trace contextRef="#ctx0" brushRef="#br0" timeOffset="560.498">1978 1488,'-18'12,"-12"12,-12 14,-4 12,-4 8,-2 9,-2 8,-2 8,-2 2,1 2,9-15</inkml:trace>
  <inkml:trace contextRef="#ctx0" brushRef="#br0" timeOffset="-449.799">575 1061,'-115'586,"110"-560,2 1,1 0,1 0,3 24,-2-42,2 0,-1 0,1-1,0 1,1-1,0 1,1-1,-1 0,2 0,-1 0,1-1,0 0,1 0,-1 0,1 0,5 3,7 2,1-1,0 0,1-2,0 0,1-1,0-1,0-1,0-1,1-1,0-1,-1-1,1 0,0-2,0-1,0 0,0-2,4-1,98-24,-75 10</inkml:trace>
  <inkml:trace contextRef="#ctx0" brushRef="#br0" timeOffset="-232.383">295 1569,'16'-2,"19"-3,23-6,24-7,19-5,13-6,4-3,-5 1,-22 4</inkml:trace>
  <inkml:trace contextRef="#ctx0" brushRef="#br0" timeOffset="3861.796">7474 1529,'25'0,"24"-3,19 0,17 1,10-1,0 2,-7 4,-17 7,-19 6,-20 1</inkml:trace>
  <inkml:trace contextRef="#ctx0" brushRef="#br0" timeOffset="4027.353">7540 1930,'23'2,"23"3,22 4,25-1,21-1,19-2,9-2,1-6,-23-2</inkml:trace>
  <inkml:trace contextRef="#ctx0" brushRef="#br0" timeOffset="4632.748">9920 954,'-14'-11,"-2"0,1 1,-1 1,-1 1,1 0,-2 1,1 1,-1 0,1 2,-1 0,-1 1,1 0,0 2,-1 0,1 1,-1 1,1 1,0 1,0 0,0 1,0 1,0 0,1 2,0 0,0 1,1 1,0 0,-10 9,-5 5,1 2,2 0,1 3,1 0,1 1,1 2,2 0,1 2,2 0,1 1,2 1,1 0,1 2,3-1,1 1,1 1,2 0,-1 33,6-47,1-1,1 0,1 1,1-1,2 0,0 0,1 0,1 0,1-1,1 0,1 0,1-1,1 0,1-1,0 0,2-1,0-1,1 0,4 2,5 1,1-2,1 0,1-2,0-1,1-1,1-1,1-2,-1 0,2-3,-1 0,2-2,-1-1,0-2,1-1,0-1,0-2,0-1,21-4,-41 4,0 0,0-1,0-1,0 0,-1 0,1-1,-1-1,0 0,0 0,-1-1,1 0,-1-1,-1 0,1-1,-1 0,-1 0,1-1,-1 0,-1-1,0 0,0 0,-1 0,0-1,-1 0,0 0,-1 0,0-1,1-4,-3 5,-1 1,0 0,0-1,-1 1,0-1,-1 1,0-1,-1 1,0 0,0 0,-1 0,0 0,-1 0,-1 1,1-1,-1 1,-1 0,0 0,0 1,0 0,-1 0,-1 1,1-1,-1 1,0 1,-1 0,1 0,-1 1,0 0,-1 0,1 1,-1 0,0 1,-1 0,-4 0,-1 0,1 1,-1 1,0 0,0 2,1-1,-1 2,0 0,1 1,-1 1,1 0,0 1,1 1,-1 0,1 1,0 0,0 1,-7 6,3-1,1 1,0 0,0 1,2 1,0 1,1 0,0 1,2 0,0 1,1 0,1 1,-7 18,-8 43</inkml:trace>
  <inkml:trace contextRef="#ctx0" brushRef="#br0" timeOffset="-1178.847">5669 2318,'0'0</inkml:trace>
  <inkml:trace contextRef="#ctx0" brushRef="#br0" timeOffset="2936.202">5708 941,'0'-1,"0"1,-1 0,1 0,-1-1,1 1,-1 0,1 0,-1 0,1 0,-1 0,1 0,-1 0,1 0,-1 0,1 0,-1 0,1 0,-1 0,1 0,-1 0,1 1,0-1,-1 0,1 0,-1 0,1 1,-1-1,1 0,0 1,-1-1,1 0,0 1,-1-1,1 0,0 1,0-1,-1 1,1-1,0 1,0-1,0 1,-1-1,1 0,0 1,0-1,0 1,0-1,0 1,0-1,0 1,0-1,0 1,0-1,0 1,0-1,1 1,-1-1,0 1,0-1,0 1,-10 202,-1 51,-41 223,33-361,-7 48,0 99,31-185,-5-78,0 1,0 0,0-1,0 1,0-1,0 1,0 0,1-1,-1 1,0-1,1 1,-1-1,0 1,1-1,-1 1,0-1,1 1,-1-1,1 0,-1 1,1-1,-1 0,1 1,-1-1,1 0,-1 0,1 1,0-1,-1 0,1 0,-1 0,1 0,0 0,-1 0,1 0,-1 0,1 0,0 0,-1 0,1 0,-1 0,1 0,0-1,-1 1,1 0,-1 0,1-1,0 1,10-11</inkml:trace>
  <inkml:trace contextRef="#ctx0" brushRef="#br0" timeOffset="3463.862">6698 981,'-57'85,"-4"-3,-2-2,-5-3,-3-4,-2-2,-4-4,-3-3,-9 1,46-34,-2-1,-2-3,0-2,-51 19,10-23,85-20,0-1,0 0,0 0,1 0,-1-1,0 1,0-1,0 1,1-1,-1 0,0 0,1 0,-1-1,1 1,-1 0,1-1,0 0,-1 1,1-1,0 0,0 0,0 0,1-1,-1 1,0 0,1-1,0 1,-2-3,1 0,1 0,-1 0,1 0,0 0,0 0,0-1,1 1,-1 0,2 0,-1-1,0 1,1 0,0 0,0 0,1 0,-1 0,1 0,0 0,0 0,2-2,-2 6,0 0,0 0,0 0,0 1,0-1,0 0,0 1,0 0,0-1,0 1,0 0,0 0,0 0,0 1,1-1,-1 0,0 1,0-1,0 1,0 0,-1 0,1 0,0 0,0 0,0 0,-1 0,1 0,0 1,-1-1,0 1,1-1,-1 1,0 0,1-1,-1 1,0 0,0 1,129 173,-106-141,1-1,2-1,1-1,2-2,1-1,1-1,2-2,0-1,2-2,0-1,20 6,-3-10,2-3,0-2,1-2,0-3,0-3,1-2,0-2,11-3,44 3,-71 1,-11 1</inkml:trace>
  <inkml:trace contextRef="#ctx0" brushRef="#br0" timeOffset="7860.429">11204 1502,'13'0,"17"0,15 0,16 0,9 0,10 0,4 0,2 0,-5 3,-9 2,-17 1</inkml:trace>
  <inkml:trace contextRef="#ctx0" brushRef="#br0" timeOffset="8085.104">11270 1956,'14'9,"18"3,21 0,25-5,24-8,18-6,10-6,2-2,-21 3</inkml:trace>
  <inkml:trace contextRef="#ctx0" brushRef="#br1" timeOffset="40461.836">1752 4577,'0'20,"0"23,2 25,1 18,0 16,-1 8,-2 4,-5-4,-2-11,-1-23</inkml:trace>
  <inkml:trace contextRef="#ctx0" brushRef="#br1" timeOffset="40752.059">1671 4670,'0'-3,"1"-1,-1 1,1-1,-1 1,1-1,0 1,0 0,1-1,-1 1,1 0,-1 0,1 0,0 0,0 0,0 0,1 1,-1-1,1 1,0-1,-1 1,1 0,0 0,0 0,0 0,0 1,1-1,-1 1,0 0,1 0,-1 0,1 1,3-1,7-2,0 2,0 0,1 0,-1 2,0-1,1 2,8 2,-8-2,0 1,1 1,-1 1,0 0,-1 1,1 1,-1 0,-1 1,1 0,-1 1,-1 0,0 1,1 2,-11-10,0 0,0 0,0 1,0-1,-1 1,1-1,-1 1,1 0,-1-1,0 1,0 0,0 0,-1 0,1 0,0 0,-1 0,0 0,0 0,0 0,0 0,-1 0,1 0,-1 0,1 0,-1 0,0-1,0 1,0 0,-1 0,1-1,-1 1,0 0,1-1,-1 0,0 1,0-1,-1 0,1 0,0 0,-1-1,1 1,-1 0,-1 0,-11 7,0-1,-1 0,-1-1,1 0,-1-2,0 0,0-1,-13 1,7-1</inkml:trace>
  <inkml:trace contextRef="#ctx0" brushRef="#br1" timeOffset="41130.047">2246 4898,'8'-177,"7"0,27-119,-16 114,-25 151,-1 31,0 0,-1 1,1-1,0 0,0 0,-1 0,1 0,0 0,-1 1,1-1,0 0,0 0,-1 0,1 0,0 0,-1 0,1 0,0 0,0 0,-1 0,1 0,0 0,-1 0,1 0,0 0,-1 0,1 0,0-1,0 1,-1 0,1 0,0 0,0 0,-1-1,1 1,0 0,0 0,0 0,-1-1,1 1,0 0,0 0,0-1,0 1,-1-1,-8 28,1-1,1 1,1 0,1 1,1-1,2 1,1 3,0 40,4 1,3 0,2-1,4 0,3-1,3-1,3 0,12 20,-28-73,-3-7,1-1,0 1,0-1,1 0,0 0,0 0,0-1,1 0,1 0,-1 0,1 0,6 5,-9-12,0 1,-1-1,1 1,0-1,0 0,0 0,0-1,0 1,-1-1,1 1,0-1,0 0,0 0,-1 0,1 0,-1 0,1-1,-1 1,1-1,-1 0,0 0,0 0,0 0,0 0,0 0,0 0,0-1,-1 1,1-1,0-1,-1 2,20-24</inkml:trace>
  <inkml:trace contextRef="#ctx0" brushRef="#br1" timeOffset="41383.63">1952 4470,'32'3,"35"-7,32-7,26-4,16 1,6 7,-12 16,-28 7</inkml:trace>
  <inkml:trace contextRef="#ctx0" brushRef="#br1" timeOffset="41769.07">2714 5018,'22'-51,"-1"8,-3-1,-2 0,-2-2,7-38,-18 69,0 0,-1-1,-1 1,0 0,-1-1,-1 1,-1 0,0 0,-1-2,3 18,0-1,0 0,-1 0,1 0,0 1,-1-1,1 0,0 0,-1 0,1 0,0 0,-1 1,1-1,0 0,-1 0,1 0,0 0,-1 0,1 0,0 0,-1 0,1 0,6 7,1-1,0 1,1-1,0 0,0 0,0-1,0 0,1-1,0 0,0 0,0-1,1 0,11 5,-17-6,3 0,1 0,-1 0,0 1,0 0,0 0,-1 0,1 1,-1 0,0 0,0 1,0 0,0 0,-1 0,0 1,0 0,-1 0,1 0,-1 0,-1 1,1 0,-1-1,0 1,-1 1,1 1,-2 6,-1 0,-1 0,0 0,-1 0,-1 0,0 0,-1 0,-1-1,0 1,-4 7,1-4,2 1,0 0,1 0,1 1,-1 14,5-30,0 0,0-1,0 1,0 0,1 0,0-1,-1 1,2-1,-1 1,0-1,1 1,-1-1,1 0,0 1,0-1,0 0,0 0,1-1,-1 1,1 0,0-1,0 0,0 1,0-1,0 0,0-1,1 1,-1 0,1-1,-1 0,1 0,-1 0,1 0,0-1,-1 1,1-1,3 0,25 1,1-2,-1-1,1-2,-1-1,0-1,-1-2,0-1,5-3,-18 7,136-42,-97 30</inkml:trace>
  <inkml:trace contextRef="#ctx0" brushRef="#br1" timeOffset="47033.208">1925 5806,'-65'428,"40"-317,18-94,0-27,4-23,2 1,1-1,2 1,5-29,-3 18,-3 35,3-45,2 0,3 1,13-42,-22 90,1 1,0-1,0 1,0 0,0-1,0 1,1 0,-1 0,1 0,0 0,0 0,0 0,0 1,1-1,-1 0,1 1,0 0,-1 0,1 0,0 0,0 0,0 1,1-1,-1 1,0 0,1 0,-1 0,0 0,1 0,-1 1,1 0,-1-1,1 1,2 1,9 3,-1 1,0 0,0 1,0 1,-1 0,0 1,0 1,-1 0,0 0,-1 1,0 1,5 6,-12-14,0 0,-1 0,0 1,0 0,0-1,0 1,-1 0,1 0,-1 1,0-1,-1 0,1 1,-1-1,1 1,-1-1,-1 1,1 0,-1-1,1 1,-1 0,-1 0,1-1,-1 1,0 0,0-1,0 1,-1 2,-7 4,1-1,-2 0,1 0,-1-1,0 0,-1-1,0-1,-1 1,1-2,-1 1,-1-2,1 0,-1 0,0-1,0-1,0 0,0 0,-1-2,-8 1,-45 6,67-8,-1 0,0 0,1 0,-1 0,0 0,1 0,-1 1,0-1,1 0,-1 0,0 1,1-1,-1 1,1-1,-1 0,1 1,-1-1,1 1,-1-1,1 1,-1 0,1-1,0 1,-1-1,1 1,0 0,0-1,-1 1,1 0,0-1,0 1,0 0,0-1,0 1,0 0,0-1,0 1,0 0,0-1,0 1,0 0,1-1,-1 1,0 0,0-1,1 1,-1-1,0 1,1 0,-1-1,1 1,-1-1,1 1,-1-1,1 1,0-1,33 34,-30-31,18 17,1-2,1-1,1-1,0-1,1-1,0-1,1-2,1 0,0-2,18 3,-34-10,0-1,0 0,1-1,-1 0,0-1,0 0,0-1,0 0,0-1,0-1,-1 0,1 0,-1-1,0 0,0-1,-1 0,0-1,0 0,0-1,-1 0,0-1,-1 1,0-2,0 1,-1-1,0 0,-1-1,0 1,-1-1,0-1,0 1,-1 0,1-10,-4 17,0 0,0 0,-1 0,1-1,-1 1,0 0,-1 0,1 0,-1 0,0 0,0 0,0 0,0 0,-1 0,1 0,-1 1,0-1,0 0,0 1,-1 0,1-1,-1 1,0 0,0 0,0 1,0-1,-1 1,1-1,-1 1,1 0,-1 0,0 1,-3-2,2 5,0 0,1 0,-1 1,1 0,-1 0,1 0,0 0,0 0,0 1,1 0,-1 0,1 0,0 0,0 0,0 1,1-1,0 1,0 0,0 0,0 0,1 0,-1 0,1 0,1 0,-1 5,-2 2,1 0,0 1,1-1,1 1,0-1,0 1,1 0,1-1,0 0,1 1,0 0,-1-7,0-1,0 1,1-1,-1 0,1 0,0 0,0 0,1 0,0-1,0 1,0-1,0 0,0 0,1-1,0 1,0-1,0 0,0-1,0 1,0-1,1 0,-1 0,1 0,5 0,43 1,-1-9</inkml:trace>
  <inkml:trace contextRef="#ctx0" brushRef="#br1" timeOffset="48045.396">2968 5954,'-16'0,"1"1,0 1,-1 0,1 1,0 0,0 1,1 1,-8 4,18-8,0 1,-1 0,1 0,0 0,1 1,-1-1,0 1,1 0,0 0,-1 0,1 1,0-1,1 1,-1 0,1-1,-1 1,1 0,0 0,1 1,-1-1,1 0,0 1,0-1,0 1,0-1,1 1,0-1,0 1,0-1,1 3,0 0,1 0,1 0,-1 0,1 0,1 0,-1-1,1 1,0-1,0 0,1-1,0 1,0-1,0 0,1 0,-1 0,4 1,103 61,-80-52,51 36,-82-51,0 1,0 0,-1 0,1 0,0 0,-1 0,1 0,0 0,-1 0,1 0,-1 0,0 0,1 0,-1 0,0 1,0-1,1 0,-1 0,0 0,0 0,0 1,-1-1,1 0,0 0,0 0,-1 0,1 0,0 0,-1 1,1-1,-1 0,0 0,1 0,-1 0,0-1,1 1,-1 0,0 0,0 0,0-1,0 1,0 0,0-1,0 1,0 0,-50 24,38-21,-1 0,1-1,-1 0,1-1,-1 0,0-1,0-1,1 0,-13-2,25 2,0 0,0 1,0-1,0 0,0 0,0-1,0 1,0 0,0 0,0 0,1-1,-1 1,0 0,0-1,0 1,0-1,0 1,0-1,1 1,-1-1,0 0,1 1,-1-1,0 0,1 0,-1 1,1-1,-1 0,1 0,-1 0,1 0,0 0,-1 0,1 0,0 0,0 1,-1-1,1 0,0 0,0 0,0 0,1 0,-1 0,0 0,0 0,0 0,1 0,-1 0,0 0,1 0,-1 0,1 0,-1 1,1-1,-1 0,1 0,0 1,-1-1,1 0,0 1,0-1,13-11,1 0,1 1,0 1,0 1,1 0,0 1,1 1,0 0,3 1,-8 1,91-32,134-58,-231 91,-2 2,0 0,1-1,-1 0,0 0,-1 0,1-1,-1 0,1 0,-1 0,0 0,0 0,1-4,-5 7,1 0,-1 0,0 0,1 0,-1 0,0 0,0-1,0 1,0 0,0 0,0 0,0 0,0-1,-1 1,1 0,0 0,-1 0,1 0,-1 0,1 0,-1 0,0 0,1 0,-1 0,0 0,1 0,-1 0,0 1,0-1,0 0,0 0,0 1,0-1,0 1,0-1,0 1,0-1,-1 1,-43-14,41 14,0 0,0 0,0 0,0 1,0-1,0 1,1 0,-1 0,0 0,0 1,1-1,-1 1,1 0,-1 0,1 0,0 1,0-1,0 1,0-1,0 1,0 0,1 0,0 1,-1-1,1 0,0 1,1-1,-1 1,1 0,-1-1,1 1,0 1,-2 4,1 0,0 0,0 0,1 1,1-1,-1 1,1-1,1 1,0-1,0 0,1 1,0-1,1 2,0-4,0 0,0-1,1 1,0-1,0 0,0 0,1 0,0-1,0 0,1 0,-1 0,1 0,0-1,0 0,1 0,-1-1,1 0,0 0,2 0,8 3,-1-2,1 0,0-1,0 0,1-2,-1 0,13-1,-22 0,0 0,0-1,-1 0,1-1,0 1,-1-1,1-1,-1 0,0 0,0 0,0 0,0-1,-1-1,1 1,-1-1,0 0,4-5,83-97,-77 80,-1-1,-1 0,-1-1,-2-1,0 0,-3-1,0 0,-2 0,-1 0,-2-1,0-29,-3 48,2-12,-1 0,-1 0,-2 0,0 1,-2-1,0 0,-5-10,-2 14,11 21,-1 0,1 0,0 0,0-1,-1 1,1 0,0 0,-1 0,1 0,0 0,0 0,-1-1,1 1,0 0,-1 0,1 0,0 0,-1 0,1 0,0 0,-1 0,1 1,0-1,-1 0,1 0,0 0,-1 0,1 0,0 0,0 1,-1-1,1 0,0 0,0 0,-1 1,1-1,0 0,0 0,0 1,-1-1,1 0,0 1,0-1,0 0,0 0,0 1,-1-1,1 0,0 1,0-1,0 0,0 1,0-1,0 0,0 1,0-1,0 0,0 1,1-1,-1 0,0 1,0-1,0 0,0 0,0 1,1-1,-1 0,0 1,-9 182,7-133,-2 9,2 1,3 0,3 0,11 54,-13-101,0-1,1-1,1 1,0 0,1-1,0 0,1 0,0 0,0-1,1 0,1 0,0 0,0-1,0-1,1 1,1-1,0-1,0 0,0 0,1-1,-1 0,2-1,-1 0,0-1,1 0,1-1,-9-2,0 0,1 0,-1-1,0 0,0 0,1 0,-1 0,0-1,0 0,1 1,-1-2,0 1,0 0,0-1,0 0,-1 0,1 0,0 0,-1 0,1-1,-1 0,0 0,0 0,0 0,0 0,0 0,-1-1,10-19</inkml:trace>
  <inkml:trace contextRef="#ctx0" brushRef="#br1" timeOffset="48297.719">3436 5967,'16'-4,"18"-2,23 0,19-1,17-4,14-2,4-2,-3 0,-11 3,-22 2</inkml:trace>
  <inkml:trace contextRef="#ctx0" brushRef="#br0" timeOffset="9050.947">13209 1141,'-14'2,"0"0,0 2,1-1,-1 2,1 0,0 0,1 2,-1-1,1 1,0 1,1 0,0 1,0 0,1 1,0 0,1 1,0 0,1 0,0 0,0 1,1 1,1 0,-5 7,1-1,1 1,1 0,1 1,0 0,2 0,0 0,2 1,0-1,2 1,0 0,1 0,1 0,1-1,2 1,0-1,1 1,0-1,2-1,1 1,1-1,0 0,1-1,1 0,1-1,1 0,1-1,0-1,1 0,0 0,2-2,11 9,-7-11,0 0,0-2,1 0,0-1,1-2,0 0,0-1,1-1,-1-2,1 0,0-2,0 0,0-2,0 0,0-2,-1 0,1-2,-1-1,0 0,0-2,-1-1,0 0,0-2,-1 0,-1-2,0 0,17-16,-21 17,0-1,-2-1,1-1,-2 0,0-1,-1 0,-1-1,0 0,-1-1,-1 0,-1-1,0 0,-1 0,-2 0,0-1,0 0,-2 0,-1 0,0-1,-2 1,0 0,-1 0,-1-1,-1 1,-1 0,-3-9,-3 8,-1 1,0 0,-1 1,-2 1,0 0,0 0,-2 1,0 1,-1 1,0 0,-1 2,-1 0,0 1,-1 0,0 2,-1 0,0 2,0 0,-1 1,0 1,0 1,-19-1,25 4,1 0,-1 1,1 1,-1 0,0 1,1 1,-1 0,1 1,-1 1,1 1,0 0,1 0,-1 2,1 0,1 0,-1 1,1 1,1 0,-1 1,1 1,1 0,0 0,1 1,0 0,1 1,0 0,-3 7,4-3,0 0,2 1,0 0,1 0,0 0,2 1,0 0,1-1,1 1,0 0,2 0,0 0,1 0,4 12,15 57</inkml:trace>
  <inkml:trace contextRef="#ctx0" brushRef="#br0" timeOffset="9432.925">14452 1716,'-9'-70,"3"-1,3 1,3-1,4 0,2 1,4 0,8-25,-17 87,25-134,-22 131,-1 21,-29 264,12-151,-3 7,7 0,5 54,5-156,2-1,1 1,1-1,2 0,0 0,2 0,6 14,9 6</inkml:trace>
  <inkml:trace contextRef="#ctx0" brushRef="#br0" timeOffset="9781.582">15134 1569,'2'-475,"14"347,-12 124,-2 21,2 150,-16 139,0 96,12-381,1-1,0 0,2 0,0 0,1 0,2 0,-1-1,2 0,2 3,12 13</inkml:trace>
  <inkml:trace contextRef="#ctx0" brushRef="#br0" timeOffset="10432.864">15962 1382,'-8'1,"0"-1,0 2,0-1,0 1,0 0,0 1,0 0,1 0,-1 0,1 1,0 0,0 1,0 0,1 0,0 0,0 1,0 0,0 0,1 0,0 1,0-1,-2 8,-1-1,0 1,2 1,-1-1,2 1,0 1,1-1,1 0,0 1,1 0,0 0,2 7,1-1,2-1,1 1,0-1,2 0,0 0,2 0,0-1,1 0,1 0,1-1,0-1,2 0,0 0,1-1,1-1,0-1,1 0,1 0,0-2,1 0,0-1,1-1,0-1,1-1,0 0,12 2,-23-8,1 0,-1-1,1-1,0 0,0 0,-1-1,1 0,0 0,0-1,-1 0,1-1,0 0,-1-1,0 0,1-1,-1 1,0-2,-1 1,1-1,-1-1,0 1,0-1,-1-1,0 1,0-1,3-5,7-10,-1 0,-1-1,-2-1,0 0,-1-1,-2 0,0 0,-2-1,-1-1,-1 1,-1-1,-1 0,-2 0,-1-1,-1-14,-1 22,-1 0,0 0,-2 1,0-1,-2 1,0 0,-1 0,0 1,-2 0,0 0,-1 1,-1 0,-1 1,0 0,-1 1,0 0,-2 1,1 1,-2 0,0 1,0 1,-1 0,0 1,-1 1,0 1,-1 0,-12-3,20 8,0 0,0 1,1 1,-2-1,1 2,0-1,0 2,0-1,0 1,0 1,0 0,0 1,1 0,-1 0,1 1,0 1,0 0,0 0,0 1,1 0,0 1,1-1,-1 2,1-1,-4 6,-4 11,1 0,0 2,2-1,1 2,1 0,2 0,0 1,2 0,1 0,1 1,2-1,0 23,-6 48</inkml:trace>
  <inkml:trace contextRef="#ctx0" brushRef="#br1" timeOffset="18548.564">15093 179,'-13'25,"0"2,2 0,1 0,1 1,2 0,0 1,2-1,1 1,2 0,0 10,6-381,-5 338,1 0,-1-1,1 1,0 0,1 0,-1 0,1 0,-1 0,1 0,0 0,1 0,-1 0,1 0,0 0,0 1,0-1,0 1,0 0,1-1,0 1,-1 0,1 0,0 1,1-1,-1 0,0 1,1 0,-1 0,1 0,0 0,0 1,3-1,0 1,0 0,0 1,1 1,-1-1,0 1,0 0,0 1,0 0,0 0,0 0,0 1,-1 0,1 0,-1 1,0 0,0 0,4 4,-6-5,0 0,-1 0,0 0,1 0,-1 1,0-1,-1 1,1 0,-1 0,1 0,-1 0,-1 0,1 0,0 1,-1-1,0 1,0-1,0 1,-1-1,0 1,1-1,-2 1,1 0,0-1,-1 1,0-1,0 1,-1 1,-3 2,0 0,-1 0,0-1,0 0,-1 0,0 0,0-1,0 0,-1 0,0-1,0 0,-1 0,1-1,-1 0,0-1,0 0,0 0,9-3,0 0,1 1,-1-1,1 0,-1 0,0 1,1-1,-1 0,0 1,0-1,1 0,-1 1,0-1,0 0,0 1,1-1,-1 1,0-1,0 0,0 1,0-1,0 1,0-1,0 1,0-1,0 0,0 1,0-1,0 1,0-1,0 1,0-1,0 0,0 1,-1-1,1 1,0-1,0 0,0 1,-1-1,1 0,0 1,-1-1,1 0,0 1,-1-1,1 0,0 0,-1 1,1-1,0 0,-1 0,1 0,-1 1,1-1,0 0,-1 0,1 0,-1 0,1 0,-1 0,1 0,-1 0,1 0,0 0,-1 0,1 0,-1 0,1-1,-1 1,39 12,-27-9,5 1,0 0,0 1,-1 1,0 0,0 1,-1 0,0 2,0 0,0 0,-1 1,-1 0,0 1,4 6,-15-15,1-1,-1 1,0 0,0 0,-1 0,1 0,0 0,0 0,-1 0,0 0,1 0,-1 0,0 0,0 0,0 0,0 1,0-1,-1 0,1 0,0 0,-1 0,0 0,0 0,1 0,-1 0,0 0,0-1,-1 1,1 0,0 0,-1-1,1 1,-1-1,1 0,-1 1,-1 0,-69 38,-48-8,60-23</inkml:trace>
  <inkml:trace contextRef="#ctx0" brushRef="#br1" timeOffset="18934.533">14412 125,'-17'-1,"0"0,0 1,0 1,0 0,1 1,-1 1,0 1,1 0,0 2,0-1,0 2,1 0,0 1,0 0,1 2,0-1,-3 4,11-7,-1 1,1 0,0 0,1 1,0-1,0 1,0 0,1 1,0-1,1 1,0 0,-2 7,5-12,-1 1,0-1,1 1,0-1,0 1,0-1,1 1,-1-1,1 1,0-1,1 1,-1-1,1 0,-1 0,1 0,1 0,-1 0,0 0,1 0,0-1,0 1,0-1,0 0,1 0,-1 0,4 2,10 3,-1 0,1-2,0 0,0-1,1 0,0-2,-1 0,1-1,1 0,-1-2,0 0,0-1,0-1,17-4,19-3</inkml:trace>
  <inkml:trace contextRef="#ctx0" brushRef="#br1" timeOffset="19483.41">13088 179,'0'13,"-2"14,-6 14,-3 11,-5 6,-1 2,-1-3,1-5,3-10,4-12</inkml:trace>
  <inkml:trace contextRef="#ctx0" brushRef="#br1" timeOffset="19733.74">13022 165,'53'27,"51"46,68 64,-159-127,0 1,-1 0,-1 1,1 0,-2 0,0 1,0 1,-2 0,1 0,-2 1,-5-11,-1 0,0 0,0 0,0 0,-1 0,0 0,1 0,-1 1,-1-1,1 0,0 0,-1 0,0 0,0 0,0 0,-1 0,1 0,-1 0,0-1,0 1,0-1,-1 1,1-1,-2 2,-5 4,0 0,0-1,-1 0,0-1,0 0,-1 0,-7 3,-15 6,-1-2,0-1,-1-1,0-2,-23 2,-9 0</inkml:trace>
  <inkml:trace contextRef="#ctx0" brushRef="#br1" timeOffset="17443.986">16177 31,'-42'66,"3"2,4 1,-15 43,12-28,32-69,28-37,13-35,-2 0,-2-2,-3-2,-2 0,8-39,-32 95,8-18,-2 41,76 565,-81-557</inkml:trace>
  <inkml:trace contextRef="#ctx0" brushRef="#br1" timeOffset="17696.308">15922 312,'23'0,"25"0,26 0,18-2,9-3,-13-1</inkml:trace>
  <inkml:trace contextRef="#ctx0" brushRef="#br1" timeOffset="21658.956">15387 780,'-10'-5,"-1"1,0 0,0 0,0 2,-1-1,1 1,-1 1,1 0,-1 0,0 2,1-1,-1 1,1 1,-1 0,1 1,0 0,-9 4,6-2,0 2,1 0,0 0,0 1,0 1,1 0,1 1,-1 0,-5 8,-23 18,24-24,0 1,0 1,1 1,1 0,0 1,1 0,1 1,1 1,0-1,1 2,1 0,-2 9,-14 75,6 2,4 0,4 1,5 0,5 12,0-75,2 0,2-1,1 1,2-1,2 0,2-1,2 0,2-1,1 0,2-1,2 0,1-2,23 32,-33-54,0-1,0 0,1 0,1-1,0-1,1 0,0-1,1 0,0-1,0 0,1-1,1-1,12 5,-20-10,2 1,-1-1,0-1,0 0,1 0,-1-1,1 0,0 0,-1-1,1-1,-1 0,1 0,-1 0,1-2,-1 1,0-1,0 0,0-1,0 0,-1 0,5-3,9-16,0 0,-1-2,-2 0,0-1,-2-1,-1 0,-1-1,-1-1,-2-1,-1 0,-1 0,-2-1,5-31,57-346,-70 406,13-54,-4 0,-1-1,-4 0,-1 0,-4 0,-1 0,-4 0,-1 0,-9-26,-3 29,-1 1,-3 1,-3 1,-30-46,54 91,-1 0,1 1,-1 0,-1-1,1 1,-1 0,0 1,0-1,0 1,-1 0,1 0,-1 0,0 0,0 1,-1 0,1 0,-1 0,1 1,-1 0,0 0,0 0,0 1,-5-1,-7 8</inkml:trace>
  <inkml:trace contextRef="#ctx0" brushRef="#br1" timeOffset="23032.28">14492 606,'-22'0,"10"-1,0 0,0 1,0 0,0 1,0 0,0 1,1 0,-1 1,1 0,-1 1,1 1,0-1,1 2,-1-1,-6 6,-9 11,2 2,0 0,1 2,2 1,1 0,1 1,-4 11,-11 31,4 1,2 2,4 0,4 2,-11 67,29-131,-20 90,4 1,4 7,11-76,1 0,2 0,2 0,1 0,1 0,2 0,1-1,6 16,18 30,4-1,3-2,8 6,-24-42,-17-28,1 0,0-1,1 1,0-1,1-1,0 0,0 0,1 0,0-1,1 0,0-1,0 0,0 0,1-1,0-1,0 0,1 0,-1-1,1-1,4 1,-2-2,0-1,0-1,0 0,0 0,0-2,0 0,0 0,-1-1,1-1,-1 0,0-1,0-1,0 0,0 0,-1-2,-1 1,1-1,8-9,10-9,-1-2,-1-1,-2-1,-1-1,-1-1,0-5,6-15,-3-2,-2-1,-2 0,-3-2,-2-1,-3 0,-2-1,-3 0,-3-1,-2-7,1 10,-3-1,-3 1,-2-1,-2 0,-3 1,-3 0,-12-42,-5 17,-4 1,-3 1,-4 2,-27-41,54 100,0 1,-1 1,-1-1,0 2,-10-9,19 21,0 0,0 1,-1-1,1 1,-1 0,0 0,0 1,0-1,0 1,0 0,0 0,-1 1,1-1,-1 1,1 1,-1-1,1 1,-1 0,0 0,1 0,-1 1,1 0,-5 1,-40 19,2 7</inkml:trace>
  <inkml:trace contextRef="#ctx0" brushRef="#br1" timeOffset="50663.736">13115 4297,'-7'0,"2"0,5 0,7 4,6 9,1 11,-2 1</inkml:trace>
  <inkml:trace contextRef="#ctx0" brushRef="#br1" timeOffset="50917.568">13155 5005,'16'14,"12"13,8 9,2 8,0 7,-5 7,-7 4,-16 8,-21 8,-26 7,-28 4,-25 1,3-14</inkml:trace>
  <inkml:trace contextRef="#ctx0" brushRef="#br1" timeOffset="51414.189">15936 3842,'-2'25,"-4"24,0 20,1 13,1 10,1 2,-1-1,-2-7,0-19</inkml:trace>
  <inkml:trace contextRef="#ctx0" brushRef="#br1" timeOffset="51702.238">15628 3655,'175'-20,"-146"19,15-3,-1 3,1 1,0 3,0 1,-1 2,0 2,6 4,-43-11,-1 0,0 0,0 0,0 1,0 0,0 0,0 0,-1 1,1 0,-1 0,1 0,-1 0,0 1,0-1,-1 1,1 0,-1 0,0 1,0-1,0 0,-1 1,1 0,-1 0,0 0,0 0,-1 0,0 0,1 4,-3-2,-1 0,0-1,0 1,-1 0,0-1,0 1,-1-1,1 0,-1 0,0-1,-1 1,0-1,1 0,-2 0,-2 3,-31 24,-1-1,-2-2,0-2,-37 16,-6 5,50-26</inkml:trace>
  <inkml:trace contextRef="#ctx0" brushRef="#br1" timeOffset="52230.534">16644 3707,'0'-72,"-8"102,-23 353,15 108,15-426,-2-48</inkml:trace>
  <inkml:trace contextRef="#ctx0" brushRef="#br1" timeOffset="52484.1">16269 4082,'21'-2,"22"-1,25 0,21 1,15 3,9 3,-3 8,-21 2</inkml:trace>
  <inkml:trace contextRef="#ctx0" brushRef="#br1" timeOffset="52884.03">16979 4537,'16'-31,"-1"-2,-1 1,-2-2,-1 0,-2 0,-1 0,-2-1,-1-1,-2 1,-1 0,-4-33,1 61,1 6,-1 1,1-1,0 1,-1-1,1 0,0 1,-1-1,1 1,0-1,0 0,0 1,-1-1,1 0,0 1,0-1,0 0,0 1,0-1,0 0,1 1,-1-1,0 0,0 1,0-1,1 1,-1-1,0 0,0 1,1-1,-1 1,1-1,-1 1,0-1,1 1,-1-1,1 1,-1-1,1 1,0 0,-1-1,1 1,-1 0,1-1,0 1,-1 0,1 0,-1 0,131 40,-99-31,-19-7,1 1,0 1,-1 0,0 1,0 0,-1 1,1 1,-1 0,-1 0,1 1,-1 1,0 0,7 8,-15-12,-1 0,1 0,-1 0,0 1,0-1,0 1,-1-1,1 1,-1 0,-1-1,1 1,-1 0,0 0,-1 0,1-1,-1 1,0 0,-1 2,-40 103,26-74,16-37,-18 64,18-63,-1 1,2 0,-1 0,0 0,0-1,0 1,1 0,-1 0,1-1,0 1,-1 0,1-1,0 1,0-1,0 1,0-1,0 1,0-1,1 0,-1 1,0-1,1 0,-1 0,1 0,-1 0,1 0,-1 0,1-1,0 1,0 0,-1-1,1 1,0-1,0 0,16 2,-1 0,0-2,0 0,1-1,-1 0,0-2,0 0,0-1,4-2,-2 2,225-60,-182 47</inkml:trace>
  <inkml:trace contextRef="#ctx0" brushRef="#br1" timeOffset="60053.826">16216 5406,'0'18,"2"18,2 11,1 7,2 1,1-2,0-7,0-12</inkml:trace>
  <inkml:trace contextRef="#ctx0" brushRef="#br1" timeOffset="60316.11">16216 5138,'-5'-18,"-3"-8,-3-3,-1 5,-2 6,0 10,-1 12,4 11,4 12,12 12,10 7,4-4</inkml:trace>
  <inkml:trace contextRef="#ctx0" brushRef="#br1" timeOffset="60565.442">16511 5686,'29'-23,"0"-1,-2-1,-1-1,-1-2,-1 0,-2-2,11-18,-13-5,-20 52,0 0,1 0,-1 1,0-1,0 0,0 0,0 0,0 0,0 0,0 0,0 0,0 0,-1 0,1 0,0 0,-1 0,1 0,-1 0,1 0,0 0,-1 0,0 1,1-1,-1 0,0 0,1 1,-1-1,0 0,0 1,1-1,-1 1,0-1,0 1,0-1,0 1,0 0,0 0,0-1,0 1,0 0,0 0,0 0,0 0,0 0,0 0,0 0,0 0,0 0,0 0,0 1,0-1,0 0,-12 5,-1-1,1 1,0 1,0 1,0-1,1 2,0 0,0 0,1 1,0 1,1 0,-9 10,11-11,0 1,0 0,1 0,0 0,1 1,0 0,1 0,-2 4,6-12,0 0,0 0,0 1,0-1,1 0,-1 1,1-1,0 1,0-1,0 0,0 1,1-1,-1 0,1 1,0-1,0 0,0 1,1-1,-1 0,1 0,-1 0,1 0,0-1,0 1,1 0,-1-1,0 1,1-1,-1 0,1 0,0 0,0 0,11 5,1-1,-1 0,1-1,0-1,0 0,1-1,-1-1,1 0,-1-1,1-1,0 0,7-2,169-23,-104 5</inkml:trace>
  <inkml:trace contextRef="#ctx0" brushRef="#br1" timeOffset="60915.63">17366 5338,'-16'-2,"0"0,0 1,0 0,0 2,-1-1,1 2,0 0,1 1,-1 1,0 0,1 2,0-1,-7 5,20-9,0 0,1 0,-1 0,0 0,0 1,0-1,1 0,-1 1,1 0,-1-1,1 1,0 0,-1 0,1 0,0-1,0 1,0 1,1-1,-1 0,0 0,1 0,-1 0,1 0,0 1,0-1,0 0,0 0,0 0,0 1,1-1,-1 0,1 0,-1 0,1 0,0 0,0 0,1 2,7 7,0 1,2-2,-1 1,1-1,1-1,0 0,0-1,1 0,0-1,9 4,10 8,-6-4,-11-8,0 1,-1 1,0 0,-1 1,0 0,0 1,-1 1,-1 0,5 6,-15-16,0 0,0-1,0 1,0 0,0 0,0 0,0 0,-1 0,1 0,-1 0,1 0,-1 0,0 0,0 0,0 0,0 0,0 0,0 0,-1 0,1 0,-1 0,1 0,-1 0,0 0,0-1,1 1,-2 0,1 0,0-1,0 1,0 0,-1-1,1 1,-1-1,1 0,-1 1,0-1,1 0,-1 0,0 0,0 0,0-1,1 1,-1 0,0-1,0 1,0-1,-1 0,-1 1,0 0,0-1,1 0,-1 0,0 0,0 0,0 0,0-1,1 0,-1 0,0 0,0 0,1 0,-1-1,1 0,-1 0,1 0,0 0,0 0,0 0,0-1,0 0,0 0,1 1,-1-1,1-1,0 1,0 0,0-1,1 1,-1-1,1 1,-1-1,1 0,0 1,1-1,-1 0,1 0,-1 0,1 0,0 1,1-1,-1 0,1 0,-1 0,1 1,1-1,-1 0,1-2,7-7,-1 1,2-1,0 2,0-1,1 1,1 1,-1 0,2 1,-1 0,1 1,1 0,-1 1,1 0,1 1,-1 1,1 1,0 0,3 0,-2-1,0 1,1 1,0 0,0 2,-1 0,15 1,-27 0,1 0,-1 0,1 1,-1 0,1 0,-1 0,1 0,-1 1,0 0,0 0,0 0,0 0,0 1,0-1,0 1,-1 0,0 0,1 1,-1-1,0 1,-1-1,1 1,-1 0,1 0,-1 0,0 0,-1 1,3 7,-1 1,-1 0,0 0,-1 0,-1 0,0 0,-1 8,2 46,-1-65,0 0,0 0,0 0,0 0,0 0,0 0,1 0,-1 0,1 0,-1 0,1 0,0 0,0-1,0 1,0 0,0 0,0-1,0 1,1-1,-1 1,1-1,-1 0,1 1,-1-1,1 0,0 0,0 0,-1 0,1 0,0-1,0 1,0 0,0-1,0 1,0-1,0 0,0 0,0 0,0 0,0 0,0 0,2-1,17-7</inkml:trace>
  <inkml:trace contextRef="#ctx0" brushRef="#br1" timeOffset="61163.274">17727 5059,'0'20,"9"16,12 14,12 6,0-5</inkml:trace>
  <inkml:trace contextRef="#ctx0" brushRef="#br1" timeOffset="61644.254">18074 5740,'0'-54,"2"-1,-2-1,-3 1,-2-1,-3 1,-13-50,13 89,13 17,9 8,0-1,1 0,0-1,0-1,0 0,1-2,0 1,-1-2,2 0,9 0,254 34,-274-37,-1-1,0 2,0-1,0 1,0 0,0 0,0 0,0 0,-1 1,1 0,0 0,-1 0,1 1,-1 0,0-1,0 2,0-1,0 0,-1 1,1-1,-1 1,0 0,0 0,0 1,0-1,-1 1,0-1,0 1,0 0,-1-1,1 1,-1 0,0 2,-14 59,10-57,0 0,1 1,0-1,1 1,0-1,0 1,1 0,0-1,1 4,2-7,0-1,0 0,0 0,0 0,1 0,0-1,0 1,0-1,0 0,1 0,0 0,-1-1,2 0,-1 0,0 0,0 0,1-1,0 0,-1 0,1-1,0 1,0-1,0 0,0-1,5 0,13 4,0-1,0-1,0-1,0-1,0-2,0 0,0-1,-1-2,1 0,-1-2,0 0,-1-1,0-2,0 0,9-7,-24 12,0-1,0 0,0 0,-1 0,0 0,-1-1,1 0,-1-1,-1 1,1-1,-1 0,0 0,-1 0,-2 4,1 1,-1 0,0-1,-1 1,1-1,-1 1,1-1,-1 1,0-1,-1 1,1-1,0 1,-1 0,0-1,0 1,0-1,0 1,0 0,-1 0,0 0,1 0,-1 0,0 0,-1 0,1 0,0 1,-1-1,1 1,-1 0,0 0,0 0,0 0,-1-1,-1 1,0-1,0 1,-1 0,1 0,-1 0,1 1,-1 0,0 0,1 0,-1 1,0-1,0 2,1-1,-1 0,0 1,1 0,-1 1,0-1,1 1,0 0,-1 1,1-1,0 1,0 0,0 0,1 0,-1 1,1 0,0 0,0 0,0 0,0 1,1-1,-1 1,1 0,1 0,-1 0,1 0,0 1,0-1,0 1,1-1,0 1,0 0,0-1,1 1,-1 0,1 0,1 5,1-5,0 1,0 0,1-1,-1 0,1 0,1 0,-1 0,1 0,0 0,0-1,1 0,0 0,0 0,0-1,0 1,1-1,-1 0,6 2,7 3,0 0,0-1,1-1,0 0,0-2,1 0,26 4,1-2,0-2,0-3,1-1,46-6,3-5</inkml:trace>
  <inkml:trace contextRef="#ctx0" brushRef="#br1" timeOffset="56633.72">19211 4216,'-5'-2,"0"0,0 0,-1 0,1 1,0 0,-1 0,1 0,-1 1,1 0,-1 0,0 1,1-1,-1 1,1 0,0 0,-1 1,1 0,0 0,0 0,0 0,0 1,0 0,1 0,-1 0,1 1,-1 0,-1 2,-1 0,1 0,0 1,0-1,1 1,0 1,0-1,0 1,1 0,0 0,1 0,0 0,0 1,1 1,1-8,1-1,0 1,-1-1,1 1,0 0,0-1,1 1,-1 0,0-1,0 1,1 0,-1-1,1 1,-1-1,1 1,0-1,0 1,0-1,-1 0,1 1,0-1,1 0,-1 0,0 1,0-1,1 0,-1 0,0 0,1-1,-1 1,1 0,-1 0,1-1,-1 1,1-1,-1 1,1-1,0 0,0 0,66-7,-55 1,-1 0,0-1,0 0,-1-1,0 0,0-1,-1 0,0-1,-1 0,0-1,-1 0,0 0,0 0,-1-1,-1 0,0-1,4-11,2-10,-1 0,-2-1,-1-1,-2 0,-1 0,-2-9,0-232,-6 257,-3 21,-13 64,5 15,3 0,4 1,3 63,5-120,0-1,2 1,0-1,2 1,0-1,2-1,5 13,-9-27,0-1,1 0,-1 1,2-2,-1 1,1 0,0-1,0 0,0 0,1-1,0 1,0-1,1-1,0 1,-1-1,1 0,1 0,-1-1,0 0,1 0,0-1,-1 0,7 0,-4-1,0 0,-1-1,1-1,-1 0,1 0,-1-1,1 0,-1 0,0-1,0 0,0-1,-1 0,1-1,-1 1,0-2,0 1,0-1,-1 0,0-1,0 1,1-3,2-3,0 0,0-1,-2 0,1 0,-2-1,0 0,0 0,-1-1,-1 0,-1 0,0 0,1-9,-5 21,2-3,-1 0,0 0,-1 0,1 1,-1-1,0 0,-1 0,1 0,-1 0,-1 0,1 0,-1 1,-1-4,3 8,-1 1,1-1,-1 0,1 1,-1-1,0 0,0 1,1-1,-1 1,0-1,0 1,1-1,-1 1,0-1,0 1,0 0,0-1,0 1,0 0,0 0,0 0,1 0,-1 0,0 0,0 0,0 0,0 0,0 0,0 1,0-1,0 0,0 1,1-1,-1 0,0 1,0-1,0 1,1-1,-1 1,0 0,1-1,-1 1,0 0,1-1,-1 1,1 0,-1 0,1 0,-30 40,25-30,0 0,1 0,0 0,1 1,0 0,0-1,2 1,-1 0,1 9,1-16,0 0,1 1,-1-1,1 0,0 1,1-1,-1 0,1 0,0 0,0 0,1 0,-1-1,1 1,0-1,0 1,1-1,-1 0,1 0,0 0,0-1,0 0,4 3,5 0,0-1,1 0,-1-1,1 0,0-1,0-1,1 0,-1-1,0-1,0 0,1-1,-1 0,0-1,0-1,0 0,0-1,-1 0,1-1,-1-1,0 0,0-1,-1 0,9-7,-5 3,-2-1,0 0,0-1,-1-1,-1 0,0-1,-1 0,-1 0,0-1,-1-1,-1 1,0-2,-1 1,-1-1,-1 0,0-4,7-33,-4 0,-1-1,-3 0,-3-44,-1 77,0 1,-1-1,-2 1,0 0,-1-1,-2-2,6 24,0-1,0 1,0 0,0 0,0 0,0 0,0 0,0 0,-1-1,1 1,0 0,-1 0,1 0,-1 0,1 0,-1 0,0 0,1 0,-1 0,0 0,0 1,1-1,-1 0,0 0,0 1,0-1,0 0,0 1,0-1,0 1,0 0,0-1,0 1,0 0,-1-1,1 1,0 0,0 0,0 0,0 0,0 0,-1 0,1 0,0 1,0-1,0 0,0 1,0-1,0 0,0 1,0 0,0-1,0 1,0-1,0 1,0 0,0 0,0 0,-9 15,0 0,1 0,1 1,1 0,0 0,1 0,1 1,1 0,0 1,1-1,0 18,-2 4,2 1,1-1,2 1,2-1,1 1,3-1,1 0,-4-25,0 1,2-1,0 0,1 0,0-1,1 1,0-1,2-1,-1 0,2 0,-1 0,2-1,0-1,0 0,1 0,0-2,1 1,0-1,5 2,-11-7,0-1,0 0,0 0,0 0,0-1,1 1,-1-2,1 1,0-1,-1-1,1 1,0-1,0-1,-1 1,1-1,0 0,-1-1,1 0,-1 0,0-1,1 0,-1 0,0-1,-1 1,1-2,-1 1,4-3,-2-2,1 1,-1-2,0 1,-1-1,0 0,-1 0,0-1,-1 0,0 0,0 0,-1 0,-1-1,0 0,0 0,-1 0,0-5,-2 15,1 0,-1 1,1-1,-1 0,1 1,-1-1,0 0,0 1,0-1,0 0,0 0,0 1,0-1,-1 0,1 1,0-1,-1 0,0 1,1-1,-1 1,0-1,0 1,0-1,0 1,0-1,0 1,0 0,0 0,-1-1,1 1,0 0,-1 0,1 0,-1 1,1-1,-1 0,0 0,1 1,-1-1,1 1,-1 0,0-1,0 1,1 0,-1 0,0 0,-1 0,-4 6,1-1,0 1,0 1,0-1,1 1,0 0,1 0,-1 0,1 1,0-1,1 1,0 0,0 0,1 0,0 1,1-1,-1 0,2 1,-1-1,1 2,0-4,0 0,1 0,0 0,0-1,0 1,1 0,0 0,0-1,0 1,1-1,0 1,0-1,0 0,0 0,1-1,0 1,0-1,0 1,1-1,-1-1,1 1,0-1,0 1,0-1,1-1,0 1,6 2,0 0,0-1,0 0,1-1,0-1,0 0,-1 0,1-2,0 1,0-2,8 0,23-6</inkml:trace>
  <inkml:trace contextRef="#ctx0" brushRef="#br1" timeOffset="56886.778">19920 3788,'24'-2,"30"-1,28 0,27 3,18 4,8 3,-20 0</inkml:trace>
  <inkml:trace contextRef="#ctx0" brushRef="#br1" timeOffset="57276.702">20775 4456,'17'-21,"-2"-1,-1-1,-1 0,0-1,-2 0,-1-1,-1 0,-1 0,-2-1,3-16,-7 34,0 0,-1 0,0 0,-1-1,1 1,-2 0,1-1,-1 1,0 0,-1 0,0 0,0 0,0 0,-1 0,-4-6,7 13,-1 0,1 0,-1 0,0 0,0 0,1 0,-1 0,0 0,0 0,0 0,0 0,0 1,0-1,0 0,0 1,-1-1,1 1,0-1,0 1,0 0,-1-1,1 1,0 0,0 0,-1 0,1 0,0 0,0 0,-1 0,1 0,0 0,0 1,-1-1,1 1,0-1,0 1,0-1,0 1,-1-1,1 1,0 0,0 0,0 0,1-1,-1 1,0 0,0 0,0 0,1 0,-1 1,1 1,1-1,0 0,0 0,0 0,0 0,0 0,0 0,0 0,1 0,-1-1,1 1,0-1,-1 1,1-1,0 1,0-1,0 0,0 0,0 0,0 0,0 0,0 0,0 0,3 0,78 24,-67-21,0 0,-1 0,1 2,-1 0,0 1,-1 0,4 3,-12-4,-1 0,0 0,-1 0,0 0,0 1,0 0,-1 0,0 0,0 0,0 0,-1 1,0-1,-1 1,0 0,0-1,-1 1,1 0,-2-1,1 1,-1 0,-2 6,4 45,-2-55,1 1,1-1,-1 1,1-1,-1 1,1-1,0 0,1 1,-1-1,1 0,0 0,0 0,0 0,1 0,-1 0,1-1,0 1,0-1,0 0,0 0,1 0,-1 0,1 0,0-1,0 0,0 0,0 0,0 0,0 0,1-1,-1 0,0 0,4 0,-2-1,1-2,0 1,0-1,-1 0,1 0,-1 0,1-1,-1 0,0-1,0 1,-1-1,1 0,-1-1,0 1,0-1,0 0,0 0,-1-1,0 1,2-5,14-24</inkml:trace>
  <inkml:trace contextRef="#ctx0" brushRef="#br1" timeOffset="57945.46">21390 4189,'-2'8,"0"-1,0 0,1 1,0-1,1 1,-1-1,1 1,1 0,0-1,0 1,0-1,1 0,0 1,0-1,1 0,2 5,-2-6,-1 1,2-1,-1 0,0-1,1 1,0-1,1 1,-1-1,1 0,0-1,0 1,0-1,1 0,0 0,-1-1,1 0,1 0,-1 0,0-1,1 0,-1 0,1 0,0-1,-1 0,1 0,0-1,0 0,-1 0,1 0,0-1,0 0,-1-1,1 1,-1-1,1-1,-1 1,0-1,0 0,4-2,0-3,-1-1,1 1,-2-1,1-1,-1 0,-1 0,0-1,0 1,-1-1,0-1,-1 1,-1-1,1 0,-2 0,0-1,0 1,-1-1,-1-2,-1 15,0 0,0 0,0 0,0 0,0 0,-1 0,1 1,0-1,0 0,0 0,0 0,-1 0,1 0,0 0,0 0,0 0,0 0,-1 0,1 0,0 0,0 0,0 0,0 0,-1 0,1-1,0 1,0 0,0 0,0 0,0 0,-1 0,1 0,0 0,0 0,0 0,0-1,0 1,0 0,0 0,-8 19,5-8,0 1,1 0,1 0,0-1,0 1,1 0,1 0,0 0,2 8,-2-15,0 0,0-1,1 1,-1-1,1 1,0-1,0 0,0 0,1 0,0 0,-1 0,2 0,-1-1,0 1,1-1,-1 0,1 0,0-1,0 1,0-1,0 1,0-1,1 0,-1-1,5 2,1-3,1 0,0-1,-1 0,1 0,-1-1,1 0,-1-1,0-1,0 1,0-1,-1-1,1 0,-1 0,0-1,-1 0,1-1,-1 0,0-1,5-3,0 0,0-1,-1-1,-1 0,-1-1,1 0,-2 0,5-11,-15 27,-2 2,0 0,1 0,0 0,-1 0,1 0,1 1,-1-1,0 1,1-1,0 1,0-1,1 1,-1 0,1-1,0 1,0 0,1-1,-1 1,1 0,0-1,0 1,1-1,-1 1,1-1,0 0,0 1,1-1,-1 0,1 0,1 1,4-1,1 0,0 0,0-1,1 0,-1-1,0 0,1 0,0-1,-1 0,1-1,0 0,-1-1,1 0,-1 0,1-1,-1 0,1-1,-1 0,0 0,0-1,-1 0,4-3,1 1,-1-1,0 0,0-1,-1 0,0-1,0 0,-1-1,0 0,-1-1,0 0,-1 0,0-1,-1 0,0 0,4-11,-9 17,3-6,-5 17,-4 11,0 0,2 1,0-1,1 1,0-1,1 0,1 1,1-1,1 1,0-1,3 9,28 21,-14-34</inkml:trace>
  <inkml:trace contextRef="#ctx0" brushRef="#br1" timeOffset="59270.939">22192 3722,'44'24,"0"-2,2-1,31 9,-43-19,-1 1,-1 2,0 1,-1 2,-1 1,0 2,26 22,-47-33,-1 1,0 0,0 0,-1 1,0 0,-1 0,0 1,-1 0,0 0,-1 0,0 1,-1-1,-1 1,0 0,0 0,-1-1,-1 1,-1 8,1 10,-1-22,0 0,0 1,2-1,-1 0,1 0,0 0,1 0,0 0,0 0,1-1,0 1,4 6,-6-14,0 1,0-1,1 1,-1-1,1 1,-1-1,1 0,-1 0,1 0,0 0,0 0,-1 0,1 0,0 0,0-1,0 1,0-1,0 0,0 1,0-1,0 0,0 0,0 0,0 0,0 0,0-1,0 1,0-1,0 1,-1-1,1 0,0 0,0 0,0 0,-1 0,1 0,0-1,57-52,-45 36,-2-1,0-1,-1 0,0-1,-2 0,-1 0,2-10,-10 18,-12 39,10-21,-1 1,1 0,1 0,-1 0,1 0,0 0,0 1,1-1,0 0,0 0,0 0,1 1,0-1,0 0,1 0,0 0,0 0,0 0,0-1,1 1,0 0,0-1,1 0,0 0,1 2,10 2,0 0,0-1,0-1,1-1,0 0,0-1,1 0,-1-2,1 0,0-1,0 0,0-1,0-1,0-1,13-2,-14 3,-1-1,1 0,0-1,-1-1,1 0,-1-1,0-1,0 0,0-1,-1-1,0 0,0-1,-1 0,0-1,0-1,-1 0,9-10,-19 18,0 1,0-1,0 0,-1 0,1 0,-1 0,0 0,1 0,-1 0,0 0,0 0,0-1,0 1,-1 0,1-1,-1 1,1-1,-1 1,0-1,0 1,0-1,0 1,0 0,-1-1,1 1,-1-1,1 1,-1 0,0-1,0 1,0 0,0 0,-1 0,1 0,-1 0,1 0,-1 0,0 0,1 0,-1 1,0-1,0 1,0-1,0 1,0 0,-2-1,-9-2,0 0,0 1,0 1,-1 0,1 1,0 0,-1 1,1 0,-1 1,1 1,0 0,0 1,0 0,-3 2,14-4,-1 0,0 1,0-1,0 1,1 0,-1 0,1 0,-1 0,1 0,0 0,0 0,0 1,0-1,0 1,1 0,-1-1,1 1,-1 0,1 0,0 0,0 0,1 0,-1 0,0 0,1 0,0 1,0-1,0 0,0 0,0 0,1 0,0 0,-1 0,1 0,0 0,0 0,1 0,-1 0,0 0,1 0,0-1,0 1,0-1,2 3,2 1,0 1,1-1,0 0,1 0,-1-1,1 0,0 0,1-1,-1 0,1 0,-1-1,1 0,0-1,0 0,0 0,1-1,-1 0,0-1,1 0,-1 0,0-1,0 0,0-1,1 0,-1 0,-1-1,1 0,0-1,-1 0,0 0,7-5,16-19,-31 28,1 0,0 0,-1 0,1 0,-1 0,1 0,-1 0,1 1,-1-1,1 0,-1 0,1 1,-1-1,1 0,-1 1,1-1,-1 0,0 1,1-1,-1 0,0 1,1-1,-1 1,0-1,1 1,-1-1,0 1,0-1,0 1,1-1,-1 1,0-1,0 1,0 0,0-1,0 1,0-1,0 1,0-1,0 1,0-1,0 1,-1-1,1 1,0 0,0-1,0 4,1 2,0 0,0-1,0 1,1-1,0 0,0 0,0 1,1-1,-1-1,1 1,1 0,-1-1,0 1,1-1,0 0,0 0,0-1,1 1,-1-1,1 0,0 0,0 0,2 0,-5-2,-1-1,1 0,-1 0,1 0,0 0,-1 0,1 0,-1 0,1 0,-1-1,1 1,-1-1,1 1,-1-1,1 1,-1-1,1 0,-1 0,0 0,1 0,-1 0,0 0,0 0,0 0,0 0,0 0,0-1,0 1,0 0,0-1,-1 1,1-1,-1 1,1-1,-1 1,1-1,12-59,-9 16,-3 0,-1 0,-3 0,-1 0,-5-12,8 50,0 6,0-1,0 0,1 0,-1 1,0-1,1 0,0 0,-1 0,1 0,0 0,0 0,0 0,0 0,0 0,0 0,1 0,-1 1,0-1,1 0,0 0,-1 0,1 0,0 1,0-1,0 0,0 1,1-1,-1 1,0-1,0 1,1 0,-1-1,1 1,0 0,-1 0,1 0,0 0,-1 0,1 1,2-2,12 2,0 1,0 0,0 1,-1 0,1 2,0 0,-1 0,0 1,1 2,0-1,0 0,0 1,-1 1,1 1,-2 0,9 7,-20-14,1 1,0 0,-1 0,0 0,0 0,0 1,0-1,-1 1,1 0,-1-1,0 1,0 0,0 1,-1-1,1 0,-1 0,0 1,0-1,-1 1,1-1,-1 1,0-1,0 1,-1-1,1 0,-1 1,-1 2,-15 32,-5 31,23-68,-1 0,1 0,-1 0,1-1,0 1,-1 0,1 0,0-1,0 1,0 0,1-1,-1 1,0-1,0 0,1 1,-1-1,1 0,-1 0,1 0,0 0,-1 0,1 0,0 0,0-1,0 1,-1 0,1-1,0 0,0 1,2-1,60 3,-46-4,0-1,-1 0,0-2,1 0,-1 0,0-2,-1 0,0-1,0 0,0-2,-1 1,0-2,0 0,-1-1,-1-1,0 0,-1 0,0-1,10-14,-19 24,-1-1,1 1,0-1,-1 0,0 1,0-1,0 0,0-1,-1 1,1 0,-1 0,0-1,-1 1,1 0,-1-1,1 1,-1-1,-1 1,1 0,-1-1,1 1,-1-1,0 1,-1 0,1 0,-1 0,0 0,0 0,0 0,-1 0,1 1,-1-1,0 1,0-1,0 1,0 0,0 0,-1 1,0-1,1 1,-1 0,-3-2,4 3,-1 0,1 0,-1 1,0-1,1 1,-1-1,0 1,1 0,-1 1,0-1,1 1,-1-1,1 1,-1 0,1 0,-1 1,1-1,0 1,-1 0,1 0,0 0,0 0,0 0,1 1,-1-1,0 1,1 0,0-1,0 1,0 0,-2 4,0 0,1 0,-1 0,1 1,1-1,0 1,0 0,0 0,1 0,0 0,1 0,-1 0,2 0,-1 0,1 3,5 7,1 0,1-1,0 0,1 0,1-1,0 0,1-1,1 0,0 0,1-2,1 1,0-2,1 0,0 0,1-2,0 0,1-1,6 3,140 61,-92-51</inkml:trace>
  <inkml:trace contextRef="#ctx0" brushRef="#br1" timeOffset="63945.03">26536 3520,'-28'26,"0"1,2 1,0 2,3 0,0 1,2 2,1 0,2 1,1 1,2 0,1 1,2 1,2 0,1 1,-3 29,10-56,0-2,0 1,0 0,1-1,0 1,0 0,1 0,1-1,0 1,0 0,1-1,0 1,0-1,1 1,3 4,-5-11,1-1,0 0,0 0,1 0,-1 0,0 0,1 0,-1-1,1 1,-1-1,1 1,0-1,-1 0,1 0,0 0,0-1,0 1,0-1,0 1,0-1,0 0,0 0,0-1,0 1,-1 0,1-1,0 0,0 0,0 0,0 0,86-41,-52 16,-1-1,-1-2,-2-1,-1-1,-1-3,-2 0,-1-1,-2-2,-2-1,-1-1,8-20,-16 28,-1-1,-1 0,-2-1,-1-1,-2 1,-1-2,-1 1,-2 0,-2-1,-1 0,-3-14,2 43,0 0,0-1,-1 1,0 0,0 0,-1 0,0 0,0 0,0 1,-1-1,0 0,0 1,0 0,-1 0,1 0,-1 0,-1 0,1 1,-1 0,1 0,-1 0,0 0,0 1,-1 0,1 0,-1 0,0 1,1 0,-1 0,0 0,0 1,-1 0,1 0,0 0,0 1,-4 0,4 1,0 1,0 0,0 1,1-1,-1 1,0 0,1 0,0 1,0 0,0 0,0 0,0 0,1 1,0 0,0 0,0 0,1 0,-1 0,1 1,1 0,-3 4,-2 9,0 0,2 0,0 1,1 0,1 0,0 5,1 52,3 0,4 0,4 0,2-1,4-1,14 38,21 130,-31-126,-14-74</inkml:trace>
  <inkml:trace contextRef="#ctx0" brushRef="#br1" timeOffset="64515.503">26884 4069,'0'9,"1"87,-5-1,-10 49,10-127,1-25,1-30,1 14,1 0,1 1,1-1,1 0,1 0,2 1,0 0,1 0,1 1,2-1,0 2,1-1,1 2,9-12,-19 29,0 0,0 0,0 1,1-1,-1 1,1-1,0 1,0 0,0 0,0 0,0 0,0 1,0-1,1 1,-1 0,1 0,-1 0,1 0,-1 1,1-1,-1 1,1 0,-1 0,1 0,0 0,-1 1,1 0,-1-1,0 1,1 1,-1-1,1 0,0 2,4 4,-1 0,1 1,-2 0,1 0,-1 0,0 1,-1 0,0 1,0-1,-1 1,0 0,-1 0,0 0,-1 0,0 1,0 6,-2-11,-1 0,0-1,0 1,0 0,0-1,-1 1,0-1,-1 0,1 0,-1 0,0 0,0 0,0 0,-1-1,0 1,1-1,-2 0,1-1,0 1,-1-1,0 1,0-1,0 0,-4 1,-29 25,38-29,-1 0,1 1,0-1,-1 0,1 1,0-1,0 0,-1 1,1-1,0 1,0-1,0 0,-1 1,1-1,0 1,0-1,0 1,0-1,0 0,0 1,0-1,0 1,0-1,0 1,0-1,0 0,0 1,0-1,1 1,-1-1,0 0,0 1,0-1,1 1,-1-1,0 0,0 1,1-1,-1 0,0 1,1-1,-1 0,0 0,1 1,-1-1,1 0,-1 0,0 0,1 0,-1 1,1-1,-1 0,0 0,1 0,-1 0,1 0,-1 0,1 0,32 8,-29-7,9 1,79 24,-89-25,0 1,0-1,0 1,0 0,0 0,-1 0,1 0,-1 1,1-1,-1 1,0-1,0 1,0 0,0 0,-1 0,1 0,-1 0,0 0,1 0,-1 0,-1 0,1 1,0-1,-1 0,0 1,0 2,-3 5,0 0,-1 0,0-1,-1 1,-1-1,1 0,-1 0,-1 0,0-1,0 0,-1-1,0 0,-1 0,0 0,0-1,0 0,-1-1,0 0,0-1,-4 2,-104 48,64-35</inkml:trace>
  <inkml:trace contextRef="#ctx0" brushRef="#br1" timeOffset="65212.899">26416 5446,'-18'7,"0"1,1 1,0 0,0 1,1 1,1 1,0 0,0 1,1 1,1 0,0 1,1 0,1 1,0 0,1 1,1 0,0 0,2 1,0 0,1 1,0 0,2 0,-1 8,3-15,0 0,1 0,1 0,0 0,1 0,0 0,1-1,0 1,1 1,-2-9,0 0,0 0,1 0,0-1,-1 1,1 0,1-1,-1 1,0-1,1 0,0 0,-1 0,1 0,0 0,1-1,-1 1,0-1,1 0,0 0,-1 0,1 0,0-1,0 0,0 0,0 0,0 0,4 0,2-1,0-1,0-1,0 0,0 0,0-1,0 0,0-1,-1 0,0 0,0-1,0-1,0 1,-1-1,0-1,0 1,2-4,21-17,-2-1,-1-1,-2-2,-1 0,-1-2,-2-1,-1 0,-1-2,-3 0,0-1,-3-1,9-35,-19 61,0 1,0-1,-2 0,1 0,-2 0,0 0,0-1,-1 1,0 0,-1 0,-1 0,0 0,0 0,-1 0,-1 0,0 1,0-1,-1 1,-1 0,-2-4,4 12,0 0,0 0,0 0,0 0,0 1,0-1,-1 1,1 0,-1 1,0-1,0 1,1-1,-1 2,0-1,0 0,0 1,0 0,0 0,0 1,0-1,0 1,1 0,-1 0,0 1,0-1,-3 3,-4 1,1 0,0 1,0 0,0 1,1 0,0 1,0 0,1 0,0 1,-1 2,0 2,1 1,0 0,0 1,2 0,0 0,1 1,0 0,1 0,1 0,1 1,0-1,1 1,1 0,0 0,1 0,1-1,1 1,0 0,2-1,-1 1,2-1,0 0,1 0,1-1,3 6,14 23,2-1,2-1,2-1,22 21,-25-32,-2 1,-1 2,-2 0,-1 1,-1 1,-2 1,9 28,-17-30</inkml:trace>
  <inkml:trace contextRef="#ctx0" brushRef="#br1" timeOffset="65527.566">27219 5954,'-19'-5,"1"1,-1 0,1 2,-1 0,0 1,0 1,0 1,0 0,0 2,1 0,-1 1,1 1,0 0,0 2,1 0,-1 1,2 0,-1 2,1 0,0 1,11-7,0-1,0 1,1 0,-1 1,1-1,0 0,1 1,-1 0,1 0,0 0,0 1,0-1,1 1,0-1,0 1,0 0,1 0,0-1,0 1,0 0,1 0,0 0,0 0,1 0,-1 0,1 0,1 0,-1 0,1 0,0 0,0-1,1 2,9 6,0-1,0-1,1 0,1-1,-1-1,2 0,-1 0,1-1,0-1,1-1,0 0,0-1,0-1,1-1,-1 0,1-1,0 0,17 4,0-2,0-1,0-2,0-1,0-1,0-2,0-2,-1-1,22-7,5-7</inkml:trace>
  <inkml:trace contextRef="#ctx0" brushRef="#br1" timeOffset="66532.694">25654 3267,'8'1682,"-8"-1680,4 558,-28 56,3-395,3-34,5 124,13-299,-1 4,1 0,0 1,1-1,1 0,0 1,1-1,1-1,1 1,0 0,1-1,0 0,4 4,-9-17,1 1,0-1,1 1,-1-1,0 0,1 0,-1 0,1 0,0-1,-1 1,1-1,0 1,0-1,0 0,0 0,0-1,0 1,1 0,-1-1,0 0,0 0,0 0,0 0,1 0,-1-1,0 1,0-1,0 0,0 0,2-1,86-53,-78 45,1 0,0 0,1 1,0 1,0 0,1 1,0 1,0 0,0 1,16-2,35-1,1 3,1 3,8 3,-22 0,1388 3,-1268-12,-144 0,-31 8,0 0,-1 0,1 1,0-1,-1 0,1 0,0 0,-1 0,1 1,-1-1,1 0,0 0,-1 0,1 0,-1 0,1 0,0 0,-1 0,1 0,0 0,-1 0,1 0,-1 0,1 0,0-1,-1 1,1 0,0 0,-1 0,1-1,0 1,-1 0,1 0,0-1,-1 1,1 0,0 0,0-1,0 1,-1 0,1-1,0 1,0 0,0-1,0 1,-1-1,1 1,0 0,0-1,0 1,0-1,0 1,0 0,0-1,0 1,0 0,0-1,0 1,1-1,-1 1,0 0,0-1,0 1,0 0,1-1,-1 1,0 0,0-1,0 1,1 0,-111-11,63 10</inkml:trace>
  <inkml:trace contextRef="#ctx0" brushRef="#br1" timeOffset="67731.001">25601 3267,'-4'-26,"2"0,1 0,1 0,1 0,1 0,2 1,4-17,-6 30,2 1,-1-1,2 0,-1 1,2 0,-1 0,2 1,-1 0,1 0,1 0,0 1,0 0,1 0,0 1,0 0,1 1,2-1,4-1,1 1,0 0,1 2,-1 0,1 1,0 1,1 0,-1 2,1 0,-1 1,9 1,21 1,1 3,-1 2,38 10,179 47,136 25,-123-58,1-12,101-14,-267-3,49 5,-158-5,0-1,0 1,0 0,0 0,0 1,0-1,0 1,0 0,0 0,-1 0,1 0,-1 0,0 1,0 0,0 0,0 0,0 0,0 0,-1 0,1 1,-1-1,0 1,0 0,-1-1,1 1,-1 0,1 4,7 24,-2 0,-1 0,-1 1,-2 0,-2 0,-1 0,-1 0,-2 0,-1 0,-1 0,-3 0,2 8,-23 169,8 2,8 156,59 244,-19-331,-8 170,-51 158,32-532,3 0,4 0,3 0,11 38,-9-55,-2 1,-4 1,-2-1,-3 9,-2 5,1-90,0-5</inkml:trace>
  <inkml:trace contextRef="#ctx0" brushRef="#br1" timeOffset="68513.431">25615 4951,'1406'-25,"-410"3,-873 19,-99 7,-24-3,1-1,-1 0,0 1,0-1,0 1,0-1,0 1,0-1,0 1,0-1,0 1,0-1,0 1,0-1,0 1,-1-1,1 1,0-1,0 1,0-1,-1 1,1-1,0 0,-1 1,1-1,0 1,-1-1,1 0,0 1,-1-1,1 0,-1 0,1 1,-1-1,1 0,0 0,-1 0,1 0,-1 1,1-1,-1 0,1 0,-1 0,1 0,-1 0,1 0,-1 0,1 0,-1 0,1-1,-1 1,1 0,-1 0,1 0,-1-1,1 1,-19 3</inkml:trace>
  <inkml:trace contextRef="#ctx0" brushRef="#br1" timeOffset="71745.395">25508 4523,'43'-35,"1"2,2 2,2 3,3-1,-22 13,822-427,-694 364,676-324,-777 378,-46 24,-31 13,-29 13,-8 2</inkml:trace>
  <inkml:trace contextRef="#ctx0" brushRef="#br1" timeOffset="72045.591">25695 2932,'16'7,"19"11,26 19,30 23,31 25,32 24,27 24,23 18,12 14,6 5,-3 0,-11-7,-16-11,-21-15,-20-19,-21-24,-32-27</inkml:trace>
  <inkml:trace contextRef="#ctx0" brushRef="#br1" timeOffset="77446.991">27780 5780,'71'10,"527"28,-396-29,284 20,-432-21,-53-7,-2-1</inkml:trace>
  <inkml:trace contextRef="#ctx0" brushRef="#br1" timeOffset="77748.186">29050 5633,'0'-1,"0"0,0 1,0-1,0 0,1 1,-1-1,0 0,0 1,1-1,-1 0,0 1,1-1,-1 1,1-1,-1 1,1-1,-1 1,1-1,-1 1,1 0,-1-1,1 1,-1 0,1-1,0 1,-1 0,1 0,0-1,-1 1,1 0,0 0,-1 0,1 0,0 0,-1 0,1 0,0 0,-1 0,1 0,0 1,-1-1,1 0,0 0,22 2,-1 0,1 1,-1 1,0 2,0 0,0 1,-1 1,11 6,-13-7,0 1,-1 1,-1 0,1 2,-2 0,1 0,-1 2,-1 0,-1 1,1 0,7 11,-20-19,1-1,-1 0,0 1,0-1,0 1,-1 0,1 0,-2-1,1 1,-1 0,1 0,-2 0,1 0,-1 0,1 0,-2-1,1 1,-1 0,0 0,0-1,0 0,-1 1,0-1,0 0,0 0,0 0,-1-1,0 1,0-1,0 0,-1 0,0 0,0 0,-31 27,-1-1,-2-1,0-3,-9 3,-49 34,68-40,21-10,14-6</inkml:trace>
  <inkml:trace contextRef="#ctx0" brushRef="#br1" timeOffset="78032.424">30093 5767,'2'18,"3"15,1 11,2 8,1 0,0 0,-3-3,1-7,-1-11</inkml:trace>
  <inkml:trace contextRef="#ctx0" brushRef="#br1" timeOffset="78314.935">30053 5379,'-16'-14,"-10"-6,-2-3,3 6,8 7,14 12,18 13,19 13,15 11,-1-1</inkml:trace>
  <inkml:trace contextRef="#ctx0" brushRef="#br1" timeOffset="78570.977">30307 5954,'18'-7,"-1"-2,0 1,0-2,0 0,-2-1,1-1,-1 0,-1-1,0-1,-1 0,-1-1,0 0,-1-1,0 0,-2-1,8-16,-16 31,0 0,0 0,0 0,0 0,0 0,-1 0,1 0,-1 0,0 0,1 0,-1 0,0 0,0 0,0 0,0 0,-1 0,1 0,-1 0,1 0,-1 0,1 0,-1 0,0 0,0 0,0 0,0 0,-1 1,1-1,0 1,-1-1,1 1,-1-1,1 1,-1 0,0-1,0 1,1 0,-1 0,0 0,0 1,0-1,0 0,0 1,0-1,0 1,0 0,0 0,0 0,-2 0,-6 2,1 0,0 1,-1 0,1 1,1 0,-1 1,0-1,1 2,0-1,0 1,1 0,0 1,0 0,0 0,1 0,0 1,0 0,1 0,0 1,0-1,1 1,0 0,1 0,0 0,0 1,0 6,2-11,0 1,1 0,-1 0,1-1,0 1,1 0,0 0,0-1,0 1,0-1,1 1,0-1,0 1,0-1,1 0,0 0,0 0,0 0,1-1,-1 1,1-1,0 0,0 0,1 0,-1 0,1-1,0 0,0 0,0 0,0-1,0 0,4 2,119 24,-65-23</inkml:trace>
  <inkml:trace contextRef="#ctx0" brushRef="#br1" timeOffset="79029.955">30882 5633,'-3'-1,"-8"-3,0 1,0 0,0 1,-1 0,1 0,0 2,-1-1,0 1,-10 2,20-1,0-1,1 1,-1-1,0 1,0 0,1 0,-1 0,0 0,1 0,-1 0,1 0,-1 0,1 1,0-1,0 0,-1 1,1-1,0 1,0 0,1-1,-1 1,0 0,0 0,1-1,-1 1,1 0,0 0,-1 0,1 0,0 0,0-1,0 1,0 0,0 0,1 0,-1 0,1 0,-1-1,1 1,0 0,0 0,35 72,148 132,-158-167,-26-38,1 0,-1 0,0 0,0 1,0-1,0 0,0 0,0 0,0 0,0 0,0 0,0 0,-1 0,1 0,0 0,-1 0,1 0,-1 0,1 0,-1 0,1-1,-1 1,0 0,1 0,-1 0,0-1,0 1,1 0,-1-1,0 1,0-1,0 1,0-1,0 1,0-1,0 0,0 1,0-1,0 0,0 0,0 0,0 0,-6 2,0 0,1 0,-1-1,0 0,1-1,-1 1,0-1,0-1,0 1,0-1,1 0,-1-1,0 1,1-1,0-1,-1 0,5 2,1 0,-1-1,1 1,-1-1,1 0,0 1,0-1,0 0,0 0,0 1,0-1,1 0,-1 0,0 0,1 0,0 0,-1 0,1 0,0 0,0 0,0 0,0 0,1 0,-1 0,1 0,-1 0,1 0,-1 0,1 0,0 0,0 0,0 0,0 1,0-1,1 0,47-56,-26 39,1 0,1 2,0 1,1 1,1 1,0 1,1 2,22-7,-48 18,0-1,-1 0,1 1,-1-1,1 1,0 0,-1-1,1 1,0 0,0 0,-1 0,1 0,0 1,-1-1,1 0,0 1,-1-1,1 1,0 0,-1-1,1 1,-1 0,1 0,-1 0,0 0,1 0,-1 0,0 0,0 1,0-1,0 0,0 1,0-1,0 1,0-1,0 1,-1-1,1 1,-1-1,1 1,-1 0,1-1,-1 1,0 0,0 0,36 173,-34-168,0 0,0-1,0 1,1-1,-1 0,1 1,1-2,-1 1,1 0,0 0,0-1,1 0,-1 0,1 0,3 1,5-5,-1-5</inkml:trace>
  <inkml:trace contextRef="#ctx0" brushRef="#br1" timeOffset="79279.289">31243 5366,'-3'13,"7"14,11 12,13 8,1-5</inkml:trace>
  <inkml:trace contextRef="#ctx0" brushRef="#br1" timeOffset="79778.567">31470 5954,'-4'-53,"2"1,2-1,3 0,4-12,-4 29,10-51,-13 86,0 0,0 0,0 0,0-1,0 1,0 0,1 0,-1 0,0 0,1 0,-1 0,1 0,-1 0,1 0,0 0,-1 0,1 0,0 0,0 0,-1 1,1-1,0 0,0 0,0 1,0-1,0 1,0-1,0 1,0-1,0 1,0 0,1 0,-1-1,0 1,0 0,0 0,0 0,0 0,1 0,-1 0,0 0,0 1,0-1,0 0,0 1,0-1,0 1,0-1,0 1,1 0,133 103,-130-102,0 1,0 0,0 1,-1-1,1 1,-1 0,0 0,0 1,0-1,0 1,-1 0,0 0,0 0,0 0,-1 1,1-1,-1 0,-1 1,1 0,-1 0,0-1,0 1,-1 0,1 6,-14 48,10-50,1-1,-1 1,2 0,-1 0,1 0,1 0,0 0,0 0,1 1,0-8,0-1,0 1,0 0,0-1,1 1,-1-1,1 0,0 1,-1-1,1 0,0 0,0 0,0 0,1-1,-1 1,0 0,1-1,-1 0,1 1,-1-1,1 0,0 0,-1-1,1 1,0 0,2-1,76 1,-71-3,0 0,0-1,-1 0,1-1,-1 0,0-1,0 0,-1 0,1-1,-1 0,-1 0,1-1,-1 0,0 0,0-1,-1 1,3-5,1-4,0 0,0 0,-2-1,0 0,-1 0,-1-1,0 0,3-17,-9 34,1 0,0 0,-1-1,1 1,-1 0,1 0,-1 0,1-1,-1 1,0 0,0 0,1-1,-1 1,0 0,0-1,0 1,0 0,-1 0,1-1,0 1,-1 0,1 0,0-1,-1 1,0 0,1 0,-1 0,1 0,-1 0,0 0,0 0,0 0,0 0,0 0,0 0,0 0,0 1,0-1,0 0,0 1,0-1,-1 1,1-1,0 1,0 0,0-1,-1 1,1 0,0 0,-1 0,1 0,0 0,0 0,-1 0,1 1,0-1,-1 0,1 1,0-1,-1 1,-5 4,-1 0,2 0,-1 1,1 0,0 0,0 0,0 1,1 0,0 0,0 0,1 0,0 1,0 0,1 0,0 0,1 0,-1 1,2-1,-1 1,1-1,0 1,1-1,0 1,0 3,2-6,-1 0,1 0,0 0,0 0,0 0,1-1,0 1,0-1,0 0,1 0,0 0,0 0,0-1,0 0,1 1,0-2,0 1,0 0,0-1,0 0,1 0,1 0,13 5,0 0,1-2,-1 0,1-1,18 1,16 1,-7-3</inkml:trace>
  <inkml:trace contextRef="#ctx0" brushRef="#br1" timeOffset="80032.795">32406 6007,'9'0,"7"0,6-2,4-3,-3-3,-5-1</inkml:trace>
  <inkml:trace contextRef="#ctx0" brushRef="#br1" timeOffset="32404.162">9452 5338,'1'45,"-3"0,-2 0,-1-1,-2 0,-3 0,-1-1,-2 0,-9 15,-18 8,39-66,0 1,-1-1,1 0,0 1,-1-1,1 0,0 0,-1 0,1 0,-1 0,1 0,0-1,-1 1,1 0,0-1,-1 1,1-1,0 1,0-1,0 0,-1 0,1 1,0-1,0 0,0 0,0 0,0 0,0 0,1 0,-1 0,0-1,0 1,1 0,-1 0,1 0,-1-1,1 1,0 0,-1-1,1 1,0 0,0-1,0 1,0-1,0 1,0 0,0-1,0 1,1 0,-1-2,-17-228,16 198,1 17,-2-22,1 0,2 0,2 0,1 0,2 0,5-13,-9 45,-1 0,2 0,-1 0,1 0,0 1,0-1,0 1,1 0,0 0,0 0,0 0,0 1,1 0,0 0,0 0,0 0,0 1,1 0,-1 0,1 0,0 1,0-1,0 2,0-1,0 1,0-1,0 2,5-1,2 1,0 0,0 1,-1 0,1 1,-1 1,0 0,1 1,-1 0,-1 0,1 2,-1-1,0 1,0 1,0 0,-1 1,0 0,-1 0,1 1,-2 0,1 1,-1 0,6 10,-12-14,1-1,-1 1,0 0,-1 0,1 0,-1 0,0 0,-1 0,1 0,-1 0,0 0,-1 0,0 0,0 0,0 0,0 0,-1 0,0 0,0-1,-1 1,0-1,0 0,0 1,0-1,-1 0,0-1,0 1,0-1,-1 0,1 0,-1 0,0 0,-4 1,-8 6,-1 0,0-2,0 0,-1-1,-1-1,1-1,-1-1,0 0,0-1,0-2,-4 0,24-1,1-1,-1 0,1 0,-1 0,1 1,-1-1,1 0,-1 1,1-1,-1 1,1-1,-1 0,0 1,1-1,-1 1,0-1,0 1,1-1,-1 1,0-1,0 1,1-1,-1 1,0-1,0 1,0 0,0-1,0 1,0-1,0 1,0-1,0 1,0-1,0 1,-1 0,1-1,0 1,0-1,0 1,-1-1,1 1,0-1,-1 1,1-1,0 0,-1 1,1-1,-1 1,1-1,-1 0,1 1,-1-1,1 0,-1 0,1 1,-1-1,1 0,-1 0,1 0,-1 0,1 1,-1-1,1 0,-1 0,0 0,1 0,-1 0,1-1,157 175,-63-97,-90-74,1 0,0-1,0 1,0-1,0 0,0 0,0 0,0-1,1 0,-1 0,0 0,1-1,-1 1,1-1,-1-1,1 1,-1-1,0 0,1 0,4-2,0-3,0 0,0 0,0-1,-1 0,0-1,-1 0,1-1,-1 1,1-5,28-26,-37 39,1-1,-1 1,0-1,1 1,-1-1,0 1,1-1,-1 1,1 0,-1-1,1 1,-1 0,1-1,-1 1,1 0,-1-1,1 1,-1 0,1 0,0 0,-1 0,1-1,-1 1,1 0,0 0,-1 0,1 0,-1 0,1 1,0-1,-1 0,1 0,-1 0,1 0,0 1,-1-1,1 0,-1 0,1 1,-1-1,1 1,-1-1,1 0,-1 1,0-1,1 1,9 29,-8-17,-1-9,1 1,-1-1,0 0,1 0,0 1,0-1,0 0,1-1,-1 1,1 0,0-1,0 1,0-1,0 0,1 0,-1 0,1 0,0-1,0 0,0 0,0 0,0 0,0 0,1-1,-1 0,0 0,1 0,-1 0,1-1,2 1,1-1,-1-1,1 1,-1-1,0-1,0 1,0-1,0-1,0 1,0-1,0 0,-1-1,1 0,-1 0,0 0,0 0,-1-1,1 0,2-4,-4 6,-1-1,0 0,1 0,-1-1,-1 1,1 0,-1-1,0 0,0 1,0-1,-1 0,1 0,-1 0,0 0,-1 0,1-1,-1 1,0 0,0 0,-1 0,0 0,0 0,0 0,0 0,-1 0,1 0,-1 0,-1 0,-1-2,-1 0,1 1,-1-1,-1 1,1 0,-1 1,0 0,0 0,0 0,-1 0,0 1,0 0,0 1,0 0,-1 0,1 0,-1 1,0 0,0 0,1 1,-1 0,-2 0,3 1,1 0,0 0,0 0,-1 1,1 0,0 0,0 0,0 1,0 0,0 0,0 1,1-1,-1 1,1 0,0 1,0 0,0-1,0 2,0-1,1 0,0 1,0 0,0 0,1 0,-1 0,1 1,0-1,0 3,1-4,1 0,0 1,-1-1,2 0,-1 1,0 0,1-1,0 1,0-1,0 1,0-1,1 1,0-1,0 1,0-1,1 1,-1-1,1 0,0 0,0 0,0 0,1 0,0 0,0 0,21 22</inkml:trace>
  <inkml:trace contextRef="#ctx0" brushRef="#br1" timeOffset="32766.768">10388 5406,'73'-1,"-59"2,-14 0,12-1,0 1,0 0,-1 1,1 1,-1-1,0 2,0 0,0 0,0 1,0 0,-1 1,3 3,-11-7,0 0,0 0,0 1,0-1,0 1,-1-1,1 1,-1 0,0 0,0-1,0 1,0 0,0 0,-1 0,1 0,-1 0,0 0,0 0,0 0,0 0,-1 0,1 0,-1 0,0 0,1 0,-1 0,-1 0,1 0,0-1,-1 1,0 1,-60 75,-114 79,139-109,37-48,0 0,1 1,-1-1,1 0,-1 0,1 1,-1-1,1 0,0 0,-1 0,1 0,0 0,0 0,0 0,0 0,0 0,0 0,0-1,0 1,0 0,0-1,1 1,-1 0,0-1,0 0,1 1,-1-1,0 0,0 0,1 1,-1-1,0 0,1 0,33 5,1-2,-1-1,1-2,-1-1,4-2,5 1,215-6,-226 11,-12 3</inkml:trace>
  <inkml:trace contextRef="#ctx0" brushRef="#br1" timeOffset="31131.85">7674 5700,'16'7,"19"4,17 1,15-2,15-5,10-6,4-2,2-4,-4 1,-9 0,-14 2,-15 1,-17 1</inkml:trace>
  <inkml:trace contextRef="#ctx0" brushRef="#br1" timeOffset="31447.52">8195 5419,'17'14,"1"-2,0 0,0-1,1-1,1-1,-1-1,2 0,-1-2,1 0,0-1,6 0,-11-1,60 13,-29-7,0 1,-1 3,-1 2,37 17,-76-30,0 0,0-1,0 2,0-1,-1 1,0 0,1 0,-1 0,-1 1,1-1,-1 1,0 1,0-1,0 0,-1 1,0 0,0 0,0 0,-1 0,1 0,-2 1,1-1,-1 2,-2 2,-1 0,0 0,-1 0,0 0,0 0,-1-1,-1 1,0-1,0 0,0 0,-1-1,-1 0,1 0,-1 0,-1-1,-7 7,-26 23,-2-2,-1-1,-11 3,-82 64,121-86</inkml:trace>
  <inkml:trace contextRef="#ctx0" brushRef="#br1" timeOffset="25656.869">6096 3829,'-21'4,"0"2,0 1,1 0,-1 2,2 0,-1 1,1 1,1 1,0 0,1 2,0 0,1 0,0 2,2 0,0 1,0 0,2 1,0 0,1 1,1 1,1 0,1 0,0 0,2 1,0 0,1 1,1-1,2 1,0 0,1 6,1-18,0 0,1 0,0 0,1 0,0 0,1 0,0 0,0-1,1 1,3 4,-6-11,1 0,0 0,0 0,0 0,1 0,-1 0,1-1,0 1,-1-1,1 0,0 0,0 0,1 0,-1 0,0-1,1 1,-1-1,0 0,1 0,0 0,-1 0,1-1,-1 0,1 1,0-1,-1-1,1 1,0 0,-1-1,3 0,10-6,-1 0,1 0,-1-2,-1 1,0-2,0 0,-1-1,0 0,0-1,-2-1,1 0,-2 0,0-1,9-15,1-1,0-1,-2-1,-1-1,-2 0,-2-1,0-1,-3 0,0-1,-3 0,-1 0,-1 0,-2-1,-2 0,-2-20,1 49,0 0,0 1,-1-1,0 0,-1 0,1 0,-1 1,-1-1,1 1,-1 0,-1 0,1 0,-1 0,-1 0,1 1,-1-1,0 1,0 1,-1-1,0 1,0 0,0 0,0 0,-1 1,0 0,0 0,0 1,0 0,-1 0,1 1,-1 0,0 2,0 1,0 0,0 0,0 0,1 1,-1 1,1-1,-1 1,1 0,0 1,0 0,0 0,1 0,-1 1,1 0,0 0,0 1,1-1,0 1,0 1,0-1,1 1,0-1,0 1,0 1,1-1,0 0,1 1,0-1,0 1,0 0,1 0,0 0,1 0,0-1,0 1,0 0,1 0,1 0,-1 0,3 6,4 6,1 0,1-1,1 0,0 0,2-1,0-1,1 0,13 12,3 5,-8-8,-1 1,-1 0,-2 2,-1 0,-1 1,-1 0,-2 1,-1 1,-2 0,0 4,0 21,-3 0,-3 1,-2 0,-3 14,1-65,-1-4,1 1,0-1,-1 0,1 0,1 0,-1 1,0-1,1 0,0 0,-1 0,1 0,1 0,-1 0,0 0,1 0,-1 0,1-1,0 1,1 1,7 1</inkml:trace>
  <inkml:trace contextRef="#ctx0" brushRef="#br1" timeOffset="26880.173">6524 4336,'-51'591,"49"-582,3-20,55-440,-54 434,-2 10,0 0,1 1,0-1,1 0,0 0,0 0,0 1,1-1,-1 1,2 0,-1 0,2-2,-2 6,0 1,0 0,0-1,0 1,0 0,0 0,0 1,1-1,-1 1,0 0,1-1,-1 1,0 1,1-1,-1 0,0 1,0 0,1 0,-1 0,0 0,0 0,0 1,0-1,0 1,-1 0,1 0,0 0,-1 0,1 0,1 3,7 2,0 2,-1-1,0 1,0 0,-1 1,0 0,-1 1,0 0,-1 0,0 1,0 0,-1 0,-1 0,0 1,-1-1,2 14,-6-20,-1 1,0 0,0-1,-1 1,0-1,0 0,0 0,-1 1,0-1,0-1,0 1,-1 0,0-1,0 0,0 0,-1 0,0 0,0-1,0 0,0 0,-1 0,1-1,-1 0,0 0,0 0,-1-1,1 1,0-2,-1 1,1-1,-1 0,0 0,-10 0,25-6,16 1,0 2,0 0,0 2,0 0,0 2,0 1,0 0,-1 2,1 1,-1 1,1 1,-18-7,0 1,-1 0,1 0,0 0,-1 1,1-1,-1 1,0 1,0-1,0 1,0 0,-1 0,0 0,0 0,0 1,0 0,0 0,-1 0,0 0,0 0,-1 1,1 0,-1-1,0 1,-1 0,1 0,-1 0,0 0,-1 0,0 0,1 0,-2 0,1 0,-2 4,-3 0,-1-1,-1 0,0-1,0 1,-1-1,0 0,0-1,0 0,-1-1,0 1,-1-2,1 1,-1-1,0-1,-1 0,1 0,-1-1,1 0,-1-1,0 0,0-1,0 0,0-1,0 0,0-1,0 0,0 0,-11-4,19 5,0 0,0-1,0 1,0-1,0 1,0-1,0 0,0 0,0 0,0-1,1 1,-1-1,1 0,-1 1,1-1,-1 0,1 0,0-1,0 1,0 0,0-1,0 1,1-1,-1 0,1 1,0-1,0 0,0 0,0 0,0 0,0 0,1 0,0 0,-1-1,9-15</inkml:trace>
  <inkml:trace contextRef="#ctx0" brushRef="#br1" timeOffset="30000.296">6283 5379,'-16'4,"1"1,-1 1,1 0,0 1,0 1,1 0,0 1,1 0,0 1,0 1,-7 9,-5 2,0 1,3 2,0 0,1 1,1 1,2 1,1 1,1 1,1 0,2 1,1 0,2 1,-3 13,11-37,0 0,0 0,0 0,1 0,1 0,-1 1,1-1,1 0,-1 0,1 1,1-1,0 0,0 0,0 0,1 0,0-1,1 1,0-1,0 0,0 0,1 0,0 0,0-1,1 0,2 2,0-3,0 0,0-1,0 0,1-1,-1 1,1-2,0 1,0-1,0-1,0 1,0-2,0 1,0-1,1 0,-1-1,0 0,0-1,0 0,0 0,-1-1,3-1,5-2,-1-1,0 0,0-1,-1-1,0 0,0-1,-1 0,-1-1,0-1,0 0,3-5,3-8,-1-2,-1 0,-2 0,0-2,-2 0,-1 0,-2-1,-1 0,-1-1,-1 1,-2-1,-1-1,-1 1,-2 0,-1 0,-2-1,-1 0,3 18,-1 0,0 0,-1 1,0-1,-1 1,-1-1,0 1,0 0,-2 1,1-1,-2 1,0 1,0 0,-1 0,0 0,-2 0,8 9,0 0,0 0,0 0,0 0,0 0,-1 1,1 0,-1 0,1 0,-1 0,1 0,-1 0,0 1,1 0,-1 0,0 0,1 0,-1 1,0-1,1 1,-1 0,1 0,-1 0,1 0,-1 1,1-1,0 1,0 0,-3 2,-2 3,-1 0,1 0,1 1,-1 0,1 1,1-1,0 1,0 0,-2 7,-6 13,2 2,1 0,2 0,1 1,1 0,2 0,1 1,1-1,2 1,2 0,1 0,1-1,4 15,-1-16,2-1,1 0,1 0,2-1,1-1,1 0,1 0,1-1,2-2,1 1,1-2,20 20,70 66,-87-84</inkml:trace>
  <inkml:trace contextRef="#ctx0" brushRef="#br1" timeOffset="30478.969">6965 6061,'-3'11,"0"-6,1 1,0 0,0-1,1 1,-1 0,1 0,1 0,-1 0,1 0,0 0,0-1,1 6,-1-11,0 1,1-1,-1 1,0 0,0-1,0 1,1-1,-1 1,0-1,0 1,1-1,-1 1,1-1,-1 1,0-1,1 1,-1-1,1 0,-1 1,1-1,-1 0,1 1,-1-1,1 0,0 0,-1 0,1 1,-1-1,1 0,-1 0,1 0,0 0,-1 0,1 0,-1 0,1 0,0 0,-1 0,1-1,-1 1,1 0,-1 0,1-1,0 1,-1 0,1 0,-1-1,1 1,-1-1,0 1,1 0,0-1,20-26,-19 22,0 0,-1 0,1 0,-1 0,0-1,-1 1,1 0,-1-1,0 1,0 0,-1-1,0 1,0 0,0 0,0-1,-1 1,0 0,0 0,0 1,-1-1,1 0,-1 1,-1-1,1 1,0 0,-1 0,-1-1,-2-2,-1 1,0 0,0 0,0 0,-1 1,0 0,0 1,0 0,0 0,-1 1,0 1,1-1,-1 1,-3 1,1 0,1 1,-1 1,0 0,0 1,1 0,-1 1,1 0,-1 1,1 0,0 1,1 0,-1 0,1 1,0 1,1 0,-1 0,1 1,1 0,0 0,0 1,0 0,1 1,0 0,1 0,0 0,1 1,0-1,1 1,0 1,1-1,0 0,0 1,1 0,1-1,0 1,1 0,0 9,2-14,-1 0,1 0,1 0,-1 0,1 0,0 0,1-1,0 0,0 1,0-1,0-1,1 1,0-1,1 0,-1 0,1 0,0-1,0 1,0-2,0 1,1-1,3 2,7 2,1-1,0 0,0-2,0 0,1-1,-1 0,1-2,8 0,15-3,1-1,-1-2,0-2,36-11,-6-2</inkml:trace>
  <inkml:trace contextRef="#ctx0" brushRef="#br1" timeOffset="27465.642">7513 4189,'18'3,"20"0,22 0,20-1,18-1,10 0,3 0,-4-1,-11 2,-16 1,-15 0,-18-1,-16 0</inkml:trace>
  <inkml:trace contextRef="#ctx0" brushRef="#br1" timeOffset="27784.301">8208 3935,'53'19,"10"-2,-25-8,0 2,-1 1,0 1,-1 3,-1 1,28 17,-59-31,0-1,1 1,-1 0,0 0,-1 0,1 1,-1-1,1 1,-1 0,0 0,0 0,-1 0,1 1,-1-1,0 1,0-1,-1 1,1 0,-1 0,0 0,0 0,-1 0,1 0,-1 0,0 0,0 0,-1 0,0-1,0 1,0 0,0 0,-1 0,-1 2,-12 16,0 0,-2-2,-1 0,0-1,-2 0,0-2,-1 0,-1-2,-17 11,3 0,-14 10,10-6</inkml:trace>
  <inkml:trace contextRef="#ctx0" brushRef="#br1" timeOffset="28800.583">9091 3922,'-2'59,"-2"-1,-3 1,-3-1,-2 0,-7 18,12-56,0-32,7-248,1 247,-1-46,4 0,2 0,3-2,-9 56,1-1,0 0,0 0,1 1,-1-1,1 1,0 0,1-1,-1 1,1 0,0 0,1 0,-1 1,1-1,0 1,0 0,0 0,0 0,1 1,0-1,-1 1,1 0,1 1,-1-1,0 1,1 0,-1 0,1 1,3-2,1 3,0 0,0 0,0 1,0 0,0 0,-1 1,1 1,-1 0,1 0,-1 1,0 0,0 0,-1 1,1 0,-1 1,0 0,0 0,-1 1,0-1,0 2,3 4,-4-6,-2 0,1 1,-1-1,0 1,0 0,0 0,-1 1,-1-1,1 1,-1-1,0 1,-1 0,0-1,0 1,0 0,-1 0,-1 0,1 0,-1 0,0 0,-1-1,0 1,0 0,-1-1,0 0,0 1,-1 0,-6 5,-1 0,0-1,-1-1,0 0,0 0,-1-1,-1-1,1 0,-2-1,1 0,-1-1,0-1,0 0,-1-2,0 1,0-2,0 0,0-1,-9 0,-34-7,147 56,126 90,-207-137,0 0,1-1,0 0,0 0,0-1,0 0,0 0,0-1,0 0,1-1,-1 0,0 0,0-1,1 1,-1-2,0 1,0-1,0-1,0 1,6-4,-2 1,-7 2,-1 1,1 0,0 0,0 0,0 0,0 1,1 0,-1 0,0 0,0 0,1 1,-1 0,0 0,1 1,-1-1,0 1,0 0,1 1,-1-1,0 1,0 0,2 1,-2 2,1-1,0 0,0 0,0-1,0 0,0 0,1 0,0-1,-1 0,1 0,0-1,0 0,0 0,0-1,0 1,0-2,0 1,0-1,0 0,0 0,0-1,-1 0,1 0,0-1,-1 1,0-1,0-1,0 1,0-1,0 0,-1-1,1 0,-3 2,-1-1,0 0,0 1,0-1,0 0,-1 0,1 0,-1-1,0 1,0 0,-1 0,1-1,-1 1,0 0,0-1,0 1,-1 0,0-1,1 1,-2 0,1 0,0 0,-1 0,0 0,0 0,0 0,0 0,0 1,-1-1,0 1,0-1,-1 0,1-1,0 2,-1-1,0 0,0 1,0-1,0 1,-1 0,1 1,-1-1,0 1,0 0,1 0,-1 0,-1 1,1 0,0 0,0 0,0 0,-1 1,1 0,0 0,0 1,-1-1,-2 2,1 1,0 1,0 1,0-1,1 1,0 0,0 1,0-1,0 1,1 1,0-1,1 1,-1-1,1 1,0 1,1-1,0 0,0 1,1 0,-1 0,2-1,-1 1,1 0,0 0,1 1,0-1,0 0,1 0,2 25</inkml:trace>
  <inkml:trace contextRef="#ctx0" brushRef="#br1" timeOffset="29061.882">10094 4282,'14'-34,"-1"-2,-3 1,0-2,-2 1,-2-1,-2 0,-1 0,-2-29,-24 493,17-349,1-9</inkml:trace>
  <inkml:trace contextRef="#ctx0" brushRef="#br0" timeOffset="123028.641">4853 3320,'-41'290,"31"-54,11 0,23 163,4-121,11-1,13-2,12-3,76 197,-104-362,4-2,5-2,4-1,5-3,4-2,4-3,5-3,3-3,59 56,-10-38,5-6,5-5,3-6,4-5,4-7,53 17,-14-13,4-7,4-9,1-8,3-8,2-8,2-9,1-9,114-3,-106-19,0-9,-1-9,-1-9,-1-8,71-27,-136 24,-1-5,-3-6,-1-6,-3-5,-3-6,-3-6,-3-4,-3-6,-4-5,64-66,-118 96,-2-2,-3-2,-3-3,-3-2,-2-2,-4-2,-2-1,-4-2,-3-2,-3-1,6-30,-6-13,-5-2,-5-1,-5 0,-6-1,-5 0,-5 0,-6-1,-5 16,-5 1,-4 2,-5 0,-4 1,-5 2,-4 1,-4 3,-5 1,-4 3,-40-51,39 67,-4 2,-2 4,-4 2,-3 3,-3 2,-2 4,-3 3,-15-5,-16-3,-2 4,-3 4,-2 6,-2 5,-115-30,113 46,-1 6,-2 4,0 6,-14 5,-485 2,47 4,283-15,-13 0,-120 14,306 11,1 5,0 5,1 5,2 5,0 4,-44 23,-357 175,501-223,-92 44</inkml:trace>
  <inkml:trace contextRef="#ctx0" brushRef="#br1" timeOffset="81902.082">6738 10499,'23'255,"-12"-169,73 1180,-64-813,102 855,-89-969,-35-263,-4-66</inkml:trace>
  <inkml:trace contextRef="#ctx0" brushRef="#br1" timeOffset="83830.15">6858 10512,'-7'1,"0"-1,0 0,-1-1,1 0,0 0,0-1,0 1,0-2,0 1,0-1,0 0,1 0,0-1,-1 0,1 0,1 0,-1-1,1 0,-1 0,1 0,1-1,-1 1,1-1,0-1,-2-2,-1-8,0-1,1 1,1-1,1 0,1 0,-2-14,5 31,1-1,-1 1,0 0,1-1,-1 1,1 0,-1-1,1 1,-1 0,1 0,0 0,0-1,0 1,0 0,-1 0,1 0,1 0,-1 0,0 1,0-1,0 0,0 0,1 1,-1-1,0 1,1-1,-1 1,0 0,1-1,-1 1,0 0,1 0,-1 0,1 0,-1 0,0 0,1 0,-1 0,0 1,1-1,-1 1,0-1,1 1,-1-1,0 1,4-1,351 22,269 17,-186-8,89-20,782-60,-445 60,-306 0,886-1,-75-4,-246 8,-727-15,-297-12,84-1,-183 14,1-1,-1 1,1 0,0 0,-1 0,1 0,-1 0,1 1,0-1,-1 0,1 1,-1-1,1 1,-1 0,1-1,-1 1,0 0,1 0,-1 0,0 0,1 0,-1 0,0 0,0 1,0-1,0 0,0 1,0-1,-1 0,1 1,0-1,-1 1,1-1,-1 1,1-1,-1 1,0 0,0-1,0 1,0 0,-19 147,-6 72,11 1,13 203,-5 117,-12-291,1-34,11 99,54 353,-8 230,-41-677,0-44,12 61,29 35,-30-246,-3-44,-6-4</inkml:trace>
  <inkml:trace contextRef="#ctx0" brushRef="#br1" timeOffset="85862.77">7032 14148,'-22'686,"-5"-388,27-298,0 1,-1-1,1 1,-1-1,1 1,0 0,-1-1,1 1,0-1,0 1,-1 0,1-1,0 1,0 0,0-1,0 1,0 0,0-1,0 1,0 0,0-1,0 1,0 0,1-1,-1 1,0-1,0 1,1 0,-1-1,0 1,1-1,-1 1,1-1,-1 1,0-1,1 1,-1-1,1 1,-1-1,1 1,0-1,-1 0,1 1,-1-1,1 0,0 0,-1 0,1 1,0-1,-1 0,1 0,0 0,-1 0,1 0,0 0,-1 0,1 0,0 0,-1-1,1 1,-1 0,1 0,0 0,-1-1,1 1,1-1,17-10,1 0,0 2,1 0,0 1,7-1,41-3,1 3,0 3,0 3,1 3,4 3,642 52,-470-30,1274 73,308 5,-683-37,-607-27,127-23,342-17,-932 0,1-4,-1-3,25-9,95-9,-33-2,-67 20,-96 8,-1 0,1-1,0 1,-1 0,1 0,-1 0,1 0,0 0,-1 0,1 0,0-1,-1 1,1 0,0 0,-1-1,1 1,0 0,-1 0,1-1,0 1,0 0,-1-1,1 1,0 0,0-1,0 1,0-1,0 1,-1 0,1-1,0 1,0 0,0-1,0 1,0-1,0 1,0 0,0-1,0 1,0-1,0 1,1 0,-1-1,0 1,0 0,0-1,0 1,1-1,-1 1,0 0,0 0,1-1,-1 1,0 0,0-1,1 1,-1 0,0 0,1 0,-1-1,1 1,-1 0,0 0,1 0,-1 0,0 0,1-1,-3-1,-13-12</inkml:trace>
  <inkml:trace contextRef="#ctx0" brushRef="#br1" timeOffset="86896.004">7633 11716,'-15'34,"9"-81,4 42,0-1,-1 1,0 0,0-1,0 2,-1-1,0 0,0 1,0-1,0 1,-1 0,1 0,-1 1,0 0,0 0,0 0,-1 0,1 1,-1 0,0 0,1 0,-6 0,-1-1,0 0,-1 2,1-1,-1 2,1-1,-1 2,1 0,-1 0,1 1,-8 3,12-2,0 0,-1 1,2 0,-1 0,0 1,1 0,0 0,0 1,0 0,1 0,0 0,0 1,1 0,0 0,0 1,0-1,1 1,0 0,1 0,0 1,0-1,1 1,0-1,0 1,1 0,0 0,0-1,1 1,1 0,-1 0,1 0,1 0,0-1,0 1,0-1,1 1,1-1,-1 0,1 0,1 0,-1-1,1 1,1-1,-1-1,1 1,1-1,-1 0,1 0,2 2,10 1,1 0,0-1,0-1,0-1,1-1,0 0,0-2,0-1,0 0,0-1,1-2,-1 0,0-1,0-1,0-1,3-2,186-46,-174 42</inkml:trace>
  <inkml:trace contextRef="#ctx0" brushRef="#br1" timeOffset="87149.325">8115 11596,'0'-3,"0"5,0 10,0 15,0 12,0 10,3 9,0 5,0 2,-1-2,-1-4,0-8,0-8,-1-12</inkml:trace>
  <inkml:trace contextRef="#ctx0" brushRef="#br1" timeOffset="87465.479">8489 11582,'-83'48,"2"4,-13 14,29-4,63-60,0 1,0-1,0 1,0 0,1 0,-1-1,1 1,0 0,0 0,0 0,0 1,0-1,1 0,-1 0,1 0,0 0,0 1,0-1,1 0,-1 0,1 0,0 0,-1 0,1 1,1-1,0 1,6 6,1 0,0 0,0-1,1 0,1 0,-1-2,1 1,1-1,-1-1,1 0,1 0,-1-2,1 1,21 9,0-2,1-1,1-2,0-1,0-2,1-1,-1-2,4-2,20-11,-41 0</inkml:trace>
  <inkml:trace contextRef="#ctx0" brushRef="#br1" timeOffset="87915.276">8998 11729,'-15'35,"-2"0,-1-1,-2-1,-1-1,-1-1,-8 7,-11 8,100-115,-24 19,-3-3,-2 0,-2-2,-2-1,-3-1,-3-1,5-24,-16 53,-3 21,-4 21,-1 16,1 17,1-1,3 0,1 0,8 20,10 3,4-2,2 0,3-2,3-2,17 19,-36-52,-6-9</inkml:trace>
  <inkml:trace contextRef="#ctx0" brushRef="#br1" timeOffset="88163.611">8891 11823,'15'0,"22"0,25 0,22-2,18-1,-10-1</inkml:trace>
  <inkml:trace contextRef="#ctx0" brushRef="#br1" timeOffset="88966.461">7727 13347,'-3'-6,"0"0,-1 1,1-1,-1 1,-1 0,1 0,-1 0,0 1,0-1,0 1,-1 1,1-1,-1 1,0 0,0 0,0 0,-1 1,1 0,0 0,-1 1,1 0,-1 0,0 0,1 1,-1 0,0 0,1 1,-1 0,0 0,1 0,0 1,-1 0,1 0,0 1,0 0,0 0,0 0,0 1,1-1,0 1,-1 1,-3 3,2-1,0 0,0 0,1 0,0 1,0 0,1 0,0 0,0 1,1 0,0 0,0 0,1 0,1 1,-1-1,2 1,-1 0,1-1,1 1,-1 0,2 0,-1 0,2-1,-1 1,1 0,0-1,1 1,0-1,1 0,0 0,1 0,-1-1,1 1,3 2,1-2,0-1,1 0,0 0,0-1,1 0,-1-1,2 0,-1-1,1 0,-1-1,1 0,0 0,1-2,-1 1,2-2,17 3,-1-2,1-1,0-2,-1-1,22-4,-12-1,-1-1,1-2,-2-2,1-2,-2-1,0-2,6-5,-20 9,-1 0,-1-1,-1-1,0-1,-1-1,0-1,-2-1,0 0,-1-1,-1-1,12-21,-20 29,-1 1,0-1,-1 0,0 0,-1-1,-1 1,0-1,0 0,-2 0,0 0,0 0,-1 0,-1-4,-10-3,-3 33,9 12,1 0,1 0,0 0,2 0,2 21,-1-7,1 272,1-274,1-10</inkml:trace>
  <inkml:trace contextRef="#ctx0" brushRef="#br1" timeOffset="89312.087">8811 13107,'-25'41,"-2"-1,-2-1,-1-1,-1-1,-3-2,-1-2,-1-1,-15 9,41-34,0 0,-1 0,1-2,-1 1,0-1,-1-1,-10 4,52-18,-11 9,1 2,0 1,-1 0,0 1,1 1,-1 1,-1 0,1 2,-1 0,0 1,0 1,-1 1,7 5,120 50,-65-49,-45-12</inkml:trace>
  <inkml:trace contextRef="#ctx0" brushRef="#br1" timeOffset="89932.439">9331 13227,'-11'131,"-24"169,31-289,2-17,1-21,3-83,6 1,11-55,-15 143,0 1,1-1,1 2,0-1,2 0,1-1,-7 17,0 0,0 0,1 0,-1 0,1 0,0 0,0 1,0-1,0 1,1 0,-1 0,1 0,0 1,0-1,0 1,0 0,0 0,1 0,-1 1,0-1,1 1,-1 0,1 0,0 1,-1-1,1 1,0 0,-1 1,5 0,-1 1,-1 0,0 1,0 0,-1 1,1-1,0 1,-1 1,0-1,0 1,-1 0,1 0,-1 1,0 0,0 0,-1 0,0 0,0 1,0-1,-1 1,0 0,0 0,-1 0,0 1,0-1,-1 0,0 1,0-1,-1 1,0 0,0-1,0 1,-1-1,0 1,-1-1,0 1,0-1,-2 4,0-2,0-1,0 1,-1-1,0 0,0 0,-1 0,0-1,0 0,-1 0,0-1,0 0,-1 0,1 0,-1-1,-5 2,13-7,0 0,0 0,0 0,0-1,0 1,0 0,0 0,0 0,0-1,0 1,0 0,0 0,0 0,-1 0,1-1,0 1,0 0,0 0,0 0,0 0,0-1,0 1,-1 0,1 0,0 0,0 0,0 0,0 0,0-1,-1 1,1 0,0 0,0 0,0 0,0 0,-1 0,1 0,0 0,0 0,0 0,-1 0,1 0,0 0,0 0,0 0,-1 0,1 0,0 0,0 0,0 0,0 0,-1 0,15-13,0 6,-1 1,1 1,1 0,-1 1,1 1,-1 0,1 1,0 0,0 1,0 1,0 0,0 2,-1-1,4 2,-6-1,-1 1,1 0,-1 0,0 1,-1 1,1 0,-1 0,0 1,0 0,0 1,-1 0,6 7,-11-11,0 1,-1-1,0 1,0 0,0 0,0 1,-1-1,1 1,-1-1,0 1,-1 0,1-1,-1 1,0 0,0 0,0 0,-1 0,0 0,0 0,0 0,-1 0,1 0,-1 0,0 0,-1 0,1 0,-1 0,0-1,0 1,-2 2,-8 9,-1 0,0 0,-1-1,-1-1,-1-1,0 0,0 0,-1-2,-1 0,0-1,0-1,-18 6,-140 45,92-42</inkml:trace>
  <inkml:trace contextRef="#ctx0" brushRef="#br1" timeOffset="91164.335">3276 11770,'170'-1,"887"14,-174 27,-150-1,-490-11,-67-27,-161 7,-21-6</inkml:trace>
  <inkml:trace contextRef="#ctx0" brushRef="#br1" timeOffset="92266.385">9385 14309,'-23'1,"0"2,1 0,0 2,-1 0,2 1,-1 1,1 1,0 2,0 0,1 0,1 2,0 1,1 0,-15 14,24-20,1 1,-1 1,2-1,-1 1,1 1,0-1,1 1,0 1,1-1,0 1,1-1,0 1,1 1,0-1,0 0,1 1,1 0,0-1,0 1,1 0,1-1,0 1,1 0,0-1,1 0,0 1,1 2,0-9,-1 1,1-1,0 0,0 0,1-1,0 1,-1-1,2 0,-1 0,0 0,1-1,-1 0,1 0,0 0,0-1,0 0,0 0,1-1,-1 1,0-1,1-1,-1 1,1-1,-1 0,1-1,-1 1,1-1,-1-1,0 1,0-1,1 0,-1 0,0-1,-1 0,1 0,0 0,-1-1,0 0,0 0,4-4,17-17,-1-1,-1-2,-1 0,-2-1,-1-2,-1 0,-2-1,-1 0,4-14,-7 18,-1-1,-1 0,-1 0,-2-1,-1 0,-2 0,2-27,-6 55,-1-1,1 1,-1-1,0 0,0 1,0-1,0 0,0 1,0-1,-1 0,1 1,-1-1,0 0,0 1,0-1,0 1,-1 0,1-1,0 1,-1 0,0 0,1 0,-1 0,0 0,0 0,0 1,0-1,-1 0,1 1,0 0,-1-1,1 1,-1 0,1 1,-1-1,1 0,-1 1,0-1,1 1,-1 0,0 0,1 0,-1 0,0 0,1 0,-1 1,0 0,-9 4,1 0,0 1,0 1,1-1,-1 2,2 0,-1 0,1 0,0 1,1 1,0-1,0 1,1 1,1 0,0-1,0 2,1-1,0 1,1 0,-1 5,1-1,1 0,0 0,2 0,-1 0,2 1,0-1,1 0,1 0,0 1,1-1,1-1,1 1,0 0,6 11,13 24,2-1,3-2,24 31,6 11,17 46,-67-121</inkml:trace>
  <inkml:trace contextRef="#ctx0" brushRef="#br1" timeOffset="93016.376">9853 14657,'-112'254,"101"-230,11-24,0 0,0 0,0-1,0 1,0 0,-1 0,1 0,0 0,0 0,0 0,0 0,0 0,-1 0,1 0,0-1,0 1,0 0,7-24,20-58,55-140,-82 221,3-5,-1 0,1 0,0 0,0 1,1-1,0 1,0 0,0 0,0 1,1-1,0 1,0 0,0 0,4-2,-8 6,1 0,0 0,0 1,0-1,-1 1,1-1,0 1,0-1,-1 1,1 0,-1 0,1 0,0 0,-1 0,0 0,1 0,-1 1,0-1,0 0,1 1,-1-1,0 1,0-1,-1 1,1 0,0-1,0 1,-1 0,1-1,-1 1,0 0,1 0,-1 0,0-1,0 1,0 1,24 190,-21-150,1-1,2 1,10 35,-7-46</inkml:trace>
  <inkml:trace contextRef="#ctx0" brushRef="#br1" timeOffset="93269.7">9760 14790,'13'0,"21"-2,25-6,25-5,19-8,12-4,-13 1</inkml:trace>
  <inkml:trace contextRef="#ctx0" brushRef="#br1" timeOffset="93699.549">11176 14363,'-12'7,"0"1,0 0,1 0,-1 2,2-1,0 2,0-1,1 1,0 0,1 1,0 0,1 1,0 0,1 0,0 0,0 5,-11 19,2 0,2 1,2 1,1 1,-3 24,12-61,0-1,0 1,1 0,-1 0,1 0,-1 0,1 0,0-1,0 1,0 0,1 0,-1 0,1 0,-1 0,1-1,0 1,0 0,0 0,0-1,1 1,-1-1,1 1,0-1,-1 0,1 0,0 1,0-1,1-1,-1 1,0 0,1 0,-1-1,1 1,-1-1,3 1,5-2,1-1,-1 1,1-2,-1 1,1-2,-1 1,0-1,0-1,0 0,-1 0,1-1,-1 0,0-1,0 0,2-2,16-9,-1 0,0-2,-2-1,0-1,-1-1,-1-1,-2-1,0 0,-1-2,-2 0,0-1,-2-1,-1 0,-2-1,0-1,-2 0,-2 0,0-1,-2 0,-1 0,-1-13,-4 29,-2 1,1-1,-2 0,0 1,0 0,-1 0,-1 0,-1 0,-5-11,9 21,0 0,-1 0,1 0,-1 0,0 0,0 1,0 0,0-1,0 1,-1 0,1 0,-1 1,0-1,0 1,0 0,0 0,-1 0,1 1,0-1,-1 1,1 0,-1 0,1 1,-1-1,0 1,1 0,-1 0,1 0,-1 1,1 0,-1 0,-3 1,-1 1,1 1,0 0,0 0,0 0,0 1,1 0,0 1,0 0,0 0,1 0,0 1,0 0,1 0,0 0,0 1,1 0,-1 0,2 0,-1 0,0 3,-1 3,1 1,0 0,1-1,1 1,0 1,1-1,1 0,0 0,1 0,0 0,4 12,7 11,2-1,2-1,1-1,2 0,1-1,2-1,1-1,24 25,-15-15,92 131,-98-141,-19-29</inkml:trace>
  <inkml:trace contextRef="#ctx0" brushRef="#br1" timeOffset="94260.561">11805 14616,'-45'310,"41"-291,4-19,0 0,0-1,0 1,0 0,0 0,-1 0,1 0,0 0,0 0,0 0,0-1,0 1,0 0,0 0,-1 0,1 0,0 0,0 0,0 0,0 0,0 0,-1 0,1 0,0 0,0 0,0 0,0 0,0 0,-1 0,1 0,0 0,0 0,0 0,0 0,0 0,-1 0,0-19,1-1,-2-23,2-1,2 0,2 1,1 0,6-16,-10 53,0 0,0 0,1 0,0 0,0 1,0-1,0 1,1-1,0 1,1 0,-1 0,1 0,0 0,0 1,0 0,1 0,-1 0,1 0,0 1,0-1,0 1,1 1,-1-1,1 1,0 0,-1 0,1 0,0 1,0 0,0 0,0 1,5-1,-4 3,0-1,0 1,0 0,0 1,0 0,0 0,-1 0,0 1,1 0,-1 0,-1 1,1 0,-1 0,1 0,-2 0,2 2,-3-3,-1-1,1 1,-1-1,0 1,0 0,0 0,0 0,-1 0,0 0,0 0,0 1,0-1,-1 0,1 0,-1 1,0-1,0 0,-1 1,1-1,-1 0,0 0,0 1,-1-1,1 0,-1 0,0 0,-1 2,-74 73,77-78,0-1,0 1,0-1,0 1,-1-1,1 0,0 1,0-1,0 1,0-1,0 1,1-1,-1 1,0-1,0 1,0-1,0 1,0-1,1 1,-1-1,0 0,0 1,1-1,-1 1,0-1,1 0,-1 1,0-1,1 0,-1 1,1-1,-1 0,0 0,1 1,-1-1,1 0,-1 0,1 0,-1 0,1 0,-1 0,1 1,-1-1,1 0,-1 0,1 0,-1-1,1 1,-1 0,1 0,-1 0,0 0,1 0,-1-1,1 1,-1 0,1 0,-1-1,0 1,1 0,-1 0,1-1,-1 1,0-1,0 1,1 0,3-1,13 1,127 6,-139-5,1 0,-1 1,1 0,-1 0,0 0,1 0,-1 1,0-1,-1 1,1 1,0-1,-1 1,0 0,0 0,0 0,0 0,-1 1,0-1,0 1,0 0,0 0,-1 0,2 5,-3-6,0 0,0 0,-1 0,1 1,-1-1,0 0,-1 0,1 0,-1 0,1 0,-1 0,0 0,-1 0,1 0,-1 0,0 0,0-1,0 1,0-1,-1 1,1-1,-1 0,0 0,0 0,0 0,-2 1,-92 59,77-52,-2-1,1 0,-1-2,0-1,-1 0,0-2,-23 3,24-10,10-6</inkml:trace>
  <inkml:trace contextRef="#ctx0" brushRef="#br1" timeOffset="94862.174">12767 14416,'-3'-3,"0"1,0-1,0 0,-1 1,1 0,-1 0,0 0,1 0,-1 1,0-1,0 1,0 0,0 0,0 1,0-1,0 1,0 0,0 0,-1 0,1 0,0 1,0 0,0-1,0 2,0-1,0 0,1 1,-1 0,-7 3,1 1,-1 0,1 1,1 0,0 0,0 1,0 0,1 1,-3 3,2-1,1 0,0 1,1-1,0 2,0-1,1 1,1 0,1 0,-1 0,0 10,3-16,1 0,1 0,-1 0,1 0,0-1,1 1,0 0,0 0,0 0,1-1,0 1,0-1,1 1,-1-1,1 0,1 0,-1 0,1 0,0-1,1 0,-1 1,4 2,5 2,1-1,0-1,0 0,0-1,1 0,0-1,1 0,-1-2,1 0,0 0,0-2,0 0,0-1,0 0,1-1,-1-1,0-1,0 0,0-1,0-1,0-1,13-5,-15 4,-1-1,1-1,-1 0,0-1,-1 0,0-1,0 0,-1-1,-1-1,0 1,0-2,-1 1,-1-1,0-1,0 1,-2-1,0-1,0 1,-1-1,-1 0,-1 0,0 0,-1-1,0 1,-1-3,2-4,-1 0,-1 0,-1 1,-1-1,0 0,-2 0,-1 1,0-1,-2 1,0 0,-1 1,-2-1,0 2,-9-16,15 31,-1 0,0-1,0 2,0-1,0 0,-1 1,1 0,-1 0,0 0,0 0,0 1,-1 0,1 0,0 0,-1 1,1 0,-1 0,1 0,-1 1,0-1,1 1,-1 1,0-1,1 1,-1 0,1 0,-1 1,1 0,0 0,-1 0,1 0,-2 2,-5 4,0 0,1 1,0 0,0 1,1 0,1 0,-1 1,2 0,0 1,0 0,1 0,0 1,1 0,1 0,0 0,1 1,0 0,1 0,0 0,1 0,1 0,1 0,0 0,0 1,1-1,1 0,1 0,0 0,1 0,0-1,1 1,0-1,3 2,10 17,1-1,2 0,1-2,1-1,1-1,2-1,1-1,4 2,90 94,-115-115,0 0,-1 0,0 1,-1 0,1 0,-1 0,-1 1,0-1,0 1,0 0,-1 0,1 3,-2 3</inkml:trace>
  <inkml:trace contextRef="#ctx0" brushRef="#br1" timeOffset="95183.314">13543 14884,'1'-3,"-1"0,1 0,-1 0,0 0,0 0,0 0,0 0,0 0,-1 0,0 0,1 1,-1-1,0 0,0 0,0 0,-1 1,1-1,-1 0,0 1,1 0,-1-1,0 1,0 0,0 0,-1 0,1 0,-1 0,1 1,-1-1,1 1,-1-1,0 1,1 0,-1 0,0 0,0 1,-3-1,-3 3,-1 0,1 0,0 1,0 1,0 0,0 0,1 1,0-1,0 2,0-1,0 1,1 1,0-1,0 1,1 0,0 1,0 0,1 0,0 0,0 0,1 1,0 0,0 0,3-6,0 0,0 1,1-1,-1 1,1-1,0 1,0-1,0 0,0 1,0-1,1 1,-1-1,1 0,0 1,0-1,1 0,-1 0,1 0,-1 0,1 0,0 0,0 0,0 0,1-1,-1 1,0-1,1 0,0 1,0-1,-1 0,1-1,0 1,0-1,1 1,-1-1,0 0,0 0,1 0,-1 0,3-1,31 6,0-2,1-2,-1-1,1-2,-1-1,0-3,1 0,-2-3,35-11,135-41,-116 28</inkml:trace>
  <inkml:trace contextRef="#ctx0" brushRef="#br1" timeOffset="95762.764">14719 14176,'-16'15,"0"2,1 0,0 0,2 2,0-1,1 2,1 0,1 0,0 1,2 0,0 0,2 1,0 0,2 0,-3 23,3-28,0 1,1-1,0 1,1 0,2 0,-1 0,2 0,1 0,0 0,1 0,1-1,0 1,2 1,-3-15,-1 0,1 0,0 0,0-1,0 1,0-1,1 1,0-1,-1 0,1-1,0 1,0-1,1 1,-1-1,0 0,1-1,-1 1,1-1,0 0,-1 0,1-1,0 1,0-1,-1 0,1 0,2-1,6 0,0-1,0 0,0-1,-1-1,1 0,-1-1,0 0,0 0,1-2,7-6,-1-1,0 0,-1-1,0-1,-2-1,0 0,0-2,-2 1,0-2,-1 0,-1 0,-2-1,1-1,0-6,5-13,-2-1,-2-1,-2 0,-2-1,-2 0,-1 0,-3-10,0 39,0-1,-2 0,0 0,-1 0,0 0,-1 1,-1-1,-1 1,0-1,-1 1,0 0,-1 1,-1 0,-1 0,0 0,0 1,-9-11,12 21,0-1,0 1,-1 0,1 0,-1 0,1 1,-1 0,0 0,0 1,0-1,0 1,0 0,0 1,0 0,0 0,0 0,0 1,0-1,0 1,0 1,0-1,-5 3,-3 1,0 1,0 0,1 1,-1 0,2 1,-1 1,1 0,-8 8,12-10,1 0,0 0,0 1,0-1,1 2,0-1,1 1,0-1,0 1,1 1,0-1,1 1,0 0,0-1,1 1,0 0,1 0,0 1,1-1,0 0,0 0,2 6,7 11,0 0,2 0,1-2,2 1,0-2,1 1,2-2,0 0,2-2,0 1,5 1,21 29,-11-12,-2 2,-2 0,-1 3,1 6,-21-35,-2 0,0 0,0 1,-2 0,0 0,-1 0,-1 1,0-1,-1 1,-1 0,-1 0,-1-1,0 1,-1 1,-8 32,9-39</inkml:trace>
  <inkml:trace contextRef="#ctx0" brushRef="#br1" timeOffset="96032.041">15254 14536,'-2'13,"0"-1,0 1,2-1,-1 1,2 0,0-1,0 1,1-1,1 1,0-1,0 0,2 0,-1 0,1-1,1 0,0 0,1 0,0 0,0-1,8 7,-4-2,0 1,-2 0,0 1,0 0,-2 0,0 1,-1 0,-1 0,0 1,-5-17,1-1,-1 1,1 0,-1-1,0 1,0 0,1-1,-1 1,-1-1,1 1,0 0,0-1,0 1,-1 0,1-1,-1 1,0-1,1 1,-1-1,0 1,0-1,0 0,0 1,0-1,0 0,0 0,0 0,0 0,-1 1,1-2,0 1,-1 0,1 0,-1 0,1-1,-1 1,1-1,-1 1,1-1,-1 1,0-3,0 0,0 1,1-1,-1 0,0 0,1 0,-1 0,1 0,0 0,0-1,0 1,0 0,0-1,0 1,1-1,-1 1,1 0,0-1,0 1,0-1,0-1,-1-1,-2-25</inkml:trace>
  <inkml:trace contextRef="#ctx0" brushRef="#br1" timeOffset="96286.36">15334 14470,'0'7,"1"0,-1 0,2 0,-1 0,1 0,0 0,1 0,-1 0,1-1,1 1,-1-1,1 0,0 0,1 0,-1-1,1 0,0 1,5 3,-7-6,107 104,33 41,-139-145,-1 1,1 0,-1 0,0 0,-1 0,1 0,-1 1,0-1,0 1,0-1,0 1,-1 0,0 0,0 0,0 0,-1 0,1 0,-1 0,0 0,-1 0,1 0,-1 0,0 0,-1 0,1-1,-1 1,0 0,0-1,0 2,-10 5,-1-1,1 0,-2-1,1-1,-1 0,-1-1,1 0,-1-1,0 0,-1-2,1 0,-1 0,0-2,-4 1,-65 10,4-5</inkml:trace>
  <inkml:trace contextRef="#ctx0" brushRef="#br1" timeOffset="96893.761">13823 14630,'-18'-2,"-20"6,-17 11,-19 17,-20 19,-26 21,7-2</inkml:trace>
  <inkml:trace contextRef="#ctx0" brushRef="#br1" timeOffset="98649.611">9385 15539,'-39'-129,"36"119,-1-1,1 1,1-1,0 1,1-1,0 1,0-1,1 0,0 0,1 0,1-5,-1 16,-1 0,0 0,0 0,1 0,-1 0,0 0,0 0,1 0,-1 0,0 0,1 0,-1 0,0 0,0 0,1 0,-1 0,0-1,0 1,1 0,-1 0,0 0,0 0,1-1,-1 1,0 0,0 0,0 0,0-1,1 1,-1 0,0 0,0-1,0 1,0 0,0 0,0-1,4 31,46 530,-21 415,-23-568,-6-402,6 223,18 80,-22-294,-2-8,0-1,1 0,0 1,0-1,0 0,0 0,1 0,0 0,0 0,1 0,-1 0,3 3,8 0</inkml:trace>
  <inkml:trace contextRef="#ctx0" brushRef="#br1" timeOffset="99331.011">11204 15459,'21'223,"30"456,-28 254,-23-846,0 108,8-1,15 58,-20-226,1 1,1-1,1 0,1-1,2 1,0-1,2-1,2 3,8 2</inkml:trace>
  <inkml:trace contextRef="#ctx0" brushRef="#br1" timeOffset="99951.522">13115 15539,'2'14,"3"20,4 29,-1 34,-1 39,-2 37,-2 35,-3 32,-5 22,-5 13,-2 1,2-16,2-26,10-40,11-45,3-49</inkml:trace>
  <inkml:trace contextRef="#ctx0" brushRef="#br1" timeOffset="100693.42">15213 15459,'0'-5,"0"2,0 4,0 15,0-12</inkml:trace>
  <inkml:trace contextRef="#ctx0" brushRef="#br1" timeOffset="104782.661">9331 16556,'-3'8,"-1"0,1 0,0 0,0 0,1 0,0 1,0-1,1 1,0-1,1 1,0 0,0-1,0 1,2 4,-1-12,-1 1,1 0,0 0,-1-1,1 1,0 0,0-1,0 1,1-1,-1 0,0 1,0-1,1 0,-1 0,1 1,-1-1,1 0,0-1,-1 1,1 0,0 0,-1-1,1 1,0-1,0 1,0-1,0 0,-1 0,1 0,0 0,0 0,0 0,0 0,-1-1,1 1,0-1,0 1,0-1,0 0,64-40,-57 33,-1-1,0 0,-1-1,1 0,-2 0,1-1,-2 1,1-1,-1 0,2-11,-6 20,0-1,-1 1,0 0,1-1,-1 1,0 0,0-1,0 1,0-1,-1 1,1 0,-1-1,1 1,-1 0,0-1,0 1,0 0,0 0,0 0,0 0,-1 0,1 0,-1 0,1 0,-1 1,0-1,0 1,1-1,-1 1,0 0,-1-1,1 1,0 0,0 0,0 1,-2-2,-2 1,0-1,0 1,0 0,0 0,0 0,0 1,0 0,0 1,0-1,0 1,0 0,0 0,0 1,-1 0,1 1,0 1,0-1,0 1,1 0,-1 1,1-1,0 1,0 0,1 0,0 1,0-1,0 1,0 0,1 0,0 1,0-1,0 3,1-6,1 1,0-1,0 1,0 0,0-1,0 1,1 0,0-1,0 1,0 0,0 0,0 0,1-1,0 1,0 0,0-1,0 1,0-1,1 1,-1-1,1 0,0 1,0-1,0 0,1 0,-1 0,1-1,0 1,-1 0,1-1,0 0,1 0,3 2,0-2,0 1,1-1,-1 0,0-1,1 0,0 0,-1-1,1 1,-1-2,1 1,0-1,-1 0,1-1,-1 0,0 0,1 0,-1-1,0 0,-1 0,1-1,0 0,-1 0,0-1,0 0,0 0,-1 0,0-1,0 1,0-1,0 0,-1-1,0 1,-1-1,1 0,-1 0,1-4,-3 8,0 0,0-1,0 1,0 0,0-1,-1 1,0-1,1 0,-1 1,-1-1,1 1,0-1,-1 1,0-1,0 1,0 0,0-1,0 1,-1 0,0 0,1-1,-1 1,0 1,0-1,-1 0,1 0,-1 1,1 0,-1-1,0 1,0 0,0 0,0 0,0 1,0-1,0 1,-1 0,1 0,-1 0,1 0,-2 0,0 0,1-1,-2 1,1 0,0 0,0 0,0 1,0 0,0 0,-1 0,1 1,0 0,0 0,0 0,0 0,0 1,0 0,1 0,-1 0,0 1,1-1,0 1,-1 0,1 1,0-1,1 1,-1-1,1 1,-1 0,1 0,1 1,-1-1,0 1,1-1,0 1,0 0,0 0,0 2,1-4,0 1,0 0,0 0,0 0,1 0,0 0,-1 0,1 0,1 0,-1 0,1 0,-1 0,1 0,0 0,0 0,1-1,-1 1,1 0,0-1,0 1,0-1,1 0,-1 0,1 0,-1 0,1 0,0 0,0-1,1 1,-1-1,0 0,1 0,-1 0,1 0,0-1,-1 1,1-1,0 0,0 0,0-1,2 1,1-1,-1 0,0 0,1-1,-1 0,0 0,1 0,-1-1,0 0,0-1,0 1,0-1,-1 0,1 0,-1-1,0 1,1-1,-2-1,1 1,0-1,-1 1,0-1,0-1,1-2,-4 8,-1-1,0 1,0 0,1-1,-1 1,0-1,1 1,-1-1,0 1,0 0,0-1,0 1,0-1,1 1,-1-1,0 1,0-1,0 1,0-1,0 1,0-1,-1 1,1-1,0 1,0-1,0 1,0-1,-1 1,1-1,0 1,0-1,-1 1,1-1,0 1,-1 0,1-1,0 1,-1 0,1-1,-1 1,1 0,0 0,-1-1,1 1,-1 0,1 0,-1 0,1 0,-1-1,1 1,-1 0,1 0,-1 0,1 0,-1 0,1 0,-1 0,1 0,-1 1,1-1,-1 0,1 0,-37 11,32-9,-113 13,56-11,51-2,0-1,0-1,0 0,0 0,0-1,0-1,1 0,-1 0,-5-2,-27-6,-1 3,-1 1,1 3,-1 1,0 2,0 2,-6 3,-71 1,45-8,0-4,1-3,-57-14,26 8,0 4,-11 5,-123-11,187 10,-29-4,-1 4,-1 3,0 4,-503 13,312-14,242-1,1-3,0 0,0-3,-12-4,21 8,0 2,1 0,-1 1,0 2,0 0,0 2,1 0,-1 2,-16 5,-50 7,-100-2,182-14,-1-1,1-1,0 1,-1-2,1 1,0-1,0 0,0-1,0 0,0 0,1 0,-1-1,-2-2,-85-56,90 56,0 1,1-1,0 1,0-1,1 0,0-1,0 1,0 0,1-1,0 0,0 1,0-1,1 0,0 0,1 0,-1 0,1 0,1-2,-3-13,-92-713,18 78,68 605,-59-462,45 339,13 121,2-1,3 0,2 0,4-42,33-155,-34 248,-2 2,1 0,-1 0,1 0,0 0,0 0,0 0,0 0,1 0,-1 0,0 0,1 0,-1 0,1 1,0-1,0 0,-1 0,1 0,0 1,1-1,-1 1,0-1,0 1,1-1,-1 1,1-1,-1 1,1 0,-1 0,1 0,0 0,0 0,-1 0,1 1,0-1,0 1,2-1,196 3,31 17,-157-10,1-3,0-3,6-4,67-15,-106 10,1 0,-1 3,1 2,0 1,0 3,16 3,98 9,-153-15,12 1,0-2,0 0,-1 0,1-2,0 0,-1-1,5-1,115-19,-111 16,-22 3</inkml:trace>
  <inkml:trace contextRef="#ctx0" brushRef="#br1" timeOffset="106131.649">1257 11702,'173'-36,"-47"23,1 7,101 7,-4 12,89 0,-153-25,-96 5,-1 3,1 2,10 4,-59 0,-1 1,0 0,0 1,0 1,0 0,-1 1,1 0,8 6,-9-6,1-2,0 0,0-1,1 0,-1-1,1 0,-1-2,1 1,-1-2,14-2,12 2,213 0,-250 1</inkml:trace>
  <inkml:trace contextRef="#ctx0" brushRef="#br1" timeOffset="109199.636">7807 13307,'5'0,"3"0,-1 2,-2 3,0 1,-1-3,-3-5,-4-1,-6 0,-4 0,-4 0,-2 2,-2 0,3 0</inkml:trace>
  <inkml:trace contextRef="#ctx0" brushRef="#br1" timeOffset="112400.8">10722 12277,'0'1,"1"1,0-1,0 1,0-1,0 0,1 1,-1-1,0 0,0 0,1 0,-1 0,1 0,-1 0,1-1,-1 1,1 0,0-1,-1 1,1-1,0 1,-1-1,1 0,1 0,-2 1,37 6,0-2,0-1,1-2,4-2,5 1,223 12,-211 3,-59-15,0 0,0 0,-1 0,1 1,0-1,0 0,-1 1,1-1,-1 0,1 1,-1-1,0 0,1 1,-1-1,0 1,0-1,0 1,0-1,0 1,0-1,-1 0,1 1,0-1,-1 1,1-1,-1 0,1 1,-1-1,0 0,0 0,1 1,-1-1,0 0,0 0,0 0,0 0,0 0,-1 0,0 1,-21 33,0-2,1 1,2 1,2 1,0 1,1 4,2 19,1 1,4 0,2 1,2 0,4 0,2 0,4 10,-3-42</inkml:trace>
  <inkml:trace contextRef="#ctx0" brushRef="#br1" timeOffset="112655.122">10695 12839,'14'-7,"22"-7,26-7,25-10,20-6,13-4,2 1,-21 7</inkml:trace>
  <inkml:trace contextRef="#ctx0" brushRef="#br1" timeOffset="113022.954">11698 12223,'-15'201,"-39"125,52-317,-3 44,5-52,0 0,0 0,0 0,0 1,0-1,0 0,1 0,-1 0,0 0,1 0,-1 0,1 0,-1 0,1 0,-1 0,1 0,0 0,-1 0,1 0,0-1,0 1,0 0,-1 0,1-1,0 1,0-1,0 1,0-1,0 1,0-1,1 1,-1-1,0 0,0 0,0 1,0-1,0 0,0 0,1 0,-1 0,11-4,1 0,-1-1,0 0,-1-1,1 0,-1-1,0 0,-1-1,1 0,-2-1,10-9,-17 16,16-15,-1 0,-1 0,0-2,-2 0,0-1,-1 0,-1-1,-1 0,-1-1,3-8,-7 24,-8 31,-7 50,-34 378,48-321,3-88</inkml:trace>
  <inkml:trace contextRef="#ctx0" brushRef="#br1" timeOffset="113497.464">12540 12504,'3'-158,"-4"148,0 0,-1 0,0 0,-1 1,0-1,-1 0,1 1,-2 0,1 0,-2 0,1 1,-1 0,0 0,-3-3,5 7,0 1,1 0,-1-1,0 2,0-1,-1 0,1 1,-1 0,1 0,-1 0,1 1,-1-1,0 1,0 0,0 0,0 1,0 0,0 0,0 0,0 0,0 1,0 0,1 0,-1 0,0 0,0 1,1 0,-2 0,-3 3,0 0,0 0,1 1,-1 0,1 0,1 1,-1 0,1 1,0 0,1 0,0 0,0 0,-1 5,2-5,1 1,0 1,0-1,1 0,0 1,1 0,0 0,0 0,1 0,1 0,0 0,0 0,1 2,-1-7,1 0,0 0,1 0,-1 0,1 0,0 0,0 0,0-1,1 1,-1-1,1 0,0 0,1 0,-1 0,1 0,0-1,-1 1,2-1,-1 0,0 0,1-1,-1 1,1-1,-1 0,1 0,2 0,2 0,1 0,-1 0,1-1,0 0,0-1,-1 0,1-1,0 0,-1 0,1-1,-1 0,1-1,-1 0,0-1,0 0,0 0,-1 0,1-2,6-3,0-1,0-1,-1 0,-1-1,0 0,0-1,-1-1,-1 0,3-5,19-36,-26 51,-7 19,-47 307,-39 119,71-366,14-63</inkml:trace>
  <inkml:trace contextRef="#ctx0" brushRef="#br1" timeOffset="113969.715">12781 12384,'15'-8,"0"1,0 1,0 0,1 1,0 1,0 0,0 1,1 1,-1 0,16 1,72 13,-100-11,-1 0,1 0,-1 0,1 1,-1-1,0 1,0 0,0 0,0 0,0 1,-1-1,1 1,-1-1,1 1,-1 0,0 0,0 0,0 0,-1 1,1-1,-1 0,1 1,-1-1,0 1,-1-1,1 1,0 3,-4 6,0 1,-1 0,0-1,-1 0,0 0,-1 0,-1-1,0 0,-1 0,0-1,0 0,-2 0,1-1,-1 0,-1 0,1-1,-3 0,-54 48,53-42,16-10,87-20,-80 13,0 1,0 0,0 1,0-1,0 2,0-1,0 1,0 1,0 0,0 0,0 1,-1 0,1 0,-1 1,0 0,0 0,0 1,-1 0,1 0,-1 1,0 0,-1 1,0-1,0 1,0 0,-1 1,0-1,0 1,-1 0,0 0,0 1,1 4,-4-5,0-1,0 0,-1 1,0-1,0 1,-1-1,0 0,0 1,-1-1,0 0,0 0,0 0,-1 0,0 0,-1-1,0 1,0-1,0 0,-4 5,-5 4,0-1,0-1,-2 0,1-1,-2-1,1 0,-5 2,-1-1,0-1,0-1,-1-1,-1 0,0-2,0-1,0 0,0-2,-8 0,-9-2</inkml:trace>
  <inkml:trace contextRef="#ctx0" brushRef="#br1" timeOffset="115148.628">12045 10847,'-82'408,"66"-346,8-79,0-94,4-1,8-52,-4 162,0-13,0 0,1-1,0 1,1 0,1 0,0 1,2-1,-1 1,2-1,0 1,0 1,1-1,1 1,8-10,-11 19,0 0,0 1,0 0,0 0,0 0,0 1,1 0,-1 0,1 0,0 1,0-1,0 1,-1 1,1-1,0 1,0 0,0 0,0 1,0 0,0 0,-1 0,1 1,0 0,-1 0,1 0,-1 1,0 0,0 0,5 3,-4-2,0 0,0 0,0 0,-1 1,0 0,0 0,0 0,0 1,-1 0,0 0,0 0,0 0,-1 1,0-1,0 1,-1 0,1-1,-2 1,1 1,-1-1,0 0,0 0,-1 0,0 4,-4 2,-1 0,0 0,-1-1,-1 0,0 0,0 0,-1-1,0 0,-1 0,0-1,-1 0,0-1,-1 0,0-1,0 0,-1-1,0 0,0-1,0 0,-1 0,-6 0,11-2,1-1,-1 0,1-1,-1 0,0 0,0 0,0-1,0 0,0-1,-4 0,13 0,-1 0,0 0,0-1,1 1,-1 0,0 0,1-1,-1 1,0 0,0 0,0-1,1 1,-1 0,0-1,0 1,0 0,0-1,1 1,-1 0,0-1,0 1,0 0,0-1,0 1,0 0,0-1,0 1,0 0,0-1,0 1,0-1,-1 1,1 0,0-1,0 1,0 0,0 0,0-1,-1 1,1 0,0-1,0 1,-1 0,1 0,0-1,0 1,-1 0,1 0,0 0,-1-1,1 1,8 1,0 0,-1 0,1 1,0 0,0 0,-1 1,0 0,1 0,-1 1,0 0,-1 0,1 0,-1 1,4 3,-7-6,80 65,-64-50,0 0,2-1,-1-2,2 0,0-1,0-1,19 6,-33-16,0 0,0-1,0 0,1 0,-1-1,0 0,0-1,0 0,0 0,0 0,0-1,0-1,0 1,-1-1,1 0,-1-1,0 0,0 0,0-1,-1 0,1 0,-1 0,1-1,-7 5,1 0,0 0,0 0,0 0,0 0,0 0,0 0,0 0,0 1,0-1,0 0,0 1,1-1,-1 1,0-1,0 1,1 0,-1 0,0-1,1 1,-1 0,0 0,0 0,1 0,-1 1,0-1,1 0,-1 0,0 1,0-1,1 1,-1-1,0 1,0-1,0 1,0 0,0 0,0 0,0-1,0 1,0 0,0 0,0 0,0 0,-1 1,1-1,0 0,-1 0,8 13,1-2,1 1,-1-1,2 0,0-1,9 7,-17-15,0-1,1 1,-1-1,1 0,0 0,0 0,0 0,0-1,0 1,0-1,0 0,0 0,0-1,1 0,-1 1,0-1,0 0,1-1,-1 1,0-1,0 0,0 0,0 0,0-1,0 1,0-1,0 0,2-2,0-1,-1 1,0-1,0 0,0 0,-1 0,0-1,0 0,0 0,-1 0,0 0,0 0,0-1,-1 0,0 1,0-1,0 0,-1 0,0 0,-1 0,0 0,0 0,0 0,-1 0,0 0,0 1,-1-1,1 0,-2 0,1 1,-1-1,0 1,0 0,-1 0,1 0,-2 0,1 1,0 0,-1-1,0 1,-3-2,4 4,1 1,-1-1,1 1,-1 0,0 0,0 0,0 0,0 1,0 0,0 0,0 0,-1 0,1 0,0 1,0 0,-1 0,1 0,0 0,-1 1,1 0,0 0,0 0,0 0,0 1,0-1,0 1,0 0,0 0,1 0,-1 1,1 0,-1-1,1 1,0 0,0 0,1 1,-3 2,4-2,0-1,1 1,-1-1,1 1,0-1,0 1,0 0,0-1,1 1,-1-1,1 1,0-1,0 1,0-1,1 0,-1 1,1-1,0 0,0 0,0 0,0 0,0 0,1-1,-1 1,1-1,2 2,24 24</inkml:trace>
  <inkml:trace contextRef="#ctx0" brushRef="#br1" timeOffset="115385.09">13101 11248,'0'-16,"0"-12,0-8,0-3,0 2,0 3,0 14,0 16,0 18,0 15,-2 15,-1 9,0 4,1 2,0-3,6-4,4-8,0-12</inkml:trace>
  <inkml:trace contextRef="#ctx0" brushRef="#br1" timeOffset="116388.485">13930 10860,'0'56,"2"-9,-2-1,-3 1,-1-1,-2 0,-9 30,-8-25,23-51,0 0,-1 1,1-1,-1 0,1 0,0 0,-1 0,1 0,-1 0,1 0,-1 0,1 0,-1 0,1 0,0 0,-1 0,1 0,-1 0,1 0,-1 0,1 0,0-1,-1 1,1 0,-1 0,1 0,0-1,-1 1,1 0,0-1,-1 1,1 0,0-1,0 1,-1 0,1-1,0 1,0-1,0 1,-1 0,1-1,0 1,0-1,0 1,0-1,0 1,0 0,0-1,0 1,0-1,0 1,0-1,0 1,0-1,0 1,1 0,-1-1,0 1,0-1,-7-179,9 137,-1-20,2 0,4 0,2 1,10-30,-18 82,1 0,1 0,0 1,0-1,0 1,2 0,-1 0,1 0,0 0,1 1,0 0,0 0,0 0,1 1,1 0,-1 1,1-1,3-1,-6 8,0 0,0 0,-1 1,1-1,0 1,-1 0,1 0,-1 1,1-1,-1 1,0 0,1 0,-1 1,0-1,0 1,-1 0,1 0,-1 0,1 1,-1-1,0 1,0-1,0 1,-1 0,0 0,1 2,8 8,-1 0,-1 0,0 1,-1 0,-1 1,6 14,-11-24,-1 0,1 0,-1 0,0 0,0 0,0 0,-1 0,0 0,0 0,-1 0,0 1,0-1,0 0,-1-1,0 1,0 0,0 0,-1-1,0 1,0-1,0 0,-6 5,1-1,-2-1,1 1,-1-2,0 1,-1-1,1-1,-2 0,1 0,0-1,-1-1,0 0,0 0,-1-2,1 1,0-1,-1-1,-5 0,13-1,4 0,-1 0,0 0,1-1,-1 1,0 0,0 0,1 1,-1-1,0 0,1 0,-1 1,1-1,-1 1,0 0,1-1,-1 1,1 0,-1 0,1 0,0 0,-1 0,1 0,0 0,0 1,0-1,0 0,0 1,0-1,0 1,0-1,1 1,-1-1,0 1,1 0,-1-1,1 2,3 7,0 1,1 0,0-1,1 0,0 0,0 0,1-1,0 0,1 0,0 0,6 5,-4-4,1 4,0-1,1 0,0-1,1 0,1-1,0 0,0-1,1 0,0-1,1-1,0 0,0-1,0-1,1 0,0-1,1-1,-1-1,2 0,-11-3,1-1,-1 0,1-1,-1 0,0 0,0 0,0-1,0 0,0-1,-1 1,1-1,-1-1,0 1,0-1,0 0,-1 0,2-3,-4 5,-2 3,0 0,0 0,-1 0,1 0,0 0,0 0,0 1,-1-1,1 0,0 0,0 0,-1 1,1-1,0 0,-1 1,1-1,0 1,-1-1,1 1,-1-1,1 1,0-1,-1 1,0 0,1-1,-1 1,1 0,-1-1,0 1,1 0,-1 0,0-1,0 1,1 0,-1 0,0-1,0 1,0 0,0 0,2 4,0 0,0-1,0 1,1-1,-1 0,1 0,0 1,0-2,0 1,1 0,-1-1,1 1,0-1,0 0,0-1,0 1,1-1,-1 1,1-1,-1 0,1-1,0 1,0-1,0 0,0 0,0-1,0 0,-1 1,1-2,0 1,0 0,0-1,0 0,0 0,0-1,0 1,1-2,0-1,-1-1,0 0,0 0,0 0,-1-1,1 1,-1-1,-1 0,1 0,-1-1,0 1,-1-1,1 0,-1 1,0-1,-1 0,0 0,0 0,0 0,-1 0,0-1,-1-4,1 8,0-1,-1 0,1 0,-1 1,0-1,0 1,0-1,-1 1,0-1,0 1,0 0,0 0,-1 0,1 0,-1 0,0 0,0 1,-1-1,1 1,-1 0,1 0,-1 0,0 1,0-1,0 1,-1 0,1 0,0 1,-1-1,1 1,-1 0,0 0,1 0,-1 1,-1 0,0 0,0 1,0-1,0 1,1 1,-1-1,0 1,1 0,-1 0,1 1,0 0,0 0,0 0,0 0,0 1,1 0,-1 0,1 0,0 0,0 1,1-1,-1 1,1 0,0 0,1 1,-1-1,1 0,0 1,0 0,1-1,-1 1,1 0,1 0,-1 0,1 0,0 0,0 4,3-5,-1-1,1 1,-1-1,1 1,0-1,1 0,-1 0,1 0,0 0,0-1,0 0,0 0,1 0,-1 0,1-1,-1 1,1-1,0 0,0-1,0 1,0-1,2 0,36 10</inkml:trace>
  <inkml:trace contextRef="#ctx0" brushRef="#br1" timeOffset="116700.65">14799 10927,'5'0,"97"9,-98-8,-1 0,0-1,0 1,0 1,0-1,0 0,0 1,0-1,-1 1,1 0,0 0,-1 0,0 0,1 1,-1-1,0 1,0-1,0 1,-1 0,1-1,0 1,-1 0,0 0,0 0,0 0,0 1,0-1,-1 0,1 1,-3 9,0-1,-1 0,0 0,0 0,-2-1,1 1,-1-1,-1 0,0 0,-1-1,0 0,0 0,-1 0,-7 5,-125 158,139-172,0 1,-1-1,1 0,0 0,0 0,1 1,-1-1,0 1,0-1,1 1,-1-1,1 1,-1-1,1 1,-1-1,1 1,0 0,0-1,0 1,0-1,0 1,0 0,1-1,-1 1,0-1,1 1,-1-1,1 1,0-1,-1 1,1-1,0 1,0-1,0 0,0 1,0-1,0 0,0 0,0 0,1 0,-1 0,0 0,1 0,-1 0,1-1,-1 1,2 0,10 3,0-1,1-1,0 0,-1-1,1 0,0-1,0 0,7-2,1 1,99-6,-72 4</inkml:trace>
  <inkml:trace contextRef="#ctx0" brushRef="#br0" timeOffset="132852.692">13209 16462,'-5'-2,"0"1,0 0,0 0,0 0,0 1,0-1,0 1,0 1,0-1,0 1,0 0,0 0,0 0,1 0,-1 1,0 0,1 0,-1 0,1 1,0 0,-1 0,1 0,1 0,-1 0,0 1,1-1,0 1,0 0,0 0,0 1,0-1,1 0,-1 4,2-7,1 1,0-1,0 1,0-1,0 1,0-1,0 1,0-1,1 1,-1-1,0 1,1-1,-1 1,1-1,0 0,-1 1,1-1,0 0,0 0,0 1,0-1,0 0,0 0,0 0,0 0,0 0,1-1,-1 1,0 0,0 0,1-1,-1 1,1-1,-1 1,0-1,1 0,-1 1,1-1,-1 0,1 0,-1 0,1 0,67 0,-63-1,0 1,0-1,0 0,0 0,-1-1,1 0,0 0,-1 0,1-1,-1 0,0 0,0 0,0 0,0-1,0 0,-1 0,0 0,0-1,0 1,0-1,-1 0,0 0,0 0,0-1,0 1,-1-1,0 0,0 1,-1-1,1 0,-1 0,0-1,-2 3,0 1,-1-1,1 0,-1 0,1 1,-1-1,0 1,0 0,-1 0,1 0,-1 0,0 0,1 0,-1 0,0 1,-1-1,1 1,0 0,-1 0,1 0,-1 1,1-1,-1 1,0 0,-2 0,0-1,-1 0,1 1,0 0,-1 0,1 0,-1 1,1 0,-1 0,1 1,-1 0,1 0,0 1,-1-1,1 1,-2 1,3 0,0 0,1 0,0 0,-1 1,1-1,0 1,1 0,-1 0,1 1,0-1,0 1,0-1,0 1,1 0,0 0,-1 2,2-4,0-1,1 1,-1-1,1 1,0 0,-1-1,1 1,0-1,0 1,1 0,-1-1,1 1,-1-1,1 1,0-1,0 1,0-1,0 0,0 1,0-1,1 0,-1 0,1 0,0 0,-1 0,1 0,0 0,0-1,0 1,0-1,1 1,-1-1,0 0,2 1,5 1,1 1,-1-1,1-1,0 0,0 0,0-1,0-1,0 1,0-2,0 1,0-1,0-1,-1 0,1 0,4-2,-9 3,0-1,0 1,-1-1,1 0,0 0,-1-1,0 1,0-1,1 0,-2 0,1-1,0 1,-1-1,1 0,-1 0,0 0,0 0,-1 0,1-1,-1 1,0-1,0 1,0-1,-1 0,0 0,0 0,0 0,-1 0,1 0,-1 0,0-1,-2-1,0 1,0-1,0 1,-1 0,0 0,0 0,0 0,-1 0,0 1,0-1,-1 1,1 0,-1 0,0 1,0 0,-1 0,1 0,-1 0,0 1,0 0,0 0,0 0,-1 1,1 0,-1 0,1 1,-4 0,5 2,0 1,0-1,1 2,-1-1,0 0,1 1,-1 0,1 0,0 0,0 0,0 1,1 0,-1 0,1 0,0 0,0 0,0 0,1 1,-1 0,1-1,0 1,0 0,1 0,0 0,0 0,0 0,0 1,1-1,0 5,-1-7,0 1,0-1,1 1,0-1,0 1,0 0,0-1,0 1,1-1,0 1,0-1,-1 0,2 1,-1-1,0 0,1 0,0 1,-1-1,1 0,0-1,1 1,-1 0,0-1,1 1,0-1,-1 0,1 0,0 0,0 0,0 0,0 0,1-1,-1 0,0 0,1 0,-1 0,1 0,-1-1,1 1,-1-1,1 0,-1 0,1 0,-1 0,1-1,-1 0,3 0,0-2,1 1,-1-1,0-1,0 1,0-1,0 0,-1-1,1 1,-1-1,0 0,-1 0,1-1,2-3,-5 6,0 1,-1-1,1 0,0 0,-1 0,0 0,0 0,0 0,0-1,0 1,0 0,-1 0,1-1,-1 1,0 0,0-1,-1 1,1 0,-1-1,1 1,-1 0,0 0,0 0,-1 0,1-1,0 2,-1-1,0 0,-1-1,1 1,0 1,-1-1,0 1,1 0,-1 0,0 0,0 0,0 0,0 1,0 0,-1-1,1 1,0 0,-1 0,1 1,0-1,-1 1,1 0,-1 0,1 0,-1 0,1 0,-1 1,1 0,0 0,-1-1,1 2,0-1,0 0,-1 1,1 0,0-1,1 1,-1 0,0 1,0-1,1 0,0 1,-1-1,1 1,0 0,0 1,1-4,1 1,0 0,-1 0,1 0,0 0,-1 0,1 0,0-1,0 1,0 0,0 0,0 0,0 0,0 0,0 0,0 0,1 0,-1 0,0 0,0-1,1 1,-1 0,1 0,-1 0,1 0,-1-1,1 1,-1 0,1-1,0 1,-1 0,1-1,0 1,0-1,-1 1,1-1,0 1,0-1,0 0,0 1,0-1,0 0,-1 0,1 1,0-1,0 0,0 0,49 2,-45-2,120 11,55-11,115-15,102 3,-197 10,35-11,-101-1,101-10,82 9,462 17,-303-30,146 2,-84 12,-365 44,-172-29,0-1,0 1,1 0,-1 0,0-1,1 1,-1 0,1-1,-1 1,1-1,-1 0,1 0,-1 1,1-1,0 0,-1 0,1-1,-1 1,1 0,-1 0,1-1,-1 1,1-1,-1 1,1-1,-1 0,0 1,1-1,-1 0,0 0,0 0,0 0,1 0,-1 0,0 0,0-1,-1 1,1 0,0-1,0 1,-1 0,1-1,0 1,-1-1,1 1,-1-1,0 1,1-2,-2-25,-1 0,-1 1,-2-1,0 1,-2 0,-3-20,-82-545,79 491,-66-392,-19-150,17-8,-5 18,32 301,21 147,1-62,-12-358,30 300,15-117,4 295,5 1,10-23,1 2,-6-2,-4-100,-4-50,-2 158,-6 139,1-1,-1 0,0 0,0 0,0 0,0 1,-1-1,1 0,-1 1,0-1,1 1,-1 0,0-1,0 1,-1 0,1 0,0 0,-1 1,1-1,-1 1,1-1,-1 1,0 0,0 0,1 0,-1 0,-2 0,-86-9,76 10,-442-12,-276-61,-33 50,332-1,-129 21,489-3,62 3,-1 2,0-1,1 2,-1-1,0 2,0 0,1 0,-1 1,0 1,11-2,0 0,0 0,1 0,-1 0,0 0,0 0,1 1,-1-1,1 1,-1-1,1 1,-1 0,1-1,0 1,0 0,0 0,0 0,0 0,0 0,1 0,-1 0,1 0,-1 0,1 0,0 0,0 0,0 0,0 1,0-1,0 0,1 2,15 72,-12-65,15 65,-3 1,-3 1,-4 0,-3 1,-3 28,-3-29,-2-34,2-1,3 1,1-1,7 29,9-15,-23-53,-5-4</inkml:trace>
  <inkml:trace contextRef="#ctx0" brushRef="#br0" timeOffset="138951.822">11176 17063,'-10'-9,"5"3,-1 1,0 0,0 0,0 0,-1 1,1 0,-1 0,0 0,-1 1,1 0,0 1,-1-1,-1 1,7 2,0 1,0-1,0 1,0-1,0 1,1-1,-1 1,0 0,0 0,1 0,-1 0,1 0,-1 0,1 1,-1-1,1 0,0 1,-1-1,1 1,0 0,0-1,0 1,0 0,1-1,-1 1,0 0,1 0,-1 0,1 0,0 0,-1 1,-2 63,3-63,0 0,1 0,-1 0,1 0,-1 0,1 0,0 0,0 0,1-1,-1 1,0 0,1-1,0 1,0-1,-1 1,1-1,1 0,-1 0,0 0,0 0,1 0,-1-1,1 1,0-1,-1 1,1-1,0 0,0 0,0 0,-1-1,1 1,3 0,1-1,1 0,0 0,-1 0,1-1,-1 0,1 0,-1-1,0 0,1 0,-1-1,0 0,4-3,-1 1,0 0,0-1,-1 0,0-1,0 0,-1-1,0 1,0-1,-1-1,0 0,0 0,-1 0,0-1,-1 0,0 0,1-4,-5 11,-1-1,0 1,1-1,-1 0,-1 1,1-1,0 1,-1 0,0-1,0 1,0-1,0 1,0 0,-1 0,1-1,-1 1,0 0,0 0,0 1,0-1,-1 0,1 1,-1 0,0-1,1 1,-1 0,0 0,0 0,0 1,-1-1,1 1,-1 0,-1-2,0 1,-1-1,1 2,-1-1,0 0,0 1,1 0,-1 1,0-1,0 1,0 0,0 1,0-1,0 1,1 0,-1 1,0-1,1 1,-2 1,2 0,1 0,-1 0,1 0,0 1,0 0,0-1,0 2,1-1,-1 0,1 1,0-1,1 1,-1 0,1 0,0 0,0 1,1-1,-1 0,1 1,0-1,0 0,1 1,0-1,0 1,0-1,1 1,0 3,1-1,-1 1,1 0,1-1,0 1,0-1,0 0,1 0,1 0,-1-1,1 1,0-1,1 0,0 0,0-1,0 0,8 5,-11-8,0 1,1-1,0-1,0 1,0-1,0 1,0-1,0-1,1 1,-1 0,1-1,-1 0,1 0,0 0,-1-1,1 1,0-1,-1 0,1-1,0 1,-1-1,1 0,-1 0,1 0,-1-1,1 0,-1 0,0 0,0 0,0 0,0-1,0 0,0 0,-1 0,1 0,-1 0,0-1,2-2,-3 0,1 0,-2 0,1 0,0 0,-1 0,0 0,-1 0,1 0,-1-1,-1 1,1 0,-1 0,0 0,0 0,-1 0,1 0,-2 0,1 0,0 0,-1 1,0-1,-1 1,1 0,-1 0,0 0,0 1,0-1,-4-2,5 6,1-1,-1 1,1 0,-1 0,0 0,1 0,-1 1,0-1,0 1,1-1,-1 1,0 0,0 0,0 1,0-1,1 0,-1 1,0 0,0 0,1 0,-1 0,1 0,-1 0,1 1,-1-1,1 1,0-1,-1 1,1 0,0 0,0 0,1 0,-1 0,0 1,1-1,-1 1,1-1,0 1,0-1,0 1,0 0,0-1,0 1,1 0,0 0,-1 0,-2 7,1 0,0 0,0 0,1 0,1 1,-1-1,2 0,-1 0,3 9,-3-16,0 0,1 0,0 1,0-1,0 0,0 0,0 0,1 0,-1 0,1 0,0 0,0 0,0-1,0 1,1-1,-1 1,1-1,-1 0,1 0,0 0,0 0,-1-1,1 1,1-1,-1 0,0 0,0 0,0 0,1 0,-1-1,1 1,2-1,0-1,0 0,0 0,0 0,0-1,0 0,0 0,-1 0,1-1,-1 0,0 0,0 0,0-1,0 0,0 1,-1-2,0 1,1 0,-2-1,1 0,-1 0,1 0,-1-1,-1 1,1 0,-1-1,0 0,0 0,0 0,-1 0,0 0,0 0,-1-6,0 9,-1 0,0 0,1 0,-2 0,1 0,0 0,0 0,-1 0,0 0,0 0,1 1,-1-1,-1 1,1-1,0 1,-1 0,1 0,-1 0,1 0,-1 1,0-1,0 1,0-1,0 1,0 0,0 0,0 0,-1 1,1-1,0 1,0 0,-2 0,1-1,-1 1,0-1,0 2,0-1,1 0,-1 1,0 0,0 0,1 0,-1 0,1 1,-1 0,1 0,0 0,-1 1,1-1,0 1,1 0,-1 0,0 0,-2 4,6-6,-1 0,0 0,1 0,-1 0,0 0,1 0,0 0,-1 1,1-1,0 0,-1 0,1 1,0-1,0 0,0 0,0 1,0-1,0 0,0 0,1 1,-1-1,0 0,1 0,-1 0,1 0,-1 1,1-1,0 0,-1 0,1 0,0 0,0 0,0 0,0-1,-1 1,1 0,0 0,1-1,-1 1,0 0,0-1,0 1,0-1,0 1,1-1,-1 0,0 0,61 14,159-39,456-7,-453 22,132 14,-203-4,0-5,32-12,208-6,113 37,-281-17,81-17,-276 17,162-15,50 7,231-11,405 4,-272 5,316 6,-444 1,-167-7,-140 13,-169-2,0 1,1 0,-1-1,0 0,0 1,0-1,0 0,-1 0,1 0,0-1,-1 1,0 0,1 0,-1-1,0 1,0-1,0 1,0-1,-1 0,1 1,-1-1,0 1,1-1,-1 0,0 0,-1 1,1-1,0 0,-1 1,0-1,1 1,-1-1,0 1,0-1,-2-2,1-9,-7-112,5-105,-2-65,-60-260,49 402,-82-549,57 517,-59-156,80 284,4 0,1-1,4-1,2 0,2 0,4-1,2-58,30-124,-15 161,-4-1,-4-1,-4-69,-58-421,53 321,3 98,-13-86,-68-401,77 580,-18-204,12 0,13-68,27-178,-39 255,-24-124,5 87,23 229,-4-63,4-102,20 16,-14 212,0-1,0 1,0 0,0-1,0 1,-1-1,1 1,-1 0,1-1,-1 1,0 0,0-1,0 1,0 0,0 0,0 0,-1 0,1 0,-1 0,1 0,-1 1,0-1,0 1,0-1,0 1,0-1,0 1,0 0,0 0,-1 0,1 0,0 1,0-1,-1 1,1-1,-1 1,-139 7,107-2,-119 15,-1-7,-1-7,-46-9,-640-57,779 57,-844-61,675 37,-449-35,-211 25,575 29,-167 23,153-3,132 2,-57-15,255 1,-1 0,0 0,0 1,1-1,-1 0,0 0,1 1,-1-1,0 1,1 0,-1-1,1 1,-1 0,1 0,-1 0,1 0,0 0,-1 0,1 0,0 1,0-1,0 0,0 1,0-1,0 1,0-1,0 1,1-1,-1 1,1 0,-1-1,1 1,-1 0,1-1,0 1,0 0,0-1,0 1,0 0,0 0,1-1,-1 1,1 1,20 195,-14-13,-7-108,3-1,4 0,4-1,5 17,16 24,-13-53,-3 1,-3 1,2 37,-11 222,-7-164,3 228,-13-295,16-45,21-58,22-41,-23 19</inkml:trace>
  <inkml:trace contextRef="#ctx0" brushRef="#br2" timeOffset="161128.266">24197 5793,'-2'0,"-1"0,1 0,-1 0,1 0,0 0,-1 0,1 1,-1-1,1 1,0 0,-1 0,1 0,0 0,0 0,0 0,0 0,0 1,0-1,0 1,0-1,0 1,1 0,-1 0,1 0,-1 0,1 0,0 0,0 0,0 0,0 1,0-1,0 0,1 1,-1-1,1 0,0 1,-1-1,1 1,0 1,-12 46,3 1,1-1,3 2,1 38,2-30,2 1,3-1,3 0,3-1,2 0,2 0,3-1,3-1,2 0,2-2,3 0,2-2,3-1,2-2,8 8,6-2,3-2,2-2,3-2,1-3,2-2,14 5,47 24,3-4,102 39,20-4,4-11,56 4,-121-49,2-8,2-8,1-9,133-1,676-24,-727-18,-2-11,-1-12,-2-11,-3-12,-3-12,-3-10,5-16,-102 33,-4-6,-3-7,-4-7,2-10,-124 84,-1-2,-1 0,0-2,-2 0,0-1,-2-2,0 0,-1-1,6-13,-23 34,0-1,0 0,0 0,0 0,-1 0,0-1,0 1,0 0,0 0,0-1,-1 1,0-1,0-1,-4-1,-1 5</inkml:trace>
  <inkml:trace contextRef="#ctx0" brushRef="#br2" timeOffset="168716.755">13075 17799,'188'-1,"-187"1,-1 0,1 0,0 0,0 0,0 0,0 0,-1 0,1 0,0 0,0 0,0-1,-1 1,1 0,0-1,0 1,-1-1,1 1,0 0,-1-1,1 0,0 1,-1-1,1 1,-1-1,1 0,-1 1,1-1,-1 0,0 0,1 1,-1-1,0 0,1 0,-1 0,0 1,0-1,0 0,0 0,0 0,0 0,0 1,0-1,0 0,0 0,0 0,-1 1,1-1,0 0,0 0,-1 0,1 1,-1-1,1 0,-1 1,1-1,-1 0,1 1,-1-1,-33-39,25 34,-1 0,1 0,-1 1,0 0,0 1,0 0,-1 0,0 1,1 1,-1 0,0 0,0 1,0 1,0 0,0 0,0 1,-6 1,13 0,0-1,1 1,-1 0,1 0,-1 0,1 1,0-1,0 1,0 0,0 0,1 0,-1 0,1 0,0 1,0-1,0 1,0-1,0 1,1 0,0 0,-1-1,2 1,-1 0,0 0,1 0,0 0,-1 0,2 0,-1 0,0 0,1 0,0 0,0 0,0 0,0 0,1 0,-1-1,1 1,0-1,0 1,0-1,1 0,-1 1,1-1,0 0,0-1,0 1,0-1,0 1,2 0,0 0,1 0,0 0,0-1,0 1,0-1,1-1,-1 1,0-1,1 0,-1 0,1-1,0 0,-1 0,1-1,-1 0,1 0,-1 0,0-1,1 0,-1 0,0 0,0-1,0 0,-1 0,1-1,-1 1,5-5,-6 5,0 0,0 0,0-1,-1 0,1 0,-1 0,0 0,0 0,0-1,0 1,-1-1,0 0,0 0,0 1,-1-1,1-1,-1 1,0 0,-1 0,1 0,-1-1,0 1,-1 0,1 0,-1 0,0-1,0 1,-1 0,1 0,-1 0,0 1,0-1,-1 0,-1-2,1 3,0-1,0 1,0-1,-1 1,0 0,1 0,-2 1,1-1,0 1,-1 0,1 0,-1 0,0 0,0 1,0 0,0 0,0 1,-1-1,1 1,0 0,-1 0,1 1,-1 0,1 0,-1 0,1 0,0 1,-1 0,1 0,-1 1,1 0,0-1,0 2,0-1,0 0,1 1,-1 0,0 1,-4 6,1 0,0 1,1 1,0-1,1 1,0 0,1 0,1 1,-1 0,2 0,0 0,1 0,0 0,1 0,0 5,0-14,1 0,-1 0,1-1,0 1,1 0,-1 0,1 0,-1 0,1 0,0 0,1-1,-1 1,0 0,1-1,0 1,0-1,0 0,1 1,-1-1,1 0,-1 0,1-1,0 1,0-1,0 1,1-1,-1 0,0 0,1 0,-1-1,1 1,0-1,0 0,-1 0,1 0,0 0,0-1,0 0,3 0,4-1,0-1,0-1,-1 0,1-1,-1 0,0 0,0-1,0-1,-1 0,1 0,-2 0,1-1,-1-1,0 1,0-1,-1-1,0 1,0-1,-1-1,0 1,-1-1,0 0,-2 4,0-1,-1 1,1 0,-1-1,-1 0,1 1,-1-1,0 0,-1 0,0 1,0-1,0 0,-1 0,0 0,0 1,-1-1,1 0,-2 1,1-1,-1 1,0 0,0 0,0 0,-1 0,0 1,0-1,-1 1,0 0,1 0,-2 1,1 0,0-1,-1 2,0-1,0 1,-4-3,2 4,1 1,-1-1,0 1,1 1,-1-1,0 1,1 1,-1-1,0 1,1 1,-1-1,1 1,-1 1,1-1,0 1,0 0,0 1,0 0,1 0,-1 0,1 1,0 0,1 0,-1 1,1-1,0 1,0 0,1 1,0-1,0 1,0 0,1 0,0 0,0 0,1 0,0 1,0-1,1 1,0 0,1-5,-1 1,1 0,0-1,0 1,0-1,1 1,-1 0,1-1,0 1,0-1,0 0,1 1,-1-1,1 0,-1 0,1 1,0-1,1-1,-1 1,0 0,1-1,-1 1,1-1,0 0,0 1,0-1,0-1,0 1,1 0,-1-1,0 0,1 1,5 1,0-1,0 0,0 0,1 0,-1-1,0-1,1 1,-1-2,1 1,-1-1,9-2,-14 2,1 1,-1-1,1 0,-1 0,0 0,1-1,-1 0,0 1,0-1,0-1,-1 1,1-1,0 1,-1-1,1 0,-1 0,0-1,0 1,-1-1,1 1,-1-1,1 0,-1 0,0 0,-1 0,2-3,-4 5,0 0,0 0,0 0,0 0,-1 0,1 1,-1-1,1 0,-1 0,1 1,-1-1,0 1,0 0,0-1,0 1,0 0,0 0,0 0,0 1,0-1,-1 0,1 1,0-1,0 1,-1 0,1 0,0 0,-1 0,1 0,0 0,0 1,-1-1,1 1,0 0,0-1,0 1,0 0,0 0,0 0,0 1,1-2,1 1,-1 0,1 0,0-1,0 1,-1 0,1 0,0-1,0 1,0 0,0 0,0 0,0 0,0-1,0 1,0 0,0 0,1 0,-1-1,0 1,1 0,-1 0,0-1,1 1,-1 0,1-1,-1 1,1 0,-1-1,1 1,-1-1,1 1,0-1,-1 1,1-1,0 1,-1-1,1 1,0-1,0 0,-1 0,1 1,0-1,0 0,0 0,-1 0,1 0,0 0,0 0,0 0,0 0,-1 0,1 0,0-1,0 1,187 11,291 13,571-17,289-1,-1099-1,312-4,612-45,-866 25,522-20,-192 24,441-53,-718 49,719-24,139 43,-1147-5,-72-3,-4 3</inkml:trace>
  <inkml:trace contextRef="#ctx0" brushRef="#br2" timeOffset="169195.473">21430 17131,'240'92,"-131"-53,-1 5,5 8,-98-44,0 0,0 1,-1 1,-1 0,0 1,0 1,-1 0,-8-8,-1-1,1 1,-1 0,0 1,0-1,-1 0,1 1,-1 0,0-1,-1 1,1 0,-1 0,0 0,0 0,0 0,-1 0,1 0,-1 1,-1-1,1 0,-1 0,0 0,0 0,0 0,-1 1,-7 9,0-1,-1 0,-1 0,-1-1,1 0,-2-1,0 0,0-1,-1-1,-1 0,1-1,-2 0,1-2,-1 1,-7 1,-100 43,-104 30,178-65,5-2</inkml:trace>
  <inkml:trace contextRef="#ctx0" brushRef="#br2" timeOffset="169797.076">22353 15927,'-7'3,"0"0,1 0,-1 1,1 0,0 0,0 0,1 1,-1 0,1 0,0 1,0-1,1 1,-1 0,1 0,1 1,-1-1,1 1,-2 6,-1 2,1 1,1-1,0 1,1-1,1 1,1 0,0 0,1 4,1-4,0-1,1 1,1-1,1 0,0 0,1 0,1 0,0-1,1 0,0 0,1-1,1 0,0 0,1-1,0 0,1-1,0 0,0 0,2-2,-1 1,1-2,0 1,1-2,0 0,0 0,1-2,-1 1,1-2,1 0,-1-1,0-1,1 0,3-1,-10 0,0-2,0 1,0-1,0-1,-1 1,1-2,0 1,-1-1,0 0,1-1,-2 0,1 0,0-1,-1 0,0 0,0-1,0 0,-1 0,1 0,-2-1,1 0,-1 0,0-1,0 1,-1-1,0 0,0 0,-1-1,1-3,1-7,-1 0,-1 0,0 0,-1 0,-2 0,0 0,0 0,-2-1,0 1,-2 0,0 1,-1-1,-1 1,0 0,-1 0,-2 0,1 1,-2 1,0-1,-1 2,-3-3,6 9,0 1,-1 0,0 1,0 0,-1 0,0 1,0 0,0 1,-1 0,1 1,-1 0,-1 0,1 1,0 1,-1 0,1 1,-1 0,1 0,-1 1,0 1,1 0,-1 1,1 0,-1 0,1 2,0-1,0 1,1 1,-1 0,1 0,0 1,0 0,1 1,-1 0,2 1,-1 0,1 0,-3 4,6-6,0 0,0 0,0 0,1 0,0 0,1 1,-1 0,1 0,0 0,1 0,0 1,0-1,1 0,-1 1,2-1,-1 1,1 0,0-1,1 1,-1-1,2 1,-1-1,1 1,0-1,0 0,1 0,0 0,1 0,-1 0,1-1,1 1,-1-1,1 0,0-1,3 3,42 27,4-10</inkml:trace>
  <inkml:trace contextRef="#ctx0" brushRef="#br2" timeOffset="170246.879">22928 15847,'10'255,"-9"-234,0 16,1 0,2 0,1 0,2-1,8 24,-13-53,1 0,-1 0,1 0,1-1,-1 1,1-1,0 0,1 0,0 0,0-1,0 0,0 0,1 0,0 0,0-1,0 0,0 0,1-1,-1 0,1 0,0 0,0-1,0 0,0 0,1-1,-1 0,0 0,1-1,-1 0,4 0,5-3,0 0,0-1,-1-1,1 0,-1-1,-1-1,1-1,-1 0,0 0,-1-1,0-1,0 0,-1-1,0-1,-1 0,-1 0,0-1,0 0,-1-1,-1 0,0 0,-1-1,-1 0,0 0,-1-1,0-3,4-22,-1 0,-3 0,-1-1,-2 1,-2-1,-1 0,-3-2,1 37,2 31,1 20,3 1,2 0,1-1,3 0,1-1,3 0,1 0,5 7,-14-39,1 0,0 0,0 0,1-1,0 1,1-2,0 1,1-1,0-1,0 1,4 1,19 10</inkml:trace>
  <inkml:trace contextRef="#ctx0" brushRef="#br2" timeOffset="170494.224">24371 15753,'-14'18,"-6"18,-3 16,4 10,6 9,8 3,9 1,7-3,6-6,2-6,-3-9,-3-9,-4-9,-6-10,-6-9,-6-10,-3-4</inkml:trace>
  <inkml:trace contextRef="#ctx0" brushRef="#br2" timeOffset="170772.023">23729 15566,'-84'-46,"85"46,-1 0,1 0,-1 0,1 0,-1 0,1-1,-1 1,1 0,-1 0,1 0,-1-1,1 1,-1 0,1-1,-1 1,1-1,-1 1,0 0,1-1,-1 1,0-1,0 1,1-1,-1 1,0-1,0 1,1-1,-1 1,0-1,0 1,0-1,0 1,0-1,0 0,0 1,0-1,0 1,0-1,0 1,0-1,-1 1,1-1,0 1,0-1,0 1,-1-1,1 1,0-1,-1 1,1-1,0 1,-1 0,1-1,-1 1,1 0,0-1,-1 1,1 0,-1-1,1 1,-1 0,1 0,-1 0,1-1,-1 1,0 0,1 0,-1 0,138-11,830 20,-916-7,33-1,-2 5,32 7,-72-2,-42-11,-1 0,1 0,-1 0,1 0,-1 0,1 0,-1 0,1 0,-1 0,1 0,-1 0,1 0,-1 0,1 1,-1-1,1 0,-1 0,1 0,0 1,-1-1,1 0,-1 1,1-1,0 0,-1 1,1-1,0 1,-1-1,1 1,0-1,0 0,-1 1,1-1,0 1,0-1,0 1,0-1,0 1,-1-1,1 1,0-1,0 1,0-1,1 1,-1-1,0 1,0 0,0-1,0 0,0 1,1-1,-1 1,0-1,0 1,1-1,-1 1,0-1,1 0,-1 1,0-1,1 1,-1-1,0 0,1 0,-1 1,1-1,-1 0,1 0,-1 1,-27 8</inkml:trace>
  <inkml:trace contextRef="#ctx0" brushRef="#br2" timeOffset="171845.582">2287 9937,'0'-18,"0"-10,-3-4,0 3,-2 5,-3 16,1 21,-2 24,2 27,1 24,2 21,4 11,4 7,2-3,-1-8,1-14,0-18,-1-25</inkml:trace>
  <inkml:trace contextRef="#ctx0" brushRef="#br2" timeOffset="172113.849">2620 9898,'-7'23,"-1"20,-1 20,2 12,2 8,2 2,4-1,4-3,0-10,1-9,-2-13,-1-15</inkml:trace>
  <inkml:trace contextRef="#ctx0" brushRef="#br2" timeOffset="172414.053">2567 10045,'69'85,"-3"3,15 34,71 95,-139-199,2-1,0 0,1-1,1-1,0-1,1 0,4 1,-17-11,0-1,1 0,-1 0,0-1,1 0,0 0,-1 0,1 0,0-1,0 0,0 0,0-1,0 1,0-1,0-1,0 1,0-1,0 0,0 0,0-1,0 0,0 0,-1 0,1-1,-1 1,0-2,0 1,4-3,0-3,1 0,-1-1,-1 0,0-1,0 0,-1 0,0 0,-1-1,-1 0,0 0,0-1,-1 0,2-11,2-15,-2 0,-1-1,-2 1,-2-4,-5-81,-6 0,-5 1,-21-77,29 157,0-38,18 79,10 22,2 10</inkml:trace>
  <inkml:trace contextRef="#ctx0" brushRef="#br2" timeOffset="172984.525">3236 11128,'-5'4,"-49"52,53-55,0 1,1 0,-1-1,0 1,0 0,1-1,-1 1,1 0,0-1,-1 1,1 0,0 0,0 0,0-1,0 1,0 0,1 0,-1 0,0-1,1 1,-1 0,1-1,0 1,0 0,0-1,-1 1,1-1,1 1,-1-1,0 1,0-1,0 0,1 0,-1 0,1 0,-1 0,1 0,-1 0,1 0,0 0,15 8,1-1,0-1,0-1,1 0,0-2,0 0,13 1,0 1,44 8,-14-5,-1 4,0 2,-1 3,27 13,-77-28,1 1,-1 1,0 0,-1 0,1 1,-1 0,0 1,-1 0,0 0,0 1,0 0,-1 0,0 1,0 0,-1 0,-1 1,1 0,-2 0,1 0,-1 0,1 7,-5 2,0-1,-2 1,0 0,-1-1,0 0,-2 0,0 0,-1 0,-1-1,-1 1,0-2,-2 1,1-2,-2 1,0-1,-10 10,-35 47,-2-3,-53 47,-12 3</inkml:trace>
  <inkml:trace contextRef="#ctx0" brushRef="#br2" timeOffset="174219.296">763 13494,'19'6,"1"-1,-1 0,1-1,0-1,1-1,-1-1,0-1,1-1,-1 0,0-2,0 0,0-1,-1-1,5-2,18-8,-2-1,0-2,0-2,-2-1,-1-2,1-3,-10 8,0-2,-2-1,0 0,-1-2,-2-1,0-1,-2-1,15-23,-33 45,0-1,0 0,-1 0,1 0,-1 0,0-1,0 1,-1 0,0-1,0 1,0-1,0 0,-1 1,0-1,0 1,-1-1,0 0,0 1,0-1,0 1,-1 0,0-1,0 1,0 0,-1 0,0 0,0 0,0 1,-1-1,1 1,-2-1,-2-1,0 0,-1 0,0 1,0 0,0 0,-1 1,1 0,-1 1,0 0,0 0,0 1,-4-1,9 3,0-1,0 0,0 1,0 0,0 0,0 0,0 1,0-1,0 1,0 0,0 0,0 1,0-1,0 1,1 0,-1 0,0 0,1 0,0 0,0 1,-1 0,2-1,-1 1,0 1,0-1,1 0,0 0,0 1,-1 1,-4 13,1 1,1-1,0 1,2 0,0 0,1 1,1-1,1 0,1 11,-1-20,7 146,7 0,11 32,-6-54,6 70,-8 0,-8 21,-11-167,-2-15</inkml:trace>
  <inkml:trace contextRef="#ctx0" brushRef="#br2" timeOffset="174468.629">1070 13989,'-2'-3,"6"-4,11-11,17-12,21-11,20-8,17-6,15-1,7 4,1 5,-19 12</inkml:trace>
  <inkml:trace contextRef="#ctx0" brushRef="#br2" timeOffset="175014.653">2259 13654,'5'25,"3"20,1 15,-1 12,-2 7,-3 1,-1-1,2-5,-1-9,-1-12,0-16</inkml:trace>
  <inkml:trace contextRef="#ctx0" brushRef="#br2" timeOffset="175352.265">2634 13681,'3'22,"0"20,-1 16,1 9,-2 5,-2-1,-4-3,-1-9,-1-10,0-13</inkml:trace>
  <inkml:trace contextRef="#ctx0" brushRef="#br2" timeOffset="175607.99">2607 13815,'0'18,"5"13,5 8,11 4,11-1,9-2,8-7,6-5,0-7,-3-6,-5-6,-6-4,-9-3,-8-2</inkml:trace>
  <inkml:trace contextRef="#ctx0" brushRef="#br2" timeOffset="175796.008">3008 13574,'0'3,"2"9,4 14,2 17,3 18,-1 16,-3 12,-1 7,-5 1,-2-7,-1-12,-1-19</inkml:trace>
  <inkml:trace contextRef="#ctx0" brushRef="#br2" timeOffset="176111.792">3302 12972,'7'-6,"1"-1,0 1,-1 1,2 0,-1 0,1 0,-1 1,1 0,0 1,1 0,-1 0,0 1,1 1,0-1,-1 1,1 1,0 0,-1 0,1 1,0 0,-1 1,1 0,-1 1,0-1,0 2,0-1,0 2,0-1,1 2,19 12,0 1,-2 2,0 1,-1 1,-1 1,-2 1,0 2,-2 0,-1 1,-1 1,-1 0,-2 2,-1 0,-1 1,-2 0,-1 1,-2 0,-1 1,-1 3,-1 8,-2 1,-2 0,-2 0,-2 0,-1 0,-3-1,-2 0,-2 0,-2 0,-1-1,-16 30,-14 27,-6-2,-3-2,-5-3,-21 23,-51 64</inkml:trace>
  <inkml:trace contextRef="#ctx0" brushRef="#br2" timeOffset="176732.922">147 12879,'-6'16,"-8"16,-8 22,-4 23,-1 29,3 33,5 33,10 31,21 24,28 14,33 3,35-13,34-25,29-37,-15-46</inkml:trace>
  <inkml:trace contextRef="#ctx0" brushRef="#br2" timeOffset="179645.245">22179 12826,'4'-127,"5"0,14-49,9-62,-67 751,29-308,4-122</inkml:trace>
  <inkml:trace contextRef="#ctx0" brushRef="#br2" timeOffset="179966.907">21658 13494,'18'0,"24"-3,30-2,30-8,28-5,20-8,15-3,5 1,-8 5,-11 4,-21 6,-24 4,-24 5,-27 2</inkml:trace>
  <inkml:trace contextRef="#ctx0" brushRef="#br2" timeOffset="180568.345">22607 13801,'-11'-4,"-1"0,1 2,0-1,-1 1,0 1,1 0,-1 1,0 0,1 0,-1 1,1 1,-1 0,1 1,-1 0,1 1,0 0,1 0,-1 1,1 1,0 0,0 0,0 1,-2 2,-10 15,0 1,1 1,2 0,1 2,1 0,1 1,1 0,2 1,1 1,2 0,1 1,1 0,1 0,3 1,-1 9,3-22,0 1,2-1,0 1,1 0,1-1,1 1,1-1,1 0,5 14,-6-24,0 0,0 0,1-1,1 1,-1-1,2 0,-1-1,1 0,0 0,1 0,0-1,0 0,0 0,1-1,0 0,1-1,-1 0,1 0,3 0,-1-1,0-2,-1 1,1-2,0 1,0-2,0 0,0 0,0-1,0 0,0-1,0 0,-1-1,1-1,-1 0,0 0,0-1,0 0,-1-1,1-1,-1 1,-1-1,1-1,-1 0,-1 0,0-1,0 0,0-1,-1 1,-1-1,0-1,0 1,-1-1,0 0,-1 0,0-1,0 1,-2-1,1 0,-2 1,1-7,-1 10,0 0,0 0,-1 0,0 0,0 0,-1 0,0 0,0 0,-1 0,0 0,-1 1,1-1,-1 1,-1-1,0 1,0 0,0 1,-1-1,0 1,0 0,0 0,-1 0,0 1,0-1,0 2,-1-1,0 1,0 0,0 0,0 1,-1 0,1 0,-1 0,-7 0,1 3,-1 0,1 1,-1 1,1 1,0 0,0 0,0 1,0 1,1 1,0 0,0 0,0 1,1 1,0 0,1 1,0 0,0 1,0 0,2 1,-1 0,1 0,1 1,0 0,1 0,0 2,3-8,1 1,0-1,1 1,0 0,0 0,0 0,1 0,0 0,0 0,1 0,0 1,0-1,0 0,1 0,0 0,1 0,0 0,0 0,0 0,1 0,0-1,0 1,1-1,0 0,1 2,32 33</inkml:trace>
  <inkml:trace contextRef="#ctx0" brushRef="#br2" timeOffset="181098.925">24037 12478,'-1'7,"-1"-1,1 1,0 0,0 0,0 0,1 0,0 0,1-1,0 1,0 0,0 0,1 0,0-1,0 1,0-1,1 0,0 1,1-1,-1 0,1-1,0 1,1-1,-1 0,1 0,0 0,0 0,1-1,-1 0,1 0,0-1,6 4,9 1,1-1,1-1,-1-1,1 0,0-2,0-1,0-1,0-1,0-1,0 0,0-2,0-1,0-1,-1-1,0 0,0-2,3-2,-4 1,0 0,-1-1,0 0,0-2,-1-1,-1 0,0-1,-1-1,0-2,-8 9,-2-1,1 0,-1-1,0 1,-1-1,0-1,-1 1,0-1,0 0,-1 0,-1-1,0 1,-1-1,0 1,0-1,-1 0,-1 0,0 0,0 5,0 1,-1-1,0 1,0-1,-1 1,0-1,0 1,0 0,-1 0,0 0,0 0,0 0,-1 1,0-1,0 1,0 0,0 0,-1 0,0 1,0 0,-1 0,1 0,-1 1,1-1,-1 1,0 1,-1-1,1 1,0 0,-1 0,1 1,-1 0,1 0,-1 1,1-1,-1 2,0-1,1 1,-1 0,-4 1,1 1,0 1,0 1,0 0,0 0,1 1,0 0,0 1,1 0,-1 0,2 1,-1 0,1 0,0 1,1-1,0 2,0-1,1 1,0 0,-1 5,-6 15,1 1,2 0,1 1,1 0,-2 32,5 41,5 0,4 0,5-1,4 0,5-1,16 47,2 25,5 102,-38-235,-1 0,-3 0,-1 0,-6 31,-1-27</inkml:trace>
  <inkml:trace contextRef="#ctx0" brushRef="#br2" timeOffset="181347.261">24023 13307,'23'-3,"28"-4,28-7,23-7,15-7,5-5,-1-2,-13 2,-15 6,-24 6</inkml:trace>
  <inkml:trace contextRef="#ctx0" brushRef="#br2" timeOffset="181669.398">25388 13159,'-7'16,"-5"19,-2 17,2 16,-1 12,3 6,0 0,0-4,0-6,-4-7,-1-11,-1-13,3-14</inkml:trace>
  <inkml:trace contextRef="#ctx0" brushRef="#br2" timeOffset="181963.61">25682 13146,'0'18,"-3"20,-2 15,-4 11,-1 7,-2 3,-1-3,-1-3,-2-8,-1-8,2-14</inkml:trace>
  <inkml:trace contextRef="#ctx0" brushRef="#br2" timeOffset="182213.938">25682 13240,'2'16,"5"16,11 13,11 9,12 5,11-1,5-3,3-7,-1-9,-3-12,-7-9,-6-11,-12-7</inkml:trace>
  <inkml:trace contextRef="#ctx0" brushRef="#br2" timeOffset="182466.265">26323 13013,'0'18,"0"20,0 16,0 16,0 12,-2 5,-1 2,0-4,-2-8,0-18</inkml:trace>
  <inkml:trace contextRef="#ctx0" brushRef="#br2" timeOffset="182801.367">27072 11742,'18'19,"20"23,21 28,17 29,14 30,7 24,-2 21,-7 12,-14 9,-21 3,-22 0,-32-3,-37-4,-42-7,-46-8,-45-9,-46-8,15-31</inkml:trace>
  <inkml:trace contextRef="#ctx0" brushRef="#br2" timeOffset="183417.718">20681 11997,'-22'27,"-17"37,-14 45,-6 50,0 55,6 50,11 42,22 22,33 7,41-13,48-28,50-36,-1-62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31:30.0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 1,'-11'24,"9"17,1-1,2 1,6 39,-3-41,1-32,0-30,14-191,-20 457,-9-178,7-76,3-218,-1 216,-2 18,-1 20,-15 189,19-405,1 240,-1 13,-1 0,-10 56,11-164,12-111,-25 387,32-331,-12-15,-15 166,0 68,5-83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3T15:12:02.4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175 510,'0'-20,"-1"16,0-1,0 1,1 0,0 0,0 0,0-1,0 1,1 0,-1 0,1 0,0-1,1 1,-1 0,1 1,0-1,0 0,0 0,0 1,0-1,1 1,0 0,-1-1,1 1,1 0,1 1,0-1,1 1,-1-1,1 2,-1-1,1 1,0-1,0 2,0-1,0 1,0-1,-1 2,1-1,0 1,0 0,0 0,0 0,-1 1,1 0,-1 0,1 0,-1 1,0 0,0 0,0 0,0 1,0 0,-1-1,0 2,0-1,0 0,0 1,-1 0,1 0,-1 0,-1 0,2 1,-2 2,1 1,-1-1,-1 0,1 1,-1 0,-1-1,0 1,0-1,0 1,-1 0,-1-1,1 1,-1-1,-1 0,0 0,0 0,0 0,-1 0,0 0,-1-1,1 0,-6 6,-7 9,-2-1,0-1,-1-1,-1-1,-1 0,-11 5,11-6,0-2,-1-1,-1-1,0-1,-1-1,0-1,-3-1,11-9,33-10,-3 6,1 0,-1 1,1 0,-1 1,1 1,0 0,0 1,0 0,-1 2,1-1,0 1,-1 1,1 1,10 3,6 5,1-1,0-2,0-1,1-2,0-1,28 1,-39-6,0 0,0-1,0-2,-1 0,1-1,-1 0,7-4,-9-1,-6 0</inkml:trace>
  <inkml:trace contextRef="#ctx0" brushRef="#br0" timeOffset="841.819">1257 630,'-6'-4,"0"0,0 1,-1 0,1 0,-1 1,0 0,0 0,0 0,0 1,0 0,0 0,0 1,0 0,0 0,0 1,-1-1,1 2,0-1,1 1,-1 0,0 1,0-1,1 1,-1 0,1 1,0 0,0 0,1 0,-1 1,1 0,0 0,-4 4,7-6,0 0,0-1,0 1,0 0,1 0,0-1,-1 1,1 0,0 1,0-1,1 0,-1 0,1 0,-1 0,1 1,0-1,0 0,0 0,1 1,-1-1,1 0,0 0,0 0,0 0,0 0,1 0,-1 0,1 0,-1 0,1-1,0 1,0-1,0 1,1-1,-1 0,0 0,1 0,0 0,-1 0,1 0,0-1,0 1,0-1,0 0,0 0,0 0,0-1,1 1,5-1,0 0,0 0,0-1,-1 0,1-1,0 0,-1-1,1 1,-1-2,0 1,0-1,0 0,-1-1,1 0,-1 0,0 0,-1-1,1 0,-1 0,0-1,-1 0,1 0,-1 0,-1-1,1 0,0-3,10-24,-2-1,-1 0,-2 0,-2-1,-1 0,-2-1,-2 1,-1-17,0 35,2-23,0-101,-4 143,0 0,0-1,0 1,0 0,0 0,1-1,-1 1,0 0,0-1,0 1,0 0,0-1,0 1,0 0,0-1,0 1,0 0,0-1,-1 1,1 0,0-1,0 1,0 0,0 0,0-1,-1 1,1 0,0-1,0 1,0 0,-1 0,1 0,0-1,0 1,-1 0,1 0,0 0,-1-1,1 1,0 0,0 0,-1 0,1 0,0 0,-1 0,1 0,0 0,-1 0,1 0,0 0,-1 0,1 0,0 0,-1 0,1 0,0 0,-1 0,1 0,0 1,-1-1,1 0,0 0,0 0,-1 1,1-1,0 0,0 0,-1 1,-12 19,-6 24,1 0,3 1,1 1,-4 32,12-49,1 0,1 1,1-1,2 1,1 14,1-35,-1-1,2 1,-1 0,1-1,0 1,1-1,0 1,1-1,-1 0,1 0,1-1,0 1,0-1,0 0,1 0,0-1,0 1,1-1,-1-1,5 3,-2-2,1-1,-1 1,1-2,1 1,-1-2,1 1,-1-1,1-1,0 0,0 0,0-1,0-1,0 0,0 0,0-1,0 0,0-1,0-1,0 1,0-2,-1 1,0-2,0 1,0-1,0-1,-1 0,0 0,0-1,0 0,-1 0,0-1,-1 0,1-1,-2 0,1 0,-1 0,-1 0,1-1,2-8,9-57,-16 72,-1 0,0 0,0 0,0 0,0 0,0 0,-1 0,1 0,-1 0,0 0,0 0,0 0,0 0,0 0,-1 1,1-1,-1 1,0-1,1 1,-1 0,0-1,-1 1,1 0,-1 0,-1 1,-1 0,1 0,-1 1,0-1,1 1,-1 1,0-1,1 0,-1 1,1 0,-1 0,1 1,-1-1,1 1,0 0,0 0,0 0,0 0,0 1,0 0,0 0,1 0,0 0,0 0,-1 1,2 0,-1-1,0 1,1 0,0 0,-1 2,0 0,0 0,0 1,1-1,0 1,0 0,1 0,-1 0,1-1,1 1,0 0,0 0,0 0,0 0,1 0,1 0,-1 0,1 0,0 0,1-1,-1 1,1-1,0 0,1 0,0 0,0 0,0-1,1 1,-1-1,1 0,0 0,1-1,-1 0,1 0,0 0,4 2,91 32,-51-28</inkml:trace>
  <inkml:trace contextRef="#ctx0" brushRef="#br0" timeOffset="1138.031">2247 604,'-18'-5,"-13"-1,-6 2,-1 7,2 7,4 5,7 3,9 4,9 3,12 1,15-1,13-3,14-3,11-4,7-5,-8-4</inkml:trace>
  <inkml:trace contextRef="#ctx0" brushRef="#br0" timeOffset="1589.36">2729 670,'-13'-7,"0"0,0 1,0 0,-1 1,0 0,0 1,0 1,-1 1,1-1,0 2,-1 0,0 1,1 1,-1 0,-2 1,14-2,-1 1,1 0,0 0,-1 0,1 0,0 0,0 1,-1 0,1-1,1 1,-1 0,0 0,0 1,1-1,-1 1,1-1,0 1,0 0,0 0,0 0,0 0,1 0,-1 0,1 0,0 0,0 1,0-1,0 1,1-1,-1 0,1 1,0-1,0 1,0-1,0 1,1-1,-1 1,1-1,0 1,0-1,0 0,1 0,-1 0,1 1,0-1,0 0,0-1,0 1,1 1,3 1,0 0,0-1,0 1,1-1,-1 0,1-1,0 1,1-2,-1 1,0-1,1 0,-1 0,1-1,0 0,-1 0,1-1,0 0,0 0,-1-1,1 0,0-1,-1 1,1-1,-1-1,0 1,0-1,0-1,0 1,0-1,-1-1,1 1,-1-1,0 0,2-2,-5 3,0 0,0 0,0 0,-1 0,0-1,1 1,-1 0,-1-1,1 0,-1 1,0-1,0 0,0 0,0 0,-1 0,0 0,0 5,0 1,0-1,0 0,0 0,0 0,-1 0,1 1,0-1,0 0,0 0,0 0,0 0,-1 1,1-1,0 0,0 0,0 0,0 0,-1 0,1 0,0 0,0 0,0 0,-1 0,1 0,0 1,0-1,-1 0,1 0,0 0,0-1,0 1,-1 0,1 0,0 0,0 0,0 0,-1 0,1 0,0 0,0 0,0 0,0 0,-1-1,1 1,0 0,0 0,0 0,0 0,0-1,-1 1,1 0,0 0,0 0,-8 20,6-15,1 0,-1 0,1 0,1 1,-1-1,1 0,0 1,0-1,0 0,1 0,0 1,0-1,0 0,1 0,-1 0,1 0,0 0,1 0,-1-1,1 1,0-1,0 1,1-1,-1 0,1-1,0 1,0 0,0-1,0 0,1 0,-1 0,1-1,0 1,-1-1,2 0,1 0,1-1,-1 1,0-1,0-1,1 0,-1 0,0 0,1-1,-1 0,0 0,0 0,1-1,-2-1,1 1,0-1,0 0,-1 0,5-4,4-4</inkml:trace>
  <inkml:trace contextRef="#ctx0" brushRef="#br0" timeOffset="2587.761">3156 643,'-5'-1,"-1"0,0 0,0 1,1-1,-1 1,0 1,0-1,1 1,-1 0,0 0,1 1,-1 0,1 0,0 0,-1 0,1 1,0 0,1 0,-1 0,0 1,1 0,0-1,0 2,0-1,0 0,1 1,-1 0,1-1,0 1,1 1,-1-1,1 0,0 1,0-1,1 1,0-1,-1 4,2-6,-1 1,1 0,0 0,0-1,0 1,0 0,0 0,1-1,0 1,0 0,0-1,0 1,1-1,-1 1,1-1,0 0,0 1,0-1,0 0,1 0,-1-1,1 1,0 0,-1-1,1 0,0 1,1-1,-1 0,0-1,1 1,-1-1,1 1,-1-1,1 0,0 0,-1-1,1 1,0-1,0 1,-1-1,1-1,2 1,-1-1,1 0,-1 0,1 0,-1-1,1 0,-1 0,0-1,0 1,0-1,0 0,-1 0,1-1,-1 1,0-1,0 0,0 0,0-1,-1 1,0-1,2-1,3-9,0 1,0-1,-2 0,0-1,0 1,0-9,10-54,-3 0,-4-1,-2-49,-5 109,6-251,-10 242,-5 41,-5 123,5 0,7 16,-1-101,1-47,0 70,2-1,10 51,-12-121,-1 0,1 0,0 0,1 0,-1 0,0 1,1-1,0 0,0 0,0 0,0 0,0-1,1 1,-1 0,1 0,0-1,-1 1,1-1,0 1,1-1,-1 0,0 0,1 0,-1 0,1 0,0-1,-1 1,1-1,0 0,0 0,0 0,0 0,0 0,0 0,0-1,0 0,0 1,1-1,-1 0,0-1,0 1,2-1,5-3,0-1,-1-1,1 0,-1 0,-1-1,1 0,-1 0,6-7,43-34,58 8,-109 38,0 0,-1 0,0 0,1 0,-1-1,0 0,0 0,-1-1,1 1,0-1,-1 0,0 0,0-1,0 1,-1-1,0 0,0 0,0 0,0 0,-1 0,1-1,-2 1,1-1,0 1,0-7,-1 10,-1 0,1 0,-1-1,1 1,-1 0,0-1,0 1,0 0,0 0,0-1,-1 1,1 0,-1-1,1 1,-1 0,0 0,0 0,0 0,0 0,0 0,0 0,-1 0,1 0,-1 0,1 1,-1-1,1 1,-1-1,0 1,0-1,0 1,0 0,0 0,0 0,0 0,0 1,-1-1,1 0,0 1,0 0,-1-1,1 1,0 0,-1 0,1 0,0 0,0 1,-3 0,-3 1,1 0,0 1,-1 0,1 1,0-1,0 2,1-1,-1 1,1-1,0 2,0-1,1 1,-1 0,1 0,0 0,1 1,0 0,0-1,0 2,1-1,0 0,1-1,-1 0,1 0,0 0,1 0,0 0,0 0,0 0,0 0,1 1,0-1,1 0,-1 0,1 0,0 1,1-1,-1 0,1 0,1-1,-1 1,1 0,0-1,0 1,0-1,1 0,0 0,4 4,7 2,0 0,0-2,1 1,0-2,1 0,0-1,0-1,0 0,1-2,0 0,0 0,1-2,36 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3T15:10:51.5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850 772,'108'26,"-75"-18,1-1,0-2,0-1,0-2,0-1,0-2,1-1,-1-2,-1-1,26-7,-53 10,-1 1,1-1,-1 1,0-1,1-1,-1 1,0-1,-1 0,1 0,0 0,-1-1,1 0,-1 0,0 0,-1 0,1 0,-1-1,0 0,0 0,0 0,0 0,-4 3,1 0,0 0,-1 1,0-1,1 0,-1 0,0 1,0-1,0 0,0 1,0-1,0 1,-1 0,1-1,0 1,-1 0,1 0,-1-1,1 1,-1 0,0 1,1-1,-1 0,0 0,0 1,1-1,-1 1,0-1,0 1,0 0,0 0,0 0,0 0,1 0,-1 0,0 1,0-1,0 1,0-1,1 1,-1-1,0 1,0 0,1 0,-1 0,1 0,-1 1,-7 4,0 2,0-1,1 1,0 0,1 1,0 0,0 0,1 0,0 1,1 0,0 0,1 1,0-1,0 1,1 0,0 4,-17 60,5 1,2 1,-1 64,-1-4,-3-1,-7-1,-5-2,-6-1,-11 13,43-132,-40 73,34-78</inkml:trace>
  <inkml:trace contextRef="#ctx0" brushRef="#br0" timeOffset="249.507">676 1547,'22'-6,"27"-6,24-4,23-5,16-2,4-3,-1-1,-9 0,-13 1,-18 2,-22 4</inkml:trace>
  <inkml:trace contextRef="#ctx0" brushRef="#br0" timeOffset="631.024">2052 825,'11'-24,"-27"186,14-149,-17 77,-4-1,-4-1,-3-1,-5-2,-38 68,-36 66,106-213,-10 51,13-56,1 1,0-1,0 0,0 0,0 0,0 0,0 0,0 0,0 0,1 0,-1 0,0 0,0 0,1-1,-1 1,1-1,-1 1,1-1,-1 1,1-1,-1 0,1 0,-1 0,1 0,-1 0,1 0,-1 0,1 0,27-2,-1 0,0-2,0-1,0-1,12-6,-7 4,298-77,-302 79</inkml:trace>
  <inkml:trace contextRef="#ctx0" brushRef="#br0" timeOffset="899.877">2333 1374,'-4'0,"-2"11,-2 18,0 21,0 22,-2 17,-1 16,-1 7,2 1,2-3,3-9,4-10,5-14,6-18,1-19</inkml:trace>
  <inkml:trace contextRef="#ctx0" brushRef="#br0" timeOffset="2309.917">2815 558,'-38'-48,"-2"1,-1 2,-3 2,-2 2,-1 2,-2 2,-1 2,-2 3,-2 1,-1 4,0 1,-2 3,-31-7,16 13,-2 3,1 4,-1 3,-1 3,1 3,-75 9,53-3,1 5,0 3,1 5,0 3,2 5,1 4,-83 40,123-43,1 2,2 2,1 2,1 2,2 2,2 3,1 0,3 3,1 1,-16 28,26-27,3 0,1 2,3 1,2 1,2 0,2 1,2 1,2 0,3 0,2 1,2 0,2 0,4 15,5 36,3 0,6-1,4-1,4 0,22 49,-35-101,2 0,3-2,1 0,2-1,3-1,1-1,2-1,2-1,2-2,26 27,-5-25,1-3,3-1,1-3,1-3,2-2,1-3,2-2,70 27,2-6,1-6,131 21,-204-49,1-2,1-3,-1-2,1-4,0-2,0-3,-1-3,0-2,0-3,-1-3,17-9,-9-4,-1-3,-1-4,-2-2,-1-3,33-30,-66 44,-1-2,-2-1,-1-1,-1-2,-2-1,-1 0,-2-2,-1-1,-2 0,9-27,48-122,40-155,-98 265,-2-1,-5 0,-2-1,-3-19,-1 31,46-329,-49 374,-2-1,0 0,-2 1,0-1,-1 1,-1 0,-1 0,0 0,-2 1,0 0,-2 0,-5-10,-10-13,-2 2,-1 1,-2 1,-30-30,30 35,-2 1,-2 1,0 2,-2 1,-1 2,-2 1,-7-2,22 17,0 0,-1 2,0 1,0 0,-15 0,-45-6</inkml:trace>
  <inkml:trace contextRef="#ctx0" brushRef="#br0" timeOffset="3747.23">3350 2590,'2'-18,"1"-13,0-8,-1-4,2 3,0 6,-1 13,0 17,-4 19,-1 15,-3 12,0 8,-2 4,1 0,0-2,2-3,2-8,1-11</inkml:trace>
  <inkml:trace contextRef="#ctx0" brushRef="#br0" timeOffset="4064.658">3631 2590,'-3'5,"0"-1,1 1,0 0,0 0,0 0,1 0,-1 0,1 0,1 0,-1 1,1-1,0 0,0 1,0-1,1 0,-1 0,1 0,1 0,-1 1,1-1,0-1,0 1,0 0,1 0,-1-1,1 1,1-1,-1 0,0 0,1 0,1 0,1 1,0-1,1 0,-1-1,1 1,0-1,0 0,0-1,0 0,1 0,-1-1,0 1,1-2,-1 1,1-1,-1 0,1-1,0 1,-1-1,0-1,1 0,-1 0,0 0,0-1,0 0,0 0,-1-1,1 0,-1 0,0 0,0-1,0 0,-1 0,0-1,3-2,-4-1,0 0,0 0,-1-1,0 1,-1-1,0 0,0 1,-1-1,0 0,-1 0,0 0,-1 0,0 0,0 0,-1 0,0 1,-1-1,0 1,-1-1,0 1,0 0,-1 1,0-1,0 1,-1 0,0 0,-1 0,-4-3,9 8,-1 0,0 0,0 1,-1-1,1 1,0 0,-1-1,1 2,-1-1,0 0,0 1,0-1,1 1,-1 0,0 1,-1-1,1 0,0 1,0 0,0 0,0 1,0-1,0 1,0 0,0 0,0 0,0 0,0 1,1-1,-1 1,-2 2,-5 4,0 1,1 0,1 1,-1 0,1 1,1 0,0 0,-5 10,-26 45</inkml:trace>
  <inkml:trace contextRef="#ctx0" brushRef="#br0" timeOffset="69501.474">4125 1173,'-3'0,"3"0,7 0,9 0,14 0,13 0,10-3,8 0,2 1,-2-1,-5 2,-8 0,-9 0,-11 3,-11 3,-8 2</inkml:trace>
  <inkml:trace contextRef="#ctx0" brushRef="#br0" timeOffset="69753.8">4245 1346,'14'7,"13"5,16-1,14-1,11-5,6-3,-1-4,-13-2</inkml:trace>
  <inkml:trace contextRef="#ctx0" brushRef="#br0" timeOffset="70049.011">4807 879,'-1'0,"1"0,0 0,-1 0,1 0,0 0,-1 0,1 1,0-1,-1 0,1 0,0 1,0-1,-1 0,1 0,0 1,0-1,-1 0,1 1,0-1,0 0,0 1,0-1,-1 0,1 1,0-1,0 0,0 1,0-1,0 0,0 1,0-1,0 1,0-1,0 0,0 1,0-1,0 0,1 1,-1-1,0 0,0 1,0-1,0 0,1 1,-1-1,0 0,0 1,1-1,-1 0,0 0,0 1,1-1,-1 0,0 0,1 0,-1 1,0-1,1 0,-1 0,0 0,1 0,-1 0,13 19,0-2,1 0,1 0,0-2,2 0,-1 0,2-2,7 5,2 3,-1-1,-8-9,-2 1,1 0,-1 2,-1 0,0 0,-1 1,-1 1,0 1,-1 0,-1 0,-1 1,0 1,1 6,-9-17,0 1,-1 0,-1 0,1 0,-2 0,1 0,-1 0,0 0,-1-1,0 1,0 0,-1-1,0 1,-1-1,0 0,0 0,0-1,-1 1,-5 4,-11 16,-2-2,-1 0,-1-2,-10 7,-93 79,79-69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39:27.98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2 164,'0'-1,"0"1,0 0,-1-1,1 1,0-1,0 1,0 0,0-1,-1 1,1-1,0 1,0-1,0 1,0-1,0 1,0-1,0 1,0 0,0-1,0 1,0-1,1 1,-1-1,0 1,0-1,0 1,1 0,-1-1,0 1,0-1,1 1,-1 0,0-1,1 1,-1 0,0 0,1-1,-1 1,1 0,-1 0,0-1,1 1,-1 0,1 0,-1 0,1 0,-1 0,0 0,1-1,-1 1,1 0,-1 0,1 0,-1 1,1-1,-1 0,1 0,155-20,771-55,-851 66,390-34,-454 45,-32 4,15-5,-143 26,91-19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39:28.3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57,'0'-1,"0"1,1 0,-1 0,1 0,-1 0,0 0,1 0,-1 0,0 0,1 1,-1-1,1 0,-1 0,0 0,1 0,-1 0,0 1,1-1,-1 0,0 0,0 0,1 1,-1-1,0 0,0 1,1-1,-1 0,0 0,0 1,0-1,1 0,-1 1,0-1,0 1,0-1,0 0,0 1,0-1,0 0,0 1,0-1,0 0,0 1,0-1,0 1,0-1,0 0,0 1,0-1,0 0,-1 1,1-1,0 0,0 1,0-1,-1 0,1 1,0-1,0 0,-1 0,1 1,0-1,0 0,-1 0,151 8,-120-8,487-40,18 1,-512 39,-16 0,-13 0,-7 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39:29.90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94,'258'-17,"808"-33,-674 25,-442 24,-3 3,-4 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39:30.16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458 0,'-433'59,"410"-53,21-2,75 4,123-8,161-22,-227 12,-32 3,299-12,-374 18,0 2,-1 0,1 1,-1 2,1 0,-1 2,0 0,11 6,1 6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0:29.4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28,'18'-3,"16"0,10 1,7-1,5-1,-2 0,0 1,-5 1,-6 0,-8 1,-10 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0:29.7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0,'16'7,"16"2,15 0,10-4,7-6,-1-2,-3 0,-11-1,-13 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0:29.9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50,'20'2,"21"-1,19-3,18-4,11-3,4-2,0 0,-8 3,-20 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0:21.62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522 265,'10'177,"-7"464,0-637,1-16,-3 8,5-13</inkml:trace>
  <inkml:trace contextRef="#ctx0" brushRef="#br0" timeOffset="4404.794">482 1001,'78'-11,"-59"10,374-9,-194 4,-186 6</inkml:trace>
  <inkml:trace contextRef="#ctx0" brushRef="#br0" timeOffset="5439.038">1458 707,'-5'1,"-1"0,1 1,0 0,0 0,0 0,0 0,1 1,-1-1,1 1,-1 1,1-1,0 1,0-1,0 1,1 0,-1 0,1 1,0-1,1 1,-1-1,1 1,-1 0,1 0,1 0,-1 0,1 1,0-1,0 0,0 1,0 3,0 0,1 1,0-1,0 0,1 0,0 0,0 0,1 0,1 0,-1 0,2 0,-1-1,1 1,0-1,1 0,4 6,-3-7,0 0,1-1,0 1,1-1,0-1,-1 0,2 0,-1 0,0-1,1 0,0-1,0 0,0 0,0-1,1 0,-1 0,1-1,-1-1,1 0,-1 0,10-1,-12 0,1 0,0 0,0-1,-1 0,1 0,-1-1,0 0,0 0,0-1,0 1,0-2,-1 1,0-1,0 0,0 0,0-1,-1 1,0-1,0 0,-1-1,1 1,-2-1,1 0,-1 0,0 0,2-5,-3 4,-1 0,0 0,0 0,0 0,-1 0,0 0,-1 0,0 0,0 0,-1 0,0 0,0 1,0-1,-1 1,-1-1,1 1,-1 0,0 0,-1 1,1-1,-2 1,1 0,0 0,-1 1,0-1,-1 1,1 1,-1-1,0 1,0 0,-1 0,-4-2,0 0,-1 1,1 0,-1 1,0 0,0 1,-1 1,1 0,0 1,-8 0,15 1,0 0,1 1,-1-1,0 1,0 0,1 1,-1-1,1 1,0 0,-1 1,1-1,0 1,0 0,0 0,1 1,-1-1,1 1,0 0,0 0,0 1,1-1,-1 1,1 0,0 0,-2 3,3-1,0-1,0 1,0-1,1 1,0-1,0 1,0 0,1 0,0-1,1 1,-1 0,1 0,0-1,1 1,0-1,0 1,0-1,1 0,1 2,17 33</inkml:trace>
  <inkml:trace contextRef="#ctx0" brushRef="#br0" timeOffset="5957.309">2260 840,'-6'-9,"0"-1,0 1,-1 0,-1 0,0 1,0 0,0 0,-1 1,0 0,0 1,-1-1,0 2,0 0,-1 0,1 1,-1 0,0 1,0 0,0 0,0 1,-1 1,1 0,0 1,-1 0,1 0,-1 1,1 1,0 0,0 1,0 0,0 0,0 1,1 1,-1 0,1 0,1 1,-1 0,-6 6,11-8,1 1,-1-1,1 1,0 0,1 0,0 0,-1 1,2-1,-1 1,0 0,1 0,0 0,1 0,-1 0,1 0,1 0,-1 0,1 1,0-1,0 0,1 0,-1 1,2-1,-1 0,0 0,1 0,1 0,-1 0,1-1,-1 1,2-1,-1 0,1 1,-1-1,1-1,3 4,2-2,1-1,-1 0,1-1,0 0,0-1,0 1,0-2,0 0,1 0,-1-1,1 0,-1 0,1-2,0 1,-1-1,1-1,-1 1,0-2,1 0,-1 0,0-1,-1 0,1 0,-1-1,0-1,0 0,0 0,4-4,-6 0,0 0,0-1,-1 0,-1 0,1 0,-2 0,0-1,0 0,-1 0,-1 0,0 0,0-1,-1 1,-1 0,0-1,-1 1,0 0,-2-5,3 17,0 1,0-1,-1 0,1 0,0 0,-1 1,1-1,0 0,-1 0,1 0,0 0,-1 0,1 0,-1 0,1 0,0 0,-1 0,1 0,0 0,-1 0,1 0,-1 0,1 0,0 0,-1 0,1 0,0-1,-1 1,1 0,0 0,-1 0,1-1,0 1,0 0,-1 0,1-1,0 1,0 0,-1 0,1-1,0 1,0 0,0-1,0 1,-1 0,1-1,0 1,0-1,0 1,0 0,0-1,0 1,0 0,0-1,0 1,0-1,0 1,0 0,0-1,1 1,-1 0,0-1,0 1,0 0,-15 29,-6 78,21-103,0 0,0 1,0-1,1 1,0-1,0 1,0-1,0 0,1 0,0 0,0 0,0 0,0 0,0 0,1 0,0-1,0 1,0-1,0 0,0 0,1 0,-1-1,3 2,11 2,0 0,0-2,1 0,0-1,0-1,0 0,0-1,0-1,0-1,0-1,0 0,16-5,38-5</inkml:trace>
  <inkml:trace contextRef="#ctx0" brushRef="#br0" timeOffset="6435.022">3048 680,'-11'-6,"-1"1,0 0,0 1,0 0,0 1,-1 0,1 1,-1 1,0 0,0 0,1 2,-1-1,0 2,0-1,1 2,-1 0,1 0,0 1,0 1,0 0,1 0,-1 1,1 1,1 0,-1 0,1 1,-1 3,4-4,1 2,0-1,1 1,-1 0,2 0,0 0,0 0,0 1,1 0,1 0,0 0,-1 2,3-7,-1 1,1-1,0 0,0 0,0 0,1 0,0 0,0 0,0 0,1 0,-1 0,1-1,0 1,1 0,-1-1,1 1,0-1,0 0,0 0,0 0,1-1,0 1,-1-1,1 0,2 1,0 0,1 0,0-1,0 0,1 0,-1-1,1 0,-1 0,1 0,0-1,0 0,-1-1,1 0,0 0,0-1,0 0,-1 0,1-1,0 1,-1-2,0 1,1-1,3-2,3-2,0-1,0 0,-1 0,0-1,-1-1,0 0,-1-1,1 0,-2-1,8-11,-6 4,-1 0,0-1,-2 0,0-1,-1 0,-1 0,-2-1,0 0,-1 0,0-4,5-225,-24-17,11 236,4 32,0 1,-1-1,1 0,0 1,0-1,0 0,-1 0,1 1,0-1,0 0,0 0,-1 0,1 1,0-1,0 0,-1 0,1 0,0 0,-1 0,1 0,0 0,0 1,-1-1,1 0,0 0,-1 0,1 0,0 0,-1 0,1 0,0 0,-1-1,1 1,0 0,0 0,-1 0,1 0,0 0,-1 0,1-1,0 1,-10 46,2 1,3 0,0 25,2-35,-2 41,2 0,5 0,8 60,-7-111,2 1,1-1,0 0,3-1,0 0,1 0,2-1,0 0,2-1,1 0,0-1,7 6,9 4</inkml:trace>
  <inkml:trace contextRef="#ctx0" brushRef="#br0" timeOffset="7225.751">1 12,'83'-8,"0"4,81 7,-105-1,1483 67,-1366-64,133 5,82 23,-334-25,-51-5,-16-3,-1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0:32.5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13,'64'-7,"-1"3,1 3,38 4,-55-1,330 22,-151-7,106-9,-328-8,-12-1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0:30.7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215 193,'-3'9,"3"13,0 13,0 14,1 13,0 10,-3 5,-1 4,1-2,-1-9,2-11,5-16,1-15</inkml:trace>
  <inkml:trace contextRef="#ctx0" brushRef="#br0" timeOffset="372.368">1 114,'0'-5,"0"1,0-1,0 1,0-1,1 1,0 0,0-1,0 1,0 0,1 0,-1 0,1 0,0 0,0 0,1 0,-1 0,1 1,0-1,0 1,0 0,0 0,0 0,1 1,0-1,-1 1,1-1,0 1,0 0,0 1,0-1,0 1,3-1,12 1,0 0,0 1,-1 1,1 1,0 0,-1 2,0 0,1 1,-2 1,1 1,-1 0,0 1,0 1,4 3,4 0,0 1,-1 1,-1 1,0 2,-1 0,0 1,-2 1,17 20,-35-37,0 0,0-1,0 1,0 0,-1 0,1 0,-1 0,0 1,1-1,-1 0,0 0,0 1,-1-1,1 1,0-1,-1 1,0-1,1 1,-1-1,0 1,0-1,0 1,-1-1,1 1,-1-1,1 1,-1-1,0 1,0-1,0 0,0 1,0-1,-1 0,1 0,0 0,-1 0,0 0,0 0,-1 1,-16 10,0-1,-1-1,0 0,-1-2,0 0,-15 3,-13 7,-100 50,135-58,7-2</inkml:trace>
  <inkml:trace contextRef="#ctx0" brushRef="#br0" timeOffset="1143.306">884 153,'0'-15,"0"22,0 29,0 471,0-503,13 128,-12-127,1 1,-1-1,1 0,0 1,0-1,1 0,-1 0,1-1,0 1,1 0,-1-1,1 0,0 0,0 0,0 0,1 0,-1-1,1 0,0 0,0 0,5 1,12 1,0 0,0-2,1-1,-1-1,1-1,-1 0,1-2,20-4,-37 5,318-56,-219 35,-65 14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1:12.1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3262 828,'13'2,"15"1,8 0,7-1,4 0,3-1,-3-1,-5 3,-7 0,-9 2,-10 0</inkml:trace>
  <inkml:trace contextRef="#ctx0" brushRef="#br0" timeOffset="285.239">3315 1002,'14'4,"13"4,11 1,9-2,5-1,1-2,-5-2,-10 1,-11 0</inkml:trace>
  <inkml:trace contextRef="#ctx0" brushRef="#br0" timeOffset="551.539">3302 1229,'16'11,"14"4,11 0,8-4,7-5,5-6,4-3,2-4,-10 0</inkml:trace>
  <inkml:trace contextRef="#ctx0" brushRef="#br0" timeOffset="971.939">4332 801,'-3'16,"0"14,-2 14,-3 10,-4 10,-2 5,-2 1,3-6,2-8,5-13,2-12</inkml:trace>
  <inkml:trace contextRef="#ctx0" brushRef="#br0" timeOffset="1376.86">4238 814,'0'22,"8"86,-7-104,1 1,-1-1,1 1,0-1,0 0,0 0,0 0,1 0,0 0,0-1,0 1,0-1,0 0,1 0,0 0,-1 0,1-1,0 1,0-1,0 0,5 2,-1-2,0 0,0 0,1 0,-1-1,1-1,-1 1,1-1,-1-1,1 1,-1-1,1-1,-1 0,0 0,0-1,0 0,0 0,0 0,0-1,-1-1,0 1,0-1,4-4,2-1,-2 0,1-1,-1-1,-1 0,0 0,-1-1,0 0,-1 0,0-1,-2 0,6-15,9-78,-25 520,4-412,-1 11,1 0,0 0,1 0,0 0,0 0,2 0,-1 0,2-1,-1 1,2-1,-1 0,1 0,1 0,6 8,2-6</inkml:trace>
  <inkml:trace contextRef="#ctx0" brushRef="#br0" timeOffset="2060.623">5013 895,'-3'351,"-15"-241,8-103,4-28,8-174,3 112,-4 34,-2 12,3 1,0 0,3 0,0 0,3 1,3-9,-10 40,0 0,0 0,1 0,-1 0,1 0,0 0,0 1,0-1,1 1,-1 0,1-1,0 1,0 0,0 0,0 1,1-1,-1 1,0-1,1 1,0 0,0 1,0-1,-1 1,1-1,0 1,1 0,-1 1,0-1,0 1,0-1,0 1,1 1,-1-1,0 1,0-1,4 2,3 4,0 0,0 0,0 1,-1 0,0 1,0 0,-1 1,0 0,0 1,-1 0,-1 0,1 0,-2 1,0 0,0 0,0 1,-1 3,-3-11,0 1,0-1,0 1,-1-1,0 1,0 0,0-1,-1 1,0 0,0 0,0-1,0 1,-1 0,1 0,-1-1,0 1,-1 0,1-1,-1 1,0-1,0 0,-1 1,1-1,-1 0,0-1,0 1,0 0,0-1,-1 0,1 1,-2-1,-5 3,0-1,-1 0,0-1,0-1,0 1,-1-2,1 1,-1-2,1 1,-1-2,0 0,1 0,-9-1,-5 0,24 2,-1-1,0 1,1 0,-1-1,1 1,-1 0,1 0,-1 0,1 0,0 0,-1 0,1 0,0 0,0 1,0-1,0 0,0 1,0-1,0 1,0-1,0 1,1 0,-1-1,1 1,-1 0,1-1,0 1,0 0,-1-1,1 1,0 0,1 0,-1-1,0 1,0 0,1-1,-1 1,1 0,-1-1,1 1,0-1,0 1,0-1,0 1,0-1,0 1,0-1,0 0,0 0,1 1,8 14,1 1,1-2,0 0,1 0,1-1,0-1,1 0,0-1,1-1,0 0,1-1,0-1,1 0,0-2,8 3,4 0,1-1,-1-2,1-1,31 1,-12-3</inkml:trace>
  <inkml:trace contextRef="#ctx0" brushRef="#br0" timeOffset="-1282.812">1377 921,'11'-16,"-8"14,-1-1,0 0,0 1,0-1,0 0,-1 0,1 0,-1 0,1 0,-1 0,0 0,0-1,-1 1,1 0,-1-1,1 1,-1 0,0-1,0 1,-1 0,1-1,-2-2,0-1,-1-1,0 1,0 0,-1 1,0-1,0 0,0 1,-1 0,0 0,0 1,-1-1,0 1,0 0,0 0,3 3,-1-1,1 1,0 0,-1 0,0 1,1-1,-1 1,0 0,0 0,1 0,-1 0,0 1,0-1,0 1,0 0,0 0,0 0,0 1,0 0,0-1,0 1,1 1,-1-1,0 1,1-1,-1 1,1 0,-1 0,-3 6,1 0,0 0,0 0,0 1,2 0,-1 0,1 0,0 1,1-1,0 1,0 0,1 0,1 0,-1 0,2 0,-1 0,1 0,2 7,-3-15,1 8,-3 13,1-1,1 1,1-1,1 1,1 0,1-1,1 0,1 1,1-2,1 1,0-1,10 17,-14-33,1 0,1-1,-1 1,1-1,0 0,0 0,0-1,0 1,1-1,-1 0,1-1,0 1,0-1,0 0,0-1,0 1,1-1,-1-1,0 1,0-1,1 0,-1 0,0-1,1 0,-1 0,0 0,0-1,0 0,0 0,0 0,0-1,0 0,146-81,-111 56</inkml:trace>
  <inkml:trace contextRef="#ctx0" brushRef="#br0" timeOffset="-924.768">1765 787,'-8'19,"0"168,9-125,3 85,-3-144,0 0,0 0,0 0,0 0,1 0,-1 0,1 0,0 0,0-1,0 1,0-1,0 1,1-1,-1 0,1 0,-1 0,1 0,0-1,0 1,0-1,0 1,0-1,0 0,0 0,0 0,0-1,0 1,1-1,-1 0,0 0,1 0,2 0,107-18,33-34,-107 34</inkml:trace>
  <inkml:trace contextRef="#ctx0" brushRef="#br0" timeOffset="-295.923">2300 908,'-7'26,"1"0,1 1,1 0,2 0,1 10,-3 17,-5 99,9-153,0-1,0 1,1-1,-1 1,0-1,0 1,0-1,0 1,1 0,-1-1,0 1,0-1,1 1,-1-1,0 1,0 0,1-1,-1 1,1 0,-1-1,0 1,1 0,-1 0,1-1,-1 1,1 0,-1 0,1 0,-1-1,1 1,-1 0,1 0,-1 0,1 0,-1 0,0 0,1 0,-1 0,1 0,-1 0,1 1,-1-1,1 0,-1 0,1 0,-1 1,1-1,-1 0,1 0,-1 1,0-1,1 0,-1 1,0-1,1 0,-1 1,0-1,1 1,-1-1,0 0,0 1,1 0,5-20,0 0,-1 0,-1 0,-1-1,0 1,-2-1,0 1,-2-13,2 10,-2-54,0 46,1 0,1 0,1 1,2-1,1-1,-3 26,-1 0,1 0,-1 1,1-1,1 1,-1-1,1 1,-1 0,1 0,0 0,1 0,-1 0,1 1,0 0,0 0,0 0,0 0,0 0,0 1,1 0,-1 0,1 0,0 0,0 1,0-1,-1 1,1 1,0-1,0 1,0 0,0 0,5 1,-1-1,0 0,-1 1,1 1,0-1,0 1,-1 1,0 0,1 0,-1 0,0 1,0 0,-1 1,1 0,-1 0,0 1,-1-1,1 2,-1-1,0 1,-1-1,1 2,-1-1,-1 1,3 4,-7-10,1 0,-1 0,0 0,0 0,0 0,0 0,0 0,0 0,0 0,-1 0,1 0,-1 0,1 0,-1-1,0 1,0 0,0 0,0 0,0-1,0 1,0-1,-1 1,1-1,0 1,-1-1,0 0,1 1,-1-1,0 0,1 0,-2 0,-63 22,59-21,-12 2,-52 20,69-23,0 0,0 0,0 1,0-1,1 1,-1 0,0-1,1 1,-1 0,1 0,0 0,0 0,0 0,0 0,0 0,0 0,1 1,-1-1,0 0,1 0,0 1,0-1,0 0,0 1,0-1,0 0,0 1,1-1,-1 0,1 2,4 8,0 0,1 0,0 0,0 0,1-1,1 0,0-1,1 1,0-2,0 1,1-1,0-1,10 7,-6-6,0-1,1 0,0-1,1-1,-1 0,1-1,1 0,-1-2,0 0,1 0,0-2,-1 0,1-1,16-2,22-3</inkml:trace>
  <inkml:trace contextRef="#ctx0" brushRef="#br0" timeOffset="16276.663">5508 266,'-110'-59,"33"35,-1 4,0 3,-1 3,-1 5,-56 0,64 3,-521-37,-193 2,602 41,-492-14,392 4,-1 13,-44 15,-336 50,576-54,1 4,0 3,1 4,2 4,-18 11,69-25,1 2,0 0,2 3,0 0,1 2,1 1,1 1,1 2,-21 26,33-34,1 1,0 1,2 0,0 1,1 1,1-1,1 2,1-1,1 1,1 0,2 1,0-1,1 1,1 0,1 20,5-17,2 1,0-1,2-1,1 0,1 0,1 0,1-1,1-1,1 0,2-1,0-1,1 0,14 13,19 16,3-1,1-3,3-3,1-1,3-4,1-2,31 12,-7-6,2-3,1-4,2-5,1-3,1-4,1-5,1-3,32-2,505 23,-230-17,214 4,57-28,-64-5,-102-25,-266 13,-222 20,16-1,0-1,0-2,0-1,-1-2,7-3,-33 8,0 0,1 0,-1-1,0 0,-1-1,1 0,-1 0,0 0,0-1,-1 0,1 0,-1-1,-1 0,1 0,-1 0,0-1,-1 0,0 1,0-2,-1 1,0 0,2-9,4-35,-2-1,-3 0,-2 0,-4-49,0 19,3 20,-4 1,-2-1,-6-24,0 31,-2 1,-2 0,-2 1,-20-40,29 77,0 1,-1 0,-1 1,-1 0,0 0,0 1,-2 0,1 1,-2 1,0 0,0 1,-1 0,-1 2,1-1,-2 2,-14-6,-8 1,-1 3,0 1,0 2,-28-1,-54-3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4:06.7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360 1146,'0'-1,"-1"0,0 1,1-1,-1 0,0 0,1 0,-1 0,0 0,0 1,0-1,1 0,-1 1,0-1,0 1,0-1,0 1,0-1,0 1,0 0,-1-1,1 1,0 0,0 0,0 0,0 0,0 0,0 0,0 0,0 0,-1 0,1 1,0-1,0 0,0 1,0-1,0 1,0-1,0 1,0-1,0 1,1 0,-1 0,0-1,0 1,0 0,1 0,-1 0,1 0,-1 0,0 0,1 0,-1 0,1 0,-1 1,-6 18,1 0,1 1,0 0,2 0,0 0,2 1,0 11,0-21,1-7,-2 14,1 0,0 1,2 0,0-1,1 0,1 1,1-1,5 14,-8-30,0-1,0 1,0-1,0 0,1 0,-1 1,1-1,0 0,-1 0,1 0,0-1,0 1,0 0,1-1,-1 1,0-1,1 0,-1 0,0 0,1 0,-1 0,1 0,0-1,-1 1,1-1,-1 0,1 0,0 0,-1 0,1 0,0 0,-1-1,1 1,0-1,-1 0,1 0,-1 0,0 0,1 0,-1 0,2-2,13-8,-1-2,0 0,0-1,-2-1,1 0,-2 0,0-2,-1 0,-1 0,-1-1,0 0,-1-1,-1 0,-1 0,0-1,-2 0,0 0,-1 0,-1-6,0 8,-1 0,0 1,-2-1,0 0,-1 0,0 1,-2-1,-1-5,3 17,0 1,-1-1,0 1,0-1,0 1,-1-1,1 1,-1 0,-1 0,1 1,0-1,-1 1,0-1,0 1,-1 0,1 1,-1-1,0 1,0 0,0 0,0 0,0 1,-1-1,1 1,-1 1,-4-2,2 2,1 1,-1 0,0 0,0 1,0 0,0 0,0 0,0 1,1 1,-1-1,1 1,0 0,-1 1,1 0,1 0,-1 0,1 1,-1 0,1 0,1 1,-1 0,1 0,0 0,-3 5,3-4,-1 1,1 0,1 0,-1 1,1-1,1 1,0 0,0 0,1 0,0 0,0 1,1-1,0 1,1-1,0 1,0-1,1 0,1 1,-1-1,3 7,25 39,6-8</inkml:trace>
  <inkml:trace contextRef="#ctx0" brushRef="#br0" timeOffset="399.034">854 1093,'-4'-2,"0"1,0-1,0 1,0 0,-1 1,1-1,0 1,-1-1,1 1,0 1,-1-1,1 1,0-1,-1 1,1 0,0 1,0-1,0 1,0 0,0 0,1 0,-1 0,0 1,1-1,0 1,-1 0,1 0,0 0,0 1,-1 3,0 0,1 1,0-1,1 1,-1-1,1 1,1 0,0 0,0 0,0 0,1 0,0 0,0 0,1-1,0 1,2 7,2 5,1 0,0-1,2 0,0 0,11 18,47 58,-62-90,0-1,0 0,1 0,-1-1,1 1,0-1,0 0,0 0,0 0,0-1,0 0,1 0,-1 0,1-1,0 0,-1 0,1 0,5-1,-7 0,1-1,-1 0,0 0,1-1,-1 1,0-1,0 0,0 0,0 0,-1 0,1-1,0 0,-1 0,0 0,0 0,0 0,0-1,0 1,-1-1,1 0,0 0,34-89,-31 70,-1 0,-1 0,-2 0,0 0,-1-1,-2 1,0 0,-1-1,-2 1,0 0,-6-18,9 37,0 0,0 0,0 0,0 0,-1 0,0 0,1 1,-1-1,-1 0,1 1,0-1,-1 1,0 0,0 0,0 0,0 0,0 1,-1-1,1 1,-1 0,1 0,-1 0,0 0,0 1,0-1,0 1,0 0,0 0,0 1,0-1,0 1,-1 0,1 0,0 0,-3 1,2 2,0 0,0 0,-1 0,2 1,-1 0,0 0,1 0,0 1,0-1,0 1,0 0,1 0,0 0,0 1,0-1,1 1,0 0,0-1,0 1,1 0,0 0,0 0,0 0,1 0,0 1,0-1,0 0,1 0,0 0,0 0,1 0,0 0,0-1,0 1,2 2,25 33,5-8</inkml:trace>
  <inkml:trace contextRef="#ctx0" brushRef="#br0" timeOffset="756.164">1629 1187,'273'-18,"1139"-59,-1371 71,-51 4</inkml:trace>
  <inkml:trace contextRef="#ctx0" brushRef="#br0" timeOffset="1130.396">2685 732,'-95'-15,"92"15,0 0,-1 0,1 1,-1-1,1 1,0 0,-1 0,1 1,0-1,0 0,0 1,0 0,0 0,0 0,0 0,1 0,-1 0,1 1,-1 0,1-1,0 1,0 0,0 0,1 0,-1 0,1 0,-1 1,1-1,0 1,0 0,0-1,0 1,1 0,-1 0,1 0,0-1,0 1,1 0,-1 0,1 0,0-1,0 1,0 0,0-1,1 1,-1-1,1 1,0-1,0 0,0 0,0 0,1 0,0 0,-1 0,4 1,1 3,1-1,0 0,0-1,1 1,-1-2,1 1,0-1,1-1,-1 1,7 0,-6-2,0 0,0-1,0 0,0-1,0 0,0-1,0 0,0 0,0-1,0 0,0-1,-6 2,0 0,1-1,-1 0,0 0,0 0,0 0,0-1,0 0,-1 0,1 0,-1 0,0 0,0 0,0-1,0 0,-1 1,1-1,-1 0,0-1,0 1,0 0,-1 0,1-1,-1 1,0-1,-1-1,0 1,0-1,0 1,-1-1,1 0,-1 1,-1 0,1-1,-1 1,0 0,0 0,0 0,-1 0,0 0,0 0,0 1,0-1,-1 1,0 0,0 0,-2-1,-2-3,-1 1,0 0,0 1,0 0,-1 0,0 1,0 0,0 1,-1 0,-4 0,11 2,-1 1,1 1,0-1,-1 0,1 1,-1 0,1 0,-1 0,1 1,-1 0,1 0,-1 0,1 0,0 0,0 1,-1 0,1 0,0 0,1 0,-1 1,0 0,1-1,-1 1,1 1,0-1,0 0,0 1,1-1,-1 1,1 0,0 0,-2 4,-13 90,18-49</inkml:trace>
  <inkml:trace contextRef="#ctx0" brushRef="#br0" timeOffset="1409.678">2699 1468,'21'79,"-20"-77,0 0,1 1,-1-1,1 0,-1 0,1 0,0 0,0 0,0 0,0 0,0 0,0-1,0 1,0-1,1 0,-1 0,1 0,-1 0,1 0,-1 0,1-1,0 1,-1-1,1 0,0 1,-1-1,1-1,2 1,3-2,0-1,0 0,-1-1,1 1,-1-1,0-1,0 1,0-1,-1 0,1-1,-1 0,-1 0,1 0,-1 0,0-1,0 0,-1 0,0-1,-1 1,1-1,-1 1,-1-1,1 0,-1 0,-1-1,1 1,-2 0,1 0,-1-1,0 1,-1 0,1-1,-2 1,1 0,-1 0,-2-4,2 8,1 0,-1 1,0-1,0 0,0 1,-1 0,1-1,-1 1,0 0,0 0,0 1,0-1,0 0,-1 1,1 0,-1 0,1 0,-1 0,0 1,0-1,0 1,0 0,0 0,0 1,0-1,0 1,0 0,0 0,-1 0,1 0,0 1,0 0,-2 0,-3 1,1 0,0 1,0 0,0 0,0 1,1 0,-1 0,1 1,0 0,0 0,1 0,-1 1,1 0,0 1,-4 6,8-10,-1 0,1 0,0 0,1 1,-1-1,1 1,-1 0,1-1,0 1,0 0,1 0,-1-1,1 1,0 0,0 0,0 0,0 0,1 0,0-1,-1 1,1 0,1 0,-1-1,0 1,1-1,0 1,0-1,0 0,0 0,3 3,2 1,1 0,1 0,-1-1,1 0,0-1,0 0,1 0,0-1,7 2,43 14</inkml:trace>
  <inkml:trace contextRef="#ctx0" brushRef="#br0" timeOffset="2245.941">4678 973,'-29'-35,"8"8,-2 1,-1 1,0 1,-2 2,-25-18,48 38,0-1,0 1,-1 0,1 1,-1-1,1 0,-1 1,1 0,-1 0,0 0,0 0,0 1,1 0,-1-1,0 1,0 0,0 1,0-1,1 1,-1 0,0 0,0 0,1 0,-1 1,1-1,-1 1,1 0,0 0,-1 0,-1 2,-7 8,1 1,0 0,1 0,0 1,1 0,0 0,2 1,-1 0,2 1,0 0,1 0,1 0,0 1,0 5,3-19,0-1,1 1,-1 0,1-1,0 1,-1 0,1-1,0 1,1 0,-1-1,0 1,1 0,-1-1,1 1,0-1,0 1,0-1,0 1,0-1,1 0,-1 1,1-1,0 0,-1 0,1 0,0 0,0-1,0 1,0 0,1-1,-1 0,0 1,1-1,-1 0,1 0,-1 0,2 0,12 0,1-1,0-1,-1 0,1-1,-1 0,1-2,-1 0,0-1,0 0,-1-2,0 1,0-2,0 0,8-7,24-15,45-21,-89 51,-1 0,0 1,1-1,-1 0,0 1,0 0,1-1,-1 1,0 0,0 0,0 0,0 1,0-1,0 0,0 1,-1-1,1 1,0 0,-1-1,1 1,-1 0,0 0,0 0,1 0,-1 0,0 0,-1 0,1 1,0-1,-1 0,1 1,-1-1,0 0,1 0,-1 1,0-1,-1 0,1 1,0-1,-1 3,3 198,-2-191,0 0,-1 0,-1 0,0-1,0 1,-1 0,-1-1,0 0,0 0,-1 0,0 0,-1-1,-1 0,1 0,-2-1,1 0,-1 0,0 0,-9 6,3-6,-1-1,-1-1,1 0,-1 0,0-2,0 0,-1-1,0 0,1-1,-1-1,0-1,-13-1,-14-4,44 4,-1 0,0 0,0 0,0-1,0 1,1 0,-1 0,0-1,0 1,0 0,1-1,-1 1,0-1,0 1,1-1,-1 1,1-1,-1 1,0-1,1 0,-1 1,1-1,-1 0,1 1,0-1,-1 0,1 0,0 0,-1 1,1-1,0 0,0 0,0 0,0 1,0-1,0 0,0 0,0 0,0 0,0 0,0 1,1-1,-1 0,0 0,9-13</inkml:trace>
  <inkml:trace contextRef="#ctx0" brushRef="#br0" timeOffset="2869.949">5373 1052,'-4'-12,"0"-1,-2 1,1 0,-1 0,-1 1,0 0,-1 0,0 0,-1 1,0 0,0 1,-1 0,0 0,-1 1,0 1,0 0,-1 0,0 1,0 0,0 1,-1 1,1 0,-1 1,0 0,0 0,-1 2,-2 0,11 1,0 0,0 1,0-1,0 1,0 1,1-1,-1 1,0 0,1 0,-1 0,1 0,0 1,0 0,0 0,0 0,0 0,1 0,0 1,-1 0,1 0,0 0,1 0,-1 0,1 0,0 1,0-1,0 1,0 0,1-1,0 1,0 0,0 0,-3 12,0 0,2 0,0 0,0 0,2 0,0 1,1-1,1 0,2 13,-2-22,0 0,0 1,1-1,0 0,0-1,1 1,0 0,0-1,1 0,0 0,0 0,1-1,0 0,0 0,0 0,1-1,0 0,0 0,0 0,4 1,-1-3,0 1,0-1,0-1,1 0,-1-1,0 0,1 0,-1-1,1 0,-1-1,0 0,1-1,-1 0,0-1,0 0,0 0,0-1,-1-1,0 1,0-1,0-1,0 0,-1 0,0-1,0 0,0 0,-1-1,-1 0,1 0,-1 0,0-1,-1 0,0 0,-1-1,3-5,37-130,-26 231,2 9,18 127,-37-214,0 1,-1-1,0 1,-1 0,0-1,0 1,-1-1,0 0,0 1,-1-1,0 0,0 0,-1-1,0 1,0-1,-1 0,0 0,-1 0,1-1,-1 1,0-1,-1-1,1 1,-1-1,-1 0,-8 3,-2 0,1-1,-1 0,0-2,0 0,0-1,-1-1,1-1,-1 0,0-2,0 0,1-1,-17-3,34 5,-1-1,1 0,-1 0,1 0,-1 0,1 0,-1 0,1 0,-1-1,1 1,0 0,-1-1,1 1,-1-1,1 0,0 1,-1-1,1 0,0 0,0 0,0 0,0 0,0 0,0 0,0 0,0 0,0-1,0 1,0 0,1-1,-1 1,1 0,-1-1,1 1,-1-1,1 0,13-12,6-1</inkml:trace>
  <inkml:trace contextRef="#ctx0" brushRef="#br0" timeOffset="4860.421">6348 478,'3'155,"0"-115,30 298,2 35,-14 45,-21-390,0 1,-2-1,-1-1,-1 1,-6 17,7-36,0 1,0-1,-1 0,0 0,-1-1,0 1,0-1,-1 0,0-1,0 1,-1-1,0 0,0-1,0 1,-1-1,0-1,-7 4,-14 3,0-1,-1-2,0-1,0-1,-1-1,0-2,0-1,-30-2,-265 4,-57-18,97 2,-368 3,-80 34,248 8,-422 24,502-31,-204 3,220-17,68-13,316 0,0 0,1 0,-1 0,0-1,1 0,-1 0,1 0,-1-1,1 0,-1 0,1 0,0-1,0 1,0-1,0 0,1-1,-1 1,1-1,0 0,0 0,-1-2,-13-19,2-2,0 0,2 0,1-1,1-1,1 0,2-1,1 0,-3-19,-66-411,-2 206,57 199,2-1,3 0,2-1,2-1,4 0,1-1,4 0,2 0,2-9,61-315,-52 223,-8 152,1 1,0 0,1 0,0 0,0 0,0 0,1 0,0 1,0 0,0 0,1 0,0 0,0 1,1 0,0 0,0 0,0 1,0-1,0 2,1-1,7-2,-2 0,1 1,1 1,-1 0,0 0,1 2,0 0,0 0,0 1,-1 1,1 0,9 2,193 56,-57-23,3-8,0-7,1-7,77-7,1410 16,-747-17,250 35,-1023-31,0 6,-1 5,78 26,-194-43,18 7,0-2,1-1,-1-2,2-1,-1-1,6-1,359 23,-399-25,1 0,-1 0,1 0,-1 1,1-1,-1 0,1 1,0-1,-1 0,1 1,0 0,-1-1,1 1,0 0,0 0,-1-1,1 1,0 0,0 0,0 0,0 0,0 1,1-1,-1 0,0 0,0 1,1-1,-1 0,1 1,-1-1,1 0,0 1,-1-1,1 1,0-1,0 0,0 1,0-1,0 1,0-1,0 1,1-1,-1 1,0-1,1 1,0 0,0-1,-1-1,1 1,-1-1,1 1,-1 0,1-1,-1 1,0 0,1 0,-1-1,0 1,1 0,-1 0,0 0,0-1,0 1,0 0,0 0,0 0,0 0,0-1,0 1,0 0,0 0,-1 0,1-1,0 1,-1 0,1 0,0-1,-1 1,1 0,-1-1,1 1,-1 0,1-1,-1 1,0-1,1 1,-1-1,0 1,1-1,-1 1,0-1,1 0,-1 1,0-1,-20 12,9-4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4:20.8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1 449,'1074'-14,"-251"-7,237 1,-928 28,-118-11,-24-1</inkml:trace>
  <inkml:trace contextRef="#ctx0" brushRef="#br0" timeOffset="826.636">1846 21,'-26'-21,"41"23,102 65,-82-42,-2 1,-1 2,-1 1,2 4,60 55,118 72,-145-100,-65-59,-1 0,1 0,-1 0,1 0,-1 0,0 0,1 0,-1 0,0 0,0 0,1 0,-1 0,0 0,0 0,0 0,0 0,-1 0,1 0,0 0,0 0,-1 0,1 0,0-1,-1 1,1 0,-1 0,1 0,-1 0,1 0,-1-1,0 1,1 0,-1 0,0-1,0 1,0-1,1 1,-1-1,0 1,0-1,0 1,0-1,0 0,0 1,-1-1,-130 72,-6-2,-64 27,-56 20,-4-1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9:17.9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20,'7'-4,"0"1,1 1,-1-1,1 1,0 0,0 1,0 0,0 0,0 1,0 0,0 0,0 1,0 0,0 0,0 1,0 0,-1 1,1-1,-1 1,1 1,0 0,9 3,-1 0,0 1,0 1,-1 0,0 2,-1-1,0 2,4 4,-13-11,0 0,-1-1,1 2,-1-1,-1 0,1 1,-1 0,0 0,0 0,-1 0,1 0,-2 0,1 1,0-1,-1 1,-1-1,1 1,-1 0,0-1,0 1,-1 0,0-1,0 1,-1 0,-6 12,-1-2,-1 1,-1-1,0-1,-1 1,-1-2,0 0,-1-1,-1 0,0-1,-1-1,0 0,-26 24,-23 33,64-68,0 0,0 1,0-1,0 0,0 1,0-1,0 1,1-1,-1 1,1-1,-1 1,1 0,-1-1,1 1,0-1,0 1,0 0,0-1,0 1,0 0,0-1,0 1,1 0,-1-1,1 1,-1-1,1 1,0-1,-1 1,1-1,0 1,0-1,0 0,0 1,0-1,0 0,1 0,-1 0,0 0,1 0,-1 0,1 0,-1 0,1-1,-1 1,1 0,-1-1,1 1,0-1,22 6,0-1,1-1,-1-1,1-1,0-2,0 0,-1-2,1 0,-24 2,12 0,0-1,0 0,0-1,0-1,-1 1,1-2,-1 0,0-1,5-2,3-7</inkml:trace>
  <inkml:trace contextRef="#ctx0" brushRef="#br0" timeOffset="384.092">0 381,'299'-33,"66"-26,-344 55,132-35,-126 19,-27 19,0 1,1-1,-1 1,0 0,0-1,1 1,-1 0,0-1,0 1,0-1,0 1,0-1,0 1,0 0,0-1,0 1,0-1,0 1,0-1,0 1,0-1,0 1,0 0,0-1,0 1,-1-1,1 1,0 0,0-1,-1 1,1 0,0-1,0 1,-1 0,1-1,0 1,-1 0,1-1,0 1,-1 0,1 0,-1 0,1-1,0 1,-1 0,1 0,-1 0,1 0,-1 0,1 0,0 0,-1 0,1 0,-1 0,1 0,-1 0,1 0,-1 0,1 0,0 0,-1 1,1-1,-1 0,1 0,0 0,-1 1,1-1,-4 0,0 1,0-1,0 1,1 0,-1 0,0 0,1 0,-1 1,1 0,-1-1,1 1,-1 1,1-1,0 0,0 1,0-1,1 1,-1 0,1 0,-1 0,1 0,0 1,0-1,0 1,1-1,-1 1,1 0,-3 6,1 0,0 0,1 0,0 0,0 0,1 0,0 1,1-1,1 10,1-4,0 1,2-1,0 1,0-1,2 0,0-1,0 1,2-1,0 0,1-1,0 0,1 0,0-1,1-1,1 0,0 0,1-1,0 0,0-1,1-1,1 0,-1-1,3 0,67 1,-49-15</inkml:trace>
  <inkml:trace contextRef="#ctx0" brushRef="#br0" timeOffset="643.79">748 407,'18'0,"20"0,20 0,12-2,10-4,-1-2,-7-2,-15 0</inkml:trace>
  <inkml:trace contextRef="#ctx0" brushRef="#br0" timeOffset="800.381">829 194,'25'0,"24"-3,22 0,17-2,8-1,-14 2</inkml:trace>
  <inkml:trace contextRef="#ctx0" brushRef="#br0" timeOffset="1068.157">1765 247,'-5'-4,"0"0,0 0,0 0,0 1,0-1,-1 1,0 1,1-1,-1 1,0 0,0 0,-1 1,1 0,0 0,0 0,-1 1,1 0,0 0,-1 0,1 1,0 0,0 0,0 1,0 0,0 0,-1 1,-4 1,1 0,0 1,0 1,1 0,0 0,0 1,0 0,1 1,0-1,0 2,1-1,0 1,1 0,-3 5,3-6,1 1,1-1,0 1,0 0,1 1,0-1,0 1,1-1,0 1,1 0,0 0,1-1,0 1,0 0,1 0,0 0,1 0,0-1,1 1,0-1,0 0,1 1,0-2,0 1,1 0,1-1,-1 0,1 0,1 0,-1-1,1 0,1 0,-1-1,5 3,8 0,1 1,1-2,0-1,0-1,0-1,1-1,0 0,0-2,-1-1,1-1,0 0,0-2,0-1,0 0,-1-2,1-1,-1-1,-1 0,7-5,56-32,-56 23</inkml:trace>
  <inkml:trace contextRef="#ctx0" brushRef="#br0" timeOffset="1367.514">2005 33,'-13'-2,"-3"1,4 1,8 3,8 0,7 1,2-1</inkml:trace>
  <inkml:trace contextRef="#ctx0" brushRef="#br0" timeOffset="1866.728">2126 287,'0'2,"-3"8,-2 13,-3 15,-3 13,1 13,2 9,3 5,1 1,3-1,0-15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9:14.2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 54,'-7'25,"2"0,1 0,1 0,1 0,2 1,1 24,0-41,-1 30,1 1,3-1,1 0,2 0,1 0,10 25,-18-62,1 0,-1-1,0 1,1 0,-1 0,1 0,0 0,0 0,0-1,0 1,0 0,0-1,0 1,0-1,0 1,1-1,-1 0,1 1,-1-1,1 0,-1 0,1 0,0 0,0 0,-1-1,1 1,0 0,0-1,0 1,0-1,0 0,0 0,0 1,0-1,-1 0,1-1,0 1,0 0,0-1,1 1,6-7,0 0,0-1,-1 0,0 0,0-1,-1 0,0 0,0-1,-1 0,0-1,2-2,14-20,-2 0,-1 0,-1-2,-3-1,0 0,-3 0,-1-2,3-19,-15 7,0 49,1 1,-1-1,1 1,-1 0,1 0,-1-1,1 1,-1 0,1 0,-1-1,1 1,-1 0,1 0,-1 0,0 0,1 0,-1 0,1 0,-1 0,1 0,-1 0,0 0,1 0,-1 0,1 1,-1-1,1 0,-1 0,1 1,-1-1,1 0,-1 1,1-1,-1 0,1 1,0-1,-1 1,1-1,0 0,-1 1,1-1,0 1,-1-1,1 1,0 0,0-1,0 1,-8 12,1 1,1 1,0-1,1 1,1 0,0 0,1 0,0 0,2 1,-1 12,0-1,1 1,1 0,1 0,2 0,0-1,2 1,1-1,2 1,8 18</inkml:trace>
  <inkml:trace contextRef="#ctx0" brushRef="#br0" timeOffset="496.417">623 161,'-17'40,"1"0,2 1,2 1,2 0,2 0,-3 39,12-16,-1-64,0-1,0 0,0 1,0-1,0 0,1 1,-1-1,0 0,0 1,1-1,-1 0,0 1,0-1,1 0,-1 0,0 1,1-1,-1 0,0 0,1 0,-1 0,0 1,1-1,-1 0,1 0,-1 0,0 0,1 0,-1 0,1 0,-1 0,0 0,1 0,-1 0,0 0,1 0,-1-1,1 1,-1 0,0 0,1 0,-1 0,0-1,1 1,-1 0,0 0,0-1,1 1,-1 0,0 0,0-1,1 1,-1 0,0-1,0 1,0 0,1-1,-1 1,0-1,0 1,0 0,0-1,0 1,0 0,0-1,0 1,0-1,0 1,9-20,0 0,-1 0,-1-1,-2 0,0-1,-1 1,-1-1,0-12,-2-72,-1 106,0 0,0 1,0-1,0 0,-1 0,1 0,0 0,0 1,0-1,-1 0,1 0,0 0,0 0,0 0,-1 0,1 0,0 0,0 0,0 0,-1 0,1 0,0 0,0 0,0 0,-1 0,1 0,1 17,0 0,1 0,1 0,1 0,0-1,1 1,1-1,0-1,2 1,-1-1,7 8,-8-11,1 0,0-1,1 0,0-1,1 1,0-2,0 1,1-1,0-1,1 0,0 0,7 3,-16-10,0 0,1 0,-1 0,0 0,0-1,1 1,-1-1,1 1,-1-1,0 0,1 0,-1 0,1-1,-1 1,0 0,1-1,-1 1,0-1,0 0,1 0,-1 0,0 0,0 0,0-1,0 1,0 0,0-1,-1 0,1 1,0-1,-1 0,1 0,-1 0,0 0,1 0,-1 0,0 0,0 0,-1-1,1 1,0 0,-1-1,1 0,3-17,0 0,-1 0,-2 0,0 0,0 0,-2 0,-1 0,-2-7,0-91,4 114,0-1,0 0,1 1,-1-1,1 1,1-1,-1 1,0 0,1 0,0-1,0 1,0 0,1 0,-1 1,1-1,0 1,0-1,0 1,1 0,-1 0,1 0,-1 0,1 1,0 0,0-1,17-4</inkml:trace>
  <inkml:trace contextRef="#ctx0" brushRef="#br0" timeOffset="670.959">1131 201,'5'16,"3"12,3 8,0 7,-1 3,-1 3,-2 0,-3-2,-1-4,-2-7,-1-8,0-8</inkml:trace>
  <inkml:trace contextRef="#ctx0" brushRef="#br0" timeOffset="874.156">1385 1,'-11'6,"-5"6,4 2,8 1,12 0,8-2,3-4</inkml:trace>
  <inkml:trace contextRef="#ctx0" brushRef="#br0" timeOffset="1313.059">1880 147,'-2'16,"-4"14,0 12,1 9,-1 4,0 0,2-3,0-7,3-15,0-13</inkml:trace>
  <inkml:trace contextRef="#ctx0" brushRef="#br0" timeOffset="1498.231">1692 134,'-20'-11,"-10"-7,4 3,12 6,20 4,27 4,29 1,29-4,23-5,18-4,-14 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9:23.255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7501 2823,'-4'41,"-2"0,-1-1,-3 0,-1 0,-1-1,-3 0,-1-1,-3 3,10-20,-91 214,97-228,0-1,1-1,0 0,0 1,0-1,1 1,0-1,0 1,0 0,1-1,0 1,0 0,0 0,1-5,-1-1,1 1,0 0,0 0,-1 0,1-1,0 1,0 0,0-1,0 1,0-1,0 1,0-1,0 1,0-1,0 0,0 1,0-1,0 0,0 0,0 0,0 0,1 0,-1 0,0 0,0 0,0-1,0 1,0 0,0 0,0-1,0 1,0-1,0 1,0-1,0 0,0 1,0-1,-1 0,2 0,-2 1,27-15,0 0,-1-2,-1-1,15-14,80-54,-115 85,0-1,0 1,0 0,0 0,0 0,0 1,0 0,0 0,0 0,0 1,0-1,0 1,0 1,0-1,0 1,0-1,0 1,-1 1,1-1,-1 1,3 1,37 15,8-9,-30-7</inkml:trace>
  <inkml:trace contextRef="#ctx0" brushRef="#br0" timeOffset="259.754">7821 3250,'-2'-14,"-1"-9,0-2,1 9,0 17,1 23,1 29,-1 31,-1 27,-5 25,-2-10</inkml:trace>
  <inkml:trace contextRef="#ctx0" brushRef="#br0" timeOffset="878.712">7834 2608,'-10'-14,"-2"1,1 0,-2 1,0 0,0 1,-1 0,0 1,-1 1,0 0,-1 1,0 1,0 0,0 1,-1 1,0 0,0 1,0 1,-1 1,-14 0,8 4,0 2,0 0,0 1,0 2,1 1,0 0,0 2,1 0,0 2,1 0,-2 3,-19 15,1 1,2 2,1 2,-27 33,32-31,2 1,2 1,1 2,2 1,2 2,-5 15,18-33,0 1,2-1,1 2,1-1,2 1,0 0,2 0,1 1,1-1,2 0,3 21,0-27,1-1,1 1,1-1,0-1,2 1,0-2,2 1,0-1,1-1,1 0,0 0,2-1,0-1,0-1,2 0,0-1,6 3,17 11,2-2,0-3,2 0,0-3,1-2,1-2,19 3,22 4,2-4,1-4,0-4,0-4,1-3,31-6,-80 0,0-2,-1-2,0-1,0-2,-1-2,0-2,24-12,-47 18,0-2,-1 1,-1-2,1-1,-1 0,-1 0,0-1,-1-1,0-1,-1 0,-1 0,0-1,-1-1,0 0,-1 0,-1 0,-1-1,2-6,-2-5,0 0,-2 0,0-1,-3 1,0-1,-2 0,-1 0,-1 1,-1-1,-6-22,-2 5,-2 0,-1 2,-3-1,-1 2,-3 0,-6-8,5 13,-2 2,-1 1,-2 0,-1 2,-1 2,-2 0,-1 2,-28-19,35 31,0 0,-2 1,0 2,-1 1,0 1,-1 1,0 2,0 1,-1 1,0 1,-1 2,-24 0,9 6,0 3,1 1,0 2,0 3,1 1,0 2,1 2,1 2,1 2,0 1,2 3,-8 6,-126 85</inkml:trace>
  <inkml:trace contextRef="#ctx0" brushRef="#br0" timeOffset="3944.016">16083 2956,'62'9,"-1"-3,1-2,0-3,0-3,-1-2,6-4,147-21,-213 29,-1 0,1-1,-1 1,1 0,0-1,-1 1,1 0,0 0,-1 0,1 0,0 0,0 0,-1 0,1 0,0 0,-1 0,1 0,0 0,0 0,-1 0,1 1,0-1,-1 0,1 1,-1-1,1 0,0 1,-1-1,1 1,-1-1,1 1,-1-1,1 1,-1-1,1 1,-1-1,0 1,1 0,-1-1,0 1,1 0,-1-1,0 1,0 0,0-1,0 1,0 0,0-1,0 1,0 0,0 0,0-1,0 1,0 0,0-1,0 1,-1 0,1-1,0 1,-1 0,1-1,0 1,-1 0,1-1,-1 1,1-1,-1 1,1-1,-1 1,-35 110,5 2,4 1,6 1,5 1,-1 101,16-203,0-11</inkml:trace>
  <inkml:trace contextRef="#ctx0" brushRef="#br0" timeOffset="4232.956">16377 3464,'-13'-11,"-10"-7,-5-2,2 1,8 2,18 3,30 1,44-4,50-4,47 0,38-2,-17 4</inkml:trace>
  <inkml:trace contextRef="#ctx0" brushRef="#br0" timeOffset="-18484.089">6284 6044,'37'875,"-24"-677,33 369,-32-480,-13-107,-75-421,-85-257,139 613,0 8,5-2,2 0,4 0,4-1,3 1,6-49,-1 105,0-1,2 0,1 1,0 0,2 0,1 1,4-7,-13 27,1 1,0-1,-1 1,1 0,0-1,0 1,0 0,0 0,0 0,0 0,0 0,0 0,0 0,1 0,-1 0,0 0,1 1,-1-1,1 1,-1-1,0 1,1-1,-1 1,1 0,-1 0,1-1,-1 1,1 0,-1 0,1 1,-1-1,1 0,-1 0,1 1,-1-1,1 1,-1 0,1-1,-1 1,0 0,81 19,0-3,1-4,0-4,1-3,12-4,-59-1,1965-3,-1655-10,85 19,-211 8,358 10,-570-25,-8-1,0 1,0-1,0 1,1 0,-1-1,0 1,1 0,-1 0,0 0,0 0,1 0,-1 0,0 0,1 0,-1 0,0 1,0-1,0 0,1 1,-1-1,0 1,0 0,0-1,0 1,0 0,0 0,0-1,0 1,0 0,0 0,0 0,0 0,-1 0,1 0,0 1,-1-1,1 1,-30 103,-3 36,6 1,6 1,7 0,6 2,6-1,16 123,-5-183,2 12,-3 1,-5 80,-48 291,45-444,1 0,1-1,1 1,1-1,3 7,0 6,-6-31,-1-3,0-1,0 0,-1 0,1 1,0-1,0 0,-1 1,1-1,-1 1,1-1,-1 1,0-1,0 1,1-1,-1 1,0-1,0 1,0-1,-1 1,1-1,0 1,-1-1,1 1,-1-1,1 1,-1-1,1 0,-1 1,0-1,0 0,0 1,0-1,0 0,0 0,0 0,0 0,0 0,-1 0,1 0,0 0,-1-1,1 1,0 0,-1-1,1 1,-1-1,1 0,-2 1,-167-24,-695-13,759 34,-1494-3,945 6,623-2,-1 1,1 1,0 2,-1 1,1 2,1 1,-1 2,-14 6,-95 31,139-47,0 1,1-1,-1 0,0 0,1 0,-1 0,1 0,0 0,-1 0,1 0,0-1,0 1,0 0,0-1,0 1,0-1,0 0,0 1,0-1,1 0,-1 1,1-1,-1 0,1 1,0-1,0 0,0 0,-1 0,2 1,-1-1,0 0,0 0,1 1,-1-1,1 0,-1 0,1-1,0-6,-5-50,-2 0,-2 1,-3 0,-15-46,-4-21,22 92,4 17,0-1,0 0,2 0,0 0,1 0,1 0,0 0,2-1,4-7</inkml:trace>
  <inkml:trace contextRef="#ctx0" brushRef="#br0" timeOffset="-17633.276">10441 6472,'-4'-1,"0"0,0 1,0-1,-1 1,1 0,0 1,0-1,0 1,-1-1,1 1,0 1,0-1,0 0,0 1,1 0,-1 0,0 0,1 1,-1-1,1 1,0-1,0 1,0 0,0 1,0-1,1 0,-1 1,1-1,0 1,-1 3,0-1,0 0,0 1,1-1,0 0,0 1,1-1,-1 1,2-1,-1 1,1 0,0-1,0 1,0 0,1-1,0 1,1-1,0 1,0-1,1 3,3-1,0 0,1 0,0-1,1 0,-1-1,1 1,0-1,1-1,0 0,0 0,0-1,0 0,0 0,1-1,0 0,0-1,0 0,0-1,0 0,0 0,0-1,0 0,0-1,0 0,0-1,0 0,0-1,8-3,-12 5,-1 0,0-1,0 0,0 0,0-1,0 1,0-1,-1 0,1 0,-1-1,0 1,0-1,0 0,0 0,-1 0,0-1,0 1,0-1,0 0,-1 0,1 0,-1 0,-1 0,1 0,-1 0,0-1,0 1,0-1,-1 1,0-1,0 1,0-1,-1 1,1 0,-1-1,-1 1,1 0,-2-2,-1 0,-1 0,0 0,0 1,-1 0,0 0,0 0,0 1,-1 0,1 0,-1 1,-1 0,1 0,0 0,-1 1,0 0,0 1,0 0,0 0,0 1,0-1,0 2,-1-1,1 1,0 1,-1-1,1 2,0-1,0 1,0 0,0 0,0 1,-5 3,12-6,-1 1,1 0,-1 0,1 0,-1 0,1 0,-1 0,1 0,0 0,0 0,0 1,0-1,-1 1,2-1,-1 0,0 1,0 0,0-1,1 1,-1-1,1 1,-1 0,1 0,0-1,-1 1,1 0,0-1,0 1,1 0,-1 0,0-1,0 1,1 0,-1-1,1 1,-1 0,1-1,0 1,0-1,0 1,0-1,0 1,1 0,25 20,6-2</inkml:trace>
  <inkml:trace contextRef="#ctx0" brushRef="#br0" timeOffset="-17316.19">10829 6579,'47'-8,"427"2,703-46,-1071 42,209-10,-293 22,-19 3,-11 2</inkml:trace>
  <inkml:trace contextRef="#ctx0" brushRef="#br0" timeOffset="-16497.509">10415 7594,'-4'-1,"0"-1,0 1,0-1,0 1,-1 0,1 1,0-1,-1 1,1 0,-1 0,1 0,0 1,-1-1,1 1,0 0,0 0,0 1,-1-1,1 1,1 0,-1 0,0 0,0 1,1-1,-1 1,1 0,0 0,0 0,0 0,0 1,1-1,-1 1,1 0,0-1,-2 5,3-4,-1 0,1 0,0 1,0-1,1 0,-1 0,1 1,0-1,0 1,0-1,1 0,-1 1,1-1,0 0,1 0,-1 0,1 0,-1 0,1 0,0 0,1 0,-1 0,1-1,-1 0,1 1,0-1,1 0,-1 0,0-1,1 1,-1-1,1 1,0-1,0 0,2 0,6 4,0-1,1-1,-1 0,1-1,0 0,1 0,-1-2,0 0,0 0,1-1,-1-1,0 0,1-1,-1 0,0-1,0-1,-1 0,1-1,-1 0,6-4,-15 8,-1-1,1 1,-1-1,1 0,-1 0,0 0,0 0,0 0,0 0,0-1,-1 1,1-1,-1 1,1-1,-1 1,0-1,0 0,0 0,-1 0,1 0,-1 1,1-1,-1 0,0 0,0 0,0 0,0 0,-1 0,1 0,-1 0,0 0,0 1,0-1,0 0,0 1,-1-1,1 0,-1 1,0 0,1-1,-2 1,-6-7,-1 1,0 0,0 0,-1 1,0 1,0 0,0 0,-1 1,0 1,0 0,0 1,-1 0,1 0,-1 1,0 1,-9 0,-38 13,60-12,-1 1,1-1,-1 0,1 1,-1-1,1 1,-1 0,1-1,-1 1,1-1,0 1,-1 0,1-1,0 1,-1-1,1 1,0 0,0 0,0-1,0 1,0 0,0-1,0 1,0 0,0 0,0-1,0 1,0 0,0-1,0 1,1 0,-1-1,0 1,1 0,-1-1,0 1,1-1,-1 1,1 0,-1-1,1 1,-1-1,1 0,-1 1,1-1,-1 1,1-1,0 0,-1 1,20 13</inkml:trace>
  <inkml:trace contextRef="#ctx0" brushRef="#br0" timeOffset="-16017.591">10776 7715,'57'-8,"540"2,1282-47,-1113 53,-710 5,-51-2</inkml:trace>
  <inkml:trace contextRef="#ctx0" brushRef="#br0" timeOffset="-15311.484">12821 6458,'-2'-2,"4"-1,10 0,15 1,18 1,20 0,22 0,21 1,15 0,6 2,1 1,-9 0,-16 0,-21-2,-23 0,-24 0,-18-1</inkml:trace>
  <inkml:trace contextRef="#ctx0" brushRef="#br0" timeOffset="-14833.332">14064 5950,'-12'-158,"13"214,29 211,36 135,-30-203,63 471,-85-512,-6 0,-8 0,-9 44,-24 95,33-308,0-5</inkml:trace>
  <inkml:trace contextRef="#ctx0" brushRef="#br0" timeOffset="-14549.964">14158 6445,'0'0</inkml:trace>
  <inkml:trace contextRef="#ctx0" brushRef="#br0" timeOffset="-12564.867">14158 6445,'-49'-94,"17"34,2-1,-15-47,40 91,0-1,2 0,0 0,0-1,2 1,0 0,2-1,1-11,0 25,0 0,1 0,0 0,0 0,1 0,-1 1,1 0,0-1,0 1,1 1,-1-1,1 1,0-1,-1 1,1 1,1-1,-1 1,0 0,1 0,0 0,7-4,24-12,0 2,1 1,1 2,0 2,1 1,0 3,0 1,0 2,14 1,331 17,514 0,574-42,-1084 2,521-24,-851 49,369-23,-171-6,-195 17,-60 14,0 0,-1 1,1-1,0 1,-1-1,1 1,-1 0,1 0,-1-1,0 1,0 0,0 0,0 1,0-1,0 0,0 0,-1 0,1 0,-1 1,0-1,0 0,0 0,0 1,0-1,0 0,0 0,-1 1,1-1,-1 0,1 6,7 76,3 1,4-1,18 58,25 158,-43-97,-13 182,-4-193,2-69,-1 22,16 142,11-134,-13-90,-2 1,-1 54,5 88,-15-201,0-1,0 0,0 0,0 0,-1 0,0 0,0 0,0 0,0 0,0-1,-1 1,0-1,1 0,-1 1,-1-1,1-1,0 1,-1 0,1-1,-1 0,0 0,0 0,0 0,-99 24,-39-22,-1-7,-113-17,165 12,-1712-120,1349 111,-132 24,519-5,-281 11,-182 36,367-30,-110-9,226-3,1 1,0 3,0 1,-1 3,27 0,37-20,-8-3</inkml:trace>
  <inkml:trace contextRef="#ctx0" brushRef="#br0" timeOffset="-11107.384">7553 8276,'12'26,"5"20,3 20,-2 16,-3 15,-2 9,-5 5,-1 1,-1-4,-2-7,-2-14,-1-22</inkml:trace>
  <inkml:trace contextRef="#ctx0" brushRef="#br0" timeOffset="-10750.311">7553 8330,'7'16,"9"12,11 6,10-1,8-1,5-7,3-6,-7-8</inkml:trace>
  <inkml:trace contextRef="#ctx0" brushRef="#br0" timeOffset="-10466.761">8049 8317,'-19'18,"-12"13,-8 10,-2 5,4 2,6-3,6-7,7-8,11-9,12-12,5-8</inkml:trace>
  <inkml:trace contextRef="#ctx0" brushRef="#br0" timeOffset="-10183.098">8008 8397,'92'-132,"-92"132,1-1,-1 1,0-1,0 1,1 0,-1-1,0 1,1-1,-1 1,1 0,-1-1,0 1,1 0,-1-1,1 1,-1 0,1 0,-1-1,1 1,-1 0,1 0,-1 0,1 0,-1 0,1 0,-1 0,1 0,-1 0,1 0,-1 0,1 0,-1 0,1 0,-1 0,1 0,-1 1,1-1,-1 0,1 0,-1 1,1-1,-1 0,1 1,-1-1,0 0,1 1,-1-1,0 1,1-1,4 30,-32 180,-8 1,9 2,9 0,10 1,8 0,11 3,2-100</inkml:trace>
  <inkml:trace contextRef="#ctx0" brushRef="#br0" timeOffset="-9768.18">7433 9440,'2'28,"2"0,0 0,2 0,1-1,2 0,0 0,2-1,2 3,-4-6,2 0,1 0,1-1,0-1,2 0,0-1,2 0,0-2,1 0,1 0,0-2,1-1,1 0,0-1,22 9,-36-20,1 1,-1-2,1 1,0-1,0 0,0-1,0 0,0 0,0-1,0 0,0 0,0-1,0 0,0 0,0-1,-1 0,1 0,0-1,-1 0,0 0,1-1,-1 0,0 0,11-13,-1 0,-1-2,0 0,-1 0,-1-1,-1-1,-1-1,-1 1,-1-2,-1 0,0 0,-2 0,1-10,113-399,-96 351</inkml:trace>
  <inkml:trace contextRef="#ctx0" brushRef="#br0" timeOffset="-6816.959">16096 8143,'-2'27,"4"28,5 24,7 19,6 16,3 10,1 3,-3-4,-1-6,-5-13,-4-16,-7-19,-4-22</inkml:trace>
  <inkml:trace contextRef="#ctx0" brushRef="#br0" timeOffset="-6550.337">16176 8384,'-4'15,"5"11,9 7,14 3,13-1,10-3,8-6,2-6,-1-7,-10-6</inkml:trace>
  <inkml:trace contextRef="#ctx0" brushRef="#br0" timeOffset="-6215.932">16618 8397,'-45'22,"0"3,2 1,-11 11,16-11,-29 25,68-51,-1 0,0 0,1 0,-1 0,1 0,-1 0,0 0,1 0,-1 0,1 0,-1 0,0 0,1 0,-1 0,0 0,1 1,-1-1,0 0,1 0,-1 0,0 1,1-1,-1 0,0 0,0 1,1-1,-1 0,0 1,0-1,0 0,1 1,-1-1,0 0,0 1,0-1,0 1,0-1,0 0,0 1,1-1,-1 0,0 1,0-1,-1 1,1-1,0 0,0 1,0-1,0 0,0 1,0-1,26-10,0-1,0-1,-1-2,-1 0,0-2,-1-1,7-7,10-10,-2-2,-2-1,-1-2,4-9,-18 22,-12 23,-11 18,1-11,-29 120,7 1,-4 73,6 333,21-425</inkml:trace>
  <inkml:trace contextRef="#ctx0" brushRef="#br0" timeOffset="-5850.7">15869 9159,'9'24,"1"0,0 0,2 0,1-2,1 0,5 6,-18-27,32 47,3-2,1-2,2-1,2-2,2-2,1-2,11 5,-35-28,0-1,1-1,0 0,1-2,11 4,-25-11,0 0,1-1,-1 0,1 0,0-1,-1 0,1-1,0 0,-1 0,1-1,0 0,-1 0,1-1,-1 0,1-1,6-2,2-6,-1 0,-1-1,1-1,-2 0,0-1,0-1,-1 0,-1 0,-1-2,0 1,-1-1,-1-1,1-5,169-362,-120 250,-46 100</inkml:trace>
  <inkml:trace contextRef="#ctx0" brushRef="#br0" timeOffset="-2315.954">7540 4212,'0'12,"2"14,4 20,2 19,5 20,2 17,-1 15,-3 10,-4 6,0-1,-2-10,1-14,2-18,-1-21,-2-21</inkml:trace>
  <inkml:trace contextRef="#ctx0" brushRef="#br0" timeOffset="-2066.976">7527 4332,'11'14,"11"13,11 12,9 8,6 3,1-1,0-1,-1-7,-8-8,-7-10,-10-8</inkml:trace>
  <inkml:trace contextRef="#ctx0" brushRef="#br0" timeOffset="-1667.074">7995 4306,'-168'204,"-4"-11,161-181,18-18,50-46,-2-4,-2-1,-3-3,-3-2,-3-2,17-33,-10 6,-50 90,-1 1,1 0,-1-1,1 1,-1 0,1-1,-1 1,1 0,0 0,-1-1,1 1,-1 0,1 0,0 0,-1 0,1 0,0 0,-1 0,1 0,-1 0,1 0,0 0,-1 0,1 1,0-1,-1 0,1 0,-1 1,1-1,-1 0,1 1,-1-1,1 0,-1 1,1-1,-1 1,1-1,-1 1,0-1,1 1,-1-1,0 1,1 0,-1-1,0 1,0-1,0 1,1 0,-1-1,0 1,0 0,0-1,0 1,6 16,-1 0,0 1,-2 0,0-1,0 1,-2 1,0 7,0-6,8 591,-10-437,0-38,1-21</inkml:trace>
  <inkml:trace contextRef="#ctx0" brushRef="#br0" timeOffset="-1359.021">7233 5108,'18'7,"16"11,12 14,11 15,6 14,4 9,2 7,-1 2,-2-4,-2-10,-1-13,-11-17</inkml:trace>
  <inkml:trace contextRef="#ctx0" brushRef="#br0" timeOffset="-1084.176">8570 4907,'-9'18,"-12"23,-12 21,-14 24,-12 22,-12 17,-8 11,-2 2,13-22</inkml:trace>
  <inkml:trace contextRef="#ctx0" brushRef="#br0" timeOffset="2064.058">16363 4426,'-2'18,"1"22,6 25,6 26,4 23,2 17,-3 11,-3 4,-6-4,-6-13,-3-18,-3-19,-3-25,1-22</inkml:trace>
  <inkml:trace contextRef="#ctx0" brushRef="#br0" timeOffset="2316.752">16296 4493,'16'-5,"13"4,7 8,5 13,2 13,-2 13,-3 12,-3 8,-6 2,-5-4,-5-11,-3-14,-4-14</inkml:trace>
  <inkml:trace contextRef="#ctx0" brushRef="#br0" timeOffset="2699.952">16899 4453,'-172'236,"54"-77,117-159,1 0,0 0,0-1,0 1,0 0,-1 0,47-54,-3-3,-2-1,-2-2,-4-1,-2-2,-3-2,10-34,-35 89,-2 23,75 415,-32-197,2 109,-44-289,-2 0,-2 1,-6 34,-8 5</inkml:trace>
  <inkml:trace contextRef="#ctx0" brushRef="#br0" timeOffset="3032.713">16176 5229,'21'6,"15"17,11 20,9 20,9 18,4 12,2 3,2-6,1-11,-1-16,-2-20,-13-17</inkml:trace>
  <inkml:trace contextRef="#ctx0" brushRef="#br0" timeOffset="3311.043">17367 5081,'11'-16,"9"-7,2 0,-1 6,-3 13,-4 18,-5 21,-8 22,-14 25,-13 21,-16 17,-15 12,-11 1,6-21</inkml:trace>
  <inkml:trace contextRef="#ctx0" brushRef="#br0" timeOffset="5705.565">17032 2808,'4'-9,"0"-1,-1 1,0-1,-1 0,0 0,0-1,-1 1,0 0,-1 0,-1-1,1 1,-1 0,-1 0,0 0,-1 0,0 0,0 0,-1 0,0 1,0 0,-1 0,-1 0,-4-5,-4 0,0 2,-2-1,1 2,-1 0,-1 1,0 1,0 0,-1 1,0 1,-1 1,-15-3,-7 0,1 1,-1 3,-1 1,1 2,-3 2,15 0,-1 1,1 1,0 2,0 1,0 1,0 1,1 2,0 1,1 1,0 1,1 1,0 2,1 0,1 2,1 1,0 0,-1 4,-2 8,1 0,1 2,2 0,1 2,1 0,3 2,0 0,3 0,1 1,1 1,3 0,0 1,3 0,1 0,2 1,2 5,1-19,1 1,2-1,0 1,2-1,1 0,1 0,1-1,1 0,1 0,2-1,0-1,2 0,0 0,1-2,2 0,0 0,1-2,19 17,-3-8,2-2,0-1,2-2,1-2,0-1,2-2,0-2,7 1,28 5,0-3,2-3,0-3,11-3,-44-4,1-2,-1-3,1-1,-1-2,1-2,-1-2,0-2,-1-2,1-2,-2-2,6-4,-34 10,1-2,-1 0,0 0,-1-2,0 0,-1 0,-1-1,0-1,0 0,-2-1,0 0,0 0,-1-1,-1 0,-1-1,0 0,-2 0,1-1,-2 1,-1-1,1-7,3-17,-3-1,-1 0,-2 0,-2 0,-2 1,-1-1,-3 0,-1 1,-3 1,-1-1,-1 2,-7-10,7 20,-1 0,-1 2,-2 0,-1 1,-1 0,-1 2,-1 0,-1 2,-1 0,-1 1,-2 2,0 0,0 2,-2 1,0 1,-17-6,8 8,-2 2,1 2,-1 2,0 1,-1 2,0 1,-29 2,-106 6</inkml:trace>
  <inkml:trace contextRef="#ctx0" brushRef="#br0" timeOffset="9450.701">19760 6311,'-8'-1,"0"0,0 1,0 0,1 1,-1 0,0 0,0 0,1 1,-1 0,1 1,-1-1,1 1,0 1,0 0,0 0,1 0,0 0,-1 1,1 0,1 1,-1-1,1 1,0 0,0 1,1-1,0 1,0 0,1 0,-3 4,4-2,0-1,0 1,1 0,-1-1,2 1,0 0,0 0,0-1,1 1,0 0,1 0,0-1,0 1,1-1,0 0,1 0,-1 0,1 0,1-1,0 1,0-1,0 0,1 0,0-1,0 0,1 0,0-1,0 1,0-1,0-1,1 1,0-1,0-1,0 1,0-2,1 1,-1-1,1 0,0-1,0 1,-2-2,-1 0,1 0,-1 0,1-1,-1 0,1 0,-1-1,0 1,0-1,0-1,0 1,0-1,0 0,0 0,-1-1,0 0,0 0,0 0,0 0,-1-1,1 0,-1 0,0 0,-1 0,1-1,-1 0,0 1,0-1,-1 0,0-1,0 1,0 0,-1 0,0-2,1 0,-1 1,0 0,0-1,-1 1,1-1,-2 1,1-1,-1 1,0-1,-1 1,0 0,0 0,0 0,-1 0,0 0,-1 0,1 1,-1-1,0 1,-1 0,0 0,0 1,0-1,0 1,-1 0,0 1,0-1,0 1,-1 0,1 1,-1 0,0 0,-2-1,0 1,1 0,-1 1,1 0,-1 0,0 1,0 0,1 0,-1 1,0 1,0-1,0 1,0 1,1 0,-1 0,0 0,1 1,0 0,0 1,0 0,0 0,0 1,1 0,0 0,0 1,0 0,-2 3,7-6,0 0,0-1,0 1,0 0,1 0,0 0,-1 0,1 1,0-1,0 0,1 0,-1 1,1-1,-1 1,1-1,0 0,0 1,1-1,-1 0,1 1,0-1,-1 0,2 0,-1 1,0-1,0 0,1 0,0 0,0 0,0-1,0 1,0 0,2 1,25 24</inkml:trace>
  <inkml:trace contextRef="#ctx0" brushRef="#br0" timeOffset="9684.983">20054 6445,'22'0,"29"3,30 0,29 2,22 2,12 3,0-1,-16 1,-24-2,-31-2</inkml:trace>
  <inkml:trace contextRef="#ctx0" brushRef="#br0" timeOffset="10484.612">19558 7568,'-3'6,"-1"-1,1 1,0 0,0 0,0 0,1 1,0-1,1 0,-1 1,1 0,0-1,1 1,-1 0,1-1,1 1,-1 0,1-1,0 1,1-1,0 1,0-1,0 0,1 1,0-1,0 0,0-1,1 1,0-1,0 1,0-1,1 0,-1-1,1 1,0-1,1 0,-1 0,1 0,0-1,1 1,4 2,1-1,-1 0,1-1,-1 0,1-1,0 0,0-1,1-1,-1 1,0-2,1 0,-1 0,0-1,9-2,-13 1,0 1,-1-2,1 1,-1-1,1 0,-1 0,0-1,0 0,0 0,-1-1,1 0,-1 0,0 0,-1-1,1 0,-1 0,-1 0,1-1,-1 0,0 0,0 0,-1 0,0-1,0 0,0 1,-1-1,0 0,-1 0,0 0,0 0,0 0,-1 0,-1-1,1 1,-1 0,-1 0,1 0,-1 0,-1 1,1-1,-1 1,-1-1,1 1,-1 0,-1 0,1 0,-1 1,0-1,-1 1,0 1,0-1,0 1,0 0,-2-1,-1 0,-1 0,0 1,0 0,0 0,-1 1,1 1,-1 0,0 0,0 1,0 0,0 1,-1 0,1 1,0 0,0 1,-1 0,1 1,0 0,0 1,1 0,-1 1,0 0,1 0,-9 6,17-9,-1 1,1-1,-1 1,1 0,0 0,0 0,0 0,0 0,0 0,0 1,0-1,1 1,-1-1,1 1,0 0,0-1,0 1,0 0,0 0,1 0,-1-1,1 1,0 0,-1 0,2 0,-1 0,0 0,0 0,1 0,0 0,-1 0,1-1,0 1,0 0,1-1,-1 1,1 0,0 0,33 28,8-4</inkml:trace>
  <inkml:trace contextRef="#ctx0" brushRef="#br0" timeOffset="10766.707">20000 7622,'18'0,"25"0,27 0,29 0,34 0,33 0,32 0,25 0,20 0,10-3,3 0,-9-2,-20 0,-32 0,-39 2,-46 3,-51 2,-36 0</inkml:trace>
  <inkml:trace contextRef="#ctx0" brushRef="#br0" timeOffset="11426.298">17994 7234,'0'11,"0"13,0 14,0 9,-2 6,-1 1,0-4,-1-4,-1-8,1-10</inkml:trace>
  <inkml:trace contextRef="#ctx0" brushRef="#br0" timeOffset="11660.621">17781 7126,'-16'-4,"-10"-2,-5 0,1 2,5 3,7 4,16 2,19 2,23 0,23-1,18-2,14-1,3-2,-5 2,-18 0</inkml:trace>
  <inkml:trace contextRef="#ctx0" brushRef="#br0" timeOffset="11933.601">18449 7367,'-10'-7,"0"1,0-1,-1 2,1 0,-1 0,-1 1,1 0,-6 0,13 3,0 0,-1 0,1 1,-1-1,1 1,0 0,-1 1,1-1,0 1,-1 0,1 0,0 0,0 0,0 1,0 0,0 0,0 0,0 0,1 1,-1-1,1 1,-1 0,1 0,-1 1,1 1,-1 0,1-1,0 2,0-1,0 0,0 1,1-1,0 1,0-1,1 1,0 0,0 0,0 0,1 0,-1 0,2 0,-1 0,0 0,1 0,0-1,1 1,-1 0,1 0,0-1,1 1,0 0,2 4,0 0,1 0,0-1,1 0,0 0,0-1,1 1,0-2,1 1,-1-1,1-1,1 1,5 2,0-2,0 0,0-2,0 0,1 0,0-1,0-1,0-1,0 0,0-1,0-1,0 0,16-3,11-5</inkml:trace>
  <inkml:trace contextRef="#ctx0" brushRef="#br0" timeOffset="12216.711">18717 7314,'-9'18,"-3"13,0 8,5 4,5 2,7-3,3-3,3-7,2-8,-1-8</inkml:trace>
  <inkml:trace contextRef="#ctx0" brushRef="#br0" timeOffset="12483.199">18824 7261,'4'13,"7"15,7 8,9 5,3 5,1 1,-2-2,-6-3,-9-4,-12-5,-15-7,-19-7,-15-8,-16-7,3-4</inkml:trace>
  <inkml:trace contextRef="#ctx0" brushRef="#br0" timeOffset="12799.276">17741 6806,'31'0,"37"5,37 3,34 5,26 3,18 3,6 1,-5-2,-34-2</inkml:trace>
  <inkml:trace contextRef="#ctx0" brushRef="#br0" timeOffset="16916.271">22660 7528,'376'13,"114"48,316 24,-775-83,-14 0,0-1,0-1,0 0,1-2,-1 0,11-3,-27 5,0 0,0 0,-1 0,1 0,0-1,0 1,0 0,0-1,0 1,0-1,0 1,-1-1,1 1,0-1,0 0,-1 1,1-1,-1 0,1 1,0-1,-1 0,1 0,-1 0,1 0,-1 1,0-1,1 0,-1 0,0 0,0 0,0 0,0 0,0 0,0 0,0 0,0 0,0 0,0 0,0 0,0 0,-1 0,1 1,0-1,-1 0,1 0,-1 0,1 0,-1 0,1 1,-1-1,0 0,1 1,-1-1,0 0,1 1,-1-1,0 1,0-1,0 1,0-1,1 1,-1 0,0-1,0 1,-1 0,-15-13,14 11,0 1,0-1,1 0,-1 0,0 0,1 0,-1 0,1-1,0 1,0-1,0 1,0-1,1 0,-1 0,1 0,-1 0,1 0,0 0,0 0,0 0,1-1,-1 1,1 0,12-293,-9-167,-31-145,-68-125,77 608,-5-73,8-1,10-1,12-90,5-366,-2 500,6-1,23-83,-18 71,-8 0,-8-1,-7-21,1 18,-2-53,-10 1,-11-11,13 71,11 163,0 1,0-1,0 1,0-1,0 1,0-1,0 1,0 0,-1 0,1-1,0 1,-1 0,1 0,-1 0,1 1,-1-1,0 0,1 0,-1 1,0-1,1 1,-1 0,0 0,0-1,0 1,1 0,-1 0,0 0,0 1,1-1,-1 0,0 1,1-1,-1 1,0 0,1-1,-1 1,-1 1,-8 0,-171 17,-1-7,-148-11,-368-45,461 26,-2653-151,2253 138,-1408-53,402 6,1119 39,-1840-112,216 47,1031 54,-682 37,637 7,711 7,317-2,-30-1,-146 19,308-17,0-1,1 1,-1 0,1 0,-1 0,0 0,1 1,-1-1,1 1,-1-1,1 1,-1 0,1 0,0 0,-1 0,1 1,0-1,0 1,0-1,0 1,0 0,0-1,0 1,0 0,1 0,-1 1,1-1,0 0,-1 0,1 1,0-1,0 1,1-1,-1 1,0-1,1 1,1 29,2 0,2 0,0 0,3-1,0 0,2 0,1-1,9 16,0 3,3 7,-3 0,12 53,52 333,-58-350,62 270,-54-211,5-3,32 70,66 181,-127-371,1 0,1-1,2 0,0-1,2-1,4 5,-20-30,52 108,-44-88,0 0,2 0,0-1,1-1,1 0,0 0,-3-8,-1-1,0 1,-1 1,-1-1,1 1,-2 1,1-1,-2 1,1 0,-2 0,1 0,-1 3,-1-2,0 8,1 0,2 0,0-1,1 1,1-1,6 12,19 25,-20-37,-1 0,-1 1,-1 0,0 0,-2 1,4 15,12 138,-22-172,16 61,-3 0,5 66,-12-65,2 1,4-2,2 1,24 60,-16-69,-16-40,0 0,-1 1,0 0,-2 0,0 0,0 6,-1 54,10 51,-13-124,1 0,0-1,1 1,-1 0,1-1,-1 1,1-1,0 0,0 1,1-1,-1 0,1 0,-1-1,1 1,0 0,0-1,0 0,1 0,-1 1,-1-4,0 0,0 0,0 1,0-1,0-1,0 1,0 0,-1 0,1-1,0 1,-1-1,1 1,-1-1,0 0,1 1,-1-1,0 0,0 0,0 0,0 0,-1 0,1 0,0 0,-1 0,0 0,1 0,-1-1,0 1,0 0,0 0,0 0,-1-1,2 2,0-1,-1 1,1-1,-1 1,0-1,0 0,1 1,-1-1,0 0,0 1,0-1,-1 0,1 1,0-1,-1 0,1 1,-1-1,1 1,-1-1,0 1,0-1,1 1,-1-1,0 1,0 0,-1 0,1-1,0 1,0 0,0 0,-1 0,1 0,-1 0,1 1,-1-1,1 0,-1 1,1-1,-1 1,0-1,0 1,-5 2,-1 1,1 0,0 0,0 1,0 0,1 0,-1 1,1 0,0 0,0 0,1 1,0-1,0 1,0 1,0-1,-2 7,3-7,1 0,1 0,-1 1,1-1,1 0,-1 1,1 0,0-1,0 1,1 0,0-1,0 1,0 0,1-1,0 1,1 0,-1-1,1 1,1-1,-1 0,1 0,0 0,0 0,1 0,0 0,0-1,0 0,0 0,1 0,0 0,0-1,0 0,1 0,5 3,0 1,2 0,-1-1,1 0,0 0,1-2,0 0,0 0,0-1,0-1,0 0,1-1,-1-1,6 0,-11-1,-1 0,0-1,0 0,1 0,-1 0,0-1,0-1,0 1,-1-1,1-1,-1 1,1-1,-1-1,-1 1,1-1,0-1,-1 1,0-1,0 0,-1 0,0 0,0-1,0 0,0-1,0-1,-1-1,0 1,0-1,-1 1,0-1,-1 0,0 0,0 0,-1 0,0-1,-1 1,0 0,-1 0,0-1,-1 1,0 0,0 0,-1 0,0 1,-1-1,0 1,-1 0,0 0,0 0,-1 0,0 1,0 0,-1 0,0 1,0 0,-1 0,0 1,0 0,-1 0,0 1,0 0,0 0,-9-3,5 6,0 0,0 1,0 1,0 0,0 0,0 2,1-1,-1 1,0 1,1 1,-1 0,1 0,0 1,1 0,-1 1,1 1,0 0,0 0,1 1,0 0,1 1,0 0,0 1,1 0,0 0,0 1,1 0,1 0,0 0,0 1,1 0,1 0,0 0,1 1,0 0,1-1,0 1,1 0,0 3,9 33</inkml:trace>
  <inkml:trace contextRef="#ctx0" brushRef="#br0" timeOffset="17737.365">6578 6364,'5'14,"0"0,-2 0,1 0,-2 0,0 0,-1 1,0-1,-1 6,1 0,-9 316,7-333,0 0,1 0,-1 1,1-1,0 0,0 0,0 0,1 0,-1 1,1-1,0 0,-1 0,1 0,1 0,-1 0,0 0,1 0,-1-1,1 1,0 0,0-1,0 0,0 1,1-1,-1 0,1 0,-1 0,1 0,0-1,-1 1,1-1,1 1,8-2,0 0,0 0,0-1,0-1,0 0,0-1,-1 0,1-1,-1 0,1-1,11-3,100-30,-95 31</inkml:trace>
  <inkml:trace contextRef="#ctx0" brushRef="#br0" timeOffset="18017.018">7019 6659,'-7'-14,"-2"-2,3 9,2 12,4 14,2 13,1 10,0 8,-1 3,0 1,-1-6,-1-7,0-10,2-9,1-8</inkml:trace>
  <inkml:trace contextRef="#ctx0" brushRef="#br0" timeOffset="18300.525">6965 6485,'151'122,"-125"-103,-1 1,0 0,-2 2,0 1,-2 1,0 0,-2 2,-1 0,-1 1,13 27,-29-50,1 0,0 0,-1 1,0-1,0 0,-1 1,1-1,-1 0,0 1,0-1,0 1,0-1,-1 1,0-1,0 0,0 0,-1 1,1-1,-1 0,0 0,0 0,0-1,-1 1,1 0,-1-1,0 1,0-1,0 0,-1 0,1 0,-1-1,-2 2,-4 1,0-1,-1 0,1-1,-1 0,0 0,0-2,0 1,0-1,0-1,0 0,-9-1,-29-3</inkml:trace>
  <inkml:trace contextRef="#ctx0" brushRef="#br0" timeOffset="18599.724">6417 6164,'-2'-2,"2"-1,7 3,14 3,17 1,22 0,27-1,25-3,21-6,15-4,5-5,-23 0</inkml:trace>
  <inkml:trace contextRef="#ctx0" brushRef="#br0" timeOffset="19748.751">14719 5402,'-5'1,"0"-1,-1 1,1-1,0 1,0 1,0-1,0 1,0 0,0 0,1 0,-1 1,1 0,-1-1,1 2,0-1,0 0,0 1,1 0,-1 0,1 0,0 0,0 0,0 1,1 0,0-1,-1 1,2 0,-2 4,0 0,0 0,1 0,1 1,-1-1,1 1,1-1,0 1,0-1,1 1,0-1,1 1,0-1,0 0,1 1,2 4,-1-5,0-1,1 0,0 1,0-2,1 1,0-1,0 1,1-2,-1 1,2-1,-1 0,1 0,0-1,0 0,0 0,1-1,-1 0,1-1,0 0,0 0,0-1,1 0,-1-1,1 0,-1 0,1-1,-1 0,1-1,-1 0,0 0,1-1,-1 0,0-1,0 0,0 0,0-1,7-5,-6 1,0 0,-1 0,0-1,0-1,-1 1,0-1,-1-1,0 1,0-1,-2-1,1 1,-1-1,-1 0,0 0,-1 0,0-1,0-7,-1 12,-1 1,-1 0,1-1,-1 1,-1-1,1 1,-1-1,-1 1,1-1,-1 1,0 0,-1 0,0 0,0 0,0 1,-1-1,0 1,0 0,-1 0,0 0,0 0,0 1,-1 0,1 0,-1 1,0-1,-1 1,1 0,-1 1,-1-1,-2 0,1 1,-1 0,0 1,0 0,1 1,-1 0,-1 0,1 1,0 0,0 1,0 0,0 0,0 1,1 1,-1 0,0 0,1 1,0 0,0 0,0 1,0 0,1 1,0 0,0 0,1 1,-1 0,1 0,1 1,0 0,-1 0,-22 48,11-2</inkml:trace>
  <inkml:trace contextRef="#ctx0" brushRef="#br0" timeOffset="20281.627">14626 6525,'10'22,"16"152,-19-94,-7-75,0 0,0-1,0 1,0-1,1 1,0-1,0 1,0-1,1 1,-1-1,1 0,0 0,0 0,1 0,-1 0,1 0,0 0,0-1,0 1,0-1,1 0,-1 0,1-1,0 1,0 0,0-1,0 0,0 0,0-1,2 1,12 0,0-1,1-2,-1 1,0-2,0-1,15-3,4 0,18-3,-6 2</inkml:trace>
  <inkml:trace contextRef="#ctx0" brushRef="#br0" timeOffset="20533.677">15254 6525,'0'12,"0"9,0 12,0 9,0 6,0 1,0 1,0-6,0-4,0-7,0-10</inkml:trace>
  <inkml:trace contextRef="#ctx0" brushRef="#br0" timeOffset="20799.625">15361 6499,'13'16,"12"12,9 8,4 4,4 3,-4 1,-6-1,-8 0,-8-3,-14-5,-19-2,-20-3,-19-7,-19-7,4-6</inkml:trace>
  <inkml:trace contextRef="#ctx0" brushRef="#br0" timeOffset="21232.596">14719 6191,'-14'-5,"1"2,11 2,22 5,25 3,31 1,27 1,24-1,16-2,8-1,-2-3,-14-1,-31 0</inkml:trace>
  <inkml:trace contextRef="#ctx0" brushRef="#br0" timeOffset="22907.745">14800 5255,'15'-60,"-3"-1,-3 0,-2-1,-3 0,-3-26,-13-23,-6 0,-4 2,-15-34,19 72,-120-562,15-137,108 680,4-1,5 1,3-1,4 0,7-34,18-50,-12 96,-3-1,-4 0,-3 0,-6-75,-20-9,9 78,4 0,3-28,7 81,0 24,-1 0,0-1,0 1,-1 0,0 0,0 0,-1 0,0 0,-2-4,-26-114,30 126,1 0,-1 0,0 1,0-1,0 0,1 0,-1 0,0 1,0-1,0 0,0 0,0 0,-1 0,1 1,0-1,0 0,0 0,-1 0,1 1,0-1,-1 0,1 0,-1 1,1-1,-1 0,1 1,-1-1,0 0,1 1,-1-1,1 1,-1-1,0 1,0 0,1-1,-1 1,0 0,0-1,0 1,1 0,-1 0,0 0,0 0,0-1,0 1,1 0,-1 1,0-1,0 0,0 0,-4 6,0 1,1 0,-1 0,1 0,1 1,0-1,0 1,0 0,1 0,0 0,0 0,1 0,0 0,1 0,0 0,1 9,-1-14,1 0,-1 0,1-1,0 1,0 0,0 0,1 0,-1-1,1 1,-1-1,1 1,0-1,0 1,0-1,0 0,0 0,1 0,-1 0,0-1,1 1,0-1,-1 1,1-1,0 0,0 0,0 0,0 0,-1-1,1 1,0-1,0 0,0 1,1-1,1-1,2 1,-1 0,0-1,0 0,0 0,0 0,0-1,0 0,0 0,0-1,-1 0,1 1,-1-2,0 1,0-1,0 0,4-3,-6 3,0 0,0 0,0 0,0 0,-1 0,0-1,0 1,0-1,0 0,-1 1,0-1,0 0,0 0,0 0,-1 0,0 0,0 0,0 0,0 0,-1 0,0 1,0-1,-1 0,1 0,-1 1,0-1,0 1,0-1,-1 1,0 0,1 0,-2 0,1 0,0 0,-1 1,1 0,-1 0,0 0,0 0,-1 0,1 1,0 0,-1-1,1 2,-1-1,0 1,0-1,-2 1,-2 2,1 1,-1 0,1 1,0 0,0 0,0 1,0 0,0 0,1 1,0 0,0 0,0 1,1-1,-1 2,1-1,1 1,-1-1,1 2,0-1,1 0,0 1,0 0,1 0,0 0,0 1,0 2,1-7,1-1,-1 1,1-1,0 1,0 0,0 0,1 0,-1-1,1 1,0 0,0 0,0 0,1 0,-1 0,1 0,0-1,0 1,0 0,1-1,-1 1,1-1,0 1,0-1,0 0,0 0,1 0,-1 0,1 0,0 0,-1-1,2 1,-1-1,0 0,0 0,1 0,-1 0,1 0,2 0,-1-1,1 0,0 0,-1-1,1 0,0 0,0 0,-1-1,1 0,0 0,-1 0,1-1,0 0,-1 0,0 0,0 0,0-1,0 0,0 0,0-1,-1 1,1-1,-1 0,0 0,0-1,0 1,-1-1,0 1,0-1,0 0,0-1,-1 1,0 0,0-1,0 1,-1-1,0 1,0-1,0 0,-1 0,0 1,0-1,0 0,-1 0,0 1,0-1,0 0,-1 1,1-1,-1 1,-1 0,1-1,-1 1,0 0,0 1,-1-2,1 3,1 1,-1-1,0 1,0-1,0 1,0 0,0 0,-1 0,1 1,-1-1,1 1,-1 0,1 0,-1 0,0 1,0-1,1 1,-1 0,0 0,0 0,1 0,-1 0,0 1,0 0,1 0,-1 0,1 0,-1 1,1-1,-1 1,1 0,0 0,0 0,0 0,0 1,0-1,1 1,-1 0,1 0,-1 0,1 0,0 0,0 1,-7 13,0 0,2 1,0 0,1 0,1 0,1 1,0 0,1 0,1 0,1 0,1 0,1 0,1 3,0 57</inkml:trace>
  <inkml:trace contextRef="#ctx0" brushRef="#br0" timeOffset="23365.503">14212 2207,'-3'28,"11"0,1 1,2-2,0 1,2-1,1-1,2 1,2 4,2-1,0 0,2-1,1-1,2-2,10 9,-32-31,0-1,0 1,1-1,-1 0,1 0,0-1,0 1,0-1,0 0,0 0,0 0,1 0,-1-1,0 0,1 0,0 0,-1 0,1-1,-1 1,1-1,0-1,-1 1,1-1,1 0,1-3,0-1,-1-1,0 1,0-1,0 0,-1 0,0-1,0 1,-1-1,0 0,0-1,0 1,-1-1,0 1,-1-1,1 0,-1-2,30-97,14-92,-29 121,4-18</inkml:trace>
  <inkml:trace contextRef="#ctx0" brushRef="#br0" timeOffset="24258.134">5147 2261,'46'43,"-2"2,38 50,-16-17,-60-70,-1 0,1 0,1-1,-1 0,1 0,0-1,1 0,-1 0,1-1,1 0,-1 0,1-1,-1 0,1 0,0-1,1-1,-1 1,0-1,1-1,-1 0,1 0,0-1,3 0,-3-3,-1-1,1 0,0 0,-1-1,0-1,0 1,-1-1,1-1,-1 0,-1 0,1 0,-1-1,-1 0,1-1,-1 0,76-140,-32 20,28-115,-43 126,-9 37</inkml:trace>
  <inkml:trace contextRef="#ctx0" brushRef="#br0" timeOffset="25565.724">24237 4226,'-215'300,"190"-253,31-45,54-69,-51 54,33-53,-2-3,-4-1,-2-3,-7 14,-15 39,-12 20,1 0,-1-1,0 1,1 0,-1 0,0-1,1 1,-1 0,1 0,-1 0,1-1,-1 1,0 0,1 0,-1 0,1 0,-1 0,1 0,-1 0,1 0,-1 0,1 0,-1 0,0 0,1 0,-1 1,1-1,-1 0,1 0,-1 0,0 1,1-1,-1 0,0 1,1-1,-1 0,0 0,1 1,-1-1,0 1,1-1,-1 0,0 1,0-1,0 1,0-1,1 0,-1 1,0-1,0 1,0-1,0 1,0-1,0 1,0-1,0 1,0-1,2 4,21 38,1-1,3-1,1-1,25 26,21 5,2-3,4-4,2-3,57 29,-87-55,30 20</inkml:trace>
  <inkml:trace contextRef="#ctx0" brushRef="#br0" timeOffset="29353.237">6190 7729,'-75'-14,"84"13,-327 10,-71 13,-354-27,422-16,-358-11,670 32,9 0,0 0,0-1,0 1,0 0,0 0,0 0,0-1,0 1,0 0,0 0,0-1,0 1,0 0,0 0,0-1,0 1,0 0,20-6</inkml:trace>
  <inkml:trace contextRef="#ctx0" brushRef="#br0" timeOffset="30150.397">6003 6913,'0'0,"1"0,-1-1,0 1,0 0,1-1,-1 1,0-1,0 1,0 0,0-1,1 1,-1 0,0-1,0 1,0-1,0 1,0-1,0 1,0 0,0-1,0 1,0-1,-1 1,1 0,0-1,0 1,0 0,0-1,-1 1,1-1,0 1,0 0,-1-1,1 1,0 0,0 0,-1-1,1 1,0 0,-1 0,1-1,0 1,-1 0,1 0,-1 0,1 0,0 0,-1-1,1 1,-1 0,1 0,0 0,-1 0,1 0,-1 0,1 0,-30-5,29 5,-219-2,143 5,-187-1,-147-21,272 4,154 10,-2 2</inkml:trace>
  <inkml:trace contextRef="#ctx0" brushRef="#br0" timeOffset="30517.369">5014 6325,'4'-16,"2"-14,2-12,2-9,2-8,0-5,2-1,-1 7,-1 7,-4 21,-2 23,-5 30,-3 28,0 27,-1 22,1 15,0 5,1-16</inkml:trace>
  <inkml:trace contextRef="#ctx0" brushRef="#br0" timeOffset="31413.034">3931 7688,'-136'20,"21"-15,-1-6,1-4,-48-11,-68-4,48 10,0 9,0 7,0 8,-14 10,-42 21,238-45,0 0,0 0,0-1,0 1,1 0,-1 0,0 0,0 0,0 0,0 0,0 0,0 0,0 0,0 0,0 1,0-1,1 0,-1 1,0-1,0 0,0 1,0-1,1 1,-1 0,0-1,1 1,-1-1,0 1,1 0,-1 0,1-1,-1 1,1 0,-1 0,1 0,-1 0,1-1,0 1,0 0,-1 0,1 0,0 0,0 0,0 0,0 0,0 0,0 0,0 0,1 0,-1-1,0 1,0 0,1 0,-1 0,0 0,1 0,-1-1,1 1,-1 0,1 0,0 0,5 8</inkml:trace>
  <inkml:trace contextRef="#ctx0" brushRef="#br0" timeOffset="32488.815">6899 7421,'-1'32,"-20"-55,19 20,0 1,0-1,0 1,-1 0,1 0,-1 0,0 0,0 1,1-1,-1 0,0 1,0 0,0 0,0 0,-1 0,1 0,0 1,0 0,0-1,-1 1,1 0,0 1,0-1,-1 0,1 1,0 0,0 0,0 0,0 0,0 0,0 0,0 1,0 0,0-1,1 1,-1 0,1 1,-1-1,1 0,0 1,0-1,0 1,0-1,1 1,-2 3,-3 1,1 1,0 0,0 0,1 1,0-1,0 1,1 0,1 0,-1 0,1 1,1-1,0 0,0 1,1-1,0 1,0-1,1 0,1 1,-1-1,2 0,-1 0,1 0,0 0,1 0,0-1,1 1,0-1,0 0,0-1,5 5,-2-4,0-1,1 0,0 0,0-1,0 0,1-1,0 0,0 0,0-1,1 0,0-1,-1 0,1-1,0 0,0-1,0 0,0-1,1 0,-1-1,0 0,0-1,0 0,-1 0,1-1,0-1,-1 0,0 0,0-1,0 0,0-1,-1-4,0-1,0 0,-1 0,0 0,-1-1,-1-1,0 1,0-1,-1 0,-1 0,0 0,-1-1,-1 0,1-10,4-7,-3 18,-1 19,-1 22,-2 25,-1-29,1-1,1 0,1 1,1-1,1 0,3 9,-7-30,1 1,0 0,0-1,0 1,0 0,0-1,1 1,-1-1,1 0,-1 1,1-1,0 0,0 0,0 0,0 0,0 0,1-1,-1 1,0-1,2 1,7 0</inkml:trace>
  <inkml:trace contextRef="#ctx0" brushRef="#br0" timeOffset="32732.956">7287 7501,'-19'-56,"19"56,0 1,0-1,0 0,1 1,-1-1,0 1,0-1,0 1,0-1,0 1,0-1,0 0,0 1,0-1,0 1,0-1,0 1,0-1,-1 1,1-1,0 0,0 1,0-1,-1 1,1-1,0 0,0 1,-1-1,1 0,0 1,-1-1,1 0,0 1,-1-1,1 0,-1 0,1 0,0 1,-1-1,1 0,-1 0,1 0,-1 0,1 0,0 0,-1 0,1 0,-1 0,1 0,-1 0,1 0,-1 0,1 0,0 0,-1 0,1 0,-1-1,1 1,-1 0,1-1,4 15,1-1,0 0,1 0,0-1,1 0,0 0,1 0,1-1,0 0,0-1,1 0,0 0,1-1,0-1,10 7,151 118,-171-132,0-1,-1 1,1-1,0 1,0 0,0 0,0-1,-1 1,1 0,0 0,-1 0,1 0,-1 0,1 0,-1 0,0 0,1 0,-1 0,0 0,1 0,-1 0,0 0,0 0,0 0,0 0,0 0,0 0,0 0,-1 1,1-1,0 0,-1 0,1 0,-1 0,-35 18,-11-10,1-1,-1-2,0-3,-5-1,20-1,-82 4</inkml:trace>
  <inkml:trace contextRef="#ctx0" brushRef="#br0" timeOffset="34318.166">1 7835,'95'24,"-71"-21,284 28,257-8,-432-21,809 10,-1035-5,33-1</inkml:trace>
  <inkml:trace contextRef="#ctx0" brushRef="#br0" timeOffset="35115.574">616 7635,'188'53,"-147"-45,-1 3,0 0,-1 3,0 1,33 20,-65-33,-1 1,1 1,-1-1,0 1,0 0,0 0,-1 1,1 0,-1 0,0 0,-1 1,1-1,-1 1,0 0,-1 0,1 1,-1-1,0 1,-1-1,0 1,0 0,0 0,-1 0,0 0,0 1,-1-1,0 0,0 1,-5 3,-1 0,0 0,-1 0,0 0,-1-1,0 0,0-1,-1 0,0 0,-1-1,0 0,0-1,-1 0,-8 4,-77 47,-94 41,50-29,73-33</inkml:trace>
  <inkml:trace contextRef="#ctx0" brushRef="#br0" timeOffset="35822.537">629 8731,'0'-2,"0"1,0 6,0 8,0 12,0 12,0 10,0 5,0 3,0 2,2-5,1-4,0-8,2-11,-1-15,0-10</inkml:trace>
  <inkml:trace contextRef="#ctx0" brushRef="#br0" timeOffset="36066.313">535 8637,'-2'7,"-1"-1,1 1,1 0,-1 0,1 0,1 0,-1 0,1 0,0 0,1 0,-1 0,2 0,-1 0,1 0,0 0,0-1,0 1,1-1,0 1,4 4,4 7,2 0,0 0,1-1,0-1,2 0,1 0,206 183,-219-196,0 0,-1 0,1 0,-1 1,0-1,0 1,0 0,-1 0,1 0,-1 0,0 0,0 0,0 1,-1-1,1 1,-1-1,0 1,-1 0,1-1,-1 1,0 0,0-1,0 1,-1 0,1 0,-1-1,0 1,-1-1,1 1,-1-1,0 1,0-1,0 0,-2 2,-11 5,-1 0,0-1,0 0,-1-2,0 0,-1-1,1 0,-1-2,-1 0,1-1,-1 0,0-2,1-1,-15 0,27 0,-3 0,0 0,1 0,-1-1,0 0,1-1,-1 0,0 0,1-1,-1 0,1 0,0-1,-5-2,-3-7</inkml:trace>
  <inkml:trace contextRef="#ctx0" brushRef="#br0" timeOffset="36499.887">1123 9079,'-3'5,"0"1,1 0,-1-1,1 1,0 0,1 0,-1 0,1 1,1-1,-1 0,1 0,0 1,0-1,1 0,0 0,0 0,0 1,1-1,0 0,0-1,0 1,1 0,0-1,0 1,1-1,-1 0,1 0,0 0,0 0,1-1,-1 0,2 1,1 0,-1-1,1 1,0-1,1 0,-1-1,1 0,0 0,-1-1,1 0,0 0,6 0,-11-1,0-1,0 0,0 0,0 0,0 0,0 0,0-1,0 1,0-1,0 0,0 0,-1 0,1 0,0-1,-1 1,1-1,-1 1,1-1,-1 0,0 0,1 0,-1 0,0 0,-1-1,1 1,0-1,-1 1,1-1,-1 0,0 1,0-1,0 0,0-1,1-3,-1 0,-1 0,1-1,-1 1,-1 0,1-1,-1 1,0 0,-1 0,0 0,0 0,-1 0,1 0,-1 1,-1-1,1 1,-1 0,0 0,-1 0,0 0,1 1,-2 0,1 0,-1 0,1 0,-1 1,0 0,-1 1,1-1,-1 1,0 0,-4-1,7 4,1-1,0 1,-1 0,1 0,-1 1,1-1,0 1,-1 0,1-1,0 2,0-1,0 0,0 0,0 1,0 0,0 0,0 0,0 0,1 0,-1 0,1 0,0 1,-1 0,1-1,0 1,1 0,-1 0,0 0,1 0,0 0,0 0,0 1,0-1,0 0,0 0,1 1,0-1,0 1,0-1,0 0,0 1,0-1,6 23</inkml:trace>
  <inkml:trace contextRef="#ctx0" brushRef="#br0" timeOffset="37049.259">1471 8985,'156'286,"-156"-286,0 2,1-1,-1 1,0-1,1 1,-1-1,1 0,0 1,-1-1,1 0,0 1,0-1,0 0,0 0,0 0,0 0,0 0,0 0,0 0,0 0,1 0,-1-1,0 1,1 0,-1-1,0 1,1-1,-1 0,1 1,-1-1,1 0,-1 0,1 0,-1 0,1 0,-1 0,0 0,1-1,-1 1,1 0,-1-1,1 1,-1-1,0 0,1 0,6-8,0-1,0-1,-2 1,1-1,-1-1,-1 1,0-1,0 0,-2 0,1 0,-1-1,-1 1,0-3,1-14,-2 19,-1 26,-1 2,0-12,0 0,0 0,0 1,1-1,0 0,1 0,-1 0,1 1,0-1,1 0,-1 0,1 0,1 0,-1-1,1 1,0-1,0 1,0-1,1 0,0 0,4 4,0-4,1 0,-1-1,1 0,0-1,0 0,0 0,0-1,0 0,1-1,-1 0,1 0,-1-1,1 0,-1-1,1 0,-1-1,1 1,-1-2,0 1,9-5,-14 5,0-1,0 1,0-1,0 0,-1 0,1-1,-1 1,0-1,0 0,0 1,0-1,-1-1,1 1,-1 0,0-1,0 1,-1-1,1 1,-1-1,0 0,0 1,-1-6,-4-108,3 108,0 8,1 0,-1 1,1-1,0 0,-1 1,1-1,0 0,0 0,0 1,1-1,-1 0,0 1,0-1,1 0,-1 1,1-1,0 0,-1 1,1-1,0 1,0-1,0 1,0 0,0-1,0 1,1 0,-1 0,1-1,11-3</inkml:trace>
  <inkml:trace contextRef="#ctx0" brushRef="#br0" timeOffset="37433.918">2300 8985,'8'47,"3"1,1-2,3 0,1-1,14 24,-27-60,-3-8,1 1,-1 0,0 0,0 0,1-1,-1 1,1 0,0 0,-1-1,1 1,0 0,0-1,0 1,0-1,0 1,0-1,1 0,-1 1,0-1,1 0,-1 0,1 0,-1 0,1 0,0 0,-1-1,1 1,0 0,0-1,-1 1,1-1,0 0,0 0,0 1,-1-1,2-1,4-5,-1-1,0 0,0 0,0 0,-1-1,0 0,-1 0,0-1,0 1,0-1,0-5,3-3,58-138,-55 136,-9 19,0 0,0 0,0 0,-1 1,1-1,0 0,0 1,-1-1,1 1,0-1,0 1,-1-1,1 1,0-1,-1 1,1-1,-1 1,1 0,-1-1,1 1,-1 0,0 0,1-1,-1 1,0 0,1 0,-1 0,0 0,0-1,0 1,0 0,0 0,0 0,0 0,0-1,0 1,0 0,0 0,-1 0,1 0,0-1,-1 2,1 0,4 28,-4-18,1 0,-1 0,2 0,0 0,0 0,1-1,1 1,0-1,0 1,1-1,1-1,0 1,0-1,1 0,0 0,1-1,0 0,0 0,4 2,1-5,-1-1,1 0,0-1,0-1,0 1,1-2,-1 0,1-1,-1 0,1-1,-1-1,1 0,-1 0,1-2,-1 0,0 0,0-1,8-4,28-9</inkml:trace>
  <inkml:trace contextRef="#ctx0" brushRef="#br0" timeOffset="40286.78">9132 8437,'34'12,"1"-1,0-2,1-1,0-2,0-1,29-1,-64-4,0 0,0 0,1-1,-1 1,0 0,1 0,-1 0,0 0,0 0,1 0,-1 0,0 1,0-1,1 0,-1 1,0-1,0 1,0-1,1 1,-1-1,0 1,0 0,0 0,0 0,0-1,0 1,0 0,-1 0,1 0,0 0,-1 1,1-1,0 0,-1 0,1 0,-1 0,0 1,1-1,-1 0,0 0,0 1,0-1,1 0,-1 1,-1-1,1 0,0 0,0 1,0-1,-1 1,-47 210,11 94,36-273,3-11</inkml:trace>
  <inkml:trace contextRef="#ctx0" brushRef="#br0" timeOffset="40766.451">9184 8731,'1'2,"0"-1,0 0,0 0,1 1,-1-1,0 0,0 0,1 0,-1 0,1 0,-1-1,0 1,1 0,0-1,-1 1,1-1,-1 1,1-1,0 0,-1 0,1 1,0-1,-1-1,1 1,0 0,-1 0,1 0,-1-1,1 1,41-5,-1-2,1-2,-2-1,0-3,34-14,-13 5,-1-3,-1-3,-2-2,7-7,-45 24,-19 14,0-1,-1 1,1-1,-1 1,1-1,-1 1,1-1,-1 1,1-1,-1 1,1-1,-1 1,0 0,1-1,-1 1,0 0,0-1,1 1,-1 0,0 0,0-1,0 1,0 0,0-1,0 1,0 0,0 0,0-1,0 1,-1 0,1-1,0 1,0 0,-1-1,1 1,0 0,-1-1,1 1,-1-1,1 1,-1 0,1-1,-1 1,1-1,-1 1,-1 4,-14 59,3 0,2 0,1 32,9-95,1 0,-1 1,1-1,-1 0,1 1,0-1,-1 0,1 1,0-1,0 1,0-1,0 1,0-1,1 0,-1 1,0-1,1 1,-1-1,1 0,-1 1,1-1,0 0,-1 0,1 0,0 1,0-1,0 0,0 0,0 0,0 0,0 0,0-1,0 1,1 0,-1 0,0-1,0 1,1-1,-1 1,1-1,-1 1,0-1,1 0,-1 0,1 0,-1 0,0 0,1 0,-1 0,1 0,-1-1,0 1,1 0,0-1,12-5,0-1,-1-1,0 0,0-1,-1 0,12-11,45-31,-69 50,1 1,0 0,-1-1,1 1,0 0,-1-1,1 1,0 0,-1 0,1-1,0 1,0 0,-1 0,1 0,0 0,0 0,-1 0,1 0,0 1,0-1,-1 0,1 0,0 0,-1 1,1-1,0 0,-1 1,1-1,0 1,-1-1,1 1,-1-1,1 1,-1-1,1 1,-1-1,1 1,-1 0,1-1,-1 1,0 0,1-1,-1 1,0 0,0 0,0-1,0 1,1 0,-1 0,0 0,3 47,-3-40,-2 94,-1-65,2 0,2 1,1-1,2 0,5 15,2-13</inkml:trace>
  <inkml:trace contextRef="#ctx0" brushRef="#br0" timeOffset="41032.577">10388 8878,'-12'-81,"3"-1,3-53,-9 453,14-305,0 0,1 0,1 0,0-1,1 1,0 0,1-1,0 1,1-1,0 0,1 0,3 4,16 17</inkml:trace>
  <inkml:trace contextRef="#ctx0" brushRef="#br0" timeOffset="41399.89">10883 8718,'-11'-6,"0"1,0 0,0 0,-1 1,1 0,-1 1,0 1,0 0,0 1,-1 0,1 0,0 1,0 1,0 0,-1 1,1 0,1 1,-1 0,0 1,1 1,-1-1,-2 3,12-6,1-1,-1 1,1 0,-1 0,1-1,-1 1,1 0,-1 0,1 0,0 0,-1 1,1-1,0 0,0 0,0 1,0-1,0 1,0-1,0 1,1-1,-1 1,1 0,-1-1,1 1,-1 0,1-1,0 1,0 0,0-1,0 1,0 0,0 0,0-1,1 1,-1 0,1-1,-1 1,1 0,-1-1,1 1,0-1,0 1,0-1,0 1,0-1,0 0,1 1,9 3,0-1,0 0,0-1,1-1,-1 1,1-2,0 0,-1 0,1-1,0 0,2-1,-4 1,155-19,-163 19,-1-1,1 1,-1-1,0 1,1 0,-1 0,1 0,-1 0,1 0,-1 0,1 0,-1 1,1-1,-1 0,0 1,1-1,-1 1,0-1,1 1,-1 0,0 0,0 0,1-1,-1 1,0 0,0 0,0 1,0-1,0 0,-1 0,1 0,0 1,0-1,-1 0,1 1,-1-1,1 0,-1 1,1 1,0 12,-1 1,0 0,-1 0,-1-1,0 1,-3 8,-1 16,4-27,-4 28,1 0,3 0,2 33,2-52</inkml:trace>
  <inkml:trace contextRef="#ctx0" brushRef="#br0" timeOffset="41700.02">11230 8811,'29'-12,"1"2,1 0,0 2,0 2,1 1,-1 1,17 1,-45 2,1 0,-1 0,1 1,0 0,-1-1,1 1,0 1,-1-1,1 1,0-1,-1 1,1 0,-1 0,1 1,-1-1,1 1,-1-1,0 1,0 0,0 0,0 1,0-1,0 1,-1-1,1 1,-1 0,0 0,0 0,0 0,0 0,0 1,-1-1,1 0,-1 1,0-1,0 1,-1 0,1 0,-4 7,0 0,-1-1,0 1,-1-1,0 0,-1-1,0 1,0-1,-1 0,0-1,-8 8,8-8,-108 121,114-128,0 1,-1-1,1 0,0 0,0 0,0 1,0-1,0 0,0 1,1-1,-1 1,0-1,1 1,-1-1,1 1,-1 0,1-1,0 1,0-1,0 1,0 0,0-1,0 1,0 0,0-1,1 1,-1 0,1-1,-1 1,1-1,-1 1,1-1,0 1,0-1,0 0,0 1,0-1,0 0,0 0,0 1,1-1,-1 0,0 0,1-1,-1 1,1 0,-1 0,1-1,-1 1,1 0,-1-1,1 0,0 1,-1-1,1 0,0 0,-1 0,1 0,0 0,23 2,1 0,0-2,0-1,0-1,8-3,-32 5,291-44,-137 17</inkml:trace>
  <inkml:trace contextRef="#ctx0" brushRef="#br0" timeOffset="42373.689">17647 8637,'378'75,"-369"-74,-2 0,1 0,0 0,-1 1,1 0,-1 1,0-1,0 1,0 1,0-1,0 1,0 0,-1 1,0-1,0 2,0-1,-5 0,0-1,0 1,-1 0,0 0,0 0,0 0,0-1,-1 1,1 0,-1 0,0 0,-1-1,1 1,-1-1,0 1,0-1,-1 0,1 1,-1-1,0 0,0-1,0 1,0 0,-1-1,0 0,-1 2,-2 3,-16 19,11-14,0 0,1 1,1 1,0-1,1 2,0-1,1 1,1 1,0 2,6-17,0 1,1-1,-1 1,1-1,0 1,-1-1,1 1,0 0,1-1,-1 1,0-1,1 1,-1-1,1 1,0-1,0 0,0 1,0-1,0 0,1 0,-1 0,2 2,8 4</inkml:trace>
  <inkml:trace contextRef="#ctx0" brushRef="#br0" timeOffset="42650.824">17754 8931,'18'-2,"20"-3,19-3,16-3,9-3,5-2,-2-3,-6-3,-16 3</inkml:trace>
  <inkml:trace contextRef="#ctx0" brushRef="#br0" timeOffset="42900.206">18489 8691,'-6'6,"0"1,0 1,1-1,0 1,0-1,1 2,0-1,0 0,1 1,0 0,0-1,1 1,0 0,1 0,0 1,0 1,0-6,-16 144,17-147,0 0,-1 0,1-1,0 1,0 0,0 0,0 0,0 0,1 0,-1 0,1 0,-1-1,1 1,0 0,-1 0,1-1,0 1,0 0,0-1,1 1,-1-1,0 1,0-1,1 0,-1 0,1 1,-1-1,1 0,0 0,-1 0,1-1,0 1,0 0,-1-1,1 1,0-1,0 1,0-1,0 0,0 0,0 0,0 0,1 0,10-2,1 0,-1-1,0 0,0-1,0-1,0 0,-1 0,9-6,48-19,-68 30,0-1,0 1,0 0,0-1,0 1,0 0,0 0,0-1,0 1,0 0,0 0,0 0,0 0,0 0,0 1,0-1,0 0,0 0,0 1,0-1,0 0,0 1,-1-1,1 1,0-1,0 1,0 0,-1-1,1 1,0 0,-1 0,1-1,0 1,-1 0,1 0,-1 0,1 0,-1 0,0-1,1 1,-1 1,2 44,-2-45,-19 228,23-198</inkml:trace>
  <inkml:trace contextRef="#ctx0" brushRef="#br0" timeOffset="43149.756">18983 8785,'-6'-9,"-3"-1,0 6,3 12,-2 15,-2 12,-3 9,1 6,3 2,2-8</inkml:trace>
  <inkml:trace contextRef="#ctx0" brushRef="#br0" timeOffset="43583.346">19264 8878,'2'-5,"3"-5,0 0,0-1,-2 0,1 0,-1 0,-1 0,0-1,-1 1,0-4,-1 14,0 0,0 0,0 0,0 0,0 0,-1 0,1 0,0 0,-1 1,1-1,-1 0,1 0,-1 0,1 1,-1-1,0 0,1 1,-1-1,0 0,1 1,-1-1,0 1,0-1,1 1,-1-1,0 1,0 0,0-1,0 1,0 0,0 0,0 0,0 0,1 0,-1 0,0 0,0 0,0 0,0 0,0 0,0 0,0 1,0-1,0 0,-40 18,31-12,0 1,1-1,0 2,0-1,1 1,0 0,0 1,1 0,0 0,-4 7,11-14,-1-1,0 1,0-1,1 0,-1 1,0-1,1 1,0 0,-1-1,1 1,0-1,0 1,0-1,0 1,0 0,0-1,0 1,1-1,-1 1,0 0,1-1,-1 1,1-1,0 0,0 1,-1-1,1 1,0-1,0 0,0 0,0 1,0-1,1 0,-1 0,0 0,1 0,-1-1,0 1,1 0,-1 0,1-1,-1 1,1-1,-1 0,1 1,0-1,76 7,-71-8,1 0,-1 0,0-1,0 0,0-1,0 0,0 0,-1 0,1-1,-1 1,0-2,0 1,0-1,-1 0,0 0,0 0,0-1,0 0,-1 0,0 0,0 0,1-4,6 2,-2 26,-7-11,14 28,-2 1,-1 0,-2 1,-2 0,-1 0,-2 1,-2 0,0 23,-4-55,-1 1,1 0,-1-1,0 1,0-1,-1 0,0 1,0-1,0 0,-1 0,0 0,0 0,-1-1,0 1,1-1,-2 0,1 0,-1 0,1-1,-1 0,-1 0,1 0,-1 0,-32 11,0-6</inkml:trace>
  <inkml:trace contextRef="#ctx0" brushRef="#br0" timeOffset="43966.64">19064 8824,'0'-2,"0"4,0 10,0 15,0 16,0 15,-2 13,-8 8,-2-9</inkml:trace>
  <inkml:trace contextRef="#ctx0" brushRef="#br0" timeOffset="45182.554">24318 7768,'447'15,"23"21,524 88,-860-105,-96-14,282 28,-502-37,154 3</inkml:trace>
  <inkml:trace contextRef="#ctx0" brushRef="#br0" timeOffset="45434.022">26149 7688,'-49'-26,"45"29,63 37,376 149,-425-184,1 0,-1 0,0 1,-1 1,1 0,-1 0,0 0,-1 1,0 1,0-1,0 2,-7-7,0-1,0 1,0 0,0-1,0 1,0 0,-1 0,0 0,1-1,-1 1,0 0,0 0,0 0,-1 0,1 0,-1-1,0 1,1 0,-1 0,0-1,-1 1,1-1,0 1,-1-1,1 1,-1-1,0 0,0 0,0 0,0 0,0 0,0 0,-1 0,1-1,-1 1,-20 14,-1 0,-1-2,0 0,-1-2,-1-1,-6 1,-245 83,144-52</inkml:trace>
  <inkml:trace contextRef="#ctx0" brushRef="#br0" timeOffset="46153.553">26711 8892,'-5'18,"-3"17,-1 17,2 11,3 5,6 1,2-5,2-6,1-10,-1-12,-2-12</inkml:trace>
  <inkml:trace contextRef="#ctx0" brushRef="#br0" timeOffset="46387.87">26737 8611,'-4'-14,"-2"-2,5 4,4 9,5 11,1 4</inkml:trace>
  <inkml:trace contextRef="#ctx0" brushRef="#br0" timeOffset="46649.802">26858 9172,'11'2,"1"0,0-1,0 0,0-1,0 0,0-1,0-1,0 1,0-2,-1 0,1 0,-1-1,0-1,0 1,0-2,-1 0,1 0,-1-1,-1 0,2-2,-9 8,-1 0,1 0,0 0,-1 0,1-1,-1 1,0-1,1 1,-1-1,0 0,0 1,0-1,0 0,0 0,0 0,-1 0,1 0,-1 1,1-1,-1 0,0 0,1 0,-1-1,0 1,0 0,-1 0,1 0,0 0,-1 0,1 1,-1-1,0 0,1 0,-1 0,0 0,0 0,0 1,-1-1,1 1,0-1,-1 1,1-1,0 1,-1-1,0 1,1 0,-1 0,-1 0,-4-1,0 0,0 1,0 0,0 1,0-1,0 2,0-1,0 1,0 0,0 0,0 0,0 1,0 1,1-1,-1 1,1 0,-1 0,1 1,0 0,0 0,1 0,-1 1,1 0,0 0,0 0,1 1,0-1,0 1,0 0,0 0,1 1,-1 3,0-3,2 0,-1 0,1 1,0 0,0-1,1 1,0 0,1 0,-1-1,1 1,1 0,0 0,0-1,0 1,1 0,0-1,1 1,-1-1,2 0,-1 0,1 0,0 0,0-1,1 1,-1-1,1 0,1 0,-1-1,1 0,0 0,6 3,42 25,0-9</inkml:trace>
  <inkml:trace contextRef="#ctx0" brushRef="#br0" timeOffset="47099.913">27567 9038,'-38'0,"24"-2,-1 2,0 0,0 0,0 2,0-1,0 2,1 0,-1 1,1 0,-11 6,23-10,0 1,0 0,1 0,-1 0,0 0,0 0,0 1,1-1,-1 0,1 1,-1-1,1 1,0 0,-1-1,1 1,0 0,0 0,0 0,1 0,-1 0,0 0,1 0,-1 0,1 0,-1 0,1 0,0 0,0 0,0 0,0 1,1-1,-1 0,1 0,-1 0,1 0,-1 0,1 0,1 2,7 8,1 0,0 0,1-1,0 0,0-1,2 0,-1-1,1 0,0-1,14 6,1 3,-1-1,-3-2,-2 0,0 1,0 2,-2 0,3 3,-22-19,-1-1,1 0,0 0,0 1,-1-1,1 1,0-1,-1 1,1-1,0 1,-1-1,1 1,-1-1,1 1,0 0,-1-1,0 1,1 0,-1 0,1-1,-1 1,0 0,0 0,1-1,-1 1,0 0,0 0,0 0,0 0,0-1,0 1,0 0,0 0,0 0,-1 0,1-1,0 1,0 0,-1 0,1-1,0 1,-1 0,1 0,-1-1,1 1,-1 0,1-1,-1 1,0-1,1 1,-1-1,0 1,1-1,-1 1,0-1,0 0,1 1,-1-1,0 0,0 0,0 1,1-1,-1 0,0 0,0 0,0 0,0 0,-1 0,0 0,0 0,0 0,1 0,-1 0,0-1,0 1,0-1,0 1,1-1,-1 0,0 1,0-1,1 0,-1 0,1 0,-1 0,1-1,-1 1,1 0,0-1,-1 1,1-1,0 1,0-1,0 1,0-1,1 0,-1 1,0-1,1 0,-1 0,1 0,-1 0,1 1,0-1,0 0,0 0,0 0,0 0,0 0,1 0,-1 1,1-1,-1 0,1 0,0 0,-1 1,1-1,0 0,0 1,0-1,1 1,9-23,2 2,1 0,0 0,2 1,1 1,6-6,-6 7,81-88,-80 94,-18 13,1 0,-1 0,0 0,1 0,-1 0,0 0,1 0,-1 0,0 0,1 0,-1 0,0 0,1 0,-1 1,0-1,1 0,-1 0,0 0,1 1,-1-1,0 0,0 0,1 1,-1-1,0 0,0 1,0-1,1 0,-1 0,0 1,0-1,0 0,0 1,0-1,0 1,0-1,1 0,-1 1,0-1,0 0,0 1,-1-1,1 0,0 1,0-1,0 1,0-1,0 0,0 1,0-1,-1 0,1 0,0 1,0-1,0 0,-1 1,1-1,0 0,0 0,-1 1,1-1,0 0,-1 0,1 1,-1 0,-3 13,-4 5,1 1,1-1,1 1,1 0,0 0,2 1,0-1,1 1,1-1,1 1,1-1,1 0,1 1,4 11,-6-26,1-1,0 0,0 0,1 0,-1 0,1 0,0 0,1-1,-1 0,1 0,0 0,0-1,0 0,0 0,0 0,1 0,3 1,19 3</inkml:trace>
  <inkml:trace contextRef="#ctx0" brushRef="#br0" timeOffset="47383.616">27954 8624,'-14'5,"-4"10,3 11,11 14,13 11,5-4</inkml:trace>
  <inkml:trace contextRef="#ctx0" brushRef="#br0" timeOffset="47833.153">28141 9453,'4'-11,"19"-47,-2 0,-3-2,-2 0,6-60,-21 116,0 0,0 1,-1-1,1 1,-1-1,0 0,0 1,0-1,-1 1,1-1,-1 1,0-1,0 1,0-1,0 1,-1 0,1-1,-1 1,0 0,2 3,-1-1,0 1,1 0,-1 0,1 0,-1 0,1 0,-1 0,0 0,1 0,-1 0,1 0,-1 0,1 0,-1 1,1-1,-1 0,1 0,-1 1,1-1,-1 0,1 0,-1 1,1-1,-1 1,1-1,0 0,-1 1,1-1,0 1,-1-1,1 1,0-1,0 1,-1-1,1 1,0-1,0 1,0-1,0 1,0 0,0-1,-1 1,1-1,1 1,-1-1,0 1,0 0,0-1,0 1,0-1,0 1,1-1,-1 1,0-1,1 1,2 5,1-1,0 1,0-1,0 1,1-1,0-1,0 1,0-1,0 0,1 0,0 0,0-1,0 0,0 0,0 0,3 0,-4-1,129 64,-130-61,0 0,-1 1,1-1,-1 0,0 1,-1 0,1 0,-1 0,0 0,-1 0,1 0,-1 0,-1 1,1-1,-1 0,0 1,0-1,-1 0,0 1,0-1,0 0,-1 0,-1 4,-3 31,5-37,1 1,-1-1,1 1,0 0,0-1,1 1,-1 0,1-1,0 1,0-1,0 1,1-1,0 0,-1 1,2-1,-1 0,0 0,1 0,0-1,0 1,0 0,0-1,0 0,1 0,-1 0,1 0,0-1,0 1,0-1,0 0,2 0,4 1,1-1,-1 0,0 0,1-1,0 0,-1-1,1-1,-1 0,1 0,-1 0,1-2,-1 1,0-1,0-1,0 0,0 0,-1-1,0 0,0-1,0 0,0 0,-1-1,0 0,-1 0,1-1,-2 0,1 0,-1-1,0 0,-1 0,0 0,0-1,-1 0,0 0,2-9,-6-47,0 65,-1-1,1 1,-1-1,0 1,1 0,-1-1,0 1,0 0,0-1,0 1,0 0,0 0,0 0,0 0,0 0,-1 0,1 0,0 1,-1-1,1 0,0 1,-1-1,1 1,-1-1,1 1,-1 0,1 0,-1 0,1-1,-1 1,1 1,-1-1,1 0,-1 0,1 0,-1 1,1-1,-1 1,1-1,-1 1,0 0,-3 2,-1 0,1 0,-1 1,1 0,0-1,0 2,1-1,-1 1,1-1,0 1,0 0,1 1,-1-1,1 0,0 1,1 0,-1 0,1 0,1 0,-1 0,1 0,0 1,0-1,1 0,-1 1,1-1,1 0,-1 1,1-1,1 0,-1 0,1 0,0 0,2 5,6 1,1 0,0-1,1 0,0-1,1 0,0-1,1-1,0 0,0 0,0-2,1 0,0 0,0-1,1-1,-1-1,1 0,0-1,1-1,45 8</inkml:trace>
  <inkml:trace contextRef="#ctx0" brushRef="#br0" timeOffset="48182.674">29291 9386,'-13'-7,"-1"1,1 0,-1 0,0 2,-1 0,1 0,-1 2,1-1,-1 2,0 0,0 1,0 0,-8 2,20-1,0 0,0 0,0 0,0 0,0 0,0 0,0 1,1-1,-1 1,0 0,1 0,0 0,-1 0,1 0,0 1,0-1,0 1,1-1,-1 1,0 0,1 0,0-1,0 1,-1 0,2 0,-1 0,0 0,1 1,-1-1,1 0,0 0,0 0,0 0,1 0,-1 0,1 1,-1-1,1 0,0 0,0 0,1-1,-1 1,1 0,-1 0,1-1,0 1,0-1,0 1,0-1,0 0,2 1,3 3,1-1,0 0,0 0,1 0,-1-1,1-1,0 0,0 0,0 0,1-1,-1-1,0 1,1-2,-1 1,1-1,-1-1,1 0,-1 0,1-1,-1 0,7-2,-12 2,-1 1,1-1,-1 0,0 0,0 0,0 0,0 0,0-1,0 1,0-1,-1 0,1 0,-1 0,0 0,0 0,0-1,-1 1,1 0,-1-1,1 0,-1 1,0-1,-1 0,1 1,-1-1,1-2,0 14,0 0,1 0,1 0,-1 0,1 0,1 0,-1-1,1 1,0-1,1 0,0 0,0-1,0 1,1-1,0-1,0 1,6 3,7 5,1-1,0 0,1-2,0 0,14 3,40 15</inkml:trace>
  <inkml:trace contextRef="#ctx0" brushRef="#br1" timeOffset="90742.315">21043 8036,'166'25,"1"-8,94-5,-145-7,-87-4,529 39,-529-36,-30-1,-171-10,-845-55,870 54,124 6,35 0,600-6,267 3,-795 10,-86-2,-93 1,-1321-50,1357 42,45 1,43 2,1159 28,-956-18,-80-3,-132-5,-36-1,-726-28,182 14,503 16,49 4,138 18,998 62,-1005-83,-129-8,-205-21,-19 7,209 19,36 3,31 3,12-1</inkml:trace>
  <inkml:trace contextRef="#ctx0" brushRef="#br1" timeOffset="94176.37">21310 9279,'401'22,"-343"-7,-57-15,0 1,1-1,-1 1,0 0,0 0,0 0,0-1,1 1,-1 0,0 0,-1 0,1 1,0-1,0 0,0 0,-1 0,1 1,0-1,-1 0,1 1,-1-1,0 0,1 1,-1-1,0 1,0-1,0 0,0 1,0-1,0 1,0-1,-1 0,1 1,0-1,-1 1,1-1,-2 1,-79 131,73-115,1 0,1 0,1 1,1 0,0 0,1 0,1 0,1 0,0 1,2-1,0 0,2 1,0-1,0 0,2-1,1 1,5 13,52 159,-63-189,1 0,-1 0,1 0,0 0,0 0,-1-1,1 1,0 0,0-1,1 1,-1-1,0 1,0-1,1 1,-1-1,1 0,-1 0,1 0,0 0,-1 0,1 0,0 0,0 0,0-1,-1 1,1-1,0 1,0-1,0 0,0 0,0 1,0-2,0 1,0 0,0 0,0-1,461-5,-407 1,-55 4,0 0,-1 1,1-1,-1 0,1 0,-1 0,1 0,-1 0,1 0,-1 1,0-1,1 0,-1 0,0 0,0 0,0 0,0 0,0 0,0 0,0 0,0 0,0 0,-1 0,1 0,0 0,0 0,-1 0,1 0,-1 0,1 0,-1 0,1 1,-1-1,0 0,1 0,-1 1,0-1,0 0,0 0,-2-3,-11-28,1 0,2-1,1-1,1 1,2-1,2-1,1 1,1-1,2 0,2 0,1 1,2-6,-2-47,-1 28,-3 60,-9 5,-4 0</inkml:trace>
  <inkml:trace contextRef="#ctx0" brushRef="#br1" timeOffset="101160.939">24786 7113,'39'-75,"-3"-3,-4 0,-3-3,12-59,-39 132,3-20,1 1,1 0,2 0,0 1,2 0,1 0,12-19,-14 30,-4 8,0 0,-1-1,0 1,-1-1,0 0,0-1,0 1,-1-1,-1 1,1-1,-1 0,-1 0,0 0,0-2,-1-18,-1 12,0 1,2-1,0 1,0 0,2 0,0-1,4-8,21-35,-22 50,-1 1,0-1,0 0,-1 0,-1 0,0-1,0 1,-1-1,0-3,-1-3,0 0,1 0,0 0,2 0,0 0,1 1,1-2,27-58,-14 35,-2 0,-2-1,-2-1,0-8,-13 51,17-86,3 1,21-55,-10 53,-3 0,7-57,6-23,6 3,10-7,63-276,-107 398,-2 0,-3-1,-2-1,-2 1,-3-48,10-324,-2 311,-4 0,-5-1,-5 0,-6-7,-21-81,-52-165,67 292,-4 1,-3 1,-2 0,-4 2,-3 2,-3 1,-3 1,-36-44,-35-15,-5 5,-6 5,-7 3,42 44,-4 3,-2 4,-3 5,-1 3,-41-11,-412-161,318 154,-3 10,-3 10,-1 11,-2 10,-3 11,-108 1,-250 24,-207 54,446-46,-22-15,-160 3,-44 8,42 36,343-25,-718 85,792-91,1 6,1 6,2 5,1 5,-28 18,70-20,1 4,-16 15,52-23,1 2,2 1,1 3,2 1,2 2,2 1,1 2,3 2,1 0,3 2,1 1,3 2,-5 20,-217 466,226-493,3 2,1 0,2 1,2 0,-2 31,0 1,-4-2,-2 0,-5 0,-4 2,8-31,1 1,3 1,2 0,2 2,3-1,-1 23,8 91,-9 87,9-236,-7 34,2 0,2 1,3-1,2 1,2 0,2-1,3 4,1-17,8 33,-3 1,-4 0,-2 6,1 292,-1-170,9 83,-8-224,1-8,-3 1,-1-1,-3 1,-4 31,-49 222,50-297,0-4,0 0,0 0,0 0,1 0,-1 0,1 0,0 0,0 1,0-1,0 0,1 0,-1 0,1 0,0 0,0 0,0 0,0 0,0 0,1 0,6 1</inkml:trace>
  <inkml:trace contextRef="#ctx0" brushRef="#br1" timeOffset="101762.942">14759 3023,'37'89,"-18"-40,2 0,2-1,2-2,8 10,-25-46,-1 1,2-1,-1-1,1 0,1 0,0 0,0-1,1-1,-9-5,1 0,0 0,0-1,0 1,0-1,0 0,0 0,1 0,-1 0,0-1,0 1,1-1,-1 0,0 0,1 0,-1 0,0 0,1-1,-1 0,0 1,0-1,0 0,0-1,0 1,0-1,0 1,0-1,0 0,0 0,-1 0,1 0,-1 0,1-2,8-10,-1-1,0 0,-2-1,1 0,-2-1,0 0,-1 0,-1 0,0-1,-1-1,-3 13,29-118,-24 88,1 0,2 0,2 0,1 1,1 1,2 0,2 1,1 1,1 1,8-8,16-7</inkml:trace>
  <inkml:trace contextRef="#ctx0" brushRef="#br1" timeOffset="103503.438">16871 256,'-689'-14,"-503"-28,61-50,744 57,-872-29,-73 55,1154 9,-1597 44,1317-28,-738 55,870-48,-565 55,705-54,0 8,3 9,1 7,2 8,4 9,-148 75,282-120,1 2,1 1,1 2,1 2,1 2,1 1,2 2,1 1,2 1,1 2,2 1,1 1,2 3,-1 5,3 2,2 1,2 1,2 1,2 0,3 1,2 0,2 1,2 0,3 0,2 0,3 1,2-1,9 47,23 32,5-2,5-2,7-2,25 38,-73-154,50 106,6-3,4-2,67 84,18-2,128 181,-196-247,-21-27,5-3,5-3,71 74,14-21,-95-93,-1 3,-4 2,-2 3,18 29,-47-53,-3 1,0 1,-3 1,3 11,-18-41</inkml:trace>
  <inkml:trace contextRef="#ctx0" brushRef="#br1" timeOffset="104017.089">4319 3102,'21'30,"3"-1,0-1,1-1,2-2,1 0,1-2,1-1,0-2,2 0,0-3,1 0,1-2,1-2,32 9,39-10,-103-13,1 1,-1-1,0 1,1-1,-1 0,0 0,1 0,-1-1,0 1,0-1,0 0,0 0,-1 0,1 0,0 0,-1 0,1-1,-1 1,0-1,0 0,0 0,0 0,-1 0,1 0,-1 0,1 0,-1 0,0-1,0-1,1-10,-1 0,-1-1,0 1,-1 0,0-1,-1 1,-1 0,-1 0,0 0,-1 1,0-2,-99-244,66 175,5-1,-12-49,34 93</inkml:trace>
  <inkml:trace contextRef="#ctx0" brushRef="#br1" timeOffset="132692.53">22219 9534,'-7'-55,"8"53,0 0,0 0,0 0,1 1,-1-1,1 0,-1 0,1 1,-1-1,1 1,0 0,0 0,0-1,-1 1,1 0,0 0,0 1,1-1,-1 0,0 1,0-1,0 1,0 0,1-1,-1 1,0 0,0 1,0-1,1 0,-1 1,7-2,365-18,19-20,-341 28,-65 9,-623 23,848-29,-86 2,0 5,59 9,-139-2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3T15:16:12.3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742 429,'141'19,"2"-7,-1-6,10-7,-80 5,-71-3,0 0,-1 0,0 0,1 0,-1 0,0 0,1 0,-1 0,0 0,0 0,0 0,0 1,0-1,0 0,0 0,0 0,0 0,-1 0,1 0,0 0,-1 0,1 0,-1 0,1 0,-1 0,1-1,-1 1,1 0,-1 0,0 0,0-1,0 1,-1 4,-19 32,2 1,2 1,1 0,2 1,2 1,2 0,0 6,-9 234,14-141,5-127,0-1,0 1,-1-1,-1 1,0-1,-1 0,0 0,-1 0,0 0,-1 0,0-1,-1 0,0 0,-1-1,0 1,-1-1,0-1,-6 6,-11 0</inkml:trace>
  <inkml:trace contextRef="#ctx0" brushRef="#br0" timeOffset="256.315">875 991,'-2'-7,"6"-2,13-2,19 1,20 0,19-1,15 2,13 0,7-1,0-1,-7-1,-20 2</inkml:trace>
  <inkml:trace contextRef="#ctx0" brushRef="#br0" timeOffset="621.661">1998 456,'-6'115,"-5"0,-5 0,-5-1,-6-2,-6 8,12-27,22-91,0 0,-1-1,1 1,0-1,0 1,0-1,0 1,0-1,0 1,1-1,-1 0,0 0,1 0,-1 0,1 0,-1 0,1 0,-1 0,1 0,0-1,-1 1,1-1,0 1,0-1,-1 0,1 1,0-1,0 0,0 0,-1 0,1-1,0 1,0 0,-1-1,1 1,1-1,5 0,95-5,-1-5,29-9,-78 11,43-7,-63 9</inkml:trace>
  <inkml:trace contextRef="#ctx0" brushRef="#br0" timeOffset="870.994">2319 924,'-2'22,"-3"22,-1 22,0 17,2 15,4 12,4 11,1 11,0-17</inkml:trace>
  <inkml:trace contextRef="#ctx0" brushRef="#br0" timeOffset="2667.219">341 15,'0'0,"0"-1,0 0,-1 1,1-1,0 1,0-1,0 0,0 1,0-1,-1 1,1-1,0 1,0-1,-1 1,1-1,-1 1,1-1,0 1,-1-1,1 1,-1 0,1-1,-1 1,1 0,-1-1,1 1,-1 0,1-1,-1 1,1 0,-1 0,0 0,1 0,-1 0,1 0,-1 0,0 0,1 0,-1 0,1 0,-1 0,0 0,1 0,-1 0,1 1,-1-1,1 0,-1 0,1 1,-1-1,1 0,-1 1,1-1,-1 0,1 1,-1-1,1 1,0-1,-1 1,1-1,0 1,-1-1,1 1,0-1,0 1,0 0,-16 44,-49 355,-6 16,2-25,17 3,17 3,31-347,3 1,1 0,2-1,3 1,2-1,14 49,-21-95,1-1,0 1,0 0,1 0,-1-1,1 1,0-1,-1 0,2 1,-1-1,0 0,1 0,-1 0,1 0,0-1,0 1,0-1,0 0,0 0,1 0,-1 0,1 0,-1-1,1 1,0-1,-1 0,1 0,0-1,0 1,0-1,0 0,0 0,-1 0,5-1,178-45,-44 24,0 5,1 7,100 7,-210 3,707-2,471-9,-913-1,-275 8,-30-5,-19 1</inkml:trace>
  <inkml:trace contextRef="#ctx0" brushRef="#br0" timeOffset="3702.453">207 28,'25'-8,"363"3,1299 31,-650 29,-927-46,-108-9,1 1,0-1,-1 0,1 1,-1 0,0-1,1 1,-1 0,1 0,-1 0,0 1,0-1,0 1,0-1,0 1,0 0,0-1,0 1,-1 0,1 0,-1 0,1 0,-1 1,0-1,0 0,0 1,0-1,0 0,0 2,60 124,-54-89,-2 0,-2 0,-1 1,-2-1,-2 1,-1-1,-2 0,-5 15,7-37,-39 257,-41 341,69-462,6 1,7-1,6 1,24 133,-13-217,-16-70,0 0,-1 0,1 1,0-1,0 0,0 1,0-1,0 0,0 0,0 1,0-1,0 0,0 1,0-1,0 0,0 1,0-1,0 0,0 0,0 1,1-1,-1 0,0 0,0 1,0-1,0 0,1 0,-1 1,0-1,0 0,0 0,1 0,-1 1,0-1,0 0,1 0,-1 0,0 0,0 0,1 1,-1-1,0 0,1 0,-1 0,0 0,0 0,1 0,-1 0,0 0,1 0,-1 0,0 0,1 0,-1 0,0-1,0 1,1 0,-1 0,0 0,0 0,1 0,-1-1,0 1,0 0,1 0,-1 0,0-1,3-10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13.67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81,'542'-42,"31"3,2318 40,-2515 13,-356-15,0 1,0 1,1 1,-1 1,0 1,8 3,-23 0,-14-5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14.39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115 3,'0'0,"-1"0,1-1,0 1,-1 0,1 0,-1 0,1-1,-1 1,1 0,-1 0,1 0,-1 0,1 0,-1 0,1 0,-1 0,1 0,-1 0,1 0,-1 0,1 0,-1 0,1 1,-1-1,1 0,-1 0,1 0,0 1,-1-1,1 0,-1 1,1-1,0 0,-1 1,1-1,0 1,-1-1,1 0,0 1,0-1,-1 1,1-1,0 1,0-1,0 1,0-1,0 1,0-1,0 1,-1-1,1 1,1-1,-1 1,0-1,0 1,0-1,0 1,0-1,0 1,0-1,1 0,-1 1,0-1,0 1,1-1,-1 1,0-1,1 0,-1 1,30 27,-28-27,96 72,4-5,66 32,-150-90,-7-5,0 1,-1 0,0 0,0 1,-1 1,1-1,-2 2,7 6,-14-14,0 1,0 0,0 0,0 0,0 0,0 0,-1 0,1 0,-1 0,1 0,-1 1,0-1,0 0,0 0,0 0,0 0,0 1,-1-1,1 0,-1 0,1 0,-1 0,0 0,0 0,0 0,0 0,0 0,0-1,0 1,-1 0,0 1,-12 12,-1 0,0-1,-1 0,0-2,-1 1,-1-2,-1 0,11-5,-292 164,131-84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15.40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14 0,'2'11,"2"11,-1 9,-1 7,0 7,-1 5,-3 2,-3 3,-1-2,1-6,0-5,3-9,0-9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15.69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0,'5'16,"1"12,0 10,-3 6,-5 2,-2 0,-1-3,2-5,0-6,1-6,4-8,3-7,0-5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15.95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0,'20'14,"14"8,8 4,3 1,2 1,-4-2,-4-3,-6-4,-7-4,-8-3,-4-4,-5-3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16.23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24,'0'-9,"0"-1,0 6,0 10,0 16,0 16,0 14,0 15,2 9,4 6,0 0,-1-14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19.65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1465 1485,'-20'10,"18"-8,0 0,0 0,-1 0,1 0,-1 0,0 0,1-1,-1 1,0-1,0 0,0 0,0 0,0 0,0 0,0-1,0 0,0 1,-1-1,1 0,0 0,0-1,0 1,0-1,0 1,0-1,0 0,0 0,0 0,0-1,0 1,0-1,1 0,-1 1,1-1,-1 0,1-1,0 1,-2-2,-5-16,1-1,1 1,0-1,2-1,0 1,2-1,0 1,2-1,0-8,0 12,-7-110,6-1,6 1,5-1,6 1,5 1,32-106,-40 192,27-134,-39 174,1 0,-1 0,1 0,-1 0,0 0,0 0,0-1,0 1,0 0,0 0,0 0,0 0,0 0,0 0,0 0,-1 0,1 0,0 0,-1 0,1 0,-1 0,1 0,-1 0,1 0,-1 1,0-1,0 0,1 0,-1 1,0-1,0 0,0 1,0-1,1 1,-1-1,0 1,0-1,0 1,0 0,0-1,0 1,0 0,-1 0,1 0,0 0,0 0,0 0,0 0,0 0,0 0,0 1,0-1,0 0,0 1,0-1,0 0,0 1,0 0,-135 40,-160-22,267-18,-579-10,583 8,-31-2,0 2,0 3,1 2,-17 5,72-9,0 0,1 0,-1 0,0 0,1 1,-1-1,0 0,1 0,-1 1,0-1,0 0,1 0,-1 1,0-1,0 0,1 1,-1-1,0 0,0 1,0-1,0 1,0-1,0 0,1 1,-1-1,0 1,0-1,0 0,0 1,0-1,-1 0,1 1,0-1,0 1,0-1,0 0,0 1,0-1,-1 0,1 1,0-1,0 0,0 1,-1-1,1 0,0 1,-1-1,1 0,0 0,0 1,-1-1,1 0,0 0,-1 0,1 0,-1 1,1-1,10 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20.49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1 393,'10'-44,"1"0,3 0,1 1,2 1,22-37,-3 2,-25 57,-4 24,-5 38,-5 450,-4-370,1-73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20.77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0,'14'0,"11"0,8 0,6 3,5 0,1-1,1 1,1-2,0 0,-4-2,-10-2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21.10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186 0,'-7'21,"-9"20,-10 19,-13 17,-11 12,3-9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21.72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0 238,'0'-19,"0"-9,0-4,0 0,0 1,0 3,0 4,0 4,2 6,4 4,2 12,4 11,6 16,5 16,7 19,2 18,-2 17,-6-9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36.73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126 40,'341'-26,"-224"13,-100 12,-44 10,-521 101,523-103,41 1,44 0,0-3,1-3,34-4,82 4,-84 9,-89-11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40.91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43 4969,'-2'-471,"-35"112,34 278,4 0,3-1,4 1,5-11,8-57,-7-1,-4-84,2 22,-4 118,-4-1,-4 0,-6-26,-43-244,41 213,5 0,12-69,-8 207,2-668,-3-304,-5 1015,0-10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43.06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187 4746,'-1'-1,"0"0,-1 0,1 0,0-1,0 1,0 0,1-1,-1 1,0-1,0 1,1-1,-1 0,1 1,-1-1,1 1,0-1,0 0,0 0,0 1,0-1,0 0,0 1,0-1,0 0,-15-241,-96-643,93 745,6-1,5-107,1-100,1 192,7 0,18-119,13-35,-7-247,-55-163,22 516,1-67,17 237,-3 30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4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250 4856,'-45'37,"45"-37,-1-1,1 1,-1 0,1 0,-1 0,1 0,0 0,-1 0,1-1,-1 1,1 0,-1 0,1-1,0 1,-1 0,1-1,0 1,-1 0,1-1,0 1,-1 0,1-1,0 1,0-1,0 1,-1-1,1 1,0 0,0-1,0 1,0-1,0 1,0-1,0 1,0-1,0 1,0-1,0 1,0-1,0 1,0-1,0 1,0 0,1-1,-1 1,0-1,0 1,1-1,-1 1,0-1,12-277,-18-183,-1 110,9 17,17-38,-5 182,-9 0,-9 0,-9-20,-68-543,57 533,-54-210,69 398,1 0,2 0,1-1,1 0,2 0,1 0,2 0,1 1,1-1,2 0,3-7,19-35,-18 55,-2 0,0-1,-1 0,-1-1,-1 1,0-8,-3-1,-2 0,-1 0,-1 0,-2 0,-5-16,7 26,3 18,1 0,-1 1,0-1,-1 0,1 0,0 0,0 0,-1 0,1 0,-1 1,0-1,1 0,-1 0,0 1,0-1,0 0,0 1,0-1,-1 1,1 0,0-1,-1 1,1 0,-1 0,1 0,-1 0,0 0,1 0,-1 0,0 0,0 0,-15-1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46.8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428 5087,'-11'-464,"-64"-417,-34 24,79 311,14 160,-76-454,71 372,7 324,-33-139,44 267,-7-185,10 234,0-11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48.0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18 56,'-17'-7,"25"28,1-12,1 0,0-1,1 0,0-1,0 0,0-1,1 0,0-1,0 0,1-1,-1 0,1-1,0 0,0-1,0-1,0 0,0 0,0-2,1 1,-1-2,0 0,0 0,6-3,-11 3,0 0,0 0,0-1,0 0,0 0,-1-1,0 0,0 0,0-1,0 0,0 0,-1 0,0-1,0 0,-1 0,0-1,0 0,0 0,-1 0,0 0,3-7,-7 12,0 1,-1-1,1 1,0-1,-1 1,1 0,-1-1,1 1,-1 0,0-1,1 1,-1 0,0 0,0-1,0 1,0 0,0 0,0 0,0 0,0 1,-1-1,1 0,0 0,-1 1,1-1,0 1,-1-1,1 1,0-1,-1 1,1 0,-1 0,1 0,-1-1,1 2,-1-1,1 0,-1 0,1 0,0 1,-1-1,1 1,-1-1,1 1,0-1,-1 1,1 0,0 0,0-1,0 1,0 0,-1 0,1 0,1 1,-1-1,0 0,0 0,0 0,0 2,-6 7,1 0,0 0,1 1,0 0,0 0,2 1,-1-1,1 1,1-1,0 1,1 0,0 3,-40 408,-30-144,48-204,16-53,8-22,-1-1,0 1,0 0,0 0,0 0,0-1,0 1,0 0,0 0,0-1,0 1,0 0,0 0,0 0,0-1,0 1,0 0,0 0,0-1,0 1,0 0,0 0,0 0,0-1,0 1,0 0,0 0,-1 0,1-1,0 1,0 0,0 0,0 0,-1 0,1 0,0-1,0 1,0 0,-1 0,1 0,0 0,0 0,0 0,-1 0,1 0,0 0,0 0,-1 0,1 0,0 0,0 0,0 0,-1 0,1 0,0 0,0 0,-1 0,1 0,0 0,0 0,0 0,-1 0,1 0,0 1,0-2,-3-18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48.34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32 164,'-13'-4,"-1"-5,10 0,16-1,20 0,18-5,17-2,10-2,4 0,-6 4,-8 1,-13 4,-14 4,-12 2,-9 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48.58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24,'16'2,"17"1,14-3,12-3,6-3,1-1,-7 0,-11 2,-13 4,-13 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48.74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44,'18'7,"20"2,17-3,17-6,13-9,7-6,2-6,-15 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49.15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104 188,'-5'1,"-1"0,1 1,0 0,0 0,0 0,0 1,0-1,0 1,0 1,1-1,0 1,-1-1,1 1,1 0,-1 1,0-1,1 1,0-1,0 1,1 0,-1 0,1 0,0 1,0-1,1 0,0 1,-1 3,2-2,-1 0,1 0,1 0,-1 0,1 0,1 0,-1 0,1 0,0-1,1 1,-1 0,1-1,1 0,-1 0,1 0,0 0,1 0,-1-1,1 0,0 0,0 0,1-1,-1 1,2-1,4 4,0-1,1 0,-1-1,2 0,-1-1,1 0,0-1,0 0,0-1,0-1,0 0,5 0,-9-3,0 1,0-1,0 0,0-1,-1 0,1 0,-1-1,1 0,-1 0,0-1,0 0,0-1,-1 0,0 0,0 0,0-1,0 0,-1-1,0 1,0-1,-1 0,0-1,0 1,-1-1,0 0,0 0,0-3,3-3,-2-1,0 1,-1-1,-1-1,0 1,-1 0,0-1,-1 1,-1-1,-1 1,0-1,-1 1,0 0,-1-1,-3-6,3 15,1 0,-1 0,0 0,0 1,-1-1,0 1,0 0,-1 0,0 0,0 0,0 1,0 0,-1 0,0 1,0-1,0 1,-1 0,1 1,-1 0,0 0,0 0,0 1,0 0,0 0,-1 1,1 0,-1 0,1 1,0 0,-1 0,1 0,-1 1,1 1,0-1,-1 1,-1 1,2 0,0 1,0 0,0 1,1 0,0 0,-1 0,2 1,-1-1,1 1,0 1,0-1,0 1,1 0,0 0,1 0,0 0,0 1,0-1,1 1,0 0,0 0,1 0,0 0,1 0,-1 0,2 0,-1 0,1 0,0 0,1 0,0 0,0-1,0 1,1-1,2 4,17 29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49.45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68 321,'0'-294,"-2"268,2 26,0 0,0 1,-1-1,1 0,0 1,0-1,0 0,0 1,0-1,0 0,0 1,-1-1,1 0,0 0,0 1,0-1,-1 0,1 0,0 1,0-1,-1 0,1 0,0 0,-1 0,1 1,0-1,0 0,-1 0,1 0,0 0,-1 0,1 0,0 0,-1 0,1 0,0 0,-1 0,1 0,0 0,-1 0,1 0,0 0,-1 0,1 0,0 0,-1-1,1 1,0 0,0 0,-1 0,1-1,0 1,-1 0,-8 32,0 1,2 0,2 0,-1 30,4-45,-4 25,2 1,1 0,3-1,2 1,1 0,9 41,-2-55,0-8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49.7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12 273,'0'-39,"-2"13,2 1,1-1,0 0,2 1,1 0,2 0,0 0,3-6,-9 32,1-1,-1 0,0 0,0 0,0 1,1-1,-1 0,0 0,0 0,1 0,-1 1,0-1,0 0,1 0,-1 0,0 0,1 0,-1 0,0 0,0 0,1 0,-1 0,0 0,1 0,-1 0,0 0,1 0,-1 0,0 0,0 0,1-1,-1 1,0 0,-31 172,25-147,1 1,2 0,1-1,0 1,2 0,1 0,1 0,2-1,0 1,1-1,2 0,1 0,8 4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6:50.07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0 364,'12'-281,"-5"210,-4 60,-1 16,-1 22,15 328,-15-192,-7-95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02.32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1,'150'20,"-58"-15,1-4,51-8,5 1,-109-2,-35 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02.84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11,'0'-1,"1"-9,1 23,23 224,-19-143,5-1,4 1,18 56,-7-54,-35-120,9-5,2 16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03.18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 97,'-2'0,"3"0,7 0,6 0,8-2,6-4,8-2,7-5,3-2,1-1,-6 2,-8 1,-9 4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03.43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23,'2'4,"8"2,9 0,10-4,10-4,6-4,4-3,-3-1,-7 3,-10 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03.69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 1,'-2'7,"4"2,6 0,6-2,8-4,4-6,5-1,1-3,1 0,-4 1,-4 2,-5 1,-5 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03.88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1,'0'6,"3"4,5-2,7-1,7-2,6-2,3-3,0-2,0-4,-5 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04.16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0,'23'7,"16"2,11-2,4-5,-1-3,-5-1,-10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05.86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2219 53,'-395'8,"271"-6,-1-5,-107-18,82 1,0 8,-1 6,0 6,-69 13,1 19,-63 25,277-56,-9 2,18-5,8-1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06.69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149 1,'-4'1,"1"0,-1 1,0-1,1 1,-1 0,1 0,0 0,0 0,-1 0,1 1,1 0,-1-1,0 1,1 0,-1 0,1 1,0-1,0 0,0 1,1-1,-1 1,1 0,0 0,0-1,0 1,0 0,1 0,0 0,-1 0,2 2,-3-1,1-1,0 1,1 0,-1 0,1-1,0 1,0 0,1-1,-1 1,1 0,0-1,0 1,1 0,-1-1,1 0,0 1,0-1,1 0,-1 0,1 0,0 0,0-1,0 1,0-1,1 0,-1 0,1 0,0 0,1 0,4 0,1-1,0 0,0-1,0 0,0-1,0 0,0-1,0 1,-1-2,1 0,0 0,0 0,-1-1,1-1,-1 0,0 0,0-1,-1 0,1 0,-1-1,0 0,-1 0,1-1,-1 0,-1-1,2 0,-6 5,-1 1,1-1,-1 0,1 1,-1-1,0 0,0 0,0 0,0 0,0 0,-1 0,1 0,-1 0,0 0,0 0,0 0,0 0,0 0,-1 0,0 0,1 0,-1 0,0 0,0 0,-1 1,1-1,-1 0,1 1,-1-1,0 1,0-1,0 1,0 0,0 0,-1 0,1 0,-1 0,1 1,-1-1,-1 0,-8-4,0 1,-1 1,1 0,-1 1,1 0,-1 1,0 0,0 1,0 1,0 0,0 0,0 1,0 1,0 1,0-1,1 2,-1 0,1 0,0 1,0 1,-9 5,17-9,0 0,0 1,0-1,1 1,-1 0,1-1,-1 1,1 1,0-1,0 1,0-1,1 1,-1 0,1 0,0 0,0 0,0 0,1 0,-1 1,1-1,0 0,1 1,-1-1,1 1,-1-1,1 1,1-1,-1 1,1-1,-1 1,1-1,1 1,-1-1,0 0,1 0,0 1,0-1,0 0,1-1,0 1,-1 0,1-1,3 3,3-1,0 0,1-1,0 0,-1-1,2 0,-1 0,0-1,1 0,-1-1,1 0,-1-1,1 0,-1 0,3-2,6-1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07.32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64 48,'-5'3,"1"-1,0 1,0 0,0 0,0 1,0-1,1 1,-1-1,1 1,0 0,0 1,1-1,-1 0,1 1,0-1,0 1,0 0,1 0,0 0,0-1,0 1,0 0,1 1,0-1,0 0,0 0,1 0,-1 0,1 0,0 0,1-1,-1 1,1 0,0 0,0-1,1 1,-1-1,1 0,0 0,0 0,0 0,1 0,0-1,-1 1,1-1,0 0,1 0,2 1,-1 0,0-1,1 0,-1 0,1-1,0 0,0 0,0-1,0 0,0 0,0 0,1-1,-1 0,0 0,0-1,0 0,0 0,0-1,0 0,0 0,0-1,-1 1,1-1,-1-1,0 1,0-1,0-1,0 1,-1-1,1 0,-1 0,0 0,-1-1,0 1,0-1,0 0,0-1,-1 1,0-1,0-1,0 3,-1 1,0-1,0 0,-1 0,0-1,0 1,0 0,0 0,-1 0,0-1,0 1,0 0,-1-1,1 1,-2 0,1 0,0 0,-1 0,0 0,0 0,0 0,-1 1,1-1,-1 1,-1-1,1 1,0 0,-1 0,0 1,0-1,0 1,0 0,0 0,-1 0,0 0,0 1,-2 1,0 0,0 1,0 0,-1 1,1-1,0 1,0 1,1-1,-1 1,0 1,0-1,1 1,-1 0,1 0,0 1,0 0,1 0,-1 1,1-1,-1 1,2 0,-1 0,0 1,1 0,0 0,0 0,1 0,0 0,0 1,0-1,1 1,0 1,-7 27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08.24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0,'204'19,"64"-11,64-15,-131 2,-131 1,-53 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09.05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1 301,'132'-287,"-133"287,1 0,0-1,0 1,0-1,0 1,0 0,0-1,0 1,0-1,0 1,0 0,0-1,0 1,0-1,0 1,0 0,0-1,0 1,1-1,-1 1,0 0,0-1,0 1,1 0,-1-1,0 1,0 0,1-1,-1 1,0 0,1 0,-1-1,0 1,1 0,-1 0,0 0,1-1,-1 1,0 0,1 0,-1 0,1 0,-1 0,0 0,1 0,-1 0,1 0,-1 0,1 0,-1 0,0 0,1 0,-1 0,0 0,1 1,-1-1,1 0,-1 0,0 0,1 1,-1-1,0 0,1 0,-1 1,0-1,0 0,1 1,-1-1,0 0,0 1,4 32,-4-22,35 231,-20-163,-4 2,-4-1,-2 51,-6-97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09.46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 1,'-2'4,"6"9,9 9,11 9,13 7,10 6,6 4,0 1,-4 2,-11-9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09.96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 23,'-2'-9,"-1"-1,0 7,6 11,6 17,13 16,14 13,13 10,6 3,-5-10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17.62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162 4677,'-2'-146,"-6"0,-9-20,-61-342,50 293,10-1,8-99,18 87,34-203,-24 285,10-115,-11-1,-14-199,-7 385,3 0,4-1,3 1,4 1,10-39,6 14,-11 46,-2-1,-3 0,-2-1,0-32,-11-185,-10 354,8-34,1-1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19.10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230 4331,'-1'-63,"-3"1,-2-1,-12-45,-26-99,-12-51,11-1,-5-181,44-201,9 367,-4 98,9-1,12-39,38-202,-22 181,13-16,-32 170,-5-2,-3 1,-4-1,-4-23,-1 107,0 0,-1 0,1 0,0 0,0 0,0-1,0 1,0 0,0 0,0 0,0 0,1 0,-1 0,0 0,1 0,-1 0,0 0,1 0,-1 0,1 0,0 0,-1 0,1 0,0 0,-1 1,1-1,0 0,0 0,0 1,0-1,0 1,0-1,0 1,0-1,0 1,0-1,0 1,0 0,0 0,0 0,0-1,0 1,0 0,0 0,0 0,1 1,-1-1,0 0,0 0,0 1,0-1,15 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20.47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78 4542,'-53'-475,"29"-67,24-1,25-18,15-342,-12 291,-3-148,-36 649,10 109,1 1,-1 1,1-1,-1 0,1 1,-1-1,1 0,-1 1,1-1,0 0,0 0,-1 1,1-1,0 0,0 0,0 0,0 0,0 1,0-1,0 0,0 0,0 0,0 1,0-1,0 0,1 0,-1 0,0 1,0-1,1 0,-1 0,1 1,-1-1,1 0,-1 1,1-1,-1 1,1-1,0 0,-1 1,1-1,0 1,-1 0,1-1,0 1,0 0,-1-1,1 1,0 0,0 0,0-1,-1 1,2 0,78 13,-62-9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21.80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145 4683,'-14'-170,"-21"-287,-18-235,33-567,30 1071,3-48,-11 0,-13-53,-1 157,-1 23,5-1,5 0,4 0,9-40,13 15,-11 76,-3 0,-3 0,-1-37,-5 92,0 4,-1-1,1 1,0-1,-1 1,1-1,0 1,0-1,-1 0,1 1,0-1,0 1,0-1,0 0,0 1,0-1,0 1,0-1,0 0,0 1,0-1,0 0,1 1,-1-1,0 1,0-1,1 1,-1-1,0 1,1-1,-1 1,0-1,1 1,-1-1,1 1,-1-1,1 1,-1 0,1-1,-1 1,1 0,-1-1,1 1,0 0,-1 0,1 0,-1-1,1 1,0 0,-1 0,1 0,-1 0,1 0,0 0,-1 0,1 0,0 1,-1-1,1 0,-1 0,1 0,12 7,-1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22.96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61 18,'1'-2,"0"2,-1-1,0 0,0 0,0 1,0-1,1 0,-1 1,0-1,1 0,-1 1,0-1,1 0,-1 1,1-1,-1 1,1-1,-1 1,1-1,0 1,-1-1,1 1,0 0,-1-1,1 1,0 0,-1-1,1 1,0 0,-1 0,1 0,0 0,0 0,-1 0,1 0,0 0,0 0,-1 0,1 0,0 0,0 0,-1 1,1-1,0 0,-1 0,1 1,0-1,-1 1,1-1,0 0,-1 1,1-1,0 2,1 8,0 0,0 0,-1 1,-1-1,1 0,-2 1,1-1,-1 1,-1-1,0 0,-1 0,-1 5,-76 221,80-235,-1 0,0 0,0 1,0-1,1 1,-1-1,1 1,-1-1,1 1,-1-1,1 1,0 0,0-1,0 1,0 0,0-1,0 1,0 0,0-1,1 1,-1-1,1 1,-1-1,1 1,0-1,-1 1,1-1,0 1,0-1,0 0,0 1,0-1,0 0,0 0,1 0,-1 0,2 1,6-1,0-1,1 0,-1 0,0-1,0-1,1 1,-1-1,0-1,0 1,-1-2,9-3,-7 4,24-9,92-43,-123 51,0 1,0-1,-1 1,1-1,-1 0,0 0,0 0,0-1,-1 1,1 0,-1-1,0 1,0-1,-1 1,1-1,-1 1,0-1,0 1,-1-1,0 0,1 1,-1 0,-1-1,1 1,0 0,-1-1,0 1,-2-3,4 7,0 0,-1 1,1-1,0 0,0 0,0 0,-1 1,1-1,0 0,0 0,0 0,-1 1,1-1,0 0,0 0,-1 0,1 0,0 0,-1 0,1 0,0 1,0-1,-1 0,1 0,0 0,-1 0,1 0,0 0,0-1,-1 1,1 0,0 0,-1 0,1 0,0 0,0 0,-1 0,1 0,0-1,0 1,-1 0,1 0,0 0,0-1,0 1,-1 0,1 0,0-1,0 1,0 0,0 0,0-1,-1 1,1 0,0 0,0-1,0 1,0 0,-3 28,3-26,-8 283,2-86,5-152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23.24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28,'16'-2,"14"-1,11-2,8-1,5 2,-3 0,-7 2,-12 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23.50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57,'20'2,"19"1,16-2,9-6,9-5,0-5,-3-2,-13 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23.89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83 119,'-9'11,"2"0,-1 0,2 1,-1 0,2 1,0-1,0 1,1 0,1 0,0 1,0-1,2 1,0-1,0 9,1-16,1 0,0 1,0-1,1 0,0 0,0 0,0-1,0 1,1 0,0-1,0 1,1-1,0 0,0 0,0-1,0 1,1-1,-1 0,1 0,0 0,0-1,1 0,-1 0,2 1,3 1,0-1,1 0,0 0,-1-1,1 0,0-1,1 0,-1-1,0 0,0 0,1-2,-1 1,2-2,-6 1,0-1,0 0,0-1,0 0,0 0,0 0,-1-1,1 0,-1 0,0-1,-1 0,1 0,-1 0,0-1,0 1,0-1,-1 0,0-1,0 1,-1-1,1 0,1-5,0-1,-1 0,0-1,-1 1,0-1,-1 1,0-1,-1 0,-1 0,0 0,-1 0,-1 1,0-2,0 5,-1 0,-1 0,1 0,-1 1,-1-1,0 1,0 0,-1 0,0 0,-1 1,1 0,-2 1,1-1,-1 1,-7-5,10 8,-1 0,0 1,0 0,0 0,0 0,0 0,-1 1,1 0,-1 1,1-1,-1 1,0 0,1 1,-1 0,0 0,0 0,1 1,-1 0,0 0,1 1,-1 0,1 0,0 0,-1 1,1 0,-5 5,0 0,1 1,0 0,1 0,0 1,0 1,1-1,0 1,1 1,0-1,1 1,0 0,1 1,1 0,0-1,0 1,1 0,1 3,-7 29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24.49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0 336,'20'-92,"-4"0,2-60,-30 312,10-105,-1-3,2 0,3 0,1 0,3 0,3 1,-1-21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25.17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92 145,'-7'10,"1"0,0 1,0 0,1 0,1 1,0-1,1 1,0 0,0 0,1 0,1 0,0 0,1 1,0-1,1 0,0 0,1 0,3 11,-3-19,0 1,0-1,1 0,-1 0,1 0,0-1,0 1,0 0,1-1,-1 0,1 0,0 0,0 0,0-1,0 0,0 1,0-1,1-1,-1 1,1-1,-1 0,1 0,0 0,-1 0,1-1,0 0,0 0,-1 0,1 0,0-1,0 0,5 0,-1-1,0 0,0-1,0 0,-1 0,1 0,-1-1,0-1,0 0,0 0,0 0,-1-1,0 0,0 0,4-6,-5 2,0-1,-2 1,1-1,-1 0,-1 0,0 0,-1 0,0-1,0 1,-1-1,-1 1,0-1,0 0,-1 1,-1-1,0 1,-1 0,0 0,0 0,-1 0,-1 0,0 1,0-1,-1 1,0 1,-1-1,0 1,0 0,-6-4,9 9,0-1,0 2,0-1,-1 0,0 1,0 0,0 0,0 0,0 1,0 0,-1 0,1 0,-1 0,1 1,-1 0,0 0,1 1,-1 0,0 0,0 0,1 0,-1 1,0 0,1 0,-1 1,1-1,-1 1,1 1,0-1,0 1,0-1,0 2,0-1,1 0,-1 1,1 0,-3 3,-1 3,0-1,1 1,1 0,-1 1,2-1,0 1,0 0,1 1,0-1,1 1,0-1,1 1,0 0,1 0,0 0,1 0,1 6,0-14,-1 0,1 0,1 0,-1-1,0 1,1 0,0-1,0 1,0-1,0 0,0 0,1 0,0 0,-1 0,1 0,2 1,21 13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25.5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1 313,'196'145,"-193"-143,-1 0,1 0,0-1,0 1,0-1,0 0,0 0,0 0,0 0,0-1,1 1,-1-1,0 1,0-1,1 0,-1-1,0 1,0-1,0 1,1-1,-1 0,0 0,0 0,0 0,0-1,-1 1,1-1,0 0,0 0,-1 0,1 0,-1 0,0-1,0 1,1-2,7-9,-1-2,-1 1,0-1,-1-1,-1 1,0-1,-1-1,-1 1,0 0,-2-1,0 0,0 0,-2 0,0 0,-1 1,0-1,-3-10,4 21,-1 0,0-1,0 1,0 0,-1-1,0 1,0 0,0 0,-1 0,0 1,0-1,0 1,-1-1,0 1,0 0,0 1,-1-1,0 1,1-1,-1 1,-1 1,1-1,-1 1,1 0,-1 0,0 1,0 0,0 0,0 0,-1 0,1 1,0 0,-1 1,1-1,-1 1,1 1,-5 0,-107 46,56-14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38.91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1399,'56'-466,"-41"385,-3 0,-5 0,-2-13,-5 39,-1-12,3 0,3 0,11-55,33-63,-42 152,-6 40,-1 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41.35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0 215,'15'-10,"1"0,0 1,0 1,0 1,1 0,1 1,-1 0,1 2,0 0,14-1,185-2,-206 7,556 10,-6-42,-1-33,-375 51,152 10,-271 5,479-29,-142 29,-227 13,-50-15,-135-1,-5-1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42.18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1 319,'192'-316,"-192"317,0-1,0 0,0 1,0-1,0 0,1 0,-1 0,0 1,0-1,0 0,1 0,-1 0,0 1,0-1,1 0,-1 0,0 0,0 0,1 0,-1 1,0-1,0 0,1 0,-1 0,0 0,1 0,-1 0,0 0,0 0,1 0,-1 0,0 0,1 0,-1 0,0-1,0 1,1 0,-1 0,0 0,0 0,1 0,-1-1,0 1,0 0,0 0,1 0,-1-1,0 1,0 0,0 0,1 0,-1-1,0 1,0 0,0 0,0-1,0 1,0 0,0-1,0 1,0 0,0 0,0-1,0 1,0 0,0-1,3 30,-2-18,9 61,-1-21,-3 1,-1 0,-3 1,-2-1,-3 0,-3 11,-3-19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42.42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0,'14'0,"13"3,11 0,11-1,8 1,6-4,-1-3,-11-1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43.84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98,'206'-5,"29"-13,657-31,-759 42,1 6,52 8,-18 0,-168-7,1 0,-1 0,1 0,-1 0,1 0,0 0,-1 0,1 0,-1 0,1 0,-1 0,1 0,-1-1,1 1,-1 0,1 0,-1 0,1-1,-1 1,1 0,-1-1,1 1,-1 0,1-1,-1 1,0-1,1 1,-1-1,0 1,1 0,-1-1,0 1,0-1,1 0,-1 1,0-1,0 1,0-1,0 1,0-1,0 1,0-1,0 0,0 1,0-1,0 1,0-1,0 1,0-1,-1 1,1-1,0 1,0-1,-1 1,1-1,0 1,0-1,-1 1,1-1,-1 1,1 0,0-1,-1 1,1 0,-1-1,1 1,-1 0,0-1,-9-6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45.45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105 24,'-8'10,"0"-1,1 1,0 0,1 0,0 1,0 0,1 0,1 0,0 1,1 0,0 0,0-1,1 2,1-1,0 2,1-11,1 0,-1 1,1-1,0 1,-1-1,2 0,-1 0,0 1,1-1,-1 0,1 0,0-1,0 1,0 0,0 0,1-1,-1 0,1 1,0-1,-1 0,1 0,0 0,0-1,0 1,0-1,1 0,-1 1,0-1,0-1,1 1,-1 0,1-1,0 0,6 1,-1 0,0-1,1-1,-1 0,1 0,-1 0,0-1,0-1,0 1,0-2,7-3,-5 2,-1-1,0-1,0 0,-1 0,0-1,0 0,-1-1,0 1,0-2,-5 6,0 0,0 0,0 0,-1 0,1-1,-1 1,0-1,0 0,-1 1,0-1,1 0,-2 0,1 0,0 0,-1 0,0 0,0 0,-1 0,1 0,-1 0,0 0,-2-3,1 3,0 1,-1-1,1 1,-1 0,0 0,0 0,-1 1,1-1,-1 1,0-1,0 1,0 1,0-1,0 0,-1 1,1 0,-1 0,0 0,0 1,1-1,-1 1,0 0,-3 1,-1-2,-1 1,0 1,1 0,-1 0,0 1,1 0,-1 1,1 0,-1 0,1 1,-7 3,8-2,-1 0,2 1,-1 0,0 1,1-1,0 1,0 1,1-1,0 1,0 0,1 1,-1 0,2-1,-1 1,1 1,0-1,1 1,0-1,0 1,1 0,0 0,1 0,-1 1,2-1,0 0,0 0,0 0,1 1,1-1,-1 0,2-4,-1 0,1 0,0 0,0-1,0 1,1-1,-1 0,1 0,0 0,0 0,1-1,-1 1,1-1,0 0,-1-1,1 1,1-1,-1 0,0 0,0 0,1-1,-1 0,1 0,2 0,7 0,1 1,0-2,-1 0,1-1,-1-1,1 0,-1-1,5-2,-10 2,1 0,-1-1,1-1,-1 0,0 0,-1-1,0 0,0-1,0 0,0 0,-1-1,2-2,-7 6,0 0,0 0,0 0,0-1,-1 1,1-1,-1 1,0-1,-1 0,1 0,-1 0,0 0,0 0,0 0,-1 0,0 0,0 0,0 0,-1 0,1 0,-1 0,0 0,-1 0,1 0,-1 0,0 0,-2-3,-1 2,1-1,-1 0,0 1,-1 0,0 1,0-1,0 1,0 0,-1 0,0 1,0 0,0 0,0 1,-1 0,1 0,-1 0,0 1,0 1,0-1,0 1,0 0,0 1,0 0,0 0,0 1,0 0,0 1,0-1,0 2,0-1,1 1,-1 0,1 0,0 1,0 0,0 0,0 1,1 0,-1 0,1 1,0 1,4-6,1 0,0 0,0 0,0 0,0 0,0 0,0 1,0-1,0 0,1 1,-1-1,0 0,1 1,-1-1,1 1,-1-1,1 1,0-1,0 1,0 0,0-1,0 1,0-1,0 1,0-1,1 1,-1-1,0 1,1-1,0 1,-1-1,1 1,0-1,-1 0,1 0,0 1,0-1,0 0,0 0,1 0,-1 0,0 0,0 0,1 0,-1 0,0 0,1-1,0 1,6 1,0 0,0-1,0-1,1 1,-1-1,0 0,0-1,0 0,0 0,0-1,2-1,33-48,-27 47,1 0,0 1,0 1,-1 1,1 0,17 2,-2-1,553-6,-404 1,-179 5,-1-1,0 1,0 0,0 0,1 0,-1 0,0 0,0 0,1 0,-1 0,0 0,0 1,0-1,1 0,-1 1,0-1,0 1,0 0,0-1,0 1,0 0,0-1,0 1,0 0,0 0,-1 0,1 0,0 0,0 0,-1 0,1 0,-1 0,1 0,-1 0,1 1,-1-1,0 0,1 0,-1 0,0 1,0-1,0 0,0 0,0 1,0-1,-1 0,1 0,0 0,0 1,-1-1,1 0,-1 0,1 0,-1 0,0 0,1 0,-1 1,-29 83,5 1,3 2,4 0,1 26,17-75,0-38,0-1,1 0,-1 0,1 0,-1 0,0 0,1 1,-1-1,1 0,-1 0,1 0,-1 0,0 0,1 0,-1 0,1 0,-1 0,1-1,-1 1,0 0,1 0,-1 0,1 0,-1-1,0 1,1 0,-1 0,0-1,1 1,-1 0,0-1,1 1,-1 0,0-1,0 1,1 0,-1-1,0 1,0 0,0-1,0 1,1-1,-1 1,0-1,0 1,0 0,0-1,0 1,0-1,0 1,0-1,0 1,0 0,-1-1,1 1,0-1,0 1,33-128,-29 103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47.19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214 93,'-5'-1,"0"1,-1 0,1 0,0 1,-1 0,1 0,0 0,0 1,0-1,0 1,0 0,0 1,0-1,1 1,-1 0,1 0,0 0,0 1,0 0,0-1,1 1,-1 1,1-1,0 0,1 1,-1 0,1-1,-1 1,1 0,1 0,-1 0,1 1,0-1,0 0,0 0,1 1,0-1,0 0,1 3,-1-5,0 1,0-1,1 0,0 1,0-1,0 0,0 0,0 0,1 0,-1 0,1 0,0 0,0 0,0-1,0 1,0-1,0 1,1-1,-1 0,1 0,0 0,0 0,-1-1,1 1,0-1,1 0,-1 1,0-1,0-1,0 1,1 0,1-1,4 1,-1 0,1-1,0 0,0 0,-1-1,1 0,0-1,-1 0,1 0,-1-1,0 0,0-1,1 1,-1-1,0 0,1 0,-2-1,1 0,-1-1,0 0,0 0,0 0,-1-1,0 0,0 0,-1 0,0-1,0 0,-1 0,0 0,0-1,-1 1,0-1,0 0,-1 0,0 0,-1-3,-1 7,-1 1,0-1,-1 1,1-1,-1 1,0 0,0 0,0-1,0 1,-1 1,1-1,-1 0,0 1,-1-1,1 1,0 0,-1 0,0 0,1 1,-1-1,0 1,-1 0,1 0,-3 0,-5-3,0 1,-1 0,0 1,0 1,1 0,-1 0,-1 2,-1-1,6 1,1 0,-1 0,1 0,-1 1,1 1,0-1,-1 1,1 1,0-1,0 1,0 1,1 0,-1 0,1 0,0 1,0 0,1 0,-1 1,1 0,0 0,1 0,-1 1,1-1,1 2,-1-1,1 0,0 1,1 0,0-1,0 2,1-1,0 0,0 0,0 7,3-10,-1 1,1-1,0 0,0 0,1 0,0 1,0-2,0 1,0 0,1 0,0-1,0 1,0-1,0 0,1 0,-1 0,1 0,0-1,1 0,-1 1,0-1,1-1,0 1,-1-1,1 0,3 1,5 2,0 0,1-2,0 1,0-2,0 1,0-2,1 0,-1-1,7-1,-15 2,1-1,-1 0,0 0,1-1,-1 0,0 0,1 0,-1-1,0 0,0 0,0-1,0 0,-1 0,1 0,-1 0,1-1,-1 0,0 0,-1-1,1 1,-1-1,0 0,0 0,0 0,-1-1,0 1,0-1,0 0,-1 0,0 0,0 0,0 0,-1 0,0-1,0 1,0-5,-2 5,0 0,-1 0,0 0,0 0,0 0,-1 0,0 1,0-1,0 1,0 0,-1 0,0 0,0 0,-1 1,1-1,-1 1,0 0,0 1,0-1,-1 1,1 0,-1 0,0 1,1 0,-1 0,0 0,0 1,-1-1,1 2,-3-2,0 0,-1 1,1 0,0 1,-1 0,1 0,0 1,0 0,0 1,0 0,0 0,0 1,0 0,0 1,1 0,0 0,0 1,0 0,-4 3,10-7,0 1,-1-1,1 1,0-1,0 1,0 0,0 0,0 0,0 0,1 0,-1 0,1 1,-1-1,1 0,0 1,0-1,0 1,0-1,1 1,-1 0,1-1,-1 1,1 0,0 0,0-1,0 1,0 0,1-1,-1 1,1 0,-1-1,1 1,0-1,0 1,0-1,1 1,-1-1,0 0,1 1,0-1,-1 0,1 0,0 0,0 0,0-1,0 1,1 0,1 0,4 1,0-1,0 0,0-1,1 1,-1-2,1 1,-1-1,0 0,1-1,-1 0,0 0,1-1,-1 0,0-1,0 0,0 0,-1 0,1-1,-1 0,0-1,0 1,0-1,-5 3,-1 1,1-1,-1 0,0 0,0 1,1-1,-1 0,0 0,-1 0,1 0,0 0,0 0,-1 0,1 0,-1 0,0-1,0 1,0 0,0 0,0 0,0 0,0-1,-1 1,1 0,-1 0,0 0,1 0,-1 0,0 0,0 0,0 0,-1 1,1-1,0 0,-1 0,1 1,-2-2,-2-2,-1 0,1 0,-1 0,0 1,-1 0,1 0,-1 1,1 0,-1 0,-5-1,-4 0,9 3,16 2,103 14,0-5,0-5,39-6,-79 0,260-2,145-26,-446 25,-9 1,1 1,-1 0,0 2,0 0,15 3,-36-2,-1-1,1 0,-1 0,1 0,-1 0,1 0,-1 0,1 0,-1 0,1 0,-1 0,1 0,0 0,-1 0,1 0,-1 0,1 0,-1-1,1 1,-1 0,1 0,-1-1,0 1,1 0,-1-1,1 1,-1 0,0-1,1 1,-1-1,0 1,1-1,-1 1,0 0,0-1,1 1,-1-1,0 1,0-1,0 0,0 1,0-1,0 1,1-1,-1 1,-1-1,1 1,0-1,0 1,0-1,-2-11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48.11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61 124,'-7'9,"0"1,0 1,1-1,1 1,0 0,0 0,1 1,0-1,1 1,1 0,0 0,0 0,1 0,1 0,0 0,0 1,2-1,-1 0,1 0,1 0,0-1,1 1,0-1,1 0,0 0,1 0,0 0,0-1,1 0,1-1,0 1,0-1,1-1,7 7,-5-6,0 0,1-1,0 0,0 0,0-1,1-1,0 0,1-1,-1-1,1 0,0 0,0-1,0-1,0-1,0 0,1-1,-1 0,0-1,0 0,0-2,0 1,0-2,0 0,0 0,-1-2,0 1,0-2,-1 0,0 0,0-1,0 0,0-3,0-2,-1-2,-1 0,0 0,-1 0,-1-1,0-1,-1 1,-1-1,-1 0,0-1,-1 1,-1-1,-1 0,0 0,-2 0,0 0,0 0,-2 0,-3-17,4 27,0 0,-1 0,0 0,0 0,-1 0,1 1,-2-1,1 1,-1-1,0 1,-1 1,0-1,0 0,0 1,-1 0,0 0,0 1,0 0,-1 0,1 0,-1 1,-1 0,1 0,0 1,-1 0,0 0,-8-1,5 4,-1 1,1 0,-1 1,1 1,-1 0,1 0,0 1,0 0,1 1,-1 0,1 1,0 0,-4 4,-87 63,2 8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49.14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0,'4'18,"9"13,9 10,7 5,6 2,6-1,0-4,-6-8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49.53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 1,'-5'16,"-1"12,5 10,9 8,8 8,4 5,-2-6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50.10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7,'9'-5,"7"4,9 8,6 12,4 12,6 10,5 7,4 2,-7-7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7:50.72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1,'9'11,"10"18,10 17,4 15,-5 6,-7-8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8:19.02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2 927,'0'0,"0"0,1 0,-1 0,0 0,1 0,-1 0,0 0,1-1,-1 1,0 0,0 0,1 0,-1 0,0-1,1 1,-1 0,0 0,0-1,0 1,1 0,-1 0,0-1,0 1,0 0,0-1,0 1,1 0,-1-1,0 1,0 0,0-1,0 1,0 0,0-1,0 1,0 0,0-1,0 1,0 0,0-1,-1 1,1 0,0 0,0-1,0 1,0 0,0-1,-1 1,1 0,0 0,0-1,0 1,-1 0,1 0,0-1,0 1,-1 0,1 0,0 0,-1 0,1 0,0-1,-1 1,1 0,0 0,-1 0,1 0,0 0,-1 0,1 0,27 4,40 17,-40-11,0-2,0-1,1-1,1-1,25 1,-50-6,0 0,0 0,-1-1,1 1,0-1,0 0,0 0,-1 0,1 0,0-1,-1 1,1-1,-1 0,0 0,0-1,0 1,0-1,0 1,0-1,0 0,-1 0,0 0,1 0,-1 0,0-1,-1 1,1-1,-1 1,1-1,-1 0,0-1,2-7,-1-1,0 1,-1-1,0 1,-1-1,0 0,-1 1,-1-1,0-2,-12-46,-3 1,-3 1,-2 1,-10-15,-39-106,44 80,28 97,0 0,0 0,0-1,0 1,0 0,1 0,-1 0,0 0,1 0,0 1,-1-1,1 0,0 1,0 0,0-1,0 1,0 0,0 0,1 0,-1 0,0 0,0 0,1 1,-1-1,1 1,-1 0,0-1,1 1,-1 0,1 1,1-1,2-1,188-42,-133 27,0 2,50-3,-105 15,0 1,1 0,-1 0,1 0,-1 1,1 0,-1 1,1-1,-1 1,1 0,-1 1,0-1,1 1,-1 1,0-1,0 1,-1 0,1 0,-1 1,1 0,-1 0,0 0,0 0,-1 1,1 0,-1 0,0 0,2 4,0 12,-1 0,-1-1,-1 1,0 1,-2-1,0 0,-2 1,0-1,-1 0,-2 4,-9 54,-4 0,-3-1,-25 62,22-69,14-44,-26 113,35-138,0 0,0 1,0-1,0 0,1 0,-1 0,0 0,1 1,-1-1,1 0,0 0,0 0,0 0,0 0,0-1,0 1,1 0,-1 0,0-1,1 1,0-1,-1 1,1-1,0 1,-1-1,1 0,0 0,0 0,0 0,0-1,0 1,0 0,1-1,-1 1,0-1,2 0,84-1,-87 1,313-53,-192 57,-121-4,0 1,1-1,-1 1,0-1,1 0,-1 0,0 1,1-1,-1 0,1 0,-1 0,0-1,1 1,-1 0,0 0,1-1,-1 1,0-1,1 1,-1-1,0 1,0-1,1 0,-1 0,0 0,0 1,0-1,0 0,0 0,0-1,-1 1,1 0,0 0,0 0,-1 0,1-1,-1 1,1 0,-1-1,1 1,-1 0,0-1,0 1,0 0,0-1,0 1,0-1,0 0,7-78,-3 0,-4-33,0 99,-6-136,-7 0,-19-80,19 118,13 112,0-1,0 0,0 0,0 0,0 0,0 0,0 1,1-1,-1 0,0 0,1 0,-1 1,0-1,1 0,-1 1,1-1,-1 0,1 1,0-1,-1 0,1 1,-1-1,1 1,0-1,0 1,-1-1,1 1,0 0,0-1,0 1,-1 0,1 0,0 0,0-1,0 1,0 0,-1 0,1 0,0 0,0 0,0 1,41 11,-25-5,187 22,-198-29,0 1,0 0,1 1,-1 0,0 0,0 0,-1 1,1-1,0 1,-1 1,0-1,1 1,-1 0,-1 0,1 0,-1 1,1 0,-1 0,-1 0,1 0,-1 1,0-1,0 1,0 0,0 3,6 24,-1 1,-2 1,-1-1,-2 1,-1 0,-2 0,-3 14,3-6,-1 41,-4 0,-4 0,-13 56,17-117,1-10,1-1,1 1,0-1,0 1,2 0,-1 0,2 9,1-20,-1 1,1-1,0 1,0-1,0 0,0 0,0 0,0 0,0 0,1 0,-1-1,1 1,-1-1,1 0,0 1,-1-1,1 0,0-1,0 1,0 0,0-1,0 0,-1 1,1-1,0 0,0-1,0 1,0-1,2 1,11 0,58 6,0-3,70-7,-135 4,0-1,0 1,0-2,0 1,0-1,-1 0,1-1,0 0,-1 0,0-1,0 0,0-1,0 0,-1 0,1 0,-1-1,-1 0,1-1,-1 1,0-1,-1 0,1-1,-2 0,1 1,-1-1,2-6,-2-13,-1 0,-1 0,-2 0,-1 0,-1-1,-1 1,-1 0,-2 1,0-1,-2 1,-4-7,6 11,-10-34,-3-5,4-1,2-1,2-3,10 61,0 0,0 0,1 0,0 0,0 0,0 0,0 0,1 0,0 0,0 0,0 0,1 1,-1-1,1 0,0 1,1-1,-1 1,1-1,0 1,0 0,0 0,1 1,-1-1,1 1,0-1,0 1,2-1,9-3,0 1,1 0,-1 1,1 1,0 1,0 0,0 1,0 0,1 2,-1 0,0 1,15 2,-23-2,0 0,0 0,-1 1,1 0,0 0,-1 1,0 0,0 0,0 1,0 0,0 0,-1 1,1 0,-1 0,-1 0,1 1,-1 0,0 0,0 0,0 1,-1-1,0 1,0 0,-1 0,0 1,0-1,-1 1,0-1,0 1,-1 3,1 19,-1-1,-2 1,-1-1,-2 1,0-1,-2 0,-1 0,-2-1,-1 0,-3 6,-33 120,44-148,1-1,0 1,0 0,0-1,0 1,1 0,0 0,0-1,1 1,-1 0,1-1,1 1,-1-1,1 1,0-1,0 1,0-1,1 0,0 0,0 0,0 0,1-1,-1 1,1-1,0 0,0 0,1-1,-1 1,1-1,0 0,0 0,0 0,0-1,1 1,25 5,1-1,-1-1,1-2,0-1,0-2,19-2,-30 2,127-7,-112 2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8:54.65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14,'3'-2,"1"0,0 0,0 1,0-1,0 1,0 0,0 0,0 1,0-1,1 1,-1 0,0 0,0 0,1 0,6 0,322 13,-61 1,-165-14,437 14,404 35,-480-17,93-8,39-24,-566-5,-33 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8:57.1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3,'434'1,"-431"-1,0-1,0 0,0 1,0-1,0 1,0 0,1-1,-1 2,0-1,0 0,1 1,-1-1,0 1,0 0,0 0,0 0,0 1,0-1,-1 1,1-1,0 1,-1 0,1 0,-1 0,1 0,-1 1,0-1,0 1,0-1,0 1,-1 0,1 0,-1 0,0-1,1 2,-1 1,-9 120,3-29,-4 0,-16 67,-10 102,33-242,2-1,0 1,1-1,2 0,0 1,1-1,2 0,0-1,2 4,-5-22,0 0,0-1,0 1,0-1,1 1,-1-1,1 0,-1-1,1 1,0-1,0 1,0-1,0 0,0 0,0-1,0 1,0-1,0 0,0 0,0-1,0 1,0-1,0 1,0-1,0-1,0 1,0 0,13-2,57-3,1 2,0 4,65 9,-93-7,-36-5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8:59.81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 15,'0'0,"0"-1,0 1,1 0,-1 0,0 0,0 0,0 0,1 0,-1-1,0 1,0 0,0 0,0 0,0-1,1 1,-1 0,0 0,0 0,0-1,0 1,0 0,0 0,0 0,0-1,0 1,0 0,0 0,0-1,0 1,0 0,0 0,0 0,0-1,0 1,0 0,0 0,0-1,0 1,-1 0,1 0,0 0,0-1,0 1,0 0,0 0,-1 0,1 0,0 0,0-1,0 1,0 0,-1 0,1 0,0 0,0 0,-1 0,1 0,0 0,0 0,0 0,-1 0,1 0,22-3,-21 3,492-2,-448 5,-72 8,-53-2,0-3,-1-4,-22-4,18 1,-29 1,143 8,375 3,-191 4,-254-9,-118-9,159 3,1-1,-1 1,0 0,1 0,-1-1,0 1,1 0,-1 0,0-1,0 1,1 0,-1-1,0 1,0 0,0-1,0 1,1-1,-1 1,0 0,0-1,0 1,0-1,0 1,0 0,0-1,0 1,0-1,0 1,0 0,0-1,-1 1,1-1,0 1,0 0,0-1,0 1,-1 0,1-1,0 1,0 0,-1-1,1 1,0 0,-1 0,1-1,0 1,-1 0,1 0,0 0,-1-1,1 1,0 0,-1 0,1 0,-1 0,1 0,0 0,-1 0,1 0,-1 0,1 0,0 0,-1 0,1 0,-1 0,1 0,0 0,1 0,0 1,0-1,0 0,0 1,0-1,0 1,0 0,0-1,0 1,0 0,0-1,0 1,-1 0,1 0,0 0,-1 0,1 0,0 0,-1 0,1 0,-1 0,1 0,-1 0,0 0,1 0,-1 0,0 1,0-1,0 0,0 1,0-1,28 214,-12-106,4 23,-6 1,-4 47,-8-67,-2-113,0-1,0 1,0 0,0 0,0 0,0-1,0 1,0 0,0 0,1 0,-1 0,0-1,0 1,0 0,0 0,1 0,-1 0,0 0,0-1,0 1,1 0,-1 0,0 0,0 0,0 0,1 0,-1 0,0 0,0 0,0 0,1 0,-1 0,0 0,0 0,1 0,2-27,0-287,-4 144,11-55,-9 211,-3 22,-2 25,-2 84,5 0,4 0,6 0,5 0,22 81,-29-186,-6-39,-1-64,0-177,-25-159,12 344,5 76,2 22,-1 24,2-1,2 1,2 0,1 6,0-3,0 571,2-583,6-47,0-46,-2 1,-4-1,-2-18,0 79,0-35,-1 1,-1-1,-2 0,-2 1,-1-1,6 38,1 0,0-1,-1 1,1 0,-1-1,1 1,-1-1,1 1,-1-1,1 1,-1-1,1 1,-1-1,0 1,1-1,-1 0,0 1,1-1,-1 0,0 0,0 0,1 1,-1-1,0 0,0 0,1 0,-1 0,0 0,0 0,1 0,-1 0,0-1,1 1,-1 0,0 0,0-1,1 1,-1 0,0-1,1 1,-1-1,1 1,-1-1,1 1,-1-1,0 1,1-1,0 1,-1-1,1 0,-1 1,1-1,0 0,-1 1,1-1,0 0,0 1,0-1,0 0,-1 0,1 1,0-1,0 0,0 0,1 1,-1-1,0 0,-8 19,1 0,1 1,1 0,1 0,0 0,1 0,1 1,1-1,1 1,1 7,3 7,1-1,1 0,2 0,1-1,2 0,14 29,1 9,-25-68,-1 2,1-1,-1 1,1-1,0 0,0 0,0 1,0-1,1 0,-1 0,1 0,0 0,0-1,0 1,0 0,0-1,1 0,-1 1,1-1,0 0,-1 0,1 0,0-1,0 1,0-1,0 1,1-1,-1 0,0 0,0-1,1 1,2 0,129-51,-109 42,0 1,0 1,0 1,1 1,0 2,-1 1,1 0,0 2,0 2,-1 0,1 1,10 5,-33-8,-3 0,0-1,0 1,0 0,0-1,0 1,0-1,1 0,-1 1,0-1,0 0,0 0,0 1,0-1,1 0,-1 0,0 0,0-1,0 1,0 0,0 0,1-1,-1 1,0 0,0-1,0 1,0-1,0 0,0 0,-3-7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01.62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0,'26'618,"-25"-554,2 14,-4 0,-6 33,1-92,5-61,36-378,-30 112,-9 301,-1 22,-9 57,3 2,-1 60,7-72,-5 43,4 0,5 0,4 0,14 73,1-104,12-74,-22-3,64-9,0 2,1 4,1 2,66 7,-56-2,-67 0,-42 7,-54-2,0-4,1-4,-1-3,0-3,-48-13,70 7,57 15,1-1,-1 0,0 0,0-1,1 1,-1 0,0 0,0 0,0 0,1 0,-1 0,0 0,0 0,0 0,0 0,1 0,-1-1,0 1,0 0,0 0,0 0,0 0,1 0,-1-1,0 1,0 0,0 0,0 0,0 0,0-1,0 1,0 0,0 0,0 0,0-1,0 1,0 0,0 0,0 0,0-1,0 1,0 0,0 0,26-2,186-4,320 2,-442 10,0 4,16 7,-81-9,-43 0,-88-5,-1-4,0-4,-26-9,-180-8,302 22,28 1,651-14,-292 13,-468 13,78-9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02.74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1,'779'13,"-1017"-8,-187 4,419-9,16-1,20 1,213 0,-186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04.7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784 188,'-10'-14,"-1"-1,0 2,-1-1,-1 2,0-1,-1 2,0 0,0 1,-1 0,-1 1,0 0,0 2,0 0,-1 1,0 0,0 1,-1 1,-3 1,-3-1,0 1,0 2,0 0,-1 2,1 0,0 2,0 0,0 2,1 1,0 0,0 2,0 1,-4 3,15-6,2 0,-1 0,1 2,0-1,0 1,1 1,0-1,0 2,1-1,1 1,-1 0,2 1,-1 0,2 0,-1 0,1 1,1 0,0 0,1 0,0 0,1 0,0 1,1 3,-3 25,3 1,1-1,2 1,2-1,2 0,1 0,2-1,2 0,2 0,14 30,-16-47,2 1,0-2,1 0,2 0,0-1,1-1,1-1,1-1,0 0,1-1,1-1,1-2,0 0,1-1,1-1,0-1,0-1,1-1,4 0,36 6,2-2,0-3,0-2,0-4,1-3,-1-3,1-3,-1-2,0-4,11-5,-47 12,0-2,0-1,-1-1,0-2,0-1,-1-1,-1-1,0-2,-1-1,0-1,7-8,-28 19,0 0,0-1,-1 0,0 0,0 0,0-1,-1 0,-1 0,1 0,-1 0,0 0,-1-1,0 1,-1-1,0 1,0-1,0 0,-1 0,-1 1,1-1,-2-5,-2-3,0-1,-1 1,-1 0,-1 0,0 1,-1 0,0 0,-2 1,0 0,-2-2,-15-16,-1 2,-2 0,-1 3,-1 0,-1 2,-2 1,0 2,-2 1,-30-12,40 21,-1 2,0 1,0 1,-1 1,0 1,0 2,-1 1,-15 1,-126 10,2 16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31.8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8,'93'-6,"53"4,-141 3,0 0,0-1,0 2,0-1,0 0,-1 1,1 0,0 0,-1 0,1 1,-1 0,0 0,0 0,0 0,0 0,-1 1,1 0,-1 0,0 0,0 0,0 0,-1 0,0 1,1-1,-2 1,1 0,0 0,0 2,0 1,-1 0,1 1,-1 0,-1-1,0 1,0-1,0 1,-1 0,-1-1,1 1,-1-1,-1 0,0 1,0-1,0-1,-1 1,0 0,-1-1,1 0,-1 0,-1 0,0 0,0-1,0 0,0-1,-1 1,0-1,0 0,-7 3,57-7,-23-1,0 0,0 1,0 1,0 1,-1 1,0 0,3 3,-15-5,0 0,-1 0,0 1,0 0,0 0,0 1,0-1,-1 1,1 1,-1-1,0 1,0 0,-1 0,0 0,1 1,-2-1,1 1,-1 0,0 0,0 1,0-1,0 4,-2-6,-1 0,1 0,-1 0,0 0,0 0,0 0,0 0,-1 0,0 0,0 0,0 0,0 0,0 0,-1-1,0 1,0 0,0-1,0 1,0-1,-1 0,1 0,-1 0,0 0,0 0,0-1,-1 1,-2 1,-6 4,-1-1,0 0,0-1,0 0,-1-1,0 0,-2-1,-4 1,1 0,-1-2,1 0,-1-2,0 0,-9-1,46-4,5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31.98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67 0,'-7'16,"-4"12,-1 8,2 5,0 2,2 1,3-1,1-3,4-5,3-10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32.4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35 93,'-5'-5,"3"4,0 0,0 0,1 0,-1 0,0 0,1 0,-1-1,0 1,1-1,0 1,-1-1,1 1,0-1,0 0,0 0,0 1,0-1,0 0,1 0,-1 0,0 0,1 0,0 0,-1 0,1 0,0 0,0 0,0 0,0 0,1 0,-1 0,1 0,-1 0,1 0,-1 0,1 0,0 0,1-1,6-1,1 1,0 0,0 1,0-1,0 2,0-1,1 1,-1 1,0 0,1 0,-1 1,0 0,0 0,0 1,0 0,0 1,5 2,-6-2,-1 0,0 0,0 1,0 0,0 0,0 1,-1 0,0 0,0 1,0-1,-1 1,0 0,0 1,0-1,-1 1,0 0,0 0,-1 1,0-1,0 1,0-1,-1 1,-1 0,1 0,-1 0,-1 0,1 0,-1 0,-1 0,1 0,-1 0,-1 0,0 0,0 0,0-1,-1 1,-2 3,-7 13,-1 0,-2-1,0-1,-2 0,0-1,-16 15,-25 31,55-64,2-2,-1 0,1 0,-1 0,1 0,0 0,-1 0,1 0,0 0,0 1,0-1,0 0,0 1,0-1,0 1,1-1,-1 1,0-1,1 1,-1-1,1 1,0 0,-1-1,1 1,0 0,0-1,0 1,0 0,0-1,1 1,-1 0,0-1,1 1,0-1,-1 1,1 0,0-1,-1 1,1-1,0 0,0 1,1 0,7 0,0 0,0-1,0 0,0-1,0 0,0 0,0-1,0 0,6-2,4 1,304-53,-239 40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32.84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1,'7'16,"2"14,0 11,0 8,-1 5,-2-1,-2 1,-2-3,-3-5,-4-8,-2-11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33.3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0 382,'38'-89,"4"1,43-66,-79 143,27-28,-24 47,-10 75,-6 3,-3 7,5 1,5 56,17-50,-6-66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33.62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1,'0'13,"0"12,2 6,3 4,3 4,0 4,-1 1,-4 0,-3-7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34.02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57 154,'-7'14,"1"0,0 0,1 0,1 1,0 0,0-1,2 1,0 1,1-1,0 0,1 0,1 0,0 1,2 5,-2-12,1-1,0 1,0-1,1 0,0 1,0-1,1 0,0-1,1 1,-1-1,1 0,1 0,0 0,-1-1,2 0,-1 0,1 0,0-1,0 0,0 0,1-1,0 0,0 0,0-1,3 1,-5-2,1-1,-1 0,0 0,0-1,1 1,-1-1,0 0,0-1,1 0,-1 0,0 0,0-1,0 0,0 0,0 0,-1-1,1 0,-1 0,1 0,-1-1,0 1,0-1,-1-1,1 1,-1-1,0 1,0-1,1-3,4-5,0-1,-2 0,1 0,-2-1,0 1,-1-2,0 1,-1 0,-1-1,1-13,-3 12,0 0,-1-1,-1 1,-1 0,0 0,-1-1,-1 2,0-1,-3-2,4 10,0 0,-1 1,0-1,0 1,-1 0,-1 0,1 0,-1 1,0 0,-1 0,1 0,-1 1,-1 0,1 1,-1-1,0 1,-5-1,7 3,0 1,0 0,0 0,-1 1,1 0,0 0,-1 0,1 1,-1 0,1 0,-1 1,1 0,-1 0,1 0,0 1,-1 0,1 0,0 1,0-1,1 1,-1 1,1-1,-2 2,-2 2,0 0,1 0,0 1,0 0,0 1,1 0,1 0,0 1,0-1,1 1,0 0,-3 11,-6 22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34.3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 1,'-2'15,"1"13,6 11,6 4,4 6,3 0,-1 1,-3-1,-11 0,-20 1,-7-8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35.5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417 78,'-12'-10,"0"2,0 0,-1 0,0 1,0 1,-1 0,1 1,-2 0,1 1,0 1,-1 0,1 1,-11 0,16 2,1-1,-1 2,1-1,-1 1,1 1,-1-1,1 1,0 1,0 0,0 0,0 0,0 1,1 0,0 1,0-1,0 2,0-1,1 1,0 0,0 0,0 0,1 1,0 0,0 0,0 2,0 0,1 0,0 1,0-1,1 1,0 0,1 0,0 0,0 1,1 6,1-13,0-1,0 1,0 0,0 0,1 0,0 0,0-1,0 1,0 0,0-1,1 1,0-1,-1 1,1-1,1 0,-1 0,0 0,1 0,-1 0,1 0,0-1,0 1,0-1,0 0,1 0,-1 0,0 0,1-1,2 1,12 2,-1-2,1 0,0-1,0-1,0-1,0-1,0 0,0-1,0-1,-1 0,0-2,0 0,0-1,4-3,137-60,-156 69,0 1,0 0,0 0,0 0,0-1,-1 2,1-1,0 0,0 0,0 1,0-1,0 1,-1-1,1 1,0 0,0 0,-1 0,1 0,-1 0,1 0,-1 0,1 0,-1 1,1-1,-1 0,0 1,0 0,0-1,0 1,0-1,0 1,0 0,22 60,-22-59,7 26,-2 0,0 1,-2 0,-2-1,0 2,-2-1,-1 0,-4 19,3-41,0 0,0-1,0 1,-1-1,0 1,-1-1,0 0,0-1,0 1,-1-1,0 0,0 0,0 0,-1-1,0 1,0-1,0-1,-1 1,0-1,0 0,0-1,0 0,0 0,-1 0,1-1,-1 0,0-1,-6 1,4 0,-1 0,1-1,-1 0,1-1,-1-1,1 1,-1-1,1-1,-1 0,-6-3,16 5,0 0,1 0,-1 0,0 0,0-1,1 1,-1 0,0 0,1-1,-1 1,1 0,-1-1,0 1,1 0,-1-1,1 1,-1-1,1 1,-1-1,1 0,-1 1,1-1,0 1,-1-1,1 0,0 1,0-1,-1 0,1 1,0-1,0 0,0 1,0-1,0 0,0 1,0-1,0 0,0 0,0 1,0-1,0 0,0 1,1-1,-1 0,0 1,1-1,-1 0,0 1,1-1,-1 1,1-1,-1 1,1-1,-1 1,1-1,-1 1,1-1,-1 1,1 0,0-1,-1 1,1 0,16-12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36.08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525 63,'-26'-12,"-1"2,1 0,-2 2,1 1,-1 2,0 0,-1 2,-2 1,16 1,1 1,-1 1,1 0,-1 1,1 1,0 0,0 1,0 0,0 1,1 1,-7 4,13-7,0 1,1 1,-1-1,1 1,0 0,1 0,-1 1,1 0,0 0,0 0,1 1,-1-1,2 1,-1 0,1 0,0 1,0-1,1 0,0 1,0 0,0 6,2-9,0 0,0 1,0-1,1 0,0 0,0 1,0-1,0 0,1 0,0 0,0 0,1 0,-1-1,1 1,0-1,0 1,0-1,1 0,0 0,-1-1,1 1,1-1,-1 0,0 0,1 0,0 0,-1-1,1 0,0 0,0 0,0-1,1 1,4-1,7 2,0-2,0 0,0-1,0 0,1-2,-1 0,0-1,-1 0,1-2,-1 0,1-1,-1 0,-1-1,1-1,-2-1,1 0,-1-1,0 0,-1-1,6-6,-4 4,72-44,-85 57,0-1,0 1,-1 0,1 0,0 0,0 0,0 0,-1 0,1 0,0 0,0 1,-1-1,1 1,0-1,-1 1,1 0,0 0,-1 0,1 0,-1 0,1 0,-1 0,0 0,0 0,1 1,-1-1,0 0,0 1,0-1,0 1,0 0,-1-1,1 2,20 58,-16-36,-1 1,-1-1,-1 1,-2 0,0-1,-2 1,-1-1,-1 1,-3 10,4-23,-1 0,0 0,-1 0,0-1,-1 0,0 0,-1-1,0 1,-1-1,0-1,-1 0,0 0,-1-1,0 0,0 0,-1-1,0 0,-11 5,0-4,4-3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37.18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54 0,'2'16,"1"10,0 7,-1 3,0 1,-1 0,-1-2,-4 0,-9-2,-11-2,-1-5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37.67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305 22,'-9'-4,"0"0,0 1,0 0,-1 1,0 0,1 1,-1 0,0 0,0 1,1 0,-1 1,0 0,1 1,-1-1,0 2,1 0,0 0,0 0,0 1,0 1,1-1,-1 2,1-1,0 1,1 0,-1 1,1-1,1 1,-1 1,1-1,0 1,-4 8,8-14,1 1,-1 0,0-1,1 1,-1 0,1 0,0 0,0-1,0 1,1 1,-1-1,1 0,-1 0,1 0,0 0,0 0,0 0,1 0,-1 0,1 0,0 0,-1 0,1 0,1 0,-1 0,0 0,1 0,-1-1,1 1,0-1,0 1,0-1,0 0,1 1,-1-1,0 0,1-1,11 5,1-2,0 0,0-1,0-1,1 0,-1-1,0 0,1-1,-1-1,0-1,1 0,-1-1,0 0,1-2,171-47,-184 51,0 0,1 0,-1 0,1 0,0 0,-1 1,1 0,-1-1,1 2,0-1,-1 0,1 1,-1-1,1 1,-1 0,1 0,-1 0,1 1,-1-1,0 1,0 0,0 0,0 0,0 0,0 0,0 1,-1 0,1-1,-1 1,0 0,1 1,4 11,-1 0,0 0,-1 1,-1 0,0 0,-2 0,1 0,-2 0,0 1,-1-1,-1 0,-1 8,-2-6,0 0,-1 0,-1 0,0-1,-2 0,0-1,-1 1,0-2,-1 1,-1-1,0-1,-1 0,-1-1,0 0,-1 0,0-2,-1 0,-11 6,-2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38.24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112 152,'-3'7,"1"1,0-1,0 1,0 0,1 0,0 0,1 0,0 0,0 0,0 0,1-1,0 1,1 0,0 0,0-1,1 1,0-1,0 1,0-1,4 4,8 16,1-1,2 0,0-1,2-1,0-1,2-1,18 15,37 40,-75-75,1 0,0 0,-1 0,1 0,-1 0,1 1,-1-1,0 1,0 0,0 0,0-1,0 1,-1 0,1 0,-1 1,0-1,0 0,0 0,0 1,0-1,-1 0,0 1,0-1,0 1,0-1,0 1,0-1,-1 0,0 1,0-1,-1 3,-6 1,0-1,-1 0,0 0,-1-1,1 0,-1-1,0 0,0 0,0-1,0 0,-1-1,1 0,-1-1,-8 0,-3 3,0-1,0-1,-1-1,1-1,0-1,0-1,-1-1,-3-2,24 5,-1-1,1 1,0-1,0 0,-1 1,1-1,0 0,0 0,0-1,0 1,0 0,0-1,0 1,1-1,-1 1,0-1,1 0,0 0,-1 0,1 0,0 0,0 0,0 0,0 0,0 0,0-1,1 1,-1 0,1 0,-1-1,1 1,0 0,0-1,0 1,0 0,1-1,-1 0,4-7,1 0,0 1,0-1,1 1,0 0,1 0,0 1,0 0,1 0,0 0,4-2,0-1,-6 5,26-21,-1-1,-1-2,-2-2,-1 0,-1-1,-2-2,-2-1,-1 0,-1-2,11-34,-20-23,-11 92,-1-1,1 1,-1-1,0 1,0 0,0-1,-1 1,1 0,-1 0,0 0,0 0,0 0,0 1,0-1,0 0,-1 1,0 0,1-1,-1 1,0 0,0 0,0 1,0-1,0 1,0-1,-1 1,-4-1,0 1,0 0,-1 0,1 1,0 0,0 0,0 1,0 0,0 1,0 0,0 0,0 0,0 1,1 0,-1 1,1-1,0 2,0-1,0 1,1 0,0 0,-1 1,2-1,-1 1,1 1,0-1,0 1,1 0,0 0,0 0,1 1,0-1,0 1,0 0,1 0,0 0,1 0,0 0,0 0,1 0,0 1,0-1,1 0,0 0,2 7,15 28,5-7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38.87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1,'6'0,"10"0,2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39.1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1,'11'2,"11"1,1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39.3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6,'18'0,"15"-3,2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39.49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12,'19'-5,"5"-1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39.7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9,'12'-3,"9"0,3 1</inkml:trace>
  <inkml:trace contextRef="#ctx0" brushRef="#br0" timeOffset="1">254 9,'7'0,"4"0,1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39.9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6,'3'-2,"0"-1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40.1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40.9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0,'18'0,"6"0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41.2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1,'3'7,"6"2,3-1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41.50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 1,'-2'0,"-1"2,4 1,8 0,6-3,0-1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44.41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16,'20'-5,"1"1,-1 1,1 1,0 1,0 0,11 3,-27-2,1 0,-1 1,0 0,0 0,1 1,-1-1,0 1,0 0,-1 1,1-1,0 1,-1 0,1 0,-1 0,0 0,0 1,-1 0,1 0,-1 0,1 0,-1 1,0-1,-1 1,1 0,-1-1,0 1,1 5,-1-1,-1 0,0 0,0 0,-1 1,0-1,0 0,-1 0,0 0,-1 1,0-1,-1-1,0 1,0 0,0-1,-1 1,-1-1,0 0,-96 127,75-107,16-19,1 1,-1 1,2-1,-1 1,1 1,1 0,-4 9,11-19,0 1,0-1,0 0,1 1,-1-1,1 1,0-1,-1 0,1 1,0-1,1 0,-1 0,0 0,0 0,1 0,0 0,-1 0,1 0,0-1,0 1,0-1,0 1,0-1,0 0,0 0,0 1,0-2,1 1,-1 0,0 0,1-1,-1 1,1-1,-1 0,1 0,-1 0,3 0,29 5,0-1,1-2,-1-2,1-1,-1-1,0-2,16-4,13-4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44.7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97 0,'0'18,"-3"13,0 8,-2 4,-3 2,-1 0,-3-4,-3-1,-1-6,1-5,5-9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44.98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0 351,'7'-30,"0"1,2-1,2 1,0 1,16-27,11-30,-9 20,-23 82,-26 247,14 39,-1-233,1-48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45.2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60,'19'-2,"14"-4,11 1,10-3,9 1,5-1,2-1,1 1,-12 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45.50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 1,'5'15,"3"13,1 6,-2 4,-1 2,-5-1,-4-3,-6-4,-5-7,1-7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45.78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56 157,'-9'14,"2"-1,0 2,1-1,0 1,1 0,1 1,0-1,1 1,1-1,0 1,1 0,1 8,0-16,1 0,0 0,0 0,1 0,0 0,0 0,1-1,0 1,0-1,1 0,0 0,0 0,0 0,1-1,0 1,0-1,1 0,0-1,0 0,0 1,1-2,0 1,0-1,7 3,-7-4,-1 0,1 0,0-1,1 0,-1 0,0-1,0 0,1 0,-1-1,1 0,-1 0,0-1,1 0,-1 0,0-1,0 0,0 0,0 0,0-1,0 0,-1-1,1 1,-1-1,0-1,0 1,0-1,-1 0,0 0,0-1,0 1,0-1,2-5,1-3,-1-1,-1 0,0 0,-1 0,0-1,-2 1,1-1,-2 0,0 0,-1 0,-1 0,-1 0,0 0,-1-1,0 2,-1-1,-1 0,-1 1,0-1,-1 1,-1 1,0-1,-6-8,9 17,1 0,-1 0,0 0,-1 1,0-1,1 1,-2 0,1 1,0-1,-1 1,0 0,0 1,0-1,0 1,-1 0,1 1,-1 0,0 0,0 0,0 1,0 0,0 0,0 0,0 1,0 0,0 1,0 0,0 0,-3 1,2 1,-1 1,0 0,1 0,-1 1,1 0,0 0,1 1,0 0,0 0,-2 3,-23 28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48.7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14319 1632,'150'0,"0"-6,55-14,-163 15,-1-2,0-2,0-2,-1-1,0-2,-1-2,-1-1,-1-2,0-2,-1-1,-2-2,0-1,5-8,-18 13,0-2,-1-1,-1 0,-1-2,-1 0,-2-1,7-14,-16 27,0 0,-1-1,-1 0,0 0,0 0,-2-1,0 1,0-1,-2 1,0-1,0 0,-1 1,-1-1,0 1,-1 0,-3-6,-43-107,-15-53,57 149,1 1,-1 0,-2 0,-1 1,-1 0,-2 0,10 22,-1-3,-1-1,0 1,-1 0,0 1,0-1,-1 1,0 0,-1 1,0-1,0 2,-1-1,0 1,-7-4,-11 1,-1 1,0 1,0 2,-1 1,1 1,-1 1,0 2,-5 1,-10-2,-380-21,359 18,-830-42,133 21,183 35,-165-21,-311-3,-299-7,26 5,-71-28,253 35,40 1,709 10,-2111-1,2403 3,0 4,-81 17,66-1,0 5,-6 7,85-23,23-9,0 2,0 0,1 0,0 2,0 0,0 1,1 1,0 0,0 2,1-1,1 2,0 0,-7 8,-36 83,49-90,0 1,2-1,-1 1,2 1,0-1,1 1,0 0,1 0,1 0,0 1,1 3,-1 15,-1-1,-1 0,-2 0,-7 21,9-33,1 0,1 0,1 0,0 0,2 1,0-1,2 0,0 0,1 0,3 4,2 34,13 34,-2-50,-8-15,1 0,1-1,1-1,2-1,0 0,2-1,5 5,81 81,-54-69,-51-40,-1-1,1 0,0 0,0 0,-1 0,1 0,0 1,0-1,0 0,-1 0,1 1,0-1,0 0,0 0,0 1,-1-1,1 0,0 0,0 1,0-1,0 0,0 0,0 1,0-1,0 0,0 1,0-1,0 0,0 0,0 1,0-1,0 0,0 1,0-1,0 0,0 0,1 1,-1-1,0 0,0 0,0 1,0-1,-10-4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49.3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0 233,'191'201,"-159"-173,1-2,1-2,1-1,31 15,-61-35,0 0,0 0,0 0,1 0,-1-1,1 0,0 0,0-1,-1 0,1 0,0 0,0 0,0-1,0 0,0-1,0 1,0-1,0 0,0 0,-1-1,1 0,0 0,-1 0,1-1,-1 0,0 0,4-2,-2-8,1 0,-2 0,0 0,-1-1,0 0,-1 0,0 0,-1-1,-1 1,1-14,-1 12,5-34,-2 6,2-1,2 1,2 1,14-34,-22 70,0 0,0 0,1 0,0 0,0 1,1-1,0 1,0 0,0 1,1-1,3-2,7-2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49:53.2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538 0,'-537'0,"543"1,-1 1,1-1,0 1,0 0,-1 0,1 1,-1-1,0 1,1 0,-1 1,-1-1,1 1,0 0,0 1,31 22,31 9,1-3,2-3,1-3,1-3,6-2,83 9,-163-32,0 0,0 0,0-1,0 1,0 0,1-1,-1 1,1-1,-1 0,1 0,0 1,-1-1,1 0,0 0,0 0,1 0,-1 0,0 0,1-1,-1 1,-1-3,1 5,-1 1,1-1,-1 1,1-1,0 0,-1 1,1 0,0-1,-1 1,1 0,0 0,0 0,0 0,0 0,0 0,0 0,0 0,0 0,0 0,0 1,1-1,-1 0,0 1,1-1,-1 0,1 1,0-1,-1 1,1-1,0 1,0 0,-2 2,-130 243,72-142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0:21.59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6944 1079,'4'2,"0"0,-1-1,1 1,0-1,0 0,0 1,0-2,0 1,0 0,0-1,0 0,0 0,0 0,0 0,1-1,2 1,17-3,0-1,0-1,0-1,0-1,-1-1,0-1,-1-1,0-1,20-14,71-54,-108 74,0 1,0-1,-1 0,1 0,-1-1,-1 1,1-1,-1 0,0 0,0 0,0 0,-1-1,0 1,-1-1,1 1,-1-1,0 0,-1 1,0-2,-2 0,-1 0,0 0,-1 0,1 1,-2-1,1 1,-1 0,0 0,0 1,-1-1,0 1,0 0,-1 1,1 0,-1 0,0 0,-1 1,1 0,-1 0,0 1,-1-1,-80-35,-2 3,-1 5,-1 3,-82-12,-357-59,-227-2,294 43,-40-20,-307-34,-83 82,489 24,150-2,-552 1,-190 16,967-6,0 1,0 1,0 1,1 2,0 1,0 2,-5 3,31-13,-1 1,0-1,1 1,0 0,-1 0,1 1,0-1,0 1,0 0,0 0,1 0,-1 0,1 1,0-1,0 1,0 0,0 0,1 0,0 1,0-1,0 0,0 1,1-1,-1 3,-1 20,2 1,1-1,1 1,1-1,2 0,2 8,5 47,-6 6,-4 0,-9 76,4-121,4-55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0:22.15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18 1,'6'22,"2"0,0-1,2 0,0 0,2-1,0 0,4 3,-2-1,38 58,4-2,25 23,-63-83,-18-18,0-1,0 1,-1 0,1 0,0-1,0 1,0 0,0-1,0 1,0 0,-1-1,1 1,0 0,0 0,0-1,0 1,0 0,0-1,0 1,0 0,1-1,-1 1,0 0,0-1,0 1,0 0,0 0,0-1,1 1,-1 0,0 0,0-1,0 1,1 0,-1 0,0-1,0 1,1 0,-1 0,0 0,0 0,1-1,-1 1,0 0,1 0,-1 0,0 0,0 0,1 0,-1 0,0 0,1 0,-1 0,0 0,1 0,-1 0,0 0,1 0,-1 0,0 0,0 0,1 1,-8-23,-2 0,0 1,-1 0,-1 1,-6-8,4 5,-2-5,-1 0,-1 1,-1 0,-2 2,-1 0,0 1,-2 2,-15-13,35 32,-1 1,1 0,0-1,-1 1,1 0,-1 1,1-1,-1 0,0 1,0 0,0 0,0 0,0 1,0-1,-1 1,4 0,1 1,0-1,-1 0,1 1,0-1,-1 1,1-1,0 0,0 1,-1-1,1 1,0-1,0 1,0-1,0 1,0-1,0 1,-1-1,1 1,0-1,0 1,1-1,-1 1,0-1,0 1,0-1,0 1,0-1,1 1,-1-1,0 1,0-1,1 1,-1-1,0 0,0 1,1-1,-1 1,1-1,-1 0,0 1,1-1,-1 0,1 0,-1 1,1-1,-1 0,1 0,-1 0,1 0,-1 1,1-1,-1 0,1 0,-1 0,1 0,-1 0,1 0,-1 0,1-1,-1 1,1 0,-1 0,1 0,21 6,1-2,1 0,-1-1,0-1,1-2,-1 0,24-4,292-34,-287 41,-50-3,-1 1,0-1,0 1,0-1,0 1,0 0,0 0,0 0,0-1,0 1,0 0,-1 0,1 0,0 0,-1 0,1 1,0-1,-1 0,1 0,-1 0,0 0,1 1,-1-1,0 0,0 0,0 1,0-1,0 0,0 0,0 1,0-1,-1 0,1 0,0 1,-1-1,1 0,-1 1,-7 19,0 0,-2 0,0-1,-1 0,-6 6,-28 54,39-68,0 2,1-1,1 1,0-1,1 1,0 0,1 0,0 1,2-1,-1 0,2 4,3 14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0:22.66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27,'61'-11,"2"3,-1 3,48 3,-97 2,107 8,-114-7,-1 0,1 0,-1 1,0-1,0 1,1 1,-1-1,0 1,-1 0,1 0,-1 0,1 1,-1 0,0 0,0 0,0 0,-1 0,0 1,2 2,1 9,-2 0,0 0,0 1,-2-1,0 1,-1-1,0 1,-2-1,0 1,0 0,-2-1,-1 3,-60 453,60-448,3-10,-1 0,0 1,-1-1,0 0,-2 0,1-1,-2 1,0-1,-5 9,9-20,1 0,-1 0,0 0,0-1,0 1,0 0,0-1,0 0,0 1,-1-1,1 0,0 0,-1 0,1 0,-1-1,1 1,-1-1,1 1,-21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0:22.94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0 197,'9'0,"17"0,20-3,22-4,18-7,12-4,9-5,-2-2,-6-2,-14-1,-16 0,-20 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0:23.25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156 0,'-4'1,"0"-1,0 1,0 0,0 0,0 0,1 1,-1 0,0-1,1 1,-1 0,1 1,0-1,0 1,0-1,0 1,0 0,0 0,1 0,-1 0,1 1,0-1,0 1,0-1,1 1,-1 0,1-1,0 1,-1 4,-14 36,2 0,1 2,3-1,2 1,-3 45,11 44,0-129,1 1,1-1,-1 0,1 0,0-1,1 1,-1 0,1-1,0 1,0-1,1 0,0 0,0 0,0-1,0 1,1-1,0 0,-1 0,2-1,2 2,0-1,0 0,1-1,-1 0,1-1,0 0,0 0,-1-1,1 0,0 0,1-1,-1-1,0 1,0-2,-1 1,1-1,0 0,0-1,-1 0,1 0,-1-1,0 0,2-2,8-5,0 0,-1-1,-1-1,0 0,-1-1,0-1,-1 0,-1-1,3-6,0-1,-1-1,-1-1,-1 0,-1-1,-2 0,8-26,-14 29,-15 39,-3 39,3 0,2 2,2-1,3 1,2 0,3 13,-1-50,0 34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0:23.99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1775 232,'-104'-33,"-2"5,0 4,-2 5,-1 5,-65 1,111 11,0 3,0 3,0 3,1 2,0 4,1 1,0 4,2 2,0 3,-21 13,54-24,1 2,0 1,2 1,0 2,0 0,2 1,0 1,2 0,0 2,1 0,1 2,2 0,0 0,1 1,2 1,0 0,2 1,-4 18,8-19,1 0,1 1,1-1,2 1,0-1,2 1,1-1,1 1,1-1,2 0,0 0,2-1,1 0,1 0,1-1,0 0,2-1,1 0,1-1,1-1,1 0,1-2,0 0,18 14,17 5,1-2,2-2,1-3,1-2,2-3,1-3,0-2,2-3,0-3,1-2,0-4,13-1,-10 2,1-3,0-3,0-3,0-3,0-3,0-3,-1-3,0-3,-1-3,16-8,-58 16,0-2,0 0,-1-1,-1-2,0 0,-1-2,0 0,-2-1,0-1,0-1,-2 0,-1-2,0 0,-2 0,0-2,6-13,-3-9,-2 0,-2 0,-1-1,-3-1,-2 0,-2 0,-2 0,-3-35,0 33,-2-1,-2 1,-3 0,-1 0,-3 1,-2 0,-1 1,-7-10,12 36,0 0,-1 1,-1 1,-1-1,-1 2,0 0,-1 0,-1 1,-1 1,-1 1,0 0,0 1,-2 1,0 1,0 0,-1 1,0 2,-1 0,-2 0,1 3,0 1,0 2,-1 0,0 1,1 1,-1 1,0 1,1 2,-1 0,1 1,0 1,0 1,0 1,1 1,0 1,0 0,1 2,1 0,-2 3,-58 42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0:24.86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29,'79'33,"1"-3,1-4,1-3,62 8,-112-25,279 56,2-14,3-14,0-14,1-14,7-13,1137-142,-1418 143,1196-175,-1235 180,-2 0,1 1,-1-1,1 0,0 1,-1-1,1 1,0 0,-1 0,1 0,0 0,-1 1,1-1,0 1,-1-1,1 1,-1 0,1 0,-1 0,1 0,-1 1,0-1,1 1,-1-1,1 2,-36 9,8-11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0:25.27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6,'0'-2,"2"-1,5 4,7 5,9 6,10 5,11 4,10 4,6 4,2 1,-2 3,-12 3,-18 3,-35 8,-59 6,-20-5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0:28.15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560 103,'-25'-1,"-1"1,0 1,1 1,-1 1,1 1,-23 7,22-5,-232 62,200-38,57-29,0 0,-1 1,1-1,0 0,0 0,0 1,0-1,0 0,0 1,0-1,0 1,0-1,1 1,-1 0,1-1,-1 1,1 0,0-1,0 1,-1 0,1-1,0 1,0 0,1-1,-1 1,0 0,1 0,-1-1,1 1,-1-1,1 1,0 0,-1-1,1 1,1 0,8 10,1 0,1-1,-1 0,2-1,-1 0,1-1,1-1,0 0,0-1,9 7,367 209,-378-217,-10-3,0-1,1 0,-1 0,1 0,0 0,0 0,-1-1,1 1,0-1,0 0,1 0,-1 0,0 0,0 0,0-1,1 0,-1 1,0-1,1 0,-1-1,0 1,0 0,1-1,-1 0,0 0,0 0,0 0,0 0,0-1,0 1,0-1,-1 0,1 0,1-1,2-13,-1 0,0 0,-1 0,-1-1,0 0,-1 1,-1-1,-1 0,0 0,0 7,2-29,-1 1,-3-1,-1 1,-1-1,-2 1,-2 0,-2 1,-1 0,-11-24,21 59,1-1,-1 1,0-1,0 1,0 0,0-1,0 1,0 0,0-1,-1 1,1 0,-1 0,0 0,1 1,-1-1,0 0,0 0,0 1,-1 0,1-1,0 1,0 0,-1 0,1 0,-1 0,1 0,-1 1,1-1,-1 1,1 0,-1 0,1 0,-1 0,0 0,0 0,-19 20,3 7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0:44.81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1,'138'0,"815"15,-498 11,823 27,-884-54,-447 1,18-1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0:54.65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11166 5199,'-11'6,"0"1,1 0,0 0,0 1,1 1,0-1,0 1,1 1,0 0,1 0,0 0,0 1,2 0,-1 0,1 1,1-1,0 1,0 0,1 0,-1 13,4-19,1-1,0 1,0 0,0 0,1-1,-1 1,1-1,1 1,-1-1,1 0,0 0,0 0,0 0,1 0,-1-1,1 1,0-1,1 0,-1-1,1 1,0-1,0 1,0-2,0 1,0 0,6 1,0 0,1 0,0 0,0-1,0-1,0 0,0 0,1-1,-1-1,1 0,-1-1,0 0,5-2,-12 3,1-2,0 1,0-1,-1 0,1 0,-1-1,0 1,0-1,0 0,0-1,0 1,0-1,-1 0,0 0,0 0,0-1,0 1,-1-1,0 0,0 0,0 0,0-1,-1 1,0-1,0 1,-1-1,1 0,-1 0,0 1,-1-1,0 0,1 0,-2-6,0 5,1 1,-1-1,-1 0,1 0,-1 1,0-1,-1 1,0-1,0 1,0 0,0 0,-1 0,0 1,-1 0,1-1,-1 1,0 1,0-1,0 1,-1 0,0 0,1 0,-1 1,-1 0,1 0,0 0,-1 1,1 0,-1 1,0-1,0 1,1 0,-1 1,0 0,0 0,0 0,0 1,0 0,1 0,-1 1,0 0,1 0,-4 2,3 0,1 1,-1 1,1-1,0 1,1 0,-1 0,1 0,1 1,-1 0,1 0,0 0,0 0,1 1,0-1,1 1,0 0,0 0,0 0,1 0,0 0,1 0,0 1,0-1,0 0,1 0,1 0,-1 0,1 0,1 0,-1 0,1-1,1 1,0-1,-1 0,2 0,-1 0,1-1,0 1,7 5,-4-6,1 1,0-2,1 1,-1-1,1 0,0-1,1 0,-1-1,0 0,1-1,0 0,0-1,0 0,10 0,-19-1,0 1,0-1,0 0,0 0,0 0,0-1,-1 1,1 0,0-1,0 1,0-1,0 0,-1 1,1-1,0 0,-1 0,1 0,-1 0,1 0,-1-1,1 1,-1 0,0-1,1 1,-1-1,0 1,0-1,0 0,-1 1,1-1,0 0,0 0,-1 1,1-1,-1 0,0 0,0 0,1 0,-1 0,0 0,-1 0,1 1,0-1,0 0,-1 0,1 0,-1 0,0 1,1-1,-1 0,0 0,0 1,0-1,-1 0,-19-24,-8-24,29 35,0 1,0-1,1 0,1 1,0-1,2 0,3-10,-1-2,10-72,-4 1,-5-2,-4 1,-7-50,2 15,-13-494,-25-220,41 71,11 577,32-165,-8 93,22-190,-47 386,-3 0,-3-1,-5-16,10-9,2 70,-6 16,0-1,0 0,-2 0,0-1,-1 1,-1-1,-1 0,2-18,1-1,2 1,1 0,2 0,5-10,3-2,-48 60,11-6,0 0,0-2,-1 0,1-1,-1-1,0-1,1 0,-20-3,1 1,-37 1,-124-1,-100 17,-638 65,300 1,330-43,137-14,-132 0,-294-18,160 0,270-8,-239 9,-165 19,-715-9,331-80,861 54,-768-87,-44 32,123 1,293 4,154 31,77 29,256-3,-1 0,1 1,-1-1,1 1,-1 0,1 0,-1 1,1-1,-1 1,1-1,-1 1,1 0,0 1,-1-1,1 0,0 1,0 0,0 0,0 0,0 0,0 0,1 0,-1 1,1 0,0-1,-1 1,1 0,0 0,1 0,-1 0,1 0,-1 1,0 0,1 0,0-1,0 0,1 1,-1-1,1 1,-1-1,1 0,0 1,0-1,1 1,-1-1,1 1,-1-1,1 0,0 1,1-1,-1 0,0 0,1 0,0 0,0 0,0 0,0 0,0-1,0 1,1-1,-1 1,1-1,0 0,0 0,0 0,0-1,0 1,0-1,0 1,3 0,8-2,0-1,1 0,-1-1,0-1,0 0,0-1,-1 0,1-1,-1-1,0 0,0 0,-1-2,0 1,0-2,-1 1,0-2,0 1,-1-2,5-5,-10 12,-1-1,1 1,0-1,-1 0,0 0,0 0,-1 0,1-1,-1 1,0-1,-1 0,1 0,-1 0,0 0,-1-1,1 1,-1 0,-1-1,1 1,-1-1,0 1,-1-1,1 1,-1-1,-1 1,1 0,-1 0,-1-4,-6 2,1 0,-1 0,-1 1,1 1,-1 0,-1 0,1 1,-1 0,0 0,0 2,0-1,0 1,-1 1,1 0,-1 1,0 0,1 0,-1 1,0 1,-3 1,1-1,1 0,-1 2,1 0,-1 0,1 1,0 1,1 0,-1 0,1 2,0-1,0 2,1 0,-8 6,13-9,1 0,-1 1,1 0,0 0,0 0,1 0,-1 1,2 0,-1-1,1 1,0 1,0-1,1 0,0 1,0-1,1 1,0 0,0 0,1-1,0 1,0 0,1 0,0-1,1 7,1-6,-1-1,1 1,0-1,1 1,0-1,0-1,0 1,1 0,0-1,0 0,1 0,0-1,0 1,0-1,1-1,-1 1,1-1,0 0,0-1,1 1,-1-1,1-1,3 1,3 1,1 0,-1-2,1 1,0-2,-1 0,1-1,0 0,0-1,0-1,-1-1,1 0,6-2,-15 4,0-1,0 0,0 0,0 0,-1-1,1 0,-1 0,1 0,-1-1,0 0,0 0,-1 0,1 0,-1-1,0 0,0 0,0 0,-1 0,0 0,0-1,0 0,-1 1,0-1,0 0,0 0,-1 0,1-1,-2 1,1 0,-1 0,0-1,0 1,0 0,-1 0,0-1,-1 1,1 0,-1 0,0 0,-3-5,0 4,-1 0,1 0,-1 0,-1 1,1 0,-1 0,0 1,-1 0,1 0,-1 0,0 1,0 0,0 1,-1 0,1 0,-1 1,0 0,1 1,-1-1,0 2,0-1,-6 1,8 0,1 1,0-1,-1 1,1 0,0 0,0 1,0 0,0 0,0 0,0 1,1 0,-1 0,1 0,-1 1,1 0,1 0,-1 0,0 0,1 1,0 0,0 0,0 0,1 0,0 1,0-1,0 1,0 0,1 0,0 0,1 0,-1 0,1 1,0-4,1 0,-1 0,1 0,0 0,0 0,0 1,1-1,-1 0,1 0,0 0,-1 0,1 0,1 0,-1 0,0 0,1-1,-1 1,1 0,0-1,0 1,0-1,0 0,0 0,1 0,-1 0,1 0,-1 0,1 0,0-1,0 0,-1 1,1-1,0 0,0 0,0 0,3-1,2 2,0 0,0-1,0 0,0-1,0 0,1 0,-1-1,0 0,0-1,0 1,0-2,0 1,5-3,-9 3,0 0,-1-1,1 1,-1-1,0 0,1 0,-1 0,-1 0,1 0,0-1,-1 1,0-1,0 1,0-1,0 0,0 0,-1 0,0 0,0 0,0-1,0 1,-1 0,1 0,-1-1,0 1,0 0,-1 0,1-1,-1 1,0 0,0 0,-1 0,1 0,-1 0,0 0,0 0,0 1,0-1,-1 1,1-1,-1 1,-3-3,-5-6,0 1,-1 0,0 1,0 0,-1 1,-1 0,0 1,0 1,-8-4,20 10,1 1,0-1,-1 0,1 0,-1 0,1 1,-1-1,1 1,-1-1,0 1,1 0,-1-1,1 1,-1 0,0 0,1 0,-1 0,0 1,1-1,-1 0,1 1,-1-1,0 1,1-1,-1 1,1 0,-1 0,1 0,0 0,-1 0,1 0,0 0,0 0,0 0,0 0,0 1,0-1,0 1,0-1,0 0,1 1,-1-1,0 1,1 0,-1-1,1 2,-6 24,1 2,1-1,2 0,1 1,1 3,0-8,12 801,-1-476,-9-262,36 742,-20-700,-17-196,-1 38,-1 2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0:55.38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139 181,'62'95,"4"-3,5-3,3-3,84 75,-108-129,-49-32,0 0,0 0,0-1,0 1,0-1,0 1,-1-1,1 1,0-1,0 0,0 1,0-1,-1 0,1 1,0-1,-1 0,1 0,-1 0,1 0,-1 0,1 0,-1 0,1 0,-1 0,0 0,0 0,1 0,-1 0,0 0,0 0,0 0,0 0,0 0,-1-1,0-216,-4-170,5 387,1-2,0-1,-1 1,1-1,-1 1,0-1,0 1,0-1,0 1,-1-1,1 1,-1 0,0-1,0 1,0 0,0-1,-1 1,1 0,-1 0,0 0,0 0,0 0,0 1,-1-1,1 1,-1-1,1 1,-1 0,0 0,0 0,0 0,0 1,0-1,0 1,-1-1,-2 1,-10 1,-1 1,1 1,0 1,0 0,0 1,0 0,-12 6,-9 2,-284 57,245-53,97-13,199-20,-137 7,0 4,34 4,-111 2,1-1,0 1,0 1,-1-1,1 1,0 0,-1 1,1-1,-1 1,1 1,-1-1,0 1,0 0,0 0,-1 1,1 0,-1 0,0 0,0 1,0 0,0 0,0 0,-1 6,0 1,-1-1,0 1,0-1,-2 1,1 0,-1 0,-1 0,0 0,-1 0,0 0,-1-1,0 1,-3 8,5-19,-93 475,83-401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0:57.17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9693 67,'-57'-7,"1"3,0 2,-1 3,1 2,0 3,-38 9,-122 9,-295-18,158-5,314 0,-482 7,-176-32,480 8,-145 9,-372 43,-163-47,317-15,-420-19,291 28,-123 8,301 24,-414 24,940-39,3 0,1 0,-1-1,0 1,0 0,1 0,-1 0,0 0,0 0,1 0,-1 0,0 0,1 1,-1-1,0 1,1-1,-1 1,0 0,1 0,-1 0,1 0,0 0,-1 0,1 0,0 0,-1 0,1 1,0-1,0 0,0 1,0-1,0 1,1-1,-1 1,0-1,1 1,-12 49,-24 158,22 597,70 213,-20-526,-24-350,-27-189,4 18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0:57.6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26 542,'-26'-61,"26"60,0 1,0-1,0 0,1 1,-1-1,0 0,0 1,0-1,1 1,-1-1,0 0,0 1,1-1,-1 1,1-1,-1 0,1 1,-1-1,0 1,1 0,0-1,-1 1,1-1,-1 1,1 0,-1-1,1 1,0 0,-1 0,1 0,0-1,-1 1,1 0,0 0,-1 0,1 0,0 0,-1 0,1 0,0 0,-1 0,1 1,0-1,-1 0,1 0,0 1,-1-1,1 0,-1 1,1-1,0 0,-1 1,1 0,14 6,-1 1,0 1,-1 1,0 0,0 0,-1 1,0 1,2 3,9 8,303 313,-325-335,11 11,1-1,0 0,1 0,0-2,1 0,0 0,0-2,4 2,-18-9,1 1,-1 0,1-1,0 1,-1-1,1 0,0 0,0 1,-1-1,1 0,0 0,0-1,-1 1,1 0,0 0,-1-1,1 1,0-1,-1 0,1 1,-1-1,1 0,-1 0,1 0,-1 0,0 0,1 0,-1-1,0 1,0 0,0-1,0 1,1-1,14-59,-11-18,-4 0,-3 0,-8-36,5 54,-3-35,-1-5,4-1,6-47,7 85,-3 57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0:58.50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100 1,'-17'205,"9"2,9-1,22 156,70 382,-61-446,-32-288,-1-24,-2-283,-13-277,16 566,-15-220,-10 1,-23-72,44 274,-1 0,-2 0,0 1,-2 0,-1 0,0 1,-2 0,-1 1,-11-15,24 37,0 1,0-1,0 0,-1 0,1 1,0-1,0 0,-1 0,1 1,0-1,0 0,-1 0,1 0,0 0,0 1,-1-1,1 0,0 0,-1 0,1 0,0 0,-1 0,1 0,0 0,-1 0,1 0,0 0,-1 0,1 0,0 0,-1 0,1 0,0 0,-1-1,1 1,0 0,-1 0,1 0,0 0,0-1,-1 1,1 0,0 0,0 0,0-1,-1 1,1 0,0-1,0 1,0 0,0 0,-1-1,1 1,0 0,0-1,0 1,0 0,0-1,0 1,0 0,0-1,0 1,0 0,0-1,8 27,65 88,-73-114,0-1,0 1,0-1,0 1,0-1,0 1,0-1,0 1,0 0,1-1,-1 1,0-1,0 1,0 0,1-1,-1 1,0-1,0 1,1 0,-1 0,0-1,1 1,-1 0,1-1,-1 1,0 0,1 0,-1 0,1-1,-1 1,0 0,1 0,-1 0,1 0,-1 0,1 0,-1 0,0 0,1 0,-1 0,1 0,-1 0,1 0,-1 0,1 0,-1 1,0-1,1 0,-1 0,1 0,-1 1,0-1,1 0,-1 1,0-1,1 0,-1 1,0-1,1 1,-8-40,-23-61,27 91,2 23,-2 65,0-28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0:59.83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315 309,'-18'-62,"29"76,29 53,3-3,3-1,12 9,29 32,-82-94,-18-19,-18-25,2-2,1 0,2-2,2-1,-6-13,12 20,-93-173,108 200,2 4,0 0,0 0,0 0,0-1,0 1,0 0,1 0,-1-1,0 1,1-1,-1 1,1 0,-1-1,1 1,0-1,0 1,-1-1,1 1,0-1,0 1,1-1,-1 1,0-1,0 1,1-1,-1 1,1-1,-1 1,1 0,0-1,-1 1,1 0,0-1,0 1,0 0,0 0,1-1,106-4,-27-1,0-4,-1-4,39-13,-6 2,-106 24,-6 1,1 0,-1 1,1-1,-1 0,1 0,-1 1,1-1,-1 1,1-1,-1 1,1 0,0-1,-1 1,1 0,0 0,-1 0,1 0,0 1,-1-1,1 0,-1 1,1-1,-1 1,1-1,-1 1,1 0,-1 0,1 0,-1 0,0 0,1 0,-1 0,0 0,0 0,0 0,0 1,0-1,0 0,0 1,0 1,-3 6,0-1,-1 1,0-1,-1 0,0 0,0 0,0 0,-1 0,-1-1,1 0,-1 0,-4 3,6-4,-39 42,-2-2,-1-1,-2-3,-40 26,44-44,43-24,1 0,-1-1,1 1,0 0,-1 0,1-1,-1 1,1 0,0-1,-1 1,1 0,-1-1,1 1,0-1,0 1,-1-1,1 1,0 0,0-1,0 1,-1-1,1 1,0-1,0 1,0-1,0 1,0-1,0 1,0-1,0 1,0-1,0 1,0-1,0 1,0-1,1 1,-1-1,0 1,0-1,1 1,-1-1,0 1,0 0,1-1,-1 1,0-1,1 1,-1 0,1-1,-1 1,89-124,-57 85,0-2,99-110,-131 151,0 1,0-1,0 1,0-1,0 1,0-1,1 1,-1-1,0 1,0-1,0 1,1-1,-1 0,0 1,1-1,-1 0,0 1,1-1,-1 0,0 1,1-1,-1 0,1 0,-1 1,1-1,-1 0,1 0,-1 0,1 0,-1 1,1-1,-1 0,0 0,1 0,-1 0,1 0,-1 0,1 0,-1-1,1 1,-1 0,1 0,-1 0,1 0,-1-1,1 1,-1 0,0 0,1-1,-1 1,1 0,-1-1,0 1,1 0,-1-1,0 1,1-1,-1 1,0 0,0-1,0 1,1-1,-1 1,0-1,0 1,0-1,0 1,0-1,-8 41,-26 46,-3-2,-32 50,-56 127,117-232,8-29,1 1,-1-1,0 0,0 1,0-1,1 1,-1-1,0 0,1 1,-1-1,0 0,1 1,-1-1,0 0,1 1,-1-1,1 0,-1 0,0 0,1 1,-1-1,1 0,-1 0,1 0,-1 0,1 0,-1 0,1 0,-1 0,1 0,-1 0,1 0,-1 0,0 0,1 0,-1-1,1 1,-1 0,1 0,-1 0,0-1,1 1,-1 0,1-1,-1 1,0 0,1-1,-1 1,0 0,0-1,1 1,-1 0,0-1,0 1,1-1,-1 1,0-1,0 1,0-1,0 1,0 0,0-1,0 1,0-1,0 0,25-29,-2-2,-2-1,0 0,-3-2,0 0,-1-4,-13 29,41-105,-57 123,-134 224,143-227,3-4,0 0,0 0,-1 1,1-1,0 0,-1 0,1 0,-1 0,1 0,-1 0,0 0,0 0,1 0,-1 0,0 0,0 0,0 0,0 0,0-1,0 1,0 0,0-1,0 1,0-1,0 1,-1-1,1 0,0 1,0-1,-1 0,1 0,0 0,0 0,0 0,-1 0,1 0,-1-1,-46-76,12 33,-2 2,-1 1,-2 2,-2 2,-2 2,-1 1,-1 3,-2 2,-34-14,15-5,67 48,1-1,0 1,0 0,0-1,0 1,0 0,0-1,0 1,0 0,0 0,0-1,0 1,0 0,0-1,0 1,0 0,0-1,0 1,0 0,0-1,0 1,0 0,0 0,1-1,-1 1,0 0,0 0,0-1,1 1,-1 0,0 0,0-1,1 1,-1 0,0 0,0 0,1 0,-1-1,0 1,0 0,1 0,-1 0,0 0,1 0,-1 0,0 0,1 0,-1 0,0 0,1 0,-1 0,0 0,1 0,-1 0,0 0,0 0,1 0,-1 1,0-1,1 0,-1 0,0 0,0 0,1 1,23 4,0 8,-2 2,0 0,0 1,-2 1,0 1,0 1,-2 0,-1 2,8 11,4 5,-1 2,-1 1,-3 1,19 41,-21-30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01.8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 30,'6'32,"3"0,0 0,2 0,11 19,3 13,42 145,-75-271,-3 9,-3 1,-1 0,-3 0,-3 2,-1 0,-11-14,10 22,24 41,0 1,0-1,0 1,0-1,0 1,0 0,0-1,0 1,0 0,0 0,0 0,1 0,-1-1,0 1,0 1,0-1,0 0,0 0,0 0,0 1,0-1,0 0,0 1,0-1,0 1,0-1,0 1,0 0,0-1,0 2,3-1,33 9,1-2,-1-2,1-1,1-2,35-2,57 5,-129-6,0 0,0-1,0 1,-1 0,1 0,0 0,0 1,0-1,0 0,0 1,0-1,-1 1,1-1,0 1,0 0,-1 0,1 0,0 0,-1 0,1 0,-1 0,0 1,1-1,-1 0,0 1,0-1,0 1,0 0,0-1,0 1,0 0,0 0,-1-1,1 1,-1 0,1 0,-1 0,0 0,0 0,0-1,0 1,0 0,0 0,0 0,-1 0,1 0,0 0,-1-1,0 1,0 0,-8 15,-2-2,0 1,0-2,-1 1,-1-2,-1 0,0 0,-7 4,1 0,-191 157,211-174,0-1,0 1,0 0,0 0,0-1,0 1,-1 0,1 0,0-1,0 1,0 0,0 0,0 0,-1-1,1 1,0 0,0 0,0 0,0-1,-1 1,1 0,165-190,-145 163,-1 0,-1-1,-1-1,11-26,-22 35,-7 20,1-1,0 1,-1 0,1 0,0-1,0 1,-1 0,1 0,-1 0,1 0,0-1,-1 1,1 0,0 0,-1 0,1 0,-1 0,1 0,0 0,-1 0,1 0,-1 0,1 0,0 0,-1 0,1 0,-1 1,1-1,0 0,-1 0,1 0,0 0,-1 1,1-1,0 0,-1 0,1 1,0-1,0 0,-1 1,1-1,0 0,0 1,0-1,-1 0,1 1,0-1,0 1,0-1,0 0,0 1,0-1,0 1,0-1,0 0,-30 36,2 0,2 2,1 1,2 1,-11 28,9-3,25-64,0-1,-1 1,1-1,0 1,-1-1,1 1,0-1,0 1,0-1,-1 1,1-1,0 1,0-1,0 1,0 0,0-1,0 1,0-1,0 1,0-1,0 1,0 0,1-1,-1 1,0-1,0 1,0-1,1 1,-1-1,0 1,1-1,-1 1,0-1,1 0,-1 1,1-1,-1 0,1 1,-1-1,1 0,-1 1,1-1,-1 0,1 0,-1 1,1-1,-1 0,1 0,-1 0,1 0,0 0,-1 0,1 0,-1 0,1 0,-1 0,1 0,-1 0,1-1,0 1,-1 0,1 0,-1 0,1-1,-1 1,1 0,-1-1,0 1,1 0,35-26,-23 14,0 0,0-1,-1-1,-1 0,-1-1,0 0,0 0,-2-1,0 0,-1-1,0 1,-1-1,-1-1,-1 1,2-18,-5 31,-1 0,0 0,0 0,0 0,0 0,0 0,-1 0,0 1,0-1,0 0,0 0,0 1,-1-1,0 1,0-1,0 1,0-1,0 1,-2-1,2 4,0 0,1 0,-1 1,0-1,0 1,0 0,1-1,-1 1,0 0,1 0,-1 0,1 0,-1 0,1 1,0-1,-1 0,1 1,0-1,0 0,0 1,0 0,0-1,0 1,0 0,0-1,1 1,-1 0,1 0,-1-1,1 1,0 0,0 0,0 0,0 1,-1-1,-75 289,50-196,4 0,4 2,5 0,4 0,4 1,4 2,16-4,-8-91,-6-22,-7-78,8 72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02.54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 4,'-10'-3,"24"7,42 3,1-3,0-2,53-5,-62 1,1014 9,-92 48,-787-45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03.50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1,'0'4,"0"9,0 8,0 13,0 9,0 12,0 6,0 6,0 4,0-1,2-2,4-5,2-8,2-9,2-12,-1-12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03.76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40 0,'-3'18,"-2"16,-3 10,-1 7,2 2,2-3,2-6,4-9,3-9,4-10,5-9,1-7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06.1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705 107,'133'-103,"-119"99,-23 22,-39 44,-2-3,-4-2,-3-1,-514 472,557-516,-34 48,51-58,3-10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06.7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513 1,'-13'18,"-12"20,-13 16,-9 14,-5 6,-4 2,0-3,4-7,4-10,8-10,9-11,7-11,8-12,6-13,5-6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07.07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491 58,'0'-2,"0"0,0-1,0 1,-1-1,1 1,-1-1,0 1,0 0,0-1,0 1,0 0,0 0,0 0,-1 0,1 0,-1 0,1 0,-1 0,0 0,0 1,0-1,0 1,0 0,0-1,0 1,-1 0,1 0,0 0,-1 0,1 1,0-1,-1 1,1-1,-1 1,1 0,-1 0,1 0,-1 0,1 1,-1-1,1 1,0-1,-1 1,1 0,0 0,-1 0,1 0,-13 10,0 1,1 0,0 1,1 0,1 1,-4 6,-2 1,-80 99,-52 86,109-152,102-128,-49 64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07.6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662 0,'-54'52,"-332"388,380-433,-56 65,4 3,-22 40,65-86,15-29,0-1,1 1,-1 0,0 0,0 0,1 0,-1 0,0 0,0 0,1 0,-1 0,0 0,0 0,1 0,-1 0,0 0,0 0,1 1,-1-1,0 0,0 0,0 0,1 0,-1 0,0 1,0-1,0 0,1 0,-1 0,0 0,0 1,0-1,0 0,0 0,1 1,-1-1,66-80,-44 48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08.05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558 0,'16'1,"-21"24,-15 14,-3-1,-1-1,-1-1,-23 24,26-32,-139 166,-10-6,106-114,55-57,20-21,1-8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08.3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561 21,'15'-9,"7"-1,-4 9,-9 12,-14 17,-16 17,-16 14,-14 14,-9 9,-6 5,-1 4,3-1,2-3,5-6,5-7,6-7,9-15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08.96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343 24,'4'-14,"2"5,-5 17,-11 28,-16 35,-22 40,-24 42,-29 37,4-12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14.2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27,'453'8,"-36"1,-183 15,231-17,-119 13,-249-20,249 10,159 21,-343-24,622 6,-25 19,290-32,-350-28,-195 21,-121-28,-176 8,93 4,4 14,-19 4,-31-36,-77 28,-176 14,1-1,0 1,-1-1,1 1,-1 0,1-1,-1 1,1 0,-1 0,1 0,-1 0,0 0,0 1,1-1,-1 0,0 1,0-1,0 0,0 1,-1-1,1 1,0 0,-1-1,1 1,-1-1,1 1,-1 0,0-1,0 1,0 0,0 0,0-1,0 1,0 0,0-1,-1 1,1 0,-1 0,1 9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16.0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55 37,'11'-3,"125"-31,-134 35,0 0,0 0,0 0,0 0,0 0,0 0,-1 1,1-1,-1 1,1-1,-1 1,1 0,-1-1,0 1,0 0,0 0,0 0,0 0,0 0,0 0,-1 0,1 0,-1 0,1 0,-1 0,0 0,0 0,0 1,0-1,0 0,0 0,-1 0,1 0,-1 0,0 0,0 1,1 7,-31 407,32-176,-28-83,15-36,-16 44,2 43,23-139,-4 0,-10 44,-20 208,23-162,3-103,2 0,3 1,2 21,5 365,13-179,-7 11,-3-190,-5 1,-6 39,6-110,0 30,1 0,3 1,2-1,2 7,14 217,-8-43,3 66,-16 13,-23-195,26-75,3-28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16.7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1,'158'104,"-110"-76,-11-6,-5-5,0 1,-1 2,-1 1,-1 2,-1 0,-1 2,-2 1,8 10,-29-31,-1-1,1 0,-1 1,0 0,-1-1,1 1,-1 0,0 1,0-1,-1 0,1 1,-1-1,0 0,-1 1,1-1,-1 1,0 0,0-1,-1 1,0-1,0 1,0-1,-1 0,1 0,-1 1,-1-1,1 0,-1 0,1-1,-2 1,1-1,0 1,-3 2,-16 10,-1 0,0-2,-1 0,-1-2,0 0,0-2,-2-1,1-1,-7 0,23-5,-159 50,149-45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17.0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0,'650'33,"-230"-19,-406-13,147 7,0 8,64 18,-147-11,-60-4,-21-12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18.23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148 65,'-12'9,"0"1,1-1,0 2,1-1,0 1,1 1,0 0,1 0,0 1,1 0,0 0,1 1,1 0,0 0,1 0,0 0,1 1,1 1,0-1,0-1,1 1,1 0,1-1,0 1,0 0,2-1,0 1,1-1,0 0,1 0,0 0,1-1,1 0,0 0,1 0,0-1,1 0,0-1,1 0,0-1,1 1,0-2,1 0,0 0,0-1,1-1,0 0,0 0,0-1,1-1,0-1,0 0,1 0,-1-1,1-1,-1-1,7 0,-11-2,0 0,0-1,0 0,0-1,0 0,-1-1,1 0,-1 0,0-1,0 0,-1-1,1 0,-1 0,0-1,-1 0,0 0,0 0,0-1,-1 0,0-1,-1 0,3-5,1-5,0 1,-1-1,-2-1,0 1,0-1,-2 0,-1 0,0-1,-2 1,0-19,-2 18,-1 0,-1 1,0 0,-2-1,0 1,-1 1,-1-1,-1 1,-1 0,-5-6,11 17,-2 1,1 0,-1 0,0 1,-1-1,1 1,-1 1,-1-1,1 1,-1 0,0 0,0 1,0-1,-1 2,1-1,-1 1,0 0,0 1,0 0,0 0,0 1,-1 0,1 0,0 1,-1 0,-6 1,0 3,-1 2,1-1,0 2,0 0,1 0,0 2,0 0,1 0,0 1,1 1,0 0,1 1,0 0,0 0,2 1,-1 1,2 0,0 0,0 0,2 1,0 0,-4 15,6-19,1 1,0 0,0 0,1 1,1-1,0 0,1 1,0-1,1 0,2 8,11 36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18.7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116 5,'-4'-1,"1"0,0 0,0 1,0-1,-1 1,1 0,0 0,0 0,-1 0,1 1,0-1,0 1,0 0,-1 0,1 0,0 0,0 1,1-1,-1 1,0 0,0 0,1 0,-1 0,1 0,0 0,-1 1,1-1,0 1,1 0,-1-1,0 1,1 0,-1 0,1 0,0 0,0 0,0 0,1 1,-1-1,1 0,-1 4,-4 16,0 0,2 1,1-1,1 1,0 0,2 0,1 0,1-1,1 1,1-1,1 0,1 0,0-1,2 0,1 0,1-1,13 19,-20-32,0-1,0 1,1-1,1 0,-1-1,1 1,0-1,0 0,1-1,0 1,0-1,0-1,0 1,1-1,0-1,0 1,0-1,0-1,1 1,-1-1,0-1,1 0,0 0,-1-1,1 1,0-2,-1 0,1 0,-1 0,1-1,-1 0,0-1,0 0,4-1,-1-4,-1 0,0 0,0-1,-1-1,0 1,0-2,-1 1,0-1,-1 0,-1 0,0-1,0 0,-1 0,1-6,7-22,-1-2,-2 1,2-35,1-74,-13 150,-1 0,1 0,0 1,-1-1,1 0,0 0,-1 0,1 0,0 0,-1 0,1 0,0 0,-1 0,1 0,0 0,-1 0,1 0,0 0,-1 0,1 0,0 0,-1 0,1 0,0-1,-1 1,1 0,0 0,-1 0,1-1,0 1,0 0,-1 0,1-1,0 1,0 0,0 0,-1-1,1 1,0 0,0-1,0 1,0 0,0-1,-1 1,-12 34,1 1,2 0,1 1,2 0,0 9,4-24,-2-4,1 0,1 0,1 1,1 0,0-1,1 1,1-1,1 1,0-1,1 1,1-1,6 15,17 4,4-11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19.00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102 1,'-10'13,"-4"15,0 10,1 12,5 7,2 6,3 1,1-3,2-6,0-7,1-7,-5-9,-4-9,-2-12,-1-7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19.2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47 99,'-13'-18,"-6"-9,5 1,14 7,24 11,30 14,39 12,38 11,37 2,26-4,-21-7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20.83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325 0,'-13'19,"-12"12,-8 8,-8 4,-4 2,0-3,2-3,6-7,10-6,11-5,16-7,17-7,5-5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21.10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0,'20'14,"23"15,25 15,30 9,32 2,-5-9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32.76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29 210,'-5'10,"1"-1,0 1,1 0,0 0,0 1,1-1,0 0,1 1,0-1,1 1,0 0,0-1,1 1,1-1,0 1,0-1,1 0,1 0,-1 0,1 0,1-1,0 1,0-1,1 0,0-1,1 0,0 1,7 5,-10-9,1-1,0 1,0-1,0 0,0 0,1-1,-1 1,1-1,0-1,0 1,0-1,0 0,0 0,1-1,-1 0,1 0,-1 0,1-1,-1 0,1 0,-1-1,1 1,-1-1,0-1,1 0,-1 1,0-2,0 1,0-1,0 0,-1 0,1-1,4-3,1-6,0 0,-1-1,-1-1,0 0,-1 0,0-1,-1 0,-1 0,-1 0,0-1,-1 0,-1 0,0 0,-1 0,-1 0,-2-15,2 23,0-1,-1 1,-1 0,0-1,0 1,-1 0,0 0,0 0,-1 0,0 0,-1 0,0 1,0-1,-1 1,0 0,0 1,-1-1,0 1,0 0,-1 1,0-1,0 1,-1 1,1-1,-1 1,0 1,-1-1,1 1,-1 1,0 0,0 0,0 1,0 0,0 0,-1 1,-74 13,1 14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38.1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87 160,'-4'18,"2"-1,-1 2,2-1,1 0,0 0,1 0,1 0,1 0,0 0,6 16,-6-20,1 0,1 0,0-1,0 1,2-1,-1-1,2 1,6 8,-10-16,0 0,0-1,0 1,1-1,-1 0,1 0,0-1,0 1,1-1,-1 0,1-1,-1 1,1-1,0 0,0-1,0 1,0-1,0 0,0-1,0 1,5-2,0-1,0-1,0 0,0-1,-1 0,0-1,0 0,0 0,0-1,-1 0,0-1,0 0,-1-1,0 0,0 0,0-1,-1 1,-1-2,0 1,0-1,-1 0,0 0,0 0,-1-1,-1 0,0 0,0 0,-1 0,0-6,1 5,0 0,-2-1,1 1,-2-1,1 1,-2-1,0 1,0-1,-1 1,-1 0,0 0,0 0,-1 0,-1 0,0 1,-1 0,0 0,0 0,-1 1,-1 0,0 0,0 0,-1 1,0 1,0 0,-1 0,0 1,-6-4,9 9,1 0,-1 0,0 0,0 1,0 0,0 0,0 0,0 1,0 1,0-1,0 1,0 0,0 0,0 1,0 0,0 1,1-1,-1 1,1 0,0 1,0-1,0 1,0 1,0 0,-18 14,2 1,0 1,2 1,-17 22,-23 33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39.78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145 31,'-7'18,"1"0,0 1,1-1,1 1,1 0,0 1,2-1,0 0,1 1,1-1,1 0,1 1,0-1,0-5,1-1,0 1,0-1,1 0,1 0,0-1,1 0,7 10,-12-18,1 0,-1-1,1 1,0-1,1 0,-1 0,0 0,1 0,-1-1,1 1,0-1,0 0,0 0,0 0,1-1,-1 0,0 0,1 0,-1 0,0 0,1-1,-1 0,1 0,-1 0,1 0,-1-1,1 0,-1 0,2 0,4-5,1-1,-1 0,0 0,-1-1,1-1,-2 1,1-1,-1-1,-1 1,1-2,-2 1,0-1,0 1,0-2,-2 1,1-1,-2 1,1-1,-1 0,-1-5,1 9,0-1,-1 1,0 0,-1-1,0 1,0-1,-1 0,0 1,0-1,-1 0,0 1,-1-1,0 1,0 0,-1 0,0-1,0 1,-1 1,0-1,-1 1,1-1,-1 1,-1 1,1-1,-1 1,0 0,-1 0,1 0,-1 1,0 0,-1 1,1 0,-7-3,2 4,0 1,-1 1,1 0,-1 0,1 1,-1 1,1 0,-1 1,1 0,0 1,0 0,0 1,0 0,1 1,-1 1,1-1,0 2,1 0,-6 4,-70 46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47.48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1257 15,'-57'-7,"0"2,-1 3,-19 3,42 3,0 2,1 2,0 1,0 1,1 2,0 1,1 2,0 1,2 2,-7 5,-4 2,1 2,2 1,1 2,1 2,2 1,1 2,1 1,3 1,0 2,3 1,1 0,-12 33,-4 12,3 2,5 1,-18 77,39-117,3 1,1 0,3 0,2 0,2 0,2 1,2-1,4 11,0-16,3 0,2-1,1-1,2 0,2-1,2 0,1-2,2 0,2-1,7 6,-13-21,1 0,1-1,1-1,1-1,0-1,1-1,2-1,0-1,0-1,1-2,1 0,0-2,1-1,0-1,25 5,-23-10,1-1,0-1,0-1,0-2,-1-1,1-2,-1-1,1-1,-1-1,-1-2,0-1,0-2,-1 0,0-2,15-11,-3 1,-2-3,-1 0,-2-3,0-1,-2-1,-2-2,0-2,-3 0,-1-2,2-6,-2-7,-3-2,-1 0,-3-1,-2-2,-3 0,-2 0,-2-1,-3-1,-3 1,-2-1,-2 0,-4 0,-1 0,-3 1,-3-1,-2 2,-3 0,-2 0,-2 2,-14-25,23 53,-2-1,0 2,-1-1,-2 2,-1 0,0 1,-2 0,-1 1,0 1,-2 1,0 1,-1 1,-1 1,-13-7,28 20,0 1,1 0,-1 1,0-1,0 1,0 1,-1 0,1 0,0 0,-1 1,1 1,0-1,0 1,-1 1,-7 1,-39 19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48.6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3553 1,'0'0,"0"1,-1 0,1-1,0 1,0 0,0 0,0-1,-1 1,1 0,0 0,0 0,0-1,1 1,-1 0,0 0,0-1,0 1,0 0,1-1,-1 1,0 0,1 0,-1-1,1 1,-1-1,1 1,-1 0,1-1,-1 1,1-1,-1 1,1-1,0 1,-1-1,1 0,0 1,16 14,0-1,2-1,-1 0,1-1,19 7,-11-4,675 360,-557-291,-5 6,43 40,-152-105,0 2,-1 1,-2 1,-1 2,-1 0,-2 2,-1 1,1 6,-14-22,0 2,-1-1,-2 1,0 1,-1-1,0 1,-2 0,-1 0,-1 1,0-1,-2 0,0 1,-1-1,-2 1,0-1,-2 5,-4 2,0 0,-2-1,-1 0,-1 0,-1-1,-1-1,-2-1,0 0,-14 12,-11 12,-3-3,-2-2,-50 35,-39 16,-5-7,-3-6,-3-6,-67 21,-606 220,583-229,157-58,-524 198,-76 64,588-249,2 4,2 3,2 5,2 3,4 4,1 3,4 4,3 2,3 4,-38 54,37-15,4 3,5 3,6 3,5 2,5 2,6 2,-14 87,-114 700,128-668,4-22,40-217,6-23,2-25,-9 18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49.1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73 81,'-4'31,"1"0,1 1,2-1,1 1,2-1,1 0,7 29,-8-42,-1-7,8 55,3-1,2 0,7 7,-9-48,-13-24,0 1,1-1,-1 0,1 0,-1 0,1 1,-1-1,0 0,1 0,-1 0,1 0,-1 0,1 0,-1 0,1 0,-1 0,0 0,1 0,-1 0,1 0,-1-1,1 1,-1 0,0 0,1 0,-1-1,1 1,-1 0,0 0,1-1,-1 1,0 0,1-1,-1 1,0 0,0-1,1 1,-1 0,0-1,0 1,0-1,1 1,-1 0,0-1,0 1,0-1,0 1,0-1,0 1,0-1,0 1,0 0,0-1,0 0,5-20,-1-1,0 0,-2 0,-1 0,0-1,-2 1,0 0,-2-2,0-16,-3 1,-1 0,-1 0,-2 0,-2 1,-2 1,-1 0,-2 1,-1 1,-3 0,-23-16,44 51,0 0,0-1,0 1,0 0,0 0,0-1,-1 1,1 0,0 0,0-1,-1 1,1 0,0 0,0 0,0-1,-1 1,1 0,0 0,-1 0,1 0,0 0,0 0,-1-1,1 1,0 0,-1 0,1 0,0 0,-1 0,1 0,0 0,-1 0,1 0,0 1,0-1,-1 0,1 0,0 0,-1 0,1 0,0 0,0 1,-1-1,1 0,0 0,0 0,-1 1,1-1,0 0,0 0,0 1,0-1,-1 0,1 0,0 1,0-1,0 0,0 1,0-1,0 0,0 0,0 1,0-1,0 0,0 1,10 19,5-10,-1-2,1 0,0 0,1-2,0 0,0 0,0-2,1 0,0-1,-1 0,16-1,299 28,-324-30,1 0,-1 1,1 0,-1 1,0-1,0 2,0-1,0 1,0 0,0 0,0 1,-1-1,0 2,0-1,0 1,0 0,-1 0,0 0,0 1,0 0,0 1,-2 4,-1 0,-1 0,0 0,0 0,-1 1,-1-1,0 0,0 0,-1 0,0-1,-1 1,0 0,-1-1,0 1,-1-1,0-1,-1 1,-1 2,-30 55,-3-2,-2-2,-4-2,-1-1,-4-3,-2-2,-45 36,0-9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50.3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775 0,'-29'5,"-1"1,1 1,0 2,1 1,0 1,0 1,1 2,1 0,1 2,0 1,-12 11,15-9,1 1,1 1,1 1,1 1,1 0,1 1,1 1,1 0,-3 9,-13 37,3 1,-16 67,-7 58,10 1,1 50,27-162,4 0,3 1,4-1,6 35,-2-90,1 0,2 0,0-1,2 0,2 0,1-1,1 0,1-1,1 0,2-1,1-1,1 0,19 20,-20-27,1 0,1-2,0 0,1-2,1 0,1-1,0-1,0-1,1-1,1-1,0-1,0-1,1-1,0-1,0-1,0-2,1 0,-1-2,1 0,-1-2,1-1,-1-1,0-2,0 0,0-1,0-2,10-5,2-7,-2-2,0-1,-1-2,-2-2,-1 0,-1-2,-1-2,-2 0,-1-2,-1-1,-2-1,-2 0,-1-2,11-29,-10 16,-1-2,-3 0,-2-1,-2-1,-3 0,-2 0,-2-1,-3 0,-2 0,-3 0,-2 0,-3 0,-1 1,-4 0,-1 0,-3 2,-2 0,-3 0,-1 2,-6-5,16 34,-1 0,-1 1,-1 1,-1 0,0 1,-2 1,1 0,-2 2,-5-4,14 13,0 0,0 0,0 0,-1 1,0 1,0 0,0 1,-1 0,1 0,-1 1,1 1,-1 0,0 0,1 1,-1 1,0 0,1 0,-1 2,1-1,-1 1,-11 7,1 0,0 2,0 0,1 1,1 1,0 1,1 1,1 1,0 1,2 0,0 1,-12 17,-39 57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51.2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1754 0,'0'15,"1"-1,1 1,0-1,0 0,2 0,0 0,0 0,2 0,-1-1,2 0,-1 0,2-1,0 0,0 0,1-1,1 0,0 0,1 0,37 31,1-1,2-3,2-2,1-3,2-2,1-2,60 21,188 75,97 46,-369-156,-1 1,0 1,-1 2,-1 1,-1 2,-1 0,-1 2,-1 1,-1 1,-1 2,-1 0,-2 1,-1 1,-1 1,8 20,-16-23,-2 1,-1 1,-1-1,-1 1,-2 0,-1 0,-1 1,-2-1,-1 0,-1 1,-1-1,-2 0,-2 0,0-1,-2 0,-1 0,-1-1,-2 0,-4 6,-24 33,-3-1,-3-2,-3-2,-2-2,-3-3,-3-2,-31 22,-221 174,-47 12,177-131,-274 196,-331 248,663-483,5 5,3 5,-32 44,111-108,2 1,2 1,1 2,3 1,1 1,2 2,3 0,1 1,3 1,2 1,-7 40,9 16,5 1,4-1,6 33,-3 112,-12-99,-7 0,-9 12,15-85,-8 116,22-236,1 9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51.7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1,'4'60,"3"0,3 0,1-1,4 0,11 26,79 273,-98-333,-7-26,0 1,0 0,0 0,1 0,-1 0,0 0,0 0,0 0,0 0,0 0,1 0,-1 0,0 0,0 0,0 0,1 0,-1 0,0 0,0 0,0 0,0 0,1 0,-1 0,0 0,0 0,0 0,0 1,0-1,1 0,-1 0,0 0,0 0,0-26,0 23,0-83,-5 1,-3 0,-4 1,-4 0,-3 1,-12-27,30 108,0 1,1 1,-1-1,1 1,-1-1,1 1,-1-1,1 1,-1-1,1 0,-1 1,1-1,0 0,-1 1,1-1,0 0,-1 1,1-1,0 0,0 0,0 0,0 1,0-1,0 0,0 0,0 1,0-1,0 0,0 0,1 1,-1-1,0 0,0 0,1 1,-1-1,1 0,-1 1,0-1,1 1,-1-1,1 0,0 1,-1-1,1 1,-1-1,1 1,0 0,-1-1,1 1,0 0,-1-1,1 1,0 0,0 0,-1-1,1 1,0 0,0 0,-1 0,1 0,0 0,0 0,0 0,-1 1,1-1,0 0,-1 0,2 1,232 38,-153-30,-3-1,0 4,39 12,-109-22,1-1,-1 1,0 1,0-1,1 1,-2 1,1 0,0 0,-1 0,0 1,0 0,0 0,-1 1,1 0,-1 0,-1 1,1-1,-1 1,0 0,-1 1,0-1,0 1,-1 3,-1 0,-1 1,0-1,-1 0,0 0,-1 1,0-1,-1 0,0 0,0 0,-1 0,-1-1,0 1,-5 8,-57 112,-45 32,-44 25,-8-6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54.0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457 0,'-28'46,"1"1,3 0,-2 11,5-12,-57 119,-33 71,-3 40,109-264,1-2,0 0,0 0,1 0,1 1,0-1,0 1,1-1,0 10,1-19,0 0,1 1,-1-1,0 1,0-1,1 0,-1 1,1-1,0 0,-1 1,1-1,0 0,0 0,-1 0,1 1,0-1,0 0,0 0,0 0,1-1,-1 1,0 0,0 0,0-1,1 1,-1 0,0-1,1 0,-1 1,1-1,-1 0,0 1,1-1,-1 0,1 0,-1 0,2-1,55-12,29-21,-3-4,25-18,-6 3,-70 35,1 1,1 2,0 1,1 1,0 3,1 0,0 3,26-2,-52 8,-4-2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54.2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469 139,'-11'-18,"-7"-13,-4-4,-1 5,2 9,1 18,3 25,-2 36,-3 42,-7 45,-13 48,-19 44,-22 31,2-30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55.16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0,'29'11,"2"-2,-1-1,1-1,0-1,0-2,0-1,1-2,-1-1,1-1,-1-2,9-3,147-12,-185 18,0-1,-1 0,1 1,0-1,0 1,0 0,0 0,0 0,0 0,0 0,0 0,0 0,0 1,0-1,0 1,0-1,0 1,0 0,0 0,0 0,-1 0,1 0,0 0,-1 0,1 0,-1 1,1-1,-1 1,0-1,1 1,-1 0,0-1,0 1,0 0,0 0,-1 0,1-1,0 1,-1 0,1 0,-1 2,-1 10,-1 0,-1 0,0 0,-1 0,-1-1,0 0,0 1,-5 5,-5 14,-42 103,7 2,-20 90,14 112,46-258,3-39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1:55.3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0 193,'23'0,"28"-5,34-5,42-11,47-17,44-21,-15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2:07.35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348 154,'63'-138,"-46"122,-11 37,-13 12,-1 0,-1-1,-2 0,-1-1,-2 0,-15 26,26-51,-288 525,247-441,44-89,-1-1,0 1,1 0,-1 0,1 0,-1-1,1 1,0 0,-1 0,1 0,0 0,-1 0,1 0,0 0,0 0,0 0,0 0,0 0,0 0,0 0,0 0,1 0,-1-1,0 1,1 0,-1 0,0 0,1 0,-1 0,1 0,-1-1,1 1,-1 0,1 0,0-1,0 1,-1 0,1-1,0 1,0-1,-1 1,1-1,0 1,0-1,0 0,0 1,0-1,0 0,0 0,0 0,0 0,0 0,0 0,0 0,0 0,0 0,-1 0,1 0,0 0,0-1,0 1,0 0,0-1,0 1,0-1,0 0,139-61,-82 31,-20 13,1 0,0 3,1 1,1 2,0 2,1 1,0 2,0 3,0 1,34 2,-38-6,-30-2</inkml:trace>
  <inkml:trace contextRef="#ctx0" brushRef="#br0" timeOffset="272.414">803 395,'-16'11,"-10"16,-2 19,-2 17,0 18,1 19,-1 15,-6 10,-5 3,5-21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2:08.94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19,'43'-5,"0"3,1 1,25 4,0-1,252-12,-314 10,-6-1,0 0,0 1,0-1,0 1,0-1,0 1,1 0,-1-1,0 1,0 0,0 0,0 0,1 0,-1 0,0 0,0 0,0 0,0 0,1 0,-1 1,0-1,0 0,0 1,0-1,0 1,0 0,0-1,0 1,0 0,0-1,0 1,0 0,-1 0,1 0,0 0,0 0,-1 0,1 0,-1 0,1 0,-1 0,1 0,-1 0,0 0,1 0,-1 2,-36 72,-20 52,7 1,4 3,7 1,5 2,-13 130,28-166,4-31,3-19</inkml:trace>
  <inkml:trace contextRef="#ctx0" brushRef="#br0" timeOffset="258.767">15 579,'25'-2,"33"-3,39-8,43-10,47-15,35-18,-18 2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2:17.61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363 0,'-1'19,"-86"121,22-30,5 3,5 2,-9 37,58-136,-19 85,25-101,1 1,-1-1,0 0,1 1,-1-1,0 1,1-1,-1 0,1 1,-1-1,0 0,1 0,-1 1,1-1,-1 0,1 0,-1 0,1 0,-1 1,1-1,-1 0,1 0,-1 0,1 0,0 0,-1 0,1 0,-1-1,1 1,-1 0,1 0,-1 0,1 0,-1-1,1 1,-1 0,0 0,1-1,-1 1,1 0,-1-1,0 1,1-1,-1 1,0 0,1-1,-1 1,0-1,0 1,1-1,-1 1,0-1,0 1,0-1,0 1,0-1,1 1,-1-1,0 1,0-1,0 1,-1-1,1 1,0-1,1-1,5-5,-1 0,1 0,0 1,0 0,1 0,0 0,0 1,0 0,1 0,0 0,0 1,0 1,0-1,0 1,1 1,0 0,-1 0,7 0,99-1,-95 4,-1 0,0-1,1-1,-1 0,0-2,1 0,-1-1,-1 0,1-2,-1 0,0-1,0-1,-8 3,-1 0,0-1,0 0,0 0,-1-1,0 0,0 0,0 0,-1-1,0 0,-1 0,0-1,0 0,-1 0,0 0,0 0,-1-1,1-5,-4 15,-1 1,1-1,0 1,0-1,0 0,-1 1,1-1,0 0,-1 1,1-1,0 0,-1 1,1-1,-1 0,1 1,0-1,-1 0,1 0,-1 0,1 1,-1-1,1 0,-1 0,1 0,-1 0,1 0,0 0,-1 0,1 0,-1 0,1 0,-1 0,1 0,-1 0,1-1,-1 1,1 0,-1 0,1 0,0-1,-1 1,1 0,-1-1,1 1,0 0,-1-1,1 1,0 0,0-1,-1 1,1 0,0-1,0 1,-1-1,1 1,0-1,0 1,0-1,0 1,0-1,-15 23,2-1,0 2,2-1,1 2,-5 13,6-14,-28 69,4 1,4 2,3 5,20-72,-34 110,23-117,10-21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2:18.12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415 1,'-10'4,"1"0,-1 1,1 0,0 1,1 0,-1 0,1 1,0 0,1 0,0 1,0 0,0 0,1 1,0 0,1 0,0 0,1 1,0-1,-1 4,3-9,-69 147,7 3,-43 157,83-225,23-85,1 0,-1 0,1 0,0 0,-1 0,1 0,0 0,0 1,0-1,0 0,0 0,0 0,0 0,0 1,1-1,-1 0,0 0,1 0,-1 0,1 0,-1 0,1 0,-1 0,1 0,0 0,-1 0,1 0,0-1,0 1,0 0,0 0,0-1,-1 1,1 0,0-1,1 1,-1-1,0 0,0 1,0-1,0 0,0 1,0-1,0 0,1 0,-1 0,0 0,0 0,1 0,56-17,37-25,-2-5,0-6,-38 22,-17 10,-10 7,0-1,-2-1,0-2,-1-1,3-4,-7-9,-21 32,1-1,-1 1,0-1,1 1,-1-1,0 0,0 1,0-1,1 1,-1-1,0 0,0 1,0-1,0 0,0 1,0-1,0 1,0-1,-1 0,1 1,0-1,0 0,0 1,-1-1,1 1,0-1,-1 1,1-1,0 1,-1-1,1 1,-1-1,1 1,-1-1,1 1,-1 0,1-1,-1 1,1 0,-1-1,0 1,1 0,-1 0,1 0,-1-1,0 1,1 0,-1 0,1 0,-1 0,0 0,1 0,-1 0,0 0,-1 1,0-1,0 1,0 0,0 0,0-1,0 1,0 0,0 0,1 1,-1-1,0 0,1 1,-1-1,1 1,-1-1,1 1,0 0,0-1,0 1,-1 0,-11 19,1 0,1 1,1 0,1 1,-5 18,2-8,-195 571,177-506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2:19.15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90 81,'-83'-36,"83"35,-1 1,1 0,-1 0,1-1,-1 1,1 0,0-1,-1 1,1-1,0 1,-1 0,1-1,0 1,0-1,-1 1,1-1,0 1,0-1,0 1,0-1,0 1,0-1,0 1,0-1,0 1,0-1,0 1,0-1,0 1,0-1,0 1,0-1,0 1,1-1,-1 1,0-1,0 1,1-1,-1 1,0-1,1 1,-1 0,0-1,1 1,-1 0,1-1,-1 1,1 0,-1 0,0-1,1 1,-1 0,1 0,-1 0,1-1,-1 1,1 0,-1 0,1 0,0 0,13-4,0 0,1 0,0 2,-1 0,1 0,0 1,9 1,2 0,4-2,0 2,-1 1,1 1,0 2,-1 1,5 2,-25-5,1 1,-1 0,0 1,0 0,0 0,-1 1,1 0,-1 0,0 1,-1 0,0 1,1-1,-2 1,1 1,-1-1,0 1,-1 0,0 1,0-1,2 8,-2-2,-1 0,-1 1,-1-1,0 1,0-1,-1 1,-1 0,-1-1,0 1,-1 0,-1-1,0 0,-3 9,-8 22,-2 0,-2 0,-14 21,-28 49,25-50,3 1,-23 68,53-127,-1-2,1 0,0 0,1 1,-1-1,1 0,0 1,0-1,1 1,0-1,0 1,0-1,1 1,-1-1,2 6,-1-11,-1 1,0-1,0 0,0 1,1-1,-1 1,0-1,1 0,-1 1,0-1,1 0,-1 0,0 1,1-1,-1 0,0 0,1 1,-1-1,1 0,-1 0,0 0,1 0,-1 0,1 0,-1 0,1 0,-1 0,1 0,-1 0,0 0,1 0,-1 0,1 0,-1 0,1 0,-1 0,0-1,1 1,-1 0,0 0,1 0,-1-1,1 1,-1 0,0-1,1 1,-1 0,0-1,1 1,8-11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2:19.45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52 150,'-14'0,"-4"2,3 3,11 1,17-1,21-3,22-7,22-9,16-7,6-5,-1-1,-10-2,-15 2,-21 6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2:21.06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1372 237,'-62'-17,"-1"3,-1 2,0 4,0 2,0 3,-1 3,-32 5,62-3,0 1,0 2,0 1,1 2,0 1,0 2,1 1,1 1,0 2,1 2,1 1,0 1,1 1,2 1,0 2,-15 17,9 1,3 2,1 0,2 2,3 1,1 1,2 1,3 1,2 0,1 1,3 1,3 0,1 1,3 0,2 0,2 0,4 17,-3-40,2-1,0 0,2 0,2 0,0 0,2-1,1 0,1 0,1-1,1 0,2-1,0-1,2 0,0-1,2-1,0 0,2-1,9 7,-5-11,1 0,1-1,0-2,1 0,1-2,0-1,1-1,0-2,0-1,12 1,15 1,1-3,0-3,0-2,-1-2,6-4,-20 2,-1-2,1-2,-1-1,0-3,-1-1,0-2,-1-2,-1-1,0-2,-2-2,0-1,-1-2,-2-1,0-2,-2-1,-1-1,26-33,-28 24,-3-1,0-2,-3 0,-1-1,-3-1,-1-1,-2-1,-2 0,-2 0,-2-2,-2 1,-2-1,-2 0,-3-43,-2 47,-2 1,-1 1,-3-1,-1 1,-2 0,-2 1,-1 0,-2 1,-2 1,-1 1,-3 0,0 1,-2 2,-2 0,-1 2,-22-20,29 33,0 2,-1 0,0 1,-2 1,0 1,0 0,-1 2,-1 2,0 0,0 1,-1 1,0 2,-1 0,1 2,-1 1,0 1,0 1,0 2,1 1,-15 2,-8 8,0 1,2 3,0 1,0 3,-42 25,-65 41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2:22.11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584 3,'-19'4,"-1"0,1 1,1 1,-1 1,1 1,0 0,1 1,0 1,0 1,1 0,0 1,-9 10,-3 5,2 1,0 1,2 1,1 1,2 2,0 1,-6 15,1 2,4 1,1 1,2 1,4 0,1 1,3 1,2 0,3 0,2 1,2 0,4-1,5 39,-5-72,1 0,1-1,1 1,1-1,1 0,0-1,2 1,1-2,0 1,2-1,0-1,1 0,1-1,1 0,0-1,2-1,-1-1,2 0,10 6,3-5,1-2,0-1,1-1,0-2,1-1,0-2,0-2,1 0,-1-3,1-1,0-1,0-2,-1-1,1-2,4-3,-11 2,1-1,-1-1,0-2,-1 0,0-2,-1-1,0-2,-1 0,-1-1,0-2,-2 0,0-2,-1 0,0-1,-2-2,-1 0,-1 0,0-2,-2 0,-1-1,-1-1,5-14,-2-1,-2 0,-2-1,-1-1,-3 0,-1 0,-3-1,-1 1,-2-1,-2 0,-3 1,-1-1,-2 1,-2 0,-2 1,-12-32,12 47,0 1,-2 0,-1 1,-1 0,-1 1,-2 1,0 1,-1 0,-2 1,0 2,-1 0,-1 1,-1 1,-1 1,0 1,-1 2,0 0,-1 2,-1 1,0 1,0 1,-23-3,22 8,-1 2,1 1,-1 1,1 1,-1 2,1 1,0 1,0 1,0 2,1 1,1 1,-1 1,2 2,-1 1,2 0,0 2,1 1,0 1,2 1,0 1,1 1,1 1,-14 21,-36 71,23-6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2:24.15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1250 0,'-27'7,"1"1,0 1,1 1,0 1,0 1,1 2,1 0,-12 11,24-18,-306 211,-126 124,242-168,161-121,40-53,-1 0,1 1,0-1,0 1,0-1,0 1,0-1,0 1,0-1,0 0,0 1,0-1,0 1,0-1,0 1,1-1,-1 1,0-1,0 0,0 1,1-1,-1 1,0-1,0 0,1 1,-1-1,0 0,1 1,-1-1,0 0,1 1,-1-1,1 0,-1 0,0 0,1 1,-1-1,1 0,-1 0,1 0,-1 0,1 0,-1 0,0 0,1 0,-1 0,1 0,-1 0,1 0,-1 0,1 0,-1 0,1-1,-1 1,0 0,1 0,-1 0,1-1,-1 1,0 0,1-1,27-11,-1-15,-18 14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2:24.89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1,'7'9,"32"17,-29-21,0 1,0 0,-1 1,0 0,-1 0,1 1,-1 0,-1 0,0 1,0 0,0 0,-1 1,-1 0,1 1,122 268,-26-104,7-6,8-4,16 7,-43-74,-161-146,58 45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2:38.16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35 403,'-1'-9,"1"0,1 0,0 1,0-1,1 0,0 1,0-1,1 1,0-1,1 1,0 0,0 1,0-1,1 1,0-1,6-5,0-2,144-224,-151 236,-6 12,-7 24,5-21,-8 45,2 0,3 0,3 1,2 0,4 44,-5 111,2-198,-1 0,0 0,-1 0,-1 0,0-1,-1 1,-5 8,8-19,0 1,0-1,-1 0,1 0,-1 0,0 0,0-1,-1 1,1-1,-1 0,1 0,-1 0,0 0,0-1,-1 1,1-1,0 0,-1-1,1 1,-1-1,0 0,1 0,-1 0,0 0,-3-1,4 0,0-1,1 1,-1-1,1 0,0 0,-1 0,1 0,0-1,-1 1,1-1,0 0,0 0,0 0,1 0,-1 0,0-1,1 1,-1-1,1 0,0 0,0 0,0 0,1 0,-1 0,-1-3,4 3,-1 1,0 0,1 0,0 0,-1 0,1 0,0 0,0 0,0 1,0-1,0 0,1 0,-1 1,1-1,-1 1,1-1,-1 1,1 0,0-1,-1 1,1 0,0 0,0 0,0 1,0-1,0 0,0 1,0-1,0 1,0 0,0-1,0 1,1 0,-1 0,0 1,2-1,-2 0,122-16,93 0,-219 16,0 0,1-1,-1 1,1-1,-1 0,0 1,1-1,0 0,-1 0,1 0,-1 0,1 0,0 0,0 0,0 0,-1-1,1 1,1 0,-1-1,0 1,0-1,0 1,1-1,-1 1,1-1,-1 0,1 1,-1-1,1 0,0 1,0-2,-1-8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2:38.95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816 118,'-30'-8,"0"2,0 1,-1 1,0 2,0 1,0 1,0 2,-28 5,37-3,0 2,1 0,0 2,0 0,1 1,0 1,1 1,0 1,1 0,0 1,1 2,0-1,1 2,1 0,0 1,2 0,0 1,-2 4,-8 17,1 1,2 1,1 0,3 2,1 0,2 0,2 2,-1 18,5-20,1 0,2 1,2 0,2 0,2 0,5 22,-4-49,0 1,1-1,0-1,2 1,0-1,1 0,0 0,2 0,0-1,0-1,1 1,1-2,1 1,-1-2,2 1,0-2,10 8,-1-7,0 0,1-1,0-2,1 0,0-1,0-2,1 0,0-2,0 0,0-2,0-1,0-1,0-1,1-1,-1-1,-1-2,1 0,-1-1,0-2,20-9,-15 4,-1-1,-1-1,0-2,-1-1,-1-1,-1-1,0 0,-2-2,-1-1,0-1,-2-1,-1 0,0-2,11-26,-10 17,-2-2,-2 0,-2 0,-1-1,-2-1,-2 0,-1 0,-2-1,-2 0,-2 0,-2-11,-1 21,-2 1,-1 0,-1 1,-1-1,-1 1,-2 0,-1 1,-2 1,0-1,-2 2,-7-9,11 19,0 0,-1 1,-1 1,-1 0,0 0,-1 2,0 0,-1 0,0 2,-1 0,0 0,0 2,-1 0,0 1,-1 1,0 1,1 0,-3 1,4 2,-1 1,1 0,-1 1,1 1,-1 1,1 0,-1 1,1 1,0 1,1 0,-1 2,1-1,0 2,1 0,-1 1,2 1,-4 2,-50 46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2:40.56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10000 2605,'41'-71,"-4"-3,11-33,7-15,40-71,-4 13,-8-3,-7-4,46-179,-109 311,10-32,-4-2,-3 0,-1-36,-14 112,0-1,-1 1,-1-1,0 1,-1 0,0 0,-1-1,0 1,-1 1,0-1,-1 1,-1-1,0 1,-1 1,0-1,-1 1,0 1,-5-7,-16-7,-1 0,0 2,-2 2,-1 1,0 1,-1 1,-1 2,-9-1,-44-16,-1 3,-2 4,-1 4,0 4,-1 5,-66-1,-240 7,-129 25,321-9,-1420 27,537-83,321 7,-362-8,634 18,-1 21,-246 37,-13 79,550-73,144-25,-40 8,-1-4,-1-5,-11-5,-210 22,309-26,1 0,-1-1,0-1,1 0,-1-2,1 1,0-2,-12-5,23 7,0-1,-1 1,1 1,-1-1,1 1,-1 0,0 0,0 1,0-1,0 1,0 1,0-1,-1 1,1 0,0 0,0 1,0 0,0 0,0 0,0 1,0 0,0 0,1 1,-1-1,1 1,0 0,-3 2,1 4,1-1,-1 2,2-1,-1 1,1-1,0 2,1-1,1 0,-2 7,1-3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2:40.88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989 1,'-21'11,"-22"18,-22 22,-21 20,-16 16,-11 15,-5 7,3 1,10-4,20-13,21-18,22-20,21-19,13-16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2:41.18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1,'0'16,"11"21,21 20,21 19,26 14,22 9,14 0,5-3,-3-6,-15-10,-25-18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2:41.63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0 436,'5'-20,"5"-14,7-11,4-8,3-4,2-2,-1 2,-2 7,-3 11,-5 17,-5 27,-5 29,-4 37,-6 38,-1 33,0 23,-1 9,0-25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2:45.29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11600 832,'-370'-11,"-446"-99,-910-135,386 106,-415 46,698 64,-95 19,427-17,583 23,-4-1,-125-19,27-18,58 9,-164-7,-151 28,469 10,-82-3,0 4,0 6,100-5,0 1,0 0,0 1,0 0,0 2,1-1,-1 2,1 0,0 0,1 1,-1 1,1 0,0 1,1 0,0 0,0 2,1-1,0 1,1 1,0-1,-2 6,-3 12,2 1,1 1,1 0,2 1,1-1,-3 28,5-30,-90 513,90-517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2:45.59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876 1,'-20'4,"-19"14,-18 21,-17 22,-17 24,-11 18,-5 12,3 4,10-4,19-13,19-19,20-28,16-24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2:45.90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120 131,'-9'-18,"-8"-13,-5-2,-1 6,1 9,4 15,10 19,15 18,20 17,26 11,27 9,24 3,18 4,6 1,-8 1,-23-13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2:46.33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1 395,'0'-18,"5"-15,5-13,7-9,4-3,3 2,0 4,-4 10,-3 15,-5 20,-4 29,-4 37,-6 40,-6 34,-8 27,-6 16,0-22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2:47.15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0 113,'16'-5,"16"-6,19-5,17-7,10-7,-8 2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6:52:48.55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283 1305,'8'-43,"-3"0,-1-1,-2 0,-2 0,-2 0,-2 0,-2 1,-6-24,-21-66,-6 1,-8-5,46 135,-145-411,134 353,14 59,-1-1,0 1,1 0,-1 0,1 1,-1-1,1 0,-1 0,1 1,-1-1,1 1,0-1,-1 1,1-1,0 1,0 0,-1 0,1 0,0 0,-1 0,1 1,0-1,-1 0,1 1,1 0,1-1,25 6,0 1,0 1,0 2,18 9,0-1,45 11,1-5,2-4,0-4,1-4,0-4,9-4,147 5,668-17,-636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38:53.51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158 290,'1'121,"-1"103,-14 61,-3-177,2-80,15-28,-1 0,0 0,0 0,1 0,-1 0,0 0,0 0,1 0,-1 0,0 0,1-1,-1 1,0 0,1 0,-1-1,0 1,1 0,-1-1,0 1,1-1,-1 1,1-1,-1 1,1-1,-1 1,1-1,-1 1,1-1,0 0,-1 1,1-1,0 0,-1 1,1-1,0 0,0 0,0 1,0-1,0 0,0 0,-12-31,2 0,1-1,2 0,-3-31,3 24,-7-32,3-1,4 0,2-1,4 1,8-71,-4 125,1-1,1 2,0-1,2 1,0-1,1 2,1-1,0 1,12-14,-16 23,1 0,0 1,1 0,-1 0,1 0,1 1,-1 0,1 1,0-1,1 1,-1 1,1 0,0 0,0 1,0 0,0 0,1 1,-1 0,1 1,7 0,-11 1,-1 0,1 1,0-1,-1 1,1 1,-1-1,1 1,-1 0,1 0,-1 0,0 1,0 0,0 0,-1 0,1 1,-1-1,0 1,0 0,0 0,0 1,-1-1,1 1,-1 0,0 0,-1 0,1 0,0 2,2 7,-1-1,0 1,-1 0,0 0,-1 1,0-1,-2 0,0 0,0 1,-2 7,-1-1,0-1,-2 0,0 1,-1-2,-1 1,-1-1,-1 0,0-1,-2 0,0 0,-1-1,0 0,-2-1,0-1,0 0,-14 9,-7-6,38-26,5 1,1 0,0 0,0 1,0 1,1-1,0 1,0 1,0 0,1 0,0 1,-1 1,7-1,-8 0,0 1,1 1,-1-1,1 2,-1-1,1 1,-1 1,0 0,1 0,-1 1,0 0,0 0,0 1,0 1,0-1,0 1,-1 1,0-1,0 2,0-1,-1 1,0 0,0 0,0 1,-1 0,0 1,0-1,-1 1,0 0,0 0,-1 0,1 3,-1 6,-2 0,0 0,-1 0,0 1,-1-1,-1 0,-1 0,-1 1,0-1,-1-1,-1 1,0 0,-1-1,-1 0,-1-1,0 0,-1 0,-1 0,0-1,0-1,-2 0,0 0,0-1,-1-1,-7 5,8-6,-1 0,-1-2,0 1,0-2,0 0,-1 0,0-2,-12 4,21-7,0-1,-1 1,1-1,0-1,-1 1,1-1,-1 0,1 0,0-1,-1 0,1 0,0-1,0 1,0-1,0-1,0 1,0-1,0 0,1 0,-1-1,1 1,-5-5,8 6,0 0,1 1,-1-1,0 0,1 0,-1 0,1 0,0 0,0 0,0 0,0-1,0 1,0 0,0-1,1 1,-1 0,1-1,-1 1,1-1,0 1,0-1,1 1,-1-1,0 1,1 0,-1-1,1 1,0 0,0-1,0 1,0 0,0 0,0 0,1 0,-1 0,1-1,21-19,4 2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38:54.06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0 164,'14'26,"-1"0,-2 1,0 0,-2 1,-1 0,-2 0,0 1,-2 4,0-15,2 15,0 6,2 0,2 0,1-1,8 15,-18-49,1 0,-1 0,1 0,-1 0,1 0,0-1,1 1,-1-1,1 1,-1-1,1 0,0 0,0 0,0 0,1-1,-1 1,1-1,-1 0,1 0,0 0,0-1,0 1,0-1,0 0,0 0,0 0,0-1,0 1,0-1,1 0,1 0,4-6,0 0,0 0,-1 0,0-1,0-1,-1 1,0-2,-1 1,1-1,-2 0,1 0,-1-1,-1 0,1 0,0-4,74-171,-71 163,-9 22,0 0,0 0,0 0,0 1,0-1,0 0,0 0,0 1,0-1,0 0,0 0,0 0,0 1,0-1,0 0,0 0,0 1,0-1,0 0,0 0,1 0,-1 0,0 1,0-1,0 0,0 0,0 0,1 0,-1 1,0-1,0 0,0 0,1 0,-1 0,0 0,0 0,0 0,1 0,-1 0,0 0,0 1,0-1,1 0,-1 0,0 0,0 0,1-1,-1 1,0 0,0 0,0 0,1 0,-1 0,0 0,0 0,0 0,1 0,-1 0,0-1,0 1,0 0,0 0,3 25,-3-23,1 21,1 1,1-1,1 1,1-1,1 0,4 7,-7-23,-1-1,1 0,0 0,0 0,0-1,1 1,0-1,0 1,1-1,-1-1,1 1,0-1,1 1,-1-2,1 1,-1 0,1-1,0 0,0-1,1 1,-1-1,0 0,1-1,5 1,-6-1,0-1,-1 0,1 0,0-1,0 0,-1 0,1 0,0-1,-1 1,1-1,-1-1,0 1,1-1,-1 0,-1 0,1 0,0-1,-1 0,1 0,-1 0,0 0,-1-1,1 1,-1-1,0 0,0 0,1-3,7-13,-1-2,-1 1,-1-2,-1 1,4-24,6-45,-3-1,0-66,-21 59,-4 66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38:54.3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0,'16'0,"26"3,30 2,35 1,32-1,25-1,17-4,-22-1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38:55.55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27,'9'-2,"12"-2,14 1,15 1,17 0,17 1,20 0,19-1,19-1,14 0,12 1,6 1,-2 2,-31 2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38:56.5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 11,'0'-3,"-2"0,-6 1,-1-1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39:01.45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6 184,'-6'-6,"19"4,222 7,115-18,-179-1,30-2,38 7,-161 15,-77-5,0 0,0 1,1-1,-1 1,0-1,0 1,0-1,-1 1,1-1,0 1,-1 0,1-1,-1 1,1 0,-1-1,0 1,0 0,0 0,0 0,0-1,0 1,0 0,0 0,-1-1,1 1,-1 0,1-1,-1 1,0 0,0-1,-1 13,-2 93,11 101,-2-99,5 227,10-3,9-42,-21-121,-6-53,11 22,-31-372,-43-536,62 684,4 0,9-43,6-107,-8 24,-12 110,27 106,211 1,-26 6,178 1,1031-14,-814 15,179-28,137 6,-309 4,231-8,466-18,641-10,-536 41,-1370-3,-40 32,-34 202,10 115,17 102,2-212,13-81,-15 206,17-996,-3-30,-14 442,-13-45,6 170,7 96,1 0,0 0,-1 1,1-1,0 0,0 0,-1 0,1 0,0 1,0-1,0 0,0 0,0 0,0 0,0 0,0 1,1-1,-1 0,0 0,0 0,1 0,-1 1,0-1,1 0,-1 0,1 1,-1-1,1 0,-1 1,1-1,0 1,-1-1,1 0,0 1,-1-1,1 1,0 0,0-1,0 1,-1 0,1-1,0 1,0 0,0 0,0 0,-1 0,1 0,0 0,0 0,0 0,0 0,0 0,-1 0,1 0,0 1,0-1,0 0,-1 1,1-1,0 1,22 4,69 17,0-4,1-4,51 0,567-9,285 12,761 23,-841-19,102 17,-543-10,-455-26,-16 1,-10-1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39:03.23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1 148,'470'13,"585"-31,-581 5,376-16,372-5,58 19,577-34,-318 47,-1203 16,-125 0,-83-1,-116-13,12 1,-37-3,-34-8,22 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39:03.51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0,'5'14,"1"0,1 0,1-1,0 0,0 0,1-1,1 0,0-1,0 0,1 0,1-1,0-1,0 0,1 0,0-2,0 1,1-2,0 1,8 1,5 5,-1 1,-1 2,0 0,12 11,-35-25,1-1,-1 1,0 0,0-1,0 1,-1 0,1 0,0 0,-1 0,1 1,-1-1,0 0,0 1,0-1,0 1,0-1,0 1,-1-1,1 1,-1-1,1 1,-1 0,0-1,0 1,-1 0,1-1,0 1,-1-1,1 1,-1-1,0 1,0-1,0 1,0-1,-1 0,1 1,-1 0,-7 6,0 0,0 0,0-1,-1 0,0 0,-1-1,0-1,0 0,-11 4,-80 35,-7-3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39:04.5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501 1,'-103'73,"-3"-4,-3-4,-33 9,137-71,4-3,-1 0,1 0,0 0,-1 0,1 0,-1 1,1-1,-1 0,1 1,-1 0,1-1,0 1,0 0,-1 0,1-1,0 1,0 0,0 0,0 0,0 1,0-1,0 0,0 0,0 0,0 1,1-1,-1 0,1 1,-1-1,1 1,-1-1,1 1,0-1,0 1,0-1,-1 1,2-1,-1 0,0 1,0-1,0 1,1-1,-1 1,0-1,1 1,0-1,-1 0,1 1,0 0,22 18,0-1,1-1,1-2,16 9,13 9,-2 0,1-3,1-2,2-2,1-3,25 6,-75-28,-5 0,0-1,0 0,1 0,-1 0,0 0,1 0,-1 0,1-1,0 1,-1-1,1 0,-1 0,1 0,-1 0,1 0,0-1,-1 1,1-1,-1 1,1-1,-1 0,0 0,1 0,-1 0,0-1,0 1,1-1,-1 1,1-3,1-7,-1 0,-1 0,0-1,-1 1,0-1,-1 0,0 1,-1-1,0 1,-2-4,2 0,-6-44,-3 0,-2 1,-3 0,-2 1,-5-5,0-10,22 71,0 0,0 1,1-1,-1 0,0 0,1 0,-1 0,1 1,-1-1,1 0,-1 0,1 1,-1-1,1 0,0 1,-1-1,1 1,0-1,0 1,-1-1,1 1,0-1,0 1,0 0,0-1,-1 1,1 0,0 0,0 0,0 0,0 0,0 0,0 0,0 0,0 0,-1 0,1 0,0 1,0-1,0 0,0 0,0 1,-1-1,1 1,0-1,0 1,-1-1,1 1,0-1,-1 1,1 0,0-1,-1 1,1 0,-1 0,1 0,0-1,24 15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39:05.1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1,'10'9,"0"-1,1 0,0 0,0-1,1 0,-1-1,2-1,-1 1,1-2,-1 0,1-1,0 0,1 0,-1-2,0 0,0 0,6-1,4-1,0-1,0-1,0-1,0-1,0 0,-1-2,0-1,-1-1,12-6,-17 7,-15 9,0 0,-1 0,1 0,-1 0,1 1,-1-1,1 0,-1 0,0 0,1 0,-1 1,0-1,0 0,0 0,0 1,0-1,0 0,0 0,0 1,-1-1,1 0,-1 0,1 0,0 1,-1-1,0 0,1 0,-1 0,0 0,0 0,-1 4,-31 136,7 1,-8 127,13-97,-9 144,27-289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39:05.38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0 205,'19'0,"16"-2,19-6,18-6,16-4,10-7,7-6,-1-4,-6-3,-21 5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39:05.7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164 35,'0'-2,"0"1,-1-1,1 0,-1 1,0-1,1 0,-1 1,0-1,0 1,0-1,0 1,0-1,0 1,-1 0,1 0,0-1,-1 1,1 0,-1 0,1 0,-1 1,0-1,1 0,-1 1,0-1,1 1,-1-1,0 1,0 0,-1-1,0 6,0 0,0 0,0 0,1 0,-1 0,1 1,1-1,-1 1,1-1,0 1,0-1,0 4,-2 8,-90 430,90-358,4-86,-1 1,1-1,0 0,-1 0,2 0,-1 0,0 0,1 0,-1 0,1 0,0 0,0-1,0 1,0-1,0 0,1 1,-1-1,1 0,-1 0,1 0,0-1,0 1,0-1,0 1,1-1,10 1,0 0,-1-1,1-1,0 0,0-1,0-1,-1 0,1 0,-1-2,1 0,-1 0,-1-1,1-1,0 0,-1 0,-1-2,1 1,2-4,1 2,0-1,-1-1,-1 0,0 0,0-2,-1 0,0 0,-2-1,1 0,-2-1,0 0,0 0,-2-1,5-12,-32 55,4 18,1 0,3 2,1-1,3 1,2 1,-1 41,5-57,1 0,2 0,1 0,2 0,1 0,1-1,6 15,5 4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39:06.1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125 1,'0'15,"-2"18,-2 16,-1 13,-3 13,-1 6,-3 2,-1-3,0-6,1-8,2-11,-1-10,2-20,0-21,1-11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39:06.39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0 178,'21'-14,"24"-4,26-3,23-2,18 2,11 0,0 3,-4 3,-12 3,-15 5,-16 2,-18 3,-20 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39:06.9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53 0,'-9'16,"-3"14,1 12,1 9,4 5,1 3,8-5,6-4,10-8,8-10,6-10,6-10,7-13,6-10,3-13,-7-1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39:07.33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2 119,'-1'7,"0"-1,1 1,0-1,1 1,-1-1,1 1,0-1,1 1,-1-1,1 0,1 0,-1 0,1 0,0 0,0 0,1-1,0 0,0 1,0-1,0-1,1 1,0-1,0 0,0 0,0 0,1 0,-1-1,4 1,-6-3,0-1,1 0,-1 1,0-1,1 0,-1-1,1 1,-1-1,0 1,0-1,1 0,-1 0,0-1,0 1,0 0,0-1,0 0,0 0,-1 0,1 0,0 0,-1-1,0 1,1-1,-1 1,0-1,-1 0,1 0,0 0,-1 0,1 0,3-8,0 0,-1 1,0-1,-1 0,-1-1,1 1,-2-1,1-6,-15-65,12 81,1 0,-1 0,0-1,0 1,0 0,-1 0,1 0,0 0,-1 0,1 1,-1-1,0 0,0 1,1-1,-1 1,0 0,0-1,0 1,0 0,-1 0,1 0,0 1,0-1,-1 1,1-1,0 1,-1-1,1 1,0 0,-1 0,1 0,0 1,-2-1,-1 3,0 0,1 0,0 0,0 0,0 0,0 1,0 0,1 0,-1 0,1 0,0 1,1-1,-1 1,1 0,0-1,0 1,0 0,0 0,1 0,0 1,0-1,0 5,-6 27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39:07.87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1,'6'103,"3"0,23 97,-17-113,-11-67,-4-20,1 0,-1 0,1 0,0-1,-1 1,1 0,-1-1,1 1,-1 0,1-1,-1 1,1 0,-1-1,1 1,-1-1,1 1,-1-1,0 1,1-1,-1 1,0-1,0 0,1 1,-1-1,0 1,0-1,0 0,0 1,0-1,1 0,-1 1,0-1,-1 0,1 1,0-1,0 1,0-1,0 0,0 1,-1-1,1 1,0-1,0 0,-1 1,1-1,0 0,3-30,2 0,1 0,2 1,1 0,1 1,1 0,2 0,1 1,1 1,1 0,1 1,8-6,-21 26,1 0,0 1,1-1,-1 1,1 1,0-1,1 1,-1 0,1 0,-1 1,1 0,0 0,0 0,1 1,-1 0,0 1,1-1,-1 2,1-1,-1 1,1 0,2 1,-6 2,1 0,-1 1,0 0,0 0,-1 0,1 0,-1 1,0-1,0 1,0 0,-1 0,1 0,-1 0,-1 1,1-1,-1 0,0 1,0-1,0 1,-1-1,0 1,0-1,0 1,-1 0,0 4,-22 215,22-221,1 0,-1 0,1 0,0 0,0 0,0 0,0-1,1 1,0 0,0 0,0 0,0 0,0-1,1 1,-1-1,1 1,0-1,0 1,1-1,-1 0,0 0,1 0,0 0,0-1,0 1,0-1,0 0,1 0,-1 0,0 0,4 1,8-1,-1-1,1 0,-1-1,1-1,-1 0,0-1,1-1,-1 0,0-1,0 0,0-1,-1-1,10-5,86-49,-69 31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39:10.5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175 0,'-26'330,"22"-125,4-54,-8 0,-21 117,24-237,-7 26,3 0,2 0,3 0,2 1,5 32,0-64,-1-11,0 0,-1 0,0 0,-1 0,-1 0,0 0,-2 1,-2-9,4-27,42-221,-33 144,-4-1,-5 1,-3-1,-5 1,-4 0,-12-34,5 46,6 37,3 0,2 0,1-1,3-1,2 1,2 0,3-1,1-1,7-69,-10 156,0-9,1 1,1 0,2-1,4 21,13 31,-4 1,4 61,6 451,-24-425,-1 227,-2-1549,-3 1065,-4 0,-8-31,11 98,-1-1,2-1,0 1,2-1,0 1,2-4,-1 25,1 0,-1-1,1 1,0 0,0 1,0-1,0 0,1 0,-1 0,1 1,0-1,-1 1,1-1,0 1,0 0,1 0,-1-1,2 0,-3 4,-1-1,1 1,0 0,-1-1,1 1,0 0,-1 0,1-1,-1 1,1 0,-1 0,0 0,1-1,-1 1,0 0,1 0,-1 0,0 0,0 0,0 0,0 0,0 0,0-1,0 1,0 0,0 0,-1 0,1 0,0 0,-1 0,1 0,0-1,-1 2,0 1,0 7,0-1,0 1,1 0,0-1,1 1,0 0,1-1,0 1,0-1,1 1,1 2,4 7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39:12.5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95 104,'0'-21,"1"15,0-1,-1 1,0 0,0-1,-1 1,0 0,0-1,0 1,-1 0,0 0,0 0,-1-1,2 7,1 0,-1 0,0 0,1 0,-1 0,0 1,1-1,-1 0,1 1,-1-1,0 0,1 1,-1-1,1 1,-1-1,1 0,-1 1,1-1,-1 1,1 0,0-1,-1 1,1-1,0 1,-1 0,1-1,0 1,0 0,0-1,-1 1,1 0,0-1,0 1,0 0,0-1,0 1,0 0,0-1,1 1,-1 0,0-1,0 1,1 0,8 176,-3-55,-5 1,-5-1,-10 37,-13 140,11 93,15-196,-4-187,0-22,-1-20,2 0,1 0,1-1,3-12,-2 12,16-505,-4 303,33-176,-4 255,-31 150,-4 25,37 318,-39-320,27 154,-8 2,-3 75,-22-87,-22 138,24-288,-10 135,4-211,-14-471,16 256,-23-110,5 233,23 159,0-1,-1 0,1 0,0 0,0 0,0 0,-1 0,1 0,0 0,0 0,0 0,-1 0,1 0,0 0,0 0,0 0,-1-1,1 1,0 0,0 0,0 0,0 0,-1 0,1 0,0 0,0-1,0 1,0 0,0 0,-1 0,1 0,0 0,0-1,0 1,0 0,0 0,0 0,0-1,0 1,0 0,0 0,-2 20,25 253,-20-226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39:14.8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85 1,'-17'661,"-9"-363,-14 277,40-555,-1-8,0 0,1 0,1 0,0 0,1 0,0 0,1 0,1 5,21 7,-25-24,1 0,-1-1,0 1,0 0,1-1,-1 1,0 0,0-1,0 1,0-1,0 1,1 0,-1-1,0 1,0-1,0 1,0-1,0 1,0 0,0-1,-1 1,1-1,0 1,0-1,0 1,0 0,0-1,-1 1,1 0,0-1,0 1,-1-1,1 1,0 0,0 0,-1-1,1 1,0 0,-1 0,1-1,-1 1,1 0,0 0,-1 0,1-1,-1 1,1 0,-11-7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21.0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0 581,'435'-22,"-6"9,-296 15,-95 2,-1-2,1-2,0-2,12-3,79-1,97 6,-121-14,1 15,-104 0,0 0,0 0,-1 0,1 0,0 0,0 1,-1-1,1 1,-1-1,1 1,-1-1,1 1,-1 0,0 0,0-1,0 1,0 0,0 0,0 0,-1 0,1 0,-1 0,1 1,-1-1,0 0,0 0,0 0,0 0,0 0,0 1,-1-1,1 0,-1 0,1 0,-1 0,0 0,0 0,0 0,0 0,0 0,0-1,-1 2,-2 12,-12 150,16 687,13-772,-13-77,0-1,-1 1,1-1,0 1,1-1,-1 1,0-1,1 1,-1-1,1 1,0-1,0 0,0 1,0-1,0 0,0 0,1 0,-1 0,1 0,-1 0,1 0,0 0,0-1,0 1,0-1,0 1,0-1,0 0,0 0,0 0,1 0,-1 0,1 0,-1-1,0 1,1-1,2 1,237-3,-82 2,-157-1,-1 0,1 1,0-1,-1 0,1-1,-1 1,0 0,1-1,-1 1,0-1,0 0,0 0,0 0,0 0,0 0,0 0,-1 0,1-1,-1 1,1 0,-1-1,0 1,0-1,0 0,-1 1,16-71,-16 44,0-1,-2 1,-1 0,-2 0,0 0,-6-12,-14-98,15 12,-3 3,8-128,-9 119,10 46,3 86,1 0,0 0,0-1,-1 1,1 0,0 0,0 0,0 0,0 0,0 0,0 0,0 0,1 0,-1-1,0 1,1 0,-1 0,0 0,1 0,-1 0,1 0,0 1,-1-1,1 0,0 0,0 0,-1 0,1 1,0-1,0 0,0 1,0-1,0 1,0-1,0 1,0-1,0 1,0 0,0-1,0 1,0 0,0 0,0 0,0 0,1 0,-1 0,0 0,0 0,0 1,0-1,1 0,170 1,71-5,48-18,34 8,741 14,-272-39,-132-2,-2 2,-363 16,397-21,1 2,481-26,-424 23,-299 32,79-6,-137 11,15-5,-182 7,-85-8,350 14,-492 0,1 0,-1 0,0-1,0 1,0 0,1 0,-1 0,0 0,0 1,1-1,-1 0,0 0,0 1,0-1,1 1,-1-1,0 1,0-1,0 1,0 0,0-1,0 1,0 0,0 0,-1 0,1 0,0 0,0 0,-1 0,1 0,0 0,-1 0,1 0,-1 0,0 1,1-1,-1 0,0 0,0 0,0 1,0-1,1 0,-2 0,1 1,0-1,0 0,0 0,-1 0,1 1,0-1,-1 1,-46 255,32-39,15 240,15-319,-15-124,3 31,-3-45,0 0,1 0,-1 0,1 0,-1 0,1 0,0 0,-1-1,1 1,0 0,0 0,-1 0,1-1,0 1,0-1,0 1,0 0,0-1,0 0,0 1,0-1,0 0,0 1,0-1,0 0,0 0,0 0,0 0,1 0,-1 0,0 0,0 0,0 0,0-1,0 1,0 0,0-1,1 1,106-25,93 39,-88-3,-110-12,-1 0,1 0,0-1,-1 1,0-1,1 1,-1-1,0 0,0 0,0 0,0 0,0 0,0 0,0-1,-1 1,1-1,-1 1,0-1,0 1,0-1,0 0,0 1,0-1,-1 0,0 0,1 0,-1 0,0 1,0-1,-1 0,1 0,0 0,-1 0,0 1,0-1,1 0,-2 0,1-13,-28-398,-11-40,38 265,2 188,-1-1,1 1,0-1,0 0,0 1,1-1,-1 1,0-1,0 1,1-1,-1 1,1 0,-1-1,1 1,0-1,0 1,-1 0,1 0,0-1,0 1,0 0,0 0,0 0,1 0,-1 0,0 0,0 0,1 1,-1-1,0 0,1 1,-1-1,1 1,-1 0,1-1,-1 1,1 0,-1 0,1 0,-1 0,1 0,-1 0,1 0,0 0,243 27,354-24,778-31,-215 28,-202-27,-169 19,-96-11,-689 19,-4 1,0-1,0 1,1-1,-1 0,0 0,0 0,0-1,1 1,-1 0,0-1,0 1,0-1,0 0,0 0,0 0,0 0,0 0,0 0,0 0,-1-1,1 1,0-1,-1 1,2-2,2-11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25.14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1,'11'52,"-8"-39,-4-12,1-1,0 1,0 0,0 0,0 0,0-1,0 1,0 0,0 0,0 0,1-1,-1 1,0 0,0-1,1 1,-1 0,0 0,1-1,-1 1,1 0,-1-1,1 1,-1-1,1 1,0-1,-1 1,1-1,-1 1,1-1,0 0,0 1,-1-1,1 0,0 1,16-18,87-5,22 12,0 5,0 6,-1 5,1 6,-1 5,-1 6,-1 5,-2 5,-1 6,-2 5,16 12,-37-13,-3 4,-1 4,-3 4,66 54,-107-70,-1 2,-2 2,-2 2,-3 2,-1 2,-2 1,-3 2,20 40,-41-66,-1 1,-1 1,-1-1,3 21,-13-31,-7-26,4-7,0-2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26.34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108 30,'-13'16,"1"0,1 0,0 2,1-1,1 1,1 1,1-1,0 1,2 1,-1 4,3-12,1 0,0 0,1 0,0 0,1 1,1-1,0 0,0 0,1 0,1 0,0 0,1 0,0-1,0 1,1-1,1 0,2 3,-3-7,1 1,1-1,-1 0,1-1,0 0,1 0,-1 0,1-1,0 0,0 0,1-1,0 0,-1-1,1 0,9 2,-13-4,1 1,0-1,0-1,-1 1,1-1,0 0,0-1,0 1,-1-1,1 0,0 0,-1-1,1 0,-1 0,1 0,-1-1,0 0,0 0,0 0,0 0,-1-1,1 0,-1 0,0 0,0 0,0-1,2-5,0 0,0 0,-1 0,0-1,-1 0,0 0,-1 0,0-1,-1 1,0-1,-1 1,0-1,-1 0,0 1,-1-1,0 1,-1-1,0 1,-1-1,-2-7,0 0,-2 1,0 0,0 1,-2 0,0 0,-1 0,-1 1,-1 1,0 0,-4-3,13 14,0-1,0 1,-1 0,1 0,-1 0,0 1,-1 0,1-1,-1 1,1 0,-1 1,0-1,0 1,0 0,0 1,0-1,0 1,-1 0,1 0,0 0,-1 1,1 0,-1 0,1 0,-1 1,1 0,0 0,0 0,-1 0,1 1,0 0,0 0,0 1,1-1,-3 2,0 3,1 0,0 1,0 0,0-1,1 2,1-1,-1 1,1-1,1 1,-1 0,2 1,-1-1,1 0,1 1,-1 0,2-1,-1 1,1-1,1 1,0 0,0-1,1 1,0-1,1 0,3 9,8 18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26.59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 0,'4'21,"3"15,-1 9,-2 6,-3 5,-4 2,-2-1,-2-2,0-5,1-7,2-9,4-9,3-10,3-7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26.8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63,'4'-5,"7"1,8 1,9 1,10 1,10 1,7 0,6-2,2-3,0-1,-3-1,-6 0,-9-1,-8 1,-12 2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27.2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39 0,'-8'22,"1"0,0 0,2 1,1 0,0 0,2 0,1 0,0 0,2 7,-1-26,0 0,0-1,0 1,1-1,-1 1,1-1,-1 1,1-1,0 1,1-1,-1 0,1 1,-1-1,1 0,0 0,0 0,0 0,1-1,-1 1,0-1,1 1,0-1,0 0,0 0,0 0,0 0,0 0,0-1,0 0,1 1,-1-1,1 0,1 0,107-15,-72 5,-15 4,0 1,0 1,1 2,-1 0,1 1,1 2,-20-1,0-1,0 2,-1-1,1 1,0 0,-1 0,0 1,1-1,-1 1,0 1,0-1,-1 1,1 0,-1 1,0-1,0 1,0 0,-1 1,1-1,-1 1,-1-1,1 1,-1 0,2 5,-2-2,0 0,-1 1,0-1,-1 1,0-1,0 1,-1 0,0-1,-1 1,0 0,-1-1,0 1,0-1,-1 0,0 0,0 0,-1 0,-1 0,1-1,-2 0,1 0,-1 0,-4 5,0 0,0-1,-2 0,1-1,-1 0,-1-1,0 0,0-1,-1-1,-1 0,1-1,-13 4,-9-3,35-7,1-1,-1 0,1 0,-1 0,1 1,-1-1,1 0,-1 0,0 0,1 0,-1 0,1 0,-1 0,1 0,-1 0,1 0,-1 0,1-1,-1 1,0 0,1 0,-1-1,1 1,0 0,-1 0,1-1,-1 1,1 0,-1-1,1 1,0-1,-1 1,1-1,0 1,-1 0,1-1,0 1,0-1,-1 0,1 1,0-1,0 1,0-1,0 1,0-1,0 1,0-1,0 1,0-1,0 0,0 1,0-1,0 1,0-1,1 1,-1-1,0 0,10-15,3-1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27.57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62 0,'0'16,"0"15,0 15,-2 13,-1 11,0 7,-2 1,1 0,-2-3,0-7,-2-8,2-11,-1-14,0-19,2-12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27.8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66,'20'0,"19"0,17-2,17-3,13-6,10-2,7 0,5 3,-3 3,-19 2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28.11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1,'0'13,"0"15,0 10,0 11,-2 11,-1 6,0 3,1-1,0-5,1-4,0-8,1-9,0-13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28.3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40 1,'-5'18,"-3"15,-1 14,1 7,3 2,1 0,4-3,2-5,1-7,0-10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28.7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0 155,'11'38,"1"-1,2-1,1 0,2 0,2-2,0 0,3-1,1-2,1 0,7 5,-25-28,1-1,0 0,1 0,-1 0,2-1,-1 0,0 0,1-1,8 3,-15-7,0 0,0-1,0 0,0 1,0-1,0 0,0 0,0 0,0 0,0 0,0-1,0 1,0-1,0 1,0-1,0 0,0 0,-1 0,1 1,0-2,-1 1,1 0,0 0,-1-1,1 1,-1 0,0-1,1 0,-1 1,0-1,0 0,0 0,25-63,-18 18,-3 0,-1-1,-3 0,-3-36,1 21,0 34,10-107,-4 122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29.7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0,'6'14,"8"13,5 13,5 15,-1 8,2 7,-2 4,-5-3,-3-8,-4-12,-4-16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30.0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97,'13'-12,"15"-5,13 0,13 0,11 4,9 3,4 4,4 3,-2 1,-2 2,-8 1,-11 0,-19-1,-15 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51.7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0 455,'26'4,"0"-1,0-2,0 0,1-2,-1-1,0-1,0-1,-1-1,1-1,-1-2,0 0,-1-2,0 0,0-2,-2-1,1-1,-1 0,-1-2,-1 0,0-2,-1 0,-1-1,10-14,-20 23,0 0,-1-1,0 1,0-1,-2 0,1-1,-1 0,-1 0,0 0,-1 0,0 0,-1-1,0 0,-1-2,0 13,-1 0,0 0,0 0,0-1,0 1,0 0,-1 0,1 0,0 0,-1 0,0 0,1 0,-1 0,0 0,0 0,0 1,0-1,-1 0,1 0,0 1,-1-1,1 1,-1-1,1 1,-1 0,0 0,0 0,1 0,-1 0,0 0,0 0,0 0,0 1,0-1,0 1,0-1,0 1,0 0,-1 0,1 0,0 0,0 0,0 0,0 1,0-1,0 1,0 0,0-1,0 1,0 0,-9 6,1-1,0 2,1-1,-1 1,1 1,1 0,0 0,0 0,1 1,0 0,0 1,2 0,-1 0,1 0,1 0,-1 2,-6 29,2 1,1 0,3 1,1 0,2-1,2 1,2 0,4 9,16 232,-5-91,-8 1,-11 92,-9-201,6-67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52.3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0 463,'7'-11,"128"-68,-38 26,70-40,116-43,-279 134,-3 1,1 0,-1 0,0 0,1 0,-1 1,0-1,1 0,-1 0,1 1,0-1,-1 1,1 0,-1-1,1 1,0 0,-1 0,1 0,-1 0,1 0,0 0,-1 0,1 1,-1-1,1 1,0-1,-1 1,1-1,-1 1,0 0,1 0,-1 0,1 0,-1 0,0 0,0 0,1 1,-12 83,8-77,-1 0,2 1,-1-1,1 1,1-1,-1 1,1 0,1-1,0 1,0-1,0 1,1-1,1 0,-1 1,1-1,1 0,-1-1,1 1,1 0,-1-1,1 0,1 0,-1-1,1 0,5 4,-4-6,0 0,1 0,0-1,-1-1,1 1,0-1,1-1,-1 1,0-1,0-1,1 0,-1 0,0 0,0-1,1 0,-1-1,0 0,0 0,0-1,-1 0,1 0,-1-1,1 0,-1 0,0 0,-1-1,1 0,-1-1,0 0,0 0,-1 0,1 0,-1-1,-1 0,1 0,-1 0,-1 0,1-3,0 1,-1 0,0 0,-1 0,0 0,0-1,-1 1,-1-1,1 1,-1-1,-1 1,0-1,0 1,-1 0,0-1,-1 1,0 0,0 0,-1 1,0-1,-1 1,0 0,0 0,0 0,-1 0,0 1,-1 0,0 1,0-1,0 1,-1 1,0-1,0 1,0 1,-1-1,1 2,-1-1,2 2,0 1,1 0,-1 1,0-1,0 1,1 0,-1 1,0 0,1 0,-1 0,0 1,1 0,0 0,-1 1,1 0,0 0,0 0,1 1,-1 0,1 0,0 0,0 0,0 1,-3 4,-1 1,0 1,1 0,0 0,0 1,1 0,1 0,0 1,1 0,1 0,-1 0,0 9,4-18,0 1,0-1,0 1,0-1,1 1,0 0,0-1,0 1,1 0,-1-1,1 1,0-1,1 1,-1-1,1 0,0 1,0-1,0 0,0 0,1 0,-1 0,1-1,0 1,0-1,1 0,-1 0,1 0,0 0,-1 0,1-1,0 1,1-1,-1-1,0 1,0 0,2-1,44 4,-1-8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52.5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164 4,'-13'-2,"-12"1,-6 6,0 6,3 8,7 8,8 9,12 4,10 5,10 4,12 4,6 3,-2-8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53.30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1 458,'5'11,"-1"-1,1 0,0-1,0 0,1 1,0-2,0 1,1-1,0 0,1 0,0-1,0 0,-5-6,-1 1,0-1,1 0,0-1,-1 1,1 0,-1-1,1 1,0-1,0 0,-1 0,1 0,0 0,-1-1,1 1,0-1,-1 1,1-1,-1 0,1 0,-1 0,1 0,-1-1,0 1,1-1,-1 1,0-1,0 0,1 0,49-64,-39 37,-2-1,-2 0,0-1,-2 0,-2 0,-1 0,-1-1,-1 0,-2 0,-1 1,-2-1,-1 0,-1 1,-3-4,7 35,1-1,0 1,-1-1,1 1,-1-1,1 1,0-1,-1 1,1-1,0 1,0-1,-1 1,1-1,0 1,0-1,0 0,0 1,0-1,0 1,0-1,0 0,0 1,0-1,0 1,0-1,0 0,0 1,0-1,1 1,-1-1,0 1,0-1,1 1,-1-1,0 1,1-1,-1 1,1-1,-1 1,0 0,1-1,-1 1,1-1,-1 1,1 0,-1 0,1-1,-1 1,1 0,0 0,-1 0,1 0,-1-1,1 1,0 0,-1 0,1 0,-1 0,1 0,0 1,-1-1,1 0,-1 0,1 0,-1 0,1 1,0-1,151 94,-135-84,-9-7,0 1,0 0,-1 1,1-1,-1 1,0 1,0-1,-1 1,0 1,0-1,0 1,-1 0,0 0,0 1,-1-1,0 1,0 0,0 3,-3 1,0 1,-1 0,0 0,-1-1,0 1,-1-1,-1 1,0-1,-1 0,-1 3,-15 97,20-110,0 0,1 0,-1 0,0 0,1 0,-1 0,1 0,-1 0,1 0,0 0,0 0,0 0,0-1,0 1,1 0,-1-1,0 1,1-1,-1 1,1-1,-1 0,1 0,0 0,0 0,-1 0,1 0,0 0,0 0,0-1,0 1,0-1,0 1,0-1,0 0,0 0,0 0,0 0,0 0,1 0,80-18,-47 1,0-1,0-1,-2-2,25-20,-54 36,-4 4,0 0,0-1,0 1,0 0,0 0,0 0,0 0,0 0,0 0,0 0,1 0,-1 0,0 0,1 1,-1-1,0 1,1-1,-1 1,1-1,-1 1,1 0,-1 0,1 0,-1 0,1 0,-1 0,1 0,-1 0,1 0,-1 1,1-1,-1 1,1-1,-1 1,0 0,1-1,-1 1,0 0,1 0,-1 0,0 0,0 0,0 0,1 1,10 35,23 36,-30-69,-1 1,1-1,0 1,0-1,0-1,1 1,-1-1,1 0,0 0,0-1,0 0,0 0,0 0,1-1,-1 1,0-2,1 1,-1-1,1 0,-1 0,1 0,-1-1,0 0,1-1,4-1,1-1,0 0,0-1,0 0,-1-1,0 0,0-1,-1 0,0-1,0 0,0 0,-1-1,6-8,-10 11,0 1,0-1,-1 0,0 0,0-1,-1 1,1-1,-1 0,-1 0,1 0,-1 0,0-1,-1 1,0 0,0-1,-1 1,0-1,0 1,0-1,-1 1,0 0,-1-1,0 1,0 0,0 0,-1 0,0 0,0 0,-1 1,0 0,0-1,-1 0,-2 0,1 0,-1 1,0-1,-1 1,0 1,0-1,0 1,-1 1,1 0,-1 0,0 0,0 1,0 1,-1 0,1 0,-1 0,1 1,-1 1,1 0,-1 0,0 1,1 0,-1 0,1 1,0 0,-1 1,1 0,0 1,1 0,-1 0,1 1,-1 0,1 0,-1 2,0 1,1 0,0 0,0 1,1 0,0 0,1 1,0 0,0 0,1 0,0 1,1 0,0 0,1 0,0 0,1 1,0-1,1 1,0-1,1 1,0-1,1 1,0 0,1-1,0 0,2 4,-1-10,0 0,0 0,1 0,0-1,0 0,0 1,1-1,-1 0,1-1,0 1,0-1,0 0,1-1,-1 1,1-1,-1 0,1 0,0-1,0 1,0-1,-1-1,1 1,0-1,0 0,0 0,1-1,33-2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53.55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242 23,'-18'-7,"-11"-2,-7 2,-1 8,0 10,4 9,8 10,8 5,8 4,9 2,11 3,9 2,1-8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53.8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1,'16'13,"14"8,12 2,7-4,9-3,8-6,7-4,5-8,-12-3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54.91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0 997,'23'-34,"76"-124,12-37,-85 143,-2-2,-2 0,-2-2,-3 0,9-54,-23 96,0 0,-1-1,0 1,-1-1,-1 1,0-1,-1 1,-1-1,0 1,0 0,-5-11,6 23,0-1,0 0,0 1,0 0,0-1,-1 1,1 0,-1 0,0 0,1 0,-1 0,0 0,0 0,0 1,-1-1,1 1,0-1,-1 1,1 0,-1 0,1 0,-1 0,1 0,-1 1,1-1,-1 1,0 0,0-1,1 1,-1 1,0-1,1 0,-1 1,0-1,1 1,-1 0,1 0,-1 0,0 0,-7 5,-1 1,1 1,0-1,1 2,0-1,0 1,1 0,0 1,1 0,0 0,1 1,0 0,0 0,-1 5,-14 32,2 2,2 0,2 1,2 0,3 2,2-1,2 1,3 0,2 16,-1-37,1-1,2 1,1-1,1 0,2 1,1-2,2 1,1-1,1 0,1 0,2-2,1 1,15 21,-23-42,1 0,1 0,0-1,0 0,0 0,1-1,0 0,0-1,0 0,1 0,0-1,0 0,0-1,0 0,1 0,-1-1,1-1,0 0,-1 0,1-1,0 0,-1-1,1 0,-1-1,1 0,-1-1,1 0,-1 0,8-5,-4 1,1 0,-1-1,0-1,-1-1,0 0,0 0,-1-1,-1-1,0 0,0 0,-1-1,-1-1,0 1,-1-2,0 1,-1-1,-1 0,0 0,-1-1,-1 0,-1 0,0 0,1-14,-4 26,1 0,-1 1,1-1,-1 0,0 0,0 0,-1 1,1-1,-1 0,0 0,0 1,0-1,0 1,-1-1,1 1,-1-1,0 1,0 0,0 0,-1 0,1 0,-1 0,1 0,-1 1,0-1,0 1,0 0,0 0,-1 0,1 0,-1 1,1-1,-1 1,1 0,-1 0,0 0,-1 0,-5 3,0 1,0 0,1 0,-1 1,1 1,-1-1,1 1,1 1,-1 0,1 0,0 0,0 1,1 1,0-1,0 1,1 0,0 1,0-1,1 1,0 0,-2 7,1-5,1 1,0 0,0 1,2-1,-1 1,2 0,0 0,0 0,1 1,1-10,0 0,-1 0,2 0,-1 0,0 0,1 0,0 0,0 0,0 0,0 0,1-1,-1 1,1 0,0-1,0 1,1-1,-1 0,0 0,1 0,0 0,0 0,0-1,0 1,0-1,1 1,-1-1,1-1,-1 1,1 0,0-1,0 1,2-1,0 0,0 0,0-1,0 0,0 0,0 0,0 0,0-1,0 0,0-1,0 1,0-1,0 0,-1-1,1 1,-1-1,1 0,-1 0,0-1,0 0,1-1,7-7,0 1,-1-2,-1 1,0-2,-1 1,0-1,-1-1,1-1,-9 17,0 0,0 0,0 0,0 0,0 0,0 0,-1 0,1 1,0-1,0 0,-1 0,1 1,-1-1,0 0,1 0,-1 1,0-1,1 1,-1-1,0 0,0 1,0-1,-1 0,1 1,0-1,0 1,0 1,3 21,1 0,0 0,2-1,1 0,8 17,-13-34,1 1,0-1,0 0,1 0,-1-1,1 1,1-1,-1 0,1 0,0 0,0 0,0-1,1 0,-1 0,1-1,0 1,0-1,0 0,1-1,-1 0,1 0,3 1,-1-4,0 0,0 0,-1-1,1 0,-1-1,1 1,-1-2,0 1,0-1,0-1,-1 1,1-1,-1 0,0-1,-1 0,1 0,-1-1,-1 1,1-1,-1 0,0-1,-1 1,1-1,-2 0,1-1,16-34,-3-2,-2 0,-1 0,-3-1,-1-1,-3 0,-2 0,-1-13,10-209,-15-133,1 398,-1-31,-3 30,-1 23,-21 142,-3 120,21-180,5-1,5 24,0-88,1 0,2 0,2 0,1 0,2-1,1-1,1 0,3 2,-9-23,0 1,0-1,1 0,1-1,0 0,0 0,1-1,1 0,-1 0,2-1,-1 0,1-1,1 0,5 2,-16-9,1 0,0-1,0 1,0-1,0 1,0-1,0 0,0 1,0-1,0 0,0 0,0-1,0 1,0 0,0-1,0 1,0-1,0 1,-1-1,1 0,0 0,0 0,1-1,13-13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55.1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0,'13'12,"23"3,26-5,28-9,22-7,14-5,-15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55.86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358 899,'-67'15,"40"-10,0 1,1 1,0 1,0 2,-20 10,37-14,1-1,0 1,0 1,1-1,0 1,0 1,0-1,1 1,0 0,1 1,0-1,0 1,1 0,0 0,1 1,-1-1,2 1,-1 5,1-8,1 0,0 1,0-1,1 1,0-1,1 0,-1 1,1-1,1 0,0 0,0 0,0 0,0 0,1 0,1 0,-1-1,1 1,0-1,0 0,1-1,-1 1,2-1,-1 1,0-2,2 2,8 2,0 0,1-1,0-1,0 0,0-1,1-1,-1-1,1 0,0-1,0-1,0 0,0-1,0-1,0-1,0 0,0-2,-1 0,1 0,-1-2,14-6,-3 0,0-1,0-1,-2-1,0-2,-1 0,0-2,-2 0,0-2,-1 0,-1-1,-2-2,0 0,-1 0,-1-2,-2 0,-1 0,0-2,-2 1,-2-2,0 1,2-20,4-33,-4-1,-4 0,-3 0,-5-36,2 77,-2-1,-2 1,-2 0,-2 0,-9-32,16 68,-1 1,0 0,0-1,0 1,-1 0,1 0,-1 0,0 0,0 0,-1 0,1 0,-1 1,0-1,1 1,-2 0,1 0,0 0,-1 0,1 0,-1 1,0 0,0 0,0 0,0 0,0 0,0 1,0 0,-1 0,1 0,0 0,-4 0,-2 5,1-1,0 1,0 0,1 1,-1 0,1 1,0-1,1 2,-1-1,1 1,0 0,1 0,0 1,0 0,0 0,1 1,-2 3,-8 14,2-1,0 2,2 0,1 0,1 1,1 0,1 1,2 0,1 0,1 0,2 0,0 0,3 1,1 7,4 19,3 0,2 0,3-1,2-1,3-1,24 47,138 254,-181-355,-1 1,0-1,0 0,1 1,-1-1,1 1,-1-1,0 1,1-1,-1 1,1 0,-1-1,1 1,-1-1,1 1,-1 0,1 0,-1-1,1 1,0 0,-1 0,1-1,-1 1,1 0,0 0,-1 0,1 0,-1 0,1 0,0 0,-1 0,1 0,0 0,-1 1,1-1,-1 0,1 0,0 1,-1-1,1 0,-1 1,1-1,-1 0,1 1,-1-1,1 1,-1-1,0 0,1 1,-1 0,0-1,1 1,-1-1,0 1,1-1,-1 1,0-1,0 1,0 0,0-1,0 1,1 0,-1-1,0 1,10-30,-7 16,0 1,1 0,0 0,1 0,0 0,1 1,0 0,1 0,0 0,1 1,0 0,0 1,1 0,1 0,-1 1,1 0,1 1,1-1,-10 7,-1 0,0 1,1-1,-1 1,1-1,-1 1,1 0,-1-1,1 1,-1 0,1 0,-1 0,1 0,-1 0,1 0,-1 1,1-1,-1 0,0 1,1 0,-1-1,1 1,-1-1,0 1,0 0,1 0,-1 0,0 0,0 0,0 0,0 0,0 0,0 1,0-1,0 0,-1 0,1 1,0-1,-1 0,1 1,-1-1,1 1,-1-1,0 1,8 70,-17 130,9-194,1-1,0 0,1 0,-1 0,1-1,1 1,-1 0,1-1,0 1,1-1,0 0,0 0,0 0,1-1,-1 1,1-1,0 0,1-1,0 1,-1-1,1 0,0-1,1 1,-1-1,1 0,-1-1,8 2,7 2,-1-1,2-1,-1-1,0-1,0-1,1 0,-1-2,15-2,24-5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56.99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1371,'199'-142,"43"-15,68-31,9 14,6 13,328-109,156 7,-775 253,-25 5,-16 4,-17 4,-81 18,72-16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57.27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6,'131'7,"-1"-5,66-9,-78 0,0 6,0 5,11 6,-99-6,-1 1,0 2,0 1,-1 1,0 1,2 2,-19-7,-1 0,0 1,0 0,0 1,-1 0,0 0,0 1,-1 0,0 0,0 1,-1 0,-1 1,1-1,-1 1,-1 0,4 11,-5-8,0 1,-1-1,-1 1,0 0,-1 0,-1-1,0 1,-1 0,0 0,-1 0,-1-1,0 1,-1-1,0 1,-1-1,-10 24,-2-1,-1 0,-1-2,-17 22,-47 57,2-15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57.9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 1,'-5'16,"-1"19,0 19,4 17,4 11,4 9,1 2,-1-1,-1-8,-1-12,-2-18,-4-23,-2-27,-2-14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58.3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41 572,'-16'-98,"7"56,3 0,1-1,2 1,2-1,3-21,-2 55,1 0,1 0,-1 0,1 1,1-1,0 1,0-1,0 1,1 0,1 0,-1 1,1-1,0 1,1 0,0 0,0 1,0-1,1 2,0-1,0 1,1 0,-1 0,1 1,0 0,0 0,1 1,-1 0,1 0,-1 1,1 0,4 1,-2-1,1 2,-1 0,1 0,-1 1,1 1,-1-1,1 2,-1 0,0 0,0 1,-1 0,1 1,-1 0,0 1,0 0,0 1,-1 0,0 0,0 1,-1 0,0 1,-1-1,0 2,0-1,-1 1,0 0,0 0,-1 0,-1 1,0 0,0 0,-1 0,-1 0,1 1,-1 5,-3 1,-1 0,-1 0,0-1,-1 1,-1-1,-1 0,-1-1,0 1,-1-1,0-1,-1 1,-1-1,-1-1,0 0,-1-1,0 0,-1 0,0-1,-1-1,-15 9,10-6,63-16,-20-2,0 1,0 2,0 0,0 1,1 2,-1 1,0 0,-1 2,18 6,-26-7,-2 1,1 1,-1 1,0 0,0 0,0 1,-1 1,-1 0,1 0,-2 2,1-1,-1 1,-1 0,0 1,-1 0,5 9,-7-8,-1 0,0 0,-1 1,0 0,-1-1,-1 1,0 0,-1 0,0 0,-1 0,-1 1,0-1,-1 0,-1-1,0 1,0 0,-2-1,0 1,0-1,-1-1,-1 1,0-1,0 0,-1-1,-3 3,-6 10,-1-1,-1-1,-1 0,-1-1,-1-1,-1-2,0 0,-1-1,-19 8,39-22,0 0,0-1,0 0,0 0,-1 0,1 0,-1-1,1 0,-1 0,0 0,0 0,1-1,-1 0,0 0,0 0,1-1,-1 1,0-1,0 0,1 0,-1-1,1 0,-1 1,1-1,0-1,0 1,-2-2,-18-30,9-4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58.8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93,'66'295,"-58"-267,1-1,1 0,2-1,1 0,1-1,0 0,2-2,1 1,1-2,1 0,1-2,-19-18,0 0,0 0,1-1,-1 1,0-1,1 1,-1-1,1 1,-1-1,1 0,0 0,-1 0,1 0,0 0,0 0,0 0,0 0,0-1,0 1,0-1,0 0,0 1,0-1,0 0,0 0,0 0,0-1,0 1,0 0,0-1,0 1,0-1,0 0,0 0,-1 1,1-1,0-1,0 1,-1 0,1 0,-1 0,1-1,6-14,0-1,-2 0,0 0,-1 0,-1-1,0 0,-1 0,-1 0,1-5,40-194,-42 214,-1 1,0 0,0 0,0 0,0 0,1 0,-1 0,1 1,0-1,-1 0,1 0,0 0,0 0,0 1,0-1,0 0,1 1,-1-1,0 1,1 0,-1-1,1 1,-1 0,1 0,0 0,0 0,-1 0,1 0,0 0,0 1,0-1,0 1,1-1,32 49,2 33,-30-59,2 0,0 0,2-1,0 0,1 0,1-2,1 1,0-2,2 0,0-1,1 0,1-1,18 12,-32-25,1-1,-1 0,1 1,-1-2,1 1,-1-1,1 1,0-1,0 0,0-1,0 1,-1-1,1 0,0 0,0-1,0 1,0-1,0 0,-1-1,1 1,0-1,-1 0,1 0,-1 0,0-1,0 1,0-1,0 0,0 0,0-1,-1 1,0-1,1 1,-1-1,-1 0,3-4,6-14,0-1,-2 0,-1 0,0-1,-2 0,-1 0,-1-1,-1 1,-1-1,-1-18,1 11,-1 0,-2 0,-2 0,0 0,-3 0,0 1,-10-28,0 26,1 8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0:59.1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65 466,'-16'-2,"-8"-1,6 0,11-1,22-5,28-8,32-8,35-8,35-8,32-9,26-6,22-4,14 0,2 3,-39 12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1:00.15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376 89,'-17'-1,"1"2,0 0,-1 1,1 1,0 0,0 1,1 1,-1 0,1 1,0 1,0 1,1 0,0 0,1 2,0-1,0 2,1 0,0 0,1 1,0 0,1 1,0 1,1-1,1 2,0-1,-4 14,9-22,0 0,1 0,0 0,0 0,1 0,0 1,0-1,0 1,1-1,0 1,0-1,1 0,0 1,0-1,0 1,1-1,0 0,0 0,0 0,1 0,0 0,0-1,1 1,-1-1,1 0,0 0,1 0,-1-1,1 1,0-1,0 0,0 0,2 0,12 4,0 0,1-1,0-1,0-1,1 0,0-2,-1 0,1-2,0 0,0-1,0-1,0-1,0-1,-1-1,1-1,7-3,-5 1,-1-1,0-1,0 0,-1-2,0-1,-1 0,0-2,-1 0,-1-1,0-1,-1 0,-1-2,0 0,-1 0,-2-1,0-1,0-1,-2 0,-1 0,0-1,-2 0,-1-1,1-5,-9 42,0 1,1-1,0 1,1-1,1 1,0-1,1 0,2 4,-3-9,0 1,1-1,0 0,0 0,1 0,0 0,0-1,1 1,1-1,-1 0,1-1,1 1,-1-1,1 0,0-1,1 0,-1 0,1 0,1-1,-1-1,1 1,-1-1,1-1,1 1,-1-1,0-1,1 0,-1 0,1-1,5 0,-7-2,0 1,1-1,-1-1,0 0,0 0,0 0,0-1,-1 0,1-1,-1 0,1 0,-1 0,-1-1,1 0,-1-1,0 1,0-1,0 0,-1-1,0 1,0-1,0 0,-1 0,0-1,1-4,5-11,0-1,-2 0,-1-1,-1 0,-1 0,-1 0,0-20,-2 25,-5-89,2 109,1 1,-1-1,0 0,0 1,0-1,0 0,1 1,-1-1,0 1,1-1,-1 1,0 0,1-1,-1 1,0-1,1 1,-1 0,1 0,-1-1,1 1,0 0,-1 0,1 0,0 0,0-1,-1 1,1 0,0 0,0 0,0 0,0 0,0 0,0-1,0 1,0 0,1 1,-5 17,1 0,1 0,0 0,2 0,0 0,2 0,0 0,1 1,-2-12,1 1,0-1,1 0,0 0,0 0,1-1,0 1,1-1,-1 0,1 0,0 0,1-1,0 1,0-2,0 1,1-1,0 1,0-2,3 2,11 3,2-2,-1-1,1 0,0-2,0 0,1-2,-1 0,0-2,1-1,-1 0,0-2,1-1,-1-1,16-5,37-9,0-4,-1-2,45-24,-29 7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1:01.4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1308,'1'5,"0"0,1 0,0 0,-1 0,2-1,-1 1,0-1,1 1,0-1,0 0,0 0,0 0,1-1,0 1,-1-1,1 1,1-1,-1-1,0 1,1-1,-1 1,1-1,0 0,0-1,-1 1,1-1,0 0,0 0,1-1,-1 0,0 1,0-2,0 1,0-1,0 1,0-1,0-1,0 1,0-1,0 0,16-9,-1 0,-1-2,0 0,-1-1,-1-1,0-1,-1 0,0-2,10-15,-21 28,63-77,-4-3,-4-3,-3-3,-4-1,10-34,-46 91,-1-1,-2 0,-2-1,-1-1,-1 0,-3 0,-1-1,-2 1,-1-20,-2 54,-1-1,1 0,-1 1,-1-1,1 0,0 1,-1-1,0 0,0 1,-1-1,1 1,-1-1,0 1,0 0,-1 0,1 0,-1 0,0 0,0 1,0-1,0 1,-1 0,1 0,-1 0,0 0,0 0,0 1,0 0,0 0,-1 0,1 0,-2 2,0 1,0 0,0-1,1 2,-1-1,1 1,-1 0,1 0,-1 0,1 1,0-1,0 2,0-1,1 0,-1 1,1 0,-3 3,-11 13,1 1,1 1,1 0,1 2,1-1,1 2,1-1,1 2,1-1,2 1,0 1,2-1,1 1,1 1,-6 29,3 1,2-1,3 1,3 0,2 0,2 0,3-1,3-1,2 1,13 30,-19-66,1-1,1 1,1-2,1 1,1-2,0 1,1-2,1 0,5 3,-14-14,0 0,1-1,0 1,0-1,0-1,1 1,-1-1,1-1,0 1,0-1,1-1,-1 1,1-1,-1-1,1 0,-1 0,1-1,0 0,-1 0,1-1,0 0,-1 0,1-1,-1 0,1-1,11-8,0 0,-1 0,-1-2,0-1,-1 0,0-1,-1-1,-1 0,0-1,-1-1,-1 0,5-12,7-5,-2-1,-2-1,-1-1,-2-1,-2-1,-1 0,-2-1,3-21,-14 53,-1 1,1 0,-1 0,-1 0,0-1,0 1,0 0,-1 0,0 0,-1-1,1 8,0-1,-1 1,1-1,0 1,-1-1,1 1,-1 0,0 0,1 0,-1 0,0 0,0 0,1 0,-1 1,0-1,0 0,0 1,0 0,0-1,0 1,0 0,0 0,0 0,0 0,0 1,0-1,0 0,0 1,0 0,1-1,-1 1,0 0,0 0,0 0,1 0,-1 0,0 0,1 0,0 1,-1-1,1 1,-1-1,1 1,0-1,0 2,-20 17,1 0,2 1,0 1,1 1,1 0,1 2,2-1,0 2,2 0,0 0,-2 14,-13 65,26-99,-1-1,1 1,0-1,0 1,0-1,1 0,-1 1,1-1,1 0,-1 1,1-1,0 0,0 0,0 0,1 0,0-1,0 1,1 1,1-3,1 1,-1-1,1-1,-1 1,1-1,0 0,0 0,0 0,0-1,0 0,1 0,-1-1,0 1,0-1,1-1,-1 1,0-1,0 0,0-1,0 0,0 1,0-2,0 1,-1-1,1 0,-1 0,1 0,2-3,11-6,0 0,-1-1,0-1,0 0,-2-1,0-1,-1-1,0 0,-2-1,0-1,-1 0,-1-1,0 0,-2 0,0-1,-2 0,4-17,-5 87,-3-31,0 1,1-1,1 0,0-1,1 1,1-1,1 0,1-1,0 0,1 0,0-1,2 0,-1-1,2 0,7 5,-15-15,0-1,0 1,0-1,0 0,0-1,1 1,0-1,-1 0,1-1,0 1,0-1,0 0,0-1,0 1,0-1,0-1,0 1,0-1,-1 0,1 0,0 0,0-1,0 0,-1 0,1-1,-1 1,0-1,0-1,0 1,11-12,0-1,-1 0,-1-1,-1-1,0 0,-2-1,0 0,-1 0,0-1,-2-1,-1 0,0 0,-2 0,0-1,0-10,10-71,-4-1,-5 0,-4 0,-7-40,-22-223,21 324,1 27,2 28,17 155,-10-139,12 79,4-1,4-1,6-1,3-1,22 37,-44-114,1-1,2 0,0 0,2-2,1 0,0 0,21 18,-38-40,1 0,0 0,-1 0,1-1,0 1,0 0,-1 0,1-1,0 1,0 0,0-1,0 1,0-1,0 1,0-1,0 1,0-1,0 0,0 1,0-1,0 0,0 0,0 0,0 0,1 0,-1 0,0 0,0 0,0-1,0 1,0 0,4-10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1:01.70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1 221,'20'0,"26"-3,26-6,27-13,24-10,16-9,11-2,3 3,-24 10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1:02.3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378 988,'-39'11,"1"1,1 2,0 2,1 1,-11 8,36-19,1 1,0 0,0 0,0 1,1 1,1-1,-1 1,1 1,1-1,0 1,0 1,1-1,0 1,1 0,0 1,1-1,0 1,1 0,-1 2,4-6,-1 0,1-1,1 1,-1 0,1-1,1 1,0-1,0 1,0-1,1 0,0 0,0 0,0 0,1 0,0-1,1 0,0 1,-1-2,2 1,-1 0,1-1,0 0,0-1,0 1,1-1,-1 0,1-1,0 0,0 0,1 0,-1-1,0 0,1 0,-1-1,1 0,3 0,4 0,0 0,1-1,-1-1,1-1,-1 0,0 0,1-2,-2 0,1-1,0 0,-1-1,0 0,0-2,-1 1,4-4,10-8,-1-1,0-2,-2 0,0-1,-2-2,14-19,-4-3,-3-2,-1-2,-3 0,-2-2,-2 0,-3-1,-2-1,-3-1,-1 0,-4-1,-2 0,-2 0,-3-1,-2 1,-3 0,-8-38,10 70,-1 0,-1 1,-2 0,0 0,-1 0,-2 0,0 1,-1 1,-3-2,13 22,-1 0,0 0,0 0,0 0,0 0,0 1,-1-1,1 0,0 1,-1-1,0 1,1-1,-1 1,0 0,1 0,-1 0,0 0,0 0,0 0,0 0,0 0,0 1,0-1,0 1,0 0,0 0,0-1,0 1,-1 0,1 1,0-1,0 0,0 1,0-1,0 1,0 0,0-1,0 1,0 0,0 0,1 0,-1 1,0-1,1 0,-1 1,0-1,1 1,0-1,-1 1,1 0,0-1,0 1,0 0,0 0,0 0,0 1,-10 19,1 1,2 0,0 0,1 0,1 1,1 0,2 1,0-1,1 6,-2 26,3-1,1 0,3 1,3-1,2 0,2-1,3 0,16 42,-15-55,2-1,2-1,1-1,3-1,0 0,3-2,1 0,1-2,2-1,1-2,22 18,-10-23,-41-25,0 0,0 0,0-1,0 1,0 0,-1-1,1 1,0-1,0 1,-1-1,1 1,0-1,-1 0,1 1,0-1,-1 0,1 0,-1 1,1-1,-1 0,0 0,1 0,-1 1,0-1,0 0,1 0,-1 0,0 0,0 0,0 0,0 0,0 1,0-1,0 0,0-1,8-52,-4 26,1-1,1 1,1 0,1 1,4-5,-6 18,1 0,1 1,0 0,1 0,0 1,1 0,0 0,1 1,7-5,-14 12,1 0,-1 1,1 0,0-1,0 2,1-1,-1 1,0-1,1 1,-1 1,1-1,0 1,0 0,0 0,-1 1,1 0,0 0,0 0,0 1,0-1,-1 2,1-1,0 0,-1 1,1 0,1 1,0 1,0 1,-1 0,1 0,-1 0,0 1,0-1,-1 1,0 1,0-1,0 1,-1 0,0 0,0 0,0 1,-1-1,1 7,29 130,-31-132,26 87,-27-96,0 0,1-1,-1 0,1 1,-1-1,1 0,0 0,0 0,0 0,0 0,0 0,0 0,1-1,-1 1,1-1,-1 0,1 1,-1-1,1 0,0-1,-1 1,1 0,0-1,0 0,0 1,-1-1,1 0,0-1,0 1,0 0,-1-1,1 1,0-1,0 0,20-8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1:02.60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172 59,'-7'-7,"-21"-7,-36-5,-9 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1:32.4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0 180,'163'-14,"-85"6,0-3,-1-4,36-13,-64 9,-49 19,0-1,0 1,0 0,0-1,0 1,0-1,0 1,0 0,0-1,0 1,0-1,-1 1,1 0,0-1,0 1,0 0,-1-1,1 1,0 0,0-1,-1 1,1 0,0 0,-1-1,1 1,0 0,-1 0,1-1,0 1,-1 0,1 0,-1 0,1 0,0 0,-1 0,1 0,-1 0,1 0,0 0,-1 0,1 0,-1 0,1 0,0 0,-1 0,1 0,-1 0,1 0,0 1,-1-1,1 0,0 0,-1 1,1-1,0 0,-1 0,1 1,0-1,0 0,-1 1,1-1,0 0,0 1,-1-1,1 0,0 1,0-1,0 1,-9 5,1 1,0 0,0 0,1 1,-1 0,2 0,-1 0,1 1,1 0,-1 1,2-1,-1 1,1 0,1 0,0 0,0 0,1 1,0-1,1 1,0 0,1 6,-36 470,32-449</inkml:trace>
  <inkml:trace contextRef="#ctx0" brushRef="#br0" timeOffset="289.311">81 461,'18'0,"22"-4,25-7,23-5,18-5,11-6,2-2,-6-1,-13-3,-17 1,-22 5</inkml:trace>
  <inkml:trace contextRef="#ctx0" brushRef="#br0" timeOffset="599.555">1056 128,'-1'-2,"1"1,0 1,0-1,0 0,0 1,0-1,0 1,0-1,0 1,-1-1,1 1,0-1,0 1,0-1,-1 1,1-1,0 1,0-1,-1 1,1-1,0 1,-1 0,1-1,-1 1,1-1,0 1,-1 0,1 0,-1-1,1 1,-1 0,1 0,-1-1,1 1,-1 0,1 0,-1 0,0 0,1 0,-1 0,1 0,-1 0,1 0,-1 0,1 0,-1 0,1 0,-1 1,1-1,-1 0,1 0,-1 0,1 1,-1-1,1 0,-1 1,1-1,-1 0,1 1,0-1,-1 1,1-1,0 1,-1-1,1 1,0-1,-6 139,-37 53,21-111,21-80,0 0,1-1,-1 1,0 0,1 0,-1-1,1 1,-1 0,1 0,-1 0,1 0,0 0,0 0,-1-1,1 1,0 0,0 0,0 0,0 0,0 0,0 0,0 0,0 0,0 0,1 0,-1 0,0 0,1 0,-1 0,0-1,1 1,-1 0,1 0,0 0,-1-1,1 1,-1 0,1-1,0 1,0 0,-1-1,1 1,0-1,0 1,0-1,0 1,0-1,-1 0,1 0,0 1,0-1,0 0,0 0,0 0,0 0,0 0,0 0,0 0,0 0,0 0,0-1,0 1,0 0,0-1,-1 1,1 0,0-1,0 1,0-1,17-11,-1 0,0-2,-1 1,-1-2,0 0,-1-1,0-1,-1-1,49-65,-47 74,-11 32,-31 247,2 22,21-211</inkml:trace>
  <inkml:trace contextRef="#ctx0" brushRef="#br0" timeOffset="1128.274">1992 128,'-2'16,"-3"14,-1 13,-2 11,-1 8,-2 5,1 1,0-3,2-6,2-11,2-13</inkml:trace>
  <inkml:trace contextRef="#ctx0" brushRef="#br0" timeOffset="1395.635">1685 101,'9'-5,"14"-3,20-3,18-2,16-1,15 0,4 0,-3 2,-16 3</inkml:trace>
  <inkml:trace contextRef="#ctx0" brushRef="#br0" timeOffset="1646.962">2354 368,'-5'19,"-1"11,-2 9,-2 4,1 0,1-4,3-3,5-8,3-11,3-9</inkml:trace>
  <inkml:trace contextRef="#ctx0" brushRef="#br0" timeOffset="1818.507">2367 34,'-7'-2,"3"1,10 3,11 4,13 3,0 0</inkml:trace>
  <inkml:trace contextRef="#ctx0" brushRef="#br0" timeOffset="2399.658">2741 302,'-59'315,"54"-299,1-22,21-169,-7 112,-10 62,0 1,0 0,-1-1,1 1,0-1,0 1,0-1,0 1,-1-1,1 1,0-1,0 1,0-1,0 1,0-1,0 1,0-1,0 1,1-1,-1 1,0-1,0 1,0-1,0 1,1-1,-1 1,0 0,1-1,-1 1,0-1,0 1,1 0,-1-1,1 1,-1 0,0-1,1 1,-1 0,1 0,-1-1,1 1,-1 0,1 0,-1 0,1 0,-1 0,1 0,-1 0,1 0,-1 0,1 0,-1 0,1 0,0 0,45 118,-40-98,1-1,0 0,1 0,2-1,0 0,0-1,2 0,0 0,1-2,1 1,0-2,1 0,0 0,-12-12,-1 0,0-1,1 1,-1-1,1 1,-1-1,1 0,-1 0,1 0,0 0,0 0,-1-1,1 1,0-1,0 0,0 0,0 0,0 0,0 0,-1-1,1 1,0-1,0 0,-1 0,1 0,0 0,-1 0,1-1,-1 1,1-1,-1 1,0-1,0 0,0 0,0 0,0 0,0-1,0 1,-1 0,1-1,-1 1,1-1,-1 0,0-1,5-15,-1-1,-1 1,-1-1,-1 0,0 0,-2 0,0 0,-2-5,2-4,7-159,-2 156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0T16:41:27.35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20467 2982,'44'-278,"-39"248,-1 23,-3 23,-19 261,13-198,4 0,3 0,3 0,8 26,-3-54</inkml:trace>
  <inkml:trace contextRef="#ctx0" brushRef="#br0" timeOffset="322.139">21055 2300,'16'6,"12"15,8 14,7 18,6 17,0 15,0 14,-7 13,-10 10,-16 9,-23 5,-32 7,-36 4,-42 4,-41 2,5-26</inkml:trace>
  <inkml:trace contextRef="#ctx0" brushRef="#br0" timeOffset="2980.893">23649 3209,'9'-9,"3"-3</inkml:trace>
  <inkml:trace contextRef="#ctx0" brushRef="#br0" timeOffset="-11575.798">7352 401,'0'20,"0"21,0 22,3 17,2 17,5 12,4 5,1 2,1-6,-3-21</inkml:trace>
  <inkml:trace contextRef="#ctx0" brushRef="#br0" timeOffset="-5835.35">7513 936,'0'0,"0"-1,0 0,0 1,1-1,-1 0,0 1,0-1,1 0,-1 1,0-1,1 0,-1 1,1-1,-1 1,1-1,-1 1,1-1,-1 1,1-1,-1 1,1 0,0-1,-1 1,1 0,0 0,-1-1,1 1,0 0,-1 0,1 0,0 0,-1 0,1 0,0 0,0 0,-1 0,1 0,0 0,-1 0,1 0,0 1,-1-1,1 0,0 1,1-1,323-5,-86-2,535-5,524 3,-1101 0,950-31,-1074 39,1733-42,-493-31,-69 1,-371 12,156-3,-744 59,-282 5,-1 1,0-1,1 0,-1-1,0 1,0 0,1 0,-1-1,0 0,0 1,0-1,1 0,-1 0,0 0,0 0,0 0,0-1,-1 1,1-1,1 0,2-7</inkml:trace>
  <inkml:trace contextRef="#ctx0" brushRef="#br0" timeOffset="-5575.003">18207 1,'5'25,"3"24,3 22,2 17,1 14,1 7,-1 5,0 0,0-6,0-9,-1-13,-2-21</inkml:trace>
  <inkml:trace contextRef="#ctx0" brushRef="#br0" timeOffset="-5175.074">17981 241,'-9'-11,"8"29,6-6,1 0,0 0,0-1,1 0,0 0,1 0,1-1,-1-1,2 1,-1-1,1-1,0 1,3 0,25 20,-24-19,1 1,-2 0,0 1,0 1,-1 0,6 9,-17-20,1 0,-1 1,1-1,-1 0,0 1,0 0,0-1,-1 1,1 0,0-1,-1 1,0 0,0-1,0 1,0 0,0 0,0-1,-1 1,1 0,-1 0,0-1,0 1,0-1,0 1,0-1,0 1,-1-1,1 0,-1 1,-1 1,-73 53,-132 32,85-48</inkml:trace>
  <inkml:trace contextRef="#ctx0" brushRef="#br0" timeOffset="-4019.448">8543 669,'-42'36,"-1"-2,-1-2,-2-1,-1-3,-1-1,-2-3,0-2,-1-2,-2-3,1-1,-2-3,-9-1,-58 0,161-7,0 1,-1 3,0 1,0 1,-1 3,-1 1,0 2,13 9,37 19,-43-20,0-2,2-3,38 12,-82-31,-1 0,1 0,0 0,0 0,0 0,0 0,0-1,0 1,0-1,1 1,-1-1,0 0,0 0,0 0,0 0,0 0,1 0,-1-1,0 1,0-1,0 1,0-1,0 0,0 0,0 0,0 0,0 0,-1 0,1-1,0 1,-1 0,1-1,-1 0,1 1,-1-1,0 0,1-1,1-13,-2 0,0 0,0 0,-2 0,0 1,0-1,-2 0,0 0,-1 1,0 0,-3-5,-3-15,-2 1,-1-1,-2 2,-1 0,-2 1,0 1,-17-20,14 27</inkml:trace>
  <inkml:trace contextRef="#ctx0" brushRef="#br0" timeOffset="-3045.916">14451 1150,'7'18,"0"0,1 0,1 0,0-1,2 0,0-1,1 0,0-1,10 9,57 58,4-4,4-4,2-3,4-5,2-3,75 34,333 174,241 80,-561-268,3-8,3-8,2-8,15-6,-107-36</inkml:trace>
  <inkml:trace contextRef="#ctx0" brushRef="#br0" timeOffset="-2034.996">14478 1297,'-6'15,"0"-1,1 1,0 1,1-1,1 1,1-1,0 1,0 0,2 14,-1-8,-4 392,6-405,1-15,1-18,4-81,-4-1,-10-74,6 159,-1 0,0 0,-2 0,0 0,-2 1,0 0,-2 0,0 0,-3-3,41 32,22 9,1-2,0-3,1-2,43 2,140 32,-236-44,1-1,0 0,0 0,0 0,0 0,0 0,0 1,0-1,0 1,0 0,0-1,0 1,0 0,-1 0,1 0,0 0,-1 1,1-1,-1 0,1 1,-1-1,1 1,-1-1,0 1,0 0,0 0,0-1,0 1,0 0,-1 0,1 0,0 0,-1 0,0 0,1 0,-1 0,0 0,0 1,-52 58,-78 43,85-71,1 2,2 2,-21 26,60-60,-1 1,1-1,0 1,0 0,1 0,-1 0,1 1,0-1,0 0,0 1,1 0,-1-1,0 6,4 11</inkml:trace>
  <inkml:trace contextRef="#ctx0" brushRef="#br0" timeOffset="-1349.759">18048 2581,'45'9,"0"-2,0-1,1-3,0-1,3-3,-6 1,-12-1,49 9,-78-6,0-1,0 1,0 1,-1-1,1 0,-1 0,1 1,-1-1,0 0,0 1,0-1,0 1,0 0,-1-1,1 1,-1 0,0-1,0 1,0 0,0-1,0 1,0 0,-1-1,0 1,1 0,-1-1,-1 3,1 3,-77 461,46-200,25-232</inkml:trace>
  <inkml:trace contextRef="#ctx0" brushRef="#br0" timeOffset="-1074.276">18074 3062,'20'0,"24"0,19-3,17-2,14-5,6-6,2-4,-4-6,-20 1</inkml:trace>
  <inkml:trace contextRef="#ctx0" brushRef="#br0" timeOffset="-766.102">18956 2581,'-27'136,"-7"100,29-193,1-11,1-17,0 1,1-1,1 0,1 1,0-1,1 1,0-1,2 1,1 3,-4-17,1 1,1-1,-1 0,0 1,1-1,-1 0,1 0,-1 0,1 0,0 0,0 0,0-1,0 1,0-1,1 1,-1-1,0 0,1 1,-1-1,0-1,1 1,0 0,-1-1,1 1,-1-1,1 0,0 1,-1-1,1-1,0 1,76-20,-61 12,-2-1,1-1,-1-1,-1 0,0-1,0 0,-1-2,-1 1,0-2,0-1,-10 12,-3 3,0 1,0-1,0 1,0-1,0 1,0-1,0 1,0-1,0 1,0-1,0 1,0 0,0-1,0 1,0-1,1 1,-1-1,0 1,0-1,0 1,1 0,-1-1,0 1,1 0,-1-1,0 1,1 0,-1-1,0 1,1 0,-1 0,1-1,-1 1,1 0,-1 0,0 0,1 0,-1-1,1 1,-1 0,1 0,-1 0,1 0,-1 0,1 0,-1 0,1 0,-1 0,0 1,1-1,-1 0,1 0,-1 0,1 1,-1-1,0 0,1 0,-1 1,1-1,-1 0,0 0,1 1,-1-1,0 1,0-1,1 0,-1 1,-12 160,10-127,-3 30,2 1,4 0,4 25,14-16,-8-54</inkml:trace>
  <inkml:trace contextRef="#ctx0" brushRef="#br0" timeOffset="945.793">17981 2340,'-16'-5,"-12"4,-8 12,-5 19,-4 25,-2 29,3 31,9 30,10 21,16 11,24 0,25-10,28-17,26-21,18-21,15-19,-16-25</inkml:trace>
  <inkml:trace contextRef="#ctx0" brushRef="#br0" timeOffset="-511.736">19544 2995,'18'2,"16"1,12 0,13-1,10 0,7-3,1-4,-2-3,-13-3,-16 1</inkml:trace>
  <inkml:trace contextRef="#ctx0" brushRef="#br0" timeOffset="-250.431">19799 2741,'-2'21,"-1"19,-3 18,1 12,0 8,2 2,3-2,4-4,8-8,9-12,1-13</inkml:trace>
  <inkml:trace contextRef="#ctx0" brushRef="#br0" timeOffset="1737.899">22072 2594,'-3'20,"-2"23,-1 18,0 16,0 10,0 2,0 1,-2-4,0-10,-1-11,0-14,0-16</inkml:trace>
  <inkml:trace contextRef="#ctx0" brushRef="#br0" timeOffset="1986.369">21791 2514,'25'-9,"24"-8,22-5,19-4,13 1,2 4,-3 6,-12 5,-16 9,-22 5</inkml:trace>
  <inkml:trace contextRef="#ctx0" brushRef="#br0" timeOffset="2234.036">22499 3062,'0'16,"-2"16,-3 15,-1 10,-2 7,-1 2,-4-2,-2-4,-1-9,0-7,3-12</inkml:trace>
  <inkml:trace contextRef="#ctx0" brushRef="#br0" timeOffset="2423.089">22660 3048,'0'25,"-3"20,1 13,-1 11,-2 2,-2 1,-5-5,-4-7,-5-12,2-14</inkml:trace>
  <inkml:trace contextRef="#ctx0" brushRef="#br0" timeOffset="2813.34">22606 3141,'135'131,"114"120,-202-201,-46-49,0-1,0 0,0 0,0 1,0-1,0 0,0 0,0 0,0 0,0 0,0-1,0 1,0 0,0 0,-1-1,1 1,0 0,0-1,0 1,0-1,0 1,-1-1,1 1,0-1,0 0,-1 0,1 1,0-1,-1 0,1 0,-1 0,1 1,-1-1,1 0,-1 0,0 0,0 0,1 0,-1 0,0 0,0 0,0 0,0 0,0 0,0 0,0 0,0 0,0 0,-1 0,1 0,0 1,0-1,-1 0,1 0,0-41,0 1,-3-1,-2 1,-2-3,-1-22,-2-13,4 0,3-31,3 105,-1 0,1-1,0 1,0 0,1 0,0 0,0 0,0 0,0 0,1 0,-1 0,1 0,1 0,-1 1,1-1,0 1,0 0,0-1,0 2,1-1,-1 0,1 1,0-1,0 1,1 0,-1 0,5-1,19-4</inkml:trace>
  <inkml:trace contextRef="#ctx0" brushRef="#br0" timeOffset="10641.437">22539 2794,'1'0,"-1"0,1 1,-1-1,0 1,1-1,-1 1,0-1,1 1,-1-1,0 1,0-1,0 1,1-1,-1 1,0-1,0 1,0-1,0 1,0-1,0 1,0 0,0-1,0 1,0-1,0 1,-1-1,1 1,0-1,0 1,0-1,-1 1,1-1,0 1,-1-1,1 1,0-1,-1 0,1 1,-1-1,1 1,0-1,-1 0,1 0,-1 1,1-1,-1 0,1 0,-1 1,1-1,-1 0,1 0,-1 0,0 0,1 0,-1 0,1 0,-1 0,1 0,-1 0,0 0,4 0,-1 0,1 0,-1 0,1-1,-1 1,1 0,-1-1,1 0,-1 0,0 1,1-1,-1-1,0 1,0 0,0-1,0 1,0-1,0 1,0-1,0 0,-1 0,1 0,-1 0,1 0,-1 0,0 0,0-1,0 1,0 0,0-1,0 1,-1 0,1-1,-1 1,1-1,-1-1,-1 3,0 0,1 0,-1 0,0 0,0 0,0 0,0 0,0 1,0-1,0 0,0 1,0-1,0 0,-1 1,1-1,0 1,0 0,-1-1,1 1,0 0,0 0,-1 0,1 0,0 0,0 0,-1 0,1 0,0 1,-1-1,1 0,0 1,0-1,0 1,0-1,-1 1,1 0,0-1,0 1,0 0,0 0,0 0,1 0,-1 0,0 0,0 0,0 0,-14 10</inkml:trace>
  <inkml:trace contextRef="#ctx0" brushRef="#br0" timeOffset="14437.784">9425 5534,'0'23,"0"23,0 23,0 16,-2 16,-4 8,-4 4,-4-4,-3-7,-2-13,1-18,3-21</inkml:trace>
  <inkml:trace contextRef="#ctx0" brushRef="#br0" timeOffset="14819.064">9906 5588,'4'17,"-1"1,0 0,-1 0,-1-1,-1 1,0 0,-1 0,-1 0,-1 0,-1-1,0 1,-1-1,-1 0,0 0,-2-1,-2 4,-3 6,-2-1,-1-1,0 0,-2-1,-1-1,-1-1,0 0,-2-2,-15 11,23-19,0-1,-1-1,0 0,-1-1,1-1,-2 0,1-1,-1-1,1 0,-1-1,-1-1,1-1,-6 0,20-2,0 1,0-1,0 0,0-1,0 1,0 0,0-1,0 0,0 1,0-1,0-1,0 1,0 0,1-1,-1 1,1-1,-1 0,1 1,-1-1,1-1,0 1,0 0,0 0,0-1,0 1,1-1,-1 0,1 1,0-1,0 0,0 0,0 0,0 0,0 0,1 0,-1 0,1 0,0 0,0 0,0 0,1 0,-1 0,1 0,-1 0,1 0,0 0,0 0,0 0,1 0,-2 2,1 0,0 0,0 0,-1 0,1 0,0 0,0 0,0 0,0 0,0 0,0 0,0 1,0-1,1 0,-1 1,0-1,0 1,0-1,1 1,-1-1,0 1,1 0,-1 0,0 0,1 0,-1 0,0 0,1 0,-1 0,0 1,1-1,-1 0,0 1,0-1,1 1,-1-1,0 1,0 0,0-1,0 1,0 0,0 0,0 0,1 0,38 50,-31-33,2 0,0-1,1 0,1-1,0-1,2 0,-1 0,2-2,0 0,1 0,12 0,0-1,1-1,1-1,0-2,0-1,0-2,1-1,-1-1,1-2,14-2,261-8,-229 1</inkml:trace>
  <inkml:trace contextRef="#ctx0" brushRef="#br0" timeOffset="15233.054">10775 6270,'2'18,"1"22,2 23,1 18,-2 16,0 12,-2 10,-3 6,-6-1,-9-3,-8-8,-7-13,2-22</inkml:trace>
  <inkml:trace contextRef="#ctx0" brushRef="#br0" timeOffset="15521.324">10601 6577,'-1'-9,"0"0,0 0,1 0,0 0,1 0,0 0,0 0,1 0,0 0,0 1,1-1,1 1,-1-1,1 1,1 0,-1 1,1-1,1 1,-1 0,1 0,1 0,-1 1,1 0,0 0,0 1,1 0,0 0,-1 1,7-3,-3 2,1 1,-1 0,1 0,0 1,0 1,0 0,0 0,1 1,-1 1,0 0,1 1,-1 0,0 1,0 0,0 1,0 0,0 1,-1 0,1 1,-1 0,-1 1,1 0,-1 1,0 0,0 1,4 4,-11-8,0 0,-1-1,0 1,0 0,0 1,0-1,0 0,-1 0,0 1,0-1,0 1,0-1,-1 1,0-1,0 1,0-1,0 1,-1 0,1-1,-1 1,-1-1,1 0,-1 1,1-1,-1 0,0 0,-1 0,1 0,-2 1,-2 4,-1 0,-1 0,0-1,0 1,-1-2,0 1,0-2,-1 1,1-1,-1 0,-2 0,-72 19,52-22</inkml:trace>
  <inkml:trace contextRef="#ctx0" brushRef="#br0" timeOffset="16780.965">11176 6725,'12'-33,"-1"-1,-1 0,-2 0,-1-1,-2 0,-2 0,-1 0,-2 0,-3-33,-4-4,7 70,1 0,-1 1,1-1,0 0,0 1,0-1,0 1,0 0,0-1,0 1,0 0,1-1,-1 1,1 0,-1 0,0 0,1 0,0 0,-1 1,1-1,-1 0,1 1,0-1,0 1,-1 0,1-1,0 1,0 0,-1 0,1 0,0 0,0 1,-1-1,1 0,0 1,0-1,-1 1,1 0,3-1,221 28,-209-26,-1 2,1 0,-1 1,0 0,0 1,8 6,-20-10,0 0,0 0,-1 0,1 1,-1 0,0-1,0 1,0 1,0-1,0 0,0 1,-1-1,0 1,0 0,0 0,0 0,0 0,-1 0,0 0,0 0,0 1,0-1,-1 0,0 0,0 1,0-1,0 0,0 1,-40 109,1-8,38-105,1 1,0 0,-1 0,1 0,0 0,0 0,0 0,0 0,1 0,-1-1,0 1,1 0,0 0,-1 0,1 0,0-1,0 1,0 0,0-1,0 1,0-1,0 1,0-1,1 1,-1-1,1 0,-1 0,1 0,-1 0,1 0,0 0,-1 0,1 0,0-1,0 1,0-1,1 1,73-2,-48-6,-1-3,1 0,-2-1,1-2,-2 0,0-2,0-1,-2-1,0-1,0-2,-22 20,-1-1,0 1,1-1,-1 1,1-1,-1 1,1-1,-1 1,1 0,-1-1,1 1,-1 0,1-1,-1 1,1 0,0 0,-1 0,1 0,-1-1,1 1,0 0,-1 0,1 0,0 0,-1 0,1 0,-1 1,1-1,0 0,-1 0,1 0,-1 0,1 1,0-1,-1 0,1 1,-1-1,1 0,-1 1,1-1,-1 1,0-1,1 1,-1-1,1 1,-1-1,0 1,1-1,-1 1,0-1,0 1,0 0,1-1,-1 1,0-1,0 1,0 0,0-1,0 1,0 0,0-1,0 1,0-1,0 1,-1 0,1-1,0 1,0-1,0 1,-1 0,2 4,-1 2,1 1,0-1,1 0,-1 1,1-1,1 0,-1 0,1 0,0-1,1 1,0-1,0 0,0 0,0 0,1 0,0-1,1 0,-1 0,1 0,0-1,0 0,0 0,1 0,-1-1,1 0,5 2,-3-4,-1 0,1 0,-1-1,1 0,-1-1,1 1,-1-2,1 1,-1-1,0-1,0 0,0 0,0 0,0-1,-1 0,1 0,-1-1,0 0,0 0,-1-1,0 0,0 0,0-1,0 0,-2 2,1 0,-1 0,0-1,-1 0,1 0,-1 0,0 0,0 0,-1 0,0-1,0 0,0 1,-1-1,0 0,-1 1,1-1,-1 0,0 0,-1 0,0 0,0 1,0-1,-1 0,0 1,0 0,-1-1,0 1,0 0,0 0,-2-1,1 1,0 1,-1 0,0 0,0 0,0 1,-1 0,1 0,-1 0,0 1,0-1,0 1,-1 1,1-1,-1 1,1 1,-1-1,0 1,0 0,0 0,0 1,1 0,-1 0,0 1,0 0,0 0,0 0,1 1,-1 0,1 0,-1 1,1 0,0 0,0 0,0 1,0 0,1 0,0 1,0-1,0 1,0 0,-1 3,2-4,1 0,-1 0,1 1,1-1,-1 1,1 0,-1 0,1 0,1 0,-1 0,1 1,0-1,0 0,0 1,1-1,0 0,0 1,0-1,0 1,1-1,0 0,1 0,-1 1,1-1,0 0,0 0,0 0,1-1,-1 1,1 0,1-1,-1 0,1 0,-1 0,1 0,0 0,0-1,4 3,9 1,1-1,-1-1,1 0,0-1,0-1,0-1,0-1,1 0,-1-1,0-1,0-1,0-1,0 0,0-1,0-1,-1-1,11-5,26-6,-1-3,0-2,-2-3,-1-1,24-19,-65 39,1-1,-1 0,-1 0,1-1,-1-1,0 1,-1-1,1-2,-7 9,1 0,-1 0,0-1,0 1,0 0,0-1,0 1,0 0,-1-1,1 1,-1-1,1 1,-1-1,0 0,0 1,0-1,-1 1,1-1,-1 1,1-1,-1 1,0-1,0 1,0 0,0 0,0-1,0 1,-1 0,1 0,-1 0,1 0,-1 0,0 0,0 1,0-1,0 1,0-1,-2 0,-4-3,0 1,0 1,-1-1,1 1,-1 0,0 1,1 0,-1 1,0-1,0 2,0-1,-1 1,1 1,0 0,0 0,1 1,-1 0,0 0,0 1,1 0,-1 0,1 1,0 1,0-1,1 1,-1 0,1 1,0 0,1 0,-1 0,1 1,1 0,-1 0,1 1,0-1,-3 9,4-11,1 1,0 0,1 0,-1 0,1 0,0 0,1 0,-1 0,1 1,1-1,-1 0,1 1,0-1,1 0,-1 1,1-1,0 0,1 1,0-1,0 0,0 0,0 0,1 0,0-1,1 1,-1-1,1 0,0 0,0 0,0 0,1-1,0 0,0 0,0 0,0 0,1-1,-1 0,5 2,5 0,0-1,0-1,0-1,0 0,0 0,13-2,75 14,-95-10,0 0,-1 1,0 1,0-1,-1 1,1 0,-1 0,0 1,-1 0,0 0,0 0,0 1,-1 0,0-1,-1 2,1-1,-2 0,1 1,-1-1,0 1,-1 3,20 77,-5 2,-3 0,-5 1,-2 66,-4-113,-1-1,-2 0,-3 1,-1-1,-2-1,-2 1,-2-1,-3 3,10-35,-1 1,-1-2,0 1,0-1,-1 0,0 0,-7 6,11-13,0 0,0 0,0 0,-1 0,1-1,-1 1,0-1,1 0,-1 0,0-1,0 1,0-1,-1 1,1-2,0 1,0 0,-1-1,1 1,0-1,-1-1,1 1,-3-1,-5-4,1-1,0 0,0 0,1-1,0 0,0-1,0 0,1-1,1 0,-1-1,2 1,-1-1,1-1,1 0,0 0,0 0,-2-7,-10-17,2-1,1 0,2 0,1-2,2 1,2-1,1-1,-1-25,8 55,-1 0,1-1,1 1,-1 0,2 0,-1 0,1 1,0-1,1 0,0 1,1-1,0 1,0 0,0 0,1 0,0 1,1 0,0 0,0 0,0 1,1 0,0 0,0 0,7-3,24-11,2 2,0 2,0 2,2 1,-1 2,32-3,-33 5,72-15,-10 2</inkml:trace>
  <inkml:trace contextRef="#ctx0" brushRef="#br0" timeOffset="19684.304">16804 5950,'16'0,"21"0,22-3,23 0,14-2,7-1,3 2,-9 0,-15 2,-23 3,-20 2</inkml:trace>
  <inkml:trace contextRef="#ctx0" brushRef="#br0" timeOffset="19946.602">16977 6176,'23'9,"24"3,21-2,20-6,18-8,13-10,-13-3</inkml:trace>
  <inkml:trace contextRef="#ctx0" brushRef="#br0" timeOffset="21078.587">19945 6658,'0'-13,"0"0,1-1,0 1,1 0,0 0,2 0,-1 0,1 1,1-1,0 1,1 0,6-18,0-1,0 0,-2-1,-1-1,-2 0,-1 0,-1 0,-2-1,-2 1,-1-1,-1 1,-3-11,3 36,0 0,-1 0,0 0,0 0,-1 1,0-1,0 1,-1-1,0 1,0 0,-1 0,0 1,0 0,0 0,-1 0,0 0,0 1,-4-3,9 7,-1 1,1 0,0-1,0 1,0 0,0 0,-1 0,1 0,0 0,0 0,0 0,0 1,-1-1,1 0,0 0,0 1,0-1,0 1,0-1,0 1,0 0,0-1,0 1,0 0,0 0,0-1,1 1,-1 0,0 0,0 0,1 0,-1 0,1 0,-1 0,1 0,-1 0,1 1,0-1,-1 0,1 0,0 0,0 0,0 1,0-1,0 0,0 0,0 0,0 0,1 1,-1-1,0 0,1 0,-1 0,1 0,-1 0,1 0,0 0,-1 0,1 0,0 0,0 0,6 8,1 0,0-1,0 0,1-1,0 0,0 0,0-1,1 0,0 0,0-2,1 1,-1-1,1 0,0-1,0-1,0 1,231 59,-237-62,-1 1,1 0,-1 0,1 0,-1 0,1 1,-1 0,0 0,0 0,0 0,0 1,0-1,0 1,-1 0,1 0,-1 1,0-1,0 1,0-1,0 1,-1 0,1 0,-1 0,0 0,-1 1,1-1,0 5,-1 8,-1 0,-1 1,0-1,-1 0,-2 0,0 3,0-7,1-1,1 1,0 0,1-1,0 1,1 0,1 0,0 0,0 0,1-1,4 12,-4-19,0 0,0-1,0 1,1-1,0 0,0 0,0 0,1 0,-1 0,1 0,0-1,0 0,0 0,0 0,1 0,-1-1,1 0,0 0,-1 0,1 0,0-1,0 1,0-1,0-1,1 1,4-1,1 0,0 0,0-1,-1 0,1-1,0 0,0-1,-1 0,1-1,-1 0,0 0,0-1,1-2,1-1,0 0,0 0,-1-1,-1-1,1 0,-2-1,1 1,-2-2,1 1,-1-1,-1-1,0 1,-1-1,-1 0,0-1,0 1,-1-1,-1 0,0 0,-1 0,-1-1,0 1,-1 0,-2-12,2 23,0-1,-1 0,0 1,0-1,0 1,0-1,-1 1,1-1,-1 1,0 0,0 0,0 0,0 0,-1 0,1 0,-1 1,0-1,1 1,-1 0,0 0,-1 0,1 0,0 0,0 1,-1-1,1 1,-1 0,1 0,-1 0,0 0,1 1,-1 0,0 0,1 0,-1 0,0 0,-1 1,-4 3,0 0,0 0,0 1,1 0,0 1,0 0,0 0,1 1,0 0,0 0,1 1,0-1,0 2,1-1,0 0,0 1,1 0,0 0,0 0,1 1,1-1,0 1,0 0,0 0,2-1,-1 1,1 0,0 0,1 0,0 0,1 1,1-1,-1-1,2 1,-1-1,1 0,1 0,-1 0,2-1,-1 0,1 0,0 0,1 0,0-1,0 0,0-1,1 0,0 0,0 0,1-1,-1 0,1-1,8 3,10 4,0-2,1-1,0-1,0-1,1-2,24 2,29-3</inkml:trace>
  <inkml:trace contextRef="#ctx0" brushRef="#br0" timeOffset="21860.49">21510 6296,'-18'-7,"1"0,-1 0,0 2,0 0,-1 1,0 1,1 1,-1 1,0 0,0 1,0 2,0-1,1 2,-1 1,1 0,-6 3,16-4,1 1,-1 0,1 1,0-1,0 1,0 1,1-1,0 1,0 0,0 1,1-1,-3 5,6-8,0 0,0 0,0 1,1-1,-1 0,1 1,0-1,0 1,0-1,0 1,1-1,-1 1,1 0,0-1,0 1,1 0,-1-1,1 1,-1 0,1-1,0 1,1-1,-1 0,0 1,1-1,0 0,0 0,0 0,2 3,3 0,1 0,0 0,0-1,0 0,0 0,1-1,0 0,0 0,0-1,0-1,1 1,-1-1,1-1,0 0,-1 0,1-1,0 0,-1-1,1 0,-1 0,1-1,-1 0,1-1,-1 0,3-2,-3 1,0 0,0-1,0 0,-1 0,0-1,0 0,-1 0,0-1,0 0,0 0,-1 0,0-1,0 0,-1-1,0 1,0-1,-1 0,2-7,-10 25,1 1,0 0,0 0,1 0,0 1,0-1,1 1,1-1,0 3,0-8,1-1,0 0,-1 0,2 0,-1 0,0 0,1 0,-1 0,1 0,0-1,1 1,-1-1,0 1,1-1,0 0,0 0,0 0,0 0,0-1,1 1,-1-1,1 0,0 0,2 1,3 1,1-1,0 0,0-1,0 0,0 0,0-1,0-1,0 0,1 0,-1-1,0 0,0 0,0-1,0-1,9-3,4-2,-1-1,1-2,-2 0,1-1,-2-1,4-3,-2-2,0 0,-1-1,-2-2,0 0,0-1,-2 0,-1-2,-1 0,-1 0,-1-1,-2-1,0-1,-1 1,1-13,-1 2,-3 0,0-1,-3 0,-1 0,-2 0,-1-1,-2 1,-2 0,-1 0,-6-15,9 37,-1 0,-1 0,-1 0,0 0,-1 1,0 0,-2 0,1 1,-2 0,0 0,-1 1,0 0,0 1,-2 0,0 1,0 0,-1 1,0 0,-8-4,17 12,-1 1,0-1,0 1,1 0,-1 0,0 0,0 1,0 0,0 0,0 0,0 0,0 1,0 0,0 0,0 0,0 1,0-1,1 1,-1 0,1 1,-1-1,1 1,0 0,0 0,0 0,0 0,1 1,-1 0,1 0,0 0,-2 2,-4 9,-1 0,2 1,0-1,1 1,1 1,0-1,1 1,-1 10,-3 14,3 0,1 0,2 0,2 1,2-1,1 0,3 0,1 0,2 0,1-1,3 0,1-1,2 0,1-1,3-1,10 17,-19-38,1 0,0 0,1-1,1-1,0 0,1 0,0-2,1 1,1-2,0 0,0-1,1-1,0 0,1-1,0-1,0-1,6 1,-18-6,-1-1,1 0,0 0,0 0,0-1,0 0,0 0,-1 0,1 0,0-1,-1 0,1-1,-1 1,0-1,0 0,0 0,0-1,0 1,-1-1,1 0,-1 0,0-1,0 1,-1-1,0 0,1 0,-1 0,2-5,4-11,0 0,-1-1,-1 0,-2 0,0 0,2-20,1-17,-10 161,7 76,-4-171,0 0,0 0,1-1,0 1,0 0,1-1,0 0,0 1,0-1,1 0,0-1,0 1,1-1,-1 1,1-1,0-1,5 5,18 7</inkml:trace>
  <inkml:trace contextRef="#ctx0" brushRef="#br0" timeOffset="22155.865">22338 5828,'-18'-6,"-13"-5,-3-1,1 5,7 7,15 11,15 10,19 7,6-3</inkml:trace>
  <inkml:trace contextRef="#ctx0" brushRef="#br0" timeOffset="23065.117">22647 6150,'-2'-2,"1"1,0-1,0 1,0-1,0 0,0 0,0 1,0-1,0 0,1 0,-1 0,1 0,-1 0,1 0,0 0,0 0,0 0,0 0,0 0,0 0,1 0,-1 0,1 1,-1-1,1 0,0 0,-1 0,1 0,0 1,0-1,1 0,-1 1,0-1,0 1,1-1,-1 1,1 0,-1-1,1 1,0 0,5-2,0 0,1 1,-1 0,1 0,-1 0,1 1,0 1,0-1,-1 1,1 0,0 1,0 0,-1 0,1 0,0 1,-1 1,0-1,1 1,-1 0,0 1,-1 0,1 0,0 0,-1 1,0 0,0 0,3 4,3 8,1 1,-2 1,-1 0,0 1,-1 0,-1 0,-1 1,-1 0,-1 0,-1 0,0 1,-2-1,0 17,7 483,-7-498,1 0,1 0,1-1,1 1,1-1,1-1,1 1,0-1,4 3,-8-15,0-1,1 0,0-1,0 1,0-1,1 0,0-1,0 0,1 0,0 0,0-1,0 0,1-1,-1 0,1 0,0-1,0 0,1 0,-1-1,1 0,-1-1,1 0,1-1,-2 0,-1 0,0-1,0 0,1-1,-1 0,0 0,-1-1,1 0,0 0,-1 0,1-1,-1-1,0 1,-1-1,1 0,-1-1,0 1,0-1,-1 0,1-1,-1 1,-1-1,1 0,-1 0,-1-1,1 1,-1-1,0 0,-1 0,0 0,0 0,-1 0,0 0,0-1,-2-13,-1 1,-1-1,0 1,-2-1,-1 2,0-1,-1 0,-1 1,-2 1,1-1,-2 2,-1-1,0 1,-1 1,-9-8,-6-7,-2 1,-2 1,0 2,-2 1,-1 2,-1 1,-1 2,-1 1,-1 3,0 1,-2 1,0 3,-16-3,10 3,34 7,31 6,182 2,177-22,-350 17,27-2,1-3,-1-1,0-3,32-13,-57 6,-28 19,-1-1,0 0,0 1,1-1,-1 1,0-1,0 0,0 1,0-1,0 0,0 1,0-1,0 1,0-1,0 0,0 1,0-1,0 0,0 1,-1-1,1 1,0-1,0 0,-1 1,1-1,-1 1,1-1,0 1,-1-1,1 1,-1 0,1-1,-1 1,1-1,-1 1,1 0,-1-1,1 1,-1 0,0 0,1-1,-1 1,0 0,1 0,-1 0,1 0,-1 0,0 0,-17-5,0 1,-1 0,1 2,-1 0,0 1,1 1,-1 0,0 2,-6 1,14-2,0 0,0 1,0 0,0 0,0 1,1 1,-1 0,1 0,0 1,0 0,1 1,0 0,0 0,0 1,1 1,-1 0,8-6,-1 0,1 0,-1 0,1 0,0 0,0 1,0-1,0 0,0 1,1-1,-1 1,1-1,0 1,-1-1,1 1,0-1,1 1,-1-1,0 1,1-1,-1 1,1-1,0 0,0 1,0-1,0 0,0 1,0-1,1 0,-1 0,1 0,-1 0,1 0,0-1,0 1,0 0,0-1,0 1,0-1,0 0,0 0,1 0,-1 0,13 4,-1-1,0-1,1 0,-1-1,1 0,0-2,0 1,-1-2,1 0,0-1,-1 0,1-1,-1-1,0 0,0-1,0-1,0 0,-1 0,0-2,-1 0,5-3,-14 9,-3 2,1-1,-1 0,1 1,-1-1,1 0,-1 1,1-1,-1 1,1-1,0 1,-1-1,1 1,0 0,0-1,-1 1,1 0,0-1,0 1,0 0,-1 0,1 0,0 0,0 0,0 0,-1 0,1 0,0 0,0 0,0 0,0 1,-1-1,1 0,0 0,0 1,-1-1,1 1,0-1,-1 1,1-1,0 1,-1-1,1 1,-1-1,1 1,-1 0,1-1,-1 1,1 0,-1 0,6 61,-7-53,1-1,1 0,-1 0,2 1,-1-1,1 0,0 0,0 0,1-1,3 7,-4-10,1 0,0 0,0 0,1-1,-1 1,1-1,0 1,0-1,0 0,0-1,0 1,1-1,-1 0,1 0,0 0,-1-1,1 1,0-1,0 0,0-1,0 1,0-1,0 0,0 0,0-1,2 0,7 0,0-2,0 0,-1 0,1-2,0 1,-1-2,0 0,8-5,-1-2,-2 0,0-1,-1-1,0 0,-1-1,-1-1,0-1,-1 0,-2-1,1 0,-2-1,-1 0,0-1,-2 0,0-1,-2 1,1-6,7-35,-3 0,-3-1,-2 0,-3 0,-4-38,-1 38,-2-1,-3 1,-3 0,-14-48,22 104,1 3,1-1,-1 1,-1 0,1 0,-1 0,1 0,-1 0,0 0,-1 0,1 1,-1-1,1 1,-1 0,-2-2,-8 11,0 78,13-77,6 83,3 0,4-1,4-1,20 58,94 291,-116-391</inkml:trace>
  <inkml:trace contextRef="#ctx0" brushRef="#br0" timeOffset="23353.344">23729 5735,'16'-2,"23"1,33 6,38 6,38 6,41 2,32 1,21-4,-32-4</inkml:trace>
  <inkml:trace contextRef="#ctx0" brushRef="#br0" timeOffset="20226.951">18595 5388,'0'27,"3"27,4 23,7 19,4 13,3 9,-1 0,-4-4,-4-8,-9-10,-9-13,-9-16,-1-19</inkml:trace>
  <inkml:trace contextRef="#ctx0" brushRef="#br0" timeOffset="20383.776">19277 5455,'-25'9,"-1"2,2 1,-1 1,2 1,0 1,0 0,2 2,-18 18,18-18,-28 22,1 3,2 1,2 2,2 3,2 1,-8 16,42-58,1 1,0 0,1 1,-1-1,2 1,-1 0,1-1,0 2,1-1,0 0,1 0,0 1,0-1,1 1,0-1,1 0,0 1,0-1,1 0,0 1,1-1,0 0,0-1,1 1,0-1,1 1,10 9,1 0,1-1,1-1,0-1,1 0,0-1,1-1,1-1,0-1,0-1,1-1,1 0,-1-2,1-1,1-1,-1 0,15-1,23 4,-1-3,1-3,0-3,0-2,34-7,-6-2</inkml:trace>
  <inkml:trace contextRef="#ctx0" brushRef="#br0" timeOffset="18844.42">13809 6244,'19'2,"16"1,19 0,16-1,17 0,11-4,6 0,-2-1,-7 1,-10 0,-13 1,-17-2,-17 0</inkml:trace>
  <inkml:trace contextRef="#ctx0" brushRef="#br0" timeOffset="19125.797">14357 5989,'-16'2,"-9"6,-6 10,1 14,0 14,6 16,7 14,6 6,7 7,9 0,9-2,10-8,1-17</inkml:trace>
  <inkml:trace contextRef="#ctx0" brushRef="#br0" timeOffset="19417.02">14959 6270,'18'-142,"29"-108,-7 116,-31 125,-4 25,0 193,-6-120,1-85,-2 36,2 0,1 0,2 0,2 0,2 0,1-1,2 0,2 0,15 33,5-27,-1-13</inkml:trace>
  <inkml:trace contextRef="#ctx0" brushRef="#br0" timeOffset="27547.862">482 4038,'110'362,"-51"-183,212 814,-251-920,2 0,4-1,3-2,3 0,3-3,10 10,-36-63,0 0,1-1,1-1,0 1,1-2,0 1,1-2,0 0,1 0,0-1,0-1,1-1,0 0,1 0,-1-2,1 0,0-1,13 2,16-4,0-2,-1-2,0-2,1-2,-1-1,-1-3,0-2,29-12,-71 24,82-25,558-150,930-145,391-132,-338 144,-1542 295,-4 2,0-3,-1-4,-1-3,13-8,-82 27,0-1,0 0,0 0,-1 0,1-1,-1 1,0-2,0 1,0-1,0 0,-1 0,0 0,0-1,-1 1,1-1,-1-1,0 1,-1-1,1 1,-2-1,2-4,-1-5,-1-1,-2 1,1-1,-2 0,0 1,-1-1,-1 1,0-1,-2-4,0-1,-14-73,5-1,4 0,2-34,15-68,16-78,0 16,-22 247,5-74,-3 0,-4 0,-7-41,5 103,0 1,-2 0,-1 0,-1 0,-1 1,-1 0,-1 0,-1 1,0 0,-2 1,-1 1,0 0,-2 0,-11-9,6 10,-2 1,0 1,-1 1,-1 1,0 1,-1 1,0 2,-1 0,0 2,-1 1,-18-3,-19 0,-1 1,0 4,-1 3,-33 4,-114 12,-170 36,257-30,-1038 139,-1006 245,1806-327,-1029 274,271-44,969-268,2 7,-22 16,153-52,21-9,0 0,0 0,1 0,-1 0,0 0,0 0,1 0,-1 0,0 0,0 0,1 0,-1 1,0-1,0 0,1 0,-1 0,0 0,0 0,0 1,1-1,-1 0,0 0,0 0,0 0,0 1,1-1,-1 0,0 0,0 1,0-1,0 0,0 0,0 0,0 1,0-1,0 0,0 0,0 1,0-1,0 0,0 1,0-1,0 0,0 0,0 1,0-1,0 0,0 0,68-6,-25-1</inkml:trace>
  <inkml:trace contextRef="#ctx0" brushRef="#br0" timeOffset="28355.301">4839 5495,'33'53,"2"-1,3-2,1-2,3-1,7 3,34 31,3-4,4-4,2-4,4-4,2-4,63 26,-11-15,3-8,3-6,3-7,45 5,325 63,-501-107,-70-24,17 0</inkml:trace>
  <inkml:trace contextRef="#ctx0" brushRef="#br0" timeOffset="28927.536">5120 5495,'25'6,"-1"1,0 0,0 2,0 1,-1 1,-1 1,0 1,0 2,-1-3,36 22,122 70,77 28,-119-75,3-6,2-6,1-6,2-6,2-7,0-7,143 1,-53-14,131-18,-440 8,60 1</inkml:trace>
  <inkml:trace contextRef="#ctx0" brushRef="#br0" timeOffset="29239.637">7660 5708,'-6'-1,"4"0,0 0,-1 0,1 0,-1 0,1 0,-1 1,1-1,-1 1,1 0,-1-1,1 1,-1 0,0 1,1-1,-1 0,1 1,-1-1,1 1,-1 0,1 0,0 0,-1 0,1 0,0 1,0-1,0 1,0-1,0 1,0 0,0 0,1 0,-1 0,0 0,1 0,0 0,1 3,2-1,-1 1,0-1,1 0,0 1,0-1,0 0,0 0,1 0,-1 0,1 0,0-1,0 1,1-1,-1 0,2 1,31 28,0-2,2-2,1-2,1-1,9 2,-37-20,244 131,-108-61,105 75,-229-136,0 1,-1 2,0 0,-2 1,0 1,12 18,-29-34,0 0,0 0,-1 0,0 1,0-1,-1 1,1 0,-1-1,-1 1,1 1,-1-1,0 0,0 0,-1 0,1 0,-1 1,-1-1,1 0,-1 0,-1 0,1 1,-1-1,0-1,0 1,-3 5,-1 1,-2 0,1-1,-2 0,1 0,-1-1,-1 0,-5 3,-123 91,-74 17,-75 22,-77 25,-55 17,14-8</inkml:trace>
  <inkml:trace contextRef="#ctx0" brushRef="#br0" timeOffset="30259.606">4893 5682,'0'7,"4"6,9 4,9 4,9 2,9-1,7-1,4-2,1 0,-5-3,-5-2,-8-1,-7-2,-8-9,-8-4</inkml:trace>
  <inkml:trace contextRef="#ctx0" brushRef="#br0" timeOffset="30431.918">5347 5615,'-2'-14,"-6"-11,-3-6,-2-2,-2 2,1 7,1 9,4 17,3 21,2 27,3 31,3 25,1 21,1-11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7T17:07:40.61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2263 272,'1'-13,"-1"0,0 0,0-1,-2 1,1 0,-2 0,1 1,-2-1,0 0,0 1,-1 0,-1 0,0 0,-1 1,0 0,0 0,-1 1,-1 0,0 0,-2-1,4 8,0 0,0 0,-1 0,1 1,-1 0,1 1,-1 0,0 0,0 0,0 1,0 0,1 1,-4 0,-10 0,-108 0,-39-1,1 8,-142 25,275-27,0 2,0 1,1 1,1 2,0 2,0 0,2 3,0 0,0 2,2 1,1 1,0 2,-7 9,-261 290,238-264,4 2,2 3,2 1,4 3,3 2,2 1,4 2,3 2,-13 48,24-26,6 2,3 0,1 98,5-86,1-46,2 1,3-1,3 1,2 0,4-1,2 0,3-1,3 0,3 2,1-17,1-2,2 0,3-1,1-1,2-2,2-1,2-1,1-2,2-1,20 14,0-4,3-3,1-2,3-2,1-4,1-2,2-3,1-4,67 19,-73-33,1-3,0-2,1-3,-1-3,1-2,-1-4,1-2,-1-3,-1-2,0-4,0-2,-2-3,0-2,-1-3,-2-2,-1-3,-1-2,-2-3,36-31,-30 23,-3-3,-2-2,-2-3,-2-2,-2-2,-3-2,-2-2,-3-2,-3-1,-3-2,-2-2,12-38,-14-10,-5-1,-4-1,-6 0,-5-2,-5 1,-6-32,3 33,-6-1,-5 1,-4 0,-6 1,-26-84,36 165,-2 2,-1-1,-2 1,-1 1,-1 0,-2 1,-1 1,-1 1,-1 1,-2 0,0 2,-2 1,-1 1,-1 1,0 1,-2 1,0 2,-2 1,1 1,-18-5,6 8,-1 1,-1 2,0 2,0 2,-1 2,1 2,-1 2,1 2,-1 1,1 3,-2 2,-55 13,2 5,1 4,1 5,-26 15,-168 83,17 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28.11.2024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931.png"/><Relationship Id="rId7" Type="http://schemas.openxmlformats.org/officeDocument/2006/relationships/image" Target="../media/image295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4" Type="http://schemas.openxmlformats.org/officeDocument/2006/relationships/customXml" Target="../ink/ink2.xml"/><Relationship Id="rId9" Type="http://schemas.openxmlformats.org/officeDocument/2006/relationships/image" Target="../media/image35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.xml"/><Relationship Id="rId21" Type="http://schemas.openxmlformats.org/officeDocument/2006/relationships/image" Target="../media/image628.png"/><Relationship Id="rId42" Type="http://schemas.openxmlformats.org/officeDocument/2006/relationships/customXml" Target="../ink/ink24.xml"/><Relationship Id="rId47" Type="http://schemas.openxmlformats.org/officeDocument/2006/relationships/image" Target="../media/image641.png"/><Relationship Id="rId63" Type="http://schemas.openxmlformats.org/officeDocument/2006/relationships/image" Target="../media/image649.png"/><Relationship Id="rId68" Type="http://schemas.openxmlformats.org/officeDocument/2006/relationships/customXml" Target="../ink/ink37.xml"/><Relationship Id="rId84" Type="http://schemas.openxmlformats.org/officeDocument/2006/relationships/customXml" Target="../ink/ink45.xml"/><Relationship Id="rId89" Type="http://schemas.openxmlformats.org/officeDocument/2006/relationships/image" Target="../media/image662.png"/><Relationship Id="rId16" Type="http://schemas.openxmlformats.org/officeDocument/2006/relationships/customXml" Target="../ink/ink11.xml"/><Relationship Id="rId11" Type="http://schemas.openxmlformats.org/officeDocument/2006/relationships/image" Target="../media/image623.png"/><Relationship Id="rId32" Type="http://schemas.openxmlformats.org/officeDocument/2006/relationships/customXml" Target="../ink/ink19.xml"/><Relationship Id="rId37" Type="http://schemas.openxmlformats.org/officeDocument/2006/relationships/image" Target="../media/image636.png"/><Relationship Id="rId53" Type="http://schemas.openxmlformats.org/officeDocument/2006/relationships/image" Target="../media/image644.png"/><Relationship Id="rId58" Type="http://schemas.openxmlformats.org/officeDocument/2006/relationships/customXml" Target="../ink/ink32.xml"/><Relationship Id="rId74" Type="http://schemas.openxmlformats.org/officeDocument/2006/relationships/customXml" Target="../ink/ink40.xml"/><Relationship Id="rId79" Type="http://schemas.openxmlformats.org/officeDocument/2006/relationships/image" Target="../media/image657.png"/><Relationship Id="rId102" Type="http://schemas.openxmlformats.org/officeDocument/2006/relationships/customXml" Target="../ink/ink54.xml"/><Relationship Id="rId5" Type="http://schemas.openxmlformats.org/officeDocument/2006/relationships/image" Target="../media/image620.png"/><Relationship Id="rId90" Type="http://schemas.openxmlformats.org/officeDocument/2006/relationships/customXml" Target="../ink/ink48.xml"/><Relationship Id="rId95" Type="http://schemas.openxmlformats.org/officeDocument/2006/relationships/image" Target="../media/image665.png"/><Relationship Id="rId22" Type="http://schemas.openxmlformats.org/officeDocument/2006/relationships/customXml" Target="../ink/ink14.xml"/><Relationship Id="rId27" Type="http://schemas.openxmlformats.org/officeDocument/2006/relationships/image" Target="../media/image631.png"/><Relationship Id="rId43" Type="http://schemas.openxmlformats.org/officeDocument/2006/relationships/image" Target="../media/image639.png"/><Relationship Id="rId48" Type="http://schemas.openxmlformats.org/officeDocument/2006/relationships/customXml" Target="../ink/ink27.xml"/><Relationship Id="rId64" Type="http://schemas.openxmlformats.org/officeDocument/2006/relationships/customXml" Target="../ink/ink35.xml"/><Relationship Id="rId69" Type="http://schemas.openxmlformats.org/officeDocument/2006/relationships/image" Target="../media/image652.png"/><Relationship Id="rId80" Type="http://schemas.openxmlformats.org/officeDocument/2006/relationships/customXml" Target="../ink/ink43.xml"/><Relationship Id="rId85" Type="http://schemas.openxmlformats.org/officeDocument/2006/relationships/image" Target="../media/image660.png"/><Relationship Id="rId12" Type="http://schemas.openxmlformats.org/officeDocument/2006/relationships/customXml" Target="../ink/ink9.xml"/><Relationship Id="rId17" Type="http://schemas.openxmlformats.org/officeDocument/2006/relationships/image" Target="../media/image626.png"/><Relationship Id="rId25" Type="http://schemas.openxmlformats.org/officeDocument/2006/relationships/image" Target="../media/image630.png"/><Relationship Id="rId33" Type="http://schemas.openxmlformats.org/officeDocument/2006/relationships/image" Target="../media/image634.png"/><Relationship Id="rId38" Type="http://schemas.openxmlformats.org/officeDocument/2006/relationships/customXml" Target="../ink/ink22.xml"/><Relationship Id="rId46" Type="http://schemas.openxmlformats.org/officeDocument/2006/relationships/customXml" Target="../ink/ink26.xml"/><Relationship Id="rId59" Type="http://schemas.openxmlformats.org/officeDocument/2006/relationships/image" Target="../media/image647.png"/><Relationship Id="rId67" Type="http://schemas.openxmlformats.org/officeDocument/2006/relationships/image" Target="../media/image651.png"/><Relationship Id="rId103" Type="http://schemas.openxmlformats.org/officeDocument/2006/relationships/image" Target="../media/image669.png"/><Relationship Id="rId20" Type="http://schemas.openxmlformats.org/officeDocument/2006/relationships/customXml" Target="../ink/ink13.xml"/><Relationship Id="rId41" Type="http://schemas.openxmlformats.org/officeDocument/2006/relationships/image" Target="../media/image638.png"/><Relationship Id="rId54" Type="http://schemas.openxmlformats.org/officeDocument/2006/relationships/customXml" Target="../ink/ink30.xml"/><Relationship Id="rId62" Type="http://schemas.openxmlformats.org/officeDocument/2006/relationships/customXml" Target="../ink/ink34.xml"/><Relationship Id="rId70" Type="http://schemas.openxmlformats.org/officeDocument/2006/relationships/customXml" Target="../ink/ink38.xml"/><Relationship Id="rId75" Type="http://schemas.openxmlformats.org/officeDocument/2006/relationships/image" Target="../media/image655.png"/><Relationship Id="rId83" Type="http://schemas.openxmlformats.org/officeDocument/2006/relationships/image" Target="../media/image659.png"/><Relationship Id="rId88" Type="http://schemas.openxmlformats.org/officeDocument/2006/relationships/customXml" Target="../ink/ink47.xml"/><Relationship Id="rId91" Type="http://schemas.openxmlformats.org/officeDocument/2006/relationships/image" Target="../media/image663.png"/><Relationship Id="rId96" Type="http://schemas.openxmlformats.org/officeDocument/2006/relationships/customXml" Target="../ink/ink5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.xml"/><Relationship Id="rId15" Type="http://schemas.openxmlformats.org/officeDocument/2006/relationships/image" Target="../media/image625.png"/><Relationship Id="rId23" Type="http://schemas.openxmlformats.org/officeDocument/2006/relationships/image" Target="../media/image629.png"/><Relationship Id="rId28" Type="http://schemas.openxmlformats.org/officeDocument/2006/relationships/customXml" Target="../ink/ink17.xml"/><Relationship Id="rId36" Type="http://schemas.openxmlformats.org/officeDocument/2006/relationships/customXml" Target="../ink/ink21.xml"/><Relationship Id="rId49" Type="http://schemas.openxmlformats.org/officeDocument/2006/relationships/image" Target="../media/image642.png"/><Relationship Id="rId57" Type="http://schemas.openxmlformats.org/officeDocument/2006/relationships/image" Target="../media/image646.png"/><Relationship Id="rId10" Type="http://schemas.openxmlformats.org/officeDocument/2006/relationships/customXml" Target="../ink/ink8.xml"/><Relationship Id="rId31" Type="http://schemas.openxmlformats.org/officeDocument/2006/relationships/image" Target="../media/image633.png"/><Relationship Id="rId44" Type="http://schemas.openxmlformats.org/officeDocument/2006/relationships/customXml" Target="../ink/ink25.xml"/><Relationship Id="rId52" Type="http://schemas.openxmlformats.org/officeDocument/2006/relationships/customXml" Target="../ink/ink29.xml"/><Relationship Id="rId60" Type="http://schemas.openxmlformats.org/officeDocument/2006/relationships/customXml" Target="../ink/ink33.xml"/><Relationship Id="rId65" Type="http://schemas.openxmlformats.org/officeDocument/2006/relationships/image" Target="../media/image650.png"/><Relationship Id="rId73" Type="http://schemas.openxmlformats.org/officeDocument/2006/relationships/image" Target="../media/image654.png"/><Relationship Id="rId78" Type="http://schemas.openxmlformats.org/officeDocument/2006/relationships/customXml" Target="../ink/ink42.xml"/><Relationship Id="rId81" Type="http://schemas.openxmlformats.org/officeDocument/2006/relationships/image" Target="../media/image658.png"/><Relationship Id="rId86" Type="http://schemas.openxmlformats.org/officeDocument/2006/relationships/customXml" Target="../ink/ink46.xml"/><Relationship Id="rId94" Type="http://schemas.openxmlformats.org/officeDocument/2006/relationships/customXml" Target="../ink/ink50.xml"/><Relationship Id="rId99" Type="http://schemas.openxmlformats.org/officeDocument/2006/relationships/image" Target="../media/image667.png"/><Relationship Id="rId101" Type="http://schemas.openxmlformats.org/officeDocument/2006/relationships/image" Target="../media/image668.png"/><Relationship Id="rId4" Type="http://schemas.openxmlformats.org/officeDocument/2006/relationships/customXml" Target="../ink/ink5.xml"/><Relationship Id="rId9" Type="http://schemas.openxmlformats.org/officeDocument/2006/relationships/image" Target="../media/image622.png"/><Relationship Id="rId13" Type="http://schemas.openxmlformats.org/officeDocument/2006/relationships/image" Target="../media/image624.png"/><Relationship Id="rId18" Type="http://schemas.openxmlformats.org/officeDocument/2006/relationships/customXml" Target="../ink/ink12.xml"/><Relationship Id="rId39" Type="http://schemas.openxmlformats.org/officeDocument/2006/relationships/image" Target="../media/image637.png"/><Relationship Id="rId34" Type="http://schemas.openxmlformats.org/officeDocument/2006/relationships/customXml" Target="../ink/ink20.xml"/><Relationship Id="rId50" Type="http://schemas.openxmlformats.org/officeDocument/2006/relationships/customXml" Target="../ink/ink28.xml"/><Relationship Id="rId55" Type="http://schemas.openxmlformats.org/officeDocument/2006/relationships/image" Target="../media/image645.png"/><Relationship Id="rId76" Type="http://schemas.openxmlformats.org/officeDocument/2006/relationships/customXml" Target="../ink/ink41.xml"/><Relationship Id="rId97" Type="http://schemas.openxmlformats.org/officeDocument/2006/relationships/image" Target="../media/image666.png"/><Relationship Id="rId7" Type="http://schemas.openxmlformats.org/officeDocument/2006/relationships/image" Target="../media/image621.png"/><Relationship Id="rId71" Type="http://schemas.openxmlformats.org/officeDocument/2006/relationships/image" Target="../media/image653.png"/><Relationship Id="rId92" Type="http://schemas.openxmlformats.org/officeDocument/2006/relationships/customXml" Target="../ink/ink49.xml"/><Relationship Id="rId2" Type="http://schemas.openxmlformats.org/officeDocument/2006/relationships/customXml" Target="../ink/ink4.xml"/><Relationship Id="rId29" Type="http://schemas.openxmlformats.org/officeDocument/2006/relationships/image" Target="../media/image632.png"/><Relationship Id="rId24" Type="http://schemas.openxmlformats.org/officeDocument/2006/relationships/customXml" Target="../ink/ink15.xml"/><Relationship Id="rId40" Type="http://schemas.openxmlformats.org/officeDocument/2006/relationships/customXml" Target="../ink/ink23.xml"/><Relationship Id="rId45" Type="http://schemas.openxmlformats.org/officeDocument/2006/relationships/image" Target="../media/image640.png"/><Relationship Id="rId66" Type="http://schemas.openxmlformats.org/officeDocument/2006/relationships/customXml" Target="../ink/ink36.xml"/><Relationship Id="rId87" Type="http://schemas.openxmlformats.org/officeDocument/2006/relationships/image" Target="../media/image661.png"/><Relationship Id="rId61" Type="http://schemas.openxmlformats.org/officeDocument/2006/relationships/image" Target="../media/image648.png"/><Relationship Id="rId82" Type="http://schemas.openxmlformats.org/officeDocument/2006/relationships/customXml" Target="../ink/ink44.xml"/><Relationship Id="rId19" Type="http://schemas.openxmlformats.org/officeDocument/2006/relationships/image" Target="../media/image627.png"/><Relationship Id="rId14" Type="http://schemas.openxmlformats.org/officeDocument/2006/relationships/customXml" Target="../ink/ink10.xml"/><Relationship Id="rId30" Type="http://schemas.openxmlformats.org/officeDocument/2006/relationships/customXml" Target="../ink/ink18.xml"/><Relationship Id="rId35" Type="http://schemas.openxmlformats.org/officeDocument/2006/relationships/image" Target="../media/image635.png"/><Relationship Id="rId56" Type="http://schemas.openxmlformats.org/officeDocument/2006/relationships/customXml" Target="../ink/ink31.xml"/><Relationship Id="rId77" Type="http://schemas.openxmlformats.org/officeDocument/2006/relationships/image" Target="../media/image656.png"/><Relationship Id="rId100" Type="http://schemas.openxmlformats.org/officeDocument/2006/relationships/customXml" Target="../ink/ink53.xml"/><Relationship Id="rId8" Type="http://schemas.openxmlformats.org/officeDocument/2006/relationships/customXml" Target="../ink/ink7.xml"/><Relationship Id="rId51" Type="http://schemas.openxmlformats.org/officeDocument/2006/relationships/image" Target="../media/image643.png"/><Relationship Id="rId72" Type="http://schemas.openxmlformats.org/officeDocument/2006/relationships/customXml" Target="../ink/ink39.xml"/><Relationship Id="rId93" Type="http://schemas.openxmlformats.org/officeDocument/2006/relationships/image" Target="../media/image664.png"/><Relationship Id="rId98" Type="http://schemas.openxmlformats.org/officeDocument/2006/relationships/customXml" Target="../ink/ink52.xml"/><Relationship Id="rId3" Type="http://schemas.openxmlformats.org/officeDocument/2006/relationships/image" Target="../media/image619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7.xml"/><Relationship Id="rId21" Type="http://schemas.openxmlformats.org/officeDocument/2006/relationships/image" Target="../media/image679.png"/><Relationship Id="rId34" Type="http://schemas.openxmlformats.org/officeDocument/2006/relationships/customXml" Target="../ink/ink71.xml"/><Relationship Id="rId42" Type="http://schemas.openxmlformats.org/officeDocument/2006/relationships/customXml" Target="../ink/ink75.xml"/><Relationship Id="rId47" Type="http://schemas.openxmlformats.org/officeDocument/2006/relationships/image" Target="../media/image692.png"/><Relationship Id="rId50" Type="http://schemas.openxmlformats.org/officeDocument/2006/relationships/customXml" Target="../ink/ink79.xml"/><Relationship Id="rId55" Type="http://schemas.openxmlformats.org/officeDocument/2006/relationships/image" Target="../media/image696.png"/><Relationship Id="rId63" Type="http://schemas.openxmlformats.org/officeDocument/2006/relationships/image" Target="../media/image700.png"/><Relationship Id="rId7" Type="http://schemas.openxmlformats.org/officeDocument/2006/relationships/image" Target="../media/image672.png"/><Relationship Id="rId2" Type="http://schemas.openxmlformats.org/officeDocument/2006/relationships/customXml" Target="../ink/ink55.xml"/><Relationship Id="rId16" Type="http://schemas.openxmlformats.org/officeDocument/2006/relationships/customXml" Target="../ink/ink62.xml"/><Relationship Id="rId29" Type="http://schemas.openxmlformats.org/officeDocument/2006/relationships/image" Target="../media/image683.png"/><Relationship Id="rId11" Type="http://schemas.openxmlformats.org/officeDocument/2006/relationships/image" Target="../media/image674.png"/><Relationship Id="rId24" Type="http://schemas.openxmlformats.org/officeDocument/2006/relationships/customXml" Target="../ink/ink66.xml"/><Relationship Id="rId32" Type="http://schemas.openxmlformats.org/officeDocument/2006/relationships/customXml" Target="../ink/ink70.xml"/><Relationship Id="rId37" Type="http://schemas.openxmlformats.org/officeDocument/2006/relationships/image" Target="../media/image687.png"/><Relationship Id="rId40" Type="http://schemas.openxmlformats.org/officeDocument/2006/relationships/customXml" Target="../ink/ink74.xml"/><Relationship Id="rId45" Type="http://schemas.openxmlformats.org/officeDocument/2006/relationships/image" Target="../media/image691.png"/><Relationship Id="rId53" Type="http://schemas.openxmlformats.org/officeDocument/2006/relationships/image" Target="../media/image695.png"/><Relationship Id="rId58" Type="http://schemas.openxmlformats.org/officeDocument/2006/relationships/customXml" Target="../ink/ink83.xml"/><Relationship Id="rId66" Type="http://schemas.openxmlformats.org/officeDocument/2006/relationships/customXml" Target="../ink/ink87.xml"/><Relationship Id="rId5" Type="http://schemas.openxmlformats.org/officeDocument/2006/relationships/image" Target="../media/image671.png"/><Relationship Id="rId61" Type="http://schemas.openxmlformats.org/officeDocument/2006/relationships/image" Target="../media/image699.png"/><Relationship Id="rId19" Type="http://schemas.openxmlformats.org/officeDocument/2006/relationships/image" Target="../media/image678.png"/><Relationship Id="rId14" Type="http://schemas.openxmlformats.org/officeDocument/2006/relationships/customXml" Target="../ink/ink61.xml"/><Relationship Id="rId22" Type="http://schemas.openxmlformats.org/officeDocument/2006/relationships/customXml" Target="../ink/ink65.xml"/><Relationship Id="rId27" Type="http://schemas.openxmlformats.org/officeDocument/2006/relationships/image" Target="../media/image682.png"/><Relationship Id="rId30" Type="http://schemas.openxmlformats.org/officeDocument/2006/relationships/customXml" Target="../ink/ink69.xml"/><Relationship Id="rId35" Type="http://schemas.openxmlformats.org/officeDocument/2006/relationships/image" Target="../media/image686.png"/><Relationship Id="rId43" Type="http://schemas.openxmlformats.org/officeDocument/2006/relationships/image" Target="../media/image690.png"/><Relationship Id="rId48" Type="http://schemas.openxmlformats.org/officeDocument/2006/relationships/customXml" Target="../ink/ink78.xml"/><Relationship Id="rId56" Type="http://schemas.openxmlformats.org/officeDocument/2006/relationships/customXml" Target="../ink/ink82.xml"/><Relationship Id="rId64" Type="http://schemas.openxmlformats.org/officeDocument/2006/relationships/customXml" Target="../ink/ink86.xml"/><Relationship Id="rId8" Type="http://schemas.openxmlformats.org/officeDocument/2006/relationships/customXml" Target="../ink/ink58.xml"/><Relationship Id="rId51" Type="http://schemas.openxmlformats.org/officeDocument/2006/relationships/image" Target="../media/image694.png"/><Relationship Id="rId3" Type="http://schemas.openxmlformats.org/officeDocument/2006/relationships/image" Target="../media/image670.png"/><Relationship Id="rId12" Type="http://schemas.openxmlformats.org/officeDocument/2006/relationships/customXml" Target="../ink/ink60.xml"/><Relationship Id="rId17" Type="http://schemas.openxmlformats.org/officeDocument/2006/relationships/image" Target="../media/image677.png"/><Relationship Id="rId25" Type="http://schemas.openxmlformats.org/officeDocument/2006/relationships/image" Target="../media/image681.png"/><Relationship Id="rId33" Type="http://schemas.openxmlformats.org/officeDocument/2006/relationships/image" Target="../media/image685.png"/><Relationship Id="rId38" Type="http://schemas.openxmlformats.org/officeDocument/2006/relationships/customXml" Target="../ink/ink73.xml"/><Relationship Id="rId46" Type="http://schemas.openxmlformats.org/officeDocument/2006/relationships/customXml" Target="../ink/ink77.xml"/><Relationship Id="rId59" Type="http://schemas.openxmlformats.org/officeDocument/2006/relationships/image" Target="../media/image698.png"/><Relationship Id="rId67" Type="http://schemas.openxmlformats.org/officeDocument/2006/relationships/image" Target="../media/image702.png"/><Relationship Id="rId20" Type="http://schemas.openxmlformats.org/officeDocument/2006/relationships/customXml" Target="../ink/ink64.xml"/><Relationship Id="rId41" Type="http://schemas.openxmlformats.org/officeDocument/2006/relationships/image" Target="../media/image689.png"/><Relationship Id="rId54" Type="http://schemas.openxmlformats.org/officeDocument/2006/relationships/customXml" Target="../ink/ink81.xml"/><Relationship Id="rId62" Type="http://schemas.openxmlformats.org/officeDocument/2006/relationships/customXml" Target="../ink/ink8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7.xml"/><Relationship Id="rId15" Type="http://schemas.openxmlformats.org/officeDocument/2006/relationships/image" Target="../media/image676.png"/><Relationship Id="rId23" Type="http://schemas.openxmlformats.org/officeDocument/2006/relationships/image" Target="../media/image680.png"/><Relationship Id="rId28" Type="http://schemas.openxmlformats.org/officeDocument/2006/relationships/customXml" Target="../ink/ink68.xml"/><Relationship Id="rId36" Type="http://schemas.openxmlformats.org/officeDocument/2006/relationships/customXml" Target="../ink/ink72.xml"/><Relationship Id="rId49" Type="http://schemas.openxmlformats.org/officeDocument/2006/relationships/image" Target="../media/image693.png"/><Relationship Id="rId57" Type="http://schemas.openxmlformats.org/officeDocument/2006/relationships/image" Target="../media/image697.png"/><Relationship Id="rId10" Type="http://schemas.openxmlformats.org/officeDocument/2006/relationships/customXml" Target="../ink/ink59.xml"/><Relationship Id="rId31" Type="http://schemas.openxmlformats.org/officeDocument/2006/relationships/image" Target="../media/image684.png"/><Relationship Id="rId44" Type="http://schemas.openxmlformats.org/officeDocument/2006/relationships/customXml" Target="../ink/ink76.xml"/><Relationship Id="rId52" Type="http://schemas.openxmlformats.org/officeDocument/2006/relationships/customXml" Target="../ink/ink80.xml"/><Relationship Id="rId60" Type="http://schemas.openxmlformats.org/officeDocument/2006/relationships/customXml" Target="../ink/ink84.xml"/><Relationship Id="rId65" Type="http://schemas.openxmlformats.org/officeDocument/2006/relationships/image" Target="../media/image701.png"/><Relationship Id="rId4" Type="http://schemas.openxmlformats.org/officeDocument/2006/relationships/customXml" Target="../ink/ink56.xml"/><Relationship Id="rId9" Type="http://schemas.openxmlformats.org/officeDocument/2006/relationships/image" Target="../media/image673.png"/><Relationship Id="rId13" Type="http://schemas.openxmlformats.org/officeDocument/2006/relationships/image" Target="../media/image675.png"/><Relationship Id="rId18" Type="http://schemas.openxmlformats.org/officeDocument/2006/relationships/customXml" Target="../ink/ink63.xml"/><Relationship Id="rId39" Type="http://schemas.openxmlformats.org/officeDocument/2006/relationships/image" Target="../media/image68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3.png"/><Relationship Id="rId2" Type="http://schemas.openxmlformats.org/officeDocument/2006/relationships/customXml" Target="../ink/ink8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4.png"/><Relationship Id="rId4" Type="http://schemas.openxmlformats.org/officeDocument/2006/relationships/customXml" Target="../ink/ink8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5.xml"/><Relationship Id="rId39" Type="http://schemas.openxmlformats.org/officeDocument/2006/relationships/image" Target="../media/image1170.png"/><Relationship Id="rId3" Type="http://schemas.openxmlformats.org/officeDocument/2006/relationships/oleObject" Target="../embeddings/oleObject1.bin"/><Relationship Id="rId21" Type="http://schemas.openxmlformats.org/officeDocument/2006/relationships/image" Target="../media/image1090.png"/><Relationship Id="rId34" Type="http://schemas.openxmlformats.org/officeDocument/2006/relationships/customXml" Target="../ink/ink98.xml"/><Relationship Id="rId42" Type="http://schemas.openxmlformats.org/officeDocument/2006/relationships/customXml" Target="../ink/ink102.xml"/><Relationship Id="rId63" Type="http://schemas.openxmlformats.org/officeDocument/2006/relationships/image" Target="../media/image1290.png"/><Relationship Id="rId12" Type="http://schemas.openxmlformats.org/officeDocument/2006/relationships/customXml" Target="../ink/ink92.xml"/><Relationship Id="rId25" Type="http://schemas.openxmlformats.org/officeDocument/2006/relationships/image" Target="../media/image1110.png"/><Relationship Id="rId33" Type="http://schemas.openxmlformats.org/officeDocument/2006/relationships/image" Target="../media/image1140.png"/><Relationship Id="rId38" Type="http://schemas.openxmlformats.org/officeDocument/2006/relationships/customXml" Target="../ink/ink100.xml"/><Relationship Id="rId2" Type="http://schemas.openxmlformats.org/officeDocument/2006/relationships/slideLayout" Target="../slideLayouts/slideLayout7.xml"/><Relationship Id="rId41" Type="http://schemas.openxmlformats.org/officeDocument/2006/relationships/image" Target="../media/image1180.png"/><Relationship Id="rId62" Type="http://schemas.openxmlformats.org/officeDocument/2006/relationships/customXml" Target="../ink/ink104.xml"/><Relationship Id="rId1" Type="http://schemas.openxmlformats.org/officeDocument/2006/relationships/vmlDrawing" Target="../drawings/vmlDrawing1.vml"/><Relationship Id="rId11" Type="http://schemas.openxmlformats.org/officeDocument/2006/relationships/image" Target="../media/image2000.png"/><Relationship Id="rId24" Type="http://schemas.openxmlformats.org/officeDocument/2006/relationships/customXml" Target="../ink/ink94.xml"/><Relationship Id="rId32" Type="http://schemas.openxmlformats.org/officeDocument/2006/relationships/customXml" Target="../ink/ink97.xml"/><Relationship Id="rId37" Type="http://schemas.openxmlformats.org/officeDocument/2006/relationships/image" Target="../media/image1160.png"/><Relationship Id="rId40" Type="http://schemas.openxmlformats.org/officeDocument/2006/relationships/customXml" Target="../ink/ink101.xml"/><Relationship Id="rId5" Type="http://schemas.openxmlformats.org/officeDocument/2006/relationships/customXml" Target="../ink/ink90.xml"/><Relationship Id="rId23" Type="http://schemas.openxmlformats.org/officeDocument/2006/relationships/image" Target="../media/image1100.png"/><Relationship Id="rId28" Type="http://schemas.openxmlformats.org/officeDocument/2006/relationships/customXml" Target="../ink/ink96.xml"/><Relationship Id="rId36" Type="http://schemas.openxmlformats.org/officeDocument/2006/relationships/customXml" Target="../ink/ink99.xml"/><Relationship Id="rId61" Type="http://schemas.openxmlformats.org/officeDocument/2006/relationships/image" Target="../media/image1280.png"/><Relationship Id="rId10" Type="http://schemas.openxmlformats.org/officeDocument/2006/relationships/customXml" Target="../ink/ink91.xml"/><Relationship Id="rId31" Type="http://schemas.openxmlformats.org/officeDocument/2006/relationships/image" Target="../media/image1130.png"/><Relationship Id="rId44" Type="http://schemas.openxmlformats.org/officeDocument/2006/relationships/customXml" Target="../ink/ink103.xml"/><Relationship Id="rId4" Type="http://schemas.openxmlformats.org/officeDocument/2006/relationships/image" Target="../media/image4.png"/><Relationship Id="rId9" Type="http://schemas.openxmlformats.org/officeDocument/2006/relationships/image" Target="../media/image1990.png"/><Relationship Id="rId22" Type="http://schemas.openxmlformats.org/officeDocument/2006/relationships/customXml" Target="../ink/ink93.xml"/><Relationship Id="rId27" Type="http://schemas.openxmlformats.org/officeDocument/2006/relationships/image" Target="../media/image1120.png"/><Relationship Id="rId35" Type="http://schemas.openxmlformats.org/officeDocument/2006/relationships/image" Target="../media/image1150.png"/><Relationship Id="rId43" Type="http://schemas.openxmlformats.org/officeDocument/2006/relationships/image" Target="../media/image119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90.png"/><Relationship Id="rId7" Type="http://schemas.openxmlformats.org/officeDocument/2006/relationships/image" Target="../media/image531.png"/><Relationship Id="rId2" Type="http://schemas.openxmlformats.org/officeDocument/2006/relationships/customXml" Target="../ink/ink10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7.xml"/><Relationship Id="rId5" Type="http://schemas.openxmlformats.org/officeDocument/2006/relationships/image" Target="../media/image530.png"/><Relationship Id="rId4" Type="http://schemas.openxmlformats.org/officeDocument/2006/relationships/customXml" Target="../ink/ink10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3.xml"/><Relationship Id="rId299" Type="http://schemas.openxmlformats.org/officeDocument/2006/relationships/image" Target="../media/image3210.png"/><Relationship Id="rId21" Type="http://schemas.openxmlformats.org/officeDocument/2006/relationships/customXml" Target="../ink/ink115.xml"/><Relationship Id="rId63" Type="http://schemas.openxmlformats.org/officeDocument/2006/relationships/customXml" Target="../ink/ink136.xml"/><Relationship Id="rId159" Type="http://schemas.openxmlformats.org/officeDocument/2006/relationships/customXml" Target="../ink/ink184.xml"/><Relationship Id="rId324" Type="http://schemas.openxmlformats.org/officeDocument/2006/relationships/customXml" Target="../ink/ink267.xml"/><Relationship Id="rId170" Type="http://schemas.openxmlformats.org/officeDocument/2006/relationships/image" Target="../media/image2570.png"/><Relationship Id="rId226" Type="http://schemas.openxmlformats.org/officeDocument/2006/relationships/customXml" Target="../ink/ink218.xml"/><Relationship Id="rId268" Type="http://schemas.openxmlformats.org/officeDocument/2006/relationships/customXml" Target="../ink/ink239.xml"/><Relationship Id="rId32" Type="http://schemas.openxmlformats.org/officeDocument/2006/relationships/image" Target="../media/image1450.png"/><Relationship Id="rId74" Type="http://schemas.openxmlformats.org/officeDocument/2006/relationships/image" Target="../media/image2090.png"/><Relationship Id="rId128" Type="http://schemas.openxmlformats.org/officeDocument/2006/relationships/image" Target="../media/image2360.png"/><Relationship Id="rId335" Type="http://schemas.openxmlformats.org/officeDocument/2006/relationships/image" Target="../media/image3390.png"/><Relationship Id="rId181" Type="http://schemas.openxmlformats.org/officeDocument/2006/relationships/customXml" Target="../ink/ink195.xml"/><Relationship Id="rId237" Type="http://schemas.openxmlformats.org/officeDocument/2006/relationships/image" Target="../media/image2901.png"/><Relationship Id="rId279" Type="http://schemas.openxmlformats.org/officeDocument/2006/relationships/image" Target="../media/image3110.png"/><Relationship Id="rId43" Type="http://schemas.openxmlformats.org/officeDocument/2006/relationships/customXml" Target="../ink/ink126.xml"/><Relationship Id="rId139" Type="http://schemas.openxmlformats.org/officeDocument/2006/relationships/customXml" Target="../ink/ink174.xml"/><Relationship Id="rId290" Type="http://schemas.openxmlformats.org/officeDocument/2006/relationships/customXml" Target="../ink/ink250.xml"/><Relationship Id="rId304" Type="http://schemas.openxmlformats.org/officeDocument/2006/relationships/customXml" Target="../ink/ink257.xml"/><Relationship Id="rId346" Type="http://schemas.openxmlformats.org/officeDocument/2006/relationships/customXml" Target="../ink/ink278.xml"/><Relationship Id="rId85" Type="http://schemas.openxmlformats.org/officeDocument/2006/relationships/customXml" Target="../ink/ink147.xml"/><Relationship Id="rId150" Type="http://schemas.openxmlformats.org/officeDocument/2006/relationships/image" Target="../media/image2471.png"/><Relationship Id="rId192" Type="http://schemas.openxmlformats.org/officeDocument/2006/relationships/customXml" Target="../ink/ink201.xml"/><Relationship Id="rId206" Type="http://schemas.openxmlformats.org/officeDocument/2006/relationships/customXml" Target="../ink/ink208.xml"/><Relationship Id="rId248" Type="http://schemas.openxmlformats.org/officeDocument/2006/relationships/customXml" Target="../ink/ink229.xml"/><Relationship Id="rId12" Type="http://schemas.openxmlformats.org/officeDocument/2006/relationships/image" Target="../media/image1310.png"/><Relationship Id="rId108" Type="http://schemas.openxmlformats.org/officeDocument/2006/relationships/image" Target="../media/image2260.png"/><Relationship Id="rId315" Type="http://schemas.openxmlformats.org/officeDocument/2006/relationships/image" Target="../media/image3290.png"/><Relationship Id="rId54" Type="http://schemas.openxmlformats.org/officeDocument/2006/relationships/image" Target="../media/image1991.png"/><Relationship Id="rId96" Type="http://schemas.openxmlformats.org/officeDocument/2006/relationships/image" Target="../media/image2201.png"/><Relationship Id="rId161" Type="http://schemas.openxmlformats.org/officeDocument/2006/relationships/customXml" Target="../ink/ink185.xml"/><Relationship Id="rId217" Type="http://schemas.openxmlformats.org/officeDocument/2006/relationships/image" Target="../media/image2801.png"/><Relationship Id="rId259" Type="http://schemas.openxmlformats.org/officeDocument/2006/relationships/image" Target="../media/image3011.png"/><Relationship Id="rId23" Type="http://schemas.openxmlformats.org/officeDocument/2006/relationships/customXml" Target="../ink/ink116.xml"/><Relationship Id="rId119" Type="http://schemas.openxmlformats.org/officeDocument/2006/relationships/customXml" Target="../ink/ink164.xml"/><Relationship Id="rId270" Type="http://schemas.openxmlformats.org/officeDocument/2006/relationships/customXml" Target="../ink/ink240.xml"/><Relationship Id="rId326" Type="http://schemas.openxmlformats.org/officeDocument/2006/relationships/customXml" Target="../ink/ink268.xml"/><Relationship Id="rId65" Type="http://schemas.openxmlformats.org/officeDocument/2006/relationships/customXml" Target="../ink/ink137.xml"/><Relationship Id="rId130" Type="http://schemas.openxmlformats.org/officeDocument/2006/relationships/image" Target="../media/image2370.png"/><Relationship Id="rId172" Type="http://schemas.openxmlformats.org/officeDocument/2006/relationships/image" Target="../media/image2580.png"/><Relationship Id="rId228" Type="http://schemas.openxmlformats.org/officeDocument/2006/relationships/customXml" Target="../ink/ink219.xml"/><Relationship Id="rId281" Type="http://schemas.openxmlformats.org/officeDocument/2006/relationships/image" Target="../media/image3120.png"/><Relationship Id="rId337" Type="http://schemas.openxmlformats.org/officeDocument/2006/relationships/image" Target="../media/image3400.png"/><Relationship Id="rId34" Type="http://schemas.openxmlformats.org/officeDocument/2006/relationships/image" Target="../media/image1460.png"/><Relationship Id="rId76" Type="http://schemas.openxmlformats.org/officeDocument/2006/relationships/image" Target="../media/image2100.png"/><Relationship Id="rId141" Type="http://schemas.openxmlformats.org/officeDocument/2006/relationships/customXml" Target="../ink/ink175.xml"/><Relationship Id="rId7" Type="http://schemas.openxmlformats.org/officeDocument/2006/relationships/oleObject" Target="../embeddings/oleObject2.bin"/><Relationship Id="rId183" Type="http://schemas.openxmlformats.org/officeDocument/2006/relationships/customXml" Target="../ink/ink196.xml"/><Relationship Id="rId239" Type="http://schemas.openxmlformats.org/officeDocument/2006/relationships/image" Target="../media/image2911.png"/><Relationship Id="rId250" Type="http://schemas.openxmlformats.org/officeDocument/2006/relationships/customXml" Target="../ink/ink230.xml"/><Relationship Id="rId292" Type="http://schemas.openxmlformats.org/officeDocument/2006/relationships/customXml" Target="../ink/ink251.xml"/><Relationship Id="rId306" Type="http://schemas.openxmlformats.org/officeDocument/2006/relationships/customXml" Target="../ink/ink258.xml"/><Relationship Id="rId45" Type="http://schemas.openxmlformats.org/officeDocument/2006/relationships/customXml" Target="../ink/ink127.xml"/><Relationship Id="rId87" Type="http://schemas.openxmlformats.org/officeDocument/2006/relationships/customXml" Target="../ink/ink148.xml"/><Relationship Id="rId110" Type="http://schemas.openxmlformats.org/officeDocument/2006/relationships/image" Target="../media/image2270.png"/><Relationship Id="rId348" Type="http://schemas.openxmlformats.org/officeDocument/2006/relationships/customXml" Target="../ink/ink279.xml"/><Relationship Id="rId152" Type="http://schemas.openxmlformats.org/officeDocument/2006/relationships/image" Target="../media/image2481.png"/><Relationship Id="rId194" Type="http://schemas.openxmlformats.org/officeDocument/2006/relationships/customXml" Target="../ink/ink202.xml"/><Relationship Id="rId208" Type="http://schemas.openxmlformats.org/officeDocument/2006/relationships/customXml" Target="../ink/ink209.xml"/><Relationship Id="rId261" Type="http://schemas.openxmlformats.org/officeDocument/2006/relationships/image" Target="../media/image3021.png"/><Relationship Id="rId14" Type="http://schemas.openxmlformats.org/officeDocument/2006/relationships/image" Target="../media/image1360.png"/><Relationship Id="rId56" Type="http://schemas.openxmlformats.org/officeDocument/2006/relationships/image" Target="../media/image2001.png"/><Relationship Id="rId317" Type="http://schemas.openxmlformats.org/officeDocument/2006/relationships/image" Target="../media/image3300.png"/><Relationship Id="rId8" Type="http://schemas.openxmlformats.org/officeDocument/2006/relationships/image" Target="../media/image4.png"/><Relationship Id="rId98" Type="http://schemas.openxmlformats.org/officeDocument/2006/relationships/image" Target="../media/image2211.png"/><Relationship Id="rId121" Type="http://schemas.openxmlformats.org/officeDocument/2006/relationships/customXml" Target="../ink/ink165.xml"/><Relationship Id="rId142" Type="http://schemas.openxmlformats.org/officeDocument/2006/relationships/image" Target="../media/image2430.png"/><Relationship Id="rId163" Type="http://schemas.openxmlformats.org/officeDocument/2006/relationships/customXml" Target="../ink/ink186.xml"/><Relationship Id="rId184" Type="http://schemas.openxmlformats.org/officeDocument/2006/relationships/image" Target="../media/image2640.png"/><Relationship Id="rId219" Type="http://schemas.openxmlformats.org/officeDocument/2006/relationships/image" Target="../media/image2811.png"/><Relationship Id="rId230" Type="http://schemas.openxmlformats.org/officeDocument/2006/relationships/customXml" Target="../ink/ink220.xml"/><Relationship Id="rId251" Type="http://schemas.openxmlformats.org/officeDocument/2006/relationships/image" Target="../media/image2971.png"/><Relationship Id="rId25" Type="http://schemas.openxmlformats.org/officeDocument/2006/relationships/customXml" Target="../ink/ink117.xml"/><Relationship Id="rId46" Type="http://schemas.openxmlformats.org/officeDocument/2006/relationships/image" Target="../media/image1951.png"/><Relationship Id="rId67" Type="http://schemas.openxmlformats.org/officeDocument/2006/relationships/customXml" Target="../ink/ink138.xml"/><Relationship Id="rId272" Type="http://schemas.openxmlformats.org/officeDocument/2006/relationships/customXml" Target="../ink/ink241.xml"/><Relationship Id="rId293" Type="http://schemas.openxmlformats.org/officeDocument/2006/relationships/image" Target="../media/image3180.png"/><Relationship Id="rId307" Type="http://schemas.openxmlformats.org/officeDocument/2006/relationships/image" Target="../media/image3250.png"/><Relationship Id="rId328" Type="http://schemas.openxmlformats.org/officeDocument/2006/relationships/customXml" Target="../ink/ink269.xml"/><Relationship Id="rId349" Type="http://schemas.openxmlformats.org/officeDocument/2006/relationships/image" Target="../media/image3460.png"/><Relationship Id="rId88" Type="http://schemas.openxmlformats.org/officeDocument/2006/relationships/image" Target="../media/image2160.png"/><Relationship Id="rId111" Type="http://schemas.openxmlformats.org/officeDocument/2006/relationships/customXml" Target="../ink/ink160.xml"/><Relationship Id="rId132" Type="http://schemas.openxmlformats.org/officeDocument/2006/relationships/image" Target="../media/image2380.png"/><Relationship Id="rId153" Type="http://schemas.openxmlformats.org/officeDocument/2006/relationships/customXml" Target="../ink/ink181.xml"/><Relationship Id="rId174" Type="http://schemas.openxmlformats.org/officeDocument/2006/relationships/image" Target="../media/image2590.png"/><Relationship Id="rId195" Type="http://schemas.openxmlformats.org/officeDocument/2006/relationships/image" Target="../media/image2690.png"/><Relationship Id="rId209" Type="http://schemas.openxmlformats.org/officeDocument/2006/relationships/image" Target="../media/image2761.png"/><Relationship Id="rId220" Type="http://schemas.openxmlformats.org/officeDocument/2006/relationships/customXml" Target="../ink/ink215.xml"/><Relationship Id="rId241" Type="http://schemas.openxmlformats.org/officeDocument/2006/relationships/image" Target="../media/image2921.png"/><Relationship Id="rId15" Type="http://schemas.openxmlformats.org/officeDocument/2006/relationships/customXml" Target="../ink/ink112.xml"/><Relationship Id="rId36" Type="http://schemas.openxmlformats.org/officeDocument/2006/relationships/image" Target="../media/image1900.png"/><Relationship Id="rId57" Type="http://schemas.openxmlformats.org/officeDocument/2006/relationships/customXml" Target="../ink/ink133.xml"/><Relationship Id="rId262" Type="http://schemas.openxmlformats.org/officeDocument/2006/relationships/customXml" Target="../ink/ink236.xml"/><Relationship Id="rId283" Type="http://schemas.openxmlformats.org/officeDocument/2006/relationships/image" Target="../media/image3130.png"/><Relationship Id="rId318" Type="http://schemas.openxmlformats.org/officeDocument/2006/relationships/customXml" Target="../ink/ink264.xml"/><Relationship Id="rId339" Type="http://schemas.openxmlformats.org/officeDocument/2006/relationships/image" Target="../media/image3410.png"/><Relationship Id="rId78" Type="http://schemas.openxmlformats.org/officeDocument/2006/relationships/image" Target="../media/image2110.png"/><Relationship Id="rId99" Type="http://schemas.openxmlformats.org/officeDocument/2006/relationships/customXml" Target="../ink/ink154.xml"/><Relationship Id="rId101" Type="http://schemas.openxmlformats.org/officeDocument/2006/relationships/customXml" Target="../ink/ink155.xml"/><Relationship Id="rId122" Type="http://schemas.openxmlformats.org/officeDocument/2006/relationships/image" Target="../media/image2330.png"/><Relationship Id="rId143" Type="http://schemas.openxmlformats.org/officeDocument/2006/relationships/customXml" Target="../ink/ink176.xml"/><Relationship Id="rId164" Type="http://schemas.openxmlformats.org/officeDocument/2006/relationships/image" Target="../media/image2541.png"/><Relationship Id="rId185" Type="http://schemas.openxmlformats.org/officeDocument/2006/relationships/customXml" Target="../ink/ink197.xml"/><Relationship Id="rId350" Type="http://schemas.openxmlformats.org/officeDocument/2006/relationships/customXml" Target="../ink/ink280.xml"/><Relationship Id="rId9" Type="http://schemas.openxmlformats.org/officeDocument/2006/relationships/customXml" Target="../ink/ink109.xml"/><Relationship Id="rId210" Type="http://schemas.openxmlformats.org/officeDocument/2006/relationships/customXml" Target="../ink/ink210.xml"/><Relationship Id="rId26" Type="http://schemas.openxmlformats.org/officeDocument/2006/relationships/image" Target="../media/image1420.png"/><Relationship Id="rId231" Type="http://schemas.openxmlformats.org/officeDocument/2006/relationships/image" Target="../media/image2871.png"/><Relationship Id="rId252" Type="http://schemas.openxmlformats.org/officeDocument/2006/relationships/customXml" Target="../ink/ink231.xml"/><Relationship Id="rId273" Type="http://schemas.openxmlformats.org/officeDocument/2006/relationships/image" Target="../media/image3080.png"/><Relationship Id="rId294" Type="http://schemas.openxmlformats.org/officeDocument/2006/relationships/customXml" Target="../ink/ink252.xml"/><Relationship Id="rId308" Type="http://schemas.openxmlformats.org/officeDocument/2006/relationships/customXml" Target="../ink/ink259.xml"/><Relationship Id="rId329" Type="http://schemas.openxmlformats.org/officeDocument/2006/relationships/image" Target="../media/image3360.png"/><Relationship Id="rId47" Type="http://schemas.openxmlformats.org/officeDocument/2006/relationships/customXml" Target="../ink/ink128.xml"/><Relationship Id="rId68" Type="http://schemas.openxmlformats.org/officeDocument/2006/relationships/image" Target="../media/image2060.png"/><Relationship Id="rId89" Type="http://schemas.openxmlformats.org/officeDocument/2006/relationships/customXml" Target="../ink/ink149.xml"/><Relationship Id="rId112" Type="http://schemas.openxmlformats.org/officeDocument/2006/relationships/image" Target="../media/image2280.png"/><Relationship Id="rId133" Type="http://schemas.openxmlformats.org/officeDocument/2006/relationships/customXml" Target="../ink/ink171.xml"/><Relationship Id="rId154" Type="http://schemas.openxmlformats.org/officeDocument/2006/relationships/image" Target="../media/image2491.png"/><Relationship Id="rId175" Type="http://schemas.openxmlformats.org/officeDocument/2006/relationships/customXml" Target="../ink/ink192.xml"/><Relationship Id="rId340" Type="http://schemas.openxmlformats.org/officeDocument/2006/relationships/customXml" Target="../ink/ink275.xml"/><Relationship Id="rId196" Type="http://schemas.openxmlformats.org/officeDocument/2006/relationships/customXml" Target="../ink/ink203.xml"/><Relationship Id="rId200" Type="http://schemas.openxmlformats.org/officeDocument/2006/relationships/customXml" Target="../ink/ink205.xml"/><Relationship Id="rId16" Type="http://schemas.openxmlformats.org/officeDocument/2006/relationships/image" Target="../media/image1370.png"/><Relationship Id="rId221" Type="http://schemas.openxmlformats.org/officeDocument/2006/relationships/image" Target="../media/image2821.png"/><Relationship Id="rId242" Type="http://schemas.openxmlformats.org/officeDocument/2006/relationships/customXml" Target="../ink/ink226.xml"/><Relationship Id="rId263" Type="http://schemas.openxmlformats.org/officeDocument/2006/relationships/image" Target="../media/image3031.png"/><Relationship Id="rId284" Type="http://schemas.openxmlformats.org/officeDocument/2006/relationships/customXml" Target="../ink/ink247.xml"/><Relationship Id="rId319" Type="http://schemas.openxmlformats.org/officeDocument/2006/relationships/image" Target="../media/image3310.png"/><Relationship Id="rId37" Type="http://schemas.openxmlformats.org/officeDocument/2006/relationships/customXml" Target="../ink/ink123.xml"/><Relationship Id="rId58" Type="http://schemas.openxmlformats.org/officeDocument/2006/relationships/image" Target="../media/image2010.png"/><Relationship Id="rId79" Type="http://schemas.openxmlformats.org/officeDocument/2006/relationships/customXml" Target="../ink/ink144.xml"/><Relationship Id="rId102" Type="http://schemas.openxmlformats.org/officeDocument/2006/relationships/image" Target="../media/image2230.png"/><Relationship Id="rId123" Type="http://schemas.openxmlformats.org/officeDocument/2006/relationships/customXml" Target="../ink/ink166.xml"/><Relationship Id="rId144" Type="http://schemas.openxmlformats.org/officeDocument/2006/relationships/image" Target="../media/image2440.png"/><Relationship Id="rId330" Type="http://schemas.openxmlformats.org/officeDocument/2006/relationships/customXml" Target="../ink/ink270.xml"/><Relationship Id="rId90" Type="http://schemas.openxmlformats.org/officeDocument/2006/relationships/image" Target="../media/image2170.png"/><Relationship Id="rId165" Type="http://schemas.openxmlformats.org/officeDocument/2006/relationships/customXml" Target="../ink/ink187.xml"/><Relationship Id="rId186" Type="http://schemas.openxmlformats.org/officeDocument/2006/relationships/customXml" Target="../ink/ink198.xml"/><Relationship Id="rId351" Type="http://schemas.openxmlformats.org/officeDocument/2006/relationships/image" Target="../media/image3470.png"/><Relationship Id="rId211" Type="http://schemas.openxmlformats.org/officeDocument/2006/relationships/image" Target="../media/image2771.png"/><Relationship Id="rId232" Type="http://schemas.openxmlformats.org/officeDocument/2006/relationships/customXml" Target="../ink/ink221.xml"/><Relationship Id="rId253" Type="http://schemas.openxmlformats.org/officeDocument/2006/relationships/image" Target="../media/image2981.png"/><Relationship Id="rId274" Type="http://schemas.openxmlformats.org/officeDocument/2006/relationships/customXml" Target="../ink/ink242.xml"/><Relationship Id="rId295" Type="http://schemas.openxmlformats.org/officeDocument/2006/relationships/image" Target="../media/image3190.png"/><Relationship Id="rId309" Type="http://schemas.openxmlformats.org/officeDocument/2006/relationships/image" Target="../media/image3260.png"/><Relationship Id="rId27" Type="http://schemas.openxmlformats.org/officeDocument/2006/relationships/customXml" Target="../ink/ink118.xml"/><Relationship Id="rId48" Type="http://schemas.openxmlformats.org/officeDocument/2006/relationships/image" Target="../media/image1961.png"/><Relationship Id="rId69" Type="http://schemas.openxmlformats.org/officeDocument/2006/relationships/customXml" Target="../ink/ink139.xml"/><Relationship Id="rId113" Type="http://schemas.openxmlformats.org/officeDocument/2006/relationships/customXml" Target="../ink/ink161.xml"/><Relationship Id="rId134" Type="http://schemas.openxmlformats.org/officeDocument/2006/relationships/image" Target="../media/image2390.png"/><Relationship Id="rId320" Type="http://schemas.openxmlformats.org/officeDocument/2006/relationships/customXml" Target="../ink/ink265.xml"/><Relationship Id="rId80" Type="http://schemas.openxmlformats.org/officeDocument/2006/relationships/image" Target="../media/image2121.png"/><Relationship Id="rId155" Type="http://schemas.openxmlformats.org/officeDocument/2006/relationships/customXml" Target="../ink/ink182.xml"/><Relationship Id="rId176" Type="http://schemas.openxmlformats.org/officeDocument/2006/relationships/image" Target="../media/image2600.png"/><Relationship Id="rId197" Type="http://schemas.openxmlformats.org/officeDocument/2006/relationships/image" Target="../media/image2701.png"/><Relationship Id="rId341" Type="http://schemas.openxmlformats.org/officeDocument/2006/relationships/image" Target="../media/image3420.png"/><Relationship Id="rId201" Type="http://schemas.openxmlformats.org/officeDocument/2006/relationships/image" Target="../media/image2720.png"/><Relationship Id="rId222" Type="http://schemas.openxmlformats.org/officeDocument/2006/relationships/customXml" Target="../ink/ink216.xml"/><Relationship Id="rId243" Type="http://schemas.openxmlformats.org/officeDocument/2006/relationships/image" Target="../media/image2932.png"/><Relationship Id="rId264" Type="http://schemas.openxmlformats.org/officeDocument/2006/relationships/customXml" Target="../ink/ink237.xml"/><Relationship Id="rId285" Type="http://schemas.openxmlformats.org/officeDocument/2006/relationships/image" Target="../media/image3140.png"/><Relationship Id="rId17" Type="http://schemas.openxmlformats.org/officeDocument/2006/relationships/customXml" Target="../ink/ink113.xml"/><Relationship Id="rId38" Type="http://schemas.openxmlformats.org/officeDocument/2006/relationships/image" Target="../media/image1910.png"/><Relationship Id="rId59" Type="http://schemas.openxmlformats.org/officeDocument/2006/relationships/customXml" Target="../ink/ink134.xml"/><Relationship Id="rId103" Type="http://schemas.openxmlformats.org/officeDocument/2006/relationships/customXml" Target="../ink/ink156.xml"/><Relationship Id="rId124" Type="http://schemas.openxmlformats.org/officeDocument/2006/relationships/image" Target="../media/image2340.png"/><Relationship Id="rId310" Type="http://schemas.openxmlformats.org/officeDocument/2006/relationships/customXml" Target="../ink/ink260.xml"/><Relationship Id="rId70" Type="http://schemas.openxmlformats.org/officeDocument/2006/relationships/image" Target="../media/image2070.png"/><Relationship Id="rId91" Type="http://schemas.openxmlformats.org/officeDocument/2006/relationships/customXml" Target="../ink/ink150.xml"/><Relationship Id="rId145" Type="http://schemas.openxmlformats.org/officeDocument/2006/relationships/customXml" Target="../ink/ink177.xml"/><Relationship Id="rId166" Type="http://schemas.openxmlformats.org/officeDocument/2006/relationships/image" Target="../media/image2551.png"/><Relationship Id="rId187" Type="http://schemas.openxmlformats.org/officeDocument/2006/relationships/image" Target="../media/image2650.png"/><Relationship Id="rId331" Type="http://schemas.openxmlformats.org/officeDocument/2006/relationships/image" Target="../media/image3370.png"/><Relationship Id="rId1" Type="http://schemas.openxmlformats.org/officeDocument/2006/relationships/vmlDrawing" Target="../drawings/vmlDrawing2.vml"/><Relationship Id="rId212" Type="http://schemas.openxmlformats.org/officeDocument/2006/relationships/customXml" Target="../ink/ink211.xml"/><Relationship Id="rId233" Type="http://schemas.openxmlformats.org/officeDocument/2006/relationships/image" Target="../media/image2881.png"/><Relationship Id="rId254" Type="http://schemas.openxmlformats.org/officeDocument/2006/relationships/customXml" Target="../ink/ink232.xml"/><Relationship Id="rId28" Type="http://schemas.openxmlformats.org/officeDocument/2006/relationships/image" Target="../media/image1430.png"/><Relationship Id="rId49" Type="http://schemas.openxmlformats.org/officeDocument/2006/relationships/customXml" Target="../ink/ink129.xml"/><Relationship Id="rId114" Type="http://schemas.openxmlformats.org/officeDocument/2006/relationships/image" Target="../media/image2290.png"/><Relationship Id="rId275" Type="http://schemas.openxmlformats.org/officeDocument/2006/relationships/image" Target="../media/image3090.png"/><Relationship Id="rId296" Type="http://schemas.openxmlformats.org/officeDocument/2006/relationships/customXml" Target="../ink/ink253.xml"/><Relationship Id="rId300" Type="http://schemas.openxmlformats.org/officeDocument/2006/relationships/customXml" Target="../ink/ink255.xml"/><Relationship Id="rId60" Type="http://schemas.openxmlformats.org/officeDocument/2006/relationships/image" Target="../media/image2020.png"/><Relationship Id="rId81" Type="http://schemas.openxmlformats.org/officeDocument/2006/relationships/customXml" Target="../ink/ink145.xml"/><Relationship Id="rId135" Type="http://schemas.openxmlformats.org/officeDocument/2006/relationships/customXml" Target="../ink/ink172.xml"/><Relationship Id="rId156" Type="http://schemas.openxmlformats.org/officeDocument/2006/relationships/image" Target="../media/image2501.png"/><Relationship Id="rId177" Type="http://schemas.openxmlformats.org/officeDocument/2006/relationships/customXml" Target="../ink/ink193.xml"/><Relationship Id="rId198" Type="http://schemas.openxmlformats.org/officeDocument/2006/relationships/customXml" Target="../ink/ink204.xml"/><Relationship Id="rId321" Type="http://schemas.openxmlformats.org/officeDocument/2006/relationships/image" Target="../media/image3320.png"/><Relationship Id="rId342" Type="http://schemas.openxmlformats.org/officeDocument/2006/relationships/customXml" Target="../ink/ink276.xml"/><Relationship Id="rId202" Type="http://schemas.openxmlformats.org/officeDocument/2006/relationships/customXml" Target="../ink/ink206.xml"/><Relationship Id="rId223" Type="http://schemas.openxmlformats.org/officeDocument/2006/relationships/image" Target="../media/image2831.png"/><Relationship Id="rId244" Type="http://schemas.openxmlformats.org/officeDocument/2006/relationships/customXml" Target="../ink/ink227.xml"/><Relationship Id="rId18" Type="http://schemas.openxmlformats.org/officeDocument/2006/relationships/image" Target="../media/image1380.png"/><Relationship Id="rId39" Type="http://schemas.openxmlformats.org/officeDocument/2006/relationships/customXml" Target="../ink/ink124.xml"/><Relationship Id="rId265" Type="http://schemas.openxmlformats.org/officeDocument/2006/relationships/image" Target="../media/image3041.png"/><Relationship Id="rId286" Type="http://schemas.openxmlformats.org/officeDocument/2006/relationships/customXml" Target="../ink/ink248.xml"/><Relationship Id="rId50" Type="http://schemas.openxmlformats.org/officeDocument/2006/relationships/image" Target="../media/image1970.png"/><Relationship Id="rId104" Type="http://schemas.openxmlformats.org/officeDocument/2006/relationships/image" Target="../media/image2240.png"/><Relationship Id="rId125" Type="http://schemas.openxmlformats.org/officeDocument/2006/relationships/customXml" Target="../ink/ink167.xml"/><Relationship Id="rId146" Type="http://schemas.openxmlformats.org/officeDocument/2006/relationships/image" Target="../media/image2450.png"/><Relationship Id="rId167" Type="http://schemas.openxmlformats.org/officeDocument/2006/relationships/customXml" Target="../ink/ink188.xml"/><Relationship Id="rId188" Type="http://schemas.openxmlformats.org/officeDocument/2006/relationships/customXml" Target="../ink/ink199.xml"/><Relationship Id="rId311" Type="http://schemas.openxmlformats.org/officeDocument/2006/relationships/image" Target="../media/image3270.png"/><Relationship Id="rId332" Type="http://schemas.openxmlformats.org/officeDocument/2006/relationships/customXml" Target="../ink/ink271.xml"/><Relationship Id="rId71" Type="http://schemas.openxmlformats.org/officeDocument/2006/relationships/customXml" Target="../ink/ink140.xml"/><Relationship Id="rId92" Type="http://schemas.openxmlformats.org/officeDocument/2006/relationships/image" Target="../media/image2180.png"/><Relationship Id="rId213" Type="http://schemas.openxmlformats.org/officeDocument/2006/relationships/image" Target="../media/image2781.png"/><Relationship Id="rId234" Type="http://schemas.openxmlformats.org/officeDocument/2006/relationships/customXml" Target="../ink/ink222.xml"/><Relationship Id="rId2" Type="http://schemas.openxmlformats.org/officeDocument/2006/relationships/slideLayout" Target="../slideLayouts/slideLayout7.xml"/><Relationship Id="rId29" Type="http://schemas.openxmlformats.org/officeDocument/2006/relationships/customXml" Target="../ink/ink119.xml"/><Relationship Id="rId255" Type="http://schemas.openxmlformats.org/officeDocument/2006/relationships/image" Target="../media/image2991.png"/><Relationship Id="rId276" Type="http://schemas.openxmlformats.org/officeDocument/2006/relationships/customXml" Target="../ink/ink243.xml"/><Relationship Id="rId297" Type="http://schemas.openxmlformats.org/officeDocument/2006/relationships/image" Target="../media/image3200.png"/><Relationship Id="rId40" Type="http://schemas.openxmlformats.org/officeDocument/2006/relationships/image" Target="../media/image1921.png"/><Relationship Id="rId115" Type="http://schemas.openxmlformats.org/officeDocument/2006/relationships/customXml" Target="../ink/ink162.xml"/><Relationship Id="rId136" Type="http://schemas.openxmlformats.org/officeDocument/2006/relationships/image" Target="../media/image2400.png"/><Relationship Id="rId157" Type="http://schemas.openxmlformats.org/officeDocument/2006/relationships/customXml" Target="../ink/ink183.xml"/><Relationship Id="rId178" Type="http://schemas.openxmlformats.org/officeDocument/2006/relationships/image" Target="../media/image2610.png"/><Relationship Id="rId301" Type="http://schemas.openxmlformats.org/officeDocument/2006/relationships/image" Target="../media/image3220.png"/><Relationship Id="rId322" Type="http://schemas.openxmlformats.org/officeDocument/2006/relationships/customXml" Target="../ink/ink266.xml"/><Relationship Id="rId343" Type="http://schemas.openxmlformats.org/officeDocument/2006/relationships/image" Target="../media/image3430.png"/><Relationship Id="rId61" Type="http://schemas.openxmlformats.org/officeDocument/2006/relationships/customXml" Target="../ink/ink135.xml"/><Relationship Id="rId82" Type="http://schemas.openxmlformats.org/officeDocument/2006/relationships/image" Target="../media/image2130.png"/><Relationship Id="rId199" Type="http://schemas.openxmlformats.org/officeDocument/2006/relationships/image" Target="../media/image2710.png"/><Relationship Id="rId203" Type="http://schemas.openxmlformats.org/officeDocument/2006/relationships/image" Target="../media/image2731.png"/><Relationship Id="rId19" Type="http://schemas.openxmlformats.org/officeDocument/2006/relationships/customXml" Target="../ink/ink114.xml"/><Relationship Id="rId224" Type="http://schemas.openxmlformats.org/officeDocument/2006/relationships/customXml" Target="../ink/ink217.xml"/><Relationship Id="rId245" Type="http://schemas.openxmlformats.org/officeDocument/2006/relationships/image" Target="../media/image2941.png"/><Relationship Id="rId266" Type="http://schemas.openxmlformats.org/officeDocument/2006/relationships/customXml" Target="../ink/ink238.xml"/><Relationship Id="rId287" Type="http://schemas.openxmlformats.org/officeDocument/2006/relationships/image" Target="../media/image3150.png"/><Relationship Id="rId30" Type="http://schemas.openxmlformats.org/officeDocument/2006/relationships/image" Target="../media/image1440.png"/><Relationship Id="rId105" Type="http://schemas.openxmlformats.org/officeDocument/2006/relationships/customXml" Target="../ink/ink157.xml"/><Relationship Id="rId126" Type="http://schemas.openxmlformats.org/officeDocument/2006/relationships/image" Target="../media/image2350.png"/><Relationship Id="rId147" Type="http://schemas.openxmlformats.org/officeDocument/2006/relationships/customXml" Target="../ink/ink178.xml"/><Relationship Id="rId168" Type="http://schemas.openxmlformats.org/officeDocument/2006/relationships/image" Target="../media/image2560.png"/><Relationship Id="rId312" Type="http://schemas.openxmlformats.org/officeDocument/2006/relationships/customXml" Target="../ink/ink261.xml"/><Relationship Id="rId333" Type="http://schemas.openxmlformats.org/officeDocument/2006/relationships/image" Target="../media/image3380.png"/><Relationship Id="rId51" Type="http://schemas.openxmlformats.org/officeDocument/2006/relationships/customXml" Target="../ink/ink130.xml"/><Relationship Id="rId72" Type="http://schemas.openxmlformats.org/officeDocument/2006/relationships/image" Target="../media/image2080.png"/><Relationship Id="rId93" Type="http://schemas.openxmlformats.org/officeDocument/2006/relationships/customXml" Target="../ink/ink151.xml"/><Relationship Id="rId189" Type="http://schemas.openxmlformats.org/officeDocument/2006/relationships/image" Target="../media/image2660.png"/><Relationship Id="rId3" Type="http://schemas.openxmlformats.org/officeDocument/2006/relationships/customXml" Target="../ink/ink108.xml"/><Relationship Id="rId214" Type="http://schemas.openxmlformats.org/officeDocument/2006/relationships/customXml" Target="../ink/ink212.xml"/><Relationship Id="rId235" Type="http://schemas.openxmlformats.org/officeDocument/2006/relationships/image" Target="../media/image2891.png"/><Relationship Id="rId256" Type="http://schemas.openxmlformats.org/officeDocument/2006/relationships/customXml" Target="../ink/ink233.xml"/><Relationship Id="rId277" Type="http://schemas.openxmlformats.org/officeDocument/2006/relationships/image" Target="../media/image3100.png"/><Relationship Id="rId298" Type="http://schemas.openxmlformats.org/officeDocument/2006/relationships/customXml" Target="../ink/ink254.xml"/><Relationship Id="rId116" Type="http://schemas.openxmlformats.org/officeDocument/2006/relationships/image" Target="../media/image2300.png"/><Relationship Id="rId137" Type="http://schemas.openxmlformats.org/officeDocument/2006/relationships/customXml" Target="../ink/ink173.xml"/><Relationship Id="rId158" Type="http://schemas.openxmlformats.org/officeDocument/2006/relationships/image" Target="../media/image2511.png"/><Relationship Id="rId302" Type="http://schemas.openxmlformats.org/officeDocument/2006/relationships/customXml" Target="../ink/ink256.xml"/><Relationship Id="rId323" Type="http://schemas.openxmlformats.org/officeDocument/2006/relationships/image" Target="../media/image3330.png"/><Relationship Id="rId344" Type="http://schemas.openxmlformats.org/officeDocument/2006/relationships/customXml" Target="../ink/ink277.xml"/><Relationship Id="rId20" Type="http://schemas.openxmlformats.org/officeDocument/2006/relationships/image" Target="../media/image1390.png"/><Relationship Id="rId41" Type="http://schemas.openxmlformats.org/officeDocument/2006/relationships/customXml" Target="../ink/ink125.xml"/><Relationship Id="rId62" Type="http://schemas.openxmlformats.org/officeDocument/2006/relationships/image" Target="../media/image2030.png"/><Relationship Id="rId83" Type="http://schemas.openxmlformats.org/officeDocument/2006/relationships/customXml" Target="../ink/ink146.xml"/><Relationship Id="rId179" Type="http://schemas.openxmlformats.org/officeDocument/2006/relationships/customXml" Target="../ink/ink194.xml"/><Relationship Id="rId190" Type="http://schemas.openxmlformats.org/officeDocument/2006/relationships/customXml" Target="../ink/ink200.xml"/><Relationship Id="rId204" Type="http://schemas.openxmlformats.org/officeDocument/2006/relationships/customXml" Target="../ink/ink207.xml"/><Relationship Id="rId225" Type="http://schemas.openxmlformats.org/officeDocument/2006/relationships/image" Target="../media/image2841.png"/><Relationship Id="rId246" Type="http://schemas.openxmlformats.org/officeDocument/2006/relationships/customXml" Target="../ink/ink228.xml"/><Relationship Id="rId267" Type="http://schemas.openxmlformats.org/officeDocument/2006/relationships/image" Target="../media/image3051.png"/><Relationship Id="rId288" Type="http://schemas.openxmlformats.org/officeDocument/2006/relationships/customXml" Target="../ink/ink249.xml"/><Relationship Id="rId106" Type="http://schemas.openxmlformats.org/officeDocument/2006/relationships/image" Target="../media/image2250.png"/><Relationship Id="rId127" Type="http://schemas.openxmlformats.org/officeDocument/2006/relationships/customXml" Target="../ink/ink168.xml"/><Relationship Id="rId313" Type="http://schemas.openxmlformats.org/officeDocument/2006/relationships/image" Target="../media/image3280.png"/><Relationship Id="rId10" Type="http://schemas.openxmlformats.org/officeDocument/2006/relationships/image" Target="../media/image1300.png"/><Relationship Id="rId31" Type="http://schemas.openxmlformats.org/officeDocument/2006/relationships/customXml" Target="../ink/ink120.xml"/><Relationship Id="rId52" Type="http://schemas.openxmlformats.org/officeDocument/2006/relationships/image" Target="../media/image1981.png"/><Relationship Id="rId73" Type="http://schemas.openxmlformats.org/officeDocument/2006/relationships/customXml" Target="../ink/ink141.xml"/><Relationship Id="rId94" Type="http://schemas.openxmlformats.org/officeDocument/2006/relationships/image" Target="../media/image2191.png"/><Relationship Id="rId148" Type="http://schemas.openxmlformats.org/officeDocument/2006/relationships/image" Target="../media/image2461.png"/><Relationship Id="rId169" Type="http://schemas.openxmlformats.org/officeDocument/2006/relationships/customXml" Target="../ink/ink189.xml"/><Relationship Id="rId334" Type="http://schemas.openxmlformats.org/officeDocument/2006/relationships/customXml" Target="../ink/ink272.xml"/><Relationship Id="rId180" Type="http://schemas.openxmlformats.org/officeDocument/2006/relationships/image" Target="../media/image2620.png"/><Relationship Id="rId215" Type="http://schemas.openxmlformats.org/officeDocument/2006/relationships/image" Target="../media/image2791.png"/><Relationship Id="rId236" Type="http://schemas.openxmlformats.org/officeDocument/2006/relationships/customXml" Target="../ink/ink223.xml"/><Relationship Id="rId257" Type="http://schemas.openxmlformats.org/officeDocument/2006/relationships/image" Target="../media/image3001.png"/><Relationship Id="rId278" Type="http://schemas.openxmlformats.org/officeDocument/2006/relationships/customXml" Target="../ink/ink244.xml"/><Relationship Id="rId303" Type="http://schemas.openxmlformats.org/officeDocument/2006/relationships/image" Target="../media/image3230.png"/><Relationship Id="rId42" Type="http://schemas.openxmlformats.org/officeDocument/2006/relationships/image" Target="../media/image1931.png"/><Relationship Id="rId84" Type="http://schemas.openxmlformats.org/officeDocument/2006/relationships/image" Target="../media/image2140.png"/><Relationship Id="rId138" Type="http://schemas.openxmlformats.org/officeDocument/2006/relationships/image" Target="../media/image2410.png"/><Relationship Id="rId345" Type="http://schemas.openxmlformats.org/officeDocument/2006/relationships/image" Target="../media/image3440.png"/><Relationship Id="rId191" Type="http://schemas.openxmlformats.org/officeDocument/2006/relationships/image" Target="../media/image2670.png"/><Relationship Id="rId205" Type="http://schemas.openxmlformats.org/officeDocument/2006/relationships/image" Target="../media/image2741.png"/><Relationship Id="rId247" Type="http://schemas.openxmlformats.org/officeDocument/2006/relationships/image" Target="../media/image2952.png"/><Relationship Id="rId107" Type="http://schemas.openxmlformats.org/officeDocument/2006/relationships/customXml" Target="../ink/ink158.xml"/><Relationship Id="rId289" Type="http://schemas.openxmlformats.org/officeDocument/2006/relationships/image" Target="../media/image3160.png"/><Relationship Id="rId11" Type="http://schemas.openxmlformats.org/officeDocument/2006/relationships/customXml" Target="../ink/ink110.xml"/><Relationship Id="rId53" Type="http://schemas.openxmlformats.org/officeDocument/2006/relationships/customXml" Target="../ink/ink131.xml"/><Relationship Id="rId149" Type="http://schemas.openxmlformats.org/officeDocument/2006/relationships/customXml" Target="../ink/ink179.xml"/><Relationship Id="rId314" Type="http://schemas.openxmlformats.org/officeDocument/2006/relationships/customXml" Target="../ink/ink262.xml"/><Relationship Id="rId95" Type="http://schemas.openxmlformats.org/officeDocument/2006/relationships/customXml" Target="../ink/ink152.xml"/><Relationship Id="rId160" Type="http://schemas.openxmlformats.org/officeDocument/2006/relationships/image" Target="../media/image2521.png"/><Relationship Id="rId216" Type="http://schemas.openxmlformats.org/officeDocument/2006/relationships/customXml" Target="../ink/ink213.xml"/><Relationship Id="rId258" Type="http://schemas.openxmlformats.org/officeDocument/2006/relationships/customXml" Target="../ink/ink234.xml"/><Relationship Id="rId22" Type="http://schemas.openxmlformats.org/officeDocument/2006/relationships/image" Target="../media/image1400.png"/><Relationship Id="rId64" Type="http://schemas.openxmlformats.org/officeDocument/2006/relationships/image" Target="../media/image2040.png"/><Relationship Id="rId118" Type="http://schemas.openxmlformats.org/officeDocument/2006/relationships/image" Target="../media/image2310.png"/><Relationship Id="rId325" Type="http://schemas.openxmlformats.org/officeDocument/2006/relationships/image" Target="../media/image3340.png"/><Relationship Id="rId171" Type="http://schemas.openxmlformats.org/officeDocument/2006/relationships/customXml" Target="../ink/ink190.xml"/><Relationship Id="rId227" Type="http://schemas.openxmlformats.org/officeDocument/2006/relationships/image" Target="../media/image2851.png"/><Relationship Id="rId269" Type="http://schemas.openxmlformats.org/officeDocument/2006/relationships/image" Target="../media/image3060.png"/><Relationship Id="rId33" Type="http://schemas.openxmlformats.org/officeDocument/2006/relationships/customXml" Target="../ink/ink121.xml"/><Relationship Id="rId129" Type="http://schemas.openxmlformats.org/officeDocument/2006/relationships/customXml" Target="../ink/ink169.xml"/><Relationship Id="rId280" Type="http://schemas.openxmlformats.org/officeDocument/2006/relationships/customXml" Target="../ink/ink245.xml"/><Relationship Id="rId336" Type="http://schemas.openxmlformats.org/officeDocument/2006/relationships/customXml" Target="../ink/ink273.xml"/><Relationship Id="rId75" Type="http://schemas.openxmlformats.org/officeDocument/2006/relationships/customXml" Target="../ink/ink142.xml"/><Relationship Id="rId140" Type="http://schemas.openxmlformats.org/officeDocument/2006/relationships/image" Target="../media/image2420.png"/><Relationship Id="rId182" Type="http://schemas.openxmlformats.org/officeDocument/2006/relationships/image" Target="../media/image2630.png"/><Relationship Id="rId6" Type="http://schemas.openxmlformats.org/officeDocument/2006/relationships/image" Target="../media/image2120.png"/><Relationship Id="rId238" Type="http://schemas.openxmlformats.org/officeDocument/2006/relationships/customXml" Target="../ink/ink224.xml"/><Relationship Id="rId291" Type="http://schemas.openxmlformats.org/officeDocument/2006/relationships/image" Target="../media/image3170.png"/><Relationship Id="rId305" Type="http://schemas.openxmlformats.org/officeDocument/2006/relationships/image" Target="../media/image3240.png"/><Relationship Id="rId347" Type="http://schemas.openxmlformats.org/officeDocument/2006/relationships/image" Target="../media/image3450.png"/><Relationship Id="rId44" Type="http://schemas.openxmlformats.org/officeDocument/2006/relationships/image" Target="../media/image1941.png"/><Relationship Id="rId86" Type="http://schemas.openxmlformats.org/officeDocument/2006/relationships/image" Target="../media/image2150.png"/><Relationship Id="rId151" Type="http://schemas.openxmlformats.org/officeDocument/2006/relationships/customXml" Target="../ink/ink180.xml"/><Relationship Id="rId193" Type="http://schemas.openxmlformats.org/officeDocument/2006/relationships/image" Target="../media/image2680.png"/><Relationship Id="rId207" Type="http://schemas.openxmlformats.org/officeDocument/2006/relationships/image" Target="../media/image2751.png"/><Relationship Id="rId249" Type="http://schemas.openxmlformats.org/officeDocument/2006/relationships/image" Target="../media/image2961.png"/><Relationship Id="rId13" Type="http://schemas.openxmlformats.org/officeDocument/2006/relationships/customXml" Target="../ink/ink111.xml"/><Relationship Id="rId109" Type="http://schemas.openxmlformats.org/officeDocument/2006/relationships/customXml" Target="../ink/ink159.xml"/><Relationship Id="rId260" Type="http://schemas.openxmlformats.org/officeDocument/2006/relationships/customXml" Target="../ink/ink235.xml"/><Relationship Id="rId316" Type="http://schemas.openxmlformats.org/officeDocument/2006/relationships/customXml" Target="../ink/ink263.xml"/><Relationship Id="rId55" Type="http://schemas.openxmlformats.org/officeDocument/2006/relationships/customXml" Target="../ink/ink132.xml"/><Relationship Id="rId97" Type="http://schemas.openxmlformats.org/officeDocument/2006/relationships/customXml" Target="../ink/ink153.xml"/><Relationship Id="rId120" Type="http://schemas.openxmlformats.org/officeDocument/2006/relationships/image" Target="../media/image2320.png"/><Relationship Id="rId162" Type="http://schemas.openxmlformats.org/officeDocument/2006/relationships/image" Target="../media/image2531.png"/><Relationship Id="rId218" Type="http://schemas.openxmlformats.org/officeDocument/2006/relationships/customXml" Target="../ink/ink214.xml"/><Relationship Id="rId271" Type="http://schemas.openxmlformats.org/officeDocument/2006/relationships/image" Target="../media/image3070.png"/><Relationship Id="rId24" Type="http://schemas.openxmlformats.org/officeDocument/2006/relationships/image" Target="../media/image1410.png"/><Relationship Id="rId66" Type="http://schemas.openxmlformats.org/officeDocument/2006/relationships/image" Target="../media/image2050.png"/><Relationship Id="rId131" Type="http://schemas.openxmlformats.org/officeDocument/2006/relationships/customXml" Target="../ink/ink170.xml"/><Relationship Id="rId327" Type="http://schemas.openxmlformats.org/officeDocument/2006/relationships/image" Target="../media/image3350.png"/><Relationship Id="rId173" Type="http://schemas.openxmlformats.org/officeDocument/2006/relationships/customXml" Target="../ink/ink191.xml"/><Relationship Id="rId229" Type="http://schemas.openxmlformats.org/officeDocument/2006/relationships/image" Target="../media/image2861.png"/><Relationship Id="rId240" Type="http://schemas.openxmlformats.org/officeDocument/2006/relationships/customXml" Target="../ink/ink225.xml"/><Relationship Id="rId35" Type="http://schemas.openxmlformats.org/officeDocument/2006/relationships/customXml" Target="../ink/ink122.xml"/><Relationship Id="rId77" Type="http://schemas.openxmlformats.org/officeDocument/2006/relationships/customXml" Target="../ink/ink143.xml"/><Relationship Id="rId100" Type="http://schemas.openxmlformats.org/officeDocument/2006/relationships/image" Target="../media/image2221.png"/><Relationship Id="rId282" Type="http://schemas.openxmlformats.org/officeDocument/2006/relationships/customXml" Target="../ink/ink246.xml"/><Relationship Id="rId338" Type="http://schemas.openxmlformats.org/officeDocument/2006/relationships/customXml" Target="../ink/ink27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93.xml"/><Relationship Id="rId21" Type="http://schemas.openxmlformats.org/officeDocument/2006/relationships/image" Target="../media/image2550.png"/><Relationship Id="rId42" Type="http://schemas.openxmlformats.org/officeDocument/2006/relationships/customXml" Target="../ink/ink301.xml"/><Relationship Id="rId47" Type="http://schemas.openxmlformats.org/officeDocument/2006/relationships/image" Target="../media/image2681.png"/><Relationship Id="rId63" Type="http://schemas.openxmlformats.org/officeDocument/2006/relationships/image" Target="../media/image2760.png"/><Relationship Id="rId68" Type="http://schemas.openxmlformats.org/officeDocument/2006/relationships/customXml" Target="../ink/ink314.xml"/><Relationship Id="rId84" Type="http://schemas.openxmlformats.org/officeDocument/2006/relationships/customXml" Target="../ink/ink322.xml"/><Relationship Id="rId89" Type="http://schemas.openxmlformats.org/officeDocument/2006/relationships/image" Target="../media/image2890.png"/><Relationship Id="rId112" Type="http://schemas.openxmlformats.org/officeDocument/2006/relationships/customXml" Target="../ink/ink336.xml"/><Relationship Id="rId16" Type="http://schemas.openxmlformats.org/officeDocument/2006/relationships/customXml" Target="../ink/ink288.xml"/><Relationship Id="rId107" Type="http://schemas.openxmlformats.org/officeDocument/2006/relationships/image" Target="../media/image2980.png"/><Relationship Id="rId11" Type="http://schemas.openxmlformats.org/officeDocument/2006/relationships/image" Target="../media/image2500.png"/><Relationship Id="rId32" Type="http://schemas.openxmlformats.org/officeDocument/2006/relationships/customXml" Target="../ink/ink296.xml"/><Relationship Id="rId37" Type="http://schemas.openxmlformats.org/officeDocument/2006/relationships/image" Target="../media/image2631.png"/><Relationship Id="rId53" Type="http://schemas.openxmlformats.org/officeDocument/2006/relationships/image" Target="../media/image2711.png"/><Relationship Id="rId58" Type="http://schemas.openxmlformats.org/officeDocument/2006/relationships/customXml" Target="../ink/ink309.xml"/><Relationship Id="rId74" Type="http://schemas.openxmlformats.org/officeDocument/2006/relationships/customXml" Target="../ink/ink317.xml"/><Relationship Id="rId79" Type="http://schemas.openxmlformats.org/officeDocument/2006/relationships/image" Target="../media/image2840.png"/><Relationship Id="rId102" Type="http://schemas.openxmlformats.org/officeDocument/2006/relationships/customXml" Target="../ink/ink331.xml"/><Relationship Id="rId5" Type="http://schemas.openxmlformats.org/officeDocument/2006/relationships/image" Target="../media/image2470.png"/><Relationship Id="rId90" Type="http://schemas.openxmlformats.org/officeDocument/2006/relationships/customXml" Target="../ink/ink325.xml"/><Relationship Id="rId95" Type="http://schemas.openxmlformats.org/officeDocument/2006/relationships/image" Target="../media/image2920.png"/><Relationship Id="rId22" Type="http://schemas.openxmlformats.org/officeDocument/2006/relationships/customXml" Target="../ink/ink291.xml"/><Relationship Id="rId27" Type="http://schemas.openxmlformats.org/officeDocument/2006/relationships/image" Target="../media/image2581.png"/><Relationship Id="rId43" Type="http://schemas.openxmlformats.org/officeDocument/2006/relationships/image" Target="../media/image2661.png"/><Relationship Id="rId48" Type="http://schemas.openxmlformats.org/officeDocument/2006/relationships/customXml" Target="../ink/ink304.xml"/><Relationship Id="rId64" Type="http://schemas.openxmlformats.org/officeDocument/2006/relationships/customXml" Target="../ink/ink312.xml"/><Relationship Id="rId69" Type="http://schemas.openxmlformats.org/officeDocument/2006/relationships/image" Target="../media/image2790.png"/><Relationship Id="rId113" Type="http://schemas.openxmlformats.org/officeDocument/2006/relationships/image" Target="../media/image3480.png"/><Relationship Id="rId80" Type="http://schemas.openxmlformats.org/officeDocument/2006/relationships/customXml" Target="../ink/ink320.xml"/><Relationship Id="rId85" Type="http://schemas.openxmlformats.org/officeDocument/2006/relationships/image" Target="../media/image2870.png"/><Relationship Id="rId12" Type="http://schemas.openxmlformats.org/officeDocument/2006/relationships/customXml" Target="../ink/ink286.xml"/><Relationship Id="rId17" Type="http://schemas.openxmlformats.org/officeDocument/2006/relationships/image" Target="../media/image2530.png"/><Relationship Id="rId33" Type="http://schemas.openxmlformats.org/officeDocument/2006/relationships/image" Target="../media/image2611.png"/><Relationship Id="rId38" Type="http://schemas.openxmlformats.org/officeDocument/2006/relationships/customXml" Target="../ink/ink299.xml"/><Relationship Id="rId59" Type="http://schemas.openxmlformats.org/officeDocument/2006/relationships/image" Target="../media/image2740.png"/><Relationship Id="rId103" Type="http://schemas.openxmlformats.org/officeDocument/2006/relationships/image" Target="../media/image2960.png"/><Relationship Id="rId108" Type="http://schemas.openxmlformats.org/officeDocument/2006/relationships/customXml" Target="../ink/ink334.xml"/><Relationship Id="rId54" Type="http://schemas.openxmlformats.org/officeDocument/2006/relationships/customXml" Target="../ink/ink307.xml"/><Relationship Id="rId70" Type="http://schemas.openxmlformats.org/officeDocument/2006/relationships/customXml" Target="../ink/ink315.xml"/><Relationship Id="rId75" Type="http://schemas.openxmlformats.org/officeDocument/2006/relationships/image" Target="../media/image2820.png"/><Relationship Id="rId91" Type="http://schemas.openxmlformats.org/officeDocument/2006/relationships/image" Target="../media/image2900.png"/><Relationship Id="rId96" Type="http://schemas.openxmlformats.org/officeDocument/2006/relationships/customXml" Target="../ink/ink32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83.xml"/><Relationship Id="rId15" Type="http://schemas.openxmlformats.org/officeDocument/2006/relationships/image" Target="../media/image2520.png"/><Relationship Id="rId23" Type="http://schemas.openxmlformats.org/officeDocument/2006/relationships/image" Target="../media/image2561.png"/><Relationship Id="rId28" Type="http://schemas.openxmlformats.org/officeDocument/2006/relationships/customXml" Target="../ink/ink294.xml"/><Relationship Id="rId36" Type="http://schemas.openxmlformats.org/officeDocument/2006/relationships/customXml" Target="../ink/ink298.xml"/><Relationship Id="rId49" Type="http://schemas.openxmlformats.org/officeDocument/2006/relationships/image" Target="../media/image2691.png"/><Relationship Id="rId57" Type="http://schemas.openxmlformats.org/officeDocument/2006/relationships/image" Target="../media/image2730.png"/><Relationship Id="rId106" Type="http://schemas.openxmlformats.org/officeDocument/2006/relationships/customXml" Target="../ink/ink333.xml"/><Relationship Id="rId10" Type="http://schemas.openxmlformats.org/officeDocument/2006/relationships/customXml" Target="../ink/ink285.xml"/><Relationship Id="rId31" Type="http://schemas.openxmlformats.org/officeDocument/2006/relationships/image" Target="../media/image2601.png"/><Relationship Id="rId44" Type="http://schemas.openxmlformats.org/officeDocument/2006/relationships/customXml" Target="../ink/ink302.xml"/><Relationship Id="rId52" Type="http://schemas.openxmlformats.org/officeDocument/2006/relationships/customXml" Target="../ink/ink306.xml"/><Relationship Id="rId60" Type="http://schemas.openxmlformats.org/officeDocument/2006/relationships/customXml" Target="../ink/ink310.xml"/><Relationship Id="rId65" Type="http://schemas.openxmlformats.org/officeDocument/2006/relationships/image" Target="../media/image2770.png"/><Relationship Id="rId73" Type="http://schemas.openxmlformats.org/officeDocument/2006/relationships/image" Target="../media/image2810.png"/><Relationship Id="rId78" Type="http://schemas.openxmlformats.org/officeDocument/2006/relationships/customXml" Target="../ink/ink319.xml"/><Relationship Id="rId81" Type="http://schemas.openxmlformats.org/officeDocument/2006/relationships/image" Target="../media/image2850.png"/><Relationship Id="rId86" Type="http://schemas.openxmlformats.org/officeDocument/2006/relationships/customXml" Target="../ink/ink323.xml"/><Relationship Id="rId94" Type="http://schemas.openxmlformats.org/officeDocument/2006/relationships/customXml" Target="../ink/ink327.xml"/><Relationship Id="rId99" Type="http://schemas.openxmlformats.org/officeDocument/2006/relationships/image" Target="../media/image2940.png"/><Relationship Id="rId101" Type="http://schemas.openxmlformats.org/officeDocument/2006/relationships/image" Target="../media/image2950.png"/><Relationship Id="rId4" Type="http://schemas.openxmlformats.org/officeDocument/2006/relationships/customXml" Target="../ink/ink282.xml"/><Relationship Id="rId9" Type="http://schemas.openxmlformats.org/officeDocument/2006/relationships/image" Target="../media/image2490.png"/><Relationship Id="rId13" Type="http://schemas.openxmlformats.org/officeDocument/2006/relationships/image" Target="../media/image2510.png"/><Relationship Id="rId18" Type="http://schemas.openxmlformats.org/officeDocument/2006/relationships/customXml" Target="../ink/ink289.xml"/><Relationship Id="rId39" Type="http://schemas.openxmlformats.org/officeDocument/2006/relationships/image" Target="../media/image2641.png"/><Relationship Id="rId109" Type="http://schemas.openxmlformats.org/officeDocument/2006/relationships/image" Target="../media/image2990.png"/><Relationship Id="rId34" Type="http://schemas.openxmlformats.org/officeDocument/2006/relationships/customXml" Target="../ink/ink297.xml"/><Relationship Id="rId50" Type="http://schemas.openxmlformats.org/officeDocument/2006/relationships/customXml" Target="../ink/ink305.xml"/><Relationship Id="rId55" Type="http://schemas.openxmlformats.org/officeDocument/2006/relationships/image" Target="../media/image2721.png"/><Relationship Id="rId76" Type="http://schemas.openxmlformats.org/officeDocument/2006/relationships/customXml" Target="../ink/ink318.xml"/><Relationship Id="rId97" Type="http://schemas.openxmlformats.org/officeDocument/2006/relationships/image" Target="../media/image2930.png"/><Relationship Id="rId104" Type="http://schemas.openxmlformats.org/officeDocument/2006/relationships/customXml" Target="../ink/ink332.xml"/><Relationship Id="rId7" Type="http://schemas.openxmlformats.org/officeDocument/2006/relationships/image" Target="../media/image2480.png"/><Relationship Id="rId71" Type="http://schemas.openxmlformats.org/officeDocument/2006/relationships/image" Target="../media/image2800.png"/><Relationship Id="rId92" Type="http://schemas.openxmlformats.org/officeDocument/2006/relationships/customXml" Target="../ink/ink326.xml"/><Relationship Id="rId2" Type="http://schemas.openxmlformats.org/officeDocument/2006/relationships/customXml" Target="../ink/ink281.xml"/><Relationship Id="rId29" Type="http://schemas.openxmlformats.org/officeDocument/2006/relationships/image" Target="../media/image2591.png"/><Relationship Id="rId24" Type="http://schemas.openxmlformats.org/officeDocument/2006/relationships/customXml" Target="../ink/ink292.xml"/><Relationship Id="rId40" Type="http://schemas.openxmlformats.org/officeDocument/2006/relationships/customXml" Target="../ink/ink300.xml"/><Relationship Id="rId45" Type="http://schemas.openxmlformats.org/officeDocument/2006/relationships/image" Target="../media/image2671.png"/><Relationship Id="rId66" Type="http://schemas.openxmlformats.org/officeDocument/2006/relationships/customXml" Target="../ink/ink313.xml"/><Relationship Id="rId87" Type="http://schemas.openxmlformats.org/officeDocument/2006/relationships/image" Target="../media/image2880.png"/><Relationship Id="rId110" Type="http://schemas.openxmlformats.org/officeDocument/2006/relationships/customXml" Target="../ink/ink335.xml"/><Relationship Id="rId61" Type="http://schemas.openxmlformats.org/officeDocument/2006/relationships/image" Target="../media/image2750.png"/><Relationship Id="rId82" Type="http://schemas.openxmlformats.org/officeDocument/2006/relationships/customXml" Target="../ink/ink321.xml"/><Relationship Id="rId19" Type="http://schemas.openxmlformats.org/officeDocument/2006/relationships/image" Target="../media/image2540.png"/><Relationship Id="rId14" Type="http://schemas.openxmlformats.org/officeDocument/2006/relationships/customXml" Target="../ink/ink287.xml"/><Relationship Id="rId30" Type="http://schemas.openxmlformats.org/officeDocument/2006/relationships/customXml" Target="../ink/ink295.xml"/><Relationship Id="rId35" Type="http://schemas.openxmlformats.org/officeDocument/2006/relationships/image" Target="../media/image2621.png"/><Relationship Id="rId56" Type="http://schemas.openxmlformats.org/officeDocument/2006/relationships/customXml" Target="../ink/ink308.xml"/><Relationship Id="rId77" Type="http://schemas.openxmlformats.org/officeDocument/2006/relationships/image" Target="../media/image2830.png"/><Relationship Id="rId100" Type="http://schemas.openxmlformats.org/officeDocument/2006/relationships/customXml" Target="../ink/ink330.xml"/><Relationship Id="rId105" Type="http://schemas.openxmlformats.org/officeDocument/2006/relationships/image" Target="../media/image2970.png"/><Relationship Id="rId8" Type="http://schemas.openxmlformats.org/officeDocument/2006/relationships/customXml" Target="../ink/ink284.xml"/><Relationship Id="rId51" Type="http://schemas.openxmlformats.org/officeDocument/2006/relationships/image" Target="../media/image2700.png"/><Relationship Id="rId72" Type="http://schemas.openxmlformats.org/officeDocument/2006/relationships/customXml" Target="../ink/ink316.xml"/><Relationship Id="rId93" Type="http://schemas.openxmlformats.org/officeDocument/2006/relationships/image" Target="../media/image2910.png"/><Relationship Id="rId98" Type="http://schemas.openxmlformats.org/officeDocument/2006/relationships/customXml" Target="../ink/ink329.xml"/><Relationship Id="rId3" Type="http://schemas.openxmlformats.org/officeDocument/2006/relationships/image" Target="../media/image2460.png"/><Relationship Id="rId25" Type="http://schemas.openxmlformats.org/officeDocument/2006/relationships/image" Target="../media/image2571.png"/><Relationship Id="rId46" Type="http://schemas.openxmlformats.org/officeDocument/2006/relationships/customXml" Target="../ink/ink303.xml"/><Relationship Id="rId67" Type="http://schemas.openxmlformats.org/officeDocument/2006/relationships/image" Target="../media/image2780.png"/><Relationship Id="rId20" Type="http://schemas.openxmlformats.org/officeDocument/2006/relationships/customXml" Target="../ink/ink290.xml"/><Relationship Id="rId41" Type="http://schemas.openxmlformats.org/officeDocument/2006/relationships/image" Target="../media/image2651.png"/><Relationship Id="rId62" Type="http://schemas.openxmlformats.org/officeDocument/2006/relationships/customXml" Target="../ink/ink311.xml"/><Relationship Id="rId83" Type="http://schemas.openxmlformats.org/officeDocument/2006/relationships/image" Target="../media/image2860.png"/><Relationship Id="rId88" Type="http://schemas.openxmlformats.org/officeDocument/2006/relationships/customXml" Target="../ink/ink324.xml"/><Relationship Id="rId111" Type="http://schemas.openxmlformats.org/officeDocument/2006/relationships/image" Target="../media/image300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Proiectare Logică</a:t>
            </a:r>
          </a:p>
          <a:p>
            <a:pPr algn="ctr"/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4 </a:t>
            </a:r>
            <a:r>
              <a:rPr lang="ro-RO" sz="3600" b="1" dirty="0">
                <a:solidFill>
                  <a:srgbClr val="0000FF"/>
                </a:solidFill>
              </a:rPr>
              <a:t>-</a:t>
            </a:r>
            <a:r>
              <a:rPr lang="en-US" sz="3600" b="1" dirty="0">
                <a:solidFill>
                  <a:srgbClr val="0000FF"/>
                </a:solidFill>
              </a:rPr>
              <a:t> </a:t>
            </a:r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5</a:t>
            </a:r>
            <a:endParaRPr lang="ro-RO" sz="3600" b="1" dirty="0">
              <a:solidFill>
                <a:srgbClr val="0000FF"/>
              </a:solidFill>
            </a:endParaRP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Curs 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anul de studii: C1</a:t>
            </a: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9         28</a:t>
            </a:r>
            <a:r>
              <a:rPr lang="en-US" sz="3200" b="1" dirty="0">
                <a:solidFill>
                  <a:srgbClr val="0000FF"/>
                </a:solidFill>
              </a:rPr>
              <a:t> </a:t>
            </a:r>
            <a:r>
              <a:rPr lang="en-US" sz="3200" b="1" dirty="0" err="1">
                <a:solidFill>
                  <a:srgbClr val="0000FF"/>
                </a:solidFill>
              </a:rPr>
              <a:t>Noiembrie</a:t>
            </a:r>
            <a:r>
              <a:rPr lang="ro-RO" sz="3200" b="1" dirty="0">
                <a:solidFill>
                  <a:srgbClr val="0000FF"/>
                </a:solidFill>
              </a:rPr>
              <a:t> 202</a:t>
            </a:r>
            <a:r>
              <a:rPr lang="en-US" sz="3200" b="1" dirty="0">
                <a:solidFill>
                  <a:srgbClr val="0000FF"/>
                </a:solidFill>
              </a:rPr>
              <a:t>4</a:t>
            </a:r>
            <a:r>
              <a:rPr lang="ro-RO" sz="3200" b="1" dirty="0">
                <a:solidFill>
                  <a:srgbClr val="0000FF"/>
                </a:solidFill>
              </a:rPr>
              <a:t>             </a:t>
            </a:r>
            <a:r>
              <a:rPr lang="en-US" sz="3200" b="1" dirty="0">
                <a:solidFill>
                  <a:srgbClr val="0000FF"/>
                </a:solidFill>
              </a:rPr>
              <a:t>14</a:t>
            </a:r>
            <a:r>
              <a:rPr lang="ro-RO" sz="3200" b="1" dirty="0">
                <a:solidFill>
                  <a:srgbClr val="0000FF"/>
                </a:solidFill>
              </a:rPr>
              <a:t>:00 – </a:t>
            </a:r>
            <a:r>
              <a:rPr lang="en-US" sz="3200" b="1" dirty="0">
                <a:solidFill>
                  <a:srgbClr val="0000FF"/>
                </a:solidFill>
              </a:rPr>
              <a:t>16</a:t>
            </a:r>
            <a:r>
              <a:rPr lang="ro-RO" sz="3200" b="1" dirty="0">
                <a:solidFill>
                  <a:srgbClr val="0000FF"/>
                </a:solidFill>
              </a:rPr>
              <a:t>:00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/>
              <a:t>ionel.bostan@upit.ro</a:t>
            </a:r>
            <a:endParaRPr lang="en-US" sz="2800" b="1" dirty="0"/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 err="1"/>
              <a:t>ionel.bostan@up</a:t>
            </a:r>
            <a:r>
              <a:rPr lang="en-US" sz="2800" b="1" dirty="0"/>
              <a:t>b</a:t>
            </a:r>
            <a:r>
              <a:rPr lang="ro-RO" sz="2800" b="1" dirty="0"/>
              <a:t>.ro</a:t>
            </a:r>
          </a:p>
        </p:txBody>
      </p:sp>
    </p:spTree>
    <p:extLst>
      <p:ext uri="{BB962C8B-B14F-4D97-AF65-F5344CB8AC3E}">
        <p14:creationId xmlns:p14="http://schemas.microsoft.com/office/powerpoint/2010/main" val="3362143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975416" y="411513"/>
            <a:ext cx="1040732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Implementarea divizoarelor de frecvență cu numărătoare;</a:t>
            </a:r>
          </a:p>
          <a:p>
            <a:pPr marL="457200" indent="-457200">
              <a:buFontTx/>
              <a:buChar char="-"/>
            </a:pPr>
            <a:endParaRPr lang="ro-RO" sz="2800" b="1" dirty="0">
              <a:solidFill>
                <a:srgbClr val="0000FF"/>
              </a:solidFill>
            </a:endParaRP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divizoare de frecvență de tip I: cu factor de divizare fix;</a:t>
            </a:r>
          </a:p>
          <a:p>
            <a:pPr marL="1371600" lvl="2" indent="-457200">
              <a:buFontTx/>
              <a:buChar char="-"/>
            </a:pPr>
            <a:endParaRPr lang="ro-RO" sz="2800" b="1" dirty="0">
              <a:solidFill>
                <a:srgbClr val="0000FF"/>
              </a:solidFill>
            </a:endParaRP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divizoare de frecvență de tip II: cu factor de divizare programabil;</a:t>
            </a:r>
          </a:p>
          <a:p>
            <a:pPr marL="1371600" lvl="2" indent="-457200">
              <a:buFontTx/>
              <a:buChar char="-"/>
            </a:pPr>
            <a:endParaRPr lang="ro-RO" sz="2800" b="1" dirty="0">
              <a:solidFill>
                <a:srgbClr val="0000FF"/>
              </a:solidFill>
            </a:endParaRP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divizoare de frecvență de tip III: cu factor de divizare programabil și factor de umplere programabil;</a:t>
            </a:r>
          </a:p>
          <a:p>
            <a:pPr marL="1371600" lvl="2" indent="-457200">
              <a:buFontTx/>
              <a:buChar char="-"/>
            </a:pPr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5080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>
            <a:extLst>
              <a:ext uri="{FF2B5EF4-FFF2-40B4-BE49-F238E27FC236}">
                <a16:creationId xmlns:a16="http://schemas.microsoft.com/office/drawing/2014/main" id="{DC21F5E6-7F02-4F01-9A92-8B8F5E3B4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82" y="960147"/>
            <a:ext cx="11277540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0150" indent="-28575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  <a:defRPr/>
            </a:pPr>
            <a:r>
              <a:rPr kumimoji="0" lang="ro-RO" altLang="ro-RO" sz="2000" i="1" dirty="0">
                <a:solidFill>
                  <a:srgbClr val="FFFF00"/>
                </a:solidFill>
              </a:rPr>
              <a:t> </a:t>
            </a:r>
            <a:r>
              <a:rPr lang="ro-RO" altLang="ro-RO" sz="2000" i="1" dirty="0">
                <a:solidFill>
                  <a:srgbClr val="0000FF"/>
                </a:solidFill>
              </a:rPr>
              <a:t>Prin ce caracterizăm </a:t>
            </a:r>
            <a:r>
              <a:rPr kumimoji="0" lang="ro-RO" altLang="ro-RO" sz="2000" i="1" dirty="0">
                <a:solidFill>
                  <a:srgbClr val="0000FF"/>
                </a:solidFill>
              </a:rPr>
              <a:t>un semnal digital ?</a:t>
            </a:r>
          </a:p>
          <a:p>
            <a:pPr lvl="1">
              <a:spcBef>
                <a:spcPts val="1800"/>
              </a:spcBef>
              <a:buFont typeface="Symbol" panose="05050102010706020507" pitchFamily="18" charset="2"/>
              <a:buChar char="¨"/>
              <a:defRPr/>
            </a:pPr>
            <a:r>
              <a:rPr lang="ro-RO" sz="1800" dirty="0"/>
              <a:t>perioadă (notată cu T)  / frecvență (notată cu f) ;</a:t>
            </a:r>
          </a:p>
          <a:p>
            <a:pPr lvl="1">
              <a:spcBef>
                <a:spcPts val="1800"/>
              </a:spcBef>
              <a:buFont typeface="Symbol" panose="05050102010706020507" pitchFamily="18" charset="2"/>
              <a:buChar char="¨"/>
              <a:defRPr/>
            </a:pPr>
            <a:r>
              <a:rPr lang="ro-RO" sz="1800" dirty="0"/>
              <a:t> factor de umplere (</a:t>
            </a:r>
            <a:r>
              <a:rPr lang="ro-RO" sz="1800" dirty="0" err="1"/>
              <a:t>duty</a:t>
            </a:r>
            <a:r>
              <a:rPr lang="ro-RO" sz="1800" dirty="0"/>
              <a:t> </a:t>
            </a:r>
            <a:r>
              <a:rPr lang="ro-RO" sz="1800" dirty="0" err="1"/>
              <a:t>cycle</a:t>
            </a:r>
            <a:r>
              <a:rPr lang="ro-RO" sz="1800" dirty="0"/>
              <a:t>) ;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4EC2F020-F3C3-4A0D-B5D1-1219E7FB0006}"/>
              </a:ext>
            </a:extLst>
          </p:cNvPr>
          <p:cNvSpPr/>
          <p:nvPr/>
        </p:nvSpPr>
        <p:spPr>
          <a:xfrm>
            <a:off x="518221" y="228635"/>
            <a:ext cx="10332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</a:rPr>
              <a:t>Realizarea divizoarelor de frecvență folosind numărătoare </a:t>
            </a:r>
            <a:endParaRPr lang="ro-RO" sz="2400" b="1" dirty="0">
              <a:solidFill>
                <a:srgbClr val="FF0000"/>
              </a:solidFill>
            </a:endParaRP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2D037174-603D-4D52-ACB8-975884F65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294" y="2606049"/>
            <a:ext cx="9600076" cy="384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7294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>
            <a:extLst>
              <a:ext uri="{FF2B5EF4-FFF2-40B4-BE49-F238E27FC236}">
                <a16:creationId xmlns:a16="http://schemas.microsoft.com/office/drawing/2014/main" id="{DC21F5E6-7F02-4F01-9A92-8B8F5E3B4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82" y="1325903"/>
            <a:ext cx="11277540" cy="4370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0150" indent="-28575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  <a:defRPr/>
            </a:pPr>
            <a:r>
              <a:rPr kumimoji="0" lang="ro-RO" altLang="ro-RO" sz="2000" i="1" dirty="0">
                <a:solidFill>
                  <a:srgbClr val="FFFF00"/>
                </a:solidFill>
              </a:rPr>
              <a:t> </a:t>
            </a:r>
            <a:r>
              <a:rPr kumimoji="0" lang="ro-RO" altLang="ro-RO" sz="2000" i="1" dirty="0">
                <a:solidFill>
                  <a:srgbClr val="0000FF"/>
                </a:solidFill>
              </a:rPr>
              <a:t>Generalități</a:t>
            </a:r>
          </a:p>
          <a:p>
            <a:pPr>
              <a:spcBef>
                <a:spcPts val="1800"/>
              </a:spcBef>
              <a:buFont typeface="Symbol" panose="05050102010706020507" pitchFamily="18" charset="2"/>
              <a:buChar char="¨"/>
              <a:defRPr/>
            </a:pPr>
            <a:r>
              <a:rPr lang="ro-RO" sz="2400" i="1" dirty="0">
                <a:solidFill>
                  <a:srgbClr val="FF0000"/>
                </a:solidFill>
              </a:rPr>
              <a:t>Rol  - </a:t>
            </a:r>
            <a:r>
              <a:rPr lang="ro-RO" sz="2400" dirty="0">
                <a:solidFill>
                  <a:srgbClr val="FF0000"/>
                </a:solidFill>
              </a:rPr>
              <a:t> </a:t>
            </a:r>
            <a:r>
              <a:rPr lang="ro-RO" sz="2400" dirty="0"/>
              <a:t>Reduce frecvența unui semnal digital de intrare cu un factor K. </a:t>
            </a:r>
          </a:p>
          <a:p>
            <a:pPr>
              <a:spcBef>
                <a:spcPts val="1800"/>
              </a:spcBef>
              <a:buFont typeface="Symbol" panose="05050102010706020507" pitchFamily="18" charset="2"/>
              <a:buChar char="¨"/>
              <a:defRPr/>
            </a:pPr>
            <a:r>
              <a:rPr lang="ro-RO" sz="2400" i="1" dirty="0">
                <a:solidFill>
                  <a:srgbClr val="FF0000"/>
                </a:solidFill>
              </a:rPr>
              <a:t>Implementare  - </a:t>
            </a:r>
            <a:r>
              <a:rPr lang="ro-RO" sz="2400" dirty="0"/>
              <a:t>Cea mai rapidă metodă de implementare a unui divizor digital de frecvență se obține prin utilizarea numărătoarelor </a:t>
            </a:r>
          </a:p>
          <a:p>
            <a:pPr>
              <a:spcBef>
                <a:spcPts val="1800"/>
              </a:spcBef>
              <a:buFont typeface="Symbol" panose="05050102010706020507" pitchFamily="18" charset="2"/>
              <a:buChar char="¨"/>
              <a:defRPr/>
            </a:pPr>
            <a:r>
              <a:rPr lang="ro-RO" sz="2400" dirty="0"/>
              <a:t>Putem identifica trei tipuri de divizoare de frecvență:</a:t>
            </a:r>
          </a:p>
          <a:p>
            <a:pPr lvl="1">
              <a:spcBef>
                <a:spcPts val="1800"/>
              </a:spcBef>
              <a:buFont typeface="Symbol" panose="05050102010706020507" pitchFamily="18" charset="2"/>
              <a:buChar char="¨"/>
              <a:defRPr/>
            </a:pPr>
            <a:r>
              <a:rPr lang="ro-RO" sz="1800" dirty="0"/>
              <a:t>Tip I: divizoare de frecvență cu </a:t>
            </a:r>
            <a:r>
              <a:rPr lang="ro-RO" sz="1800" dirty="0">
                <a:solidFill>
                  <a:srgbClr val="FF0000"/>
                </a:solidFill>
              </a:rPr>
              <a:t>factor de divizare fix </a:t>
            </a:r>
            <a:r>
              <a:rPr lang="ro-RO" sz="1800" dirty="0"/>
              <a:t>și </a:t>
            </a:r>
            <a:r>
              <a:rPr lang="ro-RO" sz="1800" dirty="0">
                <a:solidFill>
                  <a:srgbClr val="FF0000"/>
                </a:solidFill>
              </a:rPr>
              <a:t>factor de umplere fix</a:t>
            </a:r>
            <a:r>
              <a:rPr lang="ro-RO" sz="1800" dirty="0"/>
              <a:t>;</a:t>
            </a:r>
          </a:p>
          <a:p>
            <a:pPr lvl="1">
              <a:spcBef>
                <a:spcPts val="1800"/>
              </a:spcBef>
              <a:buFont typeface="Symbol" panose="05050102010706020507" pitchFamily="18" charset="2"/>
              <a:buChar char="¨"/>
              <a:defRPr/>
            </a:pPr>
            <a:r>
              <a:rPr lang="ro-RO" sz="1800" dirty="0"/>
              <a:t>Tip II: divizoare de frecvență cu </a:t>
            </a:r>
            <a:r>
              <a:rPr lang="ro-RO" sz="1800" dirty="0">
                <a:solidFill>
                  <a:srgbClr val="FF0000"/>
                </a:solidFill>
              </a:rPr>
              <a:t>factor de divizare programabil </a:t>
            </a:r>
            <a:r>
              <a:rPr lang="ro-RO" sz="1800" dirty="0"/>
              <a:t>și </a:t>
            </a:r>
            <a:r>
              <a:rPr lang="ro-RO" sz="1800" dirty="0">
                <a:solidFill>
                  <a:srgbClr val="FF0000"/>
                </a:solidFill>
              </a:rPr>
              <a:t>factor de umplere fix</a:t>
            </a:r>
            <a:r>
              <a:rPr lang="ro-RO" sz="1800" dirty="0"/>
              <a:t>;</a:t>
            </a:r>
          </a:p>
          <a:p>
            <a:pPr lvl="1">
              <a:spcBef>
                <a:spcPts val="1800"/>
              </a:spcBef>
              <a:buFont typeface="Symbol" panose="05050102010706020507" pitchFamily="18" charset="2"/>
              <a:buChar char="¨"/>
              <a:defRPr/>
            </a:pPr>
            <a:r>
              <a:rPr lang="ro-RO" sz="1800" dirty="0"/>
              <a:t>Tip III: divizoare de frecvență cu </a:t>
            </a:r>
            <a:r>
              <a:rPr lang="ro-RO" sz="1800" dirty="0">
                <a:solidFill>
                  <a:srgbClr val="FF0000"/>
                </a:solidFill>
              </a:rPr>
              <a:t>factor de divizare programabil </a:t>
            </a:r>
            <a:r>
              <a:rPr lang="ro-RO" sz="1800" dirty="0"/>
              <a:t>și </a:t>
            </a:r>
            <a:r>
              <a:rPr lang="ro-RO" sz="1800" dirty="0">
                <a:solidFill>
                  <a:srgbClr val="FF0000"/>
                </a:solidFill>
              </a:rPr>
              <a:t>factor de umplere programabil;</a:t>
            </a:r>
            <a:endParaRPr lang="ro-RO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55BF2D2F-42C6-4019-AAEF-052FFDCC694C}"/>
                  </a:ext>
                </a:extLst>
              </p14:cNvPr>
              <p14:cNvContentPartPr/>
              <p14:nvPr/>
            </p14:nvContentPartPr>
            <p14:xfrm>
              <a:off x="10367829" y="1755985"/>
              <a:ext cx="772200" cy="63648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55BF2D2F-42C6-4019-AAEF-052FFDCC69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49829" y="1738345"/>
                <a:ext cx="807840" cy="67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3F4DB767-B599-404A-8C78-409C23CA2EFB}"/>
                  </a:ext>
                </a:extLst>
              </p14:cNvPr>
              <p14:cNvContentPartPr/>
              <p14:nvPr/>
            </p14:nvContentPartPr>
            <p14:xfrm>
              <a:off x="4816989" y="4841185"/>
              <a:ext cx="5505480" cy="990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3F4DB767-B599-404A-8C78-409C23CA2EF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99349" y="4823119"/>
                <a:ext cx="5541120" cy="1347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539CB9C8-9452-4379-9417-3837CA3E4A27}"/>
                  </a:ext>
                </a:extLst>
              </p14:cNvPr>
              <p14:cNvContentPartPr/>
              <p14:nvPr/>
            </p14:nvContentPartPr>
            <p14:xfrm>
              <a:off x="1025469" y="4432585"/>
              <a:ext cx="999720" cy="53388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539CB9C8-9452-4379-9417-3837CA3E4A2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7469" y="4414573"/>
                <a:ext cx="1035360" cy="569544"/>
              </a:xfrm>
              <a:prstGeom prst="rect">
                <a:avLst/>
              </a:prstGeom>
            </p:spPr>
          </p:pic>
        </mc:Fallback>
      </mc:AlternateContent>
      <p:sp>
        <p:nvSpPr>
          <p:cNvPr id="9" name="Dreptunghi 8">
            <a:extLst>
              <a:ext uri="{FF2B5EF4-FFF2-40B4-BE49-F238E27FC236}">
                <a16:creationId xmlns:a16="http://schemas.microsoft.com/office/drawing/2014/main" id="{4EC2F020-F3C3-4A0D-B5D1-1219E7FB0006}"/>
              </a:ext>
            </a:extLst>
          </p:cNvPr>
          <p:cNvSpPr/>
          <p:nvPr/>
        </p:nvSpPr>
        <p:spPr>
          <a:xfrm>
            <a:off x="518221" y="228635"/>
            <a:ext cx="10332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</a:rPr>
              <a:t>Realizarea divizoarelor de frecvență folosind numărătoare </a:t>
            </a:r>
            <a:endParaRPr lang="ro-RO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136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975416" y="411513"/>
            <a:ext cx="1040732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Implementarea divizoarelor de frecvență cu numărătoare;</a:t>
            </a:r>
          </a:p>
          <a:p>
            <a:pPr marL="457200" indent="-457200">
              <a:buFontTx/>
              <a:buChar char="-"/>
            </a:pPr>
            <a:endParaRPr lang="ro-RO" sz="2800" b="1" dirty="0">
              <a:solidFill>
                <a:srgbClr val="0000FF"/>
              </a:solidFill>
            </a:endParaRP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rgbClr val="FF0000"/>
                </a:solidFill>
              </a:rPr>
              <a:t>divizoare de frecvență de tip I: cu factor de divizare fix;</a:t>
            </a:r>
          </a:p>
          <a:p>
            <a:pPr marL="1371600" lvl="2" indent="-457200">
              <a:buFontTx/>
              <a:buChar char="-"/>
            </a:pPr>
            <a:endParaRPr lang="ro-RO" sz="2800" b="1" dirty="0">
              <a:solidFill>
                <a:srgbClr val="0000FF"/>
              </a:solidFill>
            </a:endParaRP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divizoare de frecvență de tip II: cu factor de divizare programabil;</a:t>
            </a:r>
          </a:p>
          <a:p>
            <a:pPr marL="1371600" lvl="2" indent="-457200">
              <a:buFontTx/>
              <a:buChar char="-"/>
            </a:pPr>
            <a:endParaRPr lang="ro-RO" sz="2800" b="1" dirty="0">
              <a:solidFill>
                <a:srgbClr val="0000FF"/>
              </a:solidFill>
            </a:endParaRP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divizoare de frecvență de tip III: cu factor de divizare programabil și factor de umplere programabil;</a:t>
            </a:r>
          </a:p>
          <a:p>
            <a:pPr marL="1371600" lvl="2" indent="-457200">
              <a:buFontTx/>
              <a:buChar char="-"/>
            </a:pPr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4191175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reptunghi 8">
            <a:extLst>
              <a:ext uri="{FF2B5EF4-FFF2-40B4-BE49-F238E27FC236}">
                <a16:creationId xmlns:a16="http://schemas.microsoft.com/office/drawing/2014/main" id="{4EC2F020-F3C3-4A0D-B5D1-1219E7FB0006}"/>
              </a:ext>
            </a:extLst>
          </p:cNvPr>
          <p:cNvSpPr/>
          <p:nvPr/>
        </p:nvSpPr>
        <p:spPr>
          <a:xfrm>
            <a:off x="518221" y="228635"/>
            <a:ext cx="1033260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Realizarea divizoarelor de frecvență folosind numărătoare – </a:t>
            </a:r>
            <a:r>
              <a:rPr lang="ro-RO" sz="2000" b="1" dirty="0">
                <a:solidFill>
                  <a:srgbClr val="FF0000"/>
                </a:solidFill>
              </a:rPr>
              <a:t>divizoare cu factor fix </a:t>
            </a:r>
          </a:p>
        </p:txBody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D82205B6-6ED1-43AC-A4BF-502FF47E58BA}"/>
              </a:ext>
            </a:extLst>
          </p:cNvPr>
          <p:cNvSpPr/>
          <p:nvPr/>
        </p:nvSpPr>
        <p:spPr>
          <a:xfrm>
            <a:off x="518221" y="1143025"/>
            <a:ext cx="1097268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o-RO" altLang="ro-RO" sz="2000" b="1" i="1" dirty="0">
                <a:solidFill>
                  <a:srgbClr val="0000FF"/>
                </a:solidFill>
              </a:rPr>
              <a:t>Divizoare de frecvență cu factor fix (tip I) - Caracteristici generale 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ro-RO" sz="2400" dirty="0"/>
              <a:t>factorul de divizare K, este implementat la nivel hardware, în schema electrică a circuitului;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ro-RO" sz="2400" dirty="0"/>
              <a:t>după realizarea divizorului, factorul de divizare nu mai poate fi schimbat, 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ro-RO" sz="2400" dirty="0"/>
              <a:t>se pot implementa ușor cu ajutorul numărătoarelor binare asincrone;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ro-RO" sz="2400" dirty="0"/>
              <a:t>ideea de bază este următoarea:</a:t>
            </a:r>
          </a:p>
          <a:p>
            <a:pPr marL="1200150" lvl="2" indent="-2857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ro-RO" sz="2400" dirty="0"/>
              <a:t>primele K stări din secvența de numărare sunt  lăsată să existe;</a:t>
            </a:r>
          </a:p>
          <a:p>
            <a:pPr marL="1200150" lvl="2" indent="-2857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ro-RO" sz="2400" dirty="0"/>
              <a:t>restul stărilor din secvența de numărare sunt  eliminate;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ro-RO" sz="2400" dirty="0"/>
              <a:t>avem nevoie de un numărător binar asincron și un CLC care să identifice prima stare ce nu convine, în scopul generării unei comenzi de </a:t>
            </a:r>
            <a:r>
              <a:rPr lang="ro-RO" sz="2400" dirty="0" err="1"/>
              <a:t>reset</a:t>
            </a:r>
            <a:r>
              <a:rPr lang="ro-RO" sz="2400" dirty="0"/>
              <a:t> spre numărător;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ro-RO" sz="2400" dirty="0">
                <a:solidFill>
                  <a:srgbClr val="0000FF"/>
                </a:solidFill>
              </a:rPr>
              <a:t>Funcția de </a:t>
            </a:r>
            <a:r>
              <a:rPr lang="ro-RO" sz="2400" dirty="0" err="1">
                <a:solidFill>
                  <a:srgbClr val="0000FF"/>
                </a:solidFill>
              </a:rPr>
              <a:t>reset</a:t>
            </a:r>
            <a:r>
              <a:rPr lang="ro-RO" sz="2400" dirty="0">
                <a:solidFill>
                  <a:srgbClr val="0000FF"/>
                </a:solidFill>
              </a:rPr>
              <a:t> este sacrificată pentru realizarea factorului de divizare dorit</a:t>
            </a:r>
          </a:p>
        </p:txBody>
      </p:sp>
    </p:spTree>
    <p:extLst>
      <p:ext uri="{BB962C8B-B14F-4D97-AF65-F5344CB8AC3E}">
        <p14:creationId xmlns:p14="http://schemas.microsoft.com/office/powerpoint/2010/main" val="1759985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518221" y="228635"/>
            <a:ext cx="1097268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</a:rPr>
              <a:t>Divizoare de frecvență cu factor fix </a:t>
            </a:r>
          </a:p>
          <a:p>
            <a:r>
              <a:rPr lang="ro-RO" sz="2000" b="1" i="1" dirty="0">
                <a:solidFill>
                  <a:srgbClr val="0000FF"/>
                </a:solidFill>
              </a:rPr>
              <a:t>– Reguli </a:t>
            </a:r>
            <a:r>
              <a:rPr lang="ro-RO" sz="2000" b="1" i="1" dirty="0" err="1">
                <a:solidFill>
                  <a:srgbClr val="0000FF"/>
                </a:solidFill>
              </a:rPr>
              <a:t>ptr</a:t>
            </a:r>
            <a:r>
              <a:rPr lang="ro-RO" sz="2000" b="1" i="1" dirty="0">
                <a:solidFill>
                  <a:srgbClr val="0000FF"/>
                </a:solidFill>
              </a:rPr>
              <a:t> construcția divizoarelor cu factor fix, bazate circuitul 7493  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8BA89423-545C-4A06-B49F-9311AD7F9A53}"/>
                  </a:ext>
                </a:extLst>
              </p14:cNvPr>
              <p14:cNvContentPartPr/>
              <p14:nvPr/>
            </p14:nvContentPartPr>
            <p14:xfrm>
              <a:off x="407349" y="1552945"/>
              <a:ext cx="257760" cy="29592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8BA89423-545C-4A06-B49F-9311AD7F9A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9709" y="1535305"/>
                <a:ext cx="29340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D6D7249D-0A9F-4008-B895-AA815DE96ED3}"/>
                  </a:ext>
                </a:extLst>
              </p14:cNvPr>
              <p14:cNvContentPartPr/>
              <p14:nvPr/>
            </p14:nvContentPartPr>
            <p14:xfrm>
              <a:off x="1186749" y="1670305"/>
              <a:ext cx="79920" cy="5184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D6D7249D-0A9F-4008-B895-AA815DE96E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69109" y="1652305"/>
                <a:ext cx="11556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347ED66E-06D9-4BF2-8716-2F4605900466}"/>
                  </a:ext>
                </a:extLst>
              </p14:cNvPr>
              <p14:cNvContentPartPr/>
              <p14:nvPr/>
            </p14:nvContentPartPr>
            <p14:xfrm>
              <a:off x="1221309" y="1843825"/>
              <a:ext cx="47880" cy="5580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347ED66E-06D9-4BF2-8716-2F460590046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03669" y="1826185"/>
                <a:ext cx="8352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B2C983DA-6621-4ED5-8F01-788F253A9072}"/>
                  </a:ext>
                </a:extLst>
              </p14:cNvPr>
              <p14:cNvContentPartPr/>
              <p14:nvPr/>
            </p14:nvContentPartPr>
            <p14:xfrm>
              <a:off x="764829" y="1630345"/>
              <a:ext cx="181440" cy="26604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B2C983DA-6621-4ED5-8F01-788F253A907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6865" y="1612705"/>
                <a:ext cx="217009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03BD9252-6A8F-49DF-9F8D-A781E0276D54}"/>
                  </a:ext>
                </a:extLst>
              </p14:cNvPr>
              <p14:cNvContentPartPr/>
              <p14:nvPr/>
            </p14:nvContentPartPr>
            <p14:xfrm>
              <a:off x="6064029" y="1347385"/>
              <a:ext cx="1425960" cy="3027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03BD9252-6A8F-49DF-9F8D-A781E0276D5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046389" y="1329385"/>
                <a:ext cx="146160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50D9C628-9823-4A7F-9CB4-D199B2FF4F98}"/>
                  </a:ext>
                </a:extLst>
              </p14:cNvPr>
              <p14:cNvContentPartPr/>
              <p14:nvPr/>
            </p14:nvContentPartPr>
            <p14:xfrm>
              <a:off x="2815029" y="1491385"/>
              <a:ext cx="990720" cy="28944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50D9C628-9823-4A7F-9CB4-D199B2FF4F9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97389" y="1473723"/>
                <a:ext cx="1026360" cy="3251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62C43CB5-3EB4-45E2-9CDC-F46D1F9FBF3E}"/>
                  </a:ext>
                </a:extLst>
              </p14:cNvPr>
              <p14:cNvContentPartPr/>
              <p14:nvPr/>
            </p14:nvContentPartPr>
            <p14:xfrm>
              <a:off x="1748709" y="1507585"/>
              <a:ext cx="536760" cy="29268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62C43CB5-3EB4-45E2-9CDC-F46D1F9FBF3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31069" y="1489945"/>
                <a:ext cx="57240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3B8B2C60-E2D3-4832-BBC0-D34C9D5662FA}"/>
                  </a:ext>
                </a:extLst>
              </p14:cNvPr>
              <p14:cNvContentPartPr/>
              <p14:nvPr/>
            </p14:nvContentPartPr>
            <p14:xfrm>
              <a:off x="7928829" y="1510825"/>
              <a:ext cx="249120" cy="1227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3B8B2C60-E2D3-4832-BBC0-D34C9D5662F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910829" y="1492825"/>
                <a:ext cx="28476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51475071-E173-4779-A636-87202CA645D9}"/>
                  </a:ext>
                </a:extLst>
              </p14:cNvPr>
              <p14:cNvContentPartPr/>
              <p14:nvPr/>
            </p14:nvContentPartPr>
            <p14:xfrm>
              <a:off x="11091069" y="1270345"/>
              <a:ext cx="381600" cy="3589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51475071-E173-4779-A636-87202CA645D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073069" y="1252345"/>
                <a:ext cx="41724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E800BBA2-FF3B-4E6A-811A-42915C6C9B63}"/>
                  </a:ext>
                </a:extLst>
              </p14:cNvPr>
              <p14:cNvContentPartPr/>
              <p14:nvPr/>
            </p14:nvContentPartPr>
            <p14:xfrm>
              <a:off x="8594829" y="1157305"/>
              <a:ext cx="2134080" cy="72576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E800BBA2-FF3B-4E6A-811A-42915C6C9B6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577186" y="1139656"/>
                <a:ext cx="2169726" cy="7614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BA0E0FDB-C4C6-4378-9D44-8EC881E84B2B}"/>
                  </a:ext>
                </a:extLst>
              </p14:cNvPr>
              <p14:cNvContentPartPr/>
              <p14:nvPr/>
            </p14:nvContentPartPr>
            <p14:xfrm>
              <a:off x="8414469" y="143905"/>
              <a:ext cx="863640" cy="54432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BA0E0FDB-C4C6-4378-9D44-8EC881E84B2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396469" y="126265"/>
                <a:ext cx="899280" cy="57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27DC3D96-AD20-40FD-87BE-3E939DC2033B}"/>
                  </a:ext>
                </a:extLst>
              </p14:cNvPr>
              <p14:cNvContentPartPr/>
              <p14:nvPr/>
            </p14:nvContentPartPr>
            <p14:xfrm>
              <a:off x="9899109" y="346225"/>
              <a:ext cx="584280" cy="29844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27DC3D96-AD20-40FD-87BE-3E939DC2033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881458" y="328225"/>
                <a:ext cx="619942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05153CEC-FAE8-4BAA-B01E-9EF8CC46795E}"/>
                  </a:ext>
                </a:extLst>
              </p14:cNvPr>
              <p14:cNvContentPartPr/>
              <p14:nvPr/>
            </p14:nvContentPartPr>
            <p14:xfrm>
              <a:off x="10628469" y="163345"/>
              <a:ext cx="559080" cy="60624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05153CEC-FAE8-4BAA-B01E-9EF8CC46795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610829" y="145345"/>
                <a:ext cx="594720" cy="64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6BA8E85E-0702-4EA8-8894-6417A4A4B5A5}"/>
                  </a:ext>
                </a:extLst>
              </p14:cNvPr>
              <p14:cNvContentPartPr/>
              <p14:nvPr/>
            </p14:nvContentPartPr>
            <p14:xfrm>
              <a:off x="3248469" y="2304985"/>
              <a:ext cx="234000" cy="720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6BA8E85E-0702-4EA8-8894-6417A4A4B5A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230469" y="2286985"/>
                <a:ext cx="2696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02C08A9E-033F-4E2E-B83D-7F1AAA75823A}"/>
                  </a:ext>
                </a:extLst>
              </p14:cNvPr>
              <p14:cNvContentPartPr/>
              <p14:nvPr/>
            </p14:nvContentPartPr>
            <p14:xfrm>
              <a:off x="3330189" y="2391385"/>
              <a:ext cx="215640" cy="2052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02C08A9E-033F-4E2E-B83D-7F1AAA75823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312549" y="2373745"/>
                <a:ext cx="2512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3A4434D1-B238-4B3C-B51E-5E2F9016154E}"/>
                  </a:ext>
                </a:extLst>
              </p14:cNvPr>
              <p14:cNvContentPartPr/>
              <p14:nvPr/>
            </p14:nvContentPartPr>
            <p14:xfrm>
              <a:off x="2516589" y="2289145"/>
              <a:ext cx="498600" cy="26496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3A4434D1-B238-4B3C-B51E-5E2F9016154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498949" y="2271145"/>
                <a:ext cx="53424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81EBEBBC-46EA-4AD8-8B27-AB52CFE0FC9C}"/>
                  </a:ext>
                </a:extLst>
              </p14:cNvPr>
              <p14:cNvContentPartPr/>
              <p14:nvPr/>
            </p14:nvContentPartPr>
            <p14:xfrm>
              <a:off x="2107629" y="2237665"/>
              <a:ext cx="287640" cy="30384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81EBEBBC-46EA-4AD8-8B27-AB52CFE0FC9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089629" y="2219665"/>
                <a:ext cx="32328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7591354E-CB8E-4128-95B2-A81D9AC83536}"/>
                  </a:ext>
                </a:extLst>
              </p14:cNvPr>
              <p14:cNvContentPartPr/>
              <p14:nvPr/>
            </p14:nvContentPartPr>
            <p14:xfrm>
              <a:off x="1289349" y="2983225"/>
              <a:ext cx="11160" cy="2016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7591354E-CB8E-4128-95B2-A81D9AC8353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271349" y="2965585"/>
                <a:ext cx="4680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3685F16C-3396-4FE8-857E-066D1E84F2F4}"/>
                  </a:ext>
                </a:extLst>
              </p14:cNvPr>
              <p14:cNvContentPartPr/>
              <p14:nvPr/>
            </p14:nvContentPartPr>
            <p14:xfrm>
              <a:off x="1318509" y="3166465"/>
              <a:ext cx="22320" cy="2340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3685F16C-3396-4FE8-857E-066D1E84F2F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300509" y="3148465"/>
                <a:ext cx="5796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6A530A5C-C75C-483B-A980-4833144C79EF}"/>
                  </a:ext>
                </a:extLst>
              </p14:cNvPr>
              <p14:cNvContentPartPr/>
              <p14:nvPr/>
            </p14:nvContentPartPr>
            <p14:xfrm>
              <a:off x="1785429" y="2866945"/>
              <a:ext cx="446040" cy="27792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6A530A5C-C75C-483B-A980-4833144C79E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767429" y="2849305"/>
                <a:ext cx="48168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7A3610B4-5EF1-4931-BAE5-C53ABD665AF6}"/>
                  </a:ext>
                </a:extLst>
              </p14:cNvPr>
              <p14:cNvContentPartPr/>
              <p14:nvPr/>
            </p14:nvContentPartPr>
            <p14:xfrm>
              <a:off x="457029" y="2925625"/>
              <a:ext cx="555840" cy="29484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7A3610B4-5EF1-4931-BAE5-C53ABD665AF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39029" y="2907625"/>
                <a:ext cx="59148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94314003-1A9C-4EEC-8196-55617D046AB7}"/>
                  </a:ext>
                </a:extLst>
              </p14:cNvPr>
              <p14:cNvContentPartPr/>
              <p14:nvPr/>
            </p14:nvContentPartPr>
            <p14:xfrm>
              <a:off x="3686589" y="2194465"/>
              <a:ext cx="1401480" cy="41544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94314003-1A9C-4EEC-8196-55617D046AB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668944" y="2176481"/>
                <a:ext cx="1437129" cy="4510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E48594DA-8376-49DB-988B-0F9FBE4706A1}"/>
                  </a:ext>
                </a:extLst>
              </p14:cNvPr>
              <p14:cNvContentPartPr/>
              <p14:nvPr/>
            </p14:nvContentPartPr>
            <p14:xfrm>
              <a:off x="1935189" y="3434665"/>
              <a:ext cx="308160" cy="12384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E48594DA-8376-49DB-988B-0F9FBE4706A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917549" y="3417025"/>
                <a:ext cx="34380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34537593-B1C7-4280-B54D-7D5625875341}"/>
                  </a:ext>
                </a:extLst>
              </p14:cNvPr>
              <p14:cNvContentPartPr/>
              <p14:nvPr/>
            </p14:nvContentPartPr>
            <p14:xfrm>
              <a:off x="3663189" y="1915105"/>
              <a:ext cx="352080" cy="20520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34537593-B1C7-4280-B54D-7D562587534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645549" y="1897465"/>
                <a:ext cx="38772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EBFAC05F-A487-4A5F-8496-000D2CEA6AB5}"/>
                  </a:ext>
                </a:extLst>
              </p14:cNvPr>
              <p14:cNvContentPartPr/>
              <p14:nvPr/>
            </p14:nvContentPartPr>
            <p14:xfrm>
              <a:off x="4158909" y="1377625"/>
              <a:ext cx="1420200" cy="74556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EBFAC05F-A487-4A5F-8496-000D2CEA6AB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141269" y="1359625"/>
                <a:ext cx="1455840" cy="78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14" name="Cerneală 213">
                <a:extLst>
                  <a:ext uri="{FF2B5EF4-FFF2-40B4-BE49-F238E27FC236}">
                    <a16:creationId xmlns:a16="http://schemas.microsoft.com/office/drawing/2014/main" id="{55D176D2-802E-46E1-B346-7C40E44A71B1}"/>
                  </a:ext>
                </a:extLst>
              </p14:cNvPr>
              <p14:cNvContentPartPr/>
              <p14:nvPr/>
            </p14:nvContentPartPr>
            <p14:xfrm>
              <a:off x="2643669" y="2665705"/>
              <a:ext cx="9047160" cy="1915560"/>
            </p14:xfrm>
          </p:contentPart>
        </mc:Choice>
        <mc:Fallback xmlns="">
          <p:pic>
            <p:nvPicPr>
              <p:cNvPr id="214" name="Cerneală 213">
                <a:extLst>
                  <a:ext uri="{FF2B5EF4-FFF2-40B4-BE49-F238E27FC236}">
                    <a16:creationId xmlns:a16="http://schemas.microsoft.com/office/drawing/2014/main" id="{55D176D2-802E-46E1-B346-7C40E44A71B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625670" y="2648065"/>
                <a:ext cx="9082799" cy="19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17" name="Cerneală 216">
                <a:extLst>
                  <a:ext uri="{FF2B5EF4-FFF2-40B4-BE49-F238E27FC236}">
                    <a16:creationId xmlns:a16="http://schemas.microsoft.com/office/drawing/2014/main" id="{A30D62C0-F50F-49B3-B44F-27ED7D584505}"/>
                  </a:ext>
                </a:extLst>
              </p14:cNvPr>
              <p14:cNvContentPartPr/>
              <p14:nvPr/>
            </p14:nvContentPartPr>
            <p14:xfrm>
              <a:off x="1089549" y="4990585"/>
              <a:ext cx="7920" cy="17640"/>
            </p14:xfrm>
          </p:contentPart>
        </mc:Choice>
        <mc:Fallback xmlns="">
          <p:pic>
            <p:nvPicPr>
              <p:cNvPr id="217" name="Cerneală 216">
                <a:extLst>
                  <a:ext uri="{FF2B5EF4-FFF2-40B4-BE49-F238E27FC236}">
                    <a16:creationId xmlns:a16="http://schemas.microsoft.com/office/drawing/2014/main" id="{A30D62C0-F50F-49B3-B44F-27ED7D58450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71549" y="4972585"/>
                <a:ext cx="4356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18" name="Cerneală 217">
                <a:extLst>
                  <a:ext uri="{FF2B5EF4-FFF2-40B4-BE49-F238E27FC236}">
                    <a16:creationId xmlns:a16="http://schemas.microsoft.com/office/drawing/2014/main" id="{3235BCF6-09B5-4625-A3CC-C0EF11EF168A}"/>
                  </a:ext>
                </a:extLst>
              </p14:cNvPr>
              <p14:cNvContentPartPr/>
              <p14:nvPr/>
            </p14:nvContentPartPr>
            <p14:xfrm>
              <a:off x="1092069" y="5120185"/>
              <a:ext cx="360" cy="10440"/>
            </p14:xfrm>
          </p:contentPart>
        </mc:Choice>
        <mc:Fallback xmlns="">
          <p:pic>
            <p:nvPicPr>
              <p:cNvPr id="218" name="Cerneală 217">
                <a:extLst>
                  <a:ext uri="{FF2B5EF4-FFF2-40B4-BE49-F238E27FC236}">
                    <a16:creationId xmlns:a16="http://schemas.microsoft.com/office/drawing/2014/main" id="{3235BCF6-09B5-4625-A3CC-C0EF11EF168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74429" y="5102545"/>
                <a:ext cx="3600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19" name="Cerneală 218">
                <a:extLst>
                  <a:ext uri="{FF2B5EF4-FFF2-40B4-BE49-F238E27FC236}">
                    <a16:creationId xmlns:a16="http://schemas.microsoft.com/office/drawing/2014/main" id="{D6D80D50-6A03-436A-B6EE-07F31F64123F}"/>
                  </a:ext>
                </a:extLst>
              </p14:cNvPr>
              <p14:cNvContentPartPr/>
              <p14:nvPr/>
            </p14:nvContentPartPr>
            <p14:xfrm>
              <a:off x="527589" y="4940545"/>
              <a:ext cx="409680" cy="327600"/>
            </p14:xfrm>
          </p:contentPart>
        </mc:Choice>
        <mc:Fallback xmlns="">
          <p:pic>
            <p:nvPicPr>
              <p:cNvPr id="219" name="Cerneală 218">
                <a:extLst>
                  <a:ext uri="{FF2B5EF4-FFF2-40B4-BE49-F238E27FC236}">
                    <a16:creationId xmlns:a16="http://schemas.microsoft.com/office/drawing/2014/main" id="{D6D80D50-6A03-436A-B6EE-07F31F64123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09589" y="4922545"/>
                <a:ext cx="44532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82" name="Cerneală 281">
                <a:extLst>
                  <a:ext uri="{FF2B5EF4-FFF2-40B4-BE49-F238E27FC236}">
                    <a16:creationId xmlns:a16="http://schemas.microsoft.com/office/drawing/2014/main" id="{1B4BBDD7-22C7-453F-8D83-F16008982A0F}"/>
                  </a:ext>
                </a:extLst>
              </p14:cNvPr>
              <p14:cNvContentPartPr/>
              <p14:nvPr/>
            </p14:nvContentPartPr>
            <p14:xfrm>
              <a:off x="8583309" y="6097585"/>
              <a:ext cx="12240" cy="2160"/>
            </p14:xfrm>
          </p:contentPart>
        </mc:Choice>
        <mc:Fallback xmlns="">
          <p:pic>
            <p:nvPicPr>
              <p:cNvPr id="282" name="Cerneală 281">
                <a:extLst>
                  <a:ext uri="{FF2B5EF4-FFF2-40B4-BE49-F238E27FC236}">
                    <a16:creationId xmlns:a16="http://schemas.microsoft.com/office/drawing/2014/main" id="{1B4BBDD7-22C7-453F-8D83-F16008982A0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565309" y="6079585"/>
                <a:ext cx="4788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84" name="Cerneală 283">
                <a:extLst>
                  <a:ext uri="{FF2B5EF4-FFF2-40B4-BE49-F238E27FC236}">
                    <a16:creationId xmlns:a16="http://schemas.microsoft.com/office/drawing/2014/main" id="{C3CF3AC6-F95E-43BD-A5B0-C2312D8AF57B}"/>
                  </a:ext>
                </a:extLst>
              </p14:cNvPr>
              <p14:cNvContentPartPr/>
              <p14:nvPr/>
            </p14:nvContentPartPr>
            <p14:xfrm>
              <a:off x="7970589" y="6160225"/>
              <a:ext cx="1562040" cy="139680"/>
            </p14:xfrm>
          </p:contentPart>
        </mc:Choice>
        <mc:Fallback xmlns="">
          <p:pic>
            <p:nvPicPr>
              <p:cNvPr id="284" name="Cerneală 283">
                <a:extLst>
                  <a:ext uri="{FF2B5EF4-FFF2-40B4-BE49-F238E27FC236}">
                    <a16:creationId xmlns:a16="http://schemas.microsoft.com/office/drawing/2014/main" id="{C3CF3AC6-F95E-43BD-A5B0-C2312D8AF57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952589" y="6142225"/>
                <a:ext cx="15976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88" name="Cerneală 287">
                <a:extLst>
                  <a:ext uri="{FF2B5EF4-FFF2-40B4-BE49-F238E27FC236}">
                    <a16:creationId xmlns:a16="http://schemas.microsoft.com/office/drawing/2014/main" id="{E7EA8EDD-DF59-4B1B-A33E-B2DDFFF57866}"/>
                  </a:ext>
                </a:extLst>
              </p14:cNvPr>
              <p14:cNvContentPartPr/>
              <p14:nvPr/>
            </p14:nvContentPartPr>
            <p14:xfrm>
              <a:off x="1614069" y="4807345"/>
              <a:ext cx="6125760" cy="1855440"/>
            </p14:xfrm>
          </p:contentPart>
        </mc:Choice>
        <mc:Fallback xmlns="">
          <p:pic>
            <p:nvPicPr>
              <p:cNvPr id="288" name="Cerneală 287">
                <a:extLst>
                  <a:ext uri="{FF2B5EF4-FFF2-40B4-BE49-F238E27FC236}">
                    <a16:creationId xmlns:a16="http://schemas.microsoft.com/office/drawing/2014/main" id="{E7EA8EDD-DF59-4B1B-A33E-B2DDFFF5786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596429" y="4789702"/>
                <a:ext cx="6161400" cy="18910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89" name="Cerneală 288">
                <a:extLst>
                  <a:ext uri="{FF2B5EF4-FFF2-40B4-BE49-F238E27FC236}">
                    <a16:creationId xmlns:a16="http://schemas.microsoft.com/office/drawing/2014/main" id="{7D23B8F4-A7F7-4793-8158-E7D25ECE829D}"/>
                  </a:ext>
                </a:extLst>
              </p14:cNvPr>
              <p14:cNvContentPartPr/>
              <p14:nvPr/>
            </p14:nvContentPartPr>
            <p14:xfrm>
              <a:off x="3041469" y="6137545"/>
              <a:ext cx="570600" cy="388440"/>
            </p14:xfrm>
          </p:contentPart>
        </mc:Choice>
        <mc:Fallback xmlns="">
          <p:pic>
            <p:nvPicPr>
              <p:cNvPr id="289" name="Cerneală 288">
                <a:extLst>
                  <a:ext uri="{FF2B5EF4-FFF2-40B4-BE49-F238E27FC236}">
                    <a16:creationId xmlns:a16="http://schemas.microsoft.com/office/drawing/2014/main" id="{7D23B8F4-A7F7-4793-8158-E7D25ECE829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023469" y="6101905"/>
                <a:ext cx="606240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90" name="Cerneală 289">
                <a:extLst>
                  <a:ext uri="{FF2B5EF4-FFF2-40B4-BE49-F238E27FC236}">
                    <a16:creationId xmlns:a16="http://schemas.microsoft.com/office/drawing/2014/main" id="{22631BBD-630A-46D3-8774-D41131CB2962}"/>
                  </a:ext>
                </a:extLst>
              </p14:cNvPr>
              <p14:cNvContentPartPr/>
              <p14:nvPr/>
            </p14:nvContentPartPr>
            <p14:xfrm>
              <a:off x="3229029" y="6054025"/>
              <a:ext cx="585720" cy="493920"/>
            </p14:xfrm>
          </p:contentPart>
        </mc:Choice>
        <mc:Fallback xmlns="">
          <p:pic>
            <p:nvPicPr>
              <p:cNvPr id="290" name="Cerneală 289">
                <a:extLst>
                  <a:ext uri="{FF2B5EF4-FFF2-40B4-BE49-F238E27FC236}">
                    <a16:creationId xmlns:a16="http://schemas.microsoft.com/office/drawing/2014/main" id="{22631BBD-630A-46D3-8774-D41131CB296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211389" y="6018385"/>
                <a:ext cx="621360" cy="56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91" name="Cerneală 290">
                <a:extLst>
                  <a:ext uri="{FF2B5EF4-FFF2-40B4-BE49-F238E27FC236}">
                    <a16:creationId xmlns:a16="http://schemas.microsoft.com/office/drawing/2014/main" id="{8FF78721-7B07-4AE0-82C9-5BA1F333228D}"/>
                  </a:ext>
                </a:extLst>
              </p14:cNvPr>
              <p14:cNvContentPartPr/>
              <p14:nvPr/>
            </p14:nvContentPartPr>
            <p14:xfrm>
              <a:off x="9336069" y="5331505"/>
              <a:ext cx="263520" cy="494280"/>
            </p14:xfrm>
          </p:contentPart>
        </mc:Choice>
        <mc:Fallback xmlns="">
          <p:pic>
            <p:nvPicPr>
              <p:cNvPr id="291" name="Cerneală 290">
                <a:extLst>
                  <a:ext uri="{FF2B5EF4-FFF2-40B4-BE49-F238E27FC236}">
                    <a16:creationId xmlns:a16="http://schemas.microsoft.com/office/drawing/2014/main" id="{8FF78721-7B07-4AE0-82C9-5BA1F333228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318069" y="5295865"/>
                <a:ext cx="299160" cy="56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92" name="Cerneală 291">
                <a:extLst>
                  <a:ext uri="{FF2B5EF4-FFF2-40B4-BE49-F238E27FC236}">
                    <a16:creationId xmlns:a16="http://schemas.microsoft.com/office/drawing/2014/main" id="{A7A12D6A-A341-41C4-8A87-EA682A178645}"/>
                  </a:ext>
                </a:extLst>
              </p14:cNvPr>
              <p14:cNvContentPartPr/>
              <p14:nvPr/>
            </p14:nvContentPartPr>
            <p14:xfrm>
              <a:off x="9615429" y="5668825"/>
              <a:ext cx="360" cy="197280"/>
            </p14:xfrm>
          </p:contentPart>
        </mc:Choice>
        <mc:Fallback xmlns="">
          <p:pic>
            <p:nvPicPr>
              <p:cNvPr id="292" name="Cerneală 291">
                <a:extLst>
                  <a:ext uri="{FF2B5EF4-FFF2-40B4-BE49-F238E27FC236}">
                    <a16:creationId xmlns:a16="http://schemas.microsoft.com/office/drawing/2014/main" id="{A7A12D6A-A341-41C4-8A87-EA682A17864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597789" y="5633185"/>
                <a:ext cx="3600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93" name="Cerneală 292">
                <a:extLst>
                  <a:ext uri="{FF2B5EF4-FFF2-40B4-BE49-F238E27FC236}">
                    <a16:creationId xmlns:a16="http://schemas.microsoft.com/office/drawing/2014/main" id="{C2604EE4-B157-4F8C-9594-EED564E67B53}"/>
                  </a:ext>
                </a:extLst>
              </p14:cNvPr>
              <p14:cNvContentPartPr/>
              <p14:nvPr/>
            </p14:nvContentPartPr>
            <p14:xfrm>
              <a:off x="9595629" y="5673865"/>
              <a:ext cx="163440" cy="270000"/>
            </p14:xfrm>
          </p:contentPart>
        </mc:Choice>
        <mc:Fallback xmlns="">
          <p:pic>
            <p:nvPicPr>
              <p:cNvPr id="293" name="Cerneală 292">
                <a:extLst>
                  <a:ext uri="{FF2B5EF4-FFF2-40B4-BE49-F238E27FC236}">
                    <a16:creationId xmlns:a16="http://schemas.microsoft.com/office/drawing/2014/main" id="{C2604EE4-B157-4F8C-9594-EED564E67B5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577629" y="5638225"/>
                <a:ext cx="19908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94" name="Cerneală 293">
                <a:extLst>
                  <a:ext uri="{FF2B5EF4-FFF2-40B4-BE49-F238E27FC236}">
                    <a16:creationId xmlns:a16="http://schemas.microsoft.com/office/drawing/2014/main" id="{4669B644-A212-4133-82F3-A7C772D1E643}"/>
                  </a:ext>
                </a:extLst>
              </p14:cNvPr>
              <p14:cNvContentPartPr/>
              <p14:nvPr/>
            </p14:nvContentPartPr>
            <p14:xfrm>
              <a:off x="9957069" y="5649745"/>
              <a:ext cx="362160" cy="10440"/>
            </p14:xfrm>
          </p:contentPart>
        </mc:Choice>
        <mc:Fallback xmlns="">
          <p:pic>
            <p:nvPicPr>
              <p:cNvPr id="294" name="Cerneală 293">
                <a:extLst>
                  <a:ext uri="{FF2B5EF4-FFF2-40B4-BE49-F238E27FC236}">
                    <a16:creationId xmlns:a16="http://schemas.microsoft.com/office/drawing/2014/main" id="{4669B644-A212-4133-82F3-A7C772D1E64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939069" y="5613745"/>
                <a:ext cx="39780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95" name="Cerneală 294">
                <a:extLst>
                  <a:ext uri="{FF2B5EF4-FFF2-40B4-BE49-F238E27FC236}">
                    <a16:creationId xmlns:a16="http://schemas.microsoft.com/office/drawing/2014/main" id="{A1C688FC-AE11-41C4-A21A-1589EC85946A}"/>
                  </a:ext>
                </a:extLst>
              </p14:cNvPr>
              <p14:cNvContentPartPr/>
              <p14:nvPr/>
            </p14:nvContentPartPr>
            <p14:xfrm>
              <a:off x="10170549" y="5505385"/>
              <a:ext cx="217440" cy="311400"/>
            </p14:xfrm>
          </p:contentPart>
        </mc:Choice>
        <mc:Fallback xmlns="">
          <p:pic>
            <p:nvPicPr>
              <p:cNvPr id="295" name="Cerneală 294">
                <a:extLst>
                  <a:ext uri="{FF2B5EF4-FFF2-40B4-BE49-F238E27FC236}">
                    <a16:creationId xmlns:a16="http://schemas.microsoft.com/office/drawing/2014/main" id="{A1C688FC-AE11-41C4-A21A-1589EC85946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152909" y="5469385"/>
                <a:ext cx="25308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96" name="Cerneală 295">
                <a:extLst>
                  <a:ext uri="{FF2B5EF4-FFF2-40B4-BE49-F238E27FC236}">
                    <a16:creationId xmlns:a16="http://schemas.microsoft.com/office/drawing/2014/main" id="{4F04036D-4922-4EF3-B0BE-1728CD0DE857}"/>
                  </a:ext>
                </a:extLst>
              </p14:cNvPr>
              <p14:cNvContentPartPr/>
              <p14:nvPr/>
            </p14:nvContentPartPr>
            <p14:xfrm>
              <a:off x="10587429" y="5573065"/>
              <a:ext cx="23040" cy="179640"/>
            </p14:xfrm>
          </p:contentPart>
        </mc:Choice>
        <mc:Fallback xmlns="">
          <p:pic>
            <p:nvPicPr>
              <p:cNvPr id="296" name="Cerneală 295">
                <a:extLst>
                  <a:ext uri="{FF2B5EF4-FFF2-40B4-BE49-F238E27FC236}">
                    <a16:creationId xmlns:a16="http://schemas.microsoft.com/office/drawing/2014/main" id="{4F04036D-4922-4EF3-B0BE-1728CD0DE85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569789" y="5537065"/>
                <a:ext cx="5868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97" name="Cerneală 296">
                <a:extLst>
                  <a:ext uri="{FF2B5EF4-FFF2-40B4-BE49-F238E27FC236}">
                    <a16:creationId xmlns:a16="http://schemas.microsoft.com/office/drawing/2014/main" id="{6664A6EE-9C14-4032-A696-9D5251DAF1A7}"/>
                  </a:ext>
                </a:extLst>
              </p14:cNvPr>
              <p14:cNvContentPartPr/>
              <p14:nvPr/>
            </p14:nvContentPartPr>
            <p14:xfrm>
              <a:off x="10561149" y="5355265"/>
              <a:ext cx="50760" cy="49320"/>
            </p14:xfrm>
          </p:contentPart>
        </mc:Choice>
        <mc:Fallback xmlns="">
          <p:pic>
            <p:nvPicPr>
              <p:cNvPr id="297" name="Cerneală 296">
                <a:extLst>
                  <a:ext uri="{FF2B5EF4-FFF2-40B4-BE49-F238E27FC236}">
                    <a16:creationId xmlns:a16="http://schemas.microsoft.com/office/drawing/2014/main" id="{6664A6EE-9C14-4032-A696-9D5251DAF1A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543149" y="5319625"/>
                <a:ext cx="8640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98" name="Cerneală 297">
                <a:extLst>
                  <a:ext uri="{FF2B5EF4-FFF2-40B4-BE49-F238E27FC236}">
                    <a16:creationId xmlns:a16="http://schemas.microsoft.com/office/drawing/2014/main" id="{DCB53822-4943-488F-A377-E536411BF01A}"/>
                  </a:ext>
                </a:extLst>
              </p14:cNvPr>
              <p14:cNvContentPartPr/>
              <p14:nvPr/>
            </p14:nvContentPartPr>
            <p14:xfrm>
              <a:off x="10719549" y="5565505"/>
              <a:ext cx="142920" cy="188280"/>
            </p14:xfrm>
          </p:contentPart>
        </mc:Choice>
        <mc:Fallback xmlns="">
          <p:pic>
            <p:nvPicPr>
              <p:cNvPr id="298" name="Cerneală 297">
                <a:extLst>
                  <a:ext uri="{FF2B5EF4-FFF2-40B4-BE49-F238E27FC236}">
                    <a16:creationId xmlns:a16="http://schemas.microsoft.com/office/drawing/2014/main" id="{DCB53822-4943-488F-A377-E536411BF01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701549" y="5529865"/>
                <a:ext cx="1785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99" name="Cerneală 298">
                <a:extLst>
                  <a:ext uri="{FF2B5EF4-FFF2-40B4-BE49-F238E27FC236}">
                    <a16:creationId xmlns:a16="http://schemas.microsoft.com/office/drawing/2014/main" id="{F1B975D9-6B02-4DE1-96AC-FAF7A8C3A29D}"/>
                  </a:ext>
                </a:extLst>
              </p14:cNvPr>
              <p14:cNvContentPartPr/>
              <p14:nvPr/>
            </p14:nvContentPartPr>
            <p14:xfrm>
              <a:off x="10924029" y="5538145"/>
              <a:ext cx="333720" cy="246600"/>
            </p14:xfrm>
          </p:contentPart>
        </mc:Choice>
        <mc:Fallback xmlns="">
          <p:pic>
            <p:nvPicPr>
              <p:cNvPr id="299" name="Cerneală 298">
                <a:extLst>
                  <a:ext uri="{FF2B5EF4-FFF2-40B4-BE49-F238E27FC236}">
                    <a16:creationId xmlns:a16="http://schemas.microsoft.com/office/drawing/2014/main" id="{F1B975D9-6B02-4DE1-96AC-FAF7A8C3A29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906029" y="5502505"/>
                <a:ext cx="36936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300" name="Cerneală 299">
                <a:extLst>
                  <a:ext uri="{FF2B5EF4-FFF2-40B4-BE49-F238E27FC236}">
                    <a16:creationId xmlns:a16="http://schemas.microsoft.com/office/drawing/2014/main" id="{D838835B-7749-4F93-8B44-0F2A195A2F03}"/>
                  </a:ext>
                </a:extLst>
              </p14:cNvPr>
              <p14:cNvContentPartPr/>
              <p14:nvPr/>
            </p14:nvContentPartPr>
            <p14:xfrm>
              <a:off x="11219949" y="5385865"/>
              <a:ext cx="46440" cy="61920"/>
            </p14:xfrm>
          </p:contentPart>
        </mc:Choice>
        <mc:Fallback xmlns="">
          <p:pic>
            <p:nvPicPr>
              <p:cNvPr id="300" name="Cerneală 299">
                <a:extLst>
                  <a:ext uri="{FF2B5EF4-FFF2-40B4-BE49-F238E27FC236}">
                    <a16:creationId xmlns:a16="http://schemas.microsoft.com/office/drawing/2014/main" id="{D838835B-7749-4F93-8B44-0F2A195A2F0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1202309" y="5350225"/>
                <a:ext cx="8208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301" name="Cerneală 300">
                <a:extLst>
                  <a:ext uri="{FF2B5EF4-FFF2-40B4-BE49-F238E27FC236}">
                    <a16:creationId xmlns:a16="http://schemas.microsoft.com/office/drawing/2014/main" id="{269B8B95-41FF-4855-9F5B-406C67E47B89}"/>
                  </a:ext>
                </a:extLst>
              </p14:cNvPr>
              <p14:cNvContentPartPr/>
              <p14:nvPr/>
            </p14:nvContentPartPr>
            <p14:xfrm>
              <a:off x="11338389" y="5523745"/>
              <a:ext cx="495000" cy="260640"/>
            </p14:xfrm>
          </p:contentPart>
        </mc:Choice>
        <mc:Fallback xmlns="">
          <p:pic>
            <p:nvPicPr>
              <p:cNvPr id="301" name="Cerneală 300">
                <a:extLst>
                  <a:ext uri="{FF2B5EF4-FFF2-40B4-BE49-F238E27FC236}">
                    <a16:creationId xmlns:a16="http://schemas.microsoft.com/office/drawing/2014/main" id="{269B8B95-41FF-4855-9F5B-406C67E47B8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1320389" y="5488105"/>
                <a:ext cx="53064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302" name="Cerneală 301">
                <a:extLst>
                  <a:ext uri="{FF2B5EF4-FFF2-40B4-BE49-F238E27FC236}">
                    <a16:creationId xmlns:a16="http://schemas.microsoft.com/office/drawing/2014/main" id="{DF2694A4-1B0B-4FE4-A5FF-427140A03D20}"/>
                  </a:ext>
                </a:extLst>
              </p14:cNvPr>
              <p14:cNvContentPartPr/>
              <p14:nvPr/>
            </p14:nvContentPartPr>
            <p14:xfrm>
              <a:off x="10539189" y="5969785"/>
              <a:ext cx="340920" cy="322560"/>
            </p14:xfrm>
          </p:contentPart>
        </mc:Choice>
        <mc:Fallback xmlns="">
          <p:pic>
            <p:nvPicPr>
              <p:cNvPr id="302" name="Cerneală 301">
                <a:extLst>
                  <a:ext uri="{FF2B5EF4-FFF2-40B4-BE49-F238E27FC236}">
                    <a16:creationId xmlns:a16="http://schemas.microsoft.com/office/drawing/2014/main" id="{DF2694A4-1B0B-4FE4-A5FF-427140A03D2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521549" y="5933785"/>
                <a:ext cx="37656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303" name="Cerneală 302">
                <a:extLst>
                  <a:ext uri="{FF2B5EF4-FFF2-40B4-BE49-F238E27FC236}">
                    <a16:creationId xmlns:a16="http://schemas.microsoft.com/office/drawing/2014/main" id="{3BBB7D7C-8496-4D59-9402-14B3E86FC283}"/>
                  </a:ext>
                </a:extLst>
              </p14:cNvPr>
              <p14:cNvContentPartPr/>
              <p14:nvPr/>
            </p14:nvContentPartPr>
            <p14:xfrm>
              <a:off x="10857069" y="6059065"/>
              <a:ext cx="546480" cy="237960"/>
            </p14:xfrm>
          </p:contentPart>
        </mc:Choice>
        <mc:Fallback xmlns="">
          <p:pic>
            <p:nvPicPr>
              <p:cNvPr id="303" name="Cerneală 302">
                <a:extLst>
                  <a:ext uri="{FF2B5EF4-FFF2-40B4-BE49-F238E27FC236}">
                    <a16:creationId xmlns:a16="http://schemas.microsoft.com/office/drawing/2014/main" id="{3BBB7D7C-8496-4D59-9402-14B3E86FC28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839069" y="6023065"/>
                <a:ext cx="58212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304" name="Cerneală 303">
                <a:extLst>
                  <a:ext uri="{FF2B5EF4-FFF2-40B4-BE49-F238E27FC236}">
                    <a16:creationId xmlns:a16="http://schemas.microsoft.com/office/drawing/2014/main" id="{109915FF-E313-4EAB-8A1E-09C2BA248FF3}"/>
                  </a:ext>
                </a:extLst>
              </p14:cNvPr>
              <p14:cNvContentPartPr/>
              <p14:nvPr/>
            </p14:nvContentPartPr>
            <p14:xfrm>
              <a:off x="10142829" y="6366505"/>
              <a:ext cx="376920" cy="331920"/>
            </p14:xfrm>
          </p:contentPart>
        </mc:Choice>
        <mc:Fallback xmlns="">
          <p:pic>
            <p:nvPicPr>
              <p:cNvPr id="304" name="Cerneală 303">
                <a:extLst>
                  <a:ext uri="{FF2B5EF4-FFF2-40B4-BE49-F238E27FC236}">
                    <a16:creationId xmlns:a16="http://schemas.microsoft.com/office/drawing/2014/main" id="{109915FF-E313-4EAB-8A1E-09C2BA248FF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124829" y="6330865"/>
                <a:ext cx="41256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305" name="Cerneală 304">
                <a:extLst>
                  <a:ext uri="{FF2B5EF4-FFF2-40B4-BE49-F238E27FC236}">
                    <a16:creationId xmlns:a16="http://schemas.microsoft.com/office/drawing/2014/main" id="{C5415B0D-1995-4674-8D71-434A0A16B8ED}"/>
                  </a:ext>
                </a:extLst>
              </p14:cNvPr>
              <p14:cNvContentPartPr/>
              <p14:nvPr/>
            </p14:nvContentPartPr>
            <p14:xfrm>
              <a:off x="10465749" y="6462985"/>
              <a:ext cx="16200" cy="3960"/>
            </p14:xfrm>
          </p:contentPart>
        </mc:Choice>
        <mc:Fallback xmlns="">
          <p:pic>
            <p:nvPicPr>
              <p:cNvPr id="305" name="Cerneală 304">
                <a:extLst>
                  <a:ext uri="{FF2B5EF4-FFF2-40B4-BE49-F238E27FC236}">
                    <a16:creationId xmlns:a16="http://schemas.microsoft.com/office/drawing/2014/main" id="{C5415B0D-1995-4674-8D71-434A0A16B8E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447749" y="6427345"/>
                <a:ext cx="5184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306" name="Cerneală 305">
                <a:extLst>
                  <a:ext uri="{FF2B5EF4-FFF2-40B4-BE49-F238E27FC236}">
                    <a16:creationId xmlns:a16="http://schemas.microsoft.com/office/drawing/2014/main" id="{2A12E834-8EC3-4B0F-AF47-A6C22BD65D8E}"/>
                  </a:ext>
                </a:extLst>
              </p14:cNvPr>
              <p14:cNvContentPartPr/>
              <p14:nvPr/>
            </p14:nvContentPartPr>
            <p14:xfrm>
              <a:off x="10640709" y="6508345"/>
              <a:ext cx="178920" cy="153360"/>
            </p14:xfrm>
          </p:contentPart>
        </mc:Choice>
        <mc:Fallback xmlns="">
          <p:pic>
            <p:nvPicPr>
              <p:cNvPr id="306" name="Cerneală 305">
                <a:extLst>
                  <a:ext uri="{FF2B5EF4-FFF2-40B4-BE49-F238E27FC236}">
                    <a16:creationId xmlns:a16="http://schemas.microsoft.com/office/drawing/2014/main" id="{2A12E834-8EC3-4B0F-AF47-A6C22BD65D8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622709" y="6472345"/>
                <a:ext cx="2145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307" name="Cerneală 306">
                <a:extLst>
                  <a:ext uri="{FF2B5EF4-FFF2-40B4-BE49-F238E27FC236}">
                    <a16:creationId xmlns:a16="http://schemas.microsoft.com/office/drawing/2014/main" id="{1177B5A9-377C-4EB2-9827-3DC80225E940}"/>
                  </a:ext>
                </a:extLst>
              </p14:cNvPr>
              <p14:cNvContentPartPr/>
              <p14:nvPr/>
            </p14:nvContentPartPr>
            <p14:xfrm>
              <a:off x="11039949" y="6627865"/>
              <a:ext cx="21600" cy="14040"/>
            </p14:xfrm>
          </p:contentPart>
        </mc:Choice>
        <mc:Fallback xmlns="">
          <p:pic>
            <p:nvPicPr>
              <p:cNvPr id="307" name="Cerneală 306">
                <a:extLst>
                  <a:ext uri="{FF2B5EF4-FFF2-40B4-BE49-F238E27FC236}">
                    <a16:creationId xmlns:a16="http://schemas.microsoft.com/office/drawing/2014/main" id="{1177B5A9-377C-4EB2-9827-3DC80225E94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1022309" y="6591865"/>
                <a:ext cx="57240" cy="8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5903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B5FD1A1E-ACF3-4A66-99E7-9442BCE28D11}"/>
                  </a:ext>
                </a:extLst>
              </p14:cNvPr>
              <p14:cNvContentPartPr/>
              <p14:nvPr/>
            </p14:nvContentPartPr>
            <p14:xfrm>
              <a:off x="455764" y="953338"/>
              <a:ext cx="182160" cy="24840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B5FD1A1E-ACF3-4A66-99E7-9442BCE28D1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7764" y="917338"/>
                <a:ext cx="21780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F1DDCE89-A09F-4A15-87A0-4CF3F013039E}"/>
                  </a:ext>
                </a:extLst>
              </p14:cNvPr>
              <p14:cNvContentPartPr/>
              <p14:nvPr/>
            </p14:nvContentPartPr>
            <p14:xfrm>
              <a:off x="461884" y="1031818"/>
              <a:ext cx="114480" cy="6444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F1DDCE89-A09F-4A15-87A0-4CF3F01303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4244" y="996178"/>
                <a:ext cx="15012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497A0DB7-E705-4F95-8582-962F8C5E829D}"/>
                  </a:ext>
                </a:extLst>
              </p14:cNvPr>
              <p14:cNvContentPartPr/>
              <p14:nvPr/>
            </p14:nvContentPartPr>
            <p14:xfrm>
              <a:off x="481324" y="870898"/>
              <a:ext cx="70200" cy="8820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497A0DB7-E705-4F95-8582-962F8C5E829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3324" y="834898"/>
                <a:ext cx="10584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1E27C85E-AF16-4E04-9E33-822D0D15A8FB}"/>
                  </a:ext>
                </a:extLst>
              </p14:cNvPr>
              <p14:cNvContentPartPr/>
              <p14:nvPr/>
            </p14:nvContentPartPr>
            <p14:xfrm>
              <a:off x="742324" y="972778"/>
              <a:ext cx="255960" cy="1915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1E27C85E-AF16-4E04-9E33-822D0D15A8F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4324" y="937138"/>
                <a:ext cx="29160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A4AA39F2-5796-496C-8945-7F3EC8AEC2DD}"/>
                  </a:ext>
                </a:extLst>
              </p14:cNvPr>
              <p14:cNvContentPartPr/>
              <p14:nvPr/>
            </p14:nvContentPartPr>
            <p14:xfrm>
              <a:off x="802444" y="963418"/>
              <a:ext cx="141840" cy="22500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A4AA39F2-5796-496C-8945-7F3EC8AEC2D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4444" y="927418"/>
                <a:ext cx="17748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1332F413-2D34-4A1C-A1C4-6A1475A17B12}"/>
                  </a:ext>
                </a:extLst>
              </p14:cNvPr>
              <p14:cNvContentPartPr/>
              <p14:nvPr/>
            </p14:nvContentPartPr>
            <p14:xfrm>
              <a:off x="1257124" y="978178"/>
              <a:ext cx="2880" cy="4140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1332F413-2D34-4A1C-A1C4-6A1475A17B1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39484" y="942178"/>
                <a:ext cx="3852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8CD00541-E487-48E4-BEA9-E0D00FE242AF}"/>
                  </a:ext>
                </a:extLst>
              </p14:cNvPr>
              <p14:cNvContentPartPr/>
              <p14:nvPr/>
            </p14:nvContentPartPr>
            <p14:xfrm>
              <a:off x="1322284" y="1159978"/>
              <a:ext cx="4320" cy="183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8CD00541-E487-48E4-BEA9-E0D00FE242A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04284" y="1123978"/>
                <a:ext cx="3996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38343099-031F-42A8-BD9C-401EFC96BC60}"/>
                  </a:ext>
                </a:extLst>
              </p14:cNvPr>
              <p14:cNvContentPartPr/>
              <p14:nvPr/>
            </p14:nvContentPartPr>
            <p14:xfrm>
              <a:off x="1907284" y="786298"/>
              <a:ext cx="73800" cy="29016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38343099-031F-42A8-BD9C-401EFC96BC6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89284" y="750658"/>
                <a:ext cx="10944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9E9E71C1-84F8-4500-85CA-E2B2FEF70DC2}"/>
                  </a:ext>
                </a:extLst>
              </p14:cNvPr>
              <p14:cNvContentPartPr/>
              <p14:nvPr/>
            </p14:nvContentPartPr>
            <p14:xfrm>
              <a:off x="1929964" y="796018"/>
              <a:ext cx="302760" cy="27144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9E9E71C1-84F8-4500-85CA-E2B2FEF70DC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12324" y="760378"/>
                <a:ext cx="33840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DB335F80-9009-4D7B-BB2D-18E227F95A2F}"/>
                  </a:ext>
                </a:extLst>
              </p14:cNvPr>
              <p14:cNvContentPartPr/>
              <p14:nvPr/>
            </p14:nvContentPartPr>
            <p14:xfrm>
              <a:off x="2403724" y="855058"/>
              <a:ext cx="154080" cy="1764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DB335F80-9009-4D7B-BB2D-18E227F95A2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385724" y="819418"/>
                <a:ext cx="18972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A50552E2-1D43-4130-A868-0B38980E94A6}"/>
                  </a:ext>
                </a:extLst>
              </p14:cNvPr>
              <p14:cNvContentPartPr/>
              <p14:nvPr/>
            </p14:nvContentPartPr>
            <p14:xfrm>
              <a:off x="2448004" y="1002658"/>
              <a:ext cx="142920" cy="82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A50552E2-1D43-4130-A868-0B38980E94A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430004" y="967018"/>
                <a:ext cx="17856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A931FD2D-9EDB-44FE-8922-8FDF7A1C79E1}"/>
                  </a:ext>
                </a:extLst>
              </p14:cNvPr>
              <p14:cNvContentPartPr/>
              <p14:nvPr/>
            </p14:nvContentPartPr>
            <p14:xfrm>
              <a:off x="2851924" y="784138"/>
              <a:ext cx="249480" cy="3297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A931FD2D-9EDB-44FE-8922-8FDF7A1C79E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834284" y="748498"/>
                <a:ext cx="285120" cy="4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A7C342A1-B30C-4A5E-BDB1-8708D64AC939}"/>
                  </a:ext>
                </a:extLst>
              </p14:cNvPr>
              <p14:cNvContentPartPr/>
              <p14:nvPr/>
            </p14:nvContentPartPr>
            <p14:xfrm>
              <a:off x="3362404" y="933538"/>
              <a:ext cx="185760" cy="3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A7C342A1-B30C-4A5E-BDB1-8708D64AC93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344764" y="897898"/>
                <a:ext cx="2214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D83B6C44-D9D6-47B5-80F8-07589E27D915}"/>
                  </a:ext>
                </a:extLst>
              </p14:cNvPr>
              <p14:cNvContentPartPr/>
              <p14:nvPr/>
            </p14:nvContentPartPr>
            <p14:xfrm>
              <a:off x="3396604" y="1052698"/>
              <a:ext cx="287280" cy="2376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D83B6C44-D9D6-47B5-80F8-07589E27D91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378964" y="1016698"/>
                <a:ext cx="32292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098BDC30-668E-4248-A254-D23869E2D9D8}"/>
                  </a:ext>
                </a:extLst>
              </p14:cNvPr>
              <p14:cNvContentPartPr/>
              <p14:nvPr/>
            </p14:nvContentPartPr>
            <p14:xfrm>
              <a:off x="4115884" y="823018"/>
              <a:ext cx="33120" cy="2869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098BDC30-668E-4248-A254-D23869E2D9D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098244" y="787018"/>
                <a:ext cx="6876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65F28F92-B134-4F82-BD48-42BAD13A33CC}"/>
                  </a:ext>
                </a:extLst>
              </p14:cNvPr>
              <p14:cNvContentPartPr/>
              <p14:nvPr/>
            </p14:nvContentPartPr>
            <p14:xfrm>
              <a:off x="4309564" y="854338"/>
              <a:ext cx="237960" cy="21708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65F28F92-B134-4F82-BD48-42BAD13A33C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291564" y="818338"/>
                <a:ext cx="27360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6F68C132-2810-4119-93E8-89AF429EDF60}"/>
                  </a:ext>
                </a:extLst>
              </p14:cNvPr>
              <p14:cNvContentPartPr/>
              <p14:nvPr/>
            </p14:nvContentPartPr>
            <p14:xfrm>
              <a:off x="4648684" y="847858"/>
              <a:ext cx="243720" cy="2001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6F68C132-2810-4119-93E8-89AF429EDF6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630684" y="812218"/>
                <a:ext cx="27936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D800ADA9-6C7C-419C-AB83-8EA01FF1B4CF}"/>
                  </a:ext>
                </a:extLst>
              </p14:cNvPr>
              <p14:cNvContentPartPr/>
              <p14:nvPr/>
            </p14:nvContentPartPr>
            <p14:xfrm>
              <a:off x="5072764" y="770098"/>
              <a:ext cx="289080" cy="34812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D800ADA9-6C7C-419C-AB83-8EA01FF1B4C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055124" y="734098"/>
                <a:ext cx="32472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F7968B25-6DFE-431A-AEFA-113F7294EC05}"/>
                  </a:ext>
                </a:extLst>
              </p14:cNvPr>
              <p14:cNvContentPartPr/>
              <p14:nvPr/>
            </p14:nvContentPartPr>
            <p14:xfrm>
              <a:off x="5478124" y="1066018"/>
              <a:ext cx="18360" cy="154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F7968B25-6DFE-431A-AEFA-113F7294EC0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460124" y="1030018"/>
                <a:ext cx="5400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1B5534F5-438D-4F3C-B41B-EDA50969117E}"/>
                  </a:ext>
                </a:extLst>
              </p14:cNvPr>
              <p14:cNvContentPartPr/>
              <p14:nvPr/>
            </p14:nvContentPartPr>
            <p14:xfrm>
              <a:off x="3941284" y="773698"/>
              <a:ext cx="205200" cy="3546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1B5534F5-438D-4F3C-B41B-EDA50969117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923644" y="738058"/>
                <a:ext cx="24084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E7B94B5D-2353-4858-AA09-28A48AD63839}"/>
                  </a:ext>
                </a:extLst>
              </p14:cNvPr>
              <p14:cNvContentPartPr/>
              <p14:nvPr/>
            </p14:nvContentPartPr>
            <p14:xfrm>
              <a:off x="4055404" y="1114618"/>
              <a:ext cx="203400" cy="25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E7B94B5D-2353-4858-AA09-28A48AD6383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037764" y="1078618"/>
                <a:ext cx="2390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C0E46441-1999-489C-855E-A92268B51F38}"/>
                  </a:ext>
                </a:extLst>
              </p14:cNvPr>
              <p14:cNvContentPartPr/>
              <p14:nvPr/>
            </p14:nvContentPartPr>
            <p14:xfrm>
              <a:off x="6464164" y="801058"/>
              <a:ext cx="450720" cy="3132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C0E46441-1999-489C-855E-A92268B51F3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446510" y="783058"/>
                <a:ext cx="486388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FB34C367-F280-41E9-9F43-659230CCAA9D}"/>
                  </a:ext>
                </a:extLst>
              </p14:cNvPr>
              <p14:cNvContentPartPr/>
              <p14:nvPr/>
            </p14:nvContentPartPr>
            <p14:xfrm>
              <a:off x="3878644" y="638698"/>
              <a:ext cx="569160" cy="107424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FB34C367-F280-41E9-9F43-659230CCAA9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860993" y="621058"/>
                <a:ext cx="604823" cy="11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FA7D36C4-F5AF-4DA6-9F9F-1B06DB86C30F}"/>
                  </a:ext>
                </a:extLst>
              </p14:cNvPr>
              <p14:cNvContentPartPr/>
              <p14:nvPr/>
            </p14:nvContentPartPr>
            <p14:xfrm>
              <a:off x="4806004" y="608098"/>
              <a:ext cx="592560" cy="101448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FA7D36C4-F5AF-4DA6-9F9F-1B06DB86C30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788364" y="590104"/>
                <a:ext cx="628200" cy="10501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FDD9EB6B-46FB-458A-B013-2FA798808AA7}"/>
                  </a:ext>
                </a:extLst>
              </p14:cNvPr>
              <p14:cNvContentPartPr/>
              <p14:nvPr/>
            </p14:nvContentPartPr>
            <p14:xfrm>
              <a:off x="8533444" y="1235578"/>
              <a:ext cx="628200" cy="28476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FDD9EB6B-46FB-458A-B013-2FA798808AA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515804" y="1217938"/>
                <a:ext cx="66384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49D19561-A614-4AB9-A34F-74C86D22919A}"/>
                  </a:ext>
                </a:extLst>
              </p14:cNvPr>
              <p14:cNvContentPartPr/>
              <p14:nvPr/>
            </p14:nvContentPartPr>
            <p14:xfrm>
              <a:off x="7993444" y="1361218"/>
              <a:ext cx="398520" cy="20952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49D19561-A614-4AB9-A34F-74C86D22919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975804" y="1343578"/>
                <a:ext cx="43416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9C6CACA6-704D-4CF5-A73E-10EA43ABDF43}"/>
                  </a:ext>
                </a:extLst>
              </p14:cNvPr>
              <p14:cNvContentPartPr/>
              <p14:nvPr/>
            </p14:nvContentPartPr>
            <p14:xfrm>
              <a:off x="7349764" y="1232698"/>
              <a:ext cx="474840" cy="47196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9C6CACA6-704D-4CF5-A73E-10EA43ABDF4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332124" y="1215045"/>
                <a:ext cx="510480" cy="5076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4526FD6F-FBE3-4613-8E2F-D60AC210A9C5}"/>
                  </a:ext>
                </a:extLst>
              </p14:cNvPr>
              <p14:cNvContentPartPr/>
              <p14:nvPr/>
            </p14:nvContentPartPr>
            <p14:xfrm>
              <a:off x="8622004" y="743098"/>
              <a:ext cx="432360" cy="30492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4526FD6F-FBE3-4613-8E2F-D60AC210A9C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604364" y="725098"/>
                <a:ext cx="46800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DE98B7C6-9E80-41A0-AFC5-AFAEAC553ABF}"/>
                  </a:ext>
                </a:extLst>
              </p14:cNvPr>
              <p14:cNvContentPartPr/>
              <p14:nvPr/>
            </p14:nvContentPartPr>
            <p14:xfrm>
              <a:off x="8027644" y="786298"/>
              <a:ext cx="370080" cy="23112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DE98B7C6-9E80-41A0-AFC5-AFAEAC553AB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009987" y="768658"/>
                <a:ext cx="405755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FD03565F-265B-44BC-9116-810C7DC1D788}"/>
                  </a:ext>
                </a:extLst>
              </p14:cNvPr>
              <p14:cNvContentPartPr/>
              <p14:nvPr/>
            </p14:nvContentPartPr>
            <p14:xfrm>
              <a:off x="7405204" y="696298"/>
              <a:ext cx="389520" cy="44712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FD03565F-265B-44BC-9116-810C7DC1D78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387204" y="678298"/>
                <a:ext cx="425160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7378F3D8-2E74-49C0-9360-2EC2FE95C9CB}"/>
                  </a:ext>
                </a:extLst>
              </p14:cNvPr>
              <p14:cNvContentPartPr/>
              <p14:nvPr/>
            </p14:nvContentPartPr>
            <p14:xfrm>
              <a:off x="9843844" y="3028018"/>
              <a:ext cx="2221560" cy="68184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7378F3D8-2E74-49C0-9360-2EC2FE95C9C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826204" y="3010018"/>
                <a:ext cx="2257200" cy="71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D376458F-A27A-4D95-A833-3E5502EB69E3}"/>
                  </a:ext>
                </a:extLst>
              </p14:cNvPr>
              <p14:cNvContentPartPr/>
              <p14:nvPr/>
            </p14:nvContentPartPr>
            <p14:xfrm>
              <a:off x="9790924" y="5683018"/>
              <a:ext cx="280440" cy="81540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D376458F-A27A-4D95-A833-3E5502EB69E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754924" y="5647018"/>
                <a:ext cx="352080" cy="88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83" name="Cerneală 182">
                <a:extLst>
                  <a:ext uri="{FF2B5EF4-FFF2-40B4-BE49-F238E27FC236}">
                    <a16:creationId xmlns:a16="http://schemas.microsoft.com/office/drawing/2014/main" id="{D09CAA47-C901-4A11-965B-E0EBCB0D9D93}"/>
                  </a:ext>
                </a:extLst>
              </p14:cNvPr>
              <p14:cNvContentPartPr/>
              <p14:nvPr/>
            </p14:nvContentPartPr>
            <p14:xfrm>
              <a:off x="270004" y="2048818"/>
              <a:ext cx="9332280" cy="4601520"/>
            </p14:xfrm>
          </p:contentPart>
        </mc:Choice>
        <mc:Fallback xmlns="">
          <p:pic>
            <p:nvPicPr>
              <p:cNvPr id="183" name="Cerneală 182">
                <a:extLst>
                  <a:ext uri="{FF2B5EF4-FFF2-40B4-BE49-F238E27FC236}">
                    <a16:creationId xmlns:a16="http://schemas.microsoft.com/office/drawing/2014/main" id="{D09CAA47-C901-4A11-965B-E0EBCB0D9D9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34004" y="2012821"/>
                <a:ext cx="9385920" cy="467315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1752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99" name="Cerneală 298">
                <a:extLst>
                  <a:ext uri="{FF2B5EF4-FFF2-40B4-BE49-F238E27FC236}">
                    <a16:creationId xmlns:a16="http://schemas.microsoft.com/office/drawing/2014/main" id="{652EA9DB-3D1D-4C51-9619-CBD74FBB6CE2}"/>
                  </a:ext>
                </a:extLst>
              </p14:cNvPr>
              <p14:cNvContentPartPr/>
              <p14:nvPr/>
            </p14:nvContentPartPr>
            <p14:xfrm>
              <a:off x="451989" y="156865"/>
              <a:ext cx="11707560" cy="6582240"/>
            </p14:xfrm>
          </p:contentPart>
        </mc:Choice>
        <mc:Fallback xmlns="">
          <p:pic>
            <p:nvPicPr>
              <p:cNvPr id="299" name="Cerneală 298">
                <a:extLst>
                  <a:ext uri="{FF2B5EF4-FFF2-40B4-BE49-F238E27FC236}">
                    <a16:creationId xmlns:a16="http://schemas.microsoft.com/office/drawing/2014/main" id="{652EA9DB-3D1D-4C51-9619-CBD74FBB6C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5989" y="138865"/>
                <a:ext cx="11761200" cy="66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00" name="Cerneală 299">
                <a:extLst>
                  <a:ext uri="{FF2B5EF4-FFF2-40B4-BE49-F238E27FC236}">
                    <a16:creationId xmlns:a16="http://schemas.microsoft.com/office/drawing/2014/main" id="{FEDE5F5B-0900-4225-9367-A0DF56B14815}"/>
                  </a:ext>
                </a:extLst>
              </p14:cNvPr>
              <p14:cNvContentPartPr/>
              <p14:nvPr/>
            </p14:nvContentPartPr>
            <p14:xfrm>
              <a:off x="5876109" y="5702665"/>
              <a:ext cx="19800" cy="166320"/>
            </p14:xfrm>
          </p:contentPart>
        </mc:Choice>
        <mc:Fallback xmlns="">
          <p:pic>
            <p:nvPicPr>
              <p:cNvPr id="300" name="Cerneală 299">
                <a:extLst>
                  <a:ext uri="{FF2B5EF4-FFF2-40B4-BE49-F238E27FC236}">
                    <a16:creationId xmlns:a16="http://schemas.microsoft.com/office/drawing/2014/main" id="{FEDE5F5B-0900-4225-9367-A0DF56B148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58469" y="5685025"/>
                <a:ext cx="55440" cy="20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2362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518221" y="228635"/>
            <a:ext cx="10332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Num</a:t>
            </a:r>
            <a:r>
              <a:rPr lang="ro-RO" sz="2400" b="1" dirty="0" err="1">
                <a:solidFill>
                  <a:srgbClr val="0000FF"/>
                </a:solidFill>
              </a:rPr>
              <a:t>ărătoare</a:t>
            </a:r>
            <a:r>
              <a:rPr lang="ro-RO" sz="2400" b="1" dirty="0">
                <a:solidFill>
                  <a:srgbClr val="0000FF"/>
                </a:solidFill>
              </a:rPr>
              <a:t> asincrone ( continuare ) – Cascadarea divizoarelor de frecvență  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4EB145FA-6A1D-4DC5-AFC4-FBAD0BAF8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685830"/>
            <a:ext cx="11420475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664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reptunghi 8">
            <a:extLst>
              <a:ext uri="{FF2B5EF4-FFF2-40B4-BE49-F238E27FC236}">
                <a16:creationId xmlns:a16="http://schemas.microsoft.com/office/drawing/2014/main" id="{4EC2F020-F3C3-4A0D-B5D1-1219E7FB0006}"/>
              </a:ext>
            </a:extLst>
          </p:cNvPr>
          <p:cNvSpPr/>
          <p:nvPr/>
        </p:nvSpPr>
        <p:spPr>
          <a:xfrm>
            <a:off x="518221" y="228635"/>
            <a:ext cx="1088124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i="1" dirty="0">
                <a:solidFill>
                  <a:srgbClr val="0000FF"/>
                </a:solidFill>
              </a:rPr>
              <a:t>Realizarea divizoarelor de frecvență folosind numărătoare – </a:t>
            </a:r>
            <a:r>
              <a:rPr lang="ro-RO" sz="2000" b="1" i="1" dirty="0">
                <a:solidFill>
                  <a:srgbClr val="FF0000"/>
                </a:solidFill>
              </a:rPr>
              <a:t>divizoare cu factor programabil (tip II)  </a:t>
            </a:r>
          </a:p>
        </p:txBody>
      </p:sp>
      <p:sp>
        <p:nvSpPr>
          <p:cNvPr id="5" name="Dreptunghi 4">
            <a:extLst>
              <a:ext uri="{FF2B5EF4-FFF2-40B4-BE49-F238E27FC236}">
                <a16:creationId xmlns:a16="http://schemas.microsoft.com/office/drawing/2014/main" id="{C9B03976-CA81-4E5C-9497-32FE033505E0}"/>
              </a:ext>
            </a:extLst>
          </p:cNvPr>
          <p:cNvSpPr/>
          <p:nvPr/>
        </p:nvSpPr>
        <p:spPr>
          <a:xfrm>
            <a:off x="335343" y="868708"/>
            <a:ext cx="11612753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2000" b="1" i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Caracteristici generale:</a:t>
            </a:r>
          </a:p>
          <a:p>
            <a:pPr marL="800100" lvl="1" indent="-342900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ro-RO" sz="2400" dirty="0"/>
              <a:t>factorul de divizare K, este preluat din exteriorul schemei, prin intermediul unor intrări dedicate;</a:t>
            </a:r>
          </a:p>
          <a:p>
            <a:pPr marL="800100" lvl="1" indent="-342900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ro-RO" sz="2400" dirty="0"/>
              <a:t>după realizarea divizorului, factorul de divizare se poate modifica, fără să fie nevoie de reproiectarea schemei electrice; </a:t>
            </a:r>
          </a:p>
          <a:p>
            <a:pPr marL="800100" lvl="1" indent="-342900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ro-RO" sz="2400" dirty="0">
                <a:solidFill>
                  <a:srgbClr val="0000FF"/>
                </a:solidFill>
              </a:rPr>
              <a:t>implementarea necesită numărătoare sincrone presetabile cu facilitatea de semnalizare a terminării numărării </a:t>
            </a:r>
            <a:r>
              <a:rPr lang="ro-RO" sz="2400" dirty="0"/>
              <a:t>(spre exemplu 74192 sau 74192);</a:t>
            </a:r>
          </a:p>
          <a:p>
            <a:pPr marL="800100" lvl="1" indent="-342900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ro-RO" sz="2400" dirty="0"/>
              <a:t>ideea de bază este următoarea:</a:t>
            </a:r>
          </a:p>
          <a:p>
            <a:pPr marL="1714500" lvl="3" indent="-342900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ro-RO" sz="2400" dirty="0"/>
              <a:t>se încarcă paralel constanta de divizare dorită după care, circuitul este pus să numere înapoi;</a:t>
            </a:r>
          </a:p>
          <a:p>
            <a:pPr marL="1714500" lvl="3" indent="-342900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ro-RO" sz="2400" dirty="0"/>
              <a:t>sa terminarea numărării, semnalizarea de golire este folosită ca o comandă de reîncărcare a constantei de divizare dorite;</a:t>
            </a:r>
          </a:p>
        </p:txBody>
      </p:sp>
      <p:sp>
        <p:nvSpPr>
          <p:cNvPr id="6" name="Dreptunghi 5">
            <a:extLst>
              <a:ext uri="{FF2B5EF4-FFF2-40B4-BE49-F238E27FC236}">
                <a16:creationId xmlns:a16="http://schemas.microsoft.com/office/drawing/2014/main" id="{B9D32913-EA46-43EB-B1EA-B4686F4F899E}"/>
              </a:ext>
            </a:extLst>
          </p:cNvPr>
          <p:cNvSpPr/>
          <p:nvPr/>
        </p:nvSpPr>
        <p:spPr>
          <a:xfrm>
            <a:off x="426782" y="5714975"/>
            <a:ext cx="1115555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85750">
              <a:buFontTx/>
              <a:buChar char="-"/>
            </a:pP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Există două variante de implementare: </a:t>
            </a:r>
          </a:p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	a) folosind numărarea înapoi; </a:t>
            </a:r>
          </a:p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	b) folosind numărarea înainte;  </a:t>
            </a:r>
          </a:p>
        </p:txBody>
      </p:sp>
    </p:spTree>
    <p:extLst>
      <p:ext uri="{BB962C8B-B14F-4D97-AF65-F5344CB8AC3E}">
        <p14:creationId xmlns:p14="http://schemas.microsoft.com/office/powerpoint/2010/main" val="933095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975416" y="411513"/>
            <a:ext cx="10407326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Implementarea divizoarelor de frecvență cu numărătoare;</a:t>
            </a:r>
          </a:p>
          <a:p>
            <a:pPr marL="457200" indent="-457200">
              <a:buFontTx/>
              <a:buChar char="-"/>
            </a:pPr>
            <a:endParaRPr lang="ro-RO" sz="2800" b="1" dirty="0">
              <a:solidFill>
                <a:srgbClr val="0000FF"/>
              </a:solidFill>
            </a:endParaRP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divizoare de frecvență de tip I: cu factor de divizare fix;</a:t>
            </a:r>
          </a:p>
          <a:p>
            <a:pPr marL="1371600" lvl="2" indent="-457200">
              <a:buFontTx/>
              <a:buChar char="-"/>
            </a:pPr>
            <a:endParaRPr lang="ro-RO" sz="2800" b="1" dirty="0">
              <a:solidFill>
                <a:srgbClr val="0000FF"/>
              </a:solidFill>
            </a:endParaRP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rgbClr val="FF0000"/>
                </a:solidFill>
              </a:rPr>
              <a:t>divizoare de frecvență de tip II: cu factor de divizare programabil;</a:t>
            </a:r>
          </a:p>
          <a:p>
            <a:pPr marL="2743200" lvl="5" indent="-457200">
              <a:buFontTx/>
              <a:buChar char="-"/>
            </a:pPr>
            <a:r>
              <a:rPr lang="ro-RO" sz="2800" b="1" dirty="0">
                <a:solidFill>
                  <a:srgbClr val="FF0000"/>
                </a:solidFill>
              </a:rPr>
              <a:t>Varianta bazată pe numărarea înapoi;</a:t>
            </a:r>
          </a:p>
          <a:p>
            <a:pPr marL="1371600" lvl="2" indent="-457200">
              <a:buFontTx/>
              <a:buChar char="-"/>
            </a:pPr>
            <a:endParaRPr lang="ro-RO" sz="2800" b="1" dirty="0">
              <a:solidFill>
                <a:srgbClr val="0000FF"/>
              </a:solidFill>
            </a:endParaRP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divizoare de frecvență de tip III: cu factor de divizare programabil și factor de umplere programabil;</a:t>
            </a:r>
          </a:p>
          <a:p>
            <a:pPr marL="1371600" lvl="2" indent="-457200">
              <a:buFontTx/>
              <a:buChar char="-"/>
            </a:pPr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4079261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79C1A603-B44F-40D8-A464-AE4E6299D121}"/>
              </a:ext>
            </a:extLst>
          </p:cNvPr>
          <p:cNvSpPr/>
          <p:nvPr/>
        </p:nvSpPr>
        <p:spPr>
          <a:xfrm>
            <a:off x="426782" y="777269"/>
            <a:ext cx="10765742" cy="2939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342900">
              <a:spcAft>
                <a:spcPts val="600"/>
              </a:spcAft>
              <a:buFontTx/>
              <a:buChar char="-"/>
            </a:pPr>
            <a:r>
              <a:rPr lang="ro-RO" sz="20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Numărătorul este configurat să numere </a:t>
            </a:r>
            <a:r>
              <a:rPr lang="ro-RO" sz="20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înapoi</a:t>
            </a:r>
            <a:r>
              <a:rPr lang="ro-RO" sz="20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;</a:t>
            </a:r>
          </a:p>
          <a:p>
            <a:pPr marL="285750" indent="-342900">
              <a:spcAft>
                <a:spcPts val="600"/>
              </a:spcAft>
              <a:buFontTx/>
              <a:buChar char="-"/>
            </a:pP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Comanda de 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încărcare paralelă 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este dată de 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semnalul de golire 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a întregului numărător (Barrow General);</a:t>
            </a:r>
          </a:p>
          <a:p>
            <a:pPr marL="285750" indent="-342900">
              <a:spcAft>
                <a:spcPts val="600"/>
              </a:spcAft>
              <a:buFontTx/>
              <a:buChar char="-"/>
            </a:pP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Constanta ce trebuie încărcată paralel este: </a:t>
            </a:r>
          </a:p>
          <a:p>
            <a:pPr marL="1657350" lvl="3" indent="-342900">
              <a:spcAft>
                <a:spcPts val="600"/>
              </a:spcAft>
              <a:buFontTx/>
              <a:buChar char="-"/>
            </a:pP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K 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(pentru cazul încărcării paralele asincrone );</a:t>
            </a:r>
          </a:p>
          <a:p>
            <a:pPr marL="1657350" lvl="3" indent="-342900">
              <a:spcAft>
                <a:spcPts val="600"/>
              </a:spcAft>
              <a:buFontTx/>
              <a:buChar char="-"/>
            </a:pP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K-1 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(pentru cazul încărcării paralele sincrone );</a:t>
            </a:r>
          </a:p>
          <a:p>
            <a:pPr marL="285750" indent="-342900">
              <a:buFontTx/>
              <a:buChar char="-"/>
            </a:pPr>
            <a:r>
              <a:rPr lang="ro-RO" sz="2000" b="1" i="1" dirty="0">
                <a:solidFill>
                  <a:srgbClr val="0000FF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Exemplu: </a:t>
            </a:r>
            <a:r>
              <a:rPr lang="ro-RO" sz="2000" i="1" dirty="0">
                <a:solidFill>
                  <a:srgbClr val="0000FF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divizor având K=9 implementat cu un numărător presetabil pe 4 biți, cu încărcare paralelă asincronă </a:t>
            </a:r>
            <a:endParaRPr lang="ro-RO" sz="2000" i="1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EDA4D02E-0534-4D70-AF34-9AFA3E1FB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3794756"/>
            <a:ext cx="10178424" cy="2476309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7E761C8C-7991-4255-BD9C-9E4833227D64}"/>
              </a:ext>
            </a:extLst>
          </p:cNvPr>
          <p:cNvSpPr/>
          <p:nvPr/>
        </p:nvSpPr>
        <p:spPr>
          <a:xfrm>
            <a:off x="518221" y="228635"/>
            <a:ext cx="1088124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i="1" dirty="0">
                <a:solidFill>
                  <a:srgbClr val="0000FF"/>
                </a:solidFill>
              </a:rPr>
              <a:t>Proiectarea divizoarelor de frecvență cu factor programabil (tip II)  </a:t>
            </a:r>
            <a:r>
              <a:rPr lang="ro-RO" sz="2000" b="1" i="1" dirty="0">
                <a:solidFill>
                  <a:srgbClr val="FF0000"/>
                </a:solidFill>
              </a:rPr>
              <a:t>- varianta cu numărare înapoi </a:t>
            </a:r>
          </a:p>
        </p:txBody>
      </p:sp>
    </p:spTree>
    <p:extLst>
      <p:ext uri="{BB962C8B-B14F-4D97-AF65-F5344CB8AC3E}">
        <p14:creationId xmlns:p14="http://schemas.microsoft.com/office/powerpoint/2010/main" val="514472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Dreptunghi 34">
            <a:extLst>
              <a:ext uri="{FF2B5EF4-FFF2-40B4-BE49-F238E27FC236}">
                <a16:creationId xmlns:a16="http://schemas.microsoft.com/office/drawing/2014/main" id="{506F9318-A6F5-40A4-A6C0-58F974956558}"/>
              </a:ext>
            </a:extLst>
          </p:cNvPr>
          <p:cNvSpPr/>
          <p:nvPr/>
        </p:nvSpPr>
        <p:spPr>
          <a:xfrm>
            <a:off x="335342" y="137196"/>
            <a:ext cx="11521315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cu factor programabil  - </a:t>
            </a:r>
            <a:r>
              <a:rPr lang="ro-RO" sz="1600" b="1" dirty="0">
                <a:solidFill>
                  <a:srgbClr val="C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Varianta bazată pe numărarea înapoi</a:t>
            </a:r>
          </a:p>
          <a:p>
            <a:pPr indent="-57150"/>
            <a:endParaRPr lang="ro-RO" sz="2000" b="1" dirty="0">
              <a:solidFill>
                <a:srgbClr val="C0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indent="-57150"/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Pasul 1: Realizarea unui numărător presetabil suficient de mare</a:t>
            </a:r>
          </a:p>
          <a:p>
            <a:pPr indent="-57150"/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              </a:t>
            </a:r>
            <a:r>
              <a:rPr lang="ro-RO" sz="20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Considerăm cazul K= 74</a:t>
            </a:r>
          </a:p>
        </p:txBody>
      </p:sp>
      <p:graphicFrame>
        <p:nvGraphicFramePr>
          <p:cNvPr id="3" name="Obiect 2">
            <a:extLst>
              <a:ext uri="{FF2B5EF4-FFF2-40B4-BE49-F238E27FC236}">
                <a16:creationId xmlns:a16="http://schemas.microsoft.com/office/drawing/2014/main" id="{9C8438C9-1D45-4DEA-8A7C-3F096FD95AF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92538" y="1874537"/>
          <a:ext cx="9692534" cy="380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Bitmap Image" r:id="rId3" imgW="6714286" imgH="2657846" progId="Paint.Picture">
                  <p:embed/>
                </p:oleObj>
              </mc:Choice>
              <mc:Fallback>
                <p:oleObj name="Bitmap Image" r:id="rId3" imgW="6714286" imgH="2657846" progId="Paint.Picture">
                  <p:embed/>
                  <p:pic>
                    <p:nvPicPr>
                      <p:cNvPr id="3" name="Obiect 2">
                        <a:extLst>
                          <a:ext uri="{FF2B5EF4-FFF2-40B4-BE49-F238E27FC236}">
                            <a16:creationId xmlns:a16="http://schemas.microsoft.com/office/drawing/2014/main" id="{9C8438C9-1D45-4DEA-8A7C-3F096FD95A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538" y="1874537"/>
                        <a:ext cx="9692534" cy="38046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2C68A4BF-6B18-4847-AFD6-731ACA7B1D3E}"/>
                  </a:ext>
                </a:extLst>
              </p14:cNvPr>
              <p14:cNvContentPartPr/>
              <p14:nvPr/>
            </p14:nvContentPartPr>
            <p14:xfrm>
              <a:off x="10813509" y="480505"/>
              <a:ext cx="1379880" cy="33840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2C68A4BF-6B18-4847-AFD6-731ACA7B1D3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795869" y="462846"/>
                <a:ext cx="1415520" cy="3740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47046357-A9D9-4CCA-9960-92A3BC0A7A3F}"/>
                  </a:ext>
                </a:extLst>
              </p14:cNvPr>
              <p14:cNvContentPartPr/>
              <p14:nvPr/>
            </p14:nvContentPartPr>
            <p14:xfrm>
              <a:off x="8722629" y="376465"/>
              <a:ext cx="1873440" cy="10882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47046357-A9D9-4CCA-9960-92A3BC0A7A3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04626" y="358825"/>
                <a:ext cx="1909087" cy="11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D7E9D980-F389-41E8-9558-7A967DCF344D}"/>
                  </a:ext>
                </a:extLst>
              </p14:cNvPr>
              <p14:cNvContentPartPr/>
              <p14:nvPr/>
            </p14:nvContentPartPr>
            <p14:xfrm>
              <a:off x="7540389" y="4335025"/>
              <a:ext cx="594720" cy="5904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D7E9D980-F389-41E8-9558-7A967DCF344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522389" y="4299025"/>
                <a:ext cx="63036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8F48413C-09ED-41BA-A9F3-BF859062A97F}"/>
                  </a:ext>
                </a:extLst>
              </p14:cNvPr>
              <p14:cNvContentPartPr/>
              <p14:nvPr/>
            </p14:nvContentPartPr>
            <p14:xfrm>
              <a:off x="7651629" y="4397665"/>
              <a:ext cx="456840" cy="2916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8F48413C-09ED-41BA-A9F3-BF859062A97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633989" y="4362025"/>
                <a:ext cx="49248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9601A638-1852-4905-800E-7A85C404E804}"/>
                  </a:ext>
                </a:extLst>
              </p14:cNvPr>
              <p14:cNvContentPartPr/>
              <p14:nvPr/>
            </p14:nvContentPartPr>
            <p14:xfrm>
              <a:off x="3767949" y="4306945"/>
              <a:ext cx="618120" cy="342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9601A638-1852-4905-800E-7A85C404E80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749949" y="4271305"/>
                <a:ext cx="65376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17150050-B261-430D-AA0F-7971642FD9A6}"/>
                  </a:ext>
                </a:extLst>
              </p14:cNvPr>
              <p14:cNvContentPartPr/>
              <p14:nvPr/>
            </p14:nvContentPartPr>
            <p14:xfrm>
              <a:off x="3877389" y="4340785"/>
              <a:ext cx="539640" cy="2808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17150050-B261-430D-AA0F-7971642FD9A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859389" y="4304785"/>
                <a:ext cx="57528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61C6E1E7-BC48-4CB9-BFE8-E4646EE1392B}"/>
                  </a:ext>
                </a:extLst>
              </p14:cNvPr>
              <p14:cNvContentPartPr/>
              <p14:nvPr/>
            </p14:nvContentPartPr>
            <p14:xfrm>
              <a:off x="2001789" y="6135745"/>
              <a:ext cx="167040" cy="1008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61C6E1E7-BC48-4CB9-BFE8-E4646EE1392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983789" y="6118105"/>
                <a:ext cx="2026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3A00178D-3437-4F57-8EEF-0F82627518F7}"/>
                  </a:ext>
                </a:extLst>
              </p14:cNvPr>
              <p14:cNvContentPartPr/>
              <p14:nvPr/>
            </p14:nvContentPartPr>
            <p14:xfrm>
              <a:off x="2020869" y="6232225"/>
              <a:ext cx="153000" cy="111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3A00178D-3437-4F57-8EEF-0F82627518F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003229" y="6214225"/>
                <a:ext cx="1886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5150618F-9F7E-4E76-B832-7EE2C38CBCF0}"/>
                  </a:ext>
                </a:extLst>
              </p14:cNvPr>
              <p14:cNvContentPartPr/>
              <p14:nvPr/>
            </p14:nvContentPartPr>
            <p14:xfrm>
              <a:off x="1996749" y="6310705"/>
              <a:ext cx="225000" cy="1944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5150618F-9F7E-4E76-B832-7EE2C38CBCF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979109" y="6292705"/>
                <a:ext cx="2606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0A3F6815-F31F-494C-9DFE-4D1C26746AAA}"/>
                  </a:ext>
                </a:extLst>
              </p14:cNvPr>
              <p14:cNvContentPartPr/>
              <p14:nvPr/>
            </p14:nvContentPartPr>
            <p14:xfrm>
              <a:off x="572229" y="6011545"/>
              <a:ext cx="1164240" cy="3913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0A3F6815-F31F-494C-9DFE-4D1C26746AA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54589" y="5993545"/>
                <a:ext cx="1199880" cy="42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0F565CA2-4473-4524-9DCC-FAF7B1FC13B6}"/>
                  </a:ext>
                </a:extLst>
              </p14:cNvPr>
              <p14:cNvContentPartPr/>
              <p14:nvPr/>
            </p14:nvContentPartPr>
            <p14:xfrm>
              <a:off x="2410749" y="5948545"/>
              <a:ext cx="460800" cy="2016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0F565CA2-4473-4524-9DCC-FAF7B1FC13B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393109" y="5930905"/>
                <a:ext cx="4964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E9736877-59D4-4C71-9B8C-215DF04FB387}"/>
                  </a:ext>
                </a:extLst>
              </p14:cNvPr>
              <p14:cNvContentPartPr/>
              <p14:nvPr/>
            </p14:nvContentPartPr>
            <p14:xfrm>
              <a:off x="2429829" y="6032785"/>
              <a:ext cx="601920" cy="33732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E9736877-59D4-4C71-9B8C-215DF04FB38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412189" y="6015145"/>
                <a:ext cx="63756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14BE22DF-7FA6-40F3-A079-A9756BEC0B2D}"/>
                  </a:ext>
                </a:extLst>
              </p14:cNvPr>
              <p14:cNvContentPartPr/>
              <p14:nvPr/>
            </p14:nvContentPartPr>
            <p14:xfrm>
              <a:off x="3681549" y="5924785"/>
              <a:ext cx="2013480" cy="6829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14BE22DF-7FA6-40F3-A079-A9756BEC0B2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663549" y="5906785"/>
                <a:ext cx="2049120" cy="71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012C3B73-F02E-40BD-9719-141BB73C195B}"/>
                  </a:ext>
                </a:extLst>
              </p14:cNvPr>
              <p14:cNvContentPartPr/>
              <p14:nvPr/>
            </p14:nvContentPartPr>
            <p14:xfrm>
              <a:off x="9019269" y="2036785"/>
              <a:ext cx="2319840" cy="84636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012C3B73-F02E-40BD-9719-141BB73C195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001629" y="2018785"/>
                <a:ext cx="2355480" cy="88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DCAE89F2-C1D9-4F4F-B26B-124162CB600D}"/>
                  </a:ext>
                </a:extLst>
              </p14:cNvPr>
              <p14:cNvContentPartPr/>
              <p14:nvPr/>
            </p14:nvContentPartPr>
            <p14:xfrm>
              <a:off x="9754749" y="3986905"/>
              <a:ext cx="1117440" cy="36972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DCAE89F2-C1D9-4F4F-B26B-124162CB600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737109" y="3968905"/>
                <a:ext cx="1153080" cy="40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0776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9C894B1-15D9-4841-A22F-7BAE563A6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99" y="178309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51C65BE9-1D80-4889-BC2C-3B44116E5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77" y="2240293"/>
            <a:ext cx="9372600" cy="4105275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0FE6B7D3-99B0-42AA-B58F-DC57A95DF21D}"/>
              </a:ext>
            </a:extLst>
          </p:cNvPr>
          <p:cNvSpPr/>
          <p:nvPr/>
        </p:nvSpPr>
        <p:spPr>
          <a:xfrm>
            <a:off x="335342" y="137196"/>
            <a:ext cx="1152131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cu factor programabil  - </a:t>
            </a:r>
            <a:r>
              <a:rPr lang="ro-RO" sz="1600" b="1" dirty="0">
                <a:solidFill>
                  <a:srgbClr val="C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Varianta bazată pe numărarea înapoi</a:t>
            </a:r>
          </a:p>
          <a:p>
            <a:pPr indent="-57150"/>
            <a:endParaRPr lang="ro-RO" sz="2000" b="1" dirty="0">
              <a:solidFill>
                <a:srgbClr val="C0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indent="-57150"/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Pasul 2: Configurarea numărătorului pentru a opera ca divizor programabil </a:t>
            </a:r>
          </a:p>
          <a:p>
            <a:pPr indent="-57150"/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              </a:t>
            </a:r>
            <a:r>
              <a:rPr lang="ro-RO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Considerăm cazul K= 74</a:t>
            </a:r>
          </a:p>
          <a:p>
            <a:pPr indent="-57150"/>
            <a:endParaRPr lang="ro-RO" sz="2000" b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indent="-57150"/>
            <a:r>
              <a:rPr lang="ro-RO" sz="20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	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A. Prima variantă de schemă logică</a:t>
            </a:r>
          </a:p>
        </p:txBody>
      </p:sp>
    </p:spTree>
    <p:extLst>
      <p:ext uri="{BB962C8B-B14F-4D97-AF65-F5344CB8AC3E}">
        <p14:creationId xmlns:p14="http://schemas.microsoft.com/office/powerpoint/2010/main" val="1370864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346586B5-5C5B-43CE-A54C-D06F97678BE7}"/>
                  </a:ext>
                </a:extLst>
              </p14:cNvPr>
              <p14:cNvContentPartPr/>
              <p14:nvPr/>
            </p14:nvContentPartPr>
            <p14:xfrm>
              <a:off x="6881949" y="4661185"/>
              <a:ext cx="765360" cy="30492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346586B5-5C5B-43CE-A54C-D06F97678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63949" y="4643545"/>
                <a:ext cx="80100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D066380D-3575-47B4-A962-54D23F727740}"/>
                  </a:ext>
                </a:extLst>
              </p14:cNvPr>
              <p14:cNvContentPartPr/>
              <p14:nvPr/>
            </p14:nvContentPartPr>
            <p14:xfrm>
              <a:off x="3914469" y="4797985"/>
              <a:ext cx="777240" cy="2311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D066380D-3575-47B4-A962-54D23F7277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96829" y="4780345"/>
                <a:ext cx="81288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6F8D4B60-5C9B-416D-94E6-7FCCDCE45647}"/>
                  </a:ext>
                </a:extLst>
              </p14:cNvPr>
              <p14:cNvContentPartPr/>
              <p14:nvPr/>
            </p14:nvContentPartPr>
            <p14:xfrm>
              <a:off x="1260549" y="918625"/>
              <a:ext cx="10655640" cy="362736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6F8D4B60-5C9B-416D-94E6-7FCCDCE4564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42909" y="900625"/>
                <a:ext cx="10691280" cy="366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7955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D4391DED-533F-4091-A45E-DD596129E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1325903"/>
            <a:ext cx="10391775" cy="4657725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C78A9803-02F9-4306-A827-401C1F0663D6}"/>
              </a:ext>
            </a:extLst>
          </p:cNvPr>
          <p:cNvSpPr/>
          <p:nvPr/>
        </p:nvSpPr>
        <p:spPr>
          <a:xfrm>
            <a:off x="335342" y="137196"/>
            <a:ext cx="1152131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cu factor programabil  - </a:t>
            </a:r>
            <a:r>
              <a:rPr lang="ro-RO" b="1" dirty="0">
                <a:solidFill>
                  <a:srgbClr val="C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Varianta bazată pe numărarea înapoi</a:t>
            </a:r>
          </a:p>
          <a:p>
            <a:pPr indent="-57150"/>
            <a:endParaRPr lang="ro-RO" sz="2000" b="1" dirty="0">
              <a:solidFill>
                <a:srgbClr val="C0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indent="-57150"/>
            <a:r>
              <a:rPr lang="ro-RO" sz="20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	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A. Prima variantă de schemă logică – </a:t>
            </a:r>
            <a:r>
              <a:rPr lang="ro-RO" sz="2000" b="1" i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Descrierea funcționării (1/3)</a:t>
            </a:r>
          </a:p>
        </p:txBody>
      </p:sp>
    </p:spTree>
    <p:extLst>
      <p:ext uri="{BB962C8B-B14F-4D97-AF65-F5344CB8AC3E}">
        <p14:creationId xmlns:p14="http://schemas.microsoft.com/office/powerpoint/2010/main" val="866869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CDCFECA2-EB23-4FC9-BABB-9A5592D54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8" y="1417342"/>
            <a:ext cx="10239375" cy="5124450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D5D7D881-05B1-4FDF-A6FB-5570F9E6D31F}"/>
              </a:ext>
            </a:extLst>
          </p:cNvPr>
          <p:cNvSpPr/>
          <p:nvPr/>
        </p:nvSpPr>
        <p:spPr>
          <a:xfrm>
            <a:off x="335342" y="137196"/>
            <a:ext cx="1152131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cu factor programabil  - </a:t>
            </a:r>
            <a:r>
              <a:rPr lang="ro-RO" sz="1600" b="1" dirty="0">
                <a:solidFill>
                  <a:srgbClr val="C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Varianta bazată pe numărarea înapoi</a:t>
            </a:r>
          </a:p>
          <a:p>
            <a:pPr indent="-57150"/>
            <a:endParaRPr lang="ro-RO" sz="2000" b="1" dirty="0">
              <a:solidFill>
                <a:srgbClr val="C0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indent="-57150"/>
            <a:r>
              <a:rPr lang="ro-RO" sz="20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	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A. Prima variantă de schemă logică – </a:t>
            </a:r>
            <a:r>
              <a:rPr lang="ro-RO" sz="2000" b="1" i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Descrierea funcționării (2/3)</a:t>
            </a:r>
          </a:p>
        </p:txBody>
      </p:sp>
    </p:spTree>
    <p:extLst>
      <p:ext uri="{BB962C8B-B14F-4D97-AF65-F5344CB8AC3E}">
        <p14:creationId xmlns:p14="http://schemas.microsoft.com/office/powerpoint/2010/main" val="2744431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A866127C-2927-4D81-BC27-E0E56D4A9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1051586"/>
            <a:ext cx="10368919" cy="5731887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BBD1C927-1509-4F44-8CC9-3DBFEE232E1F}"/>
              </a:ext>
            </a:extLst>
          </p:cNvPr>
          <p:cNvSpPr/>
          <p:nvPr/>
        </p:nvSpPr>
        <p:spPr>
          <a:xfrm>
            <a:off x="335342" y="137196"/>
            <a:ext cx="11521315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cu factor programabil  - </a:t>
            </a:r>
            <a:r>
              <a:rPr lang="ro-RO" sz="1600" b="1" dirty="0">
                <a:solidFill>
                  <a:srgbClr val="C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Varianta bazată pe numărarea înapoi</a:t>
            </a:r>
          </a:p>
          <a:p>
            <a:pPr indent="-57150"/>
            <a:endParaRPr lang="ro-RO" sz="1100" b="1" dirty="0">
              <a:solidFill>
                <a:srgbClr val="C0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indent="-57150"/>
            <a:r>
              <a:rPr lang="ro-RO" sz="20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	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A. Prima variantă de schemă logică – </a:t>
            </a:r>
            <a:r>
              <a:rPr lang="ro-RO" sz="2000" b="1" i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Descrierea funcționării (3/3)</a:t>
            </a:r>
          </a:p>
        </p:txBody>
      </p:sp>
    </p:spTree>
    <p:extLst>
      <p:ext uri="{BB962C8B-B14F-4D97-AF65-F5344CB8AC3E}">
        <p14:creationId xmlns:p14="http://schemas.microsoft.com/office/powerpoint/2010/main" val="2923979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9C894B1-15D9-4841-A22F-7BAE563A6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99" y="178309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2F49871C-6B3D-47E5-8F4B-638FFAE8B8F1}"/>
                  </a:ext>
                </a:extLst>
              </p14:cNvPr>
              <p14:cNvContentPartPr/>
              <p14:nvPr/>
            </p14:nvContentPartPr>
            <p14:xfrm>
              <a:off x="9873189" y="191785"/>
              <a:ext cx="1292040" cy="91224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2F49871C-6B3D-47E5-8F4B-638FFAE8B8F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55544" y="174145"/>
                <a:ext cx="1327690" cy="94788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6" name="Obiect 25">
            <a:extLst>
              <a:ext uri="{FF2B5EF4-FFF2-40B4-BE49-F238E27FC236}">
                <a16:creationId xmlns:a16="http://schemas.microsoft.com/office/drawing/2014/main" id="{6E72E541-CD78-4F71-B94B-5FEEBA18B40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75416" y="2423171"/>
          <a:ext cx="8412388" cy="3302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" name="Bitmap Image" r:id="rId7" imgW="6714286" imgH="2657846" progId="Paint.Picture">
                  <p:embed/>
                </p:oleObj>
              </mc:Choice>
              <mc:Fallback>
                <p:oleObj name="Bitmap Image" r:id="rId7" imgW="6714286" imgH="2657846" progId="Paint.Picture">
                  <p:embed/>
                  <p:pic>
                    <p:nvPicPr>
                      <p:cNvPr id="26" name="Obiect 25">
                        <a:extLst>
                          <a:ext uri="{FF2B5EF4-FFF2-40B4-BE49-F238E27FC236}">
                            <a16:creationId xmlns:a16="http://schemas.microsoft.com/office/drawing/2014/main" id="{6E72E541-CD78-4F71-B94B-5FEEBA18B4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416" y="2423171"/>
                        <a:ext cx="8412388" cy="33021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5666C7B9-509D-42E5-B9B5-55E1D650957B}"/>
                  </a:ext>
                </a:extLst>
              </p14:cNvPr>
              <p14:cNvContentPartPr/>
              <p14:nvPr/>
            </p14:nvContentPartPr>
            <p14:xfrm>
              <a:off x="278829" y="4605385"/>
              <a:ext cx="1632960" cy="295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5666C7B9-509D-42E5-B9B5-55E1D650957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0829" y="4569385"/>
                <a:ext cx="166860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83CF09EB-1884-4D54-8BE2-302CD62FA2A7}"/>
                  </a:ext>
                </a:extLst>
              </p14:cNvPr>
              <p14:cNvContentPartPr/>
              <p14:nvPr/>
            </p14:nvContentPartPr>
            <p14:xfrm>
              <a:off x="1103589" y="4479385"/>
              <a:ext cx="223920" cy="28872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83CF09EB-1884-4D54-8BE2-302CD62FA2A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85589" y="4443745"/>
                <a:ext cx="25956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7F9D92D8-9440-4C18-8CB3-45086AF6F77E}"/>
                  </a:ext>
                </a:extLst>
              </p14:cNvPr>
              <p14:cNvContentPartPr/>
              <p14:nvPr/>
            </p14:nvContentPartPr>
            <p14:xfrm>
              <a:off x="235269" y="4230265"/>
              <a:ext cx="10080" cy="18144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7F9D92D8-9440-4C18-8CB3-45086AF6F77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7629" y="4194265"/>
                <a:ext cx="4572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BD33A029-C65D-4198-AB72-5E618FC40ECD}"/>
                  </a:ext>
                </a:extLst>
              </p14:cNvPr>
              <p14:cNvContentPartPr/>
              <p14:nvPr/>
            </p14:nvContentPartPr>
            <p14:xfrm>
              <a:off x="322029" y="4268785"/>
              <a:ext cx="7200" cy="1411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BD33A029-C65D-4198-AB72-5E618FC40EC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04029" y="4232785"/>
                <a:ext cx="4284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6514CA35-FBE8-4376-AC60-8FC4630FB72B}"/>
                  </a:ext>
                </a:extLst>
              </p14:cNvPr>
              <p14:cNvContentPartPr/>
              <p14:nvPr/>
            </p14:nvContentPartPr>
            <p14:xfrm>
              <a:off x="331749" y="4307305"/>
              <a:ext cx="133560" cy="813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6514CA35-FBE8-4376-AC60-8FC4630FB72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14109" y="4271305"/>
                <a:ext cx="16920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503C7460-E6EF-4DE8-8A8D-670D0B348C79}"/>
                  </a:ext>
                </a:extLst>
              </p14:cNvPr>
              <p14:cNvContentPartPr/>
              <p14:nvPr/>
            </p14:nvContentPartPr>
            <p14:xfrm>
              <a:off x="485829" y="4207225"/>
              <a:ext cx="7200" cy="17784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503C7460-E6EF-4DE8-8A8D-670D0B348C7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67829" y="4171585"/>
                <a:ext cx="4284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44B79207-8145-4CBC-9843-40A48419E01E}"/>
                  </a:ext>
                </a:extLst>
              </p14:cNvPr>
              <p14:cNvContentPartPr/>
              <p14:nvPr/>
            </p14:nvContentPartPr>
            <p14:xfrm>
              <a:off x="1214829" y="3676585"/>
              <a:ext cx="527400" cy="54684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44B79207-8145-4CBC-9843-40A48419E01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97189" y="3640945"/>
                <a:ext cx="563040" cy="6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92E7B85A-8105-4E9B-BC73-5CB58B9B1205}"/>
                  </a:ext>
                </a:extLst>
              </p14:cNvPr>
              <p14:cNvContentPartPr/>
              <p14:nvPr/>
            </p14:nvContentPartPr>
            <p14:xfrm>
              <a:off x="856269" y="3463105"/>
              <a:ext cx="58680" cy="25560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92E7B85A-8105-4E9B-BC73-5CB58B9B120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38629" y="3427105"/>
                <a:ext cx="9432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879B9371-8940-4A95-860E-10099AF26A22}"/>
                  </a:ext>
                </a:extLst>
              </p14:cNvPr>
              <p14:cNvContentPartPr/>
              <p14:nvPr/>
            </p14:nvContentPartPr>
            <p14:xfrm>
              <a:off x="870669" y="3792145"/>
              <a:ext cx="150120" cy="504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879B9371-8940-4A95-860E-10099AF26A2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52669" y="3756145"/>
                <a:ext cx="18576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DBC73E66-72C7-48D5-A944-9463B7BD2B55}"/>
                  </a:ext>
                </a:extLst>
              </p14:cNvPr>
              <p14:cNvContentPartPr/>
              <p14:nvPr/>
            </p14:nvContentPartPr>
            <p14:xfrm>
              <a:off x="1030149" y="3344665"/>
              <a:ext cx="66960" cy="13248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DBC73E66-72C7-48D5-A944-9463B7BD2B5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12509" y="3308665"/>
                <a:ext cx="10260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4E54BDEA-94B4-42A8-BE54-1BC7274FDE34}"/>
                  </a:ext>
                </a:extLst>
              </p14:cNvPr>
              <p14:cNvContentPartPr/>
              <p14:nvPr/>
            </p14:nvContentPartPr>
            <p14:xfrm>
              <a:off x="620829" y="3264025"/>
              <a:ext cx="66960" cy="1530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4E54BDEA-94B4-42A8-BE54-1BC7274FDE3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02829" y="3228025"/>
                <a:ext cx="1026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EA8242A2-82A4-43D7-8686-BB5F7FEA538B}"/>
                  </a:ext>
                </a:extLst>
              </p14:cNvPr>
              <p14:cNvContentPartPr/>
              <p14:nvPr/>
            </p14:nvContentPartPr>
            <p14:xfrm>
              <a:off x="10065789" y="827905"/>
              <a:ext cx="216720" cy="579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EA8242A2-82A4-43D7-8686-BB5F7FEA538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048149" y="791905"/>
                <a:ext cx="25236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11AC4B46-AC23-4BBA-8F62-18D7575D8421}"/>
                  </a:ext>
                </a:extLst>
              </p14:cNvPr>
              <p14:cNvContentPartPr/>
              <p14:nvPr/>
            </p14:nvContentPartPr>
            <p14:xfrm>
              <a:off x="6476589" y="1834825"/>
              <a:ext cx="34560" cy="178920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11AC4B46-AC23-4BBA-8F62-18D7575D842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458949" y="1798825"/>
                <a:ext cx="70200" cy="18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1383AA5C-6290-4F5E-9FCF-C17C73C382F1}"/>
                  </a:ext>
                </a:extLst>
              </p14:cNvPr>
              <p14:cNvContentPartPr/>
              <p14:nvPr/>
            </p14:nvContentPartPr>
            <p14:xfrm>
              <a:off x="6732909" y="1915105"/>
              <a:ext cx="67680" cy="170892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1383AA5C-6290-4F5E-9FCF-C17C73C382F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714909" y="1879465"/>
                <a:ext cx="103320" cy="178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728AC462-6F9A-4F37-A569-126FA881AE0E}"/>
                  </a:ext>
                </a:extLst>
              </p14:cNvPr>
              <p14:cNvContentPartPr/>
              <p14:nvPr/>
            </p14:nvContentPartPr>
            <p14:xfrm>
              <a:off x="7008669" y="1866145"/>
              <a:ext cx="90000" cy="176148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728AC462-6F9A-4F37-A569-126FA881AE0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991029" y="1830505"/>
                <a:ext cx="125640" cy="18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92BB6D84-2D4C-43DA-9EEE-BA6FC2E7A2EB}"/>
                  </a:ext>
                </a:extLst>
              </p14:cNvPr>
              <p14:cNvContentPartPr/>
              <p14:nvPr/>
            </p14:nvContentPartPr>
            <p14:xfrm>
              <a:off x="7223589" y="1811785"/>
              <a:ext cx="154080" cy="18316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92BB6D84-2D4C-43DA-9EEE-BA6FC2E7A2E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205589" y="1776145"/>
                <a:ext cx="189720" cy="19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6EE09C39-CFA8-4CD7-BE7B-4C050283CAC6}"/>
                  </a:ext>
                </a:extLst>
              </p14:cNvPr>
              <p14:cNvContentPartPr/>
              <p14:nvPr/>
            </p14:nvContentPartPr>
            <p14:xfrm>
              <a:off x="7953669" y="1813585"/>
              <a:ext cx="161640" cy="34812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6EE09C39-CFA8-4CD7-BE7B-4C050283CAC6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935669" y="1777585"/>
                <a:ext cx="19728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3EB2C6AF-2ACE-465C-AD35-163E1C926D38}"/>
                  </a:ext>
                </a:extLst>
              </p14:cNvPr>
              <p14:cNvContentPartPr/>
              <p14:nvPr/>
            </p14:nvContentPartPr>
            <p14:xfrm>
              <a:off x="7943589" y="1966945"/>
              <a:ext cx="217080" cy="5904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3EB2C6AF-2ACE-465C-AD35-163E1C926D3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925949" y="1931305"/>
                <a:ext cx="25272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D0D2B86E-C09C-4726-8EEF-0AAF4193BCC2}"/>
                  </a:ext>
                </a:extLst>
              </p14:cNvPr>
              <p14:cNvContentPartPr/>
              <p14:nvPr/>
            </p14:nvContentPartPr>
            <p14:xfrm>
              <a:off x="8301429" y="1892425"/>
              <a:ext cx="162360" cy="1080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D0D2B86E-C09C-4726-8EEF-0AAF4193BCC2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283429" y="1856425"/>
                <a:ext cx="19800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503D49B8-809E-4551-B141-17F81F34BF2F}"/>
                  </a:ext>
                </a:extLst>
              </p14:cNvPr>
              <p14:cNvContentPartPr/>
              <p14:nvPr/>
            </p14:nvContentPartPr>
            <p14:xfrm>
              <a:off x="8306109" y="2000425"/>
              <a:ext cx="192240" cy="2412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503D49B8-809E-4551-B141-17F81F34BF2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288469" y="1964785"/>
                <a:ext cx="22788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5F04CA39-C241-422F-A3A4-E2F38D2DB7D9}"/>
                  </a:ext>
                </a:extLst>
              </p14:cNvPr>
              <p14:cNvContentPartPr/>
              <p14:nvPr/>
            </p14:nvContentPartPr>
            <p14:xfrm>
              <a:off x="8605989" y="1833385"/>
              <a:ext cx="168480" cy="18360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5F04CA39-C241-422F-A3A4-E2F38D2DB7D9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587989" y="1797745"/>
                <a:ext cx="20412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3FD2F579-993C-4984-AF2E-2F6421FE67FC}"/>
                  </a:ext>
                </a:extLst>
              </p14:cNvPr>
              <p14:cNvContentPartPr/>
              <p14:nvPr/>
            </p14:nvContentPartPr>
            <p14:xfrm>
              <a:off x="8859429" y="1809265"/>
              <a:ext cx="24480" cy="2224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3FD2F579-993C-4984-AF2E-2F6421FE67F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841789" y="1773625"/>
                <a:ext cx="6012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736C159E-3B7B-4B8C-890F-E92FED409DA0}"/>
                  </a:ext>
                </a:extLst>
              </p14:cNvPr>
              <p14:cNvContentPartPr/>
              <p14:nvPr/>
            </p14:nvContentPartPr>
            <p14:xfrm>
              <a:off x="8971029" y="1807465"/>
              <a:ext cx="18000" cy="19296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736C159E-3B7B-4B8C-890F-E92FED409DA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953029" y="1771465"/>
                <a:ext cx="5364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FA25BBB7-FCB6-4006-AF5F-6ABC3745776F}"/>
                  </a:ext>
                </a:extLst>
              </p14:cNvPr>
              <p14:cNvContentPartPr/>
              <p14:nvPr/>
            </p14:nvContentPartPr>
            <p14:xfrm>
              <a:off x="9115029" y="1793785"/>
              <a:ext cx="15480" cy="22284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FA25BBB7-FCB6-4006-AF5F-6ABC3745776F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097029" y="1758145"/>
                <a:ext cx="5112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59586EC9-F970-4CC4-8DF4-AC86F7809C43}"/>
                  </a:ext>
                </a:extLst>
              </p14:cNvPr>
              <p14:cNvContentPartPr/>
              <p14:nvPr/>
            </p14:nvContentPartPr>
            <p14:xfrm>
              <a:off x="7228269" y="1780105"/>
              <a:ext cx="242280" cy="1008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59586EC9-F970-4CC4-8DF4-AC86F7809C43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210269" y="1744465"/>
                <a:ext cx="27792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69D3F428-4DF6-44E9-B77F-2D6D3A479FAC}"/>
                  </a:ext>
                </a:extLst>
              </p14:cNvPr>
              <p14:cNvContentPartPr/>
              <p14:nvPr/>
            </p14:nvContentPartPr>
            <p14:xfrm>
              <a:off x="7464069" y="1641865"/>
              <a:ext cx="43200" cy="27972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69D3F428-4DF6-44E9-B77F-2D6D3A479FAC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446069" y="1605865"/>
                <a:ext cx="7884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A95005F9-747D-456B-A2AA-192164EF9CAB}"/>
                  </a:ext>
                </a:extLst>
              </p14:cNvPr>
              <p14:cNvContentPartPr/>
              <p14:nvPr/>
            </p14:nvContentPartPr>
            <p14:xfrm>
              <a:off x="7492149" y="1606225"/>
              <a:ext cx="124200" cy="349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A95005F9-747D-456B-A2AA-192164EF9CAB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474509" y="1570585"/>
                <a:ext cx="15984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44A70A79-A42C-4F91-9BB3-801C8E6948D3}"/>
                  </a:ext>
                </a:extLst>
              </p14:cNvPr>
              <p14:cNvContentPartPr/>
              <p14:nvPr/>
            </p14:nvContentPartPr>
            <p14:xfrm>
              <a:off x="7497909" y="1700185"/>
              <a:ext cx="110880" cy="1512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44A70A79-A42C-4F91-9BB3-801C8E6948D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479909" y="1664545"/>
                <a:ext cx="14652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4873E62B-120D-4484-800B-E37CC96695CA}"/>
                  </a:ext>
                </a:extLst>
              </p14:cNvPr>
              <p14:cNvContentPartPr/>
              <p14:nvPr/>
            </p14:nvContentPartPr>
            <p14:xfrm>
              <a:off x="7506549" y="1780105"/>
              <a:ext cx="92880" cy="1296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4873E62B-120D-4484-800B-E37CC96695C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488549" y="1744105"/>
                <a:ext cx="1285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49A89527-3648-432F-88A3-28D01DE24FD9}"/>
                  </a:ext>
                </a:extLst>
              </p14:cNvPr>
              <p14:cNvContentPartPr/>
              <p14:nvPr/>
            </p14:nvContentPartPr>
            <p14:xfrm>
              <a:off x="7507269" y="1866865"/>
              <a:ext cx="70200" cy="1476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49A89527-3648-432F-88A3-28D01DE24FD9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7489269" y="1831225"/>
                <a:ext cx="10584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8EC46188-10FE-471A-BB22-C0E8BEEDC399}"/>
                  </a:ext>
                </a:extLst>
              </p14:cNvPr>
              <p14:cNvContentPartPr/>
              <p14:nvPr/>
            </p14:nvContentPartPr>
            <p14:xfrm>
              <a:off x="7493229" y="1929505"/>
              <a:ext cx="110160" cy="90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8EC46188-10FE-471A-BB22-C0E8BEEDC399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475229" y="1893505"/>
                <a:ext cx="14580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7A7D7340-6983-4AF2-A834-CE657AFEFD2C}"/>
                  </a:ext>
                </a:extLst>
              </p14:cNvPr>
              <p14:cNvContentPartPr/>
              <p14:nvPr/>
            </p14:nvContentPartPr>
            <p14:xfrm>
              <a:off x="6227829" y="1857865"/>
              <a:ext cx="798840" cy="3852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7A7D7340-6983-4AF2-A834-CE657AFEFD2C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6210189" y="1822225"/>
                <a:ext cx="8344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643BB535-B492-43D2-8190-56E060E0D5E1}"/>
                  </a:ext>
                </a:extLst>
              </p14:cNvPr>
              <p14:cNvContentPartPr/>
              <p14:nvPr/>
            </p14:nvContentPartPr>
            <p14:xfrm>
              <a:off x="6717429" y="1847425"/>
              <a:ext cx="140040" cy="8892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643BB535-B492-43D2-8190-56E060E0D5E1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699429" y="1811785"/>
                <a:ext cx="17568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B8565D47-86E2-4271-A88D-72F0D48D25A6}"/>
                  </a:ext>
                </a:extLst>
              </p14:cNvPr>
              <p14:cNvContentPartPr/>
              <p14:nvPr/>
            </p14:nvContentPartPr>
            <p14:xfrm>
              <a:off x="6459669" y="1811065"/>
              <a:ext cx="113040" cy="997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B8565D47-86E2-4271-A88D-72F0D48D25A6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442029" y="1775065"/>
                <a:ext cx="14868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980BB380-9C0E-488F-8FEB-6D5484A7994D}"/>
                  </a:ext>
                </a:extLst>
              </p14:cNvPr>
              <p14:cNvContentPartPr/>
              <p14:nvPr/>
            </p14:nvContentPartPr>
            <p14:xfrm>
              <a:off x="5909589" y="1890985"/>
              <a:ext cx="393120" cy="100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980BB380-9C0E-488F-8FEB-6D5484A7994D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891589" y="1854985"/>
                <a:ext cx="42876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FAA2085D-92C0-4BF1-B326-57762D335237}"/>
                  </a:ext>
                </a:extLst>
              </p14:cNvPr>
              <p14:cNvContentPartPr/>
              <p14:nvPr/>
            </p14:nvContentPartPr>
            <p14:xfrm>
              <a:off x="5967189" y="1484545"/>
              <a:ext cx="81720" cy="25092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FAA2085D-92C0-4BF1-B326-57762D335237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949549" y="1448905"/>
                <a:ext cx="11736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836E5457-8433-441E-BC87-25888BFCB443}"/>
                  </a:ext>
                </a:extLst>
              </p14:cNvPr>
              <p14:cNvContentPartPr/>
              <p14:nvPr/>
            </p14:nvContentPartPr>
            <p14:xfrm>
              <a:off x="5807709" y="1395265"/>
              <a:ext cx="115200" cy="12348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836E5457-8433-441E-BC87-25888BFCB443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790069" y="1359625"/>
                <a:ext cx="15084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10D155D6-F018-40E8-8CED-97B172060C3D}"/>
                  </a:ext>
                </a:extLst>
              </p14:cNvPr>
              <p14:cNvContentPartPr/>
              <p14:nvPr/>
            </p14:nvContentPartPr>
            <p14:xfrm>
              <a:off x="6118389" y="1372585"/>
              <a:ext cx="81000" cy="11448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10D155D6-F018-40E8-8CED-97B172060C3D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100389" y="1336945"/>
                <a:ext cx="11664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06F14384-7000-4DCF-845F-D077E3B8B657}"/>
                  </a:ext>
                </a:extLst>
              </p14:cNvPr>
              <p14:cNvContentPartPr/>
              <p14:nvPr/>
            </p14:nvContentPartPr>
            <p14:xfrm>
              <a:off x="3175749" y="1896745"/>
              <a:ext cx="83520" cy="168372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06F14384-7000-4DCF-845F-D077E3B8B657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158109" y="1861105"/>
                <a:ext cx="119160" cy="175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ACA1EAA8-3D19-4470-BBC7-0B7A1E9F434E}"/>
                  </a:ext>
                </a:extLst>
              </p14:cNvPr>
              <p14:cNvContentPartPr/>
              <p14:nvPr/>
            </p14:nvContentPartPr>
            <p14:xfrm>
              <a:off x="3464109" y="1973425"/>
              <a:ext cx="96120" cy="155952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ACA1EAA8-3D19-4470-BBC7-0B7A1E9F434E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446109" y="1937425"/>
                <a:ext cx="131760" cy="163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BB197429-FE34-498A-9B64-6B5EA49CD89E}"/>
                  </a:ext>
                </a:extLst>
              </p14:cNvPr>
              <p14:cNvContentPartPr/>
              <p14:nvPr/>
            </p14:nvContentPartPr>
            <p14:xfrm>
              <a:off x="3841029" y="1955065"/>
              <a:ext cx="78480" cy="163512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BB197429-FE34-498A-9B64-6B5EA49CD89E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3823389" y="1919065"/>
                <a:ext cx="114120" cy="170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FA5F855F-32B2-48EE-A1C8-5198E119803F}"/>
                  </a:ext>
                </a:extLst>
              </p14:cNvPr>
              <p14:cNvContentPartPr/>
              <p14:nvPr/>
            </p14:nvContentPartPr>
            <p14:xfrm>
              <a:off x="4091229" y="1909345"/>
              <a:ext cx="52200" cy="168588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FA5F855F-32B2-48EE-A1C8-5198E119803F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4073589" y="1873345"/>
                <a:ext cx="87840" cy="175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9A3ED065-41AB-43EB-A9B0-A86DF96733E8}"/>
                  </a:ext>
                </a:extLst>
              </p14:cNvPr>
              <p14:cNvContentPartPr/>
              <p14:nvPr/>
            </p14:nvContentPartPr>
            <p14:xfrm>
              <a:off x="4438989" y="2014825"/>
              <a:ext cx="120600" cy="28008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9A3ED065-41AB-43EB-A9B0-A86DF96733E8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4421349" y="1979185"/>
                <a:ext cx="15624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0352F016-7985-4724-B6D0-976E5A84EBEB}"/>
                  </a:ext>
                </a:extLst>
              </p14:cNvPr>
              <p14:cNvContentPartPr/>
              <p14:nvPr/>
            </p14:nvContentPartPr>
            <p14:xfrm>
              <a:off x="4643829" y="2059105"/>
              <a:ext cx="114840" cy="1044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0352F016-7985-4724-B6D0-976E5A84EBEB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4626189" y="2023465"/>
                <a:ext cx="15048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7CB39189-9FE6-4522-8783-1A929645C4D3}"/>
                  </a:ext>
                </a:extLst>
              </p14:cNvPr>
              <p14:cNvContentPartPr/>
              <p14:nvPr/>
            </p14:nvContentPartPr>
            <p14:xfrm>
              <a:off x="4658229" y="2145145"/>
              <a:ext cx="162720" cy="2268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7CB39189-9FE6-4522-8783-1A929645C4D3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4640589" y="2109505"/>
                <a:ext cx="1983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97E0750F-1BC2-4E7D-9C0E-D901D6BA3585}"/>
                  </a:ext>
                </a:extLst>
              </p14:cNvPr>
              <p14:cNvContentPartPr/>
              <p14:nvPr/>
            </p14:nvContentPartPr>
            <p14:xfrm>
              <a:off x="4888629" y="2002585"/>
              <a:ext cx="146880" cy="16920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97E0750F-1BC2-4E7D-9C0E-D901D6BA3585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4870629" y="1966945"/>
                <a:ext cx="18252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5CC28D08-5989-4560-A48C-F9B30EE3CA90}"/>
                  </a:ext>
                </a:extLst>
              </p14:cNvPr>
              <p14:cNvContentPartPr/>
              <p14:nvPr/>
            </p14:nvContentPartPr>
            <p14:xfrm>
              <a:off x="5110749" y="1987105"/>
              <a:ext cx="23400" cy="20196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5CC28D08-5989-4560-A48C-F9B30EE3CA90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5092749" y="1951105"/>
                <a:ext cx="5904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321AAF85-A475-4C56-8D6A-14597A9337E8}"/>
                  </a:ext>
                </a:extLst>
              </p14:cNvPr>
              <p14:cNvContentPartPr/>
              <p14:nvPr/>
            </p14:nvContentPartPr>
            <p14:xfrm>
              <a:off x="5241429" y="1997905"/>
              <a:ext cx="125280" cy="16056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321AAF85-A475-4C56-8D6A-14597A9337E8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5223429" y="1962265"/>
                <a:ext cx="16092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7BF57BBF-CB62-49EF-8D2B-60AF0AFDCE78}"/>
                  </a:ext>
                </a:extLst>
              </p14:cNvPr>
              <p14:cNvContentPartPr/>
              <p14:nvPr/>
            </p14:nvContentPartPr>
            <p14:xfrm>
              <a:off x="5437989" y="1995385"/>
              <a:ext cx="135360" cy="17064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7BF57BBF-CB62-49EF-8D2B-60AF0AFDCE78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5420349" y="1959385"/>
                <a:ext cx="17100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FF06A51C-9E51-429C-943A-73BD294646A3}"/>
                  </a:ext>
                </a:extLst>
              </p14:cNvPr>
              <p14:cNvContentPartPr/>
              <p14:nvPr/>
            </p14:nvContentPartPr>
            <p14:xfrm>
              <a:off x="3926709" y="1377985"/>
              <a:ext cx="63360" cy="50400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FF06A51C-9E51-429C-943A-73BD294646A3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3909069" y="1341985"/>
                <a:ext cx="99000" cy="57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CB30E782-B728-41F1-9B35-B618C1B9ADAF}"/>
                  </a:ext>
                </a:extLst>
              </p14:cNvPr>
              <p14:cNvContentPartPr/>
              <p14:nvPr/>
            </p14:nvContentPartPr>
            <p14:xfrm>
              <a:off x="2521629" y="1399945"/>
              <a:ext cx="1423440" cy="7776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CB30E782-B728-41F1-9B35-B618C1B9ADAF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2503629" y="1363945"/>
                <a:ext cx="145908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3720345A-E808-4BB9-8D07-C3E1AE59D531}"/>
                  </a:ext>
                </a:extLst>
              </p14:cNvPr>
              <p14:cNvContentPartPr/>
              <p14:nvPr/>
            </p14:nvContentPartPr>
            <p14:xfrm>
              <a:off x="2054709" y="1415425"/>
              <a:ext cx="86760" cy="19116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3720345A-E808-4BB9-8D07-C3E1AE59D531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2037069" y="1379425"/>
                <a:ext cx="1224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4F082FD9-E045-48A1-82B3-9E5A8733B0AA}"/>
                  </a:ext>
                </a:extLst>
              </p14:cNvPr>
              <p14:cNvContentPartPr/>
              <p14:nvPr/>
            </p14:nvContentPartPr>
            <p14:xfrm>
              <a:off x="2102589" y="1655185"/>
              <a:ext cx="130320" cy="396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4F082FD9-E045-48A1-82B3-9E5A8733B0AA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2084949" y="1619185"/>
                <a:ext cx="16596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D2BF552B-72AB-4C83-B845-09A00504A3C1}"/>
                  </a:ext>
                </a:extLst>
              </p14:cNvPr>
              <p14:cNvContentPartPr/>
              <p14:nvPr/>
            </p14:nvContentPartPr>
            <p14:xfrm>
              <a:off x="2747709" y="1884865"/>
              <a:ext cx="709920" cy="3564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D2BF552B-72AB-4C83-B845-09A00504A3C1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2730069" y="1848865"/>
                <a:ext cx="74556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3DA82B48-D2CF-4318-870C-9969A27ED269}"/>
                  </a:ext>
                </a:extLst>
              </p14:cNvPr>
              <p14:cNvContentPartPr/>
              <p14:nvPr/>
            </p14:nvContentPartPr>
            <p14:xfrm>
              <a:off x="3167469" y="1853545"/>
              <a:ext cx="441360" cy="22032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3DA82B48-D2CF-4318-870C-9969A27ED269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3149829" y="1817905"/>
                <a:ext cx="47700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85C64179-3BDE-468D-A06B-E89EEE4E8C1B}"/>
                  </a:ext>
                </a:extLst>
              </p14:cNvPr>
              <p14:cNvContentPartPr/>
              <p14:nvPr/>
            </p14:nvContentPartPr>
            <p14:xfrm>
              <a:off x="3522429" y="1833745"/>
              <a:ext cx="627840" cy="11160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85C64179-3BDE-468D-A06B-E89EEE4E8C1B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3504429" y="1798105"/>
                <a:ext cx="66348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3B6D8996-6AE9-4FF5-B470-79F592FA931B}"/>
                  </a:ext>
                </a:extLst>
              </p14:cNvPr>
              <p14:cNvContentPartPr/>
              <p14:nvPr/>
            </p14:nvContentPartPr>
            <p14:xfrm>
              <a:off x="2326509" y="1861105"/>
              <a:ext cx="230400" cy="21600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3B6D8996-6AE9-4FF5-B470-79F592FA931B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2308869" y="1825465"/>
                <a:ext cx="26604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64F98EC6-1185-4513-B489-DEFEE142C68A}"/>
                  </a:ext>
                </a:extLst>
              </p14:cNvPr>
              <p14:cNvContentPartPr/>
              <p14:nvPr/>
            </p14:nvContentPartPr>
            <p14:xfrm>
              <a:off x="1852389" y="1332985"/>
              <a:ext cx="79560" cy="11124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64F98EC6-1185-4513-B489-DEFEE142C68A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834749" y="1296985"/>
                <a:ext cx="11520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598BA698-8FFF-44FF-8B41-BF1EA8C3D978}"/>
                  </a:ext>
                </a:extLst>
              </p14:cNvPr>
              <p14:cNvContentPartPr/>
              <p14:nvPr/>
            </p14:nvContentPartPr>
            <p14:xfrm>
              <a:off x="2233269" y="1279705"/>
              <a:ext cx="22680" cy="10620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598BA698-8FFF-44FF-8B41-BF1EA8C3D978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2215629" y="1244065"/>
                <a:ext cx="5832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8BA72549-F51E-40C5-B604-B173336BE1BD}"/>
                  </a:ext>
                </a:extLst>
              </p14:cNvPr>
              <p14:cNvContentPartPr/>
              <p14:nvPr/>
            </p14:nvContentPartPr>
            <p14:xfrm>
              <a:off x="1948869" y="1864705"/>
              <a:ext cx="107280" cy="8640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8BA72549-F51E-40C5-B604-B173336BE1BD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931229" y="1829065"/>
                <a:ext cx="14292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71DEE26C-327E-4D96-A3F9-4CAB63FC5905}"/>
                  </a:ext>
                </a:extLst>
              </p14:cNvPr>
              <p14:cNvContentPartPr/>
              <p14:nvPr/>
            </p14:nvContentPartPr>
            <p14:xfrm>
              <a:off x="2516589" y="1635745"/>
              <a:ext cx="50400" cy="9864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71DEE26C-327E-4D96-A3F9-4CAB63FC5905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2498949" y="1600105"/>
                <a:ext cx="8604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3D58A3FB-2074-47C7-A2D2-BC3BCDFFF852}"/>
                  </a:ext>
                </a:extLst>
              </p14:cNvPr>
              <p14:cNvContentPartPr/>
              <p14:nvPr/>
            </p14:nvContentPartPr>
            <p14:xfrm>
              <a:off x="264069" y="5003545"/>
              <a:ext cx="1072080" cy="37764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3D58A3FB-2074-47C7-A2D2-BC3BCDFFF852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246429" y="4967545"/>
                <a:ext cx="1107720" cy="4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872AB20B-118E-461F-8BCC-5403C9997B7A}"/>
                  </a:ext>
                </a:extLst>
              </p14:cNvPr>
              <p14:cNvContentPartPr/>
              <p14:nvPr/>
            </p14:nvContentPartPr>
            <p14:xfrm>
              <a:off x="8691309" y="4672705"/>
              <a:ext cx="1419120" cy="5328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872AB20B-118E-461F-8BCC-5403C9997B7A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8673669" y="4637065"/>
                <a:ext cx="145476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D715CDFC-BCF1-4A53-BDE7-8B2107E6D2D7}"/>
                  </a:ext>
                </a:extLst>
              </p14:cNvPr>
              <p14:cNvContentPartPr/>
              <p14:nvPr/>
            </p14:nvContentPartPr>
            <p14:xfrm>
              <a:off x="9408429" y="4960705"/>
              <a:ext cx="367560" cy="37980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D715CDFC-BCF1-4A53-BDE7-8B2107E6D2D7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9390789" y="4924705"/>
                <a:ext cx="40320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151F5DF1-45E8-44F6-A56A-948EFAEE872E}"/>
                  </a:ext>
                </a:extLst>
              </p14:cNvPr>
              <p14:cNvContentPartPr/>
              <p14:nvPr/>
            </p14:nvContentPartPr>
            <p14:xfrm>
              <a:off x="9346509" y="4932625"/>
              <a:ext cx="428040" cy="41004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151F5DF1-45E8-44F6-A56A-948EFAEE872E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9328869" y="4896625"/>
                <a:ext cx="463680" cy="48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477D5C2A-F026-46BC-9CCE-BA35A8FD81C5}"/>
                  </a:ext>
                </a:extLst>
              </p14:cNvPr>
              <p14:cNvContentPartPr/>
              <p14:nvPr/>
            </p14:nvContentPartPr>
            <p14:xfrm>
              <a:off x="9567189" y="4927945"/>
              <a:ext cx="488880" cy="43956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477D5C2A-F026-46BC-9CCE-BA35A8FD81C5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9549549" y="4891945"/>
                <a:ext cx="524520" cy="51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8F38DD7F-FFF6-4AC6-8F14-E74490BC4515}"/>
                  </a:ext>
                </a:extLst>
              </p14:cNvPr>
              <p14:cNvContentPartPr/>
              <p14:nvPr/>
            </p14:nvContentPartPr>
            <p14:xfrm>
              <a:off x="9196749" y="4947025"/>
              <a:ext cx="280440" cy="1008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8F38DD7F-FFF6-4AC6-8F14-E74490BC4515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9178749" y="4911385"/>
                <a:ext cx="31608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DEB06535-10F7-44D9-A2B5-32EE377CA70B}"/>
                  </a:ext>
                </a:extLst>
              </p14:cNvPr>
              <p14:cNvContentPartPr/>
              <p14:nvPr/>
            </p14:nvContentPartPr>
            <p14:xfrm>
              <a:off x="7494669" y="4446265"/>
              <a:ext cx="589320" cy="41796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DEB06535-10F7-44D9-A2B5-32EE377CA70B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7477029" y="4410265"/>
                <a:ext cx="624960" cy="4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6525482B-AD44-4BFB-A88E-97FA923C6312}"/>
                  </a:ext>
                </a:extLst>
              </p14:cNvPr>
              <p14:cNvContentPartPr/>
              <p14:nvPr/>
            </p14:nvContentPartPr>
            <p14:xfrm>
              <a:off x="3623949" y="6258505"/>
              <a:ext cx="202680" cy="22104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6525482B-AD44-4BFB-A88E-97FA923C6312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3605949" y="6222505"/>
                <a:ext cx="23832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41496F6B-B00E-45E3-8B84-15F0F86A8703}"/>
                  </a:ext>
                </a:extLst>
              </p14:cNvPr>
              <p14:cNvContentPartPr/>
              <p14:nvPr/>
            </p14:nvContentPartPr>
            <p14:xfrm>
              <a:off x="3936789" y="6439225"/>
              <a:ext cx="24480" cy="12672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41496F6B-B00E-45E3-8B84-15F0F86A8703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3918789" y="6403225"/>
                <a:ext cx="6012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86D3233D-8572-412D-A77F-79EA8ABDCE8C}"/>
                  </a:ext>
                </a:extLst>
              </p14:cNvPr>
              <p14:cNvContentPartPr/>
              <p14:nvPr/>
            </p14:nvContentPartPr>
            <p14:xfrm>
              <a:off x="4121469" y="6285505"/>
              <a:ext cx="219600" cy="20844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86D3233D-8572-412D-A77F-79EA8ABDCE8C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4103469" y="6249865"/>
                <a:ext cx="25524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D5781373-235B-4860-974F-76899AF16DA2}"/>
                  </a:ext>
                </a:extLst>
              </p14:cNvPr>
              <p14:cNvContentPartPr/>
              <p14:nvPr/>
            </p14:nvContentPartPr>
            <p14:xfrm>
              <a:off x="4513869" y="6429505"/>
              <a:ext cx="19800" cy="16560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D5781373-235B-4860-974F-76899AF16DA2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4496229" y="6393865"/>
                <a:ext cx="5544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6E2FBB95-3BA5-4A2D-8C3F-F6497BDA2D31}"/>
                  </a:ext>
                </a:extLst>
              </p14:cNvPr>
              <p14:cNvContentPartPr/>
              <p14:nvPr/>
            </p14:nvContentPartPr>
            <p14:xfrm>
              <a:off x="4807629" y="6243745"/>
              <a:ext cx="78840" cy="23400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6E2FBB95-3BA5-4A2D-8C3F-F6497BDA2D31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4789629" y="6208105"/>
                <a:ext cx="11448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EA30EA6E-15A5-400A-8A0D-FD82EFEF1273}"/>
                  </a:ext>
                </a:extLst>
              </p14:cNvPr>
              <p14:cNvContentPartPr/>
              <p14:nvPr/>
            </p14:nvContentPartPr>
            <p14:xfrm>
              <a:off x="5057829" y="6453625"/>
              <a:ext cx="12240" cy="1123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EA30EA6E-15A5-400A-8A0D-FD82EFEF1273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5040189" y="6417985"/>
                <a:ext cx="4788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EB223886-989F-4CA4-A82C-FCC82A7B339B}"/>
                  </a:ext>
                </a:extLst>
              </p14:cNvPr>
              <p14:cNvContentPartPr/>
              <p14:nvPr/>
            </p14:nvContentPartPr>
            <p14:xfrm>
              <a:off x="5273109" y="6292345"/>
              <a:ext cx="140400" cy="20052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EB223886-989F-4CA4-A82C-FCC82A7B339B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5255109" y="6256345"/>
                <a:ext cx="17604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E0654701-AA31-43BF-98C2-F72FE8837D37}"/>
                  </a:ext>
                </a:extLst>
              </p14:cNvPr>
              <p14:cNvContentPartPr/>
              <p14:nvPr/>
            </p14:nvContentPartPr>
            <p14:xfrm>
              <a:off x="5639229" y="6453625"/>
              <a:ext cx="30240" cy="16740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E0654701-AA31-43BF-98C2-F72FE8837D37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5621229" y="6417985"/>
                <a:ext cx="6588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96A03456-C864-4593-8620-7EA1470C8F7B}"/>
                  </a:ext>
                </a:extLst>
              </p14:cNvPr>
              <p14:cNvContentPartPr/>
              <p14:nvPr/>
            </p14:nvContentPartPr>
            <p14:xfrm>
              <a:off x="5927949" y="6252385"/>
              <a:ext cx="212760" cy="26064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96A03456-C864-4593-8620-7EA1470C8F7B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5910309" y="6216385"/>
                <a:ext cx="24840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17030738-BD30-458A-AEFA-28051DF7B138}"/>
                  </a:ext>
                </a:extLst>
              </p14:cNvPr>
              <p14:cNvContentPartPr/>
              <p14:nvPr/>
            </p14:nvContentPartPr>
            <p14:xfrm>
              <a:off x="6264549" y="6262825"/>
              <a:ext cx="227880" cy="25524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17030738-BD30-458A-AEFA-28051DF7B138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6246909" y="6226825"/>
                <a:ext cx="26352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6A8D8818-3FE4-489E-B0CB-EA2968E43D9B}"/>
                  </a:ext>
                </a:extLst>
              </p14:cNvPr>
              <p14:cNvContentPartPr/>
              <p14:nvPr/>
            </p14:nvContentPartPr>
            <p14:xfrm>
              <a:off x="6665229" y="6482425"/>
              <a:ext cx="24480" cy="12420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6A8D8818-3FE4-489E-B0CB-EA2968E43D9B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6647589" y="6446425"/>
                <a:ext cx="6012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0CC07FFD-46A7-45A6-B47F-16BD3BAE6C46}"/>
                  </a:ext>
                </a:extLst>
              </p14:cNvPr>
              <p14:cNvContentPartPr/>
              <p14:nvPr/>
            </p14:nvContentPartPr>
            <p14:xfrm>
              <a:off x="6872949" y="6272545"/>
              <a:ext cx="212040" cy="26136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0CC07FFD-46A7-45A6-B47F-16BD3BAE6C46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6855309" y="6236905"/>
                <a:ext cx="24768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F2153F5B-4777-4592-A085-C6AC001E6F8E}"/>
                  </a:ext>
                </a:extLst>
              </p14:cNvPr>
              <p14:cNvContentPartPr/>
              <p14:nvPr/>
            </p14:nvContentPartPr>
            <p14:xfrm>
              <a:off x="7178589" y="6230785"/>
              <a:ext cx="148320" cy="27756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F2153F5B-4777-4592-A085-C6AC001E6F8E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7160589" y="6194785"/>
                <a:ext cx="18396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C3F7F4D4-AACC-4046-BB82-6DDC66C70993}"/>
                  </a:ext>
                </a:extLst>
              </p14:cNvPr>
              <p14:cNvContentPartPr/>
              <p14:nvPr/>
            </p14:nvContentPartPr>
            <p14:xfrm>
              <a:off x="7618149" y="6467665"/>
              <a:ext cx="14760" cy="36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C3F7F4D4-AACC-4046-BB82-6DDC66C70993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7600509" y="6432025"/>
                <a:ext cx="504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482898E3-6C5B-4B2D-B5A4-5441E5A551BC}"/>
                  </a:ext>
                </a:extLst>
              </p14:cNvPr>
              <p14:cNvContentPartPr/>
              <p14:nvPr/>
            </p14:nvContentPartPr>
            <p14:xfrm>
              <a:off x="7752789" y="6458305"/>
              <a:ext cx="20880" cy="324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482898E3-6C5B-4B2D-B5A4-5441E5A551BC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7735149" y="6422665"/>
                <a:ext cx="5652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5E4976B7-AD7C-446D-88A1-375492313DE5}"/>
                  </a:ext>
                </a:extLst>
              </p14:cNvPr>
              <p14:cNvContentPartPr/>
              <p14:nvPr/>
            </p14:nvContentPartPr>
            <p14:xfrm>
              <a:off x="7959789" y="6456505"/>
              <a:ext cx="31680" cy="216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5E4976B7-AD7C-446D-88A1-375492313DE5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7942149" y="6420505"/>
                <a:ext cx="6732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ED0FC899-E0F2-4688-8594-F4D00C49ABED}"/>
                  </a:ext>
                </a:extLst>
              </p14:cNvPr>
              <p14:cNvContentPartPr/>
              <p14:nvPr/>
            </p14:nvContentPartPr>
            <p14:xfrm>
              <a:off x="8195589" y="6449665"/>
              <a:ext cx="15480" cy="432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ED0FC899-E0F2-4688-8594-F4D00C49ABED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8177589" y="6414025"/>
                <a:ext cx="5112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804BD02B-4E5F-42BE-8DCC-E0F9E980D6BD}"/>
                  </a:ext>
                </a:extLst>
              </p14:cNvPr>
              <p14:cNvContentPartPr/>
              <p14:nvPr/>
            </p14:nvContentPartPr>
            <p14:xfrm>
              <a:off x="8330589" y="6455425"/>
              <a:ext cx="102600" cy="324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804BD02B-4E5F-42BE-8DCC-E0F9E980D6BD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8312589" y="6419785"/>
                <a:ext cx="13824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FA56565A-1764-4808-BE78-4CAB13D03588}"/>
                  </a:ext>
                </a:extLst>
              </p14:cNvPr>
              <p14:cNvContentPartPr/>
              <p14:nvPr/>
            </p14:nvContentPartPr>
            <p14:xfrm>
              <a:off x="8503749" y="6461185"/>
              <a:ext cx="2160" cy="216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FA56565A-1764-4808-BE78-4CAB13D03588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8485749" y="6425545"/>
                <a:ext cx="3780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E55974BF-5389-438D-92DC-4C83FE3EEDA9}"/>
                  </a:ext>
                </a:extLst>
              </p14:cNvPr>
              <p14:cNvContentPartPr/>
              <p14:nvPr/>
            </p14:nvContentPartPr>
            <p14:xfrm>
              <a:off x="8546949" y="6453625"/>
              <a:ext cx="360" cy="36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E55974BF-5389-438D-92DC-4C83FE3EEDA9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8529309" y="64179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EFEDDD35-B1BF-421E-98BF-297DF801501E}"/>
                  </a:ext>
                </a:extLst>
              </p14:cNvPr>
              <p14:cNvContentPartPr/>
              <p14:nvPr/>
            </p14:nvContentPartPr>
            <p14:xfrm>
              <a:off x="8965629" y="6443905"/>
              <a:ext cx="15480" cy="36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EFEDDD35-B1BF-421E-98BF-297DF801501E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8947989" y="6407905"/>
                <a:ext cx="511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00ECF0E6-B530-4FD2-B27F-8600DC0363D1}"/>
                  </a:ext>
                </a:extLst>
              </p14:cNvPr>
              <p14:cNvContentPartPr/>
              <p14:nvPr/>
            </p14:nvContentPartPr>
            <p14:xfrm>
              <a:off x="9158229" y="6434185"/>
              <a:ext cx="9000" cy="900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00ECF0E6-B530-4FD2-B27F-8600DC0363D1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9140229" y="6398545"/>
                <a:ext cx="4464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97AA354B-E3E3-4BA9-8156-3C8E35DA72A0}"/>
                  </a:ext>
                </a:extLst>
              </p14:cNvPr>
              <p14:cNvContentPartPr/>
              <p14:nvPr/>
            </p14:nvContentPartPr>
            <p14:xfrm>
              <a:off x="9310149" y="6429505"/>
              <a:ext cx="15120" cy="324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97AA354B-E3E3-4BA9-8156-3C8E35DA72A0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9292509" y="6393865"/>
                <a:ext cx="5076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9E3ECDA8-FBC9-4C20-AC80-034ACAD565D2}"/>
                  </a:ext>
                </a:extLst>
              </p14:cNvPr>
              <p14:cNvContentPartPr/>
              <p14:nvPr/>
            </p14:nvContentPartPr>
            <p14:xfrm>
              <a:off x="9591309" y="6260305"/>
              <a:ext cx="165600" cy="20808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9E3ECDA8-FBC9-4C20-AC80-034ACAD565D2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573669" y="6224305"/>
                <a:ext cx="20124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A4C169F4-9608-4982-8483-760FE951040E}"/>
                  </a:ext>
                </a:extLst>
              </p14:cNvPr>
              <p14:cNvContentPartPr/>
              <p14:nvPr/>
            </p14:nvContentPartPr>
            <p14:xfrm>
              <a:off x="9869589" y="6410425"/>
              <a:ext cx="34920" cy="13896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A4C169F4-9608-4982-8483-760FE951040E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9851949" y="6374425"/>
                <a:ext cx="7056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1F0F7EA5-4E6F-41E7-B2B0-83F3EE1F3C17}"/>
                  </a:ext>
                </a:extLst>
              </p14:cNvPr>
              <p14:cNvContentPartPr/>
              <p14:nvPr/>
            </p14:nvContentPartPr>
            <p14:xfrm>
              <a:off x="10053549" y="6250225"/>
              <a:ext cx="52560" cy="24336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1F0F7EA5-4E6F-41E7-B2B0-83F3EE1F3C17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0035549" y="6214225"/>
                <a:ext cx="8820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4856CC44-C929-4533-919F-484279756FD0}"/>
                  </a:ext>
                </a:extLst>
              </p14:cNvPr>
              <p14:cNvContentPartPr/>
              <p14:nvPr/>
            </p14:nvContentPartPr>
            <p14:xfrm>
              <a:off x="10058229" y="6480265"/>
              <a:ext cx="173520" cy="2196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4856CC44-C929-4533-919F-484279756FD0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0040229" y="6444265"/>
                <a:ext cx="20916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328B055D-3F94-44D1-ACAB-F462C7791214}"/>
                  </a:ext>
                </a:extLst>
              </p14:cNvPr>
              <p14:cNvContentPartPr/>
              <p14:nvPr/>
            </p14:nvContentPartPr>
            <p14:xfrm>
              <a:off x="10394109" y="6453625"/>
              <a:ext cx="14400" cy="11052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328B055D-3F94-44D1-ACAB-F462C7791214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0376109" y="6417985"/>
                <a:ext cx="5004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262286B3-8B00-4738-8D95-D09AAA775249}"/>
                  </a:ext>
                </a:extLst>
              </p14:cNvPr>
              <p14:cNvContentPartPr/>
              <p14:nvPr/>
            </p14:nvContentPartPr>
            <p14:xfrm>
              <a:off x="10529109" y="6305665"/>
              <a:ext cx="135720" cy="19692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262286B3-8B00-4738-8D95-D09AAA775249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0511109" y="6269665"/>
                <a:ext cx="17136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6F63BB0F-637C-4B76-8498-8B03A0068981}"/>
                  </a:ext>
                </a:extLst>
              </p14:cNvPr>
              <p14:cNvContentPartPr/>
              <p14:nvPr/>
            </p14:nvContentPartPr>
            <p14:xfrm>
              <a:off x="5673789" y="5827585"/>
              <a:ext cx="5598720" cy="58788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6F63BB0F-637C-4B76-8498-8B03A0068981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5655789" y="5791585"/>
                <a:ext cx="5634360" cy="65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3B44FD93-06FA-48CE-B745-F3466B5AB1F4}"/>
                  </a:ext>
                </a:extLst>
              </p14:cNvPr>
              <p14:cNvContentPartPr/>
              <p14:nvPr/>
            </p14:nvContentPartPr>
            <p14:xfrm>
              <a:off x="5524749" y="6003985"/>
              <a:ext cx="267840" cy="21564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3B44FD93-06FA-48CE-B745-F3466B5AB1F4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5506749" y="5967985"/>
                <a:ext cx="30348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929E4648-144E-461A-8C09-336F4A08F67A}"/>
                  </a:ext>
                </a:extLst>
              </p14:cNvPr>
              <p14:cNvContentPartPr/>
              <p14:nvPr/>
            </p14:nvContentPartPr>
            <p14:xfrm>
              <a:off x="11038869" y="6241945"/>
              <a:ext cx="253440" cy="22320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929E4648-144E-461A-8C09-336F4A08F67A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1021229" y="6205945"/>
                <a:ext cx="28908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2D615EAC-933D-44D8-AEE1-9B4F107D37FC}"/>
                  </a:ext>
                </a:extLst>
              </p14:cNvPr>
              <p14:cNvContentPartPr/>
              <p14:nvPr/>
            </p14:nvContentPartPr>
            <p14:xfrm>
              <a:off x="8458389" y="5858545"/>
              <a:ext cx="2676960" cy="39348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2D615EAC-933D-44D8-AEE1-9B4F107D37FC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8440749" y="5822545"/>
                <a:ext cx="271260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14079A5E-CCE5-4BCE-8316-B448F2AF4510}"/>
                  </a:ext>
                </a:extLst>
              </p14:cNvPr>
              <p14:cNvContentPartPr/>
              <p14:nvPr/>
            </p14:nvContentPartPr>
            <p14:xfrm>
              <a:off x="8372349" y="6020185"/>
              <a:ext cx="229320" cy="17532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14079A5E-CCE5-4BCE-8316-B448F2AF4510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354349" y="5984545"/>
                <a:ext cx="26496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CD8EB74A-528B-4EBB-A576-A53681D7BEF7}"/>
                  </a:ext>
                </a:extLst>
              </p14:cNvPr>
              <p14:cNvContentPartPr/>
              <p14:nvPr/>
            </p14:nvContentPartPr>
            <p14:xfrm>
              <a:off x="8344629" y="6270745"/>
              <a:ext cx="196920" cy="34344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CD8EB74A-528B-4EBB-A576-A53681D7BEF7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8326989" y="6235105"/>
                <a:ext cx="23256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D9BDD111-FB6F-4093-8C75-28E5079DFCDA}"/>
                  </a:ext>
                </a:extLst>
              </p14:cNvPr>
              <p14:cNvContentPartPr/>
              <p14:nvPr/>
            </p14:nvContentPartPr>
            <p14:xfrm>
              <a:off x="8330589" y="6387745"/>
              <a:ext cx="304920" cy="7092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D9BDD111-FB6F-4093-8C75-28E5079DFCDA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8312589" y="6352105"/>
                <a:ext cx="34056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3A70AFC5-B9F0-4FF4-A752-85E3A3212BEB}"/>
                  </a:ext>
                </a:extLst>
              </p14:cNvPr>
              <p14:cNvContentPartPr/>
              <p14:nvPr/>
            </p14:nvContentPartPr>
            <p14:xfrm>
              <a:off x="8601669" y="6304585"/>
              <a:ext cx="191520" cy="27324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3A70AFC5-B9F0-4FF4-A752-85E3A3212BEB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8584029" y="6268585"/>
                <a:ext cx="22716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45FBF324-C3A7-40E9-992C-8D26A4946AD1}"/>
                  </a:ext>
                </a:extLst>
              </p14:cNvPr>
              <p14:cNvContentPartPr/>
              <p14:nvPr/>
            </p14:nvContentPartPr>
            <p14:xfrm>
              <a:off x="8100549" y="6134305"/>
              <a:ext cx="785880" cy="57780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45FBF324-C3A7-40E9-992C-8D26A4946AD1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082549" y="6098305"/>
                <a:ext cx="821520" cy="64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DD00D216-65C4-4F4D-8554-409BC01704BA}"/>
                  </a:ext>
                </a:extLst>
              </p14:cNvPr>
              <p14:cNvContentPartPr/>
              <p14:nvPr/>
            </p14:nvContentPartPr>
            <p14:xfrm>
              <a:off x="8888589" y="6601945"/>
              <a:ext cx="1874520" cy="12564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DD00D216-65C4-4F4D-8554-409BC01704BA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8870589" y="6565945"/>
                <a:ext cx="191016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8D18A629-D86E-49BF-B131-9B3696D67112}"/>
                  </a:ext>
                </a:extLst>
              </p14:cNvPr>
              <p14:cNvContentPartPr/>
              <p14:nvPr/>
            </p14:nvContentPartPr>
            <p14:xfrm>
              <a:off x="9865629" y="6576745"/>
              <a:ext cx="157680" cy="14328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8D18A629-D86E-49BF-B131-9B3696D67112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9847989" y="6541105"/>
                <a:ext cx="19332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0AB18441-0E8E-42B5-B408-D7A098A373DB}"/>
                  </a:ext>
                </a:extLst>
              </p14:cNvPr>
              <p14:cNvContentPartPr/>
              <p14:nvPr/>
            </p14:nvContentPartPr>
            <p14:xfrm>
              <a:off x="9336789" y="5781145"/>
              <a:ext cx="249840" cy="23364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0AB18441-0E8E-42B5-B408-D7A098A373DB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9318789" y="5745505"/>
                <a:ext cx="28548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39E299BB-458D-4FCF-AF48-89CD2D5D009F}"/>
                  </a:ext>
                </a:extLst>
              </p14:cNvPr>
              <p14:cNvContentPartPr/>
              <p14:nvPr/>
            </p14:nvContentPartPr>
            <p14:xfrm>
              <a:off x="10034109" y="4730665"/>
              <a:ext cx="1159200" cy="3420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39E299BB-458D-4FCF-AF48-89CD2D5D009F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0016469" y="4695025"/>
                <a:ext cx="119484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9BB6543A-5069-4D81-A47D-5BEDEBB02B0B}"/>
                  </a:ext>
                </a:extLst>
              </p14:cNvPr>
              <p14:cNvContentPartPr/>
              <p14:nvPr/>
            </p14:nvContentPartPr>
            <p14:xfrm>
              <a:off x="5980869" y="2781985"/>
              <a:ext cx="4166640" cy="202320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9BB6543A-5069-4D81-A47D-5BEDEBB02B0B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5963229" y="2745985"/>
                <a:ext cx="4202280" cy="20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888E101B-CD6A-4127-ABF6-2C6F17F7DA3E}"/>
                  </a:ext>
                </a:extLst>
              </p14:cNvPr>
              <p14:cNvContentPartPr/>
              <p14:nvPr/>
            </p14:nvContentPartPr>
            <p14:xfrm>
              <a:off x="5869629" y="3154585"/>
              <a:ext cx="246240" cy="31932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888E101B-CD6A-4127-ABF6-2C6F17F7DA3E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5851629" y="3118945"/>
                <a:ext cx="281880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337F27AB-477F-4C01-9915-F342FE3FB9F7}"/>
                  </a:ext>
                </a:extLst>
              </p14:cNvPr>
              <p14:cNvContentPartPr/>
              <p14:nvPr/>
            </p14:nvContentPartPr>
            <p14:xfrm>
              <a:off x="2637189" y="2853625"/>
              <a:ext cx="3489480" cy="100872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337F27AB-477F-4C01-9915-F342FE3FB9F7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2619189" y="2817625"/>
                <a:ext cx="3525120" cy="10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5C15C384-426A-4B4C-9AB6-0237D76EEE67}"/>
                  </a:ext>
                </a:extLst>
              </p14:cNvPr>
              <p14:cNvContentPartPr/>
              <p14:nvPr/>
            </p14:nvContentPartPr>
            <p14:xfrm>
              <a:off x="2449629" y="3163945"/>
              <a:ext cx="252720" cy="36504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5C15C384-426A-4B4C-9AB6-0237D76EEE67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2431629" y="3128305"/>
                <a:ext cx="28836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1059DC92-640F-493B-9329-0B86ACC43766}"/>
                  </a:ext>
                </a:extLst>
              </p14:cNvPr>
              <p14:cNvContentPartPr/>
              <p14:nvPr/>
            </p14:nvContentPartPr>
            <p14:xfrm>
              <a:off x="2601189" y="3041185"/>
              <a:ext cx="80640" cy="73188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1059DC92-640F-493B-9329-0B86ACC43766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2583549" y="3005545"/>
                <a:ext cx="116280" cy="80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B560C206-D3AA-48C4-96D4-28B17BB4A552}"/>
                  </a:ext>
                </a:extLst>
              </p14:cNvPr>
              <p14:cNvContentPartPr/>
              <p14:nvPr/>
            </p14:nvContentPartPr>
            <p14:xfrm>
              <a:off x="2437029" y="3243145"/>
              <a:ext cx="331920" cy="24228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B560C206-D3AA-48C4-96D4-28B17BB4A552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2419389" y="3207145"/>
                <a:ext cx="36756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DC47334D-C539-439C-89D2-4DBC611005B2}"/>
                  </a:ext>
                </a:extLst>
              </p14:cNvPr>
              <p14:cNvContentPartPr/>
              <p14:nvPr/>
            </p14:nvContentPartPr>
            <p14:xfrm>
              <a:off x="5918589" y="3203905"/>
              <a:ext cx="174240" cy="41580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DC47334D-C539-439C-89D2-4DBC611005B2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5900589" y="3167905"/>
                <a:ext cx="209880" cy="48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8EA632C9-A00D-4B67-86C2-1606FDCACD8A}"/>
                  </a:ext>
                </a:extLst>
              </p14:cNvPr>
              <p14:cNvContentPartPr/>
              <p14:nvPr/>
            </p14:nvContentPartPr>
            <p14:xfrm>
              <a:off x="6006789" y="2852185"/>
              <a:ext cx="921240" cy="3060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8EA632C9-A00D-4B67-86C2-1606FDCACD8A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5989149" y="2816545"/>
                <a:ext cx="95688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A46D38C2-60F8-4A3B-A2DF-34DD05CD3DA1}"/>
                  </a:ext>
                </a:extLst>
              </p14:cNvPr>
              <p14:cNvContentPartPr/>
              <p14:nvPr/>
            </p14:nvContentPartPr>
            <p14:xfrm>
              <a:off x="5967189" y="3556345"/>
              <a:ext cx="18000" cy="26208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A46D38C2-60F8-4A3B-A2DF-34DD05CD3DA1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5949549" y="3520705"/>
                <a:ext cx="5364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79BF7EB7-B5C1-406A-BB2E-0E67CB76DE8B}"/>
                  </a:ext>
                </a:extLst>
              </p14:cNvPr>
              <p14:cNvContentPartPr/>
              <p14:nvPr/>
            </p14:nvContentPartPr>
            <p14:xfrm>
              <a:off x="6011109" y="3715105"/>
              <a:ext cx="14400" cy="13644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79BF7EB7-B5C1-406A-BB2E-0E67CB76DE8B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5993109" y="3679105"/>
                <a:ext cx="5004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712CEAD1-DA47-42F4-AFF5-D9F5028FDBED}"/>
                  </a:ext>
                </a:extLst>
              </p14:cNvPr>
              <p14:cNvContentPartPr/>
              <p14:nvPr/>
            </p14:nvContentPartPr>
            <p14:xfrm>
              <a:off x="1728909" y="2824825"/>
              <a:ext cx="306720" cy="30780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712CEAD1-DA47-42F4-AFF5-D9F5028FDBED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1711269" y="2788825"/>
                <a:ext cx="34236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E8229EFB-81BF-4F94-888F-6E3BA3906931}"/>
                  </a:ext>
                </a:extLst>
              </p14:cNvPr>
              <p14:cNvContentPartPr/>
              <p14:nvPr/>
            </p14:nvContentPartPr>
            <p14:xfrm>
              <a:off x="1547469" y="2800705"/>
              <a:ext cx="185040" cy="23076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E8229EFB-81BF-4F94-888F-6E3BA3906931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1529469" y="2765065"/>
                <a:ext cx="22068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B677A709-9B82-4B7D-A09D-A114BEF38C54}"/>
                  </a:ext>
                </a:extLst>
              </p14:cNvPr>
              <p14:cNvContentPartPr/>
              <p14:nvPr/>
            </p14:nvContentPartPr>
            <p14:xfrm>
              <a:off x="1377549" y="2775145"/>
              <a:ext cx="176760" cy="18144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B677A709-9B82-4B7D-A09D-A114BEF38C54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359909" y="2739145"/>
                <a:ext cx="21240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73158CD9-3CD1-4F6C-841A-08AF597E7366}"/>
                  </a:ext>
                </a:extLst>
              </p14:cNvPr>
              <p14:cNvContentPartPr/>
              <p14:nvPr/>
            </p14:nvContentPartPr>
            <p14:xfrm>
              <a:off x="1864629" y="2824825"/>
              <a:ext cx="238320" cy="28584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73158CD9-3CD1-4F6C-841A-08AF597E7366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846989" y="2788825"/>
                <a:ext cx="27396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995DA9A6-47D3-4FC8-8213-3732FD452CE7}"/>
                  </a:ext>
                </a:extLst>
              </p14:cNvPr>
              <p14:cNvContentPartPr/>
              <p14:nvPr/>
            </p14:nvContentPartPr>
            <p14:xfrm>
              <a:off x="2037069" y="2790985"/>
              <a:ext cx="207000" cy="26532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995DA9A6-47D3-4FC8-8213-3732FD452CE7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2019069" y="2754985"/>
                <a:ext cx="24264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A73C4741-6BF2-4AE3-A015-FA316AAAC684}"/>
                  </a:ext>
                </a:extLst>
              </p14:cNvPr>
              <p14:cNvContentPartPr/>
              <p14:nvPr/>
            </p14:nvContentPartPr>
            <p14:xfrm>
              <a:off x="2160909" y="2778745"/>
              <a:ext cx="225000" cy="33408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A73C4741-6BF2-4AE3-A015-FA316AAAC684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2142909" y="2743105"/>
                <a:ext cx="26064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FC07B153-80E1-490E-86AF-38C6FEE7B735}"/>
                  </a:ext>
                </a:extLst>
              </p14:cNvPr>
              <p14:cNvContentPartPr/>
              <p14:nvPr/>
            </p14:nvContentPartPr>
            <p14:xfrm>
              <a:off x="1724589" y="2725105"/>
              <a:ext cx="127800" cy="26928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FC07B153-80E1-490E-86AF-38C6FEE7B735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1706589" y="2689465"/>
                <a:ext cx="16344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063B896B-B758-4E49-AF77-B381D6E56159}"/>
                  </a:ext>
                </a:extLst>
              </p14:cNvPr>
              <p14:cNvContentPartPr/>
              <p14:nvPr/>
            </p14:nvContentPartPr>
            <p14:xfrm>
              <a:off x="6867189" y="2868025"/>
              <a:ext cx="3154680" cy="6804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063B896B-B758-4E49-AF77-B381D6E56159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6849549" y="2832025"/>
                <a:ext cx="319032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515AA90F-4E7F-4A16-8DAE-83BAD0440B04}"/>
                  </a:ext>
                </a:extLst>
              </p14:cNvPr>
              <p14:cNvContentPartPr/>
              <p14:nvPr/>
            </p14:nvContentPartPr>
            <p14:xfrm>
              <a:off x="10014669" y="2883505"/>
              <a:ext cx="84960" cy="185976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515AA90F-4E7F-4A16-8DAE-83BAD0440B04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9996669" y="2847505"/>
                <a:ext cx="120600" cy="19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8647B063-3306-46E5-A7B3-6FCDFEC4C2AE}"/>
                  </a:ext>
                </a:extLst>
              </p14:cNvPr>
              <p14:cNvContentPartPr/>
              <p14:nvPr/>
            </p14:nvContentPartPr>
            <p14:xfrm>
              <a:off x="10760589" y="4605385"/>
              <a:ext cx="196200" cy="26460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8647B063-3306-46E5-A7B3-6FCDFEC4C2AE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0742949" y="4569745"/>
                <a:ext cx="23184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32C01C95-5890-4297-B5BA-CF11B1845EF0}"/>
                  </a:ext>
                </a:extLst>
              </p14:cNvPr>
              <p14:cNvContentPartPr/>
              <p14:nvPr/>
            </p14:nvContentPartPr>
            <p14:xfrm>
              <a:off x="11126709" y="4788265"/>
              <a:ext cx="622080" cy="5616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32C01C95-5890-4297-B5BA-CF11B1845EF0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1108709" y="4752265"/>
                <a:ext cx="65772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11A9DC84-A354-4C9C-95C3-6AC3CFC2E89F}"/>
                  </a:ext>
                </a:extLst>
              </p14:cNvPr>
              <p14:cNvContentPartPr/>
              <p14:nvPr/>
            </p14:nvContentPartPr>
            <p14:xfrm>
              <a:off x="10813509" y="4014265"/>
              <a:ext cx="209160" cy="24984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11A9DC84-A354-4C9C-95C3-6AC3CFC2E89F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10795509" y="3978625"/>
                <a:ext cx="24480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A01E4DA0-57B1-4603-A875-E5229B150ADB}"/>
                  </a:ext>
                </a:extLst>
              </p14:cNvPr>
              <p14:cNvContentPartPr/>
              <p14:nvPr/>
            </p14:nvContentPartPr>
            <p14:xfrm>
              <a:off x="11094669" y="4040905"/>
              <a:ext cx="190800" cy="22716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A01E4DA0-57B1-4603-A875-E5229B150ADB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11076669" y="4005265"/>
                <a:ext cx="22644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0447387F-0FFA-428D-ADC0-04884F069F53}"/>
                  </a:ext>
                </a:extLst>
              </p14:cNvPr>
              <p14:cNvContentPartPr/>
              <p14:nvPr/>
            </p14:nvContentPartPr>
            <p14:xfrm>
              <a:off x="11479869" y="4114345"/>
              <a:ext cx="36720" cy="21240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0447387F-0FFA-428D-ADC0-04884F069F53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11461869" y="4078705"/>
                <a:ext cx="7236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1CF646C4-384A-45A4-9757-080B8C6F0ED2}"/>
                  </a:ext>
                </a:extLst>
              </p14:cNvPr>
              <p14:cNvContentPartPr/>
              <p14:nvPr/>
            </p14:nvContentPartPr>
            <p14:xfrm>
              <a:off x="11345589" y="3982945"/>
              <a:ext cx="302040" cy="4752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1CF646C4-384A-45A4-9757-080B8C6F0ED2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11327949" y="3947305"/>
                <a:ext cx="33768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356827EB-3DE7-48E8-A3BB-F9EF0E2EA5E6}"/>
                  </a:ext>
                </a:extLst>
              </p14:cNvPr>
              <p14:cNvContentPartPr/>
              <p14:nvPr/>
            </p14:nvContentPartPr>
            <p14:xfrm>
              <a:off x="9941229" y="3209665"/>
              <a:ext cx="117360" cy="12960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356827EB-3DE7-48E8-A3BB-F9EF0E2EA5E6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9923229" y="3173665"/>
                <a:ext cx="15300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7171D77A-A5A3-46FF-8AF1-5EEE0855B978}"/>
                  </a:ext>
                </a:extLst>
              </p14:cNvPr>
              <p14:cNvContentPartPr/>
              <p14:nvPr/>
            </p14:nvContentPartPr>
            <p14:xfrm>
              <a:off x="10106109" y="3204985"/>
              <a:ext cx="174600" cy="8712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7171D77A-A5A3-46FF-8AF1-5EEE0855B978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10088469" y="3168985"/>
                <a:ext cx="2102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4DA799D5-553C-4A28-8B2C-BE5D7DD8B639}"/>
                  </a:ext>
                </a:extLst>
              </p14:cNvPr>
              <p14:cNvContentPartPr/>
              <p14:nvPr/>
            </p14:nvContentPartPr>
            <p14:xfrm>
              <a:off x="9595269" y="4332505"/>
              <a:ext cx="138600" cy="19908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4DA799D5-553C-4A28-8B2C-BE5D7DD8B639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9577629" y="4296865"/>
                <a:ext cx="17424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DE2632E1-6E44-4142-9D3A-273CF17A1497}"/>
                  </a:ext>
                </a:extLst>
              </p14:cNvPr>
              <p14:cNvContentPartPr/>
              <p14:nvPr/>
            </p14:nvContentPartPr>
            <p14:xfrm>
              <a:off x="5628069" y="3436465"/>
              <a:ext cx="177480" cy="20196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DE2632E1-6E44-4142-9D3A-273CF17A1497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5610429" y="3400465"/>
                <a:ext cx="21312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BDB8E515-6F4D-4612-9FBE-F50A65CF6DE8}"/>
                  </a:ext>
                </a:extLst>
              </p14:cNvPr>
              <p14:cNvContentPartPr/>
              <p14:nvPr/>
            </p14:nvContentPartPr>
            <p14:xfrm>
              <a:off x="2267109" y="3482905"/>
              <a:ext cx="161280" cy="17028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BDB8E515-6F4D-4612-9FBE-F50A65CF6DE8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2249109" y="3446905"/>
                <a:ext cx="19692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A42A4674-A718-4ED4-A7C5-B66FED80AEE4}"/>
                  </a:ext>
                </a:extLst>
              </p14:cNvPr>
              <p14:cNvContentPartPr/>
              <p14:nvPr/>
            </p14:nvContentPartPr>
            <p14:xfrm>
              <a:off x="7719309" y="1606585"/>
              <a:ext cx="588600" cy="79884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A42A4674-A718-4ED4-A7C5-B66FED80AEE4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7701669" y="1570945"/>
                <a:ext cx="624240" cy="87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F478D006-AED8-464A-B5B5-8AD6227ED3D9}"/>
                  </a:ext>
                </a:extLst>
              </p14:cNvPr>
              <p14:cNvContentPartPr/>
              <p14:nvPr/>
            </p14:nvContentPartPr>
            <p14:xfrm>
              <a:off x="6877989" y="2179705"/>
              <a:ext cx="1871280" cy="233280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F478D006-AED8-464A-B5B5-8AD6227ED3D9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6860349" y="2144065"/>
                <a:ext cx="1906920" cy="240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5297D0E7-E70C-4C29-8576-990B2185A71A}"/>
                  </a:ext>
                </a:extLst>
              </p14:cNvPr>
              <p14:cNvContentPartPr/>
              <p14:nvPr/>
            </p14:nvContentPartPr>
            <p14:xfrm>
              <a:off x="6821829" y="4292545"/>
              <a:ext cx="250560" cy="36252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5297D0E7-E70C-4C29-8576-990B2185A71A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6804189" y="4256545"/>
                <a:ext cx="286200" cy="43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AC788B4F-D434-4135-BC30-CA3BE3914CA1}"/>
                  </a:ext>
                </a:extLst>
              </p14:cNvPr>
              <p14:cNvContentPartPr/>
              <p14:nvPr/>
            </p14:nvContentPartPr>
            <p14:xfrm>
              <a:off x="4215789" y="1713145"/>
              <a:ext cx="501840" cy="86508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AC788B4F-D434-4135-BC30-CA3BE3914CA1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4197789" y="1677145"/>
                <a:ext cx="537480" cy="9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7D1E1333-D890-412E-9A36-015CCBF3DB0A}"/>
                  </a:ext>
                </a:extLst>
              </p14:cNvPr>
              <p14:cNvContentPartPr/>
              <p14:nvPr/>
            </p14:nvContentPartPr>
            <p14:xfrm>
              <a:off x="3858669" y="2276185"/>
              <a:ext cx="1271160" cy="229500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7D1E1333-D890-412E-9A36-015CCBF3DB0A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3841029" y="2240185"/>
                <a:ext cx="1306800" cy="236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9842DFC1-EA7D-4156-89F8-90890DC23A5D}"/>
                  </a:ext>
                </a:extLst>
              </p14:cNvPr>
              <p14:cNvContentPartPr/>
              <p14:nvPr/>
            </p14:nvContentPartPr>
            <p14:xfrm>
              <a:off x="3772989" y="4249345"/>
              <a:ext cx="311040" cy="40716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9842DFC1-EA7D-4156-89F8-90890DC23A5D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3754989" y="4213705"/>
                <a:ext cx="346680" cy="4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1882682D-E2C1-4B97-9974-44F7457DB0D3}"/>
                  </a:ext>
                </a:extLst>
              </p14:cNvPr>
              <p14:cNvContentPartPr/>
              <p14:nvPr/>
            </p14:nvContentPartPr>
            <p14:xfrm>
              <a:off x="2905749" y="4201105"/>
              <a:ext cx="303840" cy="38448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1882682D-E2C1-4B97-9974-44F7457DB0D3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2887749" y="4165105"/>
                <a:ext cx="339480" cy="45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32270113-2511-4F9E-939C-DDE732036A8C}"/>
                  </a:ext>
                </a:extLst>
              </p14:cNvPr>
              <p14:cNvContentPartPr/>
              <p14:nvPr/>
            </p14:nvContentPartPr>
            <p14:xfrm>
              <a:off x="3041109" y="4377505"/>
              <a:ext cx="169200" cy="45432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32270113-2511-4F9E-939C-DDE732036A8C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3023109" y="4341865"/>
                <a:ext cx="204840" cy="52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D479E886-3979-41E5-95C1-8FA405150E83}"/>
                  </a:ext>
                </a:extLst>
              </p14:cNvPr>
              <p14:cNvContentPartPr/>
              <p14:nvPr/>
            </p14:nvContentPartPr>
            <p14:xfrm>
              <a:off x="6140349" y="4263745"/>
              <a:ext cx="227520" cy="42804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D479E886-3979-41E5-95C1-8FA405150E83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6122709" y="4227745"/>
                <a:ext cx="263160" cy="49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C95E23B4-B6E0-4DDE-8CBC-B6EE729D7FE6}"/>
                  </a:ext>
                </a:extLst>
              </p14:cNvPr>
              <p14:cNvContentPartPr/>
              <p14:nvPr/>
            </p14:nvContentPartPr>
            <p14:xfrm>
              <a:off x="6155109" y="4425385"/>
              <a:ext cx="317520" cy="6948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C95E23B4-B6E0-4DDE-8CBC-B6EE729D7FE6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6137109" y="4389745"/>
                <a:ext cx="35316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CA8DDC78-D860-41C2-B88C-CB9ACC0982E4}"/>
                  </a:ext>
                </a:extLst>
              </p14:cNvPr>
              <p14:cNvContentPartPr/>
              <p14:nvPr/>
            </p14:nvContentPartPr>
            <p14:xfrm>
              <a:off x="3286629" y="4184185"/>
              <a:ext cx="289080" cy="43128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CA8DDC78-D860-41C2-B88C-CB9ACC0982E4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3268651" y="4166185"/>
                <a:ext cx="324676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E11996F2-7449-4A25-AAA7-62C217A6A399}"/>
                  </a:ext>
                </a:extLst>
              </p14:cNvPr>
              <p14:cNvContentPartPr/>
              <p14:nvPr/>
            </p14:nvContentPartPr>
            <p14:xfrm>
              <a:off x="6520509" y="4242865"/>
              <a:ext cx="341280" cy="44244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E11996F2-7449-4A25-AAA7-62C217A6A399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6502869" y="4225225"/>
                <a:ext cx="376920" cy="47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B36448FB-D901-4983-8B26-09C8FD283556}"/>
                  </a:ext>
                </a:extLst>
              </p14:cNvPr>
              <p14:cNvContentPartPr/>
              <p14:nvPr/>
            </p14:nvContentPartPr>
            <p14:xfrm>
              <a:off x="3353589" y="4167625"/>
              <a:ext cx="227520" cy="43560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B36448FB-D901-4983-8B26-09C8FD283556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3335589" y="4131625"/>
                <a:ext cx="263160" cy="50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709031F2-6877-4037-9D6B-C86759FEEB12}"/>
                  </a:ext>
                </a:extLst>
              </p14:cNvPr>
              <p14:cNvContentPartPr/>
              <p14:nvPr/>
            </p14:nvContentPartPr>
            <p14:xfrm>
              <a:off x="3339549" y="4152865"/>
              <a:ext cx="233640" cy="51624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709031F2-6877-4037-9D6B-C86759FEEB12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3321909" y="4117225"/>
                <a:ext cx="269280" cy="58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ED44D088-12D2-4830-84BA-03583140739E}"/>
                  </a:ext>
                </a:extLst>
              </p14:cNvPr>
              <p14:cNvContentPartPr/>
              <p14:nvPr/>
            </p14:nvContentPartPr>
            <p14:xfrm>
              <a:off x="6526989" y="4205785"/>
              <a:ext cx="199080" cy="37548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ED44D088-12D2-4830-84BA-03583140739E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6509349" y="4170145"/>
                <a:ext cx="23472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B0AB3D8C-2969-4F4B-96D6-024344DBC4E1}"/>
                  </a:ext>
                </a:extLst>
              </p14:cNvPr>
              <p14:cNvContentPartPr/>
              <p14:nvPr/>
            </p14:nvContentPartPr>
            <p14:xfrm>
              <a:off x="6531309" y="4364185"/>
              <a:ext cx="248760" cy="6156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B0AB3D8C-2969-4F4B-96D6-024344DBC4E1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6513669" y="4328185"/>
                <a:ext cx="28440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306ED35B-1D02-4869-B197-703057D3FA23}"/>
                  </a:ext>
                </a:extLst>
              </p14:cNvPr>
              <p14:cNvContentPartPr/>
              <p14:nvPr/>
            </p14:nvContentPartPr>
            <p14:xfrm>
              <a:off x="6378309" y="4058545"/>
              <a:ext cx="643320" cy="68724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306ED35B-1D02-4869-B197-703057D3FA23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6360309" y="4022545"/>
                <a:ext cx="678960" cy="75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1664CB07-2DD3-4A9F-B6B1-31D4559C6A7D}"/>
                  </a:ext>
                </a:extLst>
              </p14:cNvPr>
              <p14:cNvContentPartPr/>
              <p14:nvPr/>
            </p14:nvContentPartPr>
            <p14:xfrm>
              <a:off x="3168189" y="4137385"/>
              <a:ext cx="490320" cy="58500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1664CB07-2DD3-4A9F-B6B1-31D4559C6A7D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3150189" y="4101745"/>
                <a:ext cx="525960" cy="65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971ED8C5-53AC-4E4E-B1C5-7E982110ED32}"/>
                  </a:ext>
                </a:extLst>
              </p14:cNvPr>
              <p14:cNvContentPartPr/>
              <p14:nvPr/>
            </p14:nvContentPartPr>
            <p14:xfrm>
              <a:off x="9459189" y="4263745"/>
              <a:ext cx="450000" cy="33084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971ED8C5-53AC-4E4E-B1C5-7E982110ED32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9441549" y="4227745"/>
                <a:ext cx="48564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EF2B7F47-B491-4303-9CC2-065A25446475}"/>
                  </a:ext>
                </a:extLst>
              </p14:cNvPr>
              <p14:cNvContentPartPr/>
              <p14:nvPr/>
            </p14:nvContentPartPr>
            <p14:xfrm>
              <a:off x="9523629" y="4182025"/>
              <a:ext cx="303840" cy="43740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EF2B7F47-B491-4303-9CC2-065A25446475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9505989" y="4146385"/>
                <a:ext cx="339480" cy="5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DE73CFD1-64E3-46AC-9781-E475AF3EA726}"/>
                  </a:ext>
                </a:extLst>
              </p14:cNvPr>
              <p14:cNvContentPartPr/>
              <p14:nvPr/>
            </p14:nvContentPartPr>
            <p14:xfrm>
              <a:off x="9223029" y="4219825"/>
              <a:ext cx="144360" cy="30672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DE73CFD1-64E3-46AC-9781-E475AF3EA726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9205029" y="4183825"/>
                <a:ext cx="18000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D0FDAF97-2E7D-4FCE-AA90-DA7A3C80125F}"/>
                  </a:ext>
                </a:extLst>
              </p14:cNvPr>
              <p14:cNvContentPartPr/>
              <p14:nvPr/>
            </p14:nvContentPartPr>
            <p14:xfrm>
              <a:off x="9076149" y="4106065"/>
              <a:ext cx="419760" cy="51156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D0FDAF97-2E7D-4FCE-AA90-DA7A3C80125F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9058149" y="4070065"/>
                <a:ext cx="455400" cy="58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D262811E-B30C-42DE-9B83-4890641E38D7}"/>
                  </a:ext>
                </a:extLst>
              </p14:cNvPr>
              <p14:cNvContentPartPr/>
              <p14:nvPr/>
            </p14:nvContentPartPr>
            <p14:xfrm>
              <a:off x="5823189" y="3200665"/>
              <a:ext cx="3864960" cy="93816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D262811E-B30C-42DE-9B83-4890641E38D7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5805189" y="3165025"/>
                <a:ext cx="3900600" cy="10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8BD9E0B8-0745-4B01-9DF9-3104305D7157}"/>
                  </a:ext>
                </a:extLst>
              </p14:cNvPr>
              <p14:cNvContentPartPr/>
              <p14:nvPr/>
            </p14:nvContentPartPr>
            <p14:xfrm>
              <a:off x="5539509" y="3354025"/>
              <a:ext cx="356040" cy="34416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8BD9E0B8-0745-4B01-9DF9-3104305D7157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5521869" y="3318385"/>
                <a:ext cx="39168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E5FEDCD1-9BF9-4C71-BD48-797970AEEF97}"/>
                  </a:ext>
                </a:extLst>
              </p14:cNvPr>
              <p14:cNvContentPartPr/>
              <p14:nvPr/>
            </p14:nvContentPartPr>
            <p14:xfrm>
              <a:off x="5553189" y="3421345"/>
              <a:ext cx="290880" cy="28944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E5FEDCD1-9BF9-4C71-BD48-797970AEEF97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5535549" y="3385705"/>
                <a:ext cx="32652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46C43E1C-19A9-4399-8B1D-FE357B2EB4A5}"/>
                  </a:ext>
                </a:extLst>
              </p14:cNvPr>
              <p14:cNvContentPartPr/>
              <p14:nvPr/>
            </p14:nvContentPartPr>
            <p14:xfrm>
              <a:off x="5327469" y="3394705"/>
              <a:ext cx="73080" cy="30600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46C43E1C-19A9-4399-8B1D-FE357B2EB4A5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5309469" y="3358705"/>
                <a:ext cx="108720" cy="37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6288B9AB-E8ED-422B-A3FC-87564971D202}"/>
                  </a:ext>
                </a:extLst>
              </p14:cNvPr>
              <p14:cNvContentPartPr/>
              <p14:nvPr/>
            </p14:nvContentPartPr>
            <p14:xfrm>
              <a:off x="2316069" y="2958745"/>
              <a:ext cx="4176360" cy="35028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6288B9AB-E8ED-422B-A3FC-87564971D202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2298069" y="2922745"/>
                <a:ext cx="421200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A7D6CA70-6C3F-4B18-BDDD-6F68F1F152C6}"/>
                  </a:ext>
                </a:extLst>
              </p14:cNvPr>
              <p14:cNvContentPartPr/>
              <p14:nvPr/>
            </p14:nvContentPartPr>
            <p14:xfrm>
              <a:off x="2278269" y="3354025"/>
              <a:ext cx="315360" cy="33552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A7D6CA70-6C3F-4B18-BDDD-6F68F1F152C6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2260629" y="3318385"/>
                <a:ext cx="35100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183" name="Cerneală 182">
                <a:extLst>
                  <a:ext uri="{FF2B5EF4-FFF2-40B4-BE49-F238E27FC236}">
                    <a16:creationId xmlns:a16="http://schemas.microsoft.com/office/drawing/2014/main" id="{3DFC7E2B-805C-4207-AF25-E5B2606202CA}"/>
                  </a:ext>
                </a:extLst>
              </p14:cNvPr>
              <p14:cNvContentPartPr/>
              <p14:nvPr/>
            </p14:nvContentPartPr>
            <p14:xfrm>
              <a:off x="2242629" y="3422785"/>
              <a:ext cx="266040" cy="221040"/>
            </p14:xfrm>
          </p:contentPart>
        </mc:Choice>
        <mc:Fallback xmlns="">
          <p:pic>
            <p:nvPicPr>
              <p:cNvPr id="183" name="Cerneală 182">
                <a:extLst>
                  <a:ext uri="{FF2B5EF4-FFF2-40B4-BE49-F238E27FC236}">
                    <a16:creationId xmlns:a16="http://schemas.microsoft.com/office/drawing/2014/main" id="{3DFC7E2B-805C-4207-AF25-E5B2606202CA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2224989" y="3387145"/>
                <a:ext cx="30168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11D5A3FE-2888-4BB5-9976-625399483569}"/>
                  </a:ext>
                </a:extLst>
              </p14:cNvPr>
              <p14:cNvContentPartPr/>
              <p14:nvPr/>
            </p14:nvContentPartPr>
            <p14:xfrm>
              <a:off x="2064069" y="3365905"/>
              <a:ext cx="58680" cy="28944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11D5A3FE-2888-4BB5-9976-625399483569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2046429" y="3330265"/>
                <a:ext cx="9432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68A7B27A-BEB5-424B-A38C-92FD17417D69}"/>
                  </a:ext>
                </a:extLst>
              </p14:cNvPr>
              <p14:cNvContentPartPr/>
              <p14:nvPr/>
            </p14:nvContentPartPr>
            <p14:xfrm>
              <a:off x="2074149" y="3621865"/>
              <a:ext cx="113760" cy="4068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68A7B27A-BEB5-424B-A38C-92FD17417D69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2056149" y="3585865"/>
                <a:ext cx="14940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95BB18CF-7531-407D-BE5F-FD33DB29A4EB}"/>
                  </a:ext>
                </a:extLst>
              </p14:cNvPr>
              <p14:cNvContentPartPr/>
              <p14:nvPr/>
            </p14:nvContentPartPr>
            <p14:xfrm>
              <a:off x="9874629" y="4905625"/>
              <a:ext cx="858960" cy="47016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95BB18CF-7531-407D-BE5F-FD33DB29A4EB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9856629" y="4869625"/>
                <a:ext cx="894600" cy="54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5226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9C894B1-15D9-4841-A22F-7BAE563A6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99" y="178309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5" name="Dreptunghi 4">
            <a:extLst>
              <a:ext uri="{FF2B5EF4-FFF2-40B4-BE49-F238E27FC236}">
                <a16:creationId xmlns:a16="http://schemas.microsoft.com/office/drawing/2014/main" id="{0FE6B7D3-99B0-42AA-B58F-DC57A95DF21D}"/>
              </a:ext>
            </a:extLst>
          </p:cNvPr>
          <p:cNvSpPr/>
          <p:nvPr/>
        </p:nvSpPr>
        <p:spPr>
          <a:xfrm>
            <a:off x="335342" y="137196"/>
            <a:ext cx="11521315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cu factor programabil  - </a:t>
            </a:r>
            <a:r>
              <a:rPr lang="ro-RO" b="1" dirty="0">
                <a:solidFill>
                  <a:srgbClr val="C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Varianta bazată pe numărarea înapoi</a:t>
            </a:r>
          </a:p>
          <a:p>
            <a:pPr indent="-57150"/>
            <a:endParaRPr lang="ro-RO" sz="1200" b="1" dirty="0">
              <a:solidFill>
                <a:srgbClr val="C0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indent="-57150"/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Pasul 3: Creșterea siguranței în funcționare – introducerea unui </a:t>
            </a:r>
            <a:r>
              <a:rPr lang="ro-RO" sz="2000" b="1" dirty="0" err="1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latch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 </a:t>
            </a:r>
          </a:p>
          <a:p>
            <a:pPr indent="-57150"/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              </a:t>
            </a:r>
            <a:r>
              <a:rPr lang="ro-RO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Considerăm cazul K= 74</a:t>
            </a:r>
          </a:p>
          <a:p>
            <a:pPr indent="-57150"/>
            <a:endParaRPr lang="ro-RO" sz="900" b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indent="-57150"/>
            <a:r>
              <a:rPr lang="ro-RO" sz="20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B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. Varianta cu </a:t>
            </a:r>
            <a:r>
              <a:rPr lang="ro-RO" sz="2000" b="1" dirty="0" err="1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latch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BCFCBFAC-6C97-4BBD-A93E-673D58E21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806" y="1783098"/>
            <a:ext cx="926782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093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9C894B1-15D9-4841-A22F-7BAE563A6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99" y="178309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5" name="Dreptunghi 4">
            <a:extLst>
              <a:ext uri="{FF2B5EF4-FFF2-40B4-BE49-F238E27FC236}">
                <a16:creationId xmlns:a16="http://schemas.microsoft.com/office/drawing/2014/main" id="{0FE6B7D3-99B0-42AA-B58F-DC57A95DF21D}"/>
              </a:ext>
            </a:extLst>
          </p:cNvPr>
          <p:cNvSpPr/>
          <p:nvPr/>
        </p:nvSpPr>
        <p:spPr>
          <a:xfrm>
            <a:off x="335342" y="137196"/>
            <a:ext cx="11521315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cu factor programabil  - </a:t>
            </a:r>
            <a:r>
              <a:rPr lang="ro-RO" b="1" dirty="0">
                <a:solidFill>
                  <a:srgbClr val="C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Varianta bazată pe numărarea înapoi</a:t>
            </a:r>
          </a:p>
          <a:p>
            <a:pPr indent="-57150"/>
            <a:endParaRPr lang="ro-RO" sz="1200" b="1" dirty="0">
              <a:solidFill>
                <a:srgbClr val="C0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indent="-57150"/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Pasul 4: Simularea schemei cu </a:t>
            </a:r>
            <a:r>
              <a:rPr lang="ro-RO" sz="2000" b="1" dirty="0" err="1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latch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- </a:t>
            </a:r>
            <a:r>
              <a:rPr lang="ro-RO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Considerăm cazul K= 9</a:t>
            </a:r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33B9073D-07E0-4976-9C15-720CB9A73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8" y="1234464"/>
            <a:ext cx="10637537" cy="585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812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9C894B1-15D9-4841-A22F-7BAE563A6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99" y="178309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5" name="Dreptunghi 4">
            <a:extLst>
              <a:ext uri="{FF2B5EF4-FFF2-40B4-BE49-F238E27FC236}">
                <a16:creationId xmlns:a16="http://schemas.microsoft.com/office/drawing/2014/main" id="{0FE6B7D3-99B0-42AA-B58F-DC57A95DF21D}"/>
              </a:ext>
            </a:extLst>
          </p:cNvPr>
          <p:cNvSpPr/>
          <p:nvPr/>
        </p:nvSpPr>
        <p:spPr>
          <a:xfrm>
            <a:off x="335342" y="137196"/>
            <a:ext cx="11521315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cu factor programabil  - </a:t>
            </a:r>
            <a:r>
              <a:rPr lang="ro-RO" sz="2000" b="1" dirty="0">
                <a:solidFill>
                  <a:srgbClr val="C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Varianta bazată pe numărarea înapoi</a:t>
            </a:r>
          </a:p>
          <a:p>
            <a:pPr indent="-57150"/>
            <a:endParaRPr lang="ro-RO" sz="1200" b="1" dirty="0">
              <a:solidFill>
                <a:srgbClr val="C0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indent="-57150"/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Pasul 4: Simularea schemei - </a:t>
            </a:r>
            <a:r>
              <a:rPr lang="ro-RO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Considerăm cazul K= </a:t>
            </a:r>
            <a:r>
              <a:rPr lang="en-US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9</a:t>
            </a:r>
            <a:endParaRPr lang="ro-RO" sz="2000" b="1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3A3BA904-D767-458E-8057-9FF78071C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262062"/>
            <a:ext cx="1110615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5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9C894B1-15D9-4841-A22F-7BAE563A6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99" y="178309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5" name="Dreptunghi 4">
            <a:extLst>
              <a:ext uri="{FF2B5EF4-FFF2-40B4-BE49-F238E27FC236}">
                <a16:creationId xmlns:a16="http://schemas.microsoft.com/office/drawing/2014/main" id="{0FE6B7D3-99B0-42AA-B58F-DC57A95DF21D}"/>
              </a:ext>
            </a:extLst>
          </p:cNvPr>
          <p:cNvSpPr/>
          <p:nvPr/>
        </p:nvSpPr>
        <p:spPr>
          <a:xfrm>
            <a:off x="335342" y="137196"/>
            <a:ext cx="11521315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cu factor programabil  - </a:t>
            </a:r>
            <a:r>
              <a:rPr lang="ro-RO" sz="2000" b="1" dirty="0">
                <a:solidFill>
                  <a:srgbClr val="C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Varianta bazată pe numărarea înapoi</a:t>
            </a:r>
          </a:p>
          <a:p>
            <a:pPr indent="-57150"/>
            <a:endParaRPr lang="ro-RO" sz="1200" b="1" dirty="0">
              <a:solidFill>
                <a:srgbClr val="C0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indent="-57150"/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Pasul 4: Simularea schemei - </a:t>
            </a:r>
            <a:r>
              <a:rPr lang="ro-RO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Considerăm cazul K= </a:t>
            </a:r>
            <a:r>
              <a:rPr lang="en-US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9</a:t>
            </a:r>
            <a:endParaRPr lang="ro-RO" sz="2000" b="1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D5E32F0B-4FDC-41CF-9264-AD1D67F69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1234464"/>
            <a:ext cx="11144250" cy="4495800"/>
          </a:xfrm>
          <a:prstGeom prst="rect">
            <a:avLst/>
          </a:prstGeom>
        </p:spPr>
      </p:pic>
      <p:sp>
        <p:nvSpPr>
          <p:cNvPr id="6" name="Dreptunghi 5">
            <a:extLst>
              <a:ext uri="{FF2B5EF4-FFF2-40B4-BE49-F238E27FC236}">
                <a16:creationId xmlns:a16="http://schemas.microsoft.com/office/drawing/2014/main" id="{C1D6F0B1-4A48-48D7-8CE5-3D2B1A17DD13}"/>
              </a:ext>
            </a:extLst>
          </p:cNvPr>
          <p:cNvSpPr/>
          <p:nvPr/>
        </p:nvSpPr>
        <p:spPr>
          <a:xfrm>
            <a:off x="518221" y="5806414"/>
            <a:ext cx="1166697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Obs: </a:t>
            </a: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- starea 1000 durează 1.5 perioade ale semnalului de ceas (de aici apare câștigul de o unitate </a:t>
            </a:r>
          </a:p>
          <a:p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          între factorul de divizare programat și cel realizat;</a:t>
            </a:r>
          </a:p>
          <a:p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        - starea 0000 nu durează decât 0.5 perioade ale semnalului de ceas;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212263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0344B205-8D55-486F-9B3E-3487FBAF4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733" y="960147"/>
            <a:ext cx="10220330" cy="2835435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13B34B6B-E830-470B-BB49-B9A581154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733" y="3886195"/>
            <a:ext cx="10156510" cy="2935724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C9541460-DA87-4ECD-B321-C0B0C4756568}"/>
              </a:ext>
            </a:extLst>
          </p:cNvPr>
          <p:cNvSpPr/>
          <p:nvPr/>
        </p:nvSpPr>
        <p:spPr>
          <a:xfrm>
            <a:off x="335342" y="137196"/>
            <a:ext cx="11521315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cu factor programabil  - </a:t>
            </a:r>
            <a:r>
              <a:rPr lang="ro-RO" b="1" dirty="0">
                <a:solidFill>
                  <a:srgbClr val="C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Varianta bazată pe numărarea înapoi</a:t>
            </a:r>
          </a:p>
          <a:p>
            <a:pPr indent="-57150"/>
            <a:endParaRPr lang="ro-RO" sz="900" b="1" dirty="0">
              <a:solidFill>
                <a:srgbClr val="C0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indent="-57150"/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Succesiunea stărilor 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pentru cele două variante - </a:t>
            </a:r>
            <a:r>
              <a:rPr lang="ro-RO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Considerăm cazul K= </a:t>
            </a:r>
            <a:r>
              <a:rPr lang="en-US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9</a:t>
            </a:r>
            <a:endParaRPr lang="ro-RO" sz="2000" b="1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436615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reptunghi 3">
            <a:extLst>
              <a:ext uri="{FF2B5EF4-FFF2-40B4-BE49-F238E27FC236}">
                <a16:creationId xmlns:a16="http://schemas.microsoft.com/office/drawing/2014/main" id="{C9541460-DA87-4ECD-B321-C0B0C4756568}"/>
              </a:ext>
            </a:extLst>
          </p:cNvPr>
          <p:cNvSpPr/>
          <p:nvPr/>
        </p:nvSpPr>
        <p:spPr>
          <a:xfrm>
            <a:off x="335342" y="137196"/>
            <a:ext cx="11521315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cu factor programabil  - </a:t>
            </a:r>
            <a:r>
              <a:rPr lang="ro-RO" b="1" dirty="0">
                <a:solidFill>
                  <a:srgbClr val="C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Varianta bazată pe numărarea înapoi</a:t>
            </a:r>
          </a:p>
          <a:p>
            <a:pPr indent="-57150"/>
            <a:endParaRPr lang="ro-RO" sz="900" b="1" dirty="0">
              <a:solidFill>
                <a:srgbClr val="C0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indent="-57150"/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Efectul introducerii </a:t>
            </a:r>
            <a:r>
              <a:rPr lang="en-US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latch-</a:t>
            </a:r>
            <a:r>
              <a:rPr lang="en-US" sz="2000" b="1" dirty="0" err="1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ului</a:t>
            </a:r>
            <a:r>
              <a:rPr lang="en-US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- </a:t>
            </a:r>
            <a:r>
              <a:rPr lang="ro-RO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Considerăm cazul K= </a:t>
            </a:r>
            <a:r>
              <a:rPr lang="en-US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9</a:t>
            </a:r>
            <a:endParaRPr lang="ro-RO" sz="2000" b="1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B8B7F901-629C-4973-8D93-0A2C03E9D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1874537"/>
            <a:ext cx="11460488" cy="4845603"/>
          </a:xfrm>
          <a:prstGeom prst="rect">
            <a:avLst/>
          </a:prstGeom>
        </p:spPr>
      </p:pic>
      <p:sp>
        <p:nvSpPr>
          <p:cNvPr id="6" name="Dreptunghi 5">
            <a:extLst>
              <a:ext uri="{FF2B5EF4-FFF2-40B4-BE49-F238E27FC236}">
                <a16:creationId xmlns:a16="http://schemas.microsoft.com/office/drawing/2014/main" id="{1A98C5F0-7A8A-4784-A8E5-BCCE7C213F32}"/>
              </a:ext>
            </a:extLst>
          </p:cNvPr>
          <p:cNvSpPr/>
          <p:nvPr/>
        </p:nvSpPr>
        <p:spPr>
          <a:xfrm>
            <a:off x="792538" y="960147"/>
            <a:ext cx="108812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Obs: </a:t>
            </a: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- constanta încărcată paralel = </a:t>
            </a:r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K-1</a:t>
            </a: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;</a:t>
            </a:r>
          </a:p>
          <a:p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        - durata activă a comenzii de încărcare paralelă este egală cu durata de zero logic a  </a:t>
            </a:r>
          </a:p>
          <a:p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           semnalului de ceas (</a:t>
            </a:r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este suficient de mare</a:t>
            </a: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);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000242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71F33100-FA75-4C6D-B451-4F0FE89B48C5}"/>
                  </a:ext>
                </a:extLst>
              </p14:cNvPr>
              <p14:cNvContentPartPr/>
              <p14:nvPr/>
            </p14:nvContentPartPr>
            <p14:xfrm>
              <a:off x="1165149" y="963625"/>
              <a:ext cx="218880" cy="40392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71F33100-FA75-4C6D-B451-4F0FE89B48C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47149" y="927985"/>
                <a:ext cx="25452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7F291205-C3D7-4BC7-BD25-772094B95C32}"/>
                  </a:ext>
                </a:extLst>
              </p14:cNvPr>
              <p14:cNvContentPartPr/>
              <p14:nvPr/>
            </p14:nvContentPartPr>
            <p14:xfrm>
              <a:off x="1462869" y="1066945"/>
              <a:ext cx="311760" cy="27000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7F291205-C3D7-4BC7-BD25-772094B95C3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4869" y="1030945"/>
                <a:ext cx="34740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1B9F20B8-8ECA-434A-BEFD-DC5BFFD05B82}"/>
                  </a:ext>
                </a:extLst>
              </p14:cNvPr>
              <p14:cNvContentPartPr/>
              <p14:nvPr/>
            </p14:nvContentPartPr>
            <p14:xfrm>
              <a:off x="928269" y="760225"/>
              <a:ext cx="317160" cy="864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1B9F20B8-8ECA-434A-BEFD-DC5BFFD05B8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0629" y="724225"/>
                <a:ext cx="35280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99606D2A-7486-4660-BA1D-F3F1BF7178B7}"/>
                  </a:ext>
                </a:extLst>
              </p14:cNvPr>
              <p14:cNvContentPartPr/>
              <p14:nvPr/>
            </p14:nvContentPartPr>
            <p14:xfrm>
              <a:off x="1207629" y="769945"/>
              <a:ext cx="520920" cy="97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99606D2A-7486-4660-BA1D-F3F1BF7178B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89629" y="734305"/>
                <a:ext cx="55656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B458D0D2-7666-406B-8545-7DBF012FD07F}"/>
                  </a:ext>
                </a:extLst>
              </p14:cNvPr>
              <p14:cNvContentPartPr/>
              <p14:nvPr/>
            </p14:nvContentPartPr>
            <p14:xfrm>
              <a:off x="2861469" y="900625"/>
              <a:ext cx="7200" cy="39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B458D0D2-7666-406B-8545-7DBF012FD07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43469" y="864625"/>
                <a:ext cx="4284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5A735719-3E97-4363-A212-01C123FA4C1D}"/>
                  </a:ext>
                </a:extLst>
              </p14:cNvPr>
              <p14:cNvContentPartPr/>
              <p14:nvPr/>
            </p14:nvContentPartPr>
            <p14:xfrm>
              <a:off x="2620629" y="848065"/>
              <a:ext cx="6657120" cy="72324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5A735719-3E97-4363-A212-01C123FA4C1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02629" y="812425"/>
                <a:ext cx="6692760" cy="79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B3D0C38B-AB66-4DB3-A961-DFC6AE4BE649}"/>
                  </a:ext>
                </a:extLst>
              </p14:cNvPr>
              <p14:cNvContentPartPr/>
              <p14:nvPr/>
            </p14:nvContentPartPr>
            <p14:xfrm>
              <a:off x="3310749" y="1428745"/>
              <a:ext cx="3405240" cy="579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B3D0C38B-AB66-4DB3-A961-DFC6AE4BE64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93109" y="1393105"/>
                <a:ext cx="344088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0864D4E5-583F-4295-853F-B5824D77B1E0}"/>
                  </a:ext>
                </a:extLst>
              </p14:cNvPr>
              <p14:cNvContentPartPr/>
              <p14:nvPr/>
            </p14:nvContentPartPr>
            <p14:xfrm>
              <a:off x="6583149" y="1332985"/>
              <a:ext cx="139680" cy="19944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0864D4E5-583F-4295-853F-B5824D77B1E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65509" y="1296985"/>
                <a:ext cx="17532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A3FB30B5-45C2-410E-995A-B8ADDECCE77F}"/>
                  </a:ext>
                </a:extLst>
              </p14:cNvPr>
              <p14:cNvContentPartPr/>
              <p14:nvPr/>
            </p14:nvContentPartPr>
            <p14:xfrm>
              <a:off x="3390309" y="1356745"/>
              <a:ext cx="231480" cy="2365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A3FB30B5-45C2-410E-995A-B8ADDECCE77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372309" y="1321105"/>
                <a:ext cx="26712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7B1DA310-55EF-43F9-97E3-280D2E88250D}"/>
                  </a:ext>
                </a:extLst>
              </p14:cNvPr>
              <p14:cNvContentPartPr/>
              <p14:nvPr/>
            </p14:nvContentPartPr>
            <p14:xfrm>
              <a:off x="4066389" y="1698385"/>
              <a:ext cx="173880" cy="40572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7B1DA310-55EF-43F9-97E3-280D2E88250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48749" y="1662745"/>
                <a:ext cx="209520" cy="47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B5FA1D63-E905-41FD-B6C2-D87633924514}"/>
                  </a:ext>
                </a:extLst>
              </p14:cNvPr>
              <p14:cNvContentPartPr/>
              <p14:nvPr/>
            </p14:nvContentPartPr>
            <p14:xfrm>
              <a:off x="4047309" y="1870465"/>
              <a:ext cx="270360" cy="7380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B5FA1D63-E905-41FD-B6C2-D8763392451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29309" y="1834825"/>
                <a:ext cx="30600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508DA7CD-8D7E-43FD-A4F8-26AAAA866DAF}"/>
                  </a:ext>
                </a:extLst>
              </p14:cNvPr>
              <p14:cNvContentPartPr/>
              <p14:nvPr/>
            </p14:nvContentPartPr>
            <p14:xfrm>
              <a:off x="4339269" y="1772545"/>
              <a:ext cx="171360" cy="4071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508DA7CD-8D7E-43FD-A4F8-26AAAA866DA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21269" y="1736545"/>
                <a:ext cx="207000" cy="4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76DF9897-8325-49B5-90A5-255EFDEB1C34}"/>
                  </a:ext>
                </a:extLst>
              </p14:cNvPr>
              <p14:cNvContentPartPr/>
              <p14:nvPr/>
            </p14:nvContentPartPr>
            <p14:xfrm>
              <a:off x="4820589" y="1766065"/>
              <a:ext cx="45360" cy="26964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76DF9897-8325-49B5-90A5-255EFDEB1C3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802589" y="1730425"/>
                <a:ext cx="8100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57096C10-D699-4055-9E26-F662C2F8A776}"/>
                  </a:ext>
                </a:extLst>
              </p14:cNvPr>
              <p14:cNvContentPartPr/>
              <p14:nvPr/>
            </p14:nvContentPartPr>
            <p14:xfrm>
              <a:off x="4667949" y="1677865"/>
              <a:ext cx="388800" cy="6408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57096C10-D699-4055-9E26-F662C2F8A77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649949" y="1642225"/>
                <a:ext cx="42444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CF124A88-8B72-406E-94D2-9B492022D114}"/>
                  </a:ext>
                </a:extLst>
              </p14:cNvPr>
              <p14:cNvContentPartPr/>
              <p14:nvPr/>
            </p14:nvContentPartPr>
            <p14:xfrm>
              <a:off x="4995549" y="2001865"/>
              <a:ext cx="119160" cy="16776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CF124A88-8B72-406E-94D2-9B492022D11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977549" y="1965865"/>
                <a:ext cx="15480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67E82C77-6BF9-486E-8C0F-6A3CD956ABEC}"/>
                  </a:ext>
                </a:extLst>
              </p14:cNvPr>
              <p14:cNvContentPartPr/>
              <p14:nvPr/>
            </p14:nvContentPartPr>
            <p14:xfrm>
              <a:off x="4994829" y="1780825"/>
              <a:ext cx="73800" cy="1004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67E82C77-6BF9-486E-8C0F-6A3CD956ABE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976829" y="1744825"/>
                <a:ext cx="10944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FA18D4A0-30FF-42FE-BA60-63A4E0C7CD84}"/>
                  </a:ext>
                </a:extLst>
              </p14:cNvPr>
              <p14:cNvContentPartPr/>
              <p14:nvPr/>
            </p14:nvContentPartPr>
            <p14:xfrm>
              <a:off x="5192469" y="1943905"/>
              <a:ext cx="295920" cy="1850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FA18D4A0-30FF-42FE-BA60-63A4E0C7CD8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174469" y="1908265"/>
                <a:ext cx="33156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0837A466-C3E8-4767-871F-9BBD6DD05861}"/>
                  </a:ext>
                </a:extLst>
              </p14:cNvPr>
              <p14:cNvContentPartPr/>
              <p14:nvPr/>
            </p14:nvContentPartPr>
            <p14:xfrm>
              <a:off x="3041109" y="952825"/>
              <a:ext cx="63360" cy="6087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0837A466-C3E8-4767-871F-9BBD6DD0586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023109" y="916825"/>
                <a:ext cx="99000" cy="6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3CBF2AA7-92DD-48ED-8425-9B4367F469C8}"/>
                  </a:ext>
                </a:extLst>
              </p14:cNvPr>
              <p14:cNvContentPartPr/>
              <p14:nvPr/>
            </p14:nvContentPartPr>
            <p14:xfrm>
              <a:off x="6958629" y="895945"/>
              <a:ext cx="86760" cy="58392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3CBF2AA7-92DD-48ED-8425-9B4367F469C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940629" y="860305"/>
                <a:ext cx="122400" cy="65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9A9814A5-E26F-489A-957E-F937878789A5}"/>
                  </a:ext>
                </a:extLst>
              </p14:cNvPr>
              <p14:cNvContentPartPr/>
              <p14:nvPr/>
            </p14:nvContentPartPr>
            <p14:xfrm>
              <a:off x="3068829" y="938065"/>
              <a:ext cx="30960" cy="6094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9A9814A5-E26F-489A-957E-F937878789A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050829" y="902425"/>
                <a:ext cx="66600" cy="68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6F3DD368-CB25-4968-8D87-E2C5B31D30AF}"/>
                  </a:ext>
                </a:extLst>
              </p14:cNvPr>
              <p14:cNvContentPartPr/>
              <p14:nvPr/>
            </p14:nvContentPartPr>
            <p14:xfrm>
              <a:off x="2415789" y="2861185"/>
              <a:ext cx="6862320" cy="64296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6F3DD368-CB25-4968-8D87-E2C5B31D30A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397789" y="2825545"/>
                <a:ext cx="6897960" cy="71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69678097-CB7F-4C39-BFC6-131F0B041BD8}"/>
                  </a:ext>
                </a:extLst>
              </p14:cNvPr>
              <p14:cNvContentPartPr/>
              <p14:nvPr/>
            </p14:nvContentPartPr>
            <p14:xfrm>
              <a:off x="3123189" y="3354025"/>
              <a:ext cx="947880" cy="44244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69678097-CB7F-4C39-BFC6-131F0B041BD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105549" y="3318385"/>
                <a:ext cx="983520" cy="51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79D50792-4A21-41AC-8E6D-149F95108513}"/>
                  </a:ext>
                </a:extLst>
              </p14:cNvPr>
              <p14:cNvContentPartPr/>
              <p14:nvPr/>
            </p14:nvContentPartPr>
            <p14:xfrm>
              <a:off x="3912309" y="4108945"/>
              <a:ext cx="130320" cy="1940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79D50792-4A21-41AC-8E6D-149F9510851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894309" y="4073305"/>
                <a:ext cx="16596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40E47847-F021-42D1-AC2D-1A6260586865}"/>
                  </a:ext>
                </a:extLst>
              </p14:cNvPr>
              <p14:cNvContentPartPr/>
              <p14:nvPr/>
            </p14:nvContentPartPr>
            <p14:xfrm>
              <a:off x="4096269" y="4263745"/>
              <a:ext cx="12240" cy="19980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40E47847-F021-42D1-AC2D-1A626058686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078629" y="4227745"/>
                <a:ext cx="4788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B0E4F620-3E97-4E8C-9D02-A66A6CA7963C}"/>
                  </a:ext>
                </a:extLst>
              </p14:cNvPr>
              <p14:cNvContentPartPr/>
              <p14:nvPr/>
            </p14:nvContentPartPr>
            <p14:xfrm>
              <a:off x="4167189" y="4097065"/>
              <a:ext cx="220320" cy="2268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B0E4F620-3E97-4E8C-9D02-A66A6CA7963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149549" y="4061425"/>
                <a:ext cx="2559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57EABA23-1C18-4DEB-986D-AEE278943C59}"/>
                  </a:ext>
                </a:extLst>
              </p14:cNvPr>
              <p14:cNvContentPartPr/>
              <p14:nvPr/>
            </p14:nvContentPartPr>
            <p14:xfrm>
              <a:off x="4196709" y="4129105"/>
              <a:ext cx="198360" cy="2671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57EABA23-1C18-4DEB-986D-AEE278943C5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178709" y="4093105"/>
                <a:ext cx="23400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C4E0612A-0574-41BA-9BB3-46212128C0CD}"/>
                  </a:ext>
                </a:extLst>
              </p14:cNvPr>
              <p14:cNvContentPartPr/>
              <p14:nvPr/>
            </p14:nvContentPartPr>
            <p14:xfrm>
              <a:off x="4602429" y="4066465"/>
              <a:ext cx="22680" cy="2746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C4E0612A-0574-41BA-9BB3-46212128C0C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584429" y="4030465"/>
                <a:ext cx="5832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A36B29A4-0266-4450-940C-9E3D209FA7C2}"/>
                  </a:ext>
                </a:extLst>
              </p14:cNvPr>
              <p14:cNvContentPartPr/>
              <p14:nvPr/>
            </p14:nvContentPartPr>
            <p14:xfrm>
              <a:off x="4509189" y="3999505"/>
              <a:ext cx="278280" cy="241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A36B29A4-0266-4450-940C-9E3D209FA7C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491549" y="3963505"/>
                <a:ext cx="3139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BB57DBF6-FE85-41E6-92B3-49E88EA4BCD9}"/>
                  </a:ext>
                </a:extLst>
              </p14:cNvPr>
              <p14:cNvContentPartPr/>
              <p14:nvPr/>
            </p14:nvContentPartPr>
            <p14:xfrm>
              <a:off x="4822029" y="4282825"/>
              <a:ext cx="5400" cy="22896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BB57DBF6-FE85-41E6-92B3-49E88EA4BCD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804029" y="4247185"/>
                <a:ext cx="4104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4951663E-AF6C-481A-A76E-AE810D8E3116}"/>
                  </a:ext>
                </a:extLst>
              </p14:cNvPr>
              <p14:cNvContentPartPr/>
              <p14:nvPr/>
            </p14:nvContentPartPr>
            <p14:xfrm>
              <a:off x="4942629" y="4355185"/>
              <a:ext cx="14400" cy="15804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4951663E-AF6C-481A-A76E-AE810D8E311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924989" y="4319545"/>
                <a:ext cx="5004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317F3A00-5F74-4639-9F8C-D89E34014606}"/>
                  </a:ext>
                </a:extLst>
              </p14:cNvPr>
              <p14:cNvContentPartPr/>
              <p14:nvPr/>
            </p14:nvContentPartPr>
            <p14:xfrm>
              <a:off x="4976109" y="4309105"/>
              <a:ext cx="145800" cy="21888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317F3A00-5F74-4639-9F8C-D89E3401460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958109" y="4273105"/>
                <a:ext cx="18144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9C717340-5B3E-4841-B4EC-7B8486C18BBA}"/>
                  </a:ext>
                </a:extLst>
              </p14:cNvPr>
              <p14:cNvContentPartPr/>
              <p14:nvPr/>
            </p14:nvContentPartPr>
            <p14:xfrm>
              <a:off x="3676509" y="3469945"/>
              <a:ext cx="66960" cy="20304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9C717340-5B3E-4841-B4EC-7B8486C18BB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658869" y="3433945"/>
                <a:ext cx="10260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D5DAA1A5-515F-4F03-BE55-953965981320}"/>
                  </a:ext>
                </a:extLst>
              </p14:cNvPr>
              <p14:cNvContentPartPr/>
              <p14:nvPr/>
            </p14:nvContentPartPr>
            <p14:xfrm>
              <a:off x="3681189" y="3425305"/>
              <a:ext cx="284040" cy="3492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D5DAA1A5-515F-4F03-BE55-95396598132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663549" y="3389305"/>
                <a:ext cx="31968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00AEDC4D-AFB9-4558-9A29-A519A939B637}"/>
                  </a:ext>
                </a:extLst>
              </p14:cNvPr>
              <p14:cNvContentPartPr/>
              <p14:nvPr/>
            </p14:nvContentPartPr>
            <p14:xfrm>
              <a:off x="726669" y="1611985"/>
              <a:ext cx="233640" cy="58752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00AEDC4D-AFB9-4558-9A29-A519A939B63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08669" y="1576345"/>
                <a:ext cx="269280" cy="65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DDF823DC-1972-4241-93BC-BFE74E64E3E4}"/>
                  </a:ext>
                </a:extLst>
              </p14:cNvPr>
              <p14:cNvContentPartPr/>
              <p14:nvPr/>
            </p14:nvContentPartPr>
            <p14:xfrm>
              <a:off x="764829" y="1816105"/>
              <a:ext cx="390240" cy="16704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DDF823DC-1972-4241-93BC-BFE74E64E3E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46829" y="1780105"/>
                <a:ext cx="42588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7A5F32CD-8569-4F35-A337-FDDEDE014C54}"/>
                  </a:ext>
                </a:extLst>
              </p14:cNvPr>
              <p14:cNvContentPartPr/>
              <p14:nvPr/>
            </p14:nvContentPartPr>
            <p14:xfrm>
              <a:off x="1085949" y="1634665"/>
              <a:ext cx="59040" cy="1404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7A5F32CD-8569-4F35-A337-FDDEDE014C5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68309" y="1599025"/>
                <a:ext cx="9468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BE3CE736-5612-4D13-83CF-E6FFC803BCCC}"/>
                  </a:ext>
                </a:extLst>
              </p14:cNvPr>
              <p14:cNvContentPartPr/>
              <p14:nvPr/>
            </p14:nvContentPartPr>
            <p14:xfrm>
              <a:off x="1197909" y="1759945"/>
              <a:ext cx="473760" cy="20916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BE3CE736-5612-4D13-83CF-E6FFC803BCC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180269" y="1723945"/>
                <a:ext cx="50940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2B5257CD-C9E5-47CF-ABCD-EC4984F44A59}"/>
                  </a:ext>
                </a:extLst>
              </p14:cNvPr>
              <p14:cNvContentPartPr/>
              <p14:nvPr/>
            </p14:nvContentPartPr>
            <p14:xfrm>
              <a:off x="1577709" y="1618465"/>
              <a:ext cx="87480" cy="10980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2B5257CD-C9E5-47CF-ABCD-EC4984F44A5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560069" y="1582465"/>
                <a:ext cx="12312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CBC1DFF7-6624-49BF-95F4-AB69DC1E759B}"/>
                  </a:ext>
                </a:extLst>
              </p14:cNvPr>
              <p14:cNvContentPartPr/>
              <p14:nvPr/>
            </p14:nvContentPartPr>
            <p14:xfrm>
              <a:off x="1683909" y="1905385"/>
              <a:ext cx="172440" cy="3924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CBC1DFF7-6624-49BF-95F4-AB69DC1E759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666269" y="1869745"/>
                <a:ext cx="20808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35188AB9-5876-40E2-8780-25E3FEB0C1C9}"/>
                  </a:ext>
                </a:extLst>
              </p14:cNvPr>
              <p14:cNvContentPartPr/>
              <p14:nvPr/>
            </p14:nvContentPartPr>
            <p14:xfrm>
              <a:off x="2150829" y="1469425"/>
              <a:ext cx="482400" cy="4629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35188AB9-5876-40E2-8780-25E3FEB0C1C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132829" y="1433425"/>
                <a:ext cx="518040" cy="53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B75DA95C-2742-49D0-B475-06C13081920A}"/>
                  </a:ext>
                </a:extLst>
              </p14:cNvPr>
              <p14:cNvContentPartPr/>
              <p14:nvPr/>
            </p14:nvContentPartPr>
            <p14:xfrm>
              <a:off x="2434869" y="1689025"/>
              <a:ext cx="198360" cy="1368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B75DA95C-2742-49D0-B475-06C13081920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417229" y="1653025"/>
                <a:ext cx="23400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BB317025-09A4-46C7-B48E-F0B107450E1C}"/>
                  </a:ext>
                </a:extLst>
              </p14:cNvPr>
              <p14:cNvContentPartPr/>
              <p14:nvPr/>
            </p14:nvContentPartPr>
            <p14:xfrm>
              <a:off x="2638269" y="1480945"/>
              <a:ext cx="516960" cy="56880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BB317025-09A4-46C7-B48E-F0B107450E1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620269" y="1444945"/>
                <a:ext cx="552600" cy="64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0436B62F-CA7F-4A29-A003-A143FAED3CD8}"/>
                  </a:ext>
                </a:extLst>
              </p14:cNvPr>
              <p14:cNvContentPartPr/>
              <p14:nvPr/>
            </p14:nvContentPartPr>
            <p14:xfrm>
              <a:off x="769869" y="3365905"/>
              <a:ext cx="1044360" cy="49392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0436B62F-CA7F-4A29-A003-A143FAED3CD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51869" y="3329905"/>
                <a:ext cx="1080000" cy="56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40CC2289-56DC-4FC7-AEB6-6525914828E5}"/>
                  </a:ext>
                </a:extLst>
              </p14:cNvPr>
              <p14:cNvContentPartPr/>
              <p14:nvPr/>
            </p14:nvContentPartPr>
            <p14:xfrm>
              <a:off x="1429029" y="3313705"/>
              <a:ext cx="468720" cy="30348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40CC2289-56DC-4FC7-AEB6-6525914828E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411029" y="3277705"/>
                <a:ext cx="50436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394C52BE-CD66-427A-B56A-035179783D18}"/>
                  </a:ext>
                </a:extLst>
              </p14:cNvPr>
              <p14:cNvContentPartPr/>
              <p14:nvPr/>
            </p14:nvContentPartPr>
            <p14:xfrm>
              <a:off x="941229" y="4152865"/>
              <a:ext cx="11880" cy="28080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394C52BE-CD66-427A-B56A-035179783D18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23229" y="4117225"/>
                <a:ext cx="4752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987F60DF-A2B7-4083-A4C0-7AB2DC67462B}"/>
                  </a:ext>
                </a:extLst>
              </p14:cNvPr>
              <p14:cNvContentPartPr/>
              <p14:nvPr/>
            </p14:nvContentPartPr>
            <p14:xfrm>
              <a:off x="909189" y="4086985"/>
              <a:ext cx="289800" cy="4802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987F60DF-A2B7-4083-A4C0-7AB2DC67462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91549" y="4051345"/>
                <a:ext cx="325440" cy="55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41045940-65F2-4ED1-98AA-98456484ED0D}"/>
                  </a:ext>
                </a:extLst>
              </p14:cNvPr>
              <p14:cNvContentPartPr/>
              <p14:nvPr/>
            </p14:nvContentPartPr>
            <p14:xfrm>
              <a:off x="1236429" y="4182385"/>
              <a:ext cx="342360" cy="25524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41045940-65F2-4ED1-98AA-98456484ED0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218789" y="4146745"/>
                <a:ext cx="37800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081C690C-AA17-40B7-A667-170429D18FDE}"/>
                  </a:ext>
                </a:extLst>
              </p14:cNvPr>
              <p14:cNvContentPartPr/>
              <p14:nvPr/>
            </p14:nvContentPartPr>
            <p14:xfrm>
              <a:off x="833229" y="3898705"/>
              <a:ext cx="603360" cy="1681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081C690C-AA17-40B7-A667-170429D18FD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15229" y="3863065"/>
                <a:ext cx="63900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C1B47246-5B35-444B-99EB-3C71FE2A4FCF}"/>
                  </a:ext>
                </a:extLst>
              </p14:cNvPr>
              <p14:cNvContentPartPr/>
              <p14:nvPr/>
            </p14:nvContentPartPr>
            <p14:xfrm>
              <a:off x="1857069" y="4145305"/>
              <a:ext cx="768600" cy="20268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C1B47246-5B35-444B-99EB-3C71FE2A4FC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839069" y="4109305"/>
                <a:ext cx="80424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8903CC4B-7925-4027-A0BD-A5F2179639D7}"/>
                  </a:ext>
                </a:extLst>
              </p14:cNvPr>
              <p14:cNvContentPartPr/>
              <p14:nvPr/>
            </p14:nvContentPartPr>
            <p14:xfrm>
              <a:off x="971829" y="4692865"/>
              <a:ext cx="813240" cy="53208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8903CC4B-7925-4027-A0BD-A5F2179639D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53829" y="4656865"/>
                <a:ext cx="848880" cy="60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A8683DDA-62CE-452F-BCAD-C32F2BA3F9DA}"/>
                  </a:ext>
                </a:extLst>
              </p14:cNvPr>
              <p14:cNvContentPartPr/>
              <p14:nvPr/>
            </p14:nvContentPartPr>
            <p14:xfrm>
              <a:off x="1506069" y="4790785"/>
              <a:ext cx="335880" cy="7956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A8683DDA-62CE-452F-BCAD-C32F2BA3F9D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488429" y="4755145"/>
                <a:ext cx="37152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3B848786-C941-4D91-8D88-5013E93CA83C}"/>
                  </a:ext>
                </a:extLst>
              </p14:cNvPr>
              <p14:cNvContentPartPr/>
              <p14:nvPr/>
            </p14:nvContentPartPr>
            <p14:xfrm>
              <a:off x="1889829" y="4500265"/>
              <a:ext cx="562320" cy="53064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3B848786-C941-4D91-8D88-5013E93CA83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871829" y="4464265"/>
                <a:ext cx="597960" cy="60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FE092246-837B-48A2-9D8D-B45FE65136A4}"/>
                  </a:ext>
                </a:extLst>
              </p14:cNvPr>
              <p14:cNvContentPartPr/>
              <p14:nvPr/>
            </p14:nvContentPartPr>
            <p14:xfrm>
              <a:off x="2580309" y="4849105"/>
              <a:ext cx="61920" cy="2124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FE092246-837B-48A2-9D8D-B45FE65136A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562309" y="4813465"/>
                <a:ext cx="9756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A6956880-B8FF-4727-BC86-0B75D3855DC4}"/>
                  </a:ext>
                </a:extLst>
              </p14:cNvPr>
              <p14:cNvContentPartPr/>
              <p14:nvPr/>
            </p14:nvContentPartPr>
            <p14:xfrm>
              <a:off x="4562109" y="1070545"/>
              <a:ext cx="1098720" cy="36252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A6956880-B8FF-4727-BC86-0B75D3855DC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544109" y="1052905"/>
                <a:ext cx="113436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E5B75FC6-CBB3-474A-AF1F-73092950175A}"/>
                  </a:ext>
                </a:extLst>
              </p14:cNvPr>
              <p14:cNvContentPartPr/>
              <p14:nvPr/>
            </p14:nvContentPartPr>
            <p14:xfrm>
              <a:off x="428229" y="3489025"/>
              <a:ext cx="8991360" cy="282564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E5B75FC6-CBB3-474A-AF1F-73092950175A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10590" y="3471385"/>
                <a:ext cx="9026999" cy="28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880E622B-1475-4360-9BB6-5F58494FB829}"/>
                  </a:ext>
                </a:extLst>
              </p14:cNvPr>
              <p14:cNvContentPartPr/>
              <p14:nvPr/>
            </p14:nvContentPartPr>
            <p14:xfrm>
              <a:off x="6558309" y="2505505"/>
              <a:ext cx="1076760" cy="122832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880E622B-1475-4360-9BB6-5F58494FB82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540669" y="2469505"/>
                <a:ext cx="1112400" cy="129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87586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975416" y="411513"/>
            <a:ext cx="10407326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Implementarea divizoarelor de frecvență cu numărătoare;</a:t>
            </a:r>
          </a:p>
          <a:p>
            <a:pPr marL="457200" indent="-457200">
              <a:buFontTx/>
              <a:buChar char="-"/>
            </a:pPr>
            <a:endParaRPr lang="ro-RO" sz="2800" b="1" dirty="0">
              <a:solidFill>
                <a:srgbClr val="0000FF"/>
              </a:solidFill>
            </a:endParaRP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divizoare de frecvență de tip I: cu factor de divizare fix;</a:t>
            </a:r>
          </a:p>
          <a:p>
            <a:pPr marL="1371600" lvl="2" indent="-457200">
              <a:buFontTx/>
              <a:buChar char="-"/>
            </a:pPr>
            <a:endParaRPr lang="ro-RO" sz="2800" b="1" dirty="0">
              <a:solidFill>
                <a:srgbClr val="0000FF"/>
              </a:solidFill>
            </a:endParaRP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rgbClr val="FF0000"/>
                </a:solidFill>
              </a:rPr>
              <a:t>divizoare de frecvență de tip II: cu factor de divizare programabil;</a:t>
            </a:r>
          </a:p>
          <a:p>
            <a:pPr marL="2743200" lvl="5" indent="-457200">
              <a:buFontTx/>
              <a:buChar char="-"/>
            </a:pPr>
            <a:r>
              <a:rPr lang="ro-RO" sz="2800" b="1" dirty="0"/>
              <a:t>Varianta bazată pe numărarea înapoi;</a:t>
            </a:r>
          </a:p>
          <a:p>
            <a:pPr marL="2743200" lvl="5" indent="-457200">
              <a:buFontTx/>
              <a:buChar char="-"/>
            </a:pPr>
            <a:r>
              <a:rPr lang="ro-RO" sz="2800" b="1" dirty="0">
                <a:solidFill>
                  <a:srgbClr val="FF0000"/>
                </a:solidFill>
              </a:rPr>
              <a:t>Varianta bazată pe numărarea înainte;</a:t>
            </a:r>
          </a:p>
          <a:p>
            <a:pPr marL="2743200" lvl="5" indent="-457200">
              <a:buFontTx/>
              <a:buChar char="-"/>
            </a:pPr>
            <a:endParaRPr lang="ro-RO" sz="2800" b="1" dirty="0">
              <a:solidFill>
                <a:srgbClr val="FF0000"/>
              </a:solidFill>
            </a:endParaRP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divizoare de frecvență de tip III: cu factor de divizare programabil și factor de umplere programabil;</a:t>
            </a:r>
          </a:p>
          <a:p>
            <a:pPr marL="1371600" lvl="2" indent="-457200">
              <a:buFontTx/>
              <a:buChar char="-"/>
            </a:pPr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25109819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79C1A603-B44F-40D8-A464-AE4E6299D121}"/>
              </a:ext>
            </a:extLst>
          </p:cNvPr>
          <p:cNvSpPr/>
          <p:nvPr/>
        </p:nvSpPr>
        <p:spPr>
          <a:xfrm>
            <a:off x="426782" y="1051586"/>
            <a:ext cx="10948620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342900">
              <a:spcAft>
                <a:spcPts val="600"/>
              </a:spcAft>
              <a:buFontTx/>
              <a:buChar char="-"/>
            </a:pPr>
            <a:r>
              <a:rPr lang="ro-RO" sz="20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Numărătorul este configurat să numere </a:t>
            </a:r>
            <a:r>
              <a:rPr lang="ro-RO" sz="2000" b="1" i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înainte </a:t>
            </a:r>
            <a:r>
              <a:rPr lang="ro-RO" sz="20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;</a:t>
            </a:r>
          </a:p>
          <a:p>
            <a:pPr marL="285750" indent="-342900">
              <a:spcAft>
                <a:spcPts val="600"/>
              </a:spcAft>
              <a:buFontTx/>
              <a:buChar char="-"/>
            </a:pP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Comanda de încărcare paralelă este dată de </a:t>
            </a:r>
            <a:r>
              <a:rPr lang="ro-RO" sz="2000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semnalul de umplere 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a întregului numărător (Carry General);</a:t>
            </a:r>
          </a:p>
          <a:p>
            <a:pPr marL="285750" indent="-342900">
              <a:spcAft>
                <a:spcPts val="600"/>
              </a:spcAft>
              <a:buFontTx/>
              <a:buChar char="-"/>
            </a:pP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Constanta ce trebuie încărcată paralel este: </a:t>
            </a:r>
          </a:p>
          <a:p>
            <a:pPr marL="1657350" lvl="3" indent="-342900">
              <a:spcAft>
                <a:spcPts val="600"/>
              </a:spcAft>
              <a:buFontTx/>
              <a:buChar char="-"/>
            </a:pPr>
            <a:r>
              <a:rPr lang="ro-RO" sz="2000" b="1" dirty="0" err="1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Stare_Maxima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– K 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(pentru varianta fără </a:t>
            </a:r>
            <a:r>
              <a:rPr lang="ro-RO" sz="2000" b="1" dirty="0" err="1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latch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)</a:t>
            </a:r>
          </a:p>
          <a:p>
            <a:pPr marL="1657350" lvl="3" indent="-342900">
              <a:spcAft>
                <a:spcPts val="600"/>
              </a:spcAft>
              <a:buFontTx/>
              <a:buChar char="-"/>
            </a:pP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lang="ro-RO" sz="2000" b="1" dirty="0" err="1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Stare_Maxima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– K) +1 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(pentru varianta cu </a:t>
            </a:r>
            <a:r>
              <a:rPr lang="ro-RO" sz="2000" b="1" dirty="0" err="1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latch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)</a:t>
            </a:r>
            <a:endParaRPr lang="ro-RO" sz="2000" b="1" dirty="0">
              <a:solidFill>
                <a:srgbClr val="FF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400050" lvl="1">
              <a:spcAft>
                <a:spcPts val="600"/>
              </a:spcAft>
            </a:pPr>
            <a:r>
              <a:rPr lang="ro-RO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Exemplu: </a:t>
            </a:r>
            <a:r>
              <a:rPr lang="ro-RO" sz="2000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divizor având K=9 implementat cu un numărător presetabil pe 4 biți, fără </a:t>
            </a:r>
            <a:r>
              <a:rPr lang="ro-RO" sz="2000" i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latch</a:t>
            </a:r>
            <a:endParaRPr lang="ro-RO" sz="2000" i="1" dirty="0">
              <a:solidFill>
                <a:srgbClr val="0000FF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657350" lvl="3" indent="-342900">
              <a:spcAft>
                <a:spcPts val="600"/>
              </a:spcAft>
              <a:buFontTx/>
              <a:buChar char="-"/>
            </a:pPr>
            <a:endParaRPr lang="ro-RO" sz="2000" b="1" dirty="0">
              <a:solidFill>
                <a:srgbClr val="FF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5F99A400-4723-49FA-813D-CD1D55D88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55" y="3886195"/>
            <a:ext cx="9799487" cy="2458684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3B390329-813A-40D9-8D15-93AAE41C504F}"/>
              </a:ext>
            </a:extLst>
          </p:cNvPr>
          <p:cNvSpPr/>
          <p:nvPr/>
        </p:nvSpPr>
        <p:spPr>
          <a:xfrm>
            <a:off x="335343" y="228635"/>
            <a:ext cx="115213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cu factor programabil  - </a:t>
            </a:r>
            <a:r>
              <a:rPr lang="ro-RO" b="1" dirty="0">
                <a:solidFill>
                  <a:srgbClr val="C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Varianta bazată pe numărarea înainte </a:t>
            </a:r>
          </a:p>
        </p:txBody>
      </p:sp>
    </p:spTree>
    <p:extLst>
      <p:ext uri="{BB962C8B-B14F-4D97-AF65-F5344CB8AC3E}">
        <p14:creationId xmlns:p14="http://schemas.microsoft.com/office/powerpoint/2010/main" val="7907278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D53F1A44-62AE-406A-9BE0-26A568F35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8" y="685830"/>
            <a:ext cx="10295066" cy="6071278"/>
          </a:xfrm>
          <a:prstGeom prst="rect">
            <a:avLst/>
          </a:prstGeom>
        </p:spPr>
      </p:pic>
      <p:sp>
        <p:nvSpPr>
          <p:cNvPr id="3" name="Dreptunghi 2">
            <a:extLst>
              <a:ext uri="{FF2B5EF4-FFF2-40B4-BE49-F238E27FC236}">
                <a16:creationId xmlns:a16="http://schemas.microsoft.com/office/drawing/2014/main" id="{1A48FB8F-20BA-40EC-859C-9B4FF5E02AD2}"/>
              </a:ext>
            </a:extLst>
          </p:cNvPr>
          <p:cNvSpPr/>
          <p:nvPr/>
        </p:nvSpPr>
        <p:spPr>
          <a:xfrm>
            <a:off x="243905" y="137196"/>
            <a:ext cx="116127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cu factor programabil  (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K= 9, implementare cu </a:t>
            </a:r>
            <a:r>
              <a:rPr lang="ro-RO" b="1" i="1" dirty="0" err="1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latch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, numărare înainte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)</a:t>
            </a:r>
            <a:endParaRPr lang="ro-RO" b="1" dirty="0">
              <a:solidFill>
                <a:srgbClr val="C0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30088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78E02B91-DF19-4B68-BC0E-940226989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325903"/>
            <a:ext cx="11490901" cy="5016176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319A96E8-DF54-4890-BDFC-D7F309087C97}"/>
              </a:ext>
            </a:extLst>
          </p:cNvPr>
          <p:cNvSpPr/>
          <p:nvPr/>
        </p:nvSpPr>
        <p:spPr>
          <a:xfrm>
            <a:off x="335343" y="777269"/>
            <a:ext cx="10606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 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Succesiunea stărilor din numărător 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(K= 9, implementare cu </a:t>
            </a:r>
            <a:r>
              <a:rPr lang="ro-RO" b="1" i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latch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, numărare înainte) </a:t>
            </a:r>
          </a:p>
        </p:txBody>
      </p:sp>
      <p:sp>
        <p:nvSpPr>
          <p:cNvPr id="5" name="Dreptunghi 4">
            <a:extLst>
              <a:ext uri="{FF2B5EF4-FFF2-40B4-BE49-F238E27FC236}">
                <a16:creationId xmlns:a16="http://schemas.microsoft.com/office/drawing/2014/main" id="{EE058CF3-753A-466B-839C-E33185637B59}"/>
              </a:ext>
            </a:extLst>
          </p:cNvPr>
          <p:cNvSpPr/>
          <p:nvPr/>
        </p:nvSpPr>
        <p:spPr>
          <a:xfrm>
            <a:off x="335343" y="228635"/>
            <a:ext cx="115213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cu factor programabil  - </a:t>
            </a:r>
            <a:r>
              <a:rPr lang="ro-RO" sz="2000" b="1" dirty="0">
                <a:solidFill>
                  <a:srgbClr val="C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numărarea înainte, schemă cu </a:t>
            </a:r>
            <a:r>
              <a:rPr lang="ro-RO" sz="2000" b="1" dirty="0" err="1">
                <a:solidFill>
                  <a:srgbClr val="C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latch</a:t>
            </a:r>
            <a:r>
              <a:rPr lang="ro-RO" sz="2000" b="1" dirty="0">
                <a:solidFill>
                  <a:srgbClr val="C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05679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618818EA-EEAD-41F7-984D-656C9900A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143025"/>
            <a:ext cx="12192000" cy="5551495"/>
          </a:xfrm>
          <a:prstGeom prst="rect">
            <a:avLst/>
          </a:prstGeom>
        </p:spPr>
      </p:pic>
      <p:sp>
        <p:nvSpPr>
          <p:cNvPr id="6" name="Dreptunghi 5">
            <a:extLst>
              <a:ext uri="{FF2B5EF4-FFF2-40B4-BE49-F238E27FC236}">
                <a16:creationId xmlns:a16="http://schemas.microsoft.com/office/drawing/2014/main" id="{A5E2B3CA-7F36-4C7D-9D8A-236177502029}"/>
              </a:ext>
            </a:extLst>
          </p:cNvPr>
          <p:cNvSpPr/>
          <p:nvPr/>
        </p:nvSpPr>
        <p:spPr>
          <a:xfrm>
            <a:off x="335343" y="228635"/>
            <a:ext cx="115213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sz="20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cu factor programabil  - </a:t>
            </a:r>
            <a:r>
              <a:rPr lang="ro-RO" sz="2000" b="1" dirty="0">
                <a:solidFill>
                  <a:srgbClr val="C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Varianta bazată pe numărarea înainte </a:t>
            </a:r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638D5B12-C66C-4B55-84BA-EDEA88167E6E}"/>
              </a:ext>
            </a:extLst>
          </p:cNvPr>
          <p:cNvSpPr/>
          <p:nvPr/>
        </p:nvSpPr>
        <p:spPr>
          <a:xfrm>
            <a:off x="335343" y="777269"/>
            <a:ext cx="10606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 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Succesiunea stărilor din numărător 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(K= 9, implementare cu </a:t>
            </a:r>
            <a:r>
              <a:rPr lang="ro-RO" b="1" i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latch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, numărare înainte)   </a:t>
            </a:r>
          </a:p>
        </p:txBody>
      </p:sp>
    </p:spTree>
    <p:extLst>
      <p:ext uri="{BB962C8B-B14F-4D97-AF65-F5344CB8AC3E}">
        <p14:creationId xmlns:p14="http://schemas.microsoft.com/office/powerpoint/2010/main" val="2101730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reptunghi 4">
            <a:extLst>
              <a:ext uri="{FF2B5EF4-FFF2-40B4-BE49-F238E27FC236}">
                <a16:creationId xmlns:a16="http://schemas.microsoft.com/office/drawing/2014/main" id="{3B390329-813A-40D9-8D15-93AAE41C504F}"/>
              </a:ext>
            </a:extLst>
          </p:cNvPr>
          <p:cNvSpPr/>
          <p:nvPr/>
        </p:nvSpPr>
        <p:spPr>
          <a:xfrm>
            <a:off x="426782" y="45757"/>
            <a:ext cx="115213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cu factor programabil  - (K= 9, implementare cu </a:t>
            </a:r>
            <a:r>
              <a:rPr lang="ro-RO" b="1" i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latch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, numărare înainte) </a:t>
            </a:r>
            <a:endParaRPr lang="ro-RO" b="1" dirty="0">
              <a:solidFill>
                <a:srgbClr val="C0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indent="-57150"/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Efectul introducerii </a:t>
            </a:r>
            <a:r>
              <a:rPr lang="en-US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latch-</a:t>
            </a:r>
            <a:r>
              <a:rPr lang="en-US" b="1" dirty="0" err="1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ului</a:t>
            </a:r>
            <a:endParaRPr lang="ro-RO" b="1" dirty="0">
              <a:solidFill>
                <a:srgbClr val="C0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6DB167F7-C156-49CC-8FA7-9971FC9AE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94" y="3794756"/>
            <a:ext cx="9787894" cy="2993296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0723AF4D-A03A-4371-A90B-75105025B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94" y="868708"/>
            <a:ext cx="9783973" cy="285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8368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reptunghi 5">
            <a:extLst>
              <a:ext uri="{FF2B5EF4-FFF2-40B4-BE49-F238E27FC236}">
                <a16:creationId xmlns:a16="http://schemas.microsoft.com/office/drawing/2014/main" id="{A5E2B3CA-7F36-4C7D-9D8A-236177502029}"/>
              </a:ext>
            </a:extLst>
          </p:cNvPr>
          <p:cNvSpPr/>
          <p:nvPr/>
        </p:nvSpPr>
        <p:spPr>
          <a:xfrm>
            <a:off x="335343" y="228635"/>
            <a:ext cx="115213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cu factor programabil  - </a:t>
            </a:r>
            <a:r>
              <a:rPr lang="ro-RO" b="1" i="1" dirty="0">
                <a:solidFill>
                  <a:srgbClr val="C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Prezentare comparativă </a:t>
            </a:r>
            <a:r>
              <a:rPr lang="ro-RO" b="1" dirty="0">
                <a:solidFill>
                  <a:srgbClr val="C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638D5B12-C66C-4B55-84BA-EDEA88167E6E}"/>
              </a:ext>
            </a:extLst>
          </p:cNvPr>
          <p:cNvSpPr/>
          <p:nvPr/>
        </p:nvSpPr>
        <p:spPr>
          <a:xfrm>
            <a:off x="5821683" y="777269"/>
            <a:ext cx="475482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85750">
              <a:buFont typeface="Symbol" panose="05050102010706020507" pitchFamily="18" charset="2"/>
              <a:buChar char="¨"/>
            </a:pP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Numărare înainte cu </a:t>
            </a:r>
            <a:r>
              <a:rPr lang="ro-RO" b="1" i="1" dirty="0" err="1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latch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 </a:t>
            </a:r>
            <a:endParaRPr lang="ro-RO" b="1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228600" indent="-285750">
              <a:buFont typeface="Symbol" panose="05050102010706020507" pitchFamily="18" charset="2"/>
              <a:buChar char="¨"/>
            </a:pPr>
            <a:endParaRPr lang="ro-RO" b="1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285750" indent="-285750">
              <a:buFontTx/>
              <a:buChar char="-"/>
            </a:pP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Factorul de divizare este mai mare cu o unitate decât cel programat;</a:t>
            </a:r>
          </a:p>
          <a:p>
            <a:endParaRPr lang="ro-RO" b="1" dirty="0"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285750" indent="-285750">
              <a:buFontTx/>
              <a:buChar char="-"/>
            </a:pP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Semnalul de ceas se aplică pe intrarea </a:t>
            </a: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Count UP;</a:t>
            </a:r>
          </a:p>
          <a:p>
            <a:pPr marL="228600" indent="-285750">
              <a:buFont typeface="Symbol" panose="05050102010706020507" pitchFamily="18" charset="2"/>
              <a:buChar char="¨"/>
            </a:pPr>
            <a:endParaRPr lang="ro-RO" b="1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285750" indent="-285750">
              <a:buFontTx/>
              <a:buChar char="-"/>
            </a:pP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Semnalul de set pentru </a:t>
            </a:r>
            <a:r>
              <a:rPr lang="ro-RO" b="1" dirty="0" err="1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latch</a:t>
            </a: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este luat de la ieșirea </a:t>
            </a: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Carry General; </a:t>
            </a:r>
          </a:p>
          <a:p>
            <a:pPr marL="285750" indent="-285750">
              <a:buFontTx/>
              <a:buChar char="-"/>
            </a:pPr>
            <a:endParaRPr lang="ro-RO" b="1" dirty="0"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285750" indent="-285750">
              <a:buFontTx/>
              <a:buChar char="-"/>
            </a:pP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Semnalul de </a:t>
            </a:r>
            <a:r>
              <a:rPr lang="ro-RO" b="1" dirty="0" err="1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reset</a:t>
            </a: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pentru </a:t>
            </a:r>
            <a:r>
              <a:rPr lang="ro-RO" b="1" dirty="0" err="1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latch</a:t>
            </a: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este luat de intrarea de ceas printr-un inversor</a:t>
            </a: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; </a:t>
            </a:r>
          </a:p>
          <a:p>
            <a:pPr marL="285750" indent="-285750">
              <a:buFontTx/>
              <a:buChar char="-"/>
            </a:pPr>
            <a:endParaRPr lang="ro-RO" b="1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285750" indent="-285750">
              <a:buFontTx/>
              <a:buChar char="-"/>
            </a:pP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Funcționarea este sigură;</a:t>
            </a:r>
          </a:p>
          <a:p>
            <a:endParaRPr lang="ro-RO" b="1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5" name="Dreptunghi 4">
            <a:extLst>
              <a:ext uri="{FF2B5EF4-FFF2-40B4-BE49-F238E27FC236}">
                <a16:creationId xmlns:a16="http://schemas.microsoft.com/office/drawing/2014/main" id="{74E11540-60CC-4477-B6B9-1C2B278296E8}"/>
              </a:ext>
            </a:extLst>
          </p:cNvPr>
          <p:cNvSpPr/>
          <p:nvPr/>
        </p:nvSpPr>
        <p:spPr>
          <a:xfrm>
            <a:off x="518221" y="5532097"/>
            <a:ext cx="98754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85750">
              <a:buFont typeface="Symbol" panose="05050102010706020507" pitchFamily="18" charset="2"/>
              <a:buChar char="¨"/>
            </a:pP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ATENȚIE !  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Dacă numărătorul are încărcare paralelă cu execuție sincronă: </a:t>
            </a:r>
          </a:p>
          <a:p>
            <a:pPr marL="400050" lvl="1"/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	a) NU mai avem nevoie de </a:t>
            </a:r>
            <a:r>
              <a:rPr lang="ro-RO" b="1" dirty="0" err="1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latch</a:t>
            </a: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;</a:t>
            </a:r>
          </a:p>
          <a:p>
            <a:pPr marL="400050" lvl="1"/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       b) factorul realizat este mai mare cu o unitate decât cel programat;</a:t>
            </a:r>
          </a:p>
        </p:txBody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B1E2C2B5-65C6-42EB-ACC4-4E55B621764A}"/>
              </a:ext>
            </a:extLst>
          </p:cNvPr>
          <p:cNvSpPr/>
          <p:nvPr/>
        </p:nvSpPr>
        <p:spPr>
          <a:xfrm>
            <a:off x="609660" y="868708"/>
            <a:ext cx="475482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85750">
              <a:buFont typeface="Symbol" panose="05050102010706020507" pitchFamily="18" charset="2"/>
              <a:buChar char="¨"/>
            </a:pP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Numărare înapoi cu </a:t>
            </a:r>
            <a:r>
              <a:rPr lang="ro-RO" b="1" i="1" dirty="0" err="1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latch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endParaRPr lang="ro-RO" b="1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endParaRPr lang="ro-RO" b="1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285750" indent="-285750">
              <a:buFontTx/>
              <a:buChar char="-"/>
            </a:pP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Factorul de divizare este mai mare cu o unitate decât cel programat;</a:t>
            </a:r>
          </a:p>
          <a:p>
            <a:pPr marL="285750" indent="-285750">
              <a:buFontTx/>
              <a:buChar char="-"/>
            </a:pPr>
            <a:endParaRPr lang="ro-RO" b="1" dirty="0"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285750" indent="-285750">
              <a:buFontTx/>
              <a:buChar char="-"/>
            </a:pP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Semnalul de ceas se aplică pe intrarea </a:t>
            </a: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Count </a:t>
            </a:r>
            <a:r>
              <a:rPr lang="ro-RO" b="1" i="1" dirty="0" err="1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Down</a:t>
            </a: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;</a:t>
            </a:r>
          </a:p>
          <a:p>
            <a:pPr marL="285750" indent="-285750">
              <a:buFontTx/>
              <a:buChar char="-"/>
            </a:pPr>
            <a:endParaRPr lang="ro-RO" b="1" i="1" dirty="0"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285750" indent="-285750">
              <a:buFontTx/>
              <a:buChar char="-"/>
            </a:pP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Semnalul de set pentru </a:t>
            </a:r>
            <a:r>
              <a:rPr lang="ro-RO" b="1" dirty="0" err="1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latch</a:t>
            </a: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este luat de la ieșirea </a:t>
            </a: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Barrow General; </a:t>
            </a:r>
          </a:p>
          <a:p>
            <a:pPr marL="285750" indent="-285750">
              <a:buFontTx/>
              <a:buChar char="-"/>
            </a:pPr>
            <a:endParaRPr lang="ro-RO" b="1" dirty="0"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285750" indent="-285750">
              <a:buFontTx/>
              <a:buChar char="-"/>
            </a:pP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Semnalul de </a:t>
            </a:r>
            <a:r>
              <a:rPr lang="ro-RO" b="1" dirty="0" err="1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reset</a:t>
            </a: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pentru </a:t>
            </a:r>
            <a:r>
              <a:rPr lang="ro-RO" b="1" dirty="0" err="1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latch</a:t>
            </a: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 este luat de intrarea de ceas printr-un inversor</a:t>
            </a: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; </a:t>
            </a:r>
          </a:p>
          <a:p>
            <a:pPr marL="285750" indent="-285750">
              <a:buFontTx/>
              <a:buChar char="-"/>
            </a:pPr>
            <a:endParaRPr lang="ro-RO" b="1" i="1" dirty="0"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285750" indent="-285750">
              <a:buFontTx/>
              <a:buChar char="-"/>
            </a:pP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Funcționarea este sigură;</a:t>
            </a:r>
          </a:p>
        </p:txBody>
      </p:sp>
    </p:spTree>
    <p:extLst>
      <p:ext uri="{BB962C8B-B14F-4D97-AF65-F5344CB8AC3E}">
        <p14:creationId xmlns:p14="http://schemas.microsoft.com/office/powerpoint/2010/main" val="25060597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975416" y="411513"/>
            <a:ext cx="1040732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Implementarea divizoarelor de frecvență cu numărătoare;</a:t>
            </a:r>
          </a:p>
          <a:p>
            <a:pPr marL="457200" indent="-457200">
              <a:buFontTx/>
              <a:buChar char="-"/>
            </a:pPr>
            <a:endParaRPr lang="ro-RO" sz="2800" b="1" dirty="0">
              <a:solidFill>
                <a:srgbClr val="0000FF"/>
              </a:solidFill>
            </a:endParaRPr>
          </a:p>
          <a:p>
            <a:pPr marL="1371600" lvl="2" indent="-457200">
              <a:buFontTx/>
              <a:buChar char="-"/>
            </a:pPr>
            <a:r>
              <a:rPr lang="ro-RO" sz="2800" b="1" dirty="0"/>
              <a:t>divizoare de frecvență de tip I: cu factor de divizare fix;</a:t>
            </a:r>
          </a:p>
          <a:p>
            <a:pPr marL="1371600" lvl="2" indent="-457200">
              <a:buFontTx/>
              <a:buChar char="-"/>
            </a:pPr>
            <a:endParaRPr lang="ro-RO" sz="2800" b="1" dirty="0"/>
          </a:p>
          <a:p>
            <a:pPr marL="1371600" lvl="2" indent="-457200">
              <a:buFontTx/>
              <a:buChar char="-"/>
            </a:pPr>
            <a:r>
              <a:rPr lang="ro-RO" sz="2800" b="1" dirty="0"/>
              <a:t>divizoare de frecvență de tip II: cu factor de divizare programabil;</a:t>
            </a:r>
          </a:p>
          <a:p>
            <a:pPr marL="1371600" lvl="2" indent="-457200">
              <a:buFontTx/>
              <a:buChar char="-"/>
            </a:pPr>
            <a:endParaRPr lang="ro-RO" sz="2800" b="1" dirty="0">
              <a:solidFill>
                <a:srgbClr val="0000FF"/>
              </a:solidFill>
            </a:endParaRP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rgbClr val="FF0000"/>
                </a:solidFill>
              </a:rPr>
              <a:t>divizoare de frecvență de tip III: cu factor de divizare programabil și factor de umplere programabil;</a:t>
            </a:r>
          </a:p>
          <a:p>
            <a:pPr marL="1371600" lvl="2" indent="-457200">
              <a:buFontTx/>
              <a:buChar char="-"/>
            </a:pPr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38839622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9BC5DB7E-5075-48BA-BF54-0CFD839E404D}"/>
              </a:ext>
            </a:extLst>
          </p:cNvPr>
          <p:cNvSpPr/>
          <p:nvPr/>
        </p:nvSpPr>
        <p:spPr>
          <a:xfrm>
            <a:off x="426782" y="777269"/>
            <a:ext cx="11612753" cy="5463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2000" b="1" i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Caracteristici generale:</a:t>
            </a:r>
          </a:p>
          <a:p>
            <a:pPr indent="-57150"/>
            <a:endParaRPr lang="ro-RO" sz="2000" b="1" i="1" dirty="0"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ro-RO" sz="2400" b="1" dirty="0"/>
              <a:t>schema necesită două constante de divizare distincte, preluate din exterior, pe intrări dedicate, notate </a:t>
            </a:r>
            <a:r>
              <a:rPr lang="ro-RO" sz="2400" b="1" i="1" dirty="0"/>
              <a:t>M</a:t>
            </a:r>
            <a:r>
              <a:rPr lang="ro-RO" sz="2400" b="1" dirty="0"/>
              <a:t> respectiv </a:t>
            </a:r>
            <a:r>
              <a:rPr lang="ro-RO" sz="2400" b="1" i="1" dirty="0"/>
              <a:t>N</a:t>
            </a:r>
            <a:r>
              <a:rPr lang="ro-RO" sz="2400" b="1" dirty="0"/>
              <a:t>; 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ro-RO" sz="2400" b="1" dirty="0"/>
              <a:t>factorul de divizare</a:t>
            </a:r>
            <a:r>
              <a:rPr lang="ro-RO" sz="2400" b="1" i="1" dirty="0"/>
              <a:t> K</a:t>
            </a:r>
            <a:r>
              <a:rPr lang="ro-RO" sz="2400" b="1" dirty="0"/>
              <a:t>, este dependent de cele două constante externe;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ro-RO" sz="2400" b="1" dirty="0"/>
              <a:t>factorul de umplere al semnalului de ieșire, este dependent de cele două constante externe;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ro-RO" sz="2400" b="1" dirty="0"/>
              <a:t>implementarea necesită numărătoare sincrone presetabile cu facilitatea de semnalizare a terminării numărării + un bloc de selecție a constantei efective de divizare;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ro-RO" sz="2400" b="1" dirty="0"/>
              <a:t>ideea de bază este următoarea: similar schemei anterioare cu deosebirea că, numărătorul încarcă odată pe </a:t>
            </a:r>
            <a:r>
              <a:rPr lang="ro-RO" sz="2400" b="1" i="1" dirty="0"/>
              <a:t>M</a:t>
            </a:r>
            <a:r>
              <a:rPr lang="ro-RO" sz="2400" b="1" dirty="0"/>
              <a:t> iar apoi pe </a:t>
            </a:r>
            <a:r>
              <a:rPr lang="ro-RO" sz="2400" b="1" i="1" dirty="0"/>
              <a:t>N</a:t>
            </a:r>
            <a:r>
              <a:rPr lang="ro-RO" sz="2400" b="1" dirty="0"/>
              <a:t>. La fiecare golire a numărătorului se basculează un bistabil de tip D, responsabil cu generarea semnalului de ieșire. </a:t>
            </a:r>
          </a:p>
          <a:p>
            <a:pPr indent="-57150"/>
            <a:endParaRPr lang="ro-RO" sz="2000" b="1" i="1" dirty="0"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4" name="Dreptunghi 3">
            <a:extLst>
              <a:ext uri="{FF2B5EF4-FFF2-40B4-BE49-F238E27FC236}">
                <a16:creationId xmlns:a16="http://schemas.microsoft.com/office/drawing/2014/main" id="{A327469C-CA6B-49E8-A3C0-B9E7A52B694E}"/>
              </a:ext>
            </a:extLst>
          </p:cNvPr>
          <p:cNvSpPr/>
          <p:nvPr/>
        </p:nvSpPr>
        <p:spPr>
          <a:xfrm>
            <a:off x="426782" y="45757"/>
            <a:ext cx="115213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 de tip III (cu factor de divizare programabil  și factor de umplere programabil)</a:t>
            </a:r>
            <a:endParaRPr lang="ro-RO" sz="1600" b="1" dirty="0">
              <a:solidFill>
                <a:srgbClr val="C0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962072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9BC5DB7E-5075-48BA-BF54-0CFD839E404D}"/>
              </a:ext>
            </a:extLst>
          </p:cNvPr>
          <p:cNvSpPr/>
          <p:nvPr/>
        </p:nvSpPr>
        <p:spPr>
          <a:xfrm>
            <a:off x="426782" y="777269"/>
            <a:ext cx="116127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2000" b="1" i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Schema bloc de principiu:</a:t>
            </a:r>
          </a:p>
        </p:txBody>
      </p:sp>
      <p:sp>
        <p:nvSpPr>
          <p:cNvPr id="4" name="Dreptunghi 3">
            <a:extLst>
              <a:ext uri="{FF2B5EF4-FFF2-40B4-BE49-F238E27FC236}">
                <a16:creationId xmlns:a16="http://schemas.microsoft.com/office/drawing/2014/main" id="{A327469C-CA6B-49E8-A3C0-B9E7A52B694E}"/>
              </a:ext>
            </a:extLst>
          </p:cNvPr>
          <p:cNvSpPr/>
          <p:nvPr/>
        </p:nvSpPr>
        <p:spPr>
          <a:xfrm>
            <a:off x="426782" y="45757"/>
            <a:ext cx="115213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 de tip III (cu factor de divizare programabil  și factor de umplere programabil)</a:t>
            </a:r>
            <a:endParaRPr lang="ro-RO" sz="1600" b="1" dirty="0">
              <a:solidFill>
                <a:srgbClr val="C0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531A905-0230-4F15-9B20-C8B5E081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733" y="1234464"/>
            <a:ext cx="9613861" cy="5486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42826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9BC5DB7E-5075-48BA-BF54-0CFD839E404D}"/>
              </a:ext>
            </a:extLst>
          </p:cNvPr>
          <p:cNvSpPr/>
          <p:nvPr/>
        </p:nvSpPr>
        <p:spPr>
          <a:xfrm>
            <a:off x="426782" y="411513"/>
            <a:ext cx="116127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2000" b="1" i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Funcționare:</a:t>
            </a:r>
          </a:p>
        </p:txBody>
      </p:sp>
      <p:sp>
        <p:nvSpPr>
          <p:cNvPr id="4" name="Dreptunghi 3">
            <a:extLst>
              <a:ext uri="{FF2B5EF4-FFF2-40B4-BE49-F238E27FC236}">
                <a16:creationId xmlns:a16="http://schemas.microsoft.com/office/drawing/2014/main" id="{A327469C-CA6B-49E8-A3C0-B9E7A52B694E}"/>
              </a:ext>
            </a:extLst>
          </p:cNvPr>
          <p:cNvSpPr/>
          <p:nvPr/>
        </p:nvSpPr>
        <p:spPr>
          <a:xfrm>
            <a:off x="426782" y="45757"/>
            <a:ext cx="115213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 de tip III (cu factor de divizare programabil  și factor de umplere programabil)</a:t>
            </a:r>
            <a:endParaRPr lang="ro-RO" sz="1600" b="1" dirty="0">
              <a:solidFill>
                <a:srgbClr val="C0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C365EE2E-5F32-4F00-B22B-5E39947AB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16" y="777269"/>
            <a:ext cx="10576511" cy="591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49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9BC5DB7E-5075-48BA-BF54-0CFD839E404D}"/>
              </a:ext>
            </a:extLst>
          </p:cNvPr>
          <p:cNvSpPr/>
          <p:nvPr/>
        </p:nvSpPr>
        <p:spPr>
          <a:xfrm>
            <a:off x="426782" y="777269"/>
            <a:ext cx="116127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2000" b="1" i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Schema logică:</a:t>
            </a:r>
          </a:p>
        </p:txBody>
      </p:sp>
      <p:sp>
        <p:nvSpPr>
          <p:cNvPr id="4" name="Dreptunghi 3">
            <a:extLst>
              <a:ext uri="{FF2B5EF4-FFF2-40B4-BE49-F238E27FC236}">
                <a16:creationId xmlns:a16="http://schemas.microsoft.com/office/drawing/2014/main" id="{A327469C-CA6B-49E8-A3C0-B9E7A52B694E}"/>
              </a:ext>
            </a:extLst>
          </p:cNvPr>
          <p:cNvSpPr/>
          <p:nvPr/>
        </p:nvSpPr>
        <p:spPr>
          <a:xfrm>
            <a:off x="426782" y="45757"/>
            <a:ext cx="115213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 de tip III (cu factor de divizare programabil  și factor de umplere programabil)</a:t>
            </a:r>
            <a:endParaRPr lang="ro-RO" sz="1600" b="1" dirty="0">
              <a:solidFill>
                <a:srgbClr val="C0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23F4514-9118-46FE-8F44-5036DBC32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172" y="1325903"/>
            <a:ext cx="8503827" cy="5286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10457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9BC5DB7E-5075-48BA-BF54-0CFD839E404D}"/>
              </a:ext>
            </a:extLst>
          </p:cNvPr>
          <p:cNvSpPr/>
          <p:nvPr/>
        </p:nvSpPr>
        <p:spPr>
          <a:xfrm>
            <a:off x="426782" y="411513"/>
            <a:ext cx="116127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2000" b="1" i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Exemplu de proiectare :</a:t>
            </a:r>
          </a:p>
        </p:txBody>
      </p:sp>
      <p:sp>
        <p:nvSpPr>
          <p:cNvPr id="4" name="Dreptunghi 3">
            <a:extLst>
              <a:ext uri="{FF2B5EF4-FFF2-40B4-BE49-F238E27FC236}">
                <a16:creationId xmlns:a16="http://schemas.microsoft.com/office/drawing/2014/main" id="{A327469C-CA6B-49E8-A3C0-B9E7A52B694E}"/>
              </a:ext>
            </a:extLst>
          </p:cNvPr>
          <p:cNvSpPr/>
          <p:nvPr/>
        </p:nvSpPr>
        <p:spPr>
          <a:xfrm>
            <a:off x="426782" y="45757"/>
            <a:ext cx="115213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 de tip III (cu factor de divizare programabil  și factor de umplere programabil)</a:t>
            </a:r>
            <a:endParaRPr lang="ro-RO" sz="1600" b="1" dirty="0">
              <a:solidFill>
                <a:srgbClr val="C0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55394B9F-9522-4D18-A4FE-26A654E91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94" y="868708"/>
            <a:ext cx="9664019" cy="58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6426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9BC5DB7E-5075-48BA-BF54-0CFD839E404D}"/>
              </a:ext>
            </a:extLst>
          </p:cNvPr>
          <p:cNvSpPr/>
          <p:nvPr/>
        </p:nvSpPr>
        <p:spPr>
          <a:xfrm>
            <a:off x="426782" y="411513"/>
            <a:ext cx="116127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2000" b="1" i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Exemplu de proiectare :</a:t>
            </a:r>
          </a:p>
        </p:txBody>
      </p:sp>
      <p:sp>
        <p:nvSpPr>
          <p:cNvPr id="4" name="Dreptunghi 3">
            <a:extLst>
              <a:ext uri="{FF2B5EF4-FFF2-40B4-BE49-F238E27FC236}">
                <a16:creationId xmlns:a16="http://schemas.microsoft.com/office/drawing/2014/main" id="{A327469C-CA6B-49E8-A3C0-B9E7A52B694E}"/>
              </a:ext>
            </a:extLst>
          </p:cNvPr>
          <p:cNvSpPr/>
          <p:nvPr/>
        </p:nvSpPr>
        <p:spPr>
          <a:xfrm>
            <a:off x="426782" y="45757"/>
            <a:ext cx="115213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 de tip III (cu factor de divizare programabil  și factor de umplere programabil)</a:t>
            </a:r>
            <a:endParaRPr lang="ro-RO" sz="1600" b="1" dirty="0">
              <a:solidFill>
                <a:srgbClr val="C0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CD61E9FB-29A5-42C9-93AA-AAF9FEDE4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55" y="868708"/>
            <a:ext cx="7715250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5557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9BC5DB7E-5075-48BA-BF54-0CFD839E404D}"/>
              </a:ext>
            </a:extLst>
          </p:cNvPr>
          <p:cNvSpPr/>
          <p:nvPr/>
        </p:nvSpPr>
        <p:spPr>
          <a:xfrm>
            <a:off x="426782" y="411513"/>
            <a:ext cx="116127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2000" b="1" i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Exemplu de proiectare :</a:t>
            </a:r>
          </a:p>
        </p:txBody>
      </p:sp>
      <p:sp>
        <p:nvSpPr>
          <p:cNvPr id="4" name="Dreptunghi 3">
            <a:extLst>
              <a:ext uri="{FF2B5EF4-FFF2-40B4-BE49-F238E27FC236}">
                <a16:creationId xmlns:a16="http://schemas.microsoft.com/office/drawing/2014/main" id="{A327469C-CA6B-49E8-A3C0-B9E7A52B694E}"/>
              </a:ext>
            </a:extLst>
          </p:cNvPr>
          <p:cNvSpPr/>
          <p:nvPr/>
        </p:nvSpPr>
        <p:spPr>
          <a:xfrm>
            <a:off x="426782" y="45757"/>
            <a:ext cx="115213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 de tip III (cu factor de divizare programabil  și factor de umplere programabil)</a:t>
            </a:r>
            <a:endParaRPr lang="ro-RO" sz="1600" b="1" dirty="0">
              <a:solidFill>
                <a:srgbClr val="C0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50BAB77C-5711-42C8-BABA-81250A2B9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960147"/>
            <a:ext cx="109728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1211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9BC5DB7E-5075-48BA-BF54-0CFD839E404D}"/>
              </a:ext>
            </a:extLst>
          </p:cNvPr>
          <p:cNvSpPr/>
          <p:nvPr/>
        </p:nvSpPr>
        <p:spPr>
          <a:xfrm>
            <a:off x="426782" y="411513"/>
            <a:ext cx="116127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2000" b="1" i="1" dirty="0"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Exemplu de proiectare :</a:t>
            </a:r>
          </a:p>
        </p:txBody>
      </p:sp>
      <p:sp>
        <p:nvSpPr>
          <p:cNvPr id="4" name="Dreptunghi 3">
            <a:extLst>
              <a:ext uri="{FF2B5EF4-FFF2-40B4-BE49-F238E27FC236}">
                <a16:creationId xmlns:a16="http://schemas.microsoft.com/office/drawing/2014/main" id="{A327469C-CA6B-49E8-A3C0-B9E7A52B694E}"/>
              </a:ext>
            </a:extLst>
          </p:cNvPr>
          <p:cNvSpPr/>
          <p:nvPr/>
        </p:nvSpPr>
        <p:spPr>
          <a:xfrm>
            <a:off x="426782" y="45757"/>
            <a:ext cx="115213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"/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Divizoare </a:t>
            </a:r>
            <a:r>
              <a:rPr lang="en-US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de </a:t>
            </a:r>
            <a:r>
              <a:rPr lang="ro-RO" sz="1600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frecvență  de tip III (cu factor de divizare programabil  și factor de umplere programabil)</a:t>
            </a:r>
            <a:endParaRPr lang="ro-RO" sz="1600" b="1" dirty="0">
              <a:solidFill>
                <a:srgbClr val="C00000"/>
              </a:solidFill>
              <a:latin typeface="Tahoma" panose="020B0604030504040204" pitchFamily="34" charset="0"/>
              <a:ea typeface="Times New Roman" panose="02020603050405020304" pitchFamily="18" charset="0"/>
              <a:cs typeface="Tahoma" panose="020B0604030504040204" pitchFamily="34" charset="0"/>
              <a:sym typeface="Symbol" panose="05050102010706020507" pitchFamily="18" charset="2"/>
            </a:endParaRP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122F368E-5CF5-4B4B-9895-2115CEB83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8" y="868708"/>
            <a:ext cx="10502269" cy="570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098224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5288</TotalTime>
  <Words>1852</Words>
  <Application>Microsoft Office PowerPoint</Application>
  <PresentationFormat>Ecran lat</PresentationFormat>
  <Paragraphs>209</Paragraphs>
  <Slides>43</Slides>
  <Notes>0</Notes>
  <HiddenSlides>0</HiddenSlides>
  <MMClips>0</MMClips>
  <ScaleCrop>false</ScaleCrop>
  <HeadingPairs>
    <vt:vector size="8" baseType="variant">
      <vt:variant>
        <vt:lpstr>Fonturi utilizate</vt:lpstr>
      </vt:variant>
      <vt:variant>
        <vt:i4>6</vt:i4>
      </vt:variant>
      <vt:variant>
        <vt:lpstr>Temă</vt:lpstr>
      </vt:variant>
      <vt:variant>
        <vt:i4>1</vt:i4>
      </vt:variant>
      <vt:variant>
        <vt:lpstr>Servere OLE încorporate</vt:lpstr>
      </vt:variant>
      <vt:variant>
        <vt:i4>1</vt:i4>
      </vt:variant>
      <vt:variant>
        <vt:lpstr>Titluri diapozitive</vt:lpstr>
      </vt:variant>
      <vt:variant>
        <vt:i4>43</vt:i4>
      </vt:variant>
    </vt:vector>
  </HeadingPairs>
  <TitlesOfParts>
    <vt:vector size="51" baseType="lpstr">
      <vt:lpstr>Arial</vt:lpstr>
      <vt:lpstr>Calibri</vt:lpstr>
      <vt:lpstr>Calibri Light</vt:lpstr>
      <vt:lpstr>Symbol</vt:lpstr>
      <vt:lpstr>Tahoma</vt:lpstr>
      <vt:lpstr>Times New Roman</vt:lpstr>
      <vt:lpstr>Temă Office</vt:lpstr>
      <vt:lpstr>Bitmap Image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338</cp:revision>
  <dcterms:created xsi:type="dcterms:W3CDTF">2020-09-24T15:20:51Z</dcterms:created>
  <dcterms:modified xsi:type="dcterms:W3CDTF">2024-11-28T09:07:56Z</dcterms:modified>
</cp:coreProperties>
</file>